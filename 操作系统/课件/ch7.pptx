
<file path=[Content_Types].xml><?xml version="1.0" encoding="utf-8"?>
<Types xmlns="http://schemas.openxmlformats.org/package/2006/content-types">
  <Default Extension="png" ContentType="image/png"/>
  <Default Extension="bin" ContentType="application/vnd.openxmlformats-officedocument.oleObject"/>
  <Default Extension="jpeg" ContentType="image/jpeg"/>
  <Default Extension="emf" ContentType="image/x-emf"/>
  <Default Extension="rels" ContentType="application/vnd.openxmlformats-package.relationships+xml"/>
  <Default Extension="xml" ContentType="application/xml"/>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1" r:id="rId2"/>
  </p:sldMasterIdLst>
  <p:notesMasterIdLst>
    <p:notesMasterId r:id="rId86"/>
  </p:notesMasterIdLst>
  <p:handoutMasterIdLst>
    <p:handoutMasterId r:id="rId87"/>
  </p:handoutMasterIdLst>
  <p:sldIdLst>
    <p:sldId id="406" r:id="rId3"/>
    <p:sldId id="514" r:id="rId4"/>
    <p:sldId id="517" r:id="rId5"/>
    <p:sldId id="518" r:id="rId6"/>
    <p:sldId id="603" r:id="rId7"/>
    <p:sldId id="604" r:id="rId8"/>
    <p:sldId id="519" r:id="rId9"/>
    <p:sldId id="520" r:id="rId10"/>
    <p:sldId id="521" r:id="rId11"/>
    <p:sldId id="522" r:id="rId12"/>
    <p:sldId id="525" r:id="rId13"/>
    <p:sldId id="526" r:id="rId14"/>
    <p:sldId id="531" r:id="rId15"/>
    <p:sldId id="529" r:id="rId16"/>
    <p:sldId id="533" r:id="rId17"/>
    <p:sldId id="535" r:id="rId18"/>
    <p:sldId id="536" r:id="rId19"/>
    <p:sldId id="682" r:id="rId20"/>
    <p:sldId id="619" r:id="rId21"/>
    <p:sldId id="620" r:id="rId22"/>
    <p:sldId id="607" r:id="rId23"/>
    <p:sldId id="608" r:id="rId24"/>
    <p:sldId id="609" r:id="rId25"/>
    <p:sldId id="610" r:id="rId26"/>
    <p:sldId id="611" r:id="rId27"/>
    <p:sldId id="612" r:id="rId28"/>
    <p:sldId id="613" r:id="rId29"/>
    <p:sldId id="621" r:id="rId30"/>
    <p:sldId id="622" r:id="rId31"/>
    <p:sldId id="623" r:id="rId32"/>
    <p:sldId id="624" r:id="rId33"/>
    <p:sldId id="625" r:id="rId34"/>
    <p:sldId id="626" r:id="rId35"/>
    <p:sldId id="627" r:id="rId36"/>
    <p:sldId id="628" r:id="rId37"/>
    <p:sldId id="629" r:id="rId38"/>
    <p:sldId id="541" r:id="rId39"/>
    <p:sldId id="542" r:id="rId40"/>
    <p:sldId id="543" r:id="rId41"/>
    <p:sldId id="545" r:id="rId42"/>
    <p:sldId id="546" r:id="rId43"/>
    <p:sldId id="547" r:id="rId44"/>
    <p:sldId id="548" r:id="rId45"/>
    <p:sldId id="549" r:id="rId46"/>
    <p:sldId id="550" r:id="rId47"/>
    <p:sldId id="551" r:id="rId48"/>
    <p:sldId id="552" r:id="rId49"/>
    <p:sldId id="553" r:id="rId50"/>
    <p:sldId id="554" r:id="rId51"/>
    <p:sldId id="556" r:id="rId52"/>
    <p:sldId id="555" r:id="rId53"/>
    <p:sldId id="577" r:id="rId54"/>
    <p:sldId id="578" r:id="rId55"/>
    <p:sldId id="579" r:id="rId56"/>
    <p:sldId id="618" r:id="rId57"/>
    <p:sldId id="747" r:id="rId58"/>
    <p:sldId id="746" r:id="rId59"/>
    <p:sldId id="580" r:id="rId60"/>
    <p:sldId id="581" r:id="rId61"/>
    <p:sldId id="582" r:id="rId62"/>
    <p:sldId id="583" r:id="rId63"/>
    <p:sldId id="584" r:id="rId64"/>
    <p:sldId id="632" r:id="rId65"/>
    <p:sldId id="631" r:id="rId66"/>
    <p:sldId id="630" r:id="rId67"/>
    <p:sldId id="585" r:id="rId68"/>
    <p:sldId id="587" r:id="rId69"/>
    <p:sldId id="586" r:id="rId70"/>
    <p:sldId id="590" r:id="rId71"/>
    <p:sldId id="588" r:id="rId72"/>
    <p:sldId id="589" r:id="rId73"/>
    <p:sldId id="592" r:id="rId74"/>
    <p:sldId id="591" r:id="rId75"/>
    <p:sldId id="593" r:id="rId76"/>
    <p:sldId id="594" r:id="rId77"/>
    <p:sldId id="595" r:id="rId78"/>
    <p:sldId id="596" r:id="rId79"/>
    <p:sldId id="597" r:id="rId80"/>
    <p:sldId id="598" r:id="rId81"/>
    <p:sldId id="599" r:id="rId82"/>
    <p:sldId id="600" r:id="rId83"/>
    <p:sldId id="601" r:id="rId84"/>
    <p:sldId id="602" r:id="rId85"/>
  </p:sldIdLst>
  <p:sldSz cx="9144000" cy="6858000" type="screen4x3"/>
  <p:notesSz cx="6858000" cy="9144000"/>
  <p:custDataLst>
    <p:tags r:id="rId88"/>
  </p:custDataLst>
  <p:defaultTextStyle>
    <a:defPPr>
      <a:defRPr lang="en-US"/>
    </a:defPPr>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5pPr>
    <a:lvl6pPr marL="2286000" lvl="5"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6pPr>
    <a:lvl7pPr marL="2743200" lvl="6"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7pPr>
    <a:lvl8pPr marL="3200400" lvl="7"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8pPr>
    <a:lvl9pPr marL="3657600" lvl="8"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imes New Roman" panose="02020603050405020304" pitchFamily="18" charset="0"/>
        <a:ea typeface="黑体" panose="02010609060101010101" pitchFamily="49" charset="-122"/>
        <a:cs typeface="+mn-cs"/>
      </a:defRPr>
    </a:lvl9pPr>
  </p:defaultTextStyle>
  <p:extLst>
    <p:ext uri="{EFAFB233-063F-42B5-8137-9DF3F51BA10A}">
      <p15:sldGuideLst xmlns:p15="http://schemas.microsoft.com/office/powerpoint/2012/main">
        <p15:guide id="1" orient="horz" pos="2132" userDrawn="1">
          <p15:clr>
            <a:srgbClr val="A4A3A4"/>
          </p15:clr>
        </p15:guide>
        <p15:guide id="2" pos="2887"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8000"/>
    <a:srgbClr val="FF0000"/>
    <a:srgbClr val="0000FF"/>
    <a:srgbClr val="0033CC"/>
    <a:srgbClr val="9933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无样式，无网格">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7282"/>
    <p:restoredTop sz="85855"/>
  </p:normalViewPr>
  <p:slideViewPr>
    <p:cSldViewPr showGuides="1">
      <p:cViewPr varScale="1">
        <p:scale>
          <a:sx n="86" d="100"/>
          <a:sy n="86" d="100"/>
        </p:scale>
        <p:origin x="2224" y="64"/>
      </p:cViewPr>
      <p:guideLst>
        <p:guide orient="horz" pos="2132"/>
        <p:guide pos="2887"/>
      </p:guideLst>
    </p:cSldViewPr>
  </p:slideViewPr>
  <p:outlineViewPr>
    <p:cViewPr>
      <p:scale>
        <a:sx n="33" d="100"/>
        <a:sy n="33" d="100"/>
      </p:scale>
      <p:origin x="0" y="0"/>
    </p:cViewPr>
  </p:outlineViewPr>
  <p:notesTextViewPr>
    <p:cViewPr>
      <p:scale>
        <a:sx n="100" d="100"/>
        <a:sy n="100" d="100"/>
      </p:scale>
      <p:origin x="0" y="0"/>
    </p:cViewPr>
  </p:notesTextViewPr>
  <p:sorterViewPr showFormatting="0">
    <p:cViewPr>
      <p:scale>
        <a:sx n="66" d="100"/>
        <a:sy n="66" d="100"/>
      </p:scale>
      <p:origin x="0" y="0"/>
    </p:cViewPr>
  </p:sorter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4.xml"/><Relationship Id="rId21" Type="http://schemas.openxmlformats.org/officeDocument/2006/relationships/slide" Target="slides/slide19.xml"/><Relationship Id="rId42" Type="http://schemas.openxmlformats.org/officeDocument/2006/relationships/slide" Target="slides/slide40.xml"/><Relationship Id="rId47" Type="http://schemas.openxmlformats.org/officeDocument/2006/relationships/slide" Target="slides/slide45.xml"/><Relationship Id="rId63" Type="http://schemas.openxmlformats.org/officeDocument/2006/relationships/slide" Target="slides/slide61.xml"/><Relationship Id="rId68" Type="http://schemas.openxmlformats.org/officeDocument/2006/relationships/slide" Target="slides/slide66.xml"/><Relationship Id="rId84" Type="http://schemas.openxmlformats.org/officeDocument/2006/relationships/slide" Target="slides/slide82.xml"/><Relationship Id="rId89" Type="http://schemas.openxmlformats.org/officeDocument/2006/relationships/presProps" Target="presProps.xml"/><Relationship Id="rId16" Type="http://schemas.openxmlformats.org/officeDocument/2006/relationships/slide" Target="slides/slide14.xml"/><Relationship Id="rId11" Type="http://schemas.openxmlformats.org/officeDocument/2006/relationships/slide" Target="slides/slide9.xml"/><Relationship Id="rId32" Type="http://schemas.openxmlformats.org/officeDocument/2006/relationships/slide" Target="slides/slide30.xml"/><Relationship Id="rId37" Type="http://schemas.openxmlformats.org/officeDocument/2006/relationships/slide" Target="slides/slide35.xml"/><Relationship Id="rId53" Type="http://schemas.openxmlformats.org/officeDocument/2006/relationships/slide" Target="slides/slide51.xml"/><Relationship Id="rId58" Type="http://schemas.openxmlformats.org/officeDocument/2006/relationships/slide" Target="slides/slide56.xml"/><Relationship Id="rId74" Type="http://schemas.openxmlformats.org/officeDocument/2006/relationships/slide" Target="slides/slide72.xml"/><Relationship Id="rId79" Type="http://schemas.openxmlformats.org/officeDocument/2006/relationships/slide" Target="slides/slide77.xml"/><Relationship Id="rId5" Type="http://schemas.openxmlformats.org/officeDocument/2006/relationships/slide" Target="slides/slide3.xml"/><Relationship Id="rId90" Type="http://schemas.openxmlformats.org/officeDocument/2006/relationships/viewProps" Target="viewProps.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slide" Target="slides/slide46.xml"/><Relationship Id="rId56" Type="http://schemas.openxmlformats.org/officeDocument/2006/relationships/slide" Target="slides/slide54.xml"/><Relationship Id="rId64" Type="http://schemas.openxmlformats.org/officeDocument/2006/relationships/slide" Target="slides/slide62.xml"/><Relationship Id="rId69" Type="http://schemas.openxmlformats.org/officeDocument/2006/relationships/slide" Target="slides/slide67.xml"/><Relationship Id="rId77" Type="http://schemas.openxmlformats.org/officeDocument/2006/relationships/slide" Target="slides/slide75.xml"/><Relationship Id="rId8" Type="http://schemas.openxmlformats.org/officeDocument/2006/relationships/slide" Target="slides/slide6.xml"/><Relationship Id="rId51" Type="http://schemas.openxmlformats.org/officeDocument/2006/relationships/slide" Target="slides/slide49.xml"/><Relationship Id="rId72" Type="http://schemas.openxmlformats.org/officeDocument/2006/relationships/slide" Target="slides/slide70.xml"/><Relationship Id="rId80" Type="http://schemas.openxmlformats.org/officeDocument/2006/relationships/slide" Target="slides/slide78.xml"/><Relationship Id="rId85" Type="http://schemas.openxmlformats.org/officeDocument/2006/relationships/slide" Target="slides/slide83.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59" Type="http://schemas.openxmlformats.org/officeDocument/2006/relationships/slide" Target="slides/slide57.xml"/><Relationship Id="rId67" Type="http://schemas.openxmlformats.org/officeDocument/2006/relationships/slide" Target="slides/slide65.xml"/><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slide" Target="slides/slide52.xml"/><Relationship Id="rId62" Type="http://schemas.openxmlformats.org/officeDocument/2006/relationships/slide" Target="slides/slide60.xml"/><Relationship Id="rId70" Type="http://schemas.openxmlformats.org/officeDocument/2006/relationships/slide" Target="slides/slide68.xml"/><Relationship Id="rId75" Type="http://schemas.openxmlformats.org/officeDocument/2006/relationships/slide" Target="slides/slide73.xml"/><Relationship Id="rId83" Type="http://schemas.openxmlformats.org/officeDocument/2006/relationships/slide" Target="slides/slide81.xml"/><Relationship Id="rId88" Type="http://schemas.openxmlformats.org/officeDocument/2006/relationships/tags" Target="tags/tag1.xml"/><Relationship Id="rId91"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slide" Target="slides/slide55.xml"/><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 Id="rId60" Type="http://schemas.openxmlformats.org/officeDocument/2006/relationships/slide" Target="slides/slide58.xml"/><Relationship Id="rId65" Type="http://schemas.openxmlformats.org/officeDocument/2006/relationships/slide" Target="slides/slide63.xml"/><Relationship Id="rId73" Type="http://schemas.openxmlformats.org/officeDocument/2006/relationships/slide" Target="slides/slide71.xml"/><Relationship Id="rId78" Type="http://schemas.openxmlformats.org/officeDocument/2006/relationships/slide" Target="slides/slide76.xml"/><Relationship Id="rId81" Type="http://schemas.openxmlformats.org/officeDocument/2006/relationships/slide" Target="slides/slide79.xml"/><Relationship Id="rId86" Type="http://schemas.openxmlformats.org/officeDocument/2006/relationships/notesMaster" Target="notesMasters/notesMaster1.xml"/><Relationship Id="rId4" Type="http://schemas.openxmlformats.org/officeDocument/2006/relationships/slide" Target="slides/slide2.xml"/><Relationship Id="rId9" Type="http://schemas.openxmlformats.org/officeDocument/2006/relationships/slide" Target="slides/slide7.xml"/><Relationship Id="rId13" Type="http://schemas.openxmlformats.org/officeDocument/2006/relationships/slide" Target="slides/slide11.xml"/><Relationship Id="rId18" Type="http://schemas.openxmlformats.org/officeDocument/2006/relationships/slide" Target="slides/slide16.xml"/><Relationship Id="rId39" Type="http://schemas.openxmlformats.org/officeDocument/2006/relationships/slide" Target="slides/slide37.xml"/><Relationship Id="rId34" Type="http://schemas.openxmlformats.org/officeDocument/2006/relationships/slide" Target="slides/slide32.xml"/><Relationship Id="rId50" Type="http://schemas.openxmlformats.org/officeDocument/2006/relationships/slide" Target="slides/slide48.xml"/><Relationship Id="rId55" Type="http://schemas.openxmlformats.org/officeDocument/2006/relationships/slide" Target="slides/slide53.xml"/><Relationship Id="rId76" Type="http://schemas.openxmlformats.org/officeDocument/2006/relationships/slide" Target="slides/slide74.xml"/><Relationship Id="rId7" Type="http://schemas.openxmlformats.org/officeDocument/2006/relationships/slide" Target="slides/slide5.xml"/><Relationship Id="rId71" Type="http://schemas.openxmlformats.org/officeDocument/2006/relationships/slide" Target="slides/slide69.xml"/><Relationship Id="rId92" Type="http://schemas.openxmlformats.org/officeDocument/2006/relationships/tableStyles" Target="tableStyles.xml"/><Relationship Id="rId2" Type="http://schemas.openxmlformats.org/officeDocument/2006/relationships/slideMaster" Target="slideMasters/slideMaster2.xml"/><Relationship Id="rId29" Type="http://schemas.openxmlformats.org/officeDocument/2006/relationships/slide" Target="slides/slide27.xml"/><Relationship Id="rId24" Type="http://schemas.openxmlformats.org/officeDocument/2006/relationships/slide" Target="slides/slide22.xml"/><Relationship Id="rId40" Type="http://schemas.openxmlformats.org/officeDocument/2006/relationships/slide" Target="slides/slide38.xml"/><Relationship Id="rId45" Type="http://schemas.openxmlformats.org/officeDocument/2006/relationships/slide" Target="slides/slide43.xml"/><Relationship Id="rId66" Type="http://schemas.openxmlformats.org/officeDocument/2006/relationships/slide" Target="slides/slide64.xml"/><Relationship Id="rId87" Type="http://schemas.openxmlformats.org/officeDocument/2006/relationships/handoutMaster" Target="handoutMasters/handoutMaster1.xml"/><Relationship Id="rId61" Type="http://schemas.openxmlformats.org/officeDocument/2006/relationships/slide" Target="slides/slide59.xml"/><Relationship Id="rId82" Type="http://schemas.openxmlformats.org/officeDocument/2006/relationships/slide" Target="slides/slide80.xml"/><Relationship Id="rId19" Type="http://schemas.openxmlformats.org/officeDocument/2006/relationships/slide" Target="slides/slide17.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8.e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9.e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11.e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12.e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14.emf"/></Relationships>
</file>

<file path=ppt/drawings/_rels/vmlDrawing6.vml.rels><?xml version="1.0" encoding="UTF-8" standalone="yes"?>
<Relationships xmlns="http://schemas.openxmlformats.org/package/2006/relationships"><Relationship Id="rId1" Type="http://schemas.openxmlformats.org/officeDocument/2006/relationships/image" Target="../media/image15.emf"/></Relationships>
</file>

<file path=ppt/drawings/_rels/vmlDrawing7.vml.rels><?xml version="1.0" encoding="UTF-8" standalone="yes"?>
<Relationships xmlns="http://schemas.openxmlformats.org/package/2006/relationships"><Relationship Id="rId1" Type="http://schemas.openxmlformats.org/officeDocument/2006/relationships/image" Target="../media/image18.emf"/></Relationships>
</file>

<file path=ppt/drawings/_rels/vmlDrawing8.vml.rels><?xml version="1.0" encoding="UTF-8" standalone="yes"?>
<Relationships xmlns="http://schemas.openxmlformats.org/package/2006/relationships"><Relationship Id="rId1" Type="http://schemas.openxmlformats.org/officeDocument/2006/relationships/image" Target="../media/image24.emf"/></Relationships>
</file>

<file path=ppt/drawings/_rels/vmlDrawing9.vml.rels><?xml version="1.0" encoding="UTF-8" standalone="yes"?>
<Relationships xmlns="http://schemas.openxmlformats.org/package/2006/relationships"><Relationship Id="rId1" Type="http://schemas.openxmlformats.org/officeDocument/2006/relationships/image" Target="../media/image25.emf"/></Relationships>
</file>

<file path=ppt/drawings/_rels/vmlDrawing10.vml.rels><?xml version="1.0" encoding="UTF-8" standalone="yes"?>
<Relationships xmlns="http://schemas.openxmlformats.org/package/2006/relationships"><Relationship Id="rId1" Type="http://schemas.openxmlformats.org/officeDocument/2006/relationships/image" Target="../media/image39.emf"/></Relationships>
</file>

<file path=ppt/drawings/_rels/vmlDrawing11.v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image" Target="../media/image40.png"/></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2466" name="Rectangle 2"/>
          <p:cNvSpPr>
            <a:spLocks noGrp="1" noChangeArrowheads="1"/>
          </p:cNvSpPr>
          <p:nvPr>
            <p:ph type="hdr" sz="quarter"/>
          </p:nvPr>
        </p:nvSpPr>
        <p:spPr bwMode="auto">
          <a:xfrm>
            <a:off x="0" y="0"/>
            <a:ext cx="2971800" cy="457200"/>
          </a:xfrm>
          <a:prstGeom prst="rect">
            <a:avLst/>
          </a:prstGeom>
          <a:noFill/>
          <a:ln w="9525">
            <a:noFill/>
            <a:miter lim="800000"/>
          </a:ln>
          <a:effectLst/>
        </p:spPr>
        <p:txBody>
          <a:bodyPr vert="horz" wrap="square" lIns="91440" tIns="45720" rIns="91440" bIns="45720" numCol="1" anchor="t" anchorCtr="0" compatLnSpc="1"/>
          <a:lstStyle>
            <a:lvl1pPr>
              <a:defRPr sz="1200">
                <a:latin typeface="Times New Roman" panose="02020603050405020304" pitchFamily="18" charset="0"/>
                <a:ea typeface="+mn-ea"/>
              </a:defRPr>
            </a:lvl1p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200" b="0" i="0" u="none" strike="noStrike" kern="1200" cap="none" spc="0" normalizeH="0" baseline="0" noProof="0">
              <a:ln>
                <a:noFill/>
              </a:ln>
              <a:solidFill>
                <a:schemeClr val="tx1"/>
              </a:solidFill>
              <a:effectLst/>
              <a:uLnTx/>
              <a:uFillTx/>
              <a:latin typeface="Times New Roman" panose="02020603050405020304" pitchFamily="18" charset="0"/>
              <a:ea typeface="+mn-ea"/>
              <a:cs typeface="+mn-cs"/>
            </a:endParaRPr>
          </a:p>
        </p:txBody>
      </p:sp>
      <p:sp>
        <p:nvSpPr>
          <p:cNvPr id="62467" name="Rectangle 3"/>
          <p:cNvSpPr>
            <a:spLocks noGrp="1" noChangeArrowheads="1"/>
          </p:cNvSpPr>
          <p:nvPr>
            <p:ph type="dt" sz="quarter" idx="1"/>
          </p:nvPr>
        </p:nvSpPr>
        <p:spPr bwMode="auto">
          <a:xfrm>
            <a:off x="3884613" y="0"/>
            <a:ext cx="2971800" cy="457200"/>
          </a:xfrm>
          <a:prstGeom prst="rect">
            <a:avLst/>
          </a:prstGeom>
          <a:noFill/>
          <a:ln w="9525">
            <a:noFill/>
            <a:miter lim="800000"/>
          </a:ln>
          <a:effectLst/>
        </p:spPr>
        <p:txBody>
          <a:bodyPr vert="horz" wrap="square" lIns="91440" tIns="45720" rIns="91440" bIns="45720" numCol="1" anchor="t" anchorCtr="0" compatLnSpc="1"/>
          <a:lstStyle>
            <a:lvl1pPr algn="r">
              <a:defRPr sz="1200">
                <a:latin typeface="Times New Roman" panose="02020603050405020304" pitchFamily="18" charset="0"/>
                <a:ea typeface="+mn-ea"/>
              </a:defRPr>
            </a:lvl1pPr>
          </a:lstStyle>
          <a:p>
            <a:pPr marL="0" marR="0" lvl="0" indent="0" algn="r" defTabSz="914400" rtl="0" eaLnBrk="0" fontAlgn="base" latinLnBrk="0" hangingPunct="0">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mn-ea"/>
              <a:cs typeface="+mn-cs"/>
            </a:endParaRPr>
          </a:p>
        </p:txBody>
      </p:sp>
      <p:sp>
        <p:nvSpPr>
          <p:cNvPr id="62468" name="Rectangle 4"/>
          <p:cNvSpPr>
            <a:spLocks noGrp="1" noChangeArrowheads="1"/>
          </p:cNvSpPr>
          <p:nvPr>
            <p:ph type="ftr" sz="quarter" idx="2"/>
          </p:nvPr>
        </p:nvSpPr>
        <p:spPr bwMode="auto">
          <a:xfrm>
            <a:off x="0" y="8685213"/>
            <a:ext cx="2971800" cy="457200"/>
          </a:xfrm>
          <a:prstGeom prst="rect">
            <a:avLst/>
          </a:prstGeom>
          <a:noFill/>
          <a:ln w="9525">
            <a:noFill/>
            <a:miter lim="800000"/>
          </a:ln>
          <a:effectLst/>
        </p:spPr>
        <p:txBody>
          <a:bodyPr vert="horz" wrap="square" lIns="91440" tIns="45720" rIns="91440" bIns="45720" numCol="1" anchor="b" anchorCtr="0" compatLnSpc="1"/>
          <a:lstStyle>
            <a:lvl1pPr>
              <a:defRPr sz="1200">
                <a:latin typeface="Times New Roman" panose="02020603050405020304" pitchFamily="18" charset="0"/>
                <a:ea typeface="+mn-ea"/>
              </a:defRPr>
            </a:lvl1p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mn-ea"/>
              <a:cs typeface="+mn-cs"/>
            </a:endParaRPr>
          </a:p>
        </p:txBody>
      </p:sp>
      <p:sp>
        <p:nvSpPr>
          <p:cNvPr id="62469" name="Rectangle 5"/>
          <p:cNvSpPr>
            <a:spLocks noGrp="1" noChangeArrowheads="1"/>
          </p:cNvSpPr>
          <p:nvPr>
            <p:ph type="sldNum" sz="quarter" idx="3"/>
          </p:nvPr>
        </p:nvSpPr>
        <p:spPr bwMode="auto">
          <a:xfrm>
            <a:off x="3884613" y="8685213"/>
            <a:ext cx="2971800" cy="457200"/>
          </a:xfrm>
          <a:prstGeom prst="rect">
            <a:avLst/>
          </a:prstGeom>
          <a:noFill/>
          <a:ln w="9525">
            <a:noFill/>
            <a:miter lim="800000"/>
          </a:ln>
          <a:effectLst/>
        </p:spPr>
        <p:txBody>
          <a:bodyPr vert="horz" wrap="square" lIns="91440" tIns="45720" rIns="91440" bIns="45720" numCol="1" anchor="b" anchorCtr="0" compatLnSpc="1"/>
          <a:lstStyle>
            <a:lvl1pPr algn="r">
              <a:defRPr sz="1200">
                <a:latin typeface="Times New Roman" panose="02020603050405020304" pitchFamily="18" charset="0"/>
                <a:ea typeface="宋体" panose="02010600030101010101" pitchFamily="2" charset="-122"/>
              </a:defRPr>
            </a:lvl1pPr>
          </a:lstStyle>
          <a:p>
            <a:pPr marL="0" marR="0" lvl="0" indent="0" algn="r" defTabSz="914400" rtl="0" eaLnBrk="0" fontAlgn="base" latinLnBrk="0" hangingPunct="0">
              <a:lnSpc>
                <a:spcPct val="100000"/>
              </a:lnSpc>
              <a:spcBef>
                <a:spcPct val="0"/>
              </a:spcBef>
              <a:spcAft>
                <a:spcPct val="0"/>
              </a:spcAft>
              <a:buClrTx/>
              <a:buSzTx/>
              <a:buFontTx/>
              <a:buNone/>
              <a:defRPr/>
            </a:pPr>
            <a:fld id="{7937D40B-B67B-CB4B-9DB4-6984B4F2F6D2}" type="slidenum">
              <a:rPr kumimoji="0" lang="zh-CN" altLang="en-US"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a:t>
            </a:fld>
            <a:endParaRPr kumimoji="0"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0418" name="Rectangle 2"/>
          <p:cNvSpPr>
            <a:spLocks noGrp="1" noChangeArrowheads="1"/>
          </p:cNvSpPr>
          <p:nvPr>
            <p:ph type="hdr" sz="quarter"/>
          </p:nvPr>
        </p:nvSpPr>
        <p:spPr bwMode="auto">
          <a:xfrm>
            <a:off x="0" y="0"/>
            <a:ext cx="2971800" cy="457200"/>
          </a:xfrm>
          <a:prstGeom prst="rect">
            <a:avLst/>
          </a:prstGeom>
          <a:noFill/>
          <a:ln w="9525">
            <a:noFill/>
            <a:miter lim="800000"/>
          </a:ln>
          <a:effectLst/>
        </p:spPr>
        <p:txBody>
          <a:bodyPr vert="horz" wrap="square" lIns="91440" tIns="45720" rIns="91440" bIns="45720" numCol="1" anchor="t" anchorCtr="0" compatLnSpc="1"/>
          <a:lstStyle>
            <a:lvl1pPr>
              <a:defRPr sz="1200">
                <a:latin typeface="Times New Roman" panose="02020603050405020304" pitchFamily="18" charset="0"/>
                <a:ea typeface="+mn-ea"/>
              </a:defRPr>
            </a:lvl1p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200" b="0" i="0" u="none" strike="noStrike" kern="1200" cap="none" spc="0" normalizeH="0" baseline="0" noProof="0">
              <a:ln>
                <a:noFill/>
              </a:ln>
              <a:solidFill>
                <a:schemeClr val="tx1"/>
              </a:solidFill>
              <a:effectLst/>
              <a:uLnTx/>
              <a:uFillTx/>
              <a:latin typeface="Times New Roman" panose="02020603050405020304" pitchFamily="18" charset="0"/>
              <a:ea typeface="+mn-ea"/>
              <a:cs typeface="+mn-cs"/>
            </a:endParaRPr>
          </a:p>
        </p:txBody>
      </p:sp>
      <p:sp>
        <p:nvSpPr>
          <p:cNvPr id="60419" name="Rectangle 3"/>
          <p:cNvSpPr>
            <a:spLocks noGrp="1" noChangeArrowheads="1"/>
          </p:cNvSpPr>
          <p:nvPr>
            <p:ph type="dt" idx="1"/>
          </p:nvPr>
        </p:nvSpPr>
        <p:spPr bwMode="auto">
          <a:xfrm>
            <a:off x="3884613" y="0"/>
            <a:ext cx="2971800" cy="457200"/>
          </a:xfrm>
          <a:prstGeom prst="rect">
            <a:avLst/>
          </a:prstGeom>
          <a:noFill/>
          <a:ln w="9525">
            <a:noFill/>
            <a:miter lim="800000"/>
          </a:ln>
          <a:effectLst/>
        </p:spPr>
        <p:txBody>
          <a:bodyPr vert="horz" wrap="square" lIns="91440" tIns="45720" rIns="91440" bIns="45720" numCol="1" anchor="t" anchorCtr="0" compatLnSpc="1"/>
          <a:lstStyle>
            <a:lvl1pPr algn="r">
              <a:defRPr sz="1200">
                <a:latin typeface="Times New Roman" panose="02020603050405020304" pitchFamily="18" charset="0"/>
                <a:ea typeface="+mn-ea"/>
              </a:defRPr>
            </a:lvl1pPr>
          </a:lstStyle>
          <a:p>
            <a:pPr marL="0" marR="0" lvl="0" indent="0" algn="r" defTabSz="914400" rtl="0" eaLnBrk="0" fontAlgn="base" latinLnBrk="0" hangingPunct="0">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mn-ea"/>
              <a:cs typeface="+mn-cs"/>
            </a:endParaRPr>
          </a:p>
        </p:txBody>
      </p:sp>
      <p:sp>
        <p:nvSpPr>
          <p:cNvPr id="14340" name="Rectangle 4"/>
          <p:cNvSpPr>
            <a:spLocks noGrp="1" noRot="1" noChangeAspect="1" noTextEdit="1"/>
          </p:cNvSpPr>
          <p:nvPr>
            <p:ph type="sldImg" idx="2"/>
          </p:nvPr>
        </p:nvSpPr>
        <p:spPr>
          <a:xfrm>
            <a:off x="1143000" y="685800"/>
            <a:ext cx="4572000" cy="3429000"/>
          </a:xfrm>
          <a:prstGeom prst="rect">
            <a:avLst/>
          </a:prstGeom>
          <a:noFill/>
          <a:ln w="9525" cap="flat" cmpd="sng">
            <a:solidFill>
              <a:srgbClr val="000000"/>
            </a:solidFill>
            <a:prstDash val="solid"/>
            <a:miter/>
            <a:headEnd type="none" w="med" len="med"/>
            <a:tailEnd type="none" w="med" len="med"/>
          </a:ln>
        </p:spPr>
      </p:sp>
      <p:sp>
        <p:nvSpPr>
          <p:cNvPr id="60421" name="Rectangle 5"/>
          <p:cNvSpPr>
            <a:spLocks noGrp="1" noChangeArrowheads="1"/>
          </p:cNvSpPr>
          <p:nvPr>
            <p:ph type="body" sz="quarter" idx="3"/>
          </p:nvPr>
        </p:nvSpPr>
        <p:spPr bwMode="auto">
          <a:xfrm>
            <a:off x="685800" y="4343400"/>
            <a:ext cx="5486400" cy="4114800"/>
          </a:xfrm>
          <a:prstGeom prst="rect">
            <a:avLst/>
          </a:prstGeom>
          <a:noFill/>
          <a:ln w="9525">
            <a:noFill/>
            <a:miter lim="800000"/>
          </a:ln>
          <a:effectLst/>
        </p:spPr>
        <p:txBody>
          <a:bodyPr vert="horz" wrap="square" lIns="91440" tIns="45720" rIns="91440" bIns="45720" numCol="1" anchor="t" anchorCtr="0" compatLnSpc="1"/>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0422" name="Rectangle 6"/>
          <p:cNvSpPr>
            <a:spLocks noGrp="1" noChangeArrowheads="1"/>
          </p:cNvSpPr>
          <p:nvPr>
            <p:ph type="ftr" sz="quarter" idx="4"/>
          </p:nvPr>
        </p:nvSpPr>
        <p:spPr bwMode="auto">
          <a:xfrm>
            <a:off x="0" y="8685213"/>
            <a:ext cx="2971800" cy="457200"/>
          </a:xfrm>
          <a:prstGeom prst="rect">
            <a:avLst/>
          </a:prstGeom>
          <a:noFill/>
          <a:ln w="9525">
            <a:noFill/>
            <a:miter lim="800000"/>
          </a:ln>
          <a:effectLst/>
        </p:spPr>
        <p:txBody>
          <a:bodyPr vert="horz" wrap="square" lIns="91440" tIns="45720" rIns="91440" bIns="45720" numCol="1" anchor="b" anchorCtr="0" compatLnSpc="1"/>
          <a:lstStyle>
            <a:lvl1pPr>
              <a:defRPr sz="1200">
                <a:latin typeface="Times New Roman" panose="02020603050405020304" pitchFamily="18" charset="0"/>
                <a:ea typeface="+mn-ea"/>
              </a:defRPr>
            </a:lvl1p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mn-ea"/>
              <a:cs typeface="+mn-cs"/>
            </a:endParaRPr>
          </a:p>
        </p:txBody>
      </p:sp>
      <p:sp>
        <p:nvSpPr>
          <p:cNvPr id="60423" name="Rectangle 7"/>
          <p:cNvSpPr>
            <a:spLocks noGrp="1" noChangeArrowheads="1"/>
          </p:cNvSpPr>
          <p:nvPr>
            <p:ph type="sldNum" sz="quarter" idx="5"/>
          </p:nvPr>
        </p:nvSpPr>
        <p:spPr bwMode="auto">
          <a:xfrm>
            <a:off x="3884613" y="8685213"/>
            <a:ext cx="2971800" cy="457200"/>
          </a:xfrm>
          <a:prstGeom prst="rect">
            <a:avLst/>
          </a:prstGeom>
          <a:noFill/>
          <a:ln w="9525">
            <a:noFill/>
            <a:miter lim="800000"/>
          </a:ln>
          <a:effectLst/>
        </p:spPr>
        <p:txBody>
          <a:bodyPr vert="horz" wrap="square" lIns="91440" tIns="45720" rIns="91440" bIns="45720" numCol="1" anchor="b" anchorCtr="0" compatLnSpc="1"/>
          <a:lstStyle>
            <a:lvl1pPr algn="r">
              <a:defRPr sz="1200">
                <a:latin typeface="Times New Roman" panose="02020603050405020304" pitchFamily="18" charset="0"/>
                <a:ea typeface="宋体" panose="02010600030101010101" pitchFamily="2" charset="-122"/>
              </a:defRPr>
            </a:lvl1pPr>
          </a:lstStyle>
          <a:p>
            <a:pPr marL="0" marR="0" lvl="0" indent="0" algn="r" defTabSz="914400" rtl="0" eaLnBrk="0" fontAlgn="base" latinLnBrk="0" hangingPunct="0">
              <a:lnSpc>
                <a:spcPct val="100000"/>
              </a:lnSpc>
              <a:spcBef>
                <a:spcPct val="0"/>
              </a:spcBef>
              <a:spcAft>
                <a:spcPct val="0"/>
              </a:spcAft>
              <a:buClrTx/>
              <a:buSzTx/>
              <a:buFontTx/>
              <a:buNone/>
              <a:defRPr/>
            </a:pPr>
            <a:fld id="{C3BEBCD4-28AC-7A48-8052-1AF20129AB16}" type="slidenum">
              <a:rPr kumimoji="0" lang="zh-CN" altLang="en-US"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a:t>
            </a:fld>
            <a:endParaRPr kumimoji="0"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Tree>
  </p:cSld>
  <p:clrMap bg1="lt1" tx1="dk1" bg2="lt2" tx2="dk2" accent1="accent1" accent2="accent2" accent3="accent3" accent4="accent4" accent5="accent5" accent6="accent6" hlink="hlink" folHlink="folHlink"/>
  <p:hf sldNum="0" hdr="0" ftr="0" dt="0"/>
  <p:notesStyle>
    <a:lvl1pPr algn="l" rtl="0" eaLnBrk="0" fontAlgn="base" hangingPunct="0">
      <a:spcBef>
        <a:spcPct val="30000"/>
      </a:spcBef>
      <a:spcAft>
        <a:spcPct val="0"/>
      </a:spcAft>
      <a:defRPr sz="1200" kern="1200">
        <a:solidFill>
          <a:schemeClr val="tx1"/>
        </a:solidFill>
        <a:latin typeface="Times New Roman" panose="02020603050405020304" pitchFamily="18" charset="0"/>
        <a:ea typeface="宋体" panose="02010600030101010101" pitchFamily="2" charset="-122"/>
        <a:cs typeface="+mn-cs"/>
      </a:defRPr>
    </a:lvl1pPr>
    <a:lvl2pPr marL="457200" algn="l" rtl="0" eaLnBrk="0" fontAlgn="base" hangingPunct="0">
      <a:spcBef>
        <a:spcPct val="30000"/>
      </a:spcBef>
      <a:spcAft>
        <a:spcPct val="0"/>
      </a:spcAft>
      <a:defRPr sz="1200" kern="1200">
        <a:solidFill>
          <a:schemeClr val="tx1"/>
        </a:solidFill>
        <a:latin typeface="Times New Roman" panose="02020603050405020304" pitchFamily="18" charset="0"/>
        <a:ea typeface="宋体" panose="02010600030101010101" pitchFamily="2" charset="-122"/>
        <a:cs typeface="+mn-cs"/>
      </a:defRPr>
    </a:lvl2pPr>
    <a:lvl3pPr marL="914400" algn="l" rtl="0" eaLnBrk="0" fontAlgn="base" hangingPunct="0">
      <a:spcBef>
        <a:spcPct val="30000"/>
      </a:spcBef>
      <a:spcAft>
        <a:spcPct val="0"/>
      </a:spcAft>
      <a:defRPr sz="1200" kern="1200">
        <a:solidFill>
          <a:schemeClr val="tx1"/>
        </a:solidFill>
        <a:latin typeface="Times New Roman" panose="02020603050405020304" pitchFamily="18" charset="0"/>
        <a:ea typeface="宋体" panose="02010600030101010101" pitchFamily="2" charset="-122"/>
        <a:cs typeface="+mn-cs"/>
      </a:defRPr>
    </a:lvl3pPr>
    <a:lvl4pPr marL="1371600" algn="l" rtl="0" eaLnBrk="0" fontAlgn="base" hangingPunct="0">
      <a:spcBef>
        <a:spcPct val="30000"/>
      </a:spcBef>
      <a:spcAft>
        <a:spcPct val="0"/>
      </a:spcAft>
      <a:defRPr sz="1200" kern="1200">
        <a:solidFill>
          <a:schemeClr val="tx1"/>
        </a:solidFill>
        <a:latin typeface="Times New Roman" panose="02020603050405020304" pitchFamily="18" charset="0"/>
        <a:ea typeface="宋体" panose="02010600030101010101" pitchFamily="2" charset="-122"/>
        <a:cs typeface="+mn-cs"/>
      </a:defRPr>
    </a:lvl4pPr>
    <a:lvl5pPr marL="1828800" algn="l" rtl="0" eaLnBrk="0" fontAlgn="base" hangingPunct="0">
      <a:spcBef>
        <a:spcPct val="30000"/>
      </a:spcBef>
      <a:spcAft>
        <a:spcPct val="0"/>
      </a:spcAft>
      <a:defRPr sz="1200" kern="1200">
        <a:solidFill>
          <a:schemeClr val="tx1"/>
        </a:solidFill>
        <a:latin typeface="Times New Roman" panose="02020603050405020304" pitchFamily="18" charset="0"/>
        <a:ea typeface="宋体" panose="02010600030101010101"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09" name="Rectangle 7"/>
          <p:cNvSpPr txBox="1">
            <a:spLocks noGrp="1"/>
          </p:cNvSpPr>
          <p:nvPr>
            <p:ph type="sldNum" sz="quarter"/>
          </p:nvPr>
        </p:nvSpPr>
        <p:spPr>
          <a:xfrm>
            <a:off x="3884613" y="8685213"/>
            <a:ext cx="2971800" cy="457200"/>
          </a:xfrm>
          <a:prstGeom prst="rect">
            <a:avLst/>
          </a:prstGeom>
          <a:noFill/>
          <a:ln w="9525">
            <a:noFill/>
          </a:ln>
        </p:spPr>
        <p:txBody>
          <a:bodyPr anchor="b" anchorCtr="0"/>
          <a:lstStyle/>
          <a:p>
            <a:pPr lvl="0" algn="r"/>
            <a:fld id="{9A0DB2DC-4C9A-4742-B13C-FB6460FD3503}" type="slidenum">
              <a:rPr lang="zh-CN" altLang="en-US" sz="1200">
                <a:ea typeface="宋体" panose="02010600030101010101" pitchFamily="2" charset="-122"/>
              </a:rPr>
              <a:t>1</a:t>
            </a:fld>
            <a:endParaRPr lang="zh-CN" altLang="en-US" sz="1200">
              <a:ea typeface="宋体" panose="02010600030101010101" pitchFamily="2" charset="-122"/>
            </a:endParaRPr>
          </a:p>
        </p:txBody>
      </p:sp>
      <p:sp>
        <p:nvSpPr>
          <p:cNvPr id="17410" name="Rectangle 2"/>
          <p:cNvSpPr>
            <a:spLocks noGrp="1" noRot="1" noChangeAspect="1" noTextEdit="1"/>
          </p:cNvSpPr>
          <p:nvPr>
            <p:ph type="sldImg"/>
          </p:nvPr>
        </p:nvSpPr>
        <p:spPr/>
      </p:sp>
      <p:sp>
        <p:nvSpPr>
          <p:cNvPr id="17411" name="Rectangle 3"/>
          <p:cNvSpPr>
            <a:spLocks noGrp="1"/>
          </p:cNvSpPr>
          <p:nvPr>
            <p:ph type="body" idx="1"/>
          </p:nvPr>
        </p:nvSpPr>
        <p:spPr/>
        <p:txBody>
          <a:bodyPr wrap="square" lIns="91440" tIns="45720" rIns="91440" bIns="45720" anchor="t" anchorCtr="0"/>
          <a:lstStyle/>
          <a:p>
            <a:pPr lvl="0" eaLnBrk="1" hangingPunct="1"/>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2.xml"/><Relationship Id="rId4" Type="http://schemas.openxmlformats.org/officeDocument/2006/relationships/image" Target="../media/image3.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标题幻灯片">
    <p:bg>
      <p:bgPr>
        <a:blipFill rotWithShape="0">
          <a:blip r:embed="rId2"/>
          <a:stretch>
            <a:fillRect/>
          </a:stretch>
        </a:blipFill>
        <a:effectLst/>
      </p:bgPr>
    </p:bg>
    <p:spTree>
      <p:nvGrpSpPr>
        <p:cNvPr id="1" name=""/>
        <p:cNvGrpSpPr/>
        <p:nvPr/>
      </p:nvGrpSpPr>
      <p:grpSpPr>
        <a:xfrm>
          <a:off x="0" y="0"/>
          <a:ext cx="0" cy="0"/>
          <a:chOff x="0" y="0"/>
          <a:chExt cx="0" cy="0"/>
        </a:xfrm>
      </p:grpSpPr>
      <p:sp>
        <p:nvSpPr>
          <p:cNvPr id="99330" name="Line 7"/>
          <p:cNvSpPr/>
          <p:nvPr/>
        </p:nvSpPr>
        <p:spPr>
          <a:xfrm>
            <a:off x="457200" y="2514600"/>
            <a:ext cx="8153400" cy="0"/>
          </a:xfrm>
          <a:prstGeom prst="line">
            <a:avLst/>
          </a:prstGeom>
          <a:ln w="76200" cap="flat" cmpd="sng">
            <a:solidFill>
              <a:srgbClr val="0000FF"/>
            </a:solidFill>
            <a:prstDash val="solid"/>
            <a:headEnd type="none" w="med" len="med"/>
            <a:tailEnd type="none" w="med" len="med"/>
          </a:ln>
        </p:spPr>
      </p:sp>
      <p:pic>
        <p:nvPicPr>
          <p:cNvPr id="99331" name="Picture 8" descr="xidian字2"/>
          <p:cNvPicPr>
            <a:picLocks noChangeAspect="1"/>
          </p:cNvPicPr>
          <p:nvPr/>
        </p:nvPicPr>
        <p:blipFill>
          <a:blip r:embed="rId3"/>
          <a:stretch>
            <a:fillRect/>
          </a:stretch>
        </p:blipFill>
        <p:spPr>
          <a:xfrm>
            <a:off x="6419850" y="6492875"/>
            <a:ext cx="2724150" cy="365125"/>
          </a:xfrm>
          <a:prstGeom prst="rect">
            <a:avLst/>
          </a:prstGeom>
          <a:noFill/>
          <a:ln w="9525">
            <a:noFill/>
          </a:ln>
        </p:spPr>
      </p:pic>
      <p:pic>
        <p:nvPicPr>
          <p:cNvPr id="99332" name="Picture 9" descr="会标2"/>
          <p:cNvPicPr>
            <a:picLocks noChangeAspect="1"/>
          </p:cNvPicPr>
          <p:nvPr/>
        </p:nvPicPr>
        <p:blipFill>
          <a:blip r:embed="rId4"/>
          <a:stretch>
            <a:fillRect/>
          </a:stretch>
        </p:blipFill>
        <p:spPr>
          <a:xfrm>
            <a:off x="0" y="0"/>
            <a:ext cx="825500" cy="762000"/>
          </a:xfrm>
          <a:prstGeom prst="rect">
            <a:avLst/>
          </a:prstGeom>
          <a:noFill/>
          <a:ln w="9525">
            <a:noFill/>
          </a:ln>
        </p:spPr>
      </p:pic>
      <p:pic>
        <p:nvPicPr>
          <p:cNvPr id="99333" name="Picture 10" descr="xidian字2"/>
          <p:cNvPicPr>
            <a:picLocks noChangeAspect="1"/>
          </p:cNvPicPr>
          <p:nvPr userDrawn="1"/>
        </p:nvPicPr>
        <p:blipFill>
          <a:blip r:embed="rId3"/>
          <a:stretch>
            <a:fillRect/>
          </a:stretch>
        </p:blipFill>
        <p:spPr>
          <a:xfrm>
            <a:off x="6419850" y="6492875"/>
            <a:ext cx="2724150" cy="365125"/>
          </a:xfrm>
          <a:prstGeom prst="rect">
            <a:avLst/>
          </a:prstGeom>
          <a:noFill/>
          <a:ln w="9525">
            <a:noFill/>
          </a:ln>
        </p:spPr>
      </p:pic>
      <p:pic>
        <p:nvPicPr>
          <p:cNvPr id="99334" name="Picture 11" descr="会标2"/>
          <p:cNvPicPr>
            <a:picLocks noChangeAspect="1"/>
          </p:cNvPicPr>
          <p:nvPr userDrawn="1"/>
        </p:nvPicPr>
        <p:blipFill>
          <a:blip r:embed="rId4"/>
          <a:stretch>
            <a:fillRect/>
          </a:stretch>
        </p:blipFill>
        <p:spPr>
          <a:xfrm>
            <a:off x="0" y="0"/>
            <a:ext cx="825500" cy="762000"/>
          </a:xfrm>
          <a:prstGeom prst="rect">
            <a:avLst/>
          </a:prstGeom>
          <a:noFill/>
          <a:ln w="9525">
            <a:noFill/>
          </a:ln>
        </p:spPr>
      </p:pic>
      <p:sp>
        <p:nvSpPr>
          <p:cNvPr id="315394" name="Rectangle 2"/>
          <p:cNvSpPr>
            <a:spLocks noGrp="1" noChangeArrowheads="1"/>
          </p:cNvSpPr>
          <p:nvPr>
            <p:ph type="ctrTitle"/>
          </p:nvPr>
        </p:nvSpPr>
        <p:spPr>
          <a:xfrm>
            <a:off x="914400" y="533400"/>
            <a:ext cx="7721600" cy="1905000"/>
          </a:xfrm>
        </p:spPr>
        <p:txBody>
          <a:bodyPr/>
          <a:lstStyle>
            <a:lvl1pPr>
              <a:defRPr/>
            </a:lvl1pPr>
          </a:lstStyle>
          <a:p>
            <a:r>
              <a:rPr lang="zh-CN" altLang="en-US"/>
              <a:t>单击此处编辑母版标题样式</a:t>
            </a:r>
          </a:p>
        </p:txBody>
      </p:sp>
      <p:sp>
        <p:nvSpPr>
          <p:cNvPr id="315395" name="Rectangle 3"/>
          <p:cNvSpPr>
            <a:spLocks noGrp="1" noChangeArrowheads="1"/>
          </p:cNvSpPr>
          <p:nvPr>
            <p:ph type="subTitle" idx="1"/>
          </p:nvPr>
        </p:nvSpPr>
        <p:spPr>
          <a:xfrm>
            <a:off x="914400" y="3028950"/>
            <a:ext cx="6400800" cy="1771650"/>
          </a:xfrm>
        </p:spPr>
        <p:txBody>
          <a:bodyPr/>
          <a:lstStyle>
            <a:lvl1pPr marL="0" indent="0">
              <a:defRPr>
                <a:latin typeface="Arial Black" panose="020B0A04020102020204" pitchFamily="34" charset="0"/>
              </a:defRPr>
            </a:lvl1pPr>
          </a:lstStyle>
          <a:p>
            <a:r>
              <a:rPr lang="zh-CN" altLang="en-US"/>
              <a:t>单击此处编辑母版副标题样式</a:t>
            </a:r>
          </a:p>
        </p:txBody>
      </p:sp>
      <p:sp>
        <p:nvSpPr>
          <p:cNvPr id="17" name="Rectangle 4"/>
          <p:cNvSpPr>
            <a:spLocks noGrp="1" noChangeArrowheads="1"/>
          </p:cNvSpPr>
          <p:nvPr>
            <p:ph type="dt" sz="half" idx="2"/>
          </p:nvPr>
        </p:nvSpPr>
        <p:spPr bwMode="auto">
          <a:xfrm>
            <a:off x="711200" y="6229350"/>
            <a:ext cx="1930400" cy="514350"/>
          </a:xfrm>
          <a:prstGeom prst="rect">
            <a:avLst/>
          </a:prstGeom>
          <a:ln>
            <a:miter lim="800000"/>
          </a:ln>
        </p:spPr>
        <p:txBody>
          <a:bodyPr vert="horz" wrap="square" lIns="91440" tIns="45720" rIns="91440" bIns="45720" numCol="1" anchor="b" anchorCtr="0" compatLnSpc="1"/>
          <a:lstStyle>
            <a:lvl1pPr>
              <a:defRPr>
                <a:solidFill>
                  <a:srgbClr val="5E574E"/>
                </a:solidFill>
              </a:defRPr>
            </a:lvl1pPr>
          </a:lstStyle>
          <a:p>
            <a:pPr marL="0" marR="0" lvl="0" indent="0" algn="l" defTabSz="914400" rtl="0" eaLnBrk="0" fontAlgn="base" latinLnBrk="0" hangingPunct="0">
              <a:lnSpc>
                <a:spcPct val="100000"/>
              </a:lnSpc>
              <a:spcBef>
                <a:spcPct val="50000"/>
              </a:spcBef>
              <a:spcAft>
                <a:spcPct val="0"/>
              </a:spcAft>
              <a:buClrTx/>
              <a:buSzTx/>
              <a:buFontTx/>
              <a:buNone/>
              <a:defRPr/>
            </a:pPr>
            <a:endParaRPr kumimoji="0" lang="en-US" altLang="zh-CN" sz="1400" b="0" i="0" u="none" strike="noStrike" kern="1200" cap="none" spc="0" normalizeH="0" baseline="0" noProof="0">
              <a:ln>
                <a:noFill/>
              </a:ln>
              <a:solidFill>
                <a:srgbClr val="5E574E"/>
              </a:solidFill>
              <a:effectLst/>
              <a:uLnTx/>
              <a:uFillTx/>
              <a:latin typeface="Arial" panose="020B0604020202020204" pitchFamily="34" charset="0"/>
              <a:ea typeface="宋体" panose="02010600030101010101" pitchFamily="2" charset="-122"/>
              <a:cs typeface="+mn-cs"/>
            </a:endParaRPr>
          </a:p>
        </p:txBody>
      </p:sp>
      <p:sp>
        <p:nvSpPr>
          <p:cNvPr id="18" name="Rectangle 5"/>
          <p:cNvSpPr>
            <a:spLocks noGrp="1" noChangeArrowheads="1"/>
          </p:cNvSpPr>
          <p:nvPr>
            <p:ph type="ftr" sz="quarter" idx="3"/>
          </p:nvPr>
        </p:nvSpPr>
        <p:spPr bwMode="auto">
          <a:xfrm>
            <a:off x="3149600" y="6229350"/>
            <a:ext cx="2844800" cy="514350"/>
          </a:xfrm>
          <a:prstGeom prst="rect">
            <a:avLst/>
          </a:prstGeom>
          <a:ln>
            <a:miter lim="800000"/>
          </a:ln>
        </p:spPr>
        <p:txBody>
          <a:bodyPr vert="horz" wrap="square" lIns="91440" tIns="45720" rIns="91440" bIns="45720" numCol="1" anchor="b" anchorCtr="0" compatLnSpc="1"/>
          <a:lstStyle>
            <a:lvl1pPr>
              <a:defRPr>
                <a:solidFill>
                  <a:srgbClr val="5E574E"/>
                </a:solidFill>
              </a:defRPr>
            </a:lvl1pPr>
          </a:lstStyle>
          <a:p>
            <a:pPr marL="0" marR="0" lvl="0" indent="0" algn="ctr" defTabSz="914400" rtl="0" eaLnBrk="0" fontAlgn="base" latinLnBrk="0" hangingPunct="0">
              <a:lnSpc>
                <a:spcPct val="100000"/>
              </a:lnSpc>
              <a:spcBef>
                <a:spcPct val="50000"/>
              </a:spcBef>
              <a:spcAft>
                <a:spcPct val="0"/>
              </a:spcAft>
              <a:buClrTx/>
              <a:buSzTx/>
              <a:buFontTx/>
              <a:buNone/>
              <a:defRPr/>
            </a:pPr>
            <a:endParaRPr kumimoji="0" lang="en-US" altLang="zh-CN" sz="1400" b="0" i="0" u="none" strike="noStrike" kern="1200" cap="none" spc="0" normalizeH="0" baseline="0" noProof="0">
              <a:ln>
                <a:noFill/>
              </a:ln>
              <a:solidFill>
                <a:srgbClr val="5E574E"/>
              </a:solidFill>
              <a:effectLst/>
              <a:uLnTx/>
              <a:uFillTx/>
              <a:latin typeface="Arial" panose="020B0604020202020204" pitchFamily="34" charset="0"/>
              <a:ea typeface="宋体" panose="02010600030101010101" pitchFamily="2" charset="-122"/>
              <a:cs typeface="+mn-cs"/>
            </a:endParaRPr>
          </a:p>
        </p:txBody>
      </p:sp>
      <p:sp>
        <p:nvSpPr>
          <p:cNvPr id="19" name="Rectangle 6"/>
          <p:cNvSpPr>
            <a:spLocks noGrp="1" noChangeArrowheads="1"/>
          </p:cNvSpPr>
          <p:nvPr>
            <p:ph type="sldNum" sz="quarter" idx="4"/>
          </p:nvPr>
        </p:nvSpPr>
        <p:spPr bwMode="auto">
          <a:xfrm>
            <a:off x="6604000" y="6229350"/>
            <a:ext cx="1828800" cy="514350"/>
          </a:xfrm>
          <a:prstGeom prst="rect">
            <a:avLst/>
          </a:prstGeom>
          <a:ln>
            <a:miter lim="800000"/>
          </a:ln>
        </p:spPr>
        <p:txBody>
          <a:bodyPr vert="horz" wrap="square" lIns="91440" tIns="45720" rIns="91440" bIns="45720" numCol="1" anchor="b" anchorCtr="0" compatLnSpc="1"/>
          <a:lstStyle>
            <a:lvl1pPr>
              <a:defRPr>
                <a:solidFill>
                  <a:srgbClr val="5E574E"/>
                </a:solidFill>
              </a:defRPr>
            </a:lvl1pPr>
          </a:lstStyle>
          <a:p>
            <a:pPr marL="0" marR="0" lvl="0" indent="0" algn="r" defTabSz="914400" rtl="0" eaLnBrk="0" fontAlgn="base" latinLnBrk="0" hangingPunct="0">
              <a:lnSpc>
                <a:spcPct val="100000"/>
              </a:lnSpc>
              <a:spcBef>
                <a:spcPct val="50000"/>
              </a:spcBef>
              <a:spcAft>
                <a:spcPct val="0"/>
              </a:spcAft>
              <a:buClrTx/>
              <a:buSzTx/>
              <a:buFontTx/>
              <a:buNone/>
              <a:defRPr/>
            </a:pPr>
            <a:fld id="{3B1E5DDC-FA71-904B-89F5-94F37605B6C7}" type="slidenum">
              <a:rPr kumimoji="0" lang="zh-CN" altLang="en-US" sz="1400" b="0" i="0" u="none" strike="noStrike" kern="1200" cap="none" spc="0" normalizeH="0" baseline="0" noProof="0">
                <a:ln>
                  <a:noFill/>
                </a:ln>
                <a:solidFill>
                  <a:srgbClr val="5E574E"/>
                </a:solidFill>
                <a:effectLst/>
                <a:uLnTx/>
                <a:uFillTx/>
                <a:latin typeface="Arial" panose="020B0604020202020204" pitchFamily="34" charset="0"/>
                <a:ea typeface="宋体" panose="02010600030101010101" pitchFamily="2" charset="-122"/>
                <a:cs typeface="+mn-cs"/>
              </a:rPr>
              <a:t>‹#›</a:t>
            </a:fld>
            <a:endParaRPr kumimoji="0" lang="en-US" altLang="zh-CN" sz="1400" b="0" i="0" u="none" strike="noStrike" kern="1200" cap="none" spc="0" normalizeH="0" baseline="0" noProof="0">
              <a:ln>
                <a:noFill/>
              </a:ln>
              <a:solidFill>
                <a:srgbClr val="5E574E"/>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pPr marL="0" marR="0" lvl="0" indent="0" algn="l" defTabSz="914400" rtl="0" eaLnBrk="0" fontAlgn="base" latinLnBrk="0" hangingPunct="0">
              <a:lnSpc>
                <a:spcPct val="100000"/>
              </a:lnSpc>
              <a:spcBef>
                <a:spcPct val="50000"/>
              </a:spcBef>
              <a:spcAft>
                <a:spcPct val="0"/>
              </a:spcAft>
              <a:buClrTx/>
              <a:buSzTx/>
              <a:buFontTx/>
              <a:buNone/>
              <a:defRPr/>
            </a:pPr>
            <a:endParaRPr kumimoji="0" lang="en-US" altLang="zh-CN" sz="1400" b="0" i="0" u="none" strike="noStrike" kern="1200" cap="none" spc="0" normalizeH="0" baseline="0" noProof="0">
              <a:ln>
                <a:noFill/>
              </a:ln>
              <a:solidFill>
                <a:schemeClr val="bg2"/>
              </a:solidFill>
              <a:effectLst/>
              <a:uLnTx/>
              <a:uFillTx/>
              <a:latin typeface="Arial" panose="020B0604020202020204" pitchFamily="34" charset="0"/>
              <a:ea typeface="宋体" panose="02010600030101010101" pitchFamily="2"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0" fontAlgn="base" latinLnBrk="0" hangingPunct="0">
              <a:lnSpc>
                <a:spcPct val="100000"/>
              </a:lnSpc>
              <a:spcBef>
                <a:spcPct val="50000"/>
              </a:spcBef>
              <a:spcAft>
                <a:spcPct val="0"/>
              </a:spcAft>
              <a:buClrTx/>
              <a:buSzTx/>
              <a:buFontTx/>
              <a:buNone/>
              <a:defRPr/>
            </a:pPr>
            <a:endParaRPr kumimoji="0" lang="en-US" altLang="zh-CN" sz="1400" b="0" i="0" u="none" strike="noStrike" kern="1200" cap="none" spc="0" normalizeH="0" baseline="0" noProof="0">
              <a:ln>
                <a:noFill/>
              </a:ln>
              <a:solidFill>
                <a:schemeClr val="bg2"/>
              </a:solidFill>
              <a:effectLst/>
              <a:uLnTx/>
              <a:uFillTx/>
              <a:latin typeface="Arial" panose="020B0604020202020204" pitchFamily="34"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lstStyle/>
          <a:p>
            <a:pPr marL="0" marR="0" lvl="0" indent="0" algn="r" defTabSz="914400" rtl="0" eaLnBrk="0" fontAlgn="base" latinLnBrk="0" hangingPunct="0">
              <a:lnSpc>
                <a:spcPct val="100000"/>
              </a:lnSpc>
              <a:spcBef>
                <a:spcPct val="50000"/>
              </a:spcBef>
              <a:spcAft>
                <a:spcPct val="0"/>
              </a:spcAft>
              <a:buClrTx/>
              <a:buSzTx/>
              <a:buFontTx/>
              <a:buNone/>
              <a:defRPr/>
            </a:pPr>
            <a:fld id="{BAA3CE7D-5D43-5E49-BBFE-A384AEC090D0}" type="slidenum">
              <a:rPr kumimoji="0" lang="zh-CN" altLang="en-US" sz="1400" b="0" i="0" u="none" strike="noStrike" kern="1200" cap="none" spc="0" normalizeH="0" baseline="0" noProof="0">
                <a:ln>
                  <a:noFill/>
                </a:ln>
                <a:solidFill>
                  <a:schemeClr val="bg2"/>
                </a:solidFill>
                <a:effectLst/>
                <a:uLnTx/>
                <a:uFillTx/>
                <a:latin typeface="Arial" panose="020B0604020202020204" pitchFamily="34" charset="0"/>
                <a:ea typeface="宋体" panose="02010600030101010101" pitchFamily="2" charset="-122"/>
                <a:cs typeface="+mn-cs"/>
              </a:rPr>
              <a:t>‹#›</a:t>
            </a:fld>
            <a:endParaRPr kumimoji="0" lang="en-US" altLang="zh-CN" sz="1400" b="0" i="0" u="none" strike="noStrike" kern="1200" cap="none" spc="0" normalizeH="0" baseline="0" noProof="0">
              <a:ln>
                <a:noFill/>
              </a:ln>
              <a:solidFill>
                <a:schemeClr val="bg2"/>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
        <p:nvSpPr>
          <p:cNvPr id="4" name="日期占位符 3"/>
          <p:cNvSpPr>
            <a:spLocks noGrp="1"/>
          </p:cNvSpPr>
          <p:nvPr>
            <p:ph type="dt" sz="half" idx="10"/>
          </p:nvPr>
        </p:nvSpPr>
        <p:spPr/>
        <p:txBody>
          <a:bodyPr/>
          <a:lstStyle/>
          <a:p>
            <a:pPr marL="0" marR="0" lvl="0" indent="0" algn="l" defTabSz="914400" rtl="0" eaLnBrk="0" fontAlgn="base" latinLnBrk="0" hangingPunct="0">
              <a:lnSpc>
                <a:spcPct val="100000"/>
              </a:lnSpc>
              <a:spcBef>
                <a:spcPct val="50000"/>
              </a:spcBef>
              <a:spcAft>
                <a:spcPct val="0"/>
              </a:spcAft>
              <a:buClrTx/>
              <a:buSzTx/>
              <a:buFontTx/>
              <a:buNone/>
              <a:defRPr/>
            </a:pPr>
            <a:endParaRPr kumimoji="0" lang="en-US" altLang="zh-CN" sz="1400" b="0" i="0" u="none" strike="noStrike" kern="1200" cap="none" spc="0" normalizeH="0" baseline="0" noProof="0">
              <a:ln>
                <a:noFill/>
              </a:ln>
              <a:solidFill>
                <a:schemeClr val="bg2"/>
              </a:solidFill>
              <a:effectLst/>
              <a:uLnTx/>
              <a:uFillTx/>
              <a:latin typeface="Arial" panose="020B0604020202020204" pitchFamily="34" charset="0"/>
              <a:ea typeface="宋体" panose="02010600030101010101" pitchFamily="2"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0" fontAlgn="base" latinLnBrk="0" hangingPunct="0">
              <a:lnSpc>
                <a:spcPct val="100000"/>
              </a:lnSpc>
              <a:spcBef>
                <a:spcPct val="50000"/>
              </a:spcBef>
              <a:spcAft>
                <a:spcPct val="0"/>
              </a:spcAft>
              <a:buClrTx/>
              <a:buSzTx/>
              <a:buFontTx/>
              <a:buNone/>
              <a:defRPr/>
            </a:pPr>
            <a:endParaRPr kumimoji="0" lang="en-US" altLang="zh-CN" sz="1400" b="0" i="0" u="none" strike="noStrike" kern="1200" cap="none" spc="0" normalizeH="0" baseline="0" noProof="0">
              <a:ln>
                <a:noFill/>
              </a:ln>
              <a:solidFill>
                <a:schemeClr val="bg2"/>
              </a:solidFill>
              <a:effectLst/>
              <a:uLnTx/>
              <a:uFillTx/>
              <a:latin typeface="Arial" panose="020B0604020202020204" pitchFamily="34"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lstStyle/>
          <a:p>
            <a:pPr marL="0" marR="0" lvl="0" indent="0" algn="r" defTabSz="914400" rtl="0" eaLnBrk="0" fontAlgn="base" latinLnBrk="0" hangingPunct="0">
              <a:lnSpc>
                <a:spcPct val="100000"/>
              </a:lnSpc>
              <a:spcBef>
                <a:spcPct val="50000"/>
              </a:spcBef>
              <a:spcAft>
                <a:spcPct val="0"/>
              </a:spcAft>
              <a:buClrTx/>
              <a:buSzTx/>
              <a:buFontTx/>
              <a:buNone/>
              <a:defRPr/>
            </a:pPr>
            <a:fld id="{BAA3CE7D-5D43-5E49-BBFE-A384AEC090D0}" type="slidenum">
              <a:rPr kumimoji="0" lang="zh-CN" altLang="en-US" sz="1400" b="0" i="0" u="none" strike="noStrike" kern="1200" cap="none" spc="0" normalizeH="0" baseline="0" noProof="0">
                <a:ln>
                  <a:noFill/>
                </a:ln>
                <a:solidFill>
                  <a:schemeClr val="bg2"/>
                </a:solidFill>
                <a:effectLst/>
                <a:uLnTx/>
                <a:uFillTx/>
                <a:latin typeface="Arial" panose="020B0604020202020204" pitchFamily="34" charset="0"/>
                <a:ea typeface="宋体" panose="02010600030101010101" pitchFamily="2" charset="-122"/>
                <a:cs typeface="+mn-cs"/>
              </a:rPr>
              <a:t>‹#›</a:t>
            </a:fld>
            <a:endParaRPr kumimoji="0" lang="en-US" altLang="zh-CN" sz="1400" b="0" i="0" u="none" strike="noStrike" kern="1200" cap="none" spc="0" normalizeH="0" baseline="0" noProof="0">
              <a:ln>
                <a:noFill/>
              </a:ln>
              <a:solidFill>
                <a:schemeClr val="bg2"/>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468313" y="1412875"/>
            <a:ext cx="4013200" cy="49688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33913" y="1412875"/>
            <a:ext cx="4013200" cy="49688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p:txBody>
          <a:bodyPr/>
          <a:lstStyle/>
          <a:p>
            <a:pPr marL="0" marR="0" lvl="0" indent="0" algn="l" defTabSz="914400" rtl="0" eaLnBrk="0" fontAlgn="base" latinLnBrk="0" hangingPunct="0">
              <a:lnSpc>
                <a:spcPct val="100000"/>
              </a:lnSpc>
              <a:spcBef>
                <a:spcPct val="50000"/>
              </a:spcBef>
              <a:spcAft>
                <a:spcPct val="0"/>
              </a:spcAft>
              <a:buClrTx/>
              <a:buSzTx/>
              <a:buFontTx/>
              <a:buNone/>
              <a:defRPr/>
            </a:pPr>
            <a:endParaRPr kumimoji="0" lang="en-US" altLang="zh-CN" sz="1400" b="0" i="0" u="none" strike="noStrike" kern="1200" cap="none" spc="0" normalizeH="0" baseline="0" noProof="0">
              <a:ln>
                <a:noFill/>
              </a:ln>
              <a:solidFill>
                <a:schemeClr val="bg2"/>
              </a:solidFill>
              <a:effectLst/>
              <a:uLnTx/>
              <a:uFillTx/>
              <a:latin typeface="Arial" panose="020B0604020202020204" pitchFamily="34" charset="0"/>
              <a:ea typeface="宋体" panose="02010600030101010101" pitchFamily="2" charset="-122"/>
              <a:cs typeface="+mn-cs"/>
            </a:endParaRPr>
          </a:p>
        </p:txBody>
      </p:sp>
      <p:sp>
        <p:nvSpPr>
          <p:cNvPr id="6" name="页脚占位符 5"/>
          <p:cNvSpPr>
            <a:spLocks noGrp="1"/>
          </p:cNvSpPr>
          <p:nvPr>
            <p:ph type="ftr" sz="quarter" idx="11"/>
          </p:nvPr>
        </p:nvSpPr>
        <p:spPr/>
        <p:txBody>
          <a:bodyPr/>
          <a:lstStyle/>
          <a:p>
            <a:pPr marL="0" marR="0" lvl="0" indent="0" algn="ctr" defTabSz="914400" rtl="0" eaLnBrk="0" fontAlgn="base" latinLnBrk="0" hangingPunct="0">
              <a:lnSpc>
                <a:spcPct val="100000"/>
              </a:lnSpc>
              <a:spcBef>
                <a:spcPct val="50000"/>
              </a:spcBef>
              <a:spcAft>
                <a:spcPct val="0"/>
              </a:spcAft>
              <a:buClrTx/>
              <a:buSzTx/>
              <a:buFontTx/>
              <a:buNone/>
              <a:defRPr/>
            </a:pPr>
            <a:endParaRPr kumimoji="0" lang="en-US" altLang="zh-CN" sz="1400" b="0" i="0" u="none" strike="noStrike" kern="1200" cap="none" spc="0" normalizeH="0" baseline="0" noProof="0">
              <a:ln>
                <a:noFill/>
              </a:ln>
              <a:solidFill>
                <a:schemeClr val="bg2"/>
              </a:solidFill>
              <a:effectLst/>
              <a:uLnTx/>
              <a:uFillTx/>
              <a:latin typeface="Arial" panose="020B0604020202020204" pitchFamily="34" charset="0"/>
              <a:ea typeface="宋体" panose="02010600030101010101" pitchFamily="2" charset="-122"/>
              <a:cs typeface="+mn-cs"/>
            </a:endParaRPr>
          </a:p>
        </p:txBody>
      </p:sp>
      <p:sp>
        <p:nvSpPr>
          <p:cNvPr id="7" name="灯片编号占位符 6"/>
          <p:cNvSpPr>
            <a:spLocks noGrp="1"/>
          </p:cNvSpPr>
          <p:nvPr>
            <p:ph type="sldNum" sz="quarter" idx="12"/>
          </p:nvPr>
        </p:nvSpPr>
        <p:spPr/>
        <p:txBody>
          <a:bodyPr/>
          <a:lstStyle/>
          <a:p>
            <a:pPr marL="0" marR="0" lvl="0" indent="0" algn="r" defTabSz="914400" rtl="0" eaLnBrk="0" fontAlgn="base" latinLnBrk="0" hangingPunct="0">
              <a:lnSpc>
                <a:spcPct val="100000"/>
              </a:lnSpc>
              <a:spcBef>
                <a:spcPct val="50000"/>
              </a:spcBef>
              <a:spcAft>
                <a:spcPct val="0"/>
              </a:spcAft>
              <a:buClrTx/>
              <a:buSzTx/>
              <a:buFontTx/>
              <a:buNone/>
              <a:defRPr/>
            </a:pPr>
            <a:fld id="{BAA3CE7D-5D43-5E49-BBFE-A384AEC090D0}" type="slidenum">
              <a:rPr kumimoji="0" lang="zh-CN" altLang="en-US" sz="1400" b="0" i="0" u="none" strike="noStrike" kern="1200" cap="none" spc="0" normalizeH="0" baseline="0" noProof="0">
                <a:ln>
                  <a:noFill/>
                </a:ln>
                <a:solidFill>
                  <a:schemeClr val="bg2"/>
                </a:solidFill>
                <a:effectLst/>
                <a:uLnTx/>
                <a:uFillTx/>
                <a:latin typeface="Arial" panose="020B0604020202020204" pitchFamily="34" charset="0"/>
                <a:ea typeface="宋体" panose="02010600030101010101" pitchFamily="2" charset="-122"/>
                <a:cs typeface="+mn-cs"/>
              </a:rPr>
              <a:t>‹#›</a:t>
            </a:fld>
            <a:endParaRPr kumimoji="0" lang="en-US" altLang="zh-CN" sz="1400" b="0" i="0" u="none" strike="noStrike" kern="1200" cap="none" spc="0" normalizeH="0" baseline="0" noProof="0">
              <a:ln>
                <a:noFill/>
              </a:ln>
              <a:solidFill>
                <a:schemeClr val="bg2"/>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lstStyle/>
          <a:p>
            <a:pPr marL="0" marR="0" lvl="0" indent="0" algn="l" defTabSz="914400" rtl="0" eaLnBrk="0" fontAlgn="base" latinLnBrk="0" hangingPunct="0">
              <a:lnSpc>
                <a:spcPct val="100000"/>
              </a:lnSpc>
              <a:spcBef>
                <a:spcPct val="50000"/>
              </a:spcBef>
              <a:spcAft>
                <a:spcPct val="0"/>
              </a:spcAft>
              <a:buClrTx/>
              <a:buSzTx/>
              <a:buFontTx/>
              <a:buNone/>
              <a:defRPr/>
            </a:pPr>
            <a:endParaRPr kumimoji="0" lang="en-US" altLang="zh-CN" sz="1400" b="0" i="0" u="none" strike="noStrike" kern="1200" cap="none" spc="0" normalizeH="0" baseline="0" noProof="0">
              <a:ln>
                <a:noFill/>
              </a:ln>
              <a:solidFill>
                <a:schemeClr val="bg2"/>
              </a:solidFill>
              <a:effectLst/>
              <a:uLnTx/>
              <a:uFillTx/>
              <a:latin typeface="Arial" panose="020B0604020202020204" pitchFamily="34" charset="0"/>
              <a:ea typeface="宋体" panose="02010600030101010101" pitchFamily="2" charset="-122"/>
              <a:cs typeface="+mn-cs"/>
            </a:endParaRPr>
          </a:p>
        </p:txBody>
      </p:sp>
      <p:sp>
        <p:nvSpPr>
          <p:cNvPr id="8" name="页脚占位符 7"/>
          <p:cNvSpPr>
            <a:spLocks noGrp="1"/>
          </p:cNvSpPr>
          <p:nvPr>
            <p:ph type="ftr" sz="quarter" idx="11"/>
          </p:nvPr>
        </p:nvSpPr>
        <p:spPr/>
        <p:txBody>
          <a:bodyPr/>
          <a:lstStyle/>
          <a:p>
            <a:pPr marL="0" marR="0" lvl="0" indent="0" algn="ctr" defTabSz="914400" rtl="0" eaLnBrk="0" fontAlgn="base" latinLnBrk="0" hangingPunct="0">
              <a:lnSpc>
                <a:spcPct val="100000"/>
              </a:lnSpc>
              <a:spcBef>
                <a:spcPct val="50000"/>
              </a:spcBef>
              <a:spcAft>
                <a:spcPct val="0"/>
              </a:spcAft>
              <a:buClrTx/>
              <a:buSzTx/>
              <a:buFontTx/>
              <a:buNone/>
              <a:defRPr/>
            </a:pPr>
            <a:endParaRPr kumimoji="0" lang="en-US" altLang="zh-CN" sz="1400" b="0" i="0" u="none" strike="noStrike" kern="1200" cap="none" spc="0" normalizeH="0" baseline="0" noProof="0">
              <a:ln>
                <a:noFill/>
              </a:ln>
              <a:solidFill>
                <a:schemeClr val="bg2"/>
              </a:solidFill>
              <a:effectLst/>
              <a:uLnTx/>
              <a:uFillTx/>
              <a:latin typeface="Arial" panose="020B0604020202020204" pitchFamily="34" charset="0"/>
              <a:ea typeface="宋体" panose="02010600030101010101" pitchFamily="2" charset="-122"/>
              <a:cs typeface="+mn-cs"/>
            </a:endParaRPr>
          </a:p>
        </p:txBody>
      </p:sp>
      <p:sp>
        <p:nvSpPr>
          <p:cNvPr id="9" name="灯片编号占位符 8"/>
          <p:cNvSpPr>
            <a:spLocks noGrp="1"/>
          </p:cNvSpPr>
          <p:nvPr>
            <p:ph type="sldNum" sz="quarter" idx="12"/>
          </p:nvPr>
        </p:nvSpPr>
        <p:spPr/>
        <p:txBody>
          <a:bodyPr/>
          <a:lstStyle/>
          <a:p>
            <a:pPr marL="0" marR="0" lvl="0" indent="0" algn="r" defTabSz="914400" rtl="0" eaLnBrk="0" fontAlgn="base" latinLnBrk="0" hangingPunct="0">
              <a:lnSpc>
                <a:spcPct val="100000"/>
              </a:lnSpc>
              <a:spcBef>
                <a:spcPct val="50000"/>
              </a:spcBef>
              <a:spcAft>
                <a:spcPct val="0"/>
              </a:spcAft>
              <a:buClrTx/>
              <a:buSzTx/>
              <a:buFontTx/>
              <a:buNone/>
              <a:defRPr/>
            </a:pPr>
            <a:fld id="{BAA3CE7D-5D43-5E49-BBFE-A384AEC090D0}" type="slidenum">
              <a:rPr kumimoji="0" lang="zh-CN" altLang="en-US" sz="1400" b="0" i="0" u="none" strike="noStrike" kern="1200" cap="none" spc="0" normalizeH="0" baseline="0" noProof="0">
                <a:ln>
                  <a:noFill/>
                </a:ln>
                <a:solidFill>
                  <a:schemeClr val="bg2"/>
                </a:solidFill>
                <a:effectLst/>
                <a:uLnTx/>
                <a:uFillTx/>
                <a:latin typeface="Arial" panose="020B0604020202020204" pitchFamily="34" charset="0"/>
                <a:ea typeface="宋体" panose="02010600030101010101" pitchFamily="2" charset="-122"/>
                <a:cs typeface="+mn-cs"/>
              </a:rPr>
              <a:t>‹#›</a:t>
            </a:fld>
            <a:endParaRPr kumimoji="0" lang="en-US" altLang="zh-CN" sz="1400" b="0" i="0" u="none" strike="noStrike" kern="1200" cap="none" spc="0" normalizeH="0" baseline="0" noProof="0">
              <a:ln>
                <a:noFill/>
              </a:ln>
              <a:solidFill>
                <a:schemeClr val="bg2"/>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pPr marL="0" marR="0" lvl="0" indent="0" algn="l" defTabSz="914400" rtl="0" eaLnBrk="0" fontAlgn="base" latinLnBrk="0" hangingPunct="0">
              <a:lnSpc>
                <a:spcPct val="100000"/>
              </a:lnSpc>
              <a:spcBef>
                <a:spcPct val="50000"/>
              </a:spcBef>
              <a:spcAft>
                <a:spcPct val="0"/>
              </a:spcAft>
              <a:buClrTx/>
              <a:buSzTx/>
              <a:buFontTx/>
              <a:buNone/>
              <a:defRPr/>
            </a:pPr>
            <a:endParaRPr kumimoji="0" lang="en-US" altLang="zh-CN" sz="1400" b="0" i="0" u="none" strike="noStrike" kern="1200" cap="none" spc="0" normalizeH="0" baseline="0" noProof="0">
              <a:ln>
                <a:noFill/>
              </a:ln>
              <a:solidFill>
                <a:schemeClr val="bg2"/>
              </a:solidFill>
              <a:effectLst/>
              <a:uLnTx/>
              <a:uFillTx/>
              <a:latin typeface="Arial" panose="020B0604020202020204" pitchFamily="34" charset="0"/>
              <a:ea typeface="宋体" panose="02010600030101010101" pitchFamily="2" charset="-122"/>
              <a:cs typeface="+mn-cs"/>
            </a:endParaRPr>
          </a:p>
        </p:txBody>
      </p:sp>
      <p:sp>
        <p:nvSpPr>
          <p:cNvPr id="4" name="页脚占位符 3"/>
          <p:cNvSpPr>
            <a:spLocks noGrp="1"/>
          </p:cNvSpPr>
          <p:nvPr>
            <p:ph type="ftr" sz="quarter" idx="11"/>
          </p:nvPr>
        </p:nvSpPr>
        <p:spPr/>
        <p:txBody>
          <a:bodyPr/>
          <a:lstStyle/>
          <a:p>
            <a:pPr marL="0" marR="0" lvl="0" indent="0" algn="ctr" defTabSz="914400" rtl="0" eaLnBrk="0" fontAlgn="base" latinLnBrk="0" hangingPunct="0">
              <a:lnSpc>
                <a:spcPct val="100000"/>
              </a:lnSpc>
              <a:spcBef>
                <a:spcPct val="50000"/>
              </a:spcBef>
              <a:spcAft>
                <a:spcPct val="0"/>
              </a:spcAft>
              <a:buClrTx/>
              <a:buSzTx/>
              <a:buFontTx/>
              <a:buNone/>
              <a:defRPr/>
            </a:pPr>
            <a:endParaRPr kumimoji="0" lang="en-US" altLang="zh-CN" sz="1400" b="0" i="0" u="none" strike="noStrike" kern="1200" cap="none" spc="0" normalizeH="0" baseline="0" noProof="0">
              <a:ln>
                <a:noFill/>
              </a:ln>
              <a:solidFill>
                <a:schemeClr val="bg2"/>
              </a:solidFill>
              <a:effectLst/>
              <a:uLnTx/>
              <a:uFillTx/>
              <a:latin typeface="Arial" panose="020B0604020202020204" pitchFamily="34" charset="0"/>
              <a:ea typeface="宋体" panose="02010600030101010101" pitchFamily="2" charset="-122"/>
              <a:cs typeface="+mn-cs"/>
            </a:endParaRPr>
          </a:p>
        </p:txBody>
      </p:sp>
      <p:sp>
        <p:nvSpPr>
          <p:cNvPr id="5" name="灯片编号占位符 4"/>
          <p:cNvSpPr>
            <a:spLocks noGrp="1"/>
          </p:cNvSpPr>
          <p:nvPr>
            <p:ph type="sldNum" sz="quarter" idx="12"/>
          </p:nvPr>
        </p:nvSpPr>
        <p:spPr/>
        <p:txBody>
          <a:bodyPr/>
          <a:lstStyle/>
          <a:p>
            <a:pPr marL="0" marR="0" lvl="0" indent="0" algn="r" defTabSz="914400" rtl="0" eaLnBrk="0" fontAlgn="base" latinLnBrk="0" hangingPunct="0">
              <a:lnSpc>
                <a:spcPct val="100000"/>
              </a:lnSpc>
              <a:spcBef>
                <a:spcPct val="50000"/>
              </a:spcBef>
              <a:spcAft>
                <a:spcPct val="0"/>
              </a:spcAft>
              <a:buClrTx/>
              <a:buSzTx/>
              <a:buFontTx/>
              <a:buNone/>
              <a:defRPr/>
            </a:pPr>
            <a:fld id="{BAA3CE7D-5D43-5E49-BBFE-A384AEC090D0}" type="slidenum">
              <a:rPr kumimoji="0" lang="zh-CN" altLang="en-US" sz="1400" b="0" i="0" u="none" strike="noStrike" kern="1200" cap="none" spc="0" normalizeH="0" baseline="0" noProof="0">
                <a:ln>
                  <a:noFill/>
                </a:ln>
                <a:solidFill>
                  <a:schemeClr val="bg2"/>
                </a:solidFill>
                <a:effectLst/>
                <a:uLnTx/>
                <a:uFillTx/>
                <a:latin typeface="Arial" panose="020B0604020202020204" pitchFamily="34" charset="0"/>
                <a:ea typeface="宋体" panose="02010600030101010101" pitchFamily="2" charset="-122"/>
                <a:cs typeface="+mn-cs"/>
              </a:rPr>
              <a:t>‹#›</a:t>
            </a:fld>
            <a:endParaRPr kumimoji="0" lang="en-US" altLang="zh-CN" sz="1400" b="0" i="0" u="none" strike="noStrike" kern="1200" cap="none" spc="0" normalizeH="0" baseline="0" noProof="0">
              <a:ln>
                <a:noFill/>
              </a:ln>
              <a:solidFill>
                <a:schemeClr val="bg2"/>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pPr marL="0" marR="0" lvl="0" indent="0" algn="l" defTabSz="914400" rtl="0" eaLnBrk="0" fontAlgn="base" latinLnBrk="0" hangingPunct="0">
              <a:lnSpc>
                <a:spcPct val="100000"/>
              </a:lnSpc>
              <a:spcBef>
                <a:spcPct val="50000"/>
              </a:spcBef>
              <a:spcAft>
                <a:spcPct val="0"/>
              </a:spcAft>
              <a:buClrTx/>
              <a:buSzTx/>
              <a:buFontTx/>
              <a:buNone/>
              <a:defRPr/>
            </a:pPr>
            <a:endParaRPr kumimoji="0" lang="en-US" altLang="zh-CN" sz="1400" b="0" i="0" u="none" strike="noStrike" kern="1200" cap="none" spc="0" normalizeH="0" baseline="0" noProof="0">
              <a:ln>
                <a:noFill/>
              </a:ln>
              <a:solidFill>
                <a:schemeClr val="bg2"/>
              </a:solidFill>
              <a:effectLst/>
              <a:uLnTx/>
              <a:uFillTx/>
              <a:latin typeface="Arial" panose="020B0604020202020204" pitchFamily="34" charset="0"/>
              <a:ea typeface="宋体" panose="02010600030101010101" pitchFamily="2" charset="-122"/>
              <a:cs typeface="+mn-cs"/>
            </a:endParaRPr>
          </a:p>
        </p:txBody>
      </p:sp>
      <p:sp>
        <p:nvSpPr>
          <p:cNvPr id="3" name="页脚占位符 2"/>
          <p:cNvSpPr>
            <a:spLocks noGrp="1"/>
          </p:cNvSpPr>
          <p:nvPr>
            <p:ph type="ftr" sz="quarter" idx="11"/>
          </p:nvPr>
        </p:nvSpPr>
        <p:spPr/>
        <p:txBody>
          <a:bodyPr/>
          <a:lstStyle/>
          <a:p>
            <a:pPr marL="0" marR="0" lvl="0" indent="0" algn="ctr" defTabSz="914400" rtl="0" eaLnBrk="0" fontAlgn="base" latinLnBrk="0" hangingPunct="0">
              <a:lnSpc>
                <a:spcPct val="100000"/>
              </a:lnSpc>
              <a:spcBef>
                <a:spcPct val="50000"/>
              </a:spcBef>
              <a:spcAft>
                <a:spcPct val="0"/>
              </a:spcAft>
              <a:buClrTx/>
              <a:buSzTx/>
              <a:buFontTx/>
              <a:buNone/>
              <a:defRPr/>
            </a:pPr>
            <a:endParaRPr kumimoji="0" lang="en-US" altLang="zh-CN" sz="1400" b="0" i="0" u="none" strike="noStrike" kern="1200" cap="none" spc="0" normalizeH="0" baseline="0" noProof="0">
              <a:ln>
                <a:noFill/>
              </a:ln>
              <a:solidFill>
                <a:schemeClr val="bg2"/>
              </a:solidFill>
              <a:effectLst/>
              <a:uLnTx/>
              <a:uFillTx/>
              <a:latin typeface="Arial" panose="020B0604020202020204" pitchFamily="34" charset="0"/>
              <a:ea typeface="宋体" panose="02010600030101010101" pitchFamily="2" charset="-122"/>
              <a:cs typeface="+mn-cs"/>
            </a:endParaRPr>
          </a:p>
        </p:txBody>
      </p:sp>
      <p:sp>
        <p:nvSpPr>
          <p:cNvPr id="4" name="灯片编号占位符 3"/>
          <p:cNvSpPr>
            <a:spLocks noGrp="1"/>
          </p:cNvSpPr>
          <p:nvPr>
            <p:ph type="sldNum" sz="quarter" idx="12"/>
          </p:nvPr>
        </p:nvSpPr>
        <p:spPr/>
        <p:txBody>
          <a:bodyPr/>
          <a:lstStyle/>
          <a:p>
            <a:pPr marL="0" marR="0" lvl="0" indent="0" algn="r" defTabSz="914400" rtl="0" eaLnBrk="0" fontAlgn="base" latinLnBrk="0" hangingPunct="0">
              <a:lnSpc>
                <a:spcPct val="100000"/>
              </a:lnSpc>
              <a:spcBef>
                <a:spcPct val="50000"/>
              </a:spcBef>
              <a:spcAft>
                <a:spcPct val="0"/>
              </a:spcAft>
              <a:buClrTx/>
              <a:buSzTx/>
              <a:buFontTx/>
              <a:buNone/>
              <a:defRPr/>
            </a:pPr>
            <a:fld id="{BAA3CE7D-5D43-5E49-BBFE-A384AEC090D0}" type="slidenum">
              <a:rPr kumimoji="0" lang="zh-CN" altLang="en-US" sz="1400" b="0" i="0" u="none" strike="noStrike" kern="1200" cap="none" spc="0" normalizeH="0" baseline="0" noProof="0">
                <a:ln>
                  <a:noFill/>
                </a:ln>
                <a:solidFill>
                  <a:schemeClr val="bg2"/>
                </a:solidFill>
                <a:effectLst/>
                <a:uLnTx/>
                <a:uFillTx/>
                <a:latin typeface="Arial" panose="020B0604020202020204" pitchFamily="34" charset="0"/>
                <a:ea typeface="宋体" panose="02010600030101010101" pitchFamily="2" charset="-122"/>
                <a:cs typeface="+mn-cs"/>
              </a:rPr>
              <a:t>‹#›</a:t>
            </a:fld>
            <a:endParaRPr kumimoji="0" lang="en-US" altLang="zh-CN" sz="1400" b="0" i="0" u="none" strike="noStrike" kern="1200" cap="none" spc="0" normalizeH="0" baseline="0" noProof="0">
              <a:ln>
                <a:noFill/>
              </a:ln>
              <a:solidFill>
                <a:schemeClr val="bg2"/>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pPr marL="0" marR="0" lvl="0" indent="0" algn="l" defTabSz="914400" rtl="0" eaLnBrk="0" fontAlgn="base" latinLnBrk="0" hangingPunct="0">
              <a:lnSpc>
                <a:spcPct val="100000"/>
              </a:lnSpc>
              <a:spcBef>
                <a:spcPct val="50000"/>
              </a:spcBef>
              <a:spcAft>
                <a:spcPct val="0"/>
              </a:spcAft>
              <a:buClrTx/>
              <a:buSzTx/>
              <a:buFontTx/>
              <a:buNone/>
              <a:defRPr/>
            </a:pPr>
            <a:endParaRPr kumimoji="0" lang="en-US" altLang="zh-CN" sz="1400" b="0" i="0" u="none" strike="noStrike" kern="1200" cap="none" spc="0" normalizeH="0" baseline="0" noProof="0">
              <a:ln>
                <a:noFill/>
              </a:ln>
              <a:solidFill>
                <a:schemeClr val="bg2"/>
              </a:solidFill>
              <a:effectLst/>
              <a:uLnTx/>
              <a:uFillTx/>
              <a:latin typeface="Arial" panose="020B0604020202020204" pitchFamily="34" charset="0"/>
              <a:ea typeface="宋体" panose="02010600030101010101" pitchFamily="2" charset="-122"/>
              <a:cs typeface="+mn-cs"/>
            </a:endParaRPr>
          </a:p>
        </p:txBody>
      </p:sp>
      <p:sp>
        <p:nvSpPr>
          <p:cNvPr id="6" name="页脚占位符 5"/>
          <p:cNvSpPr>
            <a:spLocks noGrp="1"/>
          </p:cNvSpPr>
          <p:nvPr>
            <p:ph type="ftr" sz="quarter" idx="11"/>
          </p:nvPr>
        </p:nvSpPr>
        <p:spPr/>
        <p:txBody>
          <a:bodyPr/>
          <a:lstStyle/>
          <a:p>
            <a:pPr marL="0" marR="0" lvl="0" indent="0" algn="ctr" defTabSz="914400" rtl="0" eaLnBrk="0" fontAlgn="base" latinLnBrk="0" hangingPunct="0">
              <a:lnSpc>
                <a:spcPct val="100000"/>
              </a:lnSpc>
              <a:spcBef>
                <a:spcPct val="50000"/>
              </a:spcBef>
              <a:spcAft>
                <a:spcPct val="0"/>
              </a:spcAft>
              <a:buClrTx/>
              <a:buSzTx/>
              <a:buFontTx/>
              <a:buNone/>
              <a:defRPr/>
            </a:pPr>
            <a:endParaRPr kumimoji="0" lang="en-US" altLang="zh-CN" sz="1400" b="0" i="0" u="none" strike="noStrike" kern="1200" cap="none" spc="0" normalizeH="0" baseline="0" noProof="0">
              <a:ln>
                <a:noFill/>
              </a:ln>
              <a:solidFill>
                <a:schemeClr val="bg2"/>
              </a:solidFill>
              <a:effectLst/>
              <a:uLnTx/>
              <a:uFillTx/>
              <a:latin typeface="Arial" panose="020B0604020202020204" pitchFamily="34" charset="0"/>
              <a:ea typeface="宋体" panose="02010600030101010101" pitchFamily="2" charset="-122"/>
              <a:cs typeface="+mn-cs"/>
            </a:endParaRPr>
          </a:p>
        </p:txBody>
      </p:sp>
      <p:sp>
        <p:nvSpPr>
          <p:cNvPr id="7" name="灯片编号占位符 6"/>
          <p:cNvSpPr>
            <a:spLocks noGrp="1"/>
          </p:cNvSpPr>
          <p:nvPr>
            <p:ph type="sldNum" sz="quarter" idx="12"/>
          </p:nvPr>
        </p:nvSpPr>
        <p:spPr/>
        <p:txBody>
          <a:bodyPr/>
          <a:lstStyle/>
          <a:p>
            <a:pPr marL="0" marR="0" lvl="0" indent="0" algn="r" defTabSz="914400" rtl="0" eaLnBrk="0" fontAlgn="base" latinLnBrk="0" hangingPunct="0">
              <a:lnSpc>
                <a:spcPct val="100000"/>
              </a:lnSpc>
              <a:spcBef>
                <a:spcPct val="50000"/>
              </a:spcBef>
              <a:spcAft>
                <a:spcPct val="0"/>
              </a:spcAft>
              <a:buClrTx/>
              <a:buSzTx/>
              <a:buFontTx/>
              <a:buNone/>
              <a:defRPr/>
            </a:pPr>
            <a:fld id="{BAA3CE7D-5D43-5E49-BBFE-A384AEC090D0}" type="slidenum">
              <a:rPr kumimoji="0" lang="zh-CN" altLang="en-US" sz="1400" b="0" i="0" u="none" strike="noStrike" kern="1200" cap="none" spc="0" normalizeH="0" baseline="0" noProof="0">
                <a:ln>
                  <a:noFill/>
                </a:ln>
                <a:solidFill>
                  <a:schemeClr val="bg2"/>
                </a:solidFill>
                <a:effectLst/>
                <a:uLnTx/>
                <a:uFillTx/>
                <a:latin typeface="Arial" panose="020B0604020202020204" pitchFamily="34" charset="0"/>
                <a:ea typeface="宋体" panose="02010600030101010101" pitchFamily="2" charset="-122"/>
                <a:cs typeface="+mn-cs"/>
              </a:rPr>
              <a:t>‹#›</a:t>
            </a:fld>
            <a:endParaRPr kumimoji="0" lang="en-US" altLang="zh-CN" sz="1400" b="0" i="0" u="none" strike="noStrike" kern="1200" cap="none" spc="0" normalizeH="0" baseline="0" noProof="0">
              <a:ln>
                <a:noFill/>
              </a:ln>
              <a:solidFill>
                <a:schemeClr val="bg2"/>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1792288" y="612775"/>
            <a:ext cx="5486400" cy="4114800"/>
          </a:xfrm>
        </p:spPr>
        <p:txBody>
          <a:bodyPr vert="horz" wrap="square" lIns="91440" tIns="45720" rIns="91440" bIns="45720" numCol="1" anchor="t" anchorCtr="0" compatLnSpc="1"/>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100000"/>
              </a:lnSpc>
              <a:spcBef>
                <a:spcPct val="20000"/>
              </a:spcBef>
              <a:spcAft>
                <a:spcPct val="0"/>
              </a:spcAft>
              <a:buClr>
                <a:srgbClr val="0000FF"/>
              </a:buClr>
              <a:buSzTx/>
              <a:buFont typeface="Monotype Sorts" pitchFamily="2" charset="2"/>
              <a:buNone/>
              <a:defRPr/>
            </a:pPr>
            <a:endParaRPr kumimoji="1" lang="zh-CN" altLang="en-US" sz="3200" b="1" i="0" u="none" strike="noStrike" kern="0" cap="none" spc="0" normalizeH="0" baseline="0" noProof="0">
              <a:ln>
                <a:noFill/>
              </a:ln>
              <a:solidFill>
                <a:schemeClr val="tx1"/>
              </a:solidFill>
              <a:effectLst/>
              <a:uLnTx/>
              <a:uFillTx/>
              <a:latin typeface="+mn-lt"/>
              <a:ea typeface="+mn-ea"/>
              <a:cs typeface="+mn-cs"/>
            </a:endParaRPr>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pPr marL="0" marR="0" lvl="0" indent="0" algn="l" defTabSz="914400" rtl="0" eaLnBrk="0" fontAlgn="base" latinLnBrk="0" hangingPunct="0">
              <a:lnSpc>
                <a:spcPct val="100000"/>
              </a:lnSpc>
              <a:spcBef>
                <a:spcPct val="50000"/>
              </a:spcBef>
              <a:spcAft>
                <a:spcPct val="0"/>
              </a:spcAft>
              <a:buClrTx/>
              <a:buSzTx/>
              <a:buFontTx/>
              <a:buNone/>
              <a:defRPr/>
            </a:pPr>
            <a:endParaRPr kumimoji="0" lang="en-US" altLang="zh-CN" sz="1400" b="0" i="0" u="none" strike="noStrike" kern="1200" cap="none" spc="0" normalizeH="0" baseline="0" noProof="0">
              <a:ln>
                <a:noFill/>
              </a:ln>
              <a:solidFill>
                <a:schemeClr val="bg2"/>
              </a:solidFill>
              <a:effectLst/>
              <a:uLnTx/>
              <a:uFillTx/>
              <a:latin typeface="Arial" panose="020B0604020202020204" pitchFamily="34" charset="0"/>
              <a:ea typeface="宋体" panose="02010600030101010101" pitchFamily="2" charset="-122"/>
              <a:cs typeface="+mn-cs"/>
            </a:endParaRPr>
          </a:p>
        </p:txBody>
      </p:sp>
      <p:sp>
        <p:nvSpPr>
          <p:cNvPr id="6" name="页脚占位符 5"/>
          <p:cNvSpPr>
            <a:spLocks noGrp="1"/>
          </p:cNvSpPr>
          <p:nvPr>
            <p:ph type="ftr" sz="quarter" idx="11"/>
          </p:nvPr>
        </p:nvSpPr>
        <p:spPr/>
        <p:txBody>
          <a:bodyPr/>
          <a:lstStyle/>
          <a:p>
            <a:pPr marL="0" marR="0" lvl="0" indent="0" algn="ctr" defTabSz="914400" rtl="0" eaLnBrk="0" fontAlgn="base" latinLnBrk="0" hangingPunct="0">
              <a:lnSpc>
                <a:spcPct val="100000"/>
              </a:lnSpc>
              <a:spcBef>
                <a:spcPct val="50000"/>
              </a:spcBef>
              <a:spcAft>
                <a:spcPct val="0"/>
              </a:spcAft>
              <a:buClrTx/>
              <a:buSzTx/>
              <a:buFontTx/>
              <a:buNone/>
              <a:defRPr/>
            </a:pPr>
            <a:endParaRPr kumimoji="0" lang="en-US" altLang="zh-CN" sz="1400" b="0" i="0" u="none" strike="noStrike" kern="1200" cap="none" spc="0" normalizeH="0" baseline="0" noProof="0">
              <a:ln>
                <a:noFill/>
              </a:ln>
              <a:solidFill>
                <a:schemeClr val="bg2"/>
              </a:solidFill>
              <a:effectLst/>
              <a:uLnTx/>
              <a:uFillTx/>
              <a:latin typeface="Arial" panose="020B0604020202020204" pitchFamily="34" charset="0"/>
              <a:ea typeface="宋体" panose="02010600030101010101" pitchFamily="2" charset="-122"/>
              <a:cs typeface="+mn-cs"/>
            </a:endParaRPr>
          </a:p>
        </p:txBody>
      </p:sp>
      <p:sp>
        <p:nvSpPr>
          <p:cNvPr id="7" name="灯片编号占位符 6"/>
          <p:cNvSpPr>
            <a:spLocks noGrp="1"/>
          </p:cNvSpPr>
          <p:nvPr>
            <p:ph type="sldNum" sz="quarter" idx="12"/>
          </p:nvPr>
        </p:nvSpPr>
        <p:spPr/>
        <p:txBody>
          <a:bodyPr/>
          <a:lstStyle/>
          <a:p>
            <a:pPr marL="0" marR="0" lvl="0" indent="0" algn="r" defTabSz="914400" rtl="0" eaLnBrk="0" fontAlgn="base" latinLnBrk="0" hangingPunct="0">
              <a:lnSpc>
                <a:spcPct val="100000"/>
              </a:lnSpc>
              <a:spcBef>
                <a:spcPct val="50000"/>
              </a:spcBef>
              <a:spcAft>
                <a:spcPct val="0"/>
              </a:spcAft>
              <a:buClrTx/>
              <a:buSzTx/>
              <a:buFontTx/>
              <a:buNone/>
              <a:defRPr/>
            </a:pPr>
            <a:fld id="{BAA3CE7D-5D43-5E49-BBFE-A384AEC090D0}" type="slidenum">
              <a:rPr kumimoji="0" lang="zh-CN" altLang="en-US" sz="1400" b="0" i="0" u="none" strike="noStrike" kern="1200" cap="none" spc="0" normalizeH="0" baseline="0" noProof="0">
                <a:ln>
                  <a:noFill/>
                </a:ln>
                <a:solidFill>
                  <a:schemeClr val="bg2"/>
                </a:solidFill>
                <a:effectLst/>
                <a:uLnTx/>
                <a:uFillTx/>
                <a:latin typeface="Arial" panose="020B0604020202020204" pitchFamily="34" charset="0"/>
                <a:ea typeface="宋体" panose="02010600030101010101" pitchFamily="2" charset="-122"/>
                <a:cs typeface="+mn-cs"/>
              </a:rPr>
              <a:t>‹#›</a:t>
            </a:fld>
            <a:endParaRPr kumimoji="0" lang="en-US" altLang="zh-CN" sz="1400" b="0" i="0" u="none" strike="noStrike" kern="1200" cap="none" spc="0" normalizeH="0" baseline="0" noProof="0">
              <a:ln>
                <a:noFill/>
              </a:ln>
              <a:solidFill>
                <a:schemeClr val="bg2"/>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pPr marL="0" marR="0" lvl="0" indent="0" algn="l" defTabSz="914400" rtl="0" eaLnBrk="0" fontAlgn="base" latinLnBrk="0" hangingPunct="0">
              <a:lnSpc>
                <a:spcPct val="100000"/>
              </a:lnSpc>
              <a:spcBef>
                <a:spcPct val="50000"/>
              </a:spcBef>
              <a:spcAft>
                <a:spcPct val="0"/>
              </a:spcAft>
              <a:buClrTx/>
              <a:buSzTx/>
              <a:buFontTx/>
              <a:buNone/>
              <a:defRPr/>
            </a:pPr>
            <a:endParaRPr kumimoji="0" lang="en-US" altLang="zh-CN" sz="1400" b="0" i="0" u="none" strike="noStrike" kern="1200" cap="none" spc="0" normalizeH="0" baseline="0" noProof="0">
              <a:ln>
                <a:noFill/>
              </a:ln>
              <a:solidFill>
                <a:schemeClr val="bg2"/>
              </a:solidFill>
              <a:effectLst/>
              <a:uLnTx/>
              <a:uFillTx/>
              <a:latin typeface="Arial" panose="020B0604020202020204" pitchFamily="34" charset="0"/>
              <a:ea typeface="宋体" panose="02010600030101010101" pitchFamily="2"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0" fontAlgn="base" latinLnBrk="0" hangingPunct="0">
              <a:lnSpc>
                <a:spcPct val="100000"/>
              </a:lnSpc>
              <a:spcBef>
                <a:spcPct val="50000"/>
              </a:spcBef>
              <a:spcAft>
                <a:spcPct val="0"/>
              </a:spcAft>
              <a:buClrTx/>
              <a:buSzTx/>
              <a:buFontTx/>
              <a:buNone/>
              <a:defRPr/>
            </a:pPr>
            <a:endParaRPr kumimoji="0" lang="en-US" altLang="zh-CN" sz="1400" b="0" i="0" u="none" strike="noStrike" kern="1200" cap="none" spc="0" normalizeH="0" baseline="0" noProof="0">
              <a:ln>
                <a:noFill/>
              </a:ln>
              <a:solidFill>
                <a:schemeClr val="bg2"/>
              </a:solidFill>
              <a:effectLst/>
              <a:uLnTx/>
              <a:uFillTx/>
              <a:latin typeface="Arial" panose="020B0604020202020204" pitchFamily="34"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lstStyle/>
          <a:p>
            <a:pPr marL="0" marR="0" lvl="0" indent="0" algn="r" defTabSz="914400" rtl="0" eaLnBrk="0" fontAlgn="base" latinLnBrk="0" hangingPunct="0">
              <a:lnSpc>
                <a:spcPct val="100000"/>
              </a:lnSpc>
              <a:spcBef>
                <a:spcPct val="50000"/>
              </a:spcBef>
              <a:spcAft>
                <a:spcPct val="0"/>
              </a:spcAft>
              <a:buClrTx/>
              <a:buSzTx/>
              <a:buFontTx/>
              <a:buNone/>
              <a:defRPr/>
            </a:pPr>
            <a:fld id="{BAA3CE7D-5D43-5E49-BBFE-A384AEC090D0}" type="slidenum">
              <a:rPr kumimoji="0" lang="zh-CN" altLang="en-US" sz="1400" b="0" i="0" u="none" strike="noStrike" kern="1200" cap="none" spc="0" normalizeH="0" baseline="0" noProof="0">
                <a:ln>
                  <a:noFill/>
                </a:ln>
                <a:solidFill>
                  <a:schemeClr val="bg2"/>
                </a:solidFill>
                <a:effectLst/>
                <a:uLnTx/>
                <a:uFillTx/>
                <a:latin typeface="Arial" panose="020B0604020202020204" pitchFamily="34" charset="0"/>
                <a:ea typeface="宋体" panose="02010600030101010101" pitchFamily="2" charset="-122"/>
                <a:cs typeface="+mn-cs"/>
              </a:rPr>
              <a:t>‹#›</a:t>
            </a:fld>
            <a:endParaRPr kumimoji="0" lang="en-US" altLang="zh-CN" sz="1400" b="0" i="0" u="none" strike="noStrike" kern="1200" cap="none" spc="0" normalizeH="0" baseline="0" noProof="0">
              <a:ln>
                <a:noFill/>
              </a:ln>
              <a:solidFill>
                <a:schemeClr val="bg2"/>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588125" y="152400"/>
            <a:ext cx="2058988" cy="6229350"/>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406400" y="152400"/>
            <a:ext cx="6029325" cy="6229350"/>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pPr marL="0" marR="0" lvl="0" indent="0" algn="l" defTabSz="914400" rtl="0" eaLnBrk="0" fontAlgn="base" latinLnBrk="0" hangingPunct="0">
              <a:lnSpc>
                <a:spcPct val="100000"/>
              </a:lnSpc>
              <a:spcBef>
                <a:spcPct val="50000"/>
              </a:spcBef>
              <a:spcAft>
                <a:spcPct val="0"/>
              </a:spcAft>
              <a:buClrTx/>
              <a:buSzTx/>
              <a:buFontTx/>
              <a:buNone/>
              <a:defRPr/>
            </a:pPr>
            <a:endParaRPr kumimoji="0" lang="en-US" altLang="zh-CN" sz="1400" b="0" i="0" u="none" strike="noStrike" kern="1200" cap="none" spc="0" normalizeH="0" baseline="0" noProof="0">
              <a:ln>
                <a:noFill/>
              </a:ln>
              <a:solidFill>
                <a:schemeClr val="bg2"/>
              </a:solidFill>
              <a:effectLst/>
              <a:uLnTx/>
              <a:uFillTx/>
              <a:latin typeface="Arial" panose="020B0604020202020204" pitchFamily="34" charset="0"/>
              <a:ea typeface="宋体" panose="02010600030101010101" pitchFamily="2"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0" fontAlgn="base" latinLnBrk="0" hangingPunct="0">
              <a:lnSpc>
                <a:spcPct val="100000"/>
              </a:lnSpc>
              <a:spcBef>
                <a:spcPct val="50000"/>
              </a:spcBef>
              <a:spcAft>
                <a:spcPct val="0"/>
              </a:spcAft>
              <a:buClrTx/>
              <a:buSzTx/>
              <a:buFontTx/>
              <a:buNone/>
              <a:defRPr/>
            </a:pPr>
            <a:endParaRPr kumimoji="0" lang="en-US" altLang="zh-CN" sz="1400" b="0" i="0" u="none" strike="noStrike" kern="1200" cap="none" spc="0" normalizeH="0" baseline="0" noProof="0">
              <a:ln>
                <a:noFill/>
              </a:ln>
              <a:solidFill>
                <a:schemeClr val="bg2"/>
              </a:solidFill>
              <a:effectLst/>
              <a:uLnTx/>
              <a:uFillTx/>
              <a:latin typeface="Arial" panose="020B0604020202020204" pitchFamily="34"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lstStyle/>
          <a:p>
            <a:pPr marL="0" marR="0" lvl="0" indent="0" algn="r" defTabSz="914400" rtl="0" eaLnBrk="0" fontAlgn="base" latinLnBrk="0" hangingPunct="0">
              <a:lnSpc>
                <a:spcPct val="100000"/>
              </a:lnSpc>
              <a:spcBef>
                <a:spcPct val="50000"/>
              </a:spcBef>
              <a:spcAft>
                <a:spcPct val="0"/>
              </a:spcAft>
              <a:buClrTx/>
              <a:buSzTx/>
              <a:buFontTx/>
              <a:buNone/>
              <a:defRPr/>
            </a:pPr>
            <a:fld id="{BAA3CE7D-5D43-5E49-BBFE-A384AEC090D0}" type="slidenum">
              <a:rPr kumimoji="0" lang="zh-CN" altLang="en-US" sz="1400" b="0" i="0" u="none" strike="noStrike" kern="1200" cap="none" spc="0" normalizeH="0" baseline="0" noProof="0">
                <a:ln>
                  <a:noFill/>
                </a:ln>
                <a:solidFill>
                  <a:schemeClr val="bg2"/>
                </a:solidFill>
                <a:effectLst/>
                <a:uLnTx/>
                <a:uFillTx/>
                <a:latin typeface="Arial" panose="020B0604020202020204" pitchFamily="34" charset="0"/>
                <a:ea typeface="宋体" panose="02010600030101010101" pitchFamily="2" charset="-122"/>
                <a:cs typeface="+mn-cs"/>
              </a:rPr>
              <a:t>‹#›</a:t>
            </a:fld>
            <a:endParaRPr kumimoji="0" lang="en-US" altLang="zh-CN" sz="1400" b="0" i="0" u="none" strike="noStrike" kern="1200" cap="none" spc="0" normalizeH="0" baseline="0" noProof="0">
              <a:ln>
                <a:noFill/>
              </a:ln>
              <a:solidFill>
                <a:schemeClr val="bg2"/>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reserve="1">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406400" y="152400"/>
            <a:ext cx="8204200" cy="1143000"/>
          </a:xfrm>
        </p:spPr>
        <p:txBody>
          <a:bodyPr/>
          <a:lstStyle/>
          <a:p>
            <a:r>
              <a:rPr lang="zh-CN" altLang="en-US"/>
              <a:t>单击此处编辑母版标题样式</a:t>
            </a:r>
          </a:p>
        </p:txBody>
      </p:sp>
      <p:sp>
        <p:nvSpPr>
          <p:cNvPr id="3" name="文本占位符 2"/>
          <p:cNvSpPr>
            <a:spLocks noGrp="1"/>
          </p:cNvSpPr>
          <p:nvPr>
            <p:ph type="body" sz="half" idx="1"/>
          </p:nvPr>
        </p:nvSpPr>
        <p:spPr>
          <a:xfrm>
            <a:off x="468313" y="1412875"/>
            <a:ext cx="4013200" cy="4968875"/>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33913" y="1412875"/>
            <a:ext cx="4013200" cy="4968875"/>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p:txBody>
          <a:bodyPr/>
          <a:lstStyle/>
          <a:p>
            <a:pPr marL="0" marR="0" lvl="0" indent="0" algn="l" defTabSz="914400" rtl="0" eaLnBrk="0" fontAlgn="base" latinLnBrk="0" hangingPunct="0">
              <a:lnSpc>
                <a:spcPct val="100000"/>
              </a:lnSpc>
              <a:spcBef>
                <a:spcPct val="50000"/>
              </a:spcBef>
              <a:spcAft>
                <a:spcPct val="0"/>
              </a:spcAft>
              <a:buClrTx/>
              <a:buSzTx/>
              <a:buFontTx/>
              <a:buNone/>
              <a:defRPr/>
            </a:pPr>
            <a:endParaRPr kumimoji="0" lang="en-US" altLang="zh-CN" sz="1400" b="0" i="0" u="none" strike="noStrike" kern="1200" cap="none" spc="0" normalizeH="0" baseline="0" noProof="0">
              <a:ln>
                <a:noFill/>
              </a:ln>
              <a:solidFill>
                <a:schemeClr val="bg2"/>
              </a:solidFill>
              <a:effectLst/>
              <a:uLnTx/>
              <a:uFillTx/>
              <a:latin typeface="Arial" panose="020B0604020202020204" pitchFamily="34" charset="0"/>
              <a:ea typeface="宋体" panose="02010600030101010101" pitchFamily="2" charset="-122"/>
              <a:cs typeface="+mn-cs"/>
            </a:endParaRPr>
          </a:p>
        </p:txBody>
      </p:sp>
      <p:sp>
        <p:nvSpPr>
          <p:cNvPr id="6" name="页脚占位符 5"/>
          <p:cNvSpPr>
            <a:spLocks noGrp="1"/>
          </p:cNvSpPr>
          <p:nvPr>
            <p:ph type="ftr" sz="quarter" idx="11"/>
          </p:nvPr>
        </p:nvSpPr>
        <p:spPr/>
        <p:txBody>
          <a:bodyPr/>
          <a:lstStyle/>
          <a:p>
            <a:pPr marL="0" marR="0" lvl="0" indent="0" algn="ctr" defTabSz="914400" rtl="0" eaLnBrk="0" fontAlgn="base" latinLnBrk="0" hangingPunct="0">
              <a:lnSpc>
                <a:spcPct val="100000"/>
              </a:lnSpc>
              <a:spcBef>
                <a:spcPct val="50000"/>
              </a:spcBef>
              <a:spcAft>
                <a:spcPct val="0"/>
              </a:spcAft>
              <a:buClrTx/>
              <a:buSzTx/>
              <a:buFontTx/>
              <a:buNone/>
              <a:defRPr/>
            </a:pPr>
            <a:endParaRPr kumimoji="0" lang="en-US" altLang="zh-CN" sz="1400" b="0" i="0" u="none" strike="noStrike" kern="1200" cap="none" spc="0" normalizeH="0" baseline="0" noProof="0">
              <a:ln>
                <a:noFill/>
              </a:ln>
              <a:solidFill>
                <a:schemeClr val="bg2"/>
              </a:solidFill>
              <a:effectLst/>
              <a:uLnTx/>
              <a:uFillTx/>
              <a:latin typeface="Arial" panose="020B0604020202020204" pitchFamily="34" charset="0"/>
              <a:ea typeface="宋体" panose="02010600030101010101" pitchFamily="2" charset="-122"/>
              <a:cs typeface="+mn-cs"/>
            </a:endParaRPr>
          </a:p>
        </p:txBody>
      </p:sp>
      <p:sp>
        <p:nvSpPr>
          <p:cNvPr id="7" name="灯片编号占位符 6"/>
          <p:cNvSpPr>
            <a:spLocks noGrp="1"/>
          </p:cNvSpPr>
          <p:nvPr>
            <p:ph type="sldNum" sz="quarter" idx="12"/>
          </p:nvPr>
        </p:nvSpPr>
        <p:spPr/>
        <p:txBody>
          <a:bodyPr/>
          <a:lstStyle/>
          <a:p>
            <a:pPr marL="0" marR="0" lvl="0" indent="0" algn="r" defTabSz="914400" rtl="0" eaLnBrk="0" fontAlgn="base" latinLnBrk="0" hangingPunct="0">
              <a:lnSpc>
                <a:spcPct val="100000"/>
              </a:lnSpc>
              <a:spcBef>
                <a:spcPct val="50000"/>
              </a:spcBef>
              <a:spcAft>
                <a:spcPct val="0"/>
              </a:spcAft>
              <a:buClrTx/>
              <a:buSzTx/>
              <a:buFontTx/>
              <a:buNone/>
              <a:defRPr/>
            </a:pPr>
            <a:fld id="{BAA3CE7D-5D43-5E49-BBFE-A384AEC090D0}" type="slidenum">
              <a:rPr kumimoji="0" lang="zh-CN" altLang="en-US" sz="1400" b="0" i="0" u="none" strike="noStrike" kern="1200" cap="none" spc="0" normalizeH="0" baseline="0" noProof="0">
                <a:ln>
                  <a:noFill/>
                </a:ln>
                <a:solidFill>
                  <a:schemeClr val="bg2"/>
                </a:solidFill>
                <a:effectLst/>
                <a:uLnTx/>
                <a:uFillTx/>
                <a:latin typeface="Arial" panose="020B0604020202020204" pitchFamily="34" charset="0"/>
                <a:ea typeface="宋体" panose="02010600030101010101" pitchFamily="2" charset="-122"/>
                <a:cs typeface="+mn-cs"/>
              </a:rPr>
              <a:t>‹#›</a:t>
            </a:fld>
            <a:endParaRPr kumimoji="0" lang="en-US" altLang="zh-CN" sz="1400" b="0" i="0" u="none" strike="noStrike" kern="1200" cap="none" spc="0" normalizeH="0" baseline="0" noProof="0">
              <a:ln>
                <a:noFill/>
              </a:ln>
              <a:solidFill>
                <a:schemeClr val="bg2"/>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type="title" preserve="1">
  <p:cSld name="标题幻灯片">
    <p:bg>
      <p:bgPr>
        <a:blipFill rotWithShape="0">
          <a:blip r:embed="rId2"/>
          <a:stretch>
            <a:fillRect/>
          </a:stretch>
        </a:blipFill>
        <a:effectLst/>
      </p:bgPr>
    </p:bg>
    <p:spTree>
      <p:nvGrpSpPr>
        <p:cNvPr id="1" name=""/>
        <p:cNvGrpSpPr/>
        <p:nvPr/>
      </p:nvGrpSpPr>
      <p:grpSpPr>
        <a:xfrm>
          <a:off x="0" y="0"/>
          <a:ext cx="0" cy="0"/>
          <a:chOff x="0" y="0"/>
          <a:chExt cx="0" cy="0"/>
        </a:xfrm>
      </p:grpSpPr>
      <p:sp>
        <p:nvSpPr>
          <p:cNvPr id="99330" name="Line 7"/>
          <p:cNvSpPr/>
          <p:nvPr/>
        </p:nvSpPr>
        <p:spPr>
          <a:xfrm>
            <a:off x="457200" y="2514600"/>
            <a:ext cx="8153400" cy="0"/>
          </a:xfrm>
          <a:prstGeom prst="line">
            <a:avLst/>
          </a:prstGeom>
          <a:ln w="76200" cap="flat" cmpd="sng">
            <a:solidFill>
              <a:srgbClr val="0000FF"/>
            </a:solidFill>
            <a:prstDash val="solid"/>
            <a:headEnd type="none" w="med" len="med"/>
            <a:tailEnd type="none" w="med" len="med"/>
          </a:ln>
        </p:spPr>
      </p:sp>
      <p:pic>
        <p:nvPicPr>
          <p:cNvPr id="99331" name="Picture 8" descr="xidian字2"/>
          <p:cNvPicPr>
            <a:picLocks noChangeAspect="1"/>
          </p:cNvPicPr>
          <p:nvPr/>
        </p:nvPicPr>
        <p:blipFill>
          <a:blip r:embed="rId3"/>
          <a:stretch>
            <a:fillRect/>
          </a:stretch>
        </p:blipFill>
        <p:spPr>
          <a:xfrm>
            <a:off x="6419850" y="6492875"/>
            <a:ext cx="2724150" cy="365125"/>
          </a:xfrm>
          <a:prstGeom prst="rect">
            <a:avLst/>
          </a:prstGeom>
          <a:noFill/>
          <a:ln w="9525">
            <a:noFill/>
          </a:ln>
        </p:spPr>
      </p:pic>
      <p:pic>
        <p:nvPicPr>
          <p:cNvPr id="99332" name="Picture 9" descr="会标2"/>
          <p:cNvPicPr>
            <a:picLocks noChangeAspect="1"/>
          </p:cNvPicPr>
          <p:nvPr/>
        </p:nvPicPr>
        <p:blipFill>
          <a:blip r:embed="rId4"/>
          <a:stretch>
            <a:fillRect/>
          </a:stretch>
        </p:blipFill>
        <p:spPr>
          <a:xfrm>
            <a:off x="0" y="0"/>
            <a:ext cx="825500" cy="762000"/>
          </a:xfrm>
          <a:prstGeom prst="rect">
            <a:avLst/>
          </a:prstGeom>
          <a:noFill/>
          <a:ln w="9525">
            <a:noFill/>
          </a:ln>
        </p:spPr>
      </p:pic>
      <p:pic>
        <p:nvPicPr>
          <p:cNvPr id="99333" name="Picture 10" descr="xidian字2"/>
          <p:cNvPicPr>
            <a:picLocks noChangeAspect="1"/>
          </p:cNvPicPr>
          <p:nvPr userDrawn="1"/>
        </p:nvPicPr>
        <p:blipFill>
          <a:blip r:embed="rId3"/>
          <a:stretch>
            <a:fillRect/>
          </a:stretch>
        </p:blipFill>
        <p:spPr>
          <a:xfrm>
            <a:off x="6419850" y="6492875"/>
            <a:ext cx="2724150" cy="365125"/>
          </a:xfrm>
          <a:prstGeom prst="rect">
            <a:avLst/>
          </a:prstGeom>
          <a:noFill/>
          <a:ln w="9525">
            <a:noFill/>
          </a:ln>
        </p:spPr>
      </p:pic>
      <p:pic>
        <p:nvPicPr>
          <p:cNvPr id="99334" name="Picture 11" descr="会标2"/>
          <p:cNvPicPr>
            <a:picLocks noChangeAspect="1"/>
          </p:cNvPicPr>
          <p:nvPr userDrawn="1"/>
        </p:nvPicPr>
        <p:blipFill>
          <a:blip r:embed="rId4"/>
          <a:stretch>
            <a:fillRect/>
          </a:stretch>
        </p:blipFill>
        <p:spPr>
          <a:xfrm>
            <a:off x="0" y="0"/>
            <a:ext cx="825500" cy="762000"/>
          </a:xfrm>
          <a:prstGeom prst="rect">
            <a:avLst/>
          </a:prstGeom>
          <a:noFill/>
          <a:ln w="9525">
            <a:noFill/>
          </a:ln>
        </p:spPr>
      </p:pic>
      <p:sp>
        <p:nvSpPr>
          <p:cNvPr id="315394" name="Rectangle 2"/>
          <p:cNvSpPr>
            <a:spLocks noGrp="1" noChangeArrowheads="1"/>
          </p:cNvSpPr>
          <p:nvPr>
            <p:ph type="ctrTitle"/>
          </p:nvPr>
        </p:nvSpPr>
        <p:spPr>
          <a:xfrm>
            <a:off x="914400" y="533400"/>
            <a:ext cx="7721600" cy="1905000"/>
          </a:xfrm>
        </p:spPr>
        <p:txBody>
          <a:bodyPr/>
          <a:lstStyle>
            <a:lvl1pPr>
              <a:defRPr/>
            </a:lvl1pPr>
          </a:lstStyle>
          <a:p>
            <a:r>
              <a:rPr lang="zh-CN" altLang="en-US"/>
              <a:t>单击此处编辑母版标题样式</a:t>
            </a:r>
          </a:p>
        </p:txBody>
      </p:sp>
      <p:sp>
        <p:nvSpPr>
          <p:cNvPr id="315395" name="Rectangle 3"/>
          <p:cNvSpPr>
            <a:spLocks noGrp="1" noChangeArrowheads="1"/>
          </p:cNvSpPr>
          <p:nvPr>
            <p:ph type="subTitle" idx="1"/>
          </p:nvPr>
        </p:nvSpPr>
        <p:spPr>
          <a:xfrm>
            <a:off x="914400" y="3028950"/>
            <a:ext cx="6400800" cy="1771650"/>
          </a:xfrm>
        </p:spPr>
        <p:txBody>
          <a:bodyPr/>
          <a:lstStyle>
            <a:lvl1pPr marL="0" indent="0">
              <a:defRPr>
                <a:latin typeface="Arial Black" panose="020B0A04020102020204" pitchFamily="34" charset="0"/>
              </a:defRPr>
            </a:lvl1pPr>
          </a:lstStyle>
          <a:p>
            <a:r>
              <a:rPr lang="zh-CN" altLang="en-US"/>
              <a:t>单击此处编辑母版副标题样式</a:t>
            </a:r>
          </a:p>
        </p:txBody>
      </p:sp>
      <p:sp>
        <p:nvSpPr>
          <p:cNvPr id="17" name="Rectangle 4"/>
          <p:cNvSpPr>
            <a:spLocks noGrp="1" noChangeArrowheads="1"/>
          </p:cNvSpPr>
          <p:nvPr>
            <p:ph type="dt" sz="half" idx="2"/>
          </p:nvPr>
        </p:nvSpPr>
        <p:spPr bwMode="auto">
          <a:xfrm>
            <a:off x="711200" y="6229350"/>
            <a:ext cx="1930400" cy="514350"/>
          </a:xfrm>
          <a:prstGeom prst="rect">
            <a:avLst/>
          </a:prstGeom>
          <a:ln>
            <a:miter lim="800000"/>
          </a:ln>
        </p:spPr>
        <p:txBody>
          <a:bodyPr vert="horz" wrap="square" lIns="91440" tIns="45720" rIns="91440" bIns="45720" numCol="1" anchor="b" anchorCtr="0" compatLnSpc="1"/>
          <a:lstStyle>
            <a:lvl1pPr>
              <a:defRPr>
                <a:solidFill>
                  <a:srgbClr val="5E574E"/>
                </a:solidFill>
              </a:defRPr>
            </a:lvl1pPr>
          </a:lstStyle>
          <a:p>
            <a:pPr marL="0" marR="0" lvl="0" indent="0" algn="l" defTabSz="914400" rtl="0" eaLnBrk="0" fontAlgn="base" latinLnBrk="0" hangingPunct="0">
              <a:lnSpc>
                <a:spcPct val="100000"/>
              </a:lnSpc>
              <a:spcBef>
                <a:spcPct val="50000"/>
              </a:spcBef>
              <a:spcAft>
                <a:spcPct val="0"/>
              </a:spcAft>
              <a:buClrTx/>
              <a:buSzTx/>
              <a:buFontTx/>
              <a:buNone/>
              <a:defRPr/>
            </a:pPr>
            <a:endParaRPr kumimoji="0" lang="en-US" altLang="zh-CN" sz="1400" b="0" i="0" u="none" strike="noStrike" kern="1200" cap="none" spc="0" normalizeH="0" baseline="0" noProof="0">
              <a:ln>
                <a:noFill/>
              </a:ln>
              <a:solidFill>
                <a:srgbClr val="5E574E"/>
              </a:solidFill>
              <a:effectLst/>
              <a:uLnTx/>
              <a:uFillTx/>
              <a:latin typeface="Arial" panose="020B0604020202020204" pitchFamily="34" charset="0"/>
              <a:ea typeface="宋体" panose="02010600030101010101" pitchFamily="2" charset="-122"/>
              <a:cs typeface="+mn-cs"/>
            </a:endParaRPr>
          </a:p>
        </p:txBody>
      </p:sp>
      <p:sp>
        <p:nvSpPr>
          <p:cNvPr id="18" name="Rectangle 5"/>
          <p:cNvSpPr>
            <a:spLocks noGrp="1" noChangeArrowheads="1"/>
          </p:cNvSpPr>
          <p:nvPr>
            <p:ph type="ftr" sz="quarter" idx="3"/>
          </p:nvPr>
        </p:nvSpPr>
        <p:spPr bwMode="auto">
          <a:xfrm>
            <a:off x="3149600" y="6229350"/>
            <a:ext cx="2844800" cy="514350"/>
          </a:xfrm>
          <a:prstGeom prst="rect">
            <a:avLst/>
          </a:prstGeom>
          <a:ln>
            <a:miter lim="800000"/>
          </a:ln>
        </p:spPr>
        <p:txBody>
          <a:bodyPr vert="horz" wrap="square" lIns="91440" tIns="45720" rIns="91440" bIns="45720" numCol="1" anchor="b" anchorCtr="0" compatLnSpc="1"/>
          <a:lstStyle>
            <a:lvl1pPr>
              <a:defRPr>
                <a:solidFill>
                  <a:srgbClr val="5E574E"/>
                </a:solidFill>
              </a:defRPr>
            </a:lvl1pPr>
          </a:lstStyle>
          <a:p>
            <a:pPr marL="0" marR="0" lvl="0" indent="0" algn="ctr" defTabSz="914400" rtl="0" eaLnBrk="0" fontAlgn="base" latinLnBrk="0" hangingPunct="0">
              <a:lnSpc>
                <a:spcPct val="100000"/>
              </a:lnSpc>
              <a:spcBef>
                <a:spcPct val="50000"/>
              </a:spcBef>
              <a:spcAft>
                <a:spcPct val="0"/>
              </a:spcAft>
              <a:buClrTx/>
              <a:buSzTx/>
              <a:buFontTx/>
              <a:buNone/>
              <a:defRPr/>
            </a:pPr>
            <a:endParaRPr kumimoji="0" lang="en-US" altLang="zh-CN" sz="1400" b="0" i="0" u="none" strike="noStrike" kern="1200" cap="none" spc="0" normalizeH="0" baseline="0" noProof="0">
              <a:ln>
                <a:noFill/>
              </a:ln>
              <a:solidFill>
                <a:srgbClr val="5E574E"/>
              </a:solidFill>
              <a:effectLst/>
              <a:uLnTx/>
              <a:uFillTx/>
              <a:latin typeface="Arial" panose="020B0604020202020204" pitchFamily="34" charset="0"/>
              <a:ea typeface="宋体" panose="02010600030101010101" pitchFamily="2" charset="-122"/>
              <a:cs typeface="+mn-cs"/>
            </a:endParaRPr>
          </a:p>
        </p:txBody>
      </p:sp>
      <p:sp>
        <p:nvSpPr>
          <p:cNvPr id="19" name="Rectangle 6"/>
          <p:cNvSpPr>
            <a:spLocks noGrp="1" noChangeArrowheads="1"/>
          </p:cNvSpPr>
          <p:nvPr>
            <p:ph type="sldNum" sz="quarter" idx="4"/>
          </p:nvPr>
        </p:nvSpPr>
        <p:spPr bwMode="auto">
          <a:xfrm>
            <a:off x="6604000" y="6229350"/>
            <a:ext cx="1828800" cy="514350"/>
          </a:xfrm>
          <a:prstGeom prst="rect">
            <a:avLst/>
          </a:prstGeom>
          <a:ln>
            <a:miter lim="800000"/>
          </a:ln>
        </p:spPr>
        <p:txBody>
          <a:bodyPr vert="horz" wrap="square" lIns="91440" tIns="45720" rIns="91440" bIns="45720" numCol="1" anchor="b" anchorCtr="0" compatLnSpc="1"/>
          <a:lstStyle>
            <a:lvl1pPr>
              <a:defRPr>
                <a:solidFill>
                  <a:srgbClr val="5E574E"/>
                </a:solidFill>
              </a:defRPr>
            </a:lvl1pPr>
          </a:lstStyle>
          <a:p>
            <a:pPr marL="0" marR="0" lvl="0" indent="0" algn="r" defTabSz="914400" rtl="0" eaLnBrk="0" fontAlgn="base" latinLnBrk="0" hangingPunct="0">
              <a:lnSpc>
                <a:spcPct val="100000"/>
              </a:lnSpc>
              <a:spcBef>
                <a:spcPct val="50000"/>
              </a:spcBef>
              <a:spcAft>
                <a:spcPct val="0"/>
              </a:spcAft>
              <a:buClrTx/>
              <a:buSzTx/>
              <a:buFontTx/>
              <a:buNone/>
              <a:defRPr/>
            </a:pPr>
            <a:fld id="{3B1E5DDC-FA71-904B-89F5-94F37605B6C7}" type="slidenum">
              <a:rPr kumimoji="0" lang="zh-CN" altLang="en-US" sz="1400" b="0" i="0" u="none" strike="noStrike" kern="1200" cap="none" spc="0" normalizeH="0" baseline="0" noProof="0">
                <a:ln>
                  <a:noFill/>
                </a:ln>
                <a:solidFill>
                  <a:srgbClr val="5E574E"/>
                </a:solidFill>
                <a:effectLst/>
                <a:uLnTx/>
                <a:uFillTx/>
                <a:latin typeface="Arial" panose="020B0604020202020204" pitchFamily="34" charset="0"/>
                <a:ea typeface="宋体" panose="02010600030101010101" pitchFamily="2" charset="-122"/>
                <a:cs typeface="+mn-cs"/>
              </a:rPr>
              <a:t>‹#›</a:t>
            </a:fld>
            <a:endParaRPr kumimoji="0" lang="en-US" altLang="zh-CN" sz="1400" b="0" i="0" u="none" strike="noStrike" kern="1200" cap="none" spc="0" normalizeH="0" baseline="0" noProof="0">
              <a:ln>
                <a:noFill/>
              </a:ln>
              <a:solidFill>
                <a:srgbClr val="5E574E"/>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pPr marL="0" marR="0" lvl="0" indent="0" algn="l" defTabSz="914400" rtl="0" eaLnBrk="0" fontAlgn="base" latinLnBrk="0" hangingPunct="0">
              <a:lnSpc>
                <a:spcPct val="100000"/>
              </a:lnSpc>
              <a:spcBef>
                <a:spcPct val="50000"/>
              </a:spcBef>
              <a:spcAft>
                <a:spcPct val="0"/>
              </a:spcAft>
              <a:buClrTx/>
              <a:buSzTx/>
              <a:buFontTx/>
              <a:buNone/>
              <a:defRPr/>
            </a:pPr>
            <a:endParaRPr kumimoji="0" lang="en-US" altLang="zh-CN" sz="1400" b="0" i="0" u="none" strike="noStrike" kern="1200" cap="none" spc="0" normalizeH="0" baseline="0" noProof="0">
              <a:ln>
                <a:noFill/>
              </a:ln>
              <a:solidFill>
                <a:schemeClr val="bg2"/>
              </a:solidFill>
              <a:effectLst/>
              <a:uLnTx/>
              <a:uFillTx/>
              <a:latin typeface="Arial" panose="020B0604020202020204" pitchFamily="34" charset="0"/>
              <a:ea typeface="宋体" panose="02010600030101010101" pitchFamily="2"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0" fontAlgn="base" latinLnBrk="0" hangingPunct="0">
              <a:lnSpc>
                <a:spcPct val="100000"/>
              </a:lnSpc>
              <a:spcBef>
                <a:spcPct val="50000"/>
              </a:spcBef>
              <a:spcAft>
                <a:spcPct val="0"/>
              </a:spcAft>
              <a:buClrTx/>
              <a:buSzTx/>
              <a:buFontTx/>
              <a:buNone/>
              <a:defRPr/>
            </a:pPr>
            <a:endParaRPr kumimoji="0" lang="en-US" altLang="zh-CN" sz="1400" b="0" i="0" u="none" strike="noStrike" kern="1200" cap="none" spc="0" normalizeH="0" baseline="0" noProof="0">
              <a:ln>
                <a:noFill/>
              </a:ln>
              <a:solidFill>
                <a:schemeClr val="bg2"/>
              </a:solidFill>
              <a:effectLst/>
              <a:uLnTx/>
              <a:uFillTx/>
              <a:latin typeface="Arial" panose="020B0604020202020204" pitchFamily="34"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lstStyle/>
          <a:p>
            <a:pPr marL="0" marR="0" lvl="0" indent="0" algn="r" defTabSz="914400" rtl="0" eaLnBrk="0" fontAlgn="base" latinLnBrk="0" hangingPunct="0">
              <a:lnSpc>
                <a:spcPct val="100000"/>
              </a:lnSpc>
              <a:spcBef>
                <a:spcPct val="50000"/>
              </a:spcBef>
              <a:spcAft>
                <a:spcPct val="0"/>
              </a:spcAft>
              <a:buClrTx/>
              <a:buSzTx/>
              <a:buFontTx/>
              <a:buNone/>
              <a:defRPr/>
            </a:pPr>
            <a:fld id="{BAA3CE7D-5D43-5E49-BBFE-A384AEC090D0}" type="slidenum">
              <a:rPr kumimoji="0" lang="zh-CN" altLang="en-US" sz="1400" b="0" i="0" u="none" strike="noStrike" kern="1200" cap="none" spc="0" normalizeH="0" baseline="0" noProof="0">
                <a:ln>
                  <a:noFill/>
                </a:ln>
                <a:solidFill>
                  <a:schemeClr val="bg2"/>
                </a:solidFill>
                <a:effectLst/>
                <a:uLnTx/>
                <a:uFillTx/>
                <a:latin typeface="Arial" panose="020B0604020202020204" pitchFamily="34" charset="0"/>
                <a:ea typeface="宋体" panose="02010600030101010101" pitchFamily="2" charset="-122"/>
                <a:cs typeface="+mn-cs"/>
              </a:rPr>
              <a:t>‹#›</a:t>
            </a:fld>
            <a:endParaRPr kumimoji="0" lang="en-US" altLang="zh-CN" sz="1400" b="0" i="0" u="none" strike="noStrike" kern="1200" cap="none" spc="0" normalizeH="0" baseline="0" noProof="0">
              <a:ln>
                <a:noFill/>
              </a:ln>
              <a:solidFill>
                <a:schemeClr val="bg2"/>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
        <p:nvSpPr>
          <p:cNvPr id="4" name="日期占位符 3"/>
          <p:cNvSpPr>
            <a:spLocks noGrp="1"/>
          </p:cNvSpPr>
          <p:nvPr>
            <p:ph type="dt" sz="half" idx="10"/>
          </p:nvPr>
        </p:nvSpPr>
        <p:spPr/>
        <p:txBody>
          <a:bodyPr/>
          <a:lstStyle/>
          <a:p>
            <a:pPr marL="0" marR="0" lvl="0" indent="0" algn="l" defTabSz="914400" rtl="0" eaLnBrk="0" fontAlgn="base" latinLnBrk="0" hangingPunct="0">
              <a:lnSpc>
                <a:spcPct val="100000"/>
              </a:lnSpc>
              <a:spcBef>
                <a:spcPct val="50000"/>
              </a:spcBef>
              <a:spcAft>
                <a:spcPct val="0"/>
              </a:spcAft>
              <a:buClrTx/>
              <a:buSzTx/>
              <a:buFontTx/>
              <a:buNone/>
              <a:defRPr/>
            </a:pPr>
            <a:endParaRPr kumimoji="0" lang="en-US" altLang="zh-CN" sz="1400" b="0" i="0" u="none" strike="noStrike" kern="1200" cap="none" spc="0" normalizeH="0" baseline="0" noProof="0">
              <a:ln>
                <a:noFill/>
              </a:ln>
              <a:solidFill>
                <a:schemeClr val="bg2"/>
              </a:solidFill>
              <a:effectLst/>
              <a:uLnTx/>
              <a:uFillTx/>
              <a:latin typeface="Arial" panose="020B0604020202020204" pitchFamily="34" charset="0"/>
              <a:ea typeface="宋体" panose="02010600030101010101" pitchFamily="2"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0" fontAlgn="base" latinLnBrk="0" hangingPunct="0">
              <a:lnSpc>
                <a:spcPct val="100000"/>
              </a:lnSpc>
              <a:spcBef>
                <a:spcPct val="50000"/>
              </a:spcBef>
              <a:spcAft>
                <a:spcPct val="0"/>
              </a:spcAft>
              <a:buClrTx/>
              <a:buSzTx/>
              <a:buFontTx/>
              <a:buNone/>
              <a:defRPr/>
            </a:pPr>
            <a:endParaRPr kumimoji="0" lang="en-US" altLang="zh-CN" sz="1400" b="0" i="0" u="none" strike="noStrike" kern="1200" cap="none" spc="0" normalizeH="0" baseline="0" noProof="0">
              <a:ln>
                <a:noFill/>
              </a:ln>
              <a:solidFill>
                <a:schemeClr val="bg2"/>
              </a:solidFill>
              <a:effectLst/>
              <a:uLnTx/>
              <a:uFillTx/>
              <a:latin typeface="Arial" panose="020B0604020202020204" pitchFamily="34"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lstStyle/>
          <a:p>
            <a:pPr marL="0" marR="0" lvl="0" indent="0" algn="r" defTabSz="914400" rtl="0" eaLnBrk="0" fontAlgn="base" latinLnBrk="0" hangingPunct="0">
              <a:lnSpc>
                <a:spcPct val="100000"/>
              </a:lnSpc>
              <a:spcBef>
                <a:spcPct val="50000"/>
              </a:spcBef>
              <a:spcAft>
                <a:spcPct val="0"/>
              </a:spcAft>
              <a:buClrTx/>
              <a:buSzTx/>
              <a:buFontTx/>
              <a:buNone/>
              <a:defRPr/>
            </a:pPr>
            <a:fld id="{BAA3CE7D-5D43-5E49-BBFE-A384AEC090D0}" type="slidenum">
              <a:rPr kumimoji="0" lang="zh-CN" altLang="en-US" sz="1400" b="0" i="0" u="none" strike="noStrike" kern="1200" cap="none" spc="0" normalizeH="0" baseline="0" noProof="0">
                <a:ln>
                  <a:noFill/>
                </a:ln>
                <a:solidFill>
                  <a:schemeClr val="bg2"/>
                </a:solidFill>
                <a:effectLst/>
                <a:uLnTx/>
                <a:uFillTx/>
                <a:latin typeface="Arial" panose="020B0604020202020204" pitchFamily="34" charset="0"/>
                <a:ea typeface="宋体" panose="02010600030101010101" pitchFamily="2" charset="-122"/>
                <a:cs typeface="+mn-cs"/>
              </a:rPr>
              <a:t>‹#›</a:t>
            </a:fld>
            <a:endParaRPr kumimoji="0" lang="en-US" altLang="zh-CN" sz="1400" b="0" i="0" u="none" strike="noStrike" kern="1200" cap="none" spc="0" normalizeH="0" baseline="0" noProof="0">
              <a:ln>
                <a:noFill/>
              </a:ln>
              <a:solidFill>
                <a:schemeClr val="bg2"/>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468313" y="1412875"/>
            <a:ext cx="4013200" cy="49688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33913" y="1412875"/>
            <a:ext cx="4013200" cy="49688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p:txBody>
          <a:bodyPr/>
          <a:lstStyle/>
          <a:p>
            <a:pPr marL="0" marR="0" lvl="0" indent="0" algn="l" defTabSz="914400" rtl="0" eaLnBrk="0" fontAlgn="base" latinLnBrk="0" hangingPunct="0">
              <a:lnSpc>
                <a:spcPct val="100000"/>
              </a:lnSpc>
              <a:spcBef>
                <a:spcPct val="50000"/>
              </a:spcBef>
              <a:spcAft>
                <a:spcPct val="0"/>
              </a:spcAft>
              <a:buClrTx/>
              <a:buSzTx/>
              <a:buFontTx/>
              <a:buNone/>
              <a:defRPr/>
            </a:pPr>
            <a:endParaRPr kumimoji="0" lang="en-US" altLang="zh-CN" sz="1400" b="0" i="0" u="none" strike="noStrike" kern="1200" cap="none" spc="0" normalizeH="0" baseline="0" noProof="0">
              <a:ln>
                <a:noFill/>
              </a:ln>
              <a:solidFill>
                <a:schemeClr val="bg2"/>
              </a:solidFill>
              <a:effectLst/>
              <a:uLnTx/>
              <a:uFillTx/>
              <a:latin typeface="Arial" panose="020B0604020202020204" pitchFamily="34" charset="0"/>
              <a:ea typeface="宋体" panose="02010600030101010101" pitchFamily="2" charset="-122"/>
              <a:cs typeface="+mn-cs"/>
            </a:endParaRPr>
          </a:p>
        </p:txBody>
      </p:sp>
      <p:sp>
        <p:nvSpPr>
          <p:cNvPr id="6" name="页脚占位符 5"/>
          <p:cNvSpPr>
            <a:spLocks noGrp="1"/>
          </p:cNvSpPr>
          <p:nvPr>
            <p:ph type="ftr" sz="quarter" idx="11"/>
          </p:nvPr>
        </p:nvSpPr>
        <p:spPr/>
        <p:txBody>
          <a:bodyPr/>
          <a:lstStyle/>
          <a:p>
            <a:pPr marL="0" marR="0" lvl="0" indent="0" algn="ctr" defTabSz="914400" rtl="0" eaLnBrk="0" fontAlgn="base" latinLnBrk="0" hangingPunct="0">
              <a:lnSpc>
                <a:spcPct val="100000"/>
              </a:lnSpc>
              <a:spcBef>
                <a:spcPct val="50000"/>
              </a:spcBef>
              <a:spcAft>
                <a:spcPct val="0"/>
              </a:spcAft>
              <a:buClrTx/>
              <a:buSzTx/>
              <a:buFontTx/>
              <a:buNone/>
              <a:defRPr/>
            </a:pPr>
            <a:endParaRPr kumimoji="0" lang="en-US" altLang="zh-CN" sz="1400" b="0" i="0" u="none" strike="noStrike" kern="1200" cap="none" spc="0" normalizeH="0" baseline="0" noProof="0">
              <a:ln>
                <a:noFill/>
              </a:ln>
              <a:solidFill>
                <a:schemeClr val="bg2"/>
              </a:solidFill>
              <a:effectLst/>
              <a:uLnTx/>
              <a:uFillTx/>
              <a:latin typeface="Arial" panose="020B0604020202020204" pitchFamily="34" charset="0"/>
              <a:ea typeface="宋体" panose="02010600030101010101" pitchFamily="2" charset="-122"/>
              <a:cs typeface="+mn-cs"/>
            </a:endParaRPr>
          </a:p>
        </p:txBody>
      </p:sp>
      <p:sp>
        <p:nvSpPr>
          <p:cNvPr id="7" name="灯片编号占位符 6"/>
          <p:cNvSpPr>
            <a:spLocks noGrp="1"/>
          </p:cNvSpPr>
          <p:nvPr>
            <p:ph type="sldNum" sz="quarter" idx="12"/>
          </p:nvPr>
        </p:nvSpPr>
        <p:spPr/>
        <p:txBody>
          <a:bodyPr/>
          <a:lstStyle/>
          <a:p>
            <a:pPr marL="0" marR="0" lvl="0" indent="0" algn="r" defTabSz="914400" rtl="0" eaLnBrk="0" fontAlgn="base" latinLnBrk="0" hangingPunct="0">
              <a:lnSpc>
                <a:spcPct val="100000"/>
              </a:lnSpc>
              <a:spcBef>
                <a:spcPct val="50000"/>
              </a:spcBef>
              <a:spcAft>
                <a:spcPct val="0"/>
              </a:spcAft>
              <a:buClrTx/>
              <a:buSzTx/>
              <a:buFontTx/>
              <a:buNone/>
              <a:defRPr/>
            </a:pPr>
            <a:fld id="{BAA3CE7D-5D43-5E49-BBFE-A384AEC090D0}" type="slidenum">
              <a:rPr kumimoji="0" lang="zh-CN" altLang="en-US" sz="1400" b="0" i="0" u="none" strike="noStrike" kern="1200" cap="none" spc="0" normalizeH="0" baseline="0" noProof="0">
                <a:ln>
                  <a:noFill/>
                </a:ln>
                <a:solidFill>
                  <a:schemeClr val="bg2"/>
                </a:solidFill>
                <a:effectLst/>
                <a:uLnTx/>
                <a:uFillTx/>
                <a:latin typeface="Arial" panose="020B0604020202020204" pitchFamily="34" charset="0"/>
                <a:ea typeface="宋体" panose="02010600030101010101" pitchFamily="2" charset="-122"/>
                <a:cs typeface="+mn-cs"/>
              </a:rPr>
              <a:t>‹#›</a:t>
            </a:fld>
            <a:endParaRPr kumimoji="0" lang="en-US" altLang="zh-CN" sz="1400" b="0" i="0" u="none" strike="noStrike" kern="1200" cap="none" spc="0" normalizeH="0" baseline="0" noProof="0">
              <a:ln>
                <a:noFill/>
              </a:ln>
              <a:solidFill>
                <a:schemeClr val="bg2"/>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lstStyle/>
          <a:p>
            <a:pPr marL="0" marR="0" lvl="0" indent="0" algn="l" defTabSz="914400" rtl="0" eaLnBrk="0" fontAlgn="base" latinLnBrk="0" hangingPunct="0">
              <a:lnSpc>
                <a:spcPct val="100000"/>
              </a:lnSpc>
              <a:spcBef>
                <a:spcPct val="50000"/>
              </a:spcBef>
              <a:spcAft>
                <a:spcPct val="0"/>
              </a:spcAft>
              <a:buClrTx/>
              <a:buSzTx/>
              <a:buFontTx/>
              <a:buNone/>
              <a:defRPr/>
            </a:pPr>
            <a:endParaRPr kumimoji="0" lang="en-US" altLang="zh-CN" sz="1400" b="0" i="0" u="none" strike="noStrike" kern="1200" cap="none" spc="0" normalizeH="0" baseline="0" noProof="0">
              <a:ln>
                <a:noFill/>
              </a:ln>
              <a:solidFill>
                <a:schemeClr val="bg2"/>
              </a:solidFill>
              <a:effectLst/>
              <a:uLnTx/>
              <a:uFillTx/>
              <a:latin typeface="Arial" panose="020B0604020202020204" pitchFamily="34" charset="0"/>
              <a:ea typeface="宋体" panose="02010600030101010101" pitchFamily="2" charset="-122"/>
              <a:cs typeface="+mn-cs"/>
            </a:endParaRPr>
          </a:p>
        </p:txBody>
      </p:sp>
      <p:sp>
        <p:nvSpPr>
          <p:cNvPr id="8" name="页脚占位符 7"/>
          <p:cNvSpPr>
            <a:spLocks noGrp="1"/>
          </p:cNvSpPr>
          <p:nvPr>
            <p:ph type="ftr" sz="quarter" idx="11"/>
          </p:nvPr>
        </p:nvSpPr>
        <p:spPr/>
        <p:txBody>
          <a:bodyPr/>
          <a:lstStyle/>
          <a:p>
            <a:pPr marL="0" marR="0" lvl="0" indent="0" algn="ctr" defTabSz="914400" rtl="0" eaLnBrk="0" fontAlgn="base" latinLnBrk="0" hangingPunct="0">
              <a:lnSpc>
                <a:spcPct val="100000"/>
              </a:lnSpc>
              <a:spcBef>
                <a:spcPct val="50000"/>
              </a:spcBef>
              <a:spcAft>
                <a:spcPct val="0"/>
              </a:spcAft>
              <a:buClrTx/>
              <a:buSzTx/>
              <a:buFontTx/>
              <a:buNone/>
              <a:defRPr/>
            </a:pPr>
            <a:endParaRPr kumimoji="0" lang="en-US" altLang="zh-CN" sz="1400" b="0" i="0" u="none" strike="noStrike" kern="1200" cap="none" spc="0" normalizeH="0" baseline="0" noProof="0">
              <a:ln>
                <a:noFill/>
              </a:ln>
              <a:solidFill>
                <a:schemeClr val="bg2"/>
              </a:solidFill>
              <a:effectLst/>
              <a:uLnTx/>
              <a:uFillTx/>
              <a:latin typeface="Arial" panose="020B0604020202020204" pitchFamily="34" charset="0"/>
              <a:ea typeface="宋体" panose="02010600030101010101" pitchFamily="2" charset="-122"/>
              <a:cs typeface="+mn-cs"/>
            </a:endParaRPr>
          </a:p>
        </p:txBody>
      </p:sp>
      <p:sp>
        <p:nvSpPr>
          <p:cNvPr id="9" name="灯片编号占位符 8"/>
          <p:cNvSpPr>
            <a:spLocks noGrp="1"/>
          </p:cNvSpPr>
          <p:nvPr>
            <p:ph type="sldNum" sz="quarter" idx="12"/>
          </p:nvPr>
        </p:nvSpPr>
        <p:spPr/>
        <p:txBody>
          <a:bodyPr/>
          <a:lstStyle/>
          <a:p>
            <a:pPr marL="0" marR="0" lvl="0" indent="0" algn="r" defTabSz="914400" rtl="0" eaLnBrk="0" fontAlgn="base" latinLnBrk="0" hangingPunct="0">
              <a:lnSpc>
                <a:spcPct val="100000"/>
              </a:lnSpc>
              <a:spcBef>
                <a:spcPct val="50000"/>
              </a:spcBef>
              <a:spcAft>
                <a:spcPct val="0"/>
              </a:spcAft>
              <a:buClrTx/>
              <a:buSzTx/>
              <a:buFontTx/>
              <a:buNone/>
              <a:defRPr/>
            </a:pPr>
            <a:fld id="{BAA3CE7D-5D43-5E49-BBFE-A384AEC090D0}" type="slidenum">
              <a:rPr kumimoji="0" lang="zh-CN" altLang="en-US" sz="1400" b="0" i="0" u="none" strike="noStrike" kern="1200" cap="none" spc="0" normalizeH="0" baseline="0" noProof="0">
                <a:ln>
                  <a:noFill/>
                </a:ln>
                <a:solidFill>
                  <a:schemeClr val="bg2"/>
                </a:solidFill>
                <a:effectLst/>
                <a:uLnTx/>
                <a:uFillTx/>
                <a:latin typeface="Arial" panose="020B0604020202020204" pitchFamily="34" charset="0"/>
                <a:ea typeface="宋体" panose="02010600030101010101" pitchFamily="2" charset="-122"/>
                <a:cs typeface="+mn-cs"/>
              </a:rPr>
              <a:t>‹#›</a:t>
            </a:fld>
            <a:endParaRPr kumimoji="0" lang="en-US" altLang="zh-CN" sz="1400" b="0" i="0" u="none" strike="noStrike" kern="1200" cap="none" spc="0" normalizeH="0" baseline="0" noProof="0">
              <a:ln>
                <a:noFill/>
              </a:ln>
              <a:solidFill>
                <a:schemeClr val="bg2"/>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pPr marL="0" marR="0" lvl="0" indent="0" algn="l" defTabSz="914400" rtl="0" eaLnBrk="0" fontAlgn="base" latinLnBrk="0" hangingPunct="0">
              <a:lnSpc>
                <a:spcPct val="100000"/>
              </a:lnSpc>
              <a:spcBef>
                <a:spcPct val="50000"/>
              </a:spcBef>
              <a:spcAft>
                <a:spcPct val="0"/>
              </a:spcAft>
              <a:buClrTx/>
              <a:buSzTx/>
              <a:buFontTx/>
              <a:buNone/>
              <a:defRPr/>
            </a:pPr>
            <a:endParaRPr kumimoji="0" lang="en-US" altLang="zh-CN" sz="1400" b="0" i="0" u="none" strike="noStrike" kern="1200" cap="none" spc="0" normalizeH="0" baseline="0" noProof="0">
              <a:ln>
                <a:noFill/>
              </a:ln>
              <a:solidFill>
                <a:schemeClr val="bg2"/>
              </a:solidFill>
              <a:effectLst/>
              <a:uLnTx/>
              <a:uFillTx/>
              <a:latin typeface="Arial" panose="020B0604020202020204" pitchFamily="34" charset="0"/>
              <a:ea typeface="宋体" panose="02010600030101010101" pitchFamily="2" charset="-122"/>
              <a:cs typeface="+mn-cs"/>
            </a:endParaRPr>
          </a:p>
        </p:txBody>
      </p:sp>
      <p:sp>
        <p:nvSpPr>
          <p:cNvPr id="4" name="页脚占位符 3"/>
          <p:cNvSpPr>
            <a:spLocks noGrp="1"/>
          </p:cNvSpPr>
          <p:nvPr>
            <p:ph type="ftr" sz="quarter" idx="11"/>
          </p:nvPr>
        </p:nvSpPr>
        <p:spPr/>
        <p:txBody>
          <a:bodyPr/>
          <a:lstStyle/>
          <a:p>
            <a:pPr marL="0" marR="0" lvl="0" indent="0" algn="ctr" defTabSz="914400" rtl="0" eaLnBrk="0" fontAlgn="base" latinLnBrk="0" hangingPunct="0">
              <a:lnSpc>
                <a:spcPct val="100000"/>
              </a:lnSpc>
              <a:spcBef>
                <a:spcPct val="50000"/>
              </a:spcBef>
              <a:spcAft>
                <a:spcPct val="0"/>
              </a:spcAft>
              <a:buClrTx/>
              <a:buSzTx/>
              <a:buFontTx/>
              <a:buNone/>
              <a:defRPr/>
            </a:pPr>
            <a:endParaRPr kumimoji="0" lang="en-US" altLang="zh-CN" sz="1400" b="0" i="0" u="none" strike="noStrike" kern="1200" cap="none" spc="0" normalizeH="0" baseline="0" noProof="0">
              <a:ln>
                <a:noFill/>
              </a:ln>
              <a:solidFill>
                <a:schemeClr val="bg2"/>
              </a:solidFill>
              <a:effectLst/>
              <a:uLnTx/>
              <a:uFillTx/>
              <a:latin typeface="Arial" panose="020B0604020202020204" pitchFamily="34" charset="0"/>
              <a:ea typeface="宋体" panose="02010600030101010101" pitchFamily="2" charset="-122"/>
              <a:cs typeface="+mn-cs"/>
            </a:endParaRPr>
          </a:p>
        </p:txBody>
      </p:sp>
      <p:sp>
        <p:nvSpPr>
          <p:cNvPr id="5" name="灯片编号占位符 4"/>
          <p:cNvSpPr>
            <a:spLocks noGrp="1"/>
          </p:cNvSpPr>
          <p:nvPr>
            <p:ph type="sldNum" sz="quarter" idx="12"/>
          </p:nvPr>
        </p:nvSpPr>
        <p:spPr/>
        <p:txBody>
          <a:bodyPr/>
          <a:lstStyle/>
          <a:p>
            <a:pPr marL="0" marR="0" lvl="0" indent="0" algn="r" defTabSz="914400" rtl="0" eaLnBrk="0" fontAlgn="base" latinLnBrk="0" hangingPunct="0">
              <a:lnSpc>
                <a:spcPct val="100000"/>
              </a:lnSpc>
              <a:spcBef>
                <a:spcPct val="50000"/>
              </a:spcBef>
              <a:spcAft>
                <a:spcPct val="0"/>
              </a:spcAft>
              <a:buClrTx/>
              <a:buSzTx/>
              <a:buFontTx/>
              <a:buNone/>
              <a:defRPr/>
            </a:pPr>
            <a:fld id="{BAA3CE7D-5D43-5E49-BBFE-A384AEC090D0}" type="slidenum">
              <a:rPr kumimoji="0" lang="zh-CN" altLang="en-US" sz="1400" b="0" i="0" u="none" strike="noStrike" kern="1200" cap="none" spc="0" normalizeH="0" baseline="0" noProof="0">
                <a:ln>
                  <a:noFill/>
                </a:ln>
                <a:solidFill>
                  <a:schemeClr val="bg2"/>
                </a:solidFill>
                <a:effectLst/>
                <a:uLnTx/>
                <a:uFillTx/>
                <a:latin typeface="Arial" panose="020B0604020202020204" pitchFamily="34" charset="0"/>
                <a:ea typeface="宋体" panose="02010600030101010101" pitchFamily="2" charset="-122"/>
                <a:cs typeface="+mn-cs"/>
              </a:rPr>
              <a:t>‹#›</a:t>
            </a:fld>
            <a:endParaRPr kumimoji="0" lang="en-US" altLang="zh-CN" sz="1400" b="0" i="0" u="none" strike="noStrike" kern="1200" cap="none" spc="0" normalizeH="0" baseline="0" noProof="0">
              <a:ln>
                <a:noFill/>
              </a:ln>
              <a:solidFill>
                <a:schemeClr val="bg2"/>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pPr marL="0" marR="0" lvl="0" indent="0" algn="l" defTabSz="914400" rtl="0" eaLnBrk="0" fontAlgn="base" latinLnBrk="0" hangingPunct="0">
              <a:lnSpc>
                <a:spcPct val="100000"/>
              </a:lnSpc>
              <a:spcBef>
                <a:spcPct val="50000"/>
              </a:spcBef>
              <a:spcAft>
                <a:spcPct val="0"/>
              </a:spcAft>
              <a:buClrTx/>
              <a:buSzTx/>
              <a:buFontTx/>
              <a:buNone/>
              <a:defRPr/>
            </a:pPr>
            <a:endParaRPr kumimoji="0" lang="en-US" altLang="zh-CN" sz="1400" b="0" i="0" u="none" strike="noStrike" kern="1200" cap="none" spc="0" normalizeH="0" baseline="0" noProof="0">
              <a:ln>
                <a:noFill/>
              </a:ln>
              <a:solidFill>
                <a:schemeClr val="bg2"/>
              </a:solidFill>
              <a:effectLst/>
              <a:uLnTx/>
              <a:uFillTx/>
              <a:latin typeface="Arial" panose="020B0604020202020204" pitchFamily="34" charset="0"/>
              <a:ea typeface="宋体" panose="02010600030101010101" pitchFamily="2" charset="-122"/>
              <a:cs typeface="+mn-cs"/>
            </a:endParaRPr>
          </a:p>
        </p:txBody>
      </p:sp>
      <p:sp>
        <p:nvSpPr>
          <p:cNvPr id="3" name="页脚占位符 2"/>
          <p:cNvSpPr>
            <a:spLocks noGrp="1"/>
          </p:cNvSpPr>
          <p:nvPr>
            <p:ph type="ftr" sz="quarter" idx="11"/>
          </p:nvPr>
        </p:nvSpPr>
        <p:spPr/>
        <p:txBody>
          <a:bodyPr/>
          <a:lstStyle/>
          <a:p>
            <a:pPr marL="0" marR="0" lvl="0" indent="0" algn="ctr" defTabSz="914400" rtl="0" eaLnBrk="0" fontAlgn="base" latinLnBrk="0" hangingPunct="0">
              <a:lnSpc>
                <a:spcPct val="100000"/>
              </a:lnSpc>
              <a:spcBef>
                <a:spcPct val="50000"/>
              </a:spcBef>
              <a:spcAft>
                <a:spcPct val="0"/>
              </a:spcAft>
              <a:buClrTx/>
              <a:buSzTx/>
              <a:buFontTx/>
              <a:buNone/>
              <a:defRPr/>
            </a:pPr>
            <a:endParaRPr kumimoji="0" lang="en-US" altLang="zh-CN" sz="1400" b="0" i="0" u="none" strike="noStrike" kern="1200" cap="none" spc="0" normalizeH="0" baseline="0" noProof="0">
              <a:ln>
                <a:noFill/>
              </a:ln>
              <a:solidFill>
                <a:schemeClr val="bg2"/>
              </a:solidFill>
              <a:effectLst/>
              <a:uLnTx/>
              <a:uFillTx/>
              <a:latin typeface="Arial" panose="020B0604020202020204" pitchFamily="34" charset="0"/>
              <a:ea typeface="宋体" panose="02010600030101010101" pitchFamily="2" charset="-122"/>
              <a:cs typeface="+mn-cs"/>
            </a:endParaRPr>
          </a:p>
        </p:txBody>
      </p:sp>
      <p:sp>
        <p:nvSpPr>
          <p:cNvPr id="4" name="灯片编号占位符 3"/>
          <p:cNvSpPr>
            <a:spLocks noGrp="1"/>
          </p:cNvSpPr>
          <p:nvPr>
            <p:ph type="sldNum" sz="quarter" idx="12"/>
          </p:nvPr>
        </p:nvSpPr>
        <p:spPr/>
        <p:txBody>
          <a:bodyPr/>
          <a:lstStyle/>
          <a:p>
            <a:pPr marL="0" marR="0" lvl="0" indent="0" algn="r" defTabSz="914400" rtl="0" eaLnBrk="0" fontAlgn="base" latinLnBrk="0" hangingPunct="0">
              <a:lnSpc>
                <a:spcPct val="100000"/>
              </a:lnSpc>
              <a:spcBef>
                <a:spcPct val="50000"/>
              </a:spcBef>
              <a:spcAft>
                <a:spcPct val="0"/>
              </a:spcAft>
              <a:buClrTx/>
              <a:buSzTx/>
              <a:buFontTx/>
              <a:buNone/>
              <a:defRPr/>
            </a:pPr>
            <a:fld id="{BAA3CE7D-5D43-5E49-BBFE-A384AEC090D0}" type="slidenum">
              <a:rPr kumimoji="0" lang="zh-CN" altLang="en-US" sz="1400" b="0" i="0" u="none" strike="noStrike" kern="1200" cap="none" spc="0" normalizeH="0" baseline="0" noProof="0">
                <a:ln>
                  <a:noFill/>
                </a:ln>
                <a:solidFill>
                  <a:schemeClr val="bg2"/>
                </a:solidFill>
                <a:effectLst/>
                <a:uLnTx/>
                <a:uFillTx/>
                <a:latin typeface="Arial" panose="020B0604020202020204" pitchFamily="34" charset="0"/>
                <a:ea typeface="宋体" panose="02010600030101010101" pitchFamily="2" charset="-122"/>
                <a:cs typeface="+mn-cs"/>
              </a:rPr>
              <a:t>‹#›</a:t>
            </a:fld>
            <a:endParaRPr kumimoji="0" lang="en-US" altLang="zh-CN" sz="1400" b="0" i="0" u="none" strike="noStrike" kern="1200" cap="none" spc="0" normalizeH="0" baseline="0" noProof="0">
              <a:ln>
                <a:noFill/>
              </a:ln>
              <a:solidFill>
                <a:schemeClr val="bg2"/>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pPr marL="0" marR="0" lvl="0" indent="0" algn="l" defTabSz="914400" rtl="0" eaLnBrk="0" fontAlgn="base" latinLnBrk="0" hangingPunct="0">
              <a:lnSpc>
                <a:spcPct val="100000"/>
              </a:lnSpc>
              <a:spcBef>
                <a:spcPct val="50000"/>
              </a:spcBef>
              <a:spcAft>
                <a:spcPct val="0"/>
              </a:spcAft>
              <a:buClrTx/>
              <a:buSzTx/>
              <a:buFontTx/>
              <a:buNone/>
              <a:defRPr/>
            </a:pPr>
            <a:endParaRPr kumimoji="0" lang="en-US" altLang="zh-CN" sz="1400" b="0" i="0" u="none" strike="noStrike" kern="1200" cap="none" spc="0" normalizeH="0" baseline="0" noProof="0">
              <a:ln>
                <a:noFill/>
              </a:ln>
              <a:solidFill>
                <a:schemeClr val="bg2"/>
              </a:solidFill>
              <a:effectLst/>
              <a:uLnTx/>
              <a:uFillTx/>
              <a:latin typeface="Arial" panose="020B0604020202020204" pitchFamily="34" charset="0"/>
              <a:ea typeface="宋体" panose="02010600030101010101" pitchFamily="2" charset="-122"/>
              <a:cs typeface="+mn-cs"/>
            </a:endParaRPr>
          </a:p>
        </p:txBody>
      </p:sp>
      <p:sp>
        <p:nvSpPr>
          <p:cNvPr id="6" name="页脚占位符 5"/>
          <p:cNvSpPr>
            <a:spLocks noGrp="1"/>
          </p:cNvSpPr>
          <p:nvPr>
            <p:ph type="ftr" sz="quarter" idx="11"/>
          </p:nvPr>
        </p:nvSpPr>
        <p:spPr/>
        <p:txBody>
          <a:bodyPr/>
          <a:lstStyle/>
          <a:p>
            <a:pPr marL="0" marR="0" lvl="0" indent="0" algn="ctr" defTabSz="914400" rtl="0" eaLnBrk="0" fontAlgn="base" latinLnBrk="0" hangingPunct="0">
              <a:lnSpc>
                <a:spcPct val="100000"/>
              </a:lnSpc>
              <a:spcBef>
                <a:spcPct val="50000"/>
              </a:spcBef>
              <a:spcAft>
                <a:spcPct val="0"/>
              </a:spcAft>
              <a:buClrTx/>
              <a:buSzTx/>
              <a:buFontTx/>
              <a:buNone/>
              <a:defRPr/>
            </a:pPr>
            <a:endParaRPr kumimoji="0" lang="en-US" altLang="zh-CN" sz="1400" b="0" i="0" u="none" strike="noStrike" kern="1200" cap="none" spc="0" normalizeH="0" baseline="0" noProof="0">
              <a:ln>
                <a:noFill/>
              </a:ln>
              <a:solidFill>
                <a:schemeClr val="bg2"/>
              </a:solidFill>
              <a:effectLst/>
              <a:uLnTx/>
              <a:uFillTx/>
              <a:latin typeface="Arial" panose="020B0604020202020204" pitchFamily="34" charset="0"/>
              <a:ea typeface="宋体" panose="02010600030101010101" pitchFamily="2" charset="-122"/>
              <a:cs typeface="+mn-cs"/>
            </a:endParaRPr>
          </a:p>
        </p:txBody>
      </p:sp>
      <p:sp>
        <p:nvSpPr>
          <p:cNvPr id="7" name="灯片编号占位符 6"/>
          <p:cNvSpPr>
            <a:spLocks noGrp="1"/>
          </p:cNvSpPr>
          <p:nvPr>
            <p:ph type="sldNum" sz="quarter" idx="12"/>
          </p:nvPr>
        </p:nvSpPr>
        <p:spPr/>
        <p:txBody>
          <a:bodyPr/>
          <a:lstStyle/>
          <a:p>
            <a:pPr marL="0" marR="0" lvl="0" indent="0" algn="r" defTabSz="914400" rtl="0" eaLnBrk="0" fontAlgn="base" latinLnBrk="0" hangingPunct="0">
              <a:lnSpc>
                <a:spcPct val="100000"/>
              </a:lnSpc>
              <a:spcBef>
                <a:spcPct val="50000"/>
              </a:spcBef>
              <a:spcAft>
                <a:spcPct val="0"/>
              </a:spcAft>
              <a:buClrTx/>
              <a:buSzTx/>
              <a:buFontTx/>
              <a:buNone/>
              <a:defRPr/>
            </a:pPr>
            <a:fld id="{BAA3CE7D-5D43-5E49-BBFE-A384AEC090D0}" type="slidenum">
              <a:rPr kumimoji="0" lang="zh-CN" altLang="en-US" sz="1400" b="0" i="0" u="none" strike="noStrike" kern="1200" cap="none" spc="0" normalizeH="0" baseline="0" noProof="0">
                <a:ln>
                  <a:noFill/>
                </a:ln>
                <a:solidFill>
                  <a:schemeClr val="bg2"/>
                </a:solidFill>
                <a:effectLst/>
                <a:uLnTx/>
                <a:uFillTx/>
                <a:latin typeface="Arial" panose="020B0604020202020204" pitchFamily="34" charset="0"/>
                <a:ea typeface="宋体" panose="02010600030101010101" pitchFamily="2" charset="-122"/>
                <a:cs typeface="+mn-cs"/>
              </a:rPr>
              <a:t>‹#›</a:t>
            </a:fld>
            <a:endParaRPr kumimoji="0" lang="en-US" altLang="zh-CN" sz="1400" b="0" i="0" u="none" strike="noStrike" kern="1200" cap="none" spc="0" normalizeH="0" baseline="0" noProof="0">
              <a:ln>
                <a:noFill/>
              </a:ln>
              <a:solidFill>
                <a:schemeClr val="bg2"/>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1792288" y="612775"/>
            <a:ext cx="5486400" cy="4114800"/>
          </a:xfrm>
        </p:spPr>
        <p:txBody>
          <a:bodyPr vert="horz" wrap="square" lIns="91440" tIns="45720" rIns="91440" bIns="45720" numCol="1" anchor="t" anchorCtr="0" compatLnSpc="1"/>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100000"/>
              </a:lnSpc>
              <a:spcBef>
                <a:spcPct val="20000"/>
              </a:spcBef>
              <a:spcAft>
                <a:spcPct val="0"/>
              </a:spcAft>
              <a:buClr>
                <a:srgbClr val="0000FF"/>
              </a:buClr>
              <a:buSzTx/>
              <a:buFont typeface="Monotype Sorts" pitchFamily="2" charset="2"/>
              <a:buNone/>
              <a:defRPr/>
            </a:pPr>
            <a:endParaRPr kumimoji="1" lang="zh-CN" altLang="en-US" sz="3200" b="1" i="0" u="none" strike="noStrike" kern="0" cap="none" spc="0" normalizeH="0" baseline="0" noProof="0">
              <a:ln>
                <a:noFill/>
              </a:ln>
              <a:solidFill>
                <a:schemeClr val="tx1"/>
              </a:solidFill>
              <a:effectLst/>
              <a:uLnTx/>
              <a:uFillTx/>
              <a:latin typeface="+mn-lt"/>
              <a:ea typeface="+mn-ea"/>
              <a:cs typeface="+mn-cs"/>
            </a:endParaRPr>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pPr marL="0" marR="0" lvl="0" indent="0" algn="l" defTabSz="914400" rtl="0" eaLnBrk="0" fontAlgn="base" latinLnBrk="0" hangingPunct="0">
              <a:lnSpc>
                <a:spcPct val="100000"/>
              </a:lnSpc>
              <a:spcBef>
                <a:spcPct val="50000"/>
              </a:spcBef>
              <a:spcAft>
                <a:spcPct val="0"/>
              </a:spcAft>
              <a:buClrTx/>
              <a:buSzTx/>
              <a:buFontTx/>
              <a:buNone/>
              <a:defRPr/>
            </a:pPr>
            <a:endParaRPr kumimoji="0" lang="en-US" altLang="zh-CN" sz="1400" b="0" i="0" u="none" strike="noStrike" kern="1200" cap="none" spc="0" normalizeH="0" baseline="0" noProof="0">
              <a:ln>
                <a:noFill/>
              </a:ln>
              <a:solidFill>
                <a:schemeClr val="bg2"/>
              </a:solidFill>
              <a:effectLst/>
              <a:uLnTx/>
              <a:uFillTx/>
              <a:latin typeface="Arial" panose="020B0604020202020204" pitchFamily="34" charset="0"/>
              <a:ea typeface="宋体" panose="02010600030101010101" pitchFamily="2" charset="-122"/>
              <a:cs typeface="+mn-cs"/>
            </a:endParaRPr>
          </a:p>
        </p:txBody>
      </p:sp>
      <p:sp>
        <p:nvSpPr>
          <p:cNvPr id="6" name="页脚占位符 5"/>
          <p:cNvSpPr>
            <a:spLocks noGrp="1"/>
          </p:cNvSpPr>
          <p:nvPr>
            <p:ph type="ftr" sz="quarter" idx="11"/>
          </p:nvPr>
        </p:nvSpPr>
        <p:spPr/>
        <p:txBody>
          <a:bodyPr/>
          <a:lstStyle/>
          <a:p>
            <a:pPr marL="0" marR="0" lvl="0" indent="0" algn="ctr" defTabSz="914400" rtl="0" eaLnBrk="0" fontAlgn="base" latinLnBrk="0" hangingPunct="0">
              <a:lnSpc>
                <a:spcPct val="100000"/>
              </a:lnSpc>
              <a:spcBef>
                <a:spcPct val="50000"/>
              </a:spcBef>
              <a:spcAft>
                <a:spcPct val="0"/>
              </a:spcAft>
              <a:buClrTx/>
              <a:buSzTx/>
              <a:buFontTx/>
              <a:buNone/>
              <a:defRPr/>
            </a:pPr>
            <a:endParaRPr kumimoji="0" lang="en-US" altLang="zh-CN" sz="1400" b="0" i="0" u="none" strike="noStrike" kern="1200" cap="none" spc="0" normalizeH="0" baseline="0" noProof="0">
              <a:ln>
                <a:noFill/>
              </a:ln>
              <a:solidFill>
                <a:schemeClr val="bg2"/>
              </a:solidFill>
              <a:effectLst/>
              <a:uLnTx/>
              <a:uFillTx/>
              <a:latin typeface="Arial" panose="020B0604020202020204" pitchFamily="34" charset="0"/>
              <a:ea typeface="宋体" panose="02010600030101010101" pitchFamily="2" charset="-122"/>
              <a:cs typeface="+mn-cs"/>
            </a:endParaRPr>
          </a:p>
        </p:txBody>
      </p:sp>
      <p:sp>
        <p:nvSpPr>
          <p:cNvPr id="7" name="灯片编号占位符 6"/>
          <p:cNvSpPr>
            <a:spLocks noGrp="1"/>
          </p:cNvSpPr>
          <p:nvPr>
            <p:ph type="sldNum" sz="quarter" idx="12"/>
          </p:nvPr>
        </p:nvSpPr>
        <p:spPr/>
        <p:txBody>
          <a:bodyPr/>
          <a:lstStyle/>
          <a:p>
            <a:pPr marL="0" marR="0" lvl="0" indent="0" algn="r" defTabSz="914400" rtl="0" eaLnBrk="0" fontAlgn="base" latinLnBrk="0" hangingPunct="0">
              <a:lnSpc>
                <a:spcPct val="100000"/>
              </a:lnSpc>
              <a:spcBef>
                <a:spcPct val="50000"/>
              </a:spcBef>
              <a:spcAft>
                <a:spcPct val="0"/>
              </a:spcAft>
              <a:buClrTx/>
              <a:buSzTx/>
              <a:buFontTx/>
              <a:buNone/>
              <a:defRPr/>
            </a:pPr>
            <a:fld id="{BAA3CE7D-5D43-5E49-BBFE-A384AEC090D0}" type="slidenum">
              <a:rPr kumimoji="0" lang="zh-CN" altLang="en-US" sz="1400" b="0" i="0" u="none" strike="noStrike" kern="1200" cap="none" spc="0" normalizeH="0" baseline="0" noProof="0">
                <a:ln>
                  <a:noFill/>
                </a:ln>
                <a:solidFill>
                  <a:schemeClr val="bg2"/>
                </a:solidFill>
                <a:effectLst/>
                <a:uLnTx/>
                <a:uFillTx/>
                <a:latin typeface="Arial" panose="020B0604020202020204" pitchFamily="34" charset="0"/>
                <a:ea typeface="宋体" panose="02010600030101010101" pitchFamily="2" charset="-122"/>
                <a:cs typeface="+mn-cs"/>
              </a:rPr>
              <a:t>‹#›</a:t>
            </a:fld>
            <a:endParaRPr kumimoji="0" lang="en-US" altLang="zh-CN" sz="1400" b="0" i="0" u="none" strike="noStrike" kern="1200" cap="none" spc="0" normalizeH="0" baseline="0" noProof="0">
              <a:ln>
                <a:noFill/>
              </a:ln>
              <a:solidFill>
                <a:schemeClr val="bg2"/>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pPr marL="0" marR="0" lvl="0" indent="0" algn="l" defTabSz="914400" rtl="0" eaLnBrk="0" fontAlgn="base" latinLnBrk="0" hangingPunct="0">
              <a:lnSpc>
                <a:spcPct val="100000"/>
              </a:lnSpc>
              <a:spcBef>
                <a:spcPct val="50000"/>
              </a:spcBef>
              <a:spcAft>
                <a:spcPct val="0"/>
              </a:spcAft>
              <a:buClrTx/>
              <a:buSzTx/>
              <a:buFontTx/>
              <a:buNone/>
              <a:defRPr/>
            </a:pPr>
            <a:endParaRPr kumimoji="0" lang="en-US" altLang="zh-CN" sz="1400" b="0" i="0" u="none" strike="noStrike" kern="1200" cap="none" spc="0" normalizeH="0" baseline="0" noProof="0">
              <a:ln>
                <a:noFill/>
              </a:ln>
              <a:solidFill>
                <a:schemeClr val="bg2"/>
              </a:solidFill>
              <a:effectLst/>
              <a:uLnTx/>
              <a:uFillTx/>
              <a:latin typeface="Arial" panose="020B0604020202020204" pitchFamily="34" charset="0"/>
              <a:ea typeface="宋体" panose="02010600030101010101" pitchFamily="2"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0" fontAlgn="base" latinLnBrk="0" hangingPunct="0">
              <a:lnSpc>
                <a:spcPct val="100000"/>
              </a:lnSpc>
              <a:spcBef>
                <a:spcPct val="50000"/>
              </a:spcBef>
              <a:spcAft>
                <a:spcPct val="0"/>
              </a:spcAft>
              <a:buClrTx/>
              <a:buSzTx/>
              <a:buFontTx/>
              <a:buNone/>
              <a:defRPr/>
            </a:pPr>
            <a:endParaRPr kumimoji="0" lang="en-US" altLang="zh-CN" sz="1400" b="0" i="0" u="none" strike="noStrike" kern="1200" cap="none" spc="0" normalizeH="0" baseline="0" noProof="0">
              <a:ln>
                <a:noFill/>
              </a:ln>
              <a:solidFill>
                <a:schemeClr val="bg2"/>
              </a:solidFill>
              <a:effectLst/>
              <a:uLnTx/>
              <a:uFillTx/>
              <a:latin typeface="Arial" panose="020B0604020202020204" pitchFamily="34"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lstStyle/>
          <a:p>
            <a:pPr marL="0" marR="0" lvl="0" indent="0" algn="r" defTabSz="914400" rtl="0" eaLnBrk="0" fontAlgn="base" latinLnBrk="0" hangingPunct="0">
              <a:lnSpc>
                <a:spcPct val="100000"/>
              </a:lnSpc>
              <a:spcBef>
                <a:spcPct val="50000"/>
              </a:spcBef>
              <a:spcAft>
                <a:spcPct val="0"/>
              </a:spcAft>
              <a:buClrTx/>
              <a:buSzTx/>
              <a:buFontTx/>
              <a:buNone/>
              <a:defRPr/>
            </a:pPr>
            <a:fld id="{BAA3CE7D-5D43-5E49-BBFE-A384AEC090D0}" type="slidenum">
              <a:rPr kumimoji="0" lang="zh-CN" altLang="en-US" sz="1400" b="0" i="0" u="none" strike="noStrike" kern="1200" cap="none" spc="0" normalizeH="0" baseline="0" noProof="0">
                <a:ln>
                  <a:noFill/>
                </a:ln>
                <a:solidFill>
                  <a:schemeClr val="bg2"/>
                </a:solidFill>
                <a:effectLst/>
                <a:uLnTx/>
                <a:uFillTx/>
                <a:latin typeface="Arial" panose="020B0604020202020204" pitchFamily="34" charset="0"/>
                <a:ea typeface="宋体" panose="02010600030101010101" pitchFamily="2" charset="-122"/>
                <a:cs typeface="+mn-cs"/>
              </a:rPr>
              <a:t>‹#›</a:t>
            </a:fld>
            <a:endParaRPr kumimoji="0" lang="en-US" altLang="zh-CN" sz="1400" b="0" i="0" u="none" strike="noStrike" kern="1200" cap="none" spc="0" normalizeH="0" baseline="0" noProof="0">
              <a:ln>
                <a:noFill/>
              </a:ln>
              <a:solidFill>
                <a:schemeClr val="bg2"/>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588125" y="152400"/>
            <a:ext cx="2058988" cy="6229350"/>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406400" y="152400"/>
            <a:ext cx="6029325" cy="6229350"/>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pPr marL="0" marR="0" lvl="0" indent="0" algn="l" defTabSz="914400" rtl="0" eaLnBrk="0" fontAlgn="base" latinLnBrk="0" hangingPunct="0">
              <a:lnSpc>
                <a:spcPct val="100000"/>
              </a:lnSpc>
              <a:spcBef>
                <a:spcPct val="50000"/>
              </a:spcBef>
              <a:spcAft>
                <a:spcPct val="0"/>
              </a:spcAft>
              <a:buClrTx/>
              <a:buSzTx/>
              <a:buFontTx/>
              <a:buNone/>
              <a:defRPr/>
            </a:pPr>
            <a:endParaRPr kumimoji="0" lang="en-US" altLang="zh-CN" sz="1400" b="0" i="0" u="none" strike="noStrike" kern="1200" cap="none" spc="0" normalizeH="0" baseline="0" noProof="0">
              <a:ln>
                <a:noFill/>
              </a:ln>
              <a:solidFill>
                <a:schemeClr val="bg2"/>
              </a:solidFill>
              <a:effectLst/>
              <a:uLnTx/>
              <a:uFillTx/>
              <a:latin typeface="Arial" panose="020B0604020202020204" pitchFamily="34" charset="0"/>
              <a:ea typeface="宋体" panose="02010600030101010101" pitchFamily="2"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0" fontAlgn="base" latinLnBrk="0" hangingPunct="0">
              <a:lnSpc>
                <a:spcPct val="100000"/>
              </a:lnSpc>
              <a:spcBef>
                <a:spcPct val="50000"/>
              </a:spcBef>
              <a:spcAft>
                <a:spcPct val="0"/>
              </a:spcAft>
              <a:buClrTx/>
              <a:buSzTx/>
              <a:buFontTx/>
              <a:buNone/>
              <a:defRPr/>
            </a:pPr>
            <a:endParaRPr kumimoji="0" lang="en-US" altLang="zh-CN" sz="1400" b="0" i="0" u="none" strike="noStrike" kern="1200" cap="none" spc="0" normalizeH="0" baseline="0" noProof="0">
              <a:ln>
                <a:noFill/>
              </a:ln>
              <a:solidFill>
                <a:schemeClr val="bg2"/>
              </a:solidFill>
              <a:effectLst/>
              <a:uLnTx/>
              <a:uFillTx/>
              <a:latin typeface="Arial" panose="020B0604020202020204" pitchFamily="34"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lstStyle/>
          <a:p>
            <a:pPr marL="0" marR="0" lvl="0" indent="0" algn="r" defTabSz="914400" rtl="0" eaLnBrk="0" fontAlgn="base" latinLnBrk="0" hangingPunct="0">
              <a:lnSpc>
                <a:spcPct val="100000"/>
              </a:lnSpc>
              <a:spcBef>
                <a:spcPct val="50000"/>
              </a:spcBef>
              <a:spcAft>
                <a:spcPct val="0"/>
              </a:spcAft>
              <a:buClrTx/>
              <a:buSzTx/>
              <a:buFontTx/>
              <a:buNone/>
              <a:defRPr/>
            </a:pPr>
            <a:fld id="{BAA3CE7D-5D43-5E49-BBFE-A384AEC090D0}" type="slidenum">
              <a:rPr kumimoji="0" lang="zh-CN" altLang="en-US" sz="1400" b="0" i="0" u="none" strike="noStrike" kern="1200" cap="none" spc="0" normalizeH="0" baseline="0" noProof="0">
                <a:ln>
                  <a:noFill/>
                </a:ln>
                <a:solidFill>
                  <a:schemeClr val="bg2"/>
                </a:solidFill>
                <a:effectLst/>
                <a:uLnTx/>
                <a:uFillTx/>
                <a:latin typeface="Arial" panose="020B0604020202020204" pitchFamily="34" charset="0"/>
                <a:ea typeface="宋体" panose="02010600030101010101" pitchFamily="2" charset="-122"/>
                <a:cs typeface="+mn-cs"/>
              </a:rPr>
              <a:t>‹#›</a:t>
            </a:fld>
            <a:endParaRPr kumimoji="0" lang="en-US" altLang="zh-CN" sz="1400" b="0" i="0" u="none" strike="noStrike" kern="1200" cap="none" spc="0" normalizeH="0" baseline="0" noProof="0">
              <a:ln>
                <a:noFill/>
              </a:ln>
              <a:solidFill>
                <a:schemeClr val="bg2"/>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txAndObj" preserve="1">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406400" y="152400"/>
            <a:ext cx="8204200" cy="1143000"/>
          </a:xfrm>
        </p:spPr>
        <p:txBody>
          <a:bodyPr/>
          <a:lstStyle/>
          <a:p>
            <a:r>
              <a:rPr lang="zh-CN" altLang="en-US"/>
              <a:t>单击此处编辑母版标题样式</a:t>
            </a:r>
          </a:p>
        </p:txBody>
      </p:sp>
      <p:sp>
        <p:nvSpPr>
          <p:cNvPr id="3" name="文本占位符 2"/>
          <p:cNvSpPr>
            <a:spLocks noGrp="1"/>
          </p:cNvSpPr>
          <p:nvPr>
            <p:ph type="body" sz="half" idx="1"/>
          </p:nvPr>
        </p:nvSpPr>
        <p:spPr>
          <a:xfrm>
            <a:off x="468313" y="1412875"/>
            <a:ext cx="4013200" cy="4968875"/>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33913" y="1412875"/>
            <a:ext cx="4013200" cy="4968875"/>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p:txBody>
          <a:bodyPr/>
          <a:lstStyle/>
          <a:p>
            <a:pPr marL="0" marR="0" lvl="0" indent="0" algn="l" defTabSz="914400" rtl="0" eaLnBrk="0" fontAlgn="base" latinLnBrk="0" hangingPunct="0">
              <a:lnSpc>
                <a:spcPct val="100000"/>
              </a:lnSpc>
              <a:spcBef>
                <a:spcPct val="50000"/>
              </a:spcBef>
              <a:spcAft>
                <a:spcPct val="0"/>
              </a:spcAft>
              <a:buClrTx/>
              <a:buSzTx/>
              <a:buFontTx/>
              <a:buNone/>
              <a:defRPr/>
            </a:pPr>
            <a:endParaRPr kumimoji="0" lang="en-US" altLang="zh-CN" sz="1400" b="0" i="0" u="none" strike="noStrike" kern="1200" cap="none" spc="0" normalizeH="0" baseline="0" noProof="0">
              <a:ln>
                <a:noFill/>
              </a:ln>
              <a:solidFill>
                <a:schemeClr val="bg2"/>
              </a:solidFill>
              <a:effectLst/>
              <a:uLnTx/>
              <a:uFillTx/>
              <a:latin typeface="Arial" panose="020B0604020202020204" pitchFamily="34" charset="0"/>
              <a:ea typeface="宋体" panose="02010600030101010101" pitchFamily="2" charset="-122"/>
              <a:cs typeface="+mn-cs"/>
            </a:endParaRPr>
          </a:p>
        </p:txBody>
      </p:sp>
      <p:sp>
        <p:nvSpPr>
          <p:cNvPr id="6" name="页脚占位符 5"/>
          <p:cNvSpPr>
            <a:spLocks noGrp="1"/>
          </p:cNvSpPr>
          <p:nvPr>
            <p:ph type="ftr" sz="quarter" idx="11"/>
          </p:nvPr>
        </p:nvSpPr>
        <p:spPr/>
        <p:txBody>
          <a:bodyPr/>
          <a:lstStyle/>
          <a:p>
            <a:pPr marL="0" marR="0" lvl="0" indent="0" algn="ctr" defTabSz="914400" rtl="0" eaLnBrk="0" fontAlgn="base" latinLnBrk="0" hangingPunct="0">
              <a:lnSpc>
                <a:spcPct val="100000"/>
              </a:lnSpc>
              <a:spcBef>
                <a:spcPct val="50000"/>
              </a:spcBef>
              <a:spcAft>
                <a:spcPct val="0"/>
              </a:spcAft>
              <a:buClrTx/>
              <a:buSzTx/>
              <a:buFontTx/>
              <a:buNone/>
              <a:defRPr/>
            </a:pPr>
            <a:endParaRPr kumimoji="0" lang="en-US" altLang="zh-CN" sz="1400" b="0" i="0" u="none" strike="noStrike" kern="1200" cap="none" spc="0" normalizeH="0" baseline="0" noProof="0">
              <a:ln>
                <a:noFill/>
              </a:ln>
              <a:solidFill>
                <a:schemeClr val="bg2"/>
              </a:solidFill>
              <a:effectLst/>
              <a:uLnTx/>
              <a:uFillTx/>
              <a:latin typeface="Arial" panose="020B0604020202020204" pitchFamily="34" charset="0"/>
              <a:ea typeface="宋体" panose="02010600030101010101" pitchFamily="2" charset="-122"/>
              <a:cs typeface="+mn-cs"/>
            </a:endParaRPr>
          </a:p>
        </p:txBody>
      </p:sp>
      <p:sp>
        <p:nvSpPr>
          <p:cNvPr id="7" name="灯片编号占位符 6"/>
          <p:cNvSpPr>
            <a:spLocks noGrp="1"/>
          </p:cNvSpPr>
          <p:nvPr>
            <p:ph type="sldNum" sz="quarter" idx="12"/>
          </p:nvPr>
        </p:nvSpPr>
        <p:spPr/>
        <p:txBody>
          <a:bodyPr/>
          <a:lstStyle/>
          <a:p>
            <a:pPr marL="0" marR="0" lvl="0" indent="0" algn="r" defTabSz="914400" rtl="0" eaLnBrk="0" fontAlgn="base" latinLnBrk="0" hangingPunct="0">
              <a:lnSpc>
                <a:spcPct val="100000"/>
              </a:lnSpc>
              <a:spcBef>
                <a:spcPct val="50000"/>
              </a:spcBef>
              <a:spcAft>
                <a:spcPct val="0"/>
              </a:spcAft>
              <a:buClrTx/>
              <a:buSzTx/>
              <a:buFontTx/>
              <a:buNone/>
              <a:defRPr/>
            </a:pPr>
            <a:fld id="{BAA3CE7D-5D43-5E49-BBFE-A384AEC090D0}" type="slidenum">
              <a:rPr kumimoji="0" lang="zh-CN" altLang="en-US" sz="1400" b="0" i="0" u="none" strike="noStrike" kern="1200" cap="none" spc="0" normalizeH="0" baseline="0" noProof="0">
                <a:ln>
                  <a:noFill/>
                </a:ln>
                <a:solidFill>
                  <a:schemeClr val="bg2"/>
                </a:solidFill>
                <a:effectLst/>
                <a:uLnTx/>
                <a:uFillTx/>
                <a:latin typeface="Arial" panose="020B0604020202020204" pitchFamily="34" charset="0"/>
                <a:ea typeface="宋体" panose="02010600030101010101" pitchFamily="2" charset="-122"/>
                <a:cs typeface="+mn-cs"/>
              </a:rPr>
              <a:t>‹#›</a:t>
            </a:fld>
            <a:endParaRPr kumimoji="0" lang="en-US" altLang="zh-CN" sz="1400" b="0" i="0" u="none" strike="noStrike" kern="1200" cap="none" spc="0" normalizeH="0" baseline="0" noProof="0">
              <a:ln>
                <a:noFill/>
              </a:ln>
              <a:solidFill>
                <a:schemeClr val="bg2"/>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image" Target="../media/image3.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2.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jpeg"/></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Relationship Id="rId13" Type="http://schemas.openxmlformats.org/officeDocument/2006/relationships/theme" Target="../theme/theme2.xml"/><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slideLayout" Target="../slideLayouts/slideLayout24.xml"/><Relationship Id="rId2" Type="http://schemas.openxmlformats.org/officeDocument/2006/relationships/slideLayout" Target="../slideLayouts/slideLayout14.xml"/><Relationship Id="rId16" Type="http://schemas.openxmlformats.org/officeDocument/2006/relationships/image" Target="../media/image3.png"/><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5" Type="http://schemas.openxmlformats.org/officeDocument/2006/relationships/image" Target="../media/image2.png"/><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 Id="rId14" Type="http://schemas.openxmlformats.org/officeDocument/2006/relationships/image" Target="../media/image1.jpe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rotWithShape="0">
          <a:blip r:embed="rId14"/>
          <a:stretch>
            <a:fillRect/>
          </a:stretch>
        </a:blipFill>
        <a:effectLst/>
      </p:bgPr>
    </p:bg>
    <p:spTree>
      <p:nvGrpSpPr>
        <p:cNvPr id="1" name=""/>
        <p:cNvGrpSpPr/>
        <p:nvPr/>
      </p:nvGrpSpPr>
      <p:grpSpPr>
        <a:xfrm>
          <a:off x="0" y="0"/>
          <a:ext cx="0" cy="0"/>
          <a:chOff x="0" y="0"/>
          <a:chExt cx="0" cy="0"/>
        </a:xfrm>
      </p:grpSpPr>
      <p:sp>
        <p:nvSpPr>
          <p:cNvPr id="1026" name="Rectangle 2"/>
          <p:cNvSpPr>
            <a:spLocks noGrp="1"/>
          </p:cNvSpPr>
          <p:nvPr>
            <p:ph type="title"/>
          </p:nvPr>
        </p:nvSpPr>
        <p:spPr>
          <a:xfrm>
            <a:off x="406400" y="152400"/>
            <a:ext cx="8204200" cy="1143000"/>
          </a:xfrm>
          <a:prstGeom prst="rect">
            <a:avLst/>
          </a:prstGeom>
          <a:noFill/>
          <a:ln w="9525">
            <a:noFill/>
          </a:ln>
        </p:spPr>
        <p:txBody>
          <a:bodyPr anchor="b" anchorCtr="0"/>
          <a:lstStyle/>
          <a:p>
            <a:pPr lvl="0"/>
            <a:r>
              <a:rPr lang="zh-CN" altLang="en-US"/>
              <a:t>单击此处编辑母版标题样式</a:t>
            </a:r>
          </a:p>
        </p:txBody>
      </p:sp>
      <p:sp>
        <p:nvSpPr>
          <p:cNvPr id="1027" name="Rectangle 3"/>
          <p:cNvSpPr>
            <a:spLocks noGrp="1"/>
          </p:cNvSpPr>
          <p:nvPr>
            <p:ph type="body" idx="1"/>
          </p:nvPr>
        </p:nvSpPr>
        <p:spPr>
          <a:xfrm>
            <a:off x="468313" y="1412875"/>
            <a:ext cx="8178800" cy="4968875"/>
          </a:xfrm>
          <a:prstGeom prst="rect">
            <a:avLst/>
          </a:prstGeom>
          <a:noFill/>
          <a:ln w="9525">
            <a:noFill/>
          </a:ln>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314372" name="Rectangle 4"/>
          <p:cNvSpPr>
            <a:spLocks noGrp="1" noChangeArrowheads="1"/>
          </p:cNvSpPr>
          <p:nvPr>
            <p:ph type="dt" sz="half" idx="2"/>
          </p:nvPr>
        </p:nvSpPr>
        <p:spPr bwMode="auto">
          <a:xfrm>
            <a:off x="431800" y="6229350"/>
            <a:ext cx="2311400" cy="457200"/>
          </a:xfrm>
          <a:prstGeom prst="rect">
            <a:avLst/>
          </a:prstGeom>
          <a:noFill/>
          <a:ln w="9525">
            <a:noFill/>
            <a:miter lim="800000"/>
          </a:ln>
        </p:spPr>
        <p:txBody>
          <a:bodyPr vert="horz" wrap="square" lIns="91440" tIns="45720" rIns="91440" bIns="45720" numCol="1" anchor="b" anchorCtr="0" compatLnSpc="1"/>
          <a:lstStyle>
            <a:lvl1pPr>
              <a:spcBef>
                <a:spcPct val="50000"/>
              </a:spcBef>
              <a:defRPr sz="1400">
                <a:solidFill>
                  <a:schemeClr val="bg2"/>
                </a:solidFill>
                <a:latin typeface="Arial" panose="020B0604020202020204" pitchFamily="34" charset="0"/>
                <a:ea typeface="宋体" panose="02010600030101010101" pitchFamily="2" charset="-122"/>
              </a:defRPr>
            </a:lvl1pPr>
          </a:lstStyle>
          <a:p>
            <a:pPr marL="0" marR="0" lvl="0" indent="0" algn="l" defTabSz="914400" rtl="0" eaLnBrk="0" fontAlgn="base" latinLnBrk="0" hangingPunct="0">
              <a:lnSpc>
                <a:spcPct val="100000"/>
              </a:lnSpc>
              <a:spcBef>
                <a:spcPct val="50000"/>
              </a:spcBef>
              <a:spcAft>
                <a:spcPct val="0"/>
              </a:spcAft>
              <a:buClrTx/>
              <a:buSzTx/>
              <a:buFontTx/>
              <a:buNone/>
              <a:defRPr/>
            </a:pPr>
            <a:endParaRPr kumimoji="0" lang="en-US" altLang="zh-CN" sz="1400" b="0" i="0" u="none" strike="noStrike" kern="1200" cap="none" spc="0" normalizeH="0" baseline="0" noProof="0">
              <a:ln>
                <a:noFill/>
              </a:ln>
              <a:solidFill>
                <a:schemeClr val="bg2"/>
              </a:solidFill>
              <a:effectLst/>
              <a:uLnTx/>
              <a:uFillTx/>
              <a:latin typeface="Arial" panose="020B0604020202020204" pitchFamily="34" charset="0"/>
              <a:ea typeface="宋体" panose="02010600030101010101" pitchFamily="2" charset="-122"/>
              <a:cs typeface="+mn-cs"/>
            </a:endParaRPr>
          </a:p>
        </p:txBody>
      </p:sp>
      <p:sp>
        <p:nvSpPr>
          <p:cNvPr id="314373" name="Rectangle 5"/>
          <p:cNvSpPr>
            <a:spLocks noGrp="1" noChangeArrowheads="1"/>
          </p:cNvSpPr>
          <p:nvPr>
            <p:ph type="ftr" sz="quarter" idx="3"/>
          </p:nvPr>
        </p:nvSpPr>
        <p:spPr bwMode="auto">
          <a:xfrm>
            <a:off x="3124200" y="6229350"/>
            <a:ext cx="2895600" cy="457200"/>
          </a:xfrm>
          <a:prstGeom prst="rect">
            <a:avLst/>
          </a:prstGeom>
          <a:noFill/>
          <a:ln w="9525">
            <a:noFill/>
            <a:miter lim="800000"/>
          </a:ln>
        </p:spPr>
        <p:txBody>
          <a:bodyPr vert="horz" wrap="square" lIns="91440" tIns="45720" rIns="91440" bIns="45720" numCol="1" anchor="b" anchorCtr="0" compatLnSpc="1"/>
          <a:lstStyle>
            <a:lvl1pPr algn="ctr">
              <a:spcBef>
                <a:spcPct val="50000"/>
              </a:spcBef>
              <a:defRPr sz="1400">
                <a:solidFill>
                  <a:schemeClr val="bg2"/>
                </a:solidFill>
                <a:latin typeface="Arial" panose="020B0604020202020204" pitchFamily="34" charset="0"/>
                <a:ea typeface="宋体" panose="02010600030101010101" pitchFamily="2" charset="-122"/>
              </a:defRPr>
            </a:lvl1pPr>
          </a:lstStyle>
          <a:p>
            <a:pPr marL="0" marR="0" lvl="0" indent="0" algn="ctr" defTabSz="914400" rtl="0" eaLnBrk="0" fontAlgn="base" latinLnBrk="0" hangingPunct="0">
              <a:lnSpc>
                <a:spcPct val="100000"/>
              </a:lnSpc>
              <a:spcBef>
                <a:spcPct val="50000"/>
              </a:spcBef>
              <a:spcAft>
                <a:spcPct val="0"/>
              </a:spcAft>
              <a:buClrTx/>
              <a:buSzTx/>
              <a:buFontTx/>
              <a:buNone/>
              <a:defRPr/>
            </a:pPr>
            <a:endParaRPr kumimoji="0" lang="en-US" altLang="zh-CN" sz="1400" b="0" i="0" u="none" strike="noStrike" kern="1200" cap="none" spc="0" normalizeH="0" baseline="0" noProof="0">
              <a:ln>
                <a:noFill/>
              </a:ln>
              <a:solidFill>
                <a:schemeClr val="bg2"/>
              </a:solidFill>
              <a:effectLst/>
              <a:uLnTx/>
              <a:uFillTx/>
              <a:latin typeface="Arial" panose="020B0604020202020204" pitchFamily="34" charset="0"/>
              <a:ea typeface="宋体" panose="02010600030101010101" pitchFamily="2" charset="-122"/>
              <a:cs typeface="+mn-cs"/>
            </a:endParaRPr>
          </a:p>
        </p:txBody>
      </p:sp>
      <p:sp>
        <p:nvSpPr>
          <p:cNvPr id="314374" name="Rectangle 6"/>
          <p:cNvSpPr>
            <a:spLocks noGrp="1" noChangeArrowheads="1"/>
          </p:cNvSpPr>
          <p:nvPr>
            <p:ph type="sldNum" sz="quarter" idx="4"/>
          </p:nvPr>
        </p:nvSpPr>
        <p:spPr bwMode="auto">
          <a:xfrm>
            <a:off x="6731000" y="6229350"/>
            <a:ext cx="1905000" cy="457200"/>
          </a:xfrm>
          <a:prstGeom prst="rect">
            <a:avLst/>
          </a:prstGeom>
          <a:noFill/>
          <a:ln w="9525">
            <a:noFill/>
            <a:miter lim="800000"/>
          </a:ln>
        </p:spPr>
        <p:txBody>
          <a:bodyPr vert="horz" wrap="square" lIns="91440" tIns="45720" rIns="91440" bIns="45720" numCol="1" anchor="b" anchorCtr="0" compatLnSpc="1"/>
          <a:lstStyle>
            <a:lvl1pPr algn="r">
              <a:spcBef>
                <a:spcPct val="50000"/>
              </a:spcBef>
              <a:defRPr sz="1400">
                <a:solidFill>
                  <a:schemeClr val="bg2"/>
                </a:solidFill>
                <a:latin typeface="Arial" panose="020B0604020202020204" pitchFamily="34" charset="0"/>
                <a:ea typeface="宋体" panose="02010600030101010101" pitchFamily="2" charset="-122"/>
              </a:defRPr>
            </a:lvl1pPr>
          </a:lstStyle>
          <a:p>
            <a:pPr marL="0" marR="0" lvl="0" indent="0" algn="r" defTabSz="914400" rtl="0" eaLnBrk="0" fontAlgn="base" latinLnBrk="0" hangingPunct="0">
              <a:lnSpc>
                <a:spcPct val="100000"/>
              </a:lnSpc>
              <a:spcBef>
                <a:spcPct val="50000"/>
              </a:spcBef>
              <a:spcAft>
                <a:spcPct val="0"/>
              </a:spcAft>
              <a:buClrTx/>
              <a:buSzTx/>
              <a:buFontTx/>
              <a:buNone/>
              <a:defRPr/>
            </a:pPr>
            <a:fld id="{BAA3CE7D-5D43-5E49-BBFE-A384AEC090D0}" type="slidenum">
              <a:rPr kumimoji="0" lang="zh-CN" altLang="en-US" sz="1400" b="0" i="0" u="none" strike="noStrike" kern="1200" cap="none" spc="0" normalizeH="0" baseline="0" noProof="0">
                <a:ln>
                  <a:noFill/>
                </a:ln>
                <a:solidFill>
                  <a:schemeClr val="bg2"/>
                </a:solidFill>
                <a:effectLst/>
                <a:uLnTx/>
                <a:uFillTx/>
                <a:latin typeface="Arial" panose="020B0604020202020204" pitchFamily="34" charset="0"/>
                <a:ea typeface="宋体" panose="02010600030101010101" pitchFamily="2" charset="-122"/>
                <a:cs typeface="+mn-cs"/>
              </a:rPr>
              <a:t>‹#›</a:t>
            </a:fld>
            <a:endParaRPr kumimoji="0" lang="en-US" altLang="zh-CN" sz="1400" b="0" i="0" u="none" strike="noStrike" kern="1200" cap="none" spc="0" normalizeH="0" baseline="0" noProof="0">
              <a:ln>
                <a:noFill/>
              </a:ln>
              <a:solidFill>
                <a:schemeClr val="bg2"/>
              </a:solidFill>
              <a:effectLst/>
              <a:uLnTx/>
              <a:uFillTx/>
              <a:latin typeface="Arial" panose="020B0604020202020204" pitchFamily="34" charset="0"/>
              <a:ea typeface="宋体" panose="02010600030101010101" pitchFamily="2" charset="-122"/>
              <a:cs typeface="+mn-cs"/>
            </a:endParaRPr>
          </a:p>
        </p:txBody>
      </p:sp>
      <p:sp>
        <p:nvSpPr>
          <p:cNvPr id="1031" name="Line 7"/>
          <p:cNvSpPr/>
          <p:nvPr/>
        </p:nvSpPr>
        <p:spPr>
          <a:xfrm>
            <a:off x="457200" y="1295400"/>
            <a:ext cx="8153400" cy="0"/>
          </a:xfrm>
          <a:prstGeom prst="line">
            <a:avLst/>
          </a:prstGeom>
          <a:ln w="76200" cap="flat" cmpd="sng">
            <a:solidFill>
              <a:srgbClr val="0000FF"/>
            </a:solidFill>
            <a:prstDash val="solid"/>
            <a:headEnd type="none" w="med" len="med"/>
            <a:tailEnd type="none" w="med" len="med"/>
          </a:ln>
        </p:spPr>
      </p:sp>
      <p:pic>
        <p:nvPicPr>
          <p:cNvPr id="1032" name="Picture 8" descr="xidian字2"/>
          <p:cNvPicPr>
            <a:picLocks noChangeAspect="1"/>
          </p:cNvPicPr>
          <p:nvPr/>
        </p:nvPicPr>
        <p:blipFill>
          <a:blip r:embed="rId15"/>
          <a:stretch>
            <a:fillRect/>
          </a:stretch>
        </p:blipFill>
        <p:spPr>
          <a:xfrm>
            <a:off x="6419850" y="6492875"/>
            <a:ext cx="2724150" cy="365125"/>
          </a:xfrm>
          <a:prstGeom prst="rect">
            <a:avLst/>
          </a:prstGeom>
          <a:noFill/>
          <a:ln w="9525">
            <a:noFill/>
          </a:ln>
        </p:spPr>
      </p:pic>
      <p:pic>
        <p:nvPicPr>
          <p:cNvPr id="1033" name="Picture 9" descr="会标2"/>
          <p:cNvPicPr>
            <a:picLocks noChangeAspect="1"/>
          </p:cNvPicPr>
          <p:nvPr/>
        </p:nvPicPr>
        <p:blipFill>
          <a:blip r:embed="rId16"/>
          <a:stretch>
            <a:fillRect/>
          </a:stretch>
        </p:blipFill>
        <p:spPr>
          <a:xfrm>
            <a:off x="0" y="0"/>
            <a:ext cx="825500" cy="762000"/>
          </a:xfrm>
          <a:prstGeom prst="rect">
            <a:avLst/>
          </a:prstGeom>
          <a:noFill/>
          <a:ln w="9525">
            <a:noFill/>
          </a:ln>
        </p:spPr>
      </p:pic>
      <p:pic>
        <p:nvPicPr>
          <p:cNvPr id="1034" name="Picture 10" descr="xidian字2"/>
          <p:cNvPicPr>
            <a:picLocks noChangeAspect="1"/>
          </p:cNvPicPr>
          <p:nvPr userDrawn="1"/>
        </p:nvPicPr>
        <p:blipFill>
          <a:blip r:embed="rId15"/>
          <a:stretch>
            <a:fillRect/>
          </a:stretch>
        </p:blipFill>
        <p:spPr>
          <a:xfrm>
            <a:off x="6419850" y="6492875"/>
            <a:ext cx="2724150" cy="365125"/>
          </a:xfrm>
          <a:prstGeom prst="rect">
            <a:avLst/>
          </a:prstGeom>
          <a:noFill/>
          <a:ln w="9525">
            <a:noFill/>
          </a:ln>
        </p:spPr>
      </p:pic>
      <p:pic>
        <p:nvPicPr>
          <p:cNvPr id="1035" name="Picture 11" descr="会标2"/>
          <p:cNvPicPr>
            <a:picLocks noChangeAspect="1"/>
          </p:cNvPicPr>
          <p:nvPr userDrawn="1"/>
        </p:nvPicPr>
        <p:blipFill>
          <a:blip r:embed="rId16"/>
          <a:stretch>
            <a:fillRect/>
          </a:stretch>
        </p:blipFill>
        <p:spPr>
          <a:xfrm>
            <a:off x="0" y="0"/>
            <a:ext cx="825500" cy="762000"/>
          </a:xfrm>
          <a:prstGeom prst="rect">
            <a:avLst/>
          </a:prstGeom>
          <a:noFill/>
          <a:ln w="9525">
            <a:noFill/>
          </a:ln>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sldNum="0" hdr="0" ftr="0" dt="0"/>
  <p:txStyles>
    <p:titleStyle>
      <a:lvl1pPr algn="l" rtl="0" eaLnBrk="0" fontAlgn="base" hangingPunct="0">
        <a:spcBef>
          <a:spcPct val="0"/>
        </a:spcBef>
        <a:spcAft>
          <a:spcPct val="0"/>
        </a:spcAft>
        <a:defRPr kumimoji="1" sz="3600">
          <a:solidFill>
            <a:schemeClr val="tx2"/>
          </a:solidFill>
          <a:latin typeface="+mj-lt"/>
          <a:ea typeface="+mj-ea"/>
          <a:cs typeface="+mj-cs"/>
        </a:defRPr>
      </a:lvl1pPr>
      <a:lvl2pPr algn="l" rtl="0" eaLnBrk="0" fontAlgn="base" hangingPunct="0">
        <a:spcBef>
          <a:spcPct val="0"/>
        </a:spcBef>
        <a:spcAft>
          <a:spcPct val="0"/>
        </a:spcAft>
        <a:defRPr kumimoji="1" sz="3600">
          <a:solidFill>
            <a:schemeClr val="tx2"/>
          </a:solidFill>
          <a:latin typeface="Arial Black" panose="020B0A04020102020204" pitchFamily="34" charset="0"/>
        </a:defRPr>
      </a:lvl2pPr>
      <a:lvl3pPr algn="l" rtl="0" eaLnBrk="0" fontAlgn="base" hangingPunct="0">
        <a:spcBef>
          <a:spcPct val="0"/>
        </a:spcBef>
        <a:spcAft>
          <a:spcPct val="0"/>
        </a:spcAft>
        <a:defRPr kumimoji="1" sz="3600">
          <a:solidFill>
            <a:schemeClr val="tx2"/>
          </a:solidFill>
          <a:latin typeface="Arial Black" panose="020B0A04020102020204" pitchFamily="34" charset="0"/>
        </a:defRPr>
      </a:lvl3pPr>
      <a:lvl4pPr algn="l" rtl="0" eaLnBrk="0" fontAlgn="base" hangingPunct="0">
        <a:spcBef>
          <a:spcPct val="0"/>
        </a:spcBef>
        <a:spcAft>
          <a:spcPct val="0"/>
        </a:spcAft>
        <a:defRPr kumimoji="1" sz="3600">
          <a:solidFill>
            <a:schemeClr val="tx2"/>
          </a:solidFill>
          <a:latin typeface="Arial Black" panose="020B0A04020102020204" pitchFamily="34" charset="0"/>
        </a:defRPr>
      </a:lvl4pPr>
      <a:lvl5pPr algn="l" rtl="0" eaLnBrk="0" fontAlgn="base" hangingPunct="0">
        <a:spcBef>
          <a:spcPct val="0"/>
        </a:spcBef>
        <a:spcAft>
          <a:spcPct val="0"/>
        </a:spcAft>
        <a:defRPr kumimoji="1" sz="3600">
          <a:solidFill>
            <a:schemeClr val="tx2"/>
          </a:solidFill>
          <a:latin typeface="Arial Black" panose="020B0A04020102020204" pitchFamily="34" charset="0"/>
        </a:defRPr>
      </a:lvl5pPr>
      <a:lvl6pPr marL="457200" algn="l" rtl="0" eaLnBrk="0" fontAlgn="base" hangingPunct="0">
        <a:spcBef>
          <a:spcPct val="0"/>
        </a:spcBef>
        <a:spcAft>
          <a:spcPct val="0"/>
        </a:spcAft>
        <a:defRPr kumimoji="1" sz="3600">
          <a:solidFill>
            <a:schemeClr val="tx2"/>
          </a:solidFill>
          <a:latin typeface="Arial Black" panose="020B0A04020102020204" pitchFamily="34" charset="0"/>
        </a:defRPr>
      </a:lvl6pPr>
      <a:lvl7pPr marL="914400" algn="l" rtl="0" eaLnBrk="0" fontAlgn="base" hangingPunct="0">
        <a:spcBef>
          <a:spcPct val="0"/>
        </a:spcBef>
        <a:spcAft>
          <a:spcPct val="0"/>
        </a:spcAft>
        <a:defRPr kumimoji="1" sz="3600">
          <a:solidFill>
            <a:schemeClr val="tx2"/>
          </a:solidFill>
          <a:latin typeface="Arial Black" panose="020B0A04020102020204" pitchFamily="34" charset="0"/>
        </a:defRPr>
      </a:lvl7pPr>
      <a:lvl8pPr marL="1371600" algn="l" rtl="0" eaLnBrk="0" fontAlgn="base" hangingPunct="0">
        <a:spcBef>
          <a:spcPct val="0"/>
        </a:spcBef>
        <a:spcAft>
          <a:spcPct val="0"/>
        </a:spcAft>
        <a:defRPr kumimoji="1" sz="3600">
          <a:solidFill>
            <a:schemeClr val="tx2"/>
          </a:solidFill>
          <a:latin typeface="Arial Black" panose="020B0A04020102020204" pitchFamily="34" charset="0"/>
        </a:defRPr>
      </a:lvl8pPr>
      <a:lvl9pPr marL="1828800" algn="l" rtl="0" eaLnBrk="0" fontAlgn="base" hangingPunct="0">
        <a:spcBef>
          <a:spcPct val="0"/>
        </a:spcBef>
        <a:spcAft>
          <a:spcPct val="0"/>
        </a:spcAft>
        <a:defRPr kumimoji="1" sz="3600">
          <a:solidFill>
            <a:schemeClr val="tx2"/>
          </a:solidFill>
          <a:latin typeface="Arial Black" panose="020B0A04020102020204" pitchFamily="34" charset="0"/>
        </a:defRPr>
      </a:lvl9pPr>
    </p:titleStyle>
    <p:body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vl6pPr marL="2514600" indent="-228600" algn="l" rtl="0" eaLnBrk="0" fontAlgn="base" hangingPunct="0">
        <a:spcBef>
          <a:spcPct val="20000"/>
        </a:spcBef>
        <a:spcAft>
          <a:spcPct val="0"/>
        </a:spcAft>
        <a:buClr>
          <a:srgbClr val="0000FF"/>
        </a:buClr>
        <a:defRPr kumimoji="1" sz="2000" b="1">
          <a:solidFill>
            <a:schemeClr val="tx1"/>
          </a:solidFill>
          <a:latin typeface="+mn-lt"/>
          <a:ea typeface="+mn-ea"/>
        </a:defRPr>
      </a:lvl6pPr>
      <a:lvl7pPr marL="2971800" indent="-228600" algn="l" rtl="0" eaLnBrk="0" fontAlgn="base" hangingPunct="0">
        <a:spcBef>
          <a:spcPct val="20000"/>
        </a:spcBef>
        <a:spcAft>
          <a:spcPct val="0"/>
        </a:spcAft>
        <a:buClr>
          <a:srgbClr val="0000FF"/>
        </a:buClr>
        <a:defRPr kumimoji="1" sz="2000" b="1">
          <a:solidFill>
            <a:schemeClr val="tx1"/>
          </a:solidFill>
          <a:latin typeface="+mn-lt"/>
          <a:ea typeface="+mn-ea"/>
        </a:defRPr>
      </a:lvl7pPr>
      <a:lvl8pPr marL="3429000" indent="-228600" algn="l" rtl="0" eaLnBrk="0" fontAlgn="base" hangingPunct="0">
        <a:spcBef>
          <a:spcPct val="20000"/>
        </a:spcBef>
        <a:spcAft>
          <a:spcPct val="0"/>
        </a:spcAft>
        <a:buClr>
          <a:srgbClr val="0000FF"/>
        </a:buClr>
        <a:defRPr kumimoji="1" sz="2000" b="1">
          <a:solidFill>
            <a:schemeClr val="tx1"/>
          </a:solidFill>
          <a:latin typeface="+mn-lt"/>
          <a:ea typeface="+mn-ea"/>
        </a:defRPr>
      </a:lvl8pPr>
      <a:lvl9pPr marL="3886200" indent="-228600" algn="l" rtl="0" eaLnBrk="0" fontAlgn="base" hangingPunct="0">
        <a:spcBef>
          <a:spcPct val="20000"/>
        </a:spcBef>
        <a:spcAft>
          <a:spcPct val="0"/>
        </a:spcAft>
        <a:buClr>
          <a:srgbClr val="0000FF"/>
        </a:buClr>
        <a:defRPr kumimoji="1" sz="2000" b="1">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blipFill rotWithShape="0">
          <a:blip r:embed="rId14"/>
          <a:stretch>
            <a:fillRect/>
          </a:stretch>
        </a:blipFill>
        <a:effectLst/>
      </p:bgPr>
    </p:bg>
    <p:spTree>
      <p:nvGrpSpPr>
        <p:cNvPr id="1" name=""/>
        <p:cNvGrpSpPr/>
        <p:nvPr/>
      </p:nvGrpSpPr>
      <p:grpSpPr>
        <a:xfrm>
          <a:off x="0" y="0"/>
          <a:ext cx="0" cy="0"/>
          <a:chOff x="0" y="0"/>
          <a:chExt cx="0" cy="0"/>
        </a:xfrm>
      </p:grpSpPr>
      <p:sp>
        <p:nvSpPr>
          <p:cNvPr id="1026" name="Rectangle 2"/>
          <p:cNvSpPr>
            <a:spLocks noGrp="1"/>
          </p:cNvSpPr>
          <p:nvPr>
            <p:ph type="title"/>
          </p:nvPr>
        </p:nvSpPr>
        <p:spPr>
          <a:xfrm>
            <a:off x="406400" y="152400"/>
            <a:ext cx="8204200" cy="1143000"/>
          </a:xfrm>
          <a:prstGeom prst="rect">
            <a:avLst/>
          </a:prstGeom>
          <a:noFill/>
          <a:ln w="9525">
            <a:noFill/>
          </a:ln>
        </p:spPr>
        <p:txBody>
          <a:bodyPr anchor="b" anchorCtr="0"/>
          <a:lstStyle/>
          <a:p>
            <a:pPr lvl="0"/>
            <a:r>
              <a:rPr lang="zh-CN" altLang="en-US"/>
              <a:t>单击此处编辑母版标题样式</a:t>
            </a:r>
          </a:p>
        </p:txBody>
      </p:sp>
      <p:sp>
        <p:nvSpPr>
          <p:cNvPr id="1027" name="Rectangle 3"/>
          <p:cNvSpPr>
            <a:spLocks noGrp="1"/>
          </p:cNvSpPr>
          <p:nvPr>
            <p:ph type="body" idx="1"/>
          </p:nvPr>
        </p:nvSpPr>
        <p:spPr>
          <a:xfrm>
            <a:off x="468313" y="1412875"/>
            <a:ext cx="8178800" cy="4968875"/>
          </a:xfrm>
          <a:prstGeom prst="rect">
            <a:avLst/>
          </a:prstGeom>
          <a:noFill/>
          <a:ln w="9525">
            <a:noFill/>
          </a:ln>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314372" name="Rectangle 4"/>
          <p:cNvSpPr>
            <a:spLocks noGrp="1" noChangeArrowheads="1"/>
          </p:cNvSpPr>
          <p:nvPr>
            <p:ph type="dt" sz="half" idx="2"/>
          </p:nvPr>
        </p:nvSpPr>
        <p:spPr bwMode="auto">
          <a:xfrm>
            <a:off x="431800" y="6229350"/>
            <a:ext cx="2311400" cy="457200"/>
          </a:xfrm>
          <a:prstGeom prst="rect">
            <a:avLst/>
          </a:prstGeom>
          <a:noFill/>
          <a:ln w="9525">
            <a:noFill/>
            <a:miter lim="800000"/>
          </a:ln>
        </p:spPr>
        <p:txBody>
          <a:bodyPr vert="horz" wrap="square" lIns="91440" tIns="45720" rIns="91440" bIns="45720" numCol="1" anchor="b" anchorCtr="0" compatLnSpc="1"/>
          <a:lstStyle>
            <a:lvl1pPr>
              <a:spcBef>
                <a:spcPct val="50000"/>
              </a:spcBef>
              <a:defRPr sz="1400">
                <a:solidFill>
                  <a:schemeClr val="bg2"/>
                </a:solidFill>
                <a:latin typeface="Arial" panose="020B0604020202020204" pitchFamily="34" charset="0"/>
                <a:ea typeface="宋体" panose="02010600030101010101" pitchFamily="2" charset="-122"/>
              </a:defRPr>
            </a:lvl1pPr>
          </a:lstStyle>
          <a:p>
            <a:pPr marL="0" marR="0" lvl="0" indent="0" algn="l" defTabSz="914400" rtl="0" eaLnBrk="0" fontAlgn="base" latinLnBrk="0" hangingPunct="0">
              <a:lnSpc>
                <a:spcPct val="100000"/>
              </a:lnSpc>
              <a:spcBef>
                <a:spcPct val="50000"/>
              </a:spcBef>
              <a:spcAft>
                <a:spcPct val="0"/>
              </a:spcAft>
              <a:buClrTx/>
              <a:buSzTx/>
              <a:buFontTx/>
              <a:buNone/>
              <a:defRPr/>
            </a:pPr>
            <a:endParaRPr kumimoji="0" lang="en-US" altLang="zh-CN" sz="1400" b="0" i="0" u="none" strike="noStrike" kern="1200" cap="none" spc="0" normalizeH="0" baseline="0" noProof="0">
              <a:ln>
                <a:noFill/>
              </a:ln>
              <a:solidFill>
                <a:schemeClr val="bg2"/>
              </a:solidFill>
              <a:effectLst/>
              <a:uLnTx/>
              <a:uFillTx/>
              <a:latin typeface="Arial" panose="020B0604020202020204" pitchFamily="34" charset="0"/>
              <a:ea typeface="宋体" panose="02010600030101010101" pitchFamily="2" charset="-122"/>
              <a:cs typeface="+mn-cs"/>
            </a:endParaRPr>
          </a:p>
        </p:txBody>
      </p:sp>
      <p:sp>
        <p:nvSpPr>
          <p:cNvPr id="314373" name="Rectangle 5"/>
          <p:cNvSpPr>
            <a:spLocks noGrp="1" noChangeArrowheads="1"/>
          </p:cNvSpPr>
          <p:nvPr>
            <p:ph type="ftr" sz="quarter" idx="3"/>
          </p:nvPr>
        </p:nvSpPr>
        <p:spPr bwMode="auto">
          <a:xfrm>
            <a:off x="3124200" y="6229350"/>
            <a:ext cx="2895600" cy="457200"/>
          </a:xfrm>
          <a:prstGeom prst="rect">
            <a:avLst/>
          </a:prstGeom>
          <a:noFill/>
          <a:ln w="9525">
            <a:noFill/>
            <a:miter lim="800000"/>
          </a:ln>
        </p:spPr>
        <p:txBody>
          <a:bodyPr vert="horz" wrap="square" lIns="91440" tIns="45720" rIns="91440" bIns="45720" numCol="1" anchor="b" anchorCtr="0" compatLnSpc="1"/>
          <a:lstStyle>
            <a:lvl1pPr algn="ctr">
              <a:spcBef>
                <a:spcPct val="50000"/>
              </a:spcBef>
              <a:defRPr sz="1400">
                <a:solidFill>
                  <a:schemeClr val="bg2"/>
                </a:solidFill>
                <a:latin typeface="Arial" panose="020B0604020202020204" pitchFamily="34" charset="0"/>
                <a:ea typeface="宋体" panose="02010600030101010101" pitchFamily="2" charset="-122"/>
              </a:defRPr>
            </a:lvl1pPr>
          </a:lstStyle>
          <a:p>
            <a:pPr marL="0" marR="0" lvl="0" indent="0" algn="ctr" defTabSz="914400" rtl="0" eaLnBrk="0" fontAlgn="base" latinLnBrk="0" hangingPunct="0">
              <a:lnSpc>
                <a:spcPct val="100000"/>
              </a:lnSpc>
              <a:spcBef>
                <a:spcPct val="50000"/>
              </a:spcBef>
              <a:spcAft>
                <a:spcPct val="0"/>
              </a:spcAft>
              <a:buClrTx/>
              <a:buSzTx/>
              <a:buFontTx/>
              <a:buNone/>
              <a:defRPr/>
            </a:pPr>
            <a:endParaRPr kumimoji="0" lang="en-US" altLang="zh-CN" sz="1400" b="0" i="0" u="none" strike="noStrike" kern="1200" cap="none" spc="0" normalizeH="0" baseline="0" noProof="0">
              <a:ln>
                <a:noFill/>
              </a:ln>
              <a:solidFill>
                <a:schemeClr val="bg2"/>
              </a:solidFill>
              <a:effectLst/>
              <a:uLnTx/>
              <a:uFillTx/>
              <a:latin typeface="Arial" panose="020B0604020202020204" pitchFamily="34" charset="0"/>
              <a:ea typeface="宋体" panose="02010600030101010101" pitchFamily="2" charset="-122"/>
              <a:cs typeface="+mn-cs"/>
            </a:endParaRPr>
          </a:p>
        </p:txBody>
      </p:sp>
      <p:sp>
        <p:nvSpPr>
          <p:cNvPr id="314374" name="Rectangle 6"/>
          <p:cNvSpPr>
            <a:spLocks noGrp="1" noChangeArrowheads="1"/>
          </p:cNvSpPr>
          <p:nvPr>
            <p:ph type="sldNum" sz="quarter" idx="4"/>
          </p:nvPr>
        </p:nvSpPr>
        <p:spPr bwMode="auto">
          <a:xfrm>
            <a:off x="6731000" y="6229350"/>
            <a:ext cx="1905000" cy="457200"/>
          </a:xfrm>
          <a:prstGeom prst="rect">
            <a:avLst/>
          </a:prstGeom>
          <a:noFill/>
          <a:ln w="9525">
            <a:noFill/>
            <a:miter lim="800000"/>
          </a:ln>
        </p:spPr>
        <p:txBody>
          <a:bodyPr vert="horz" wrap="square" lIns="91440" tIns="45720" rIns="91440" bIns="45720" numCol="1" anchor="b" anchorCtr="0" compatLnSpc="1"/>
          <a:lstStyle>
            <a:lvl1pPr algn="r">
              <a:spcBef>
                <a:spcPct val="50000"/>
              </a:spcBef>
              <a:defRPr sz="1400">
                <a:solidFill>
                  <a:schemeClr val="bg2"/>
                </a:solidFill>
                <a:latin typeface="Arial" panose="020B0604020202020204" pitchFamily="34" charset="0"/>
                <a:ea typeface="宋体" panose="02010600030101010101" pitchFamily="2" charset="-122"/>
              </a:defRPr>
            </a:lvl1pPr>
          </a:lstStyle>
          <a:p>
            <a:pPr marL="0" marR="0" lvl="0" indent="0" algn="r" defTabSz="914400" rtl="0" eaLnBrk="0" fontAlgn="base" latinLnBrk="0" hangingPunct="0">
              <a:lnSpc>
                <a:spcPct val="100000"/>
              </a:lnSpc>
              <a:spcBef>
                <a:spcPct val="50000"/>
              </a:spcBef>
              <a:spcAft>
                <a:spcPct val="0"/>
              </a:spcAft>
              <a:buClrTx/>
              <a:buSzTx/>
              <a:buFontTx/>
              <a:buNone/>
              <a:defRPr/>
            </a:pPr>
            <a:fld id="{BAA3CE7D-5D43-5E49-BBFE-A384AEC090D0}" type="slidenum">
              <a:rPr kumimoji="0" lang="zh-CN" altLang="en-US" sz="1400" b="0" i="0" u="none" strike="noStrike" kern="1200" cap="none" spc="0" normalizeH="0" baseline="0" noProof="0">
                <a:ln>
                  <a:noFill/>
                </a:ln>
                <a:solidFill>
                  <a:schemeClr val="bg2"/>
                </a:solidFill>
                <a:effectLst/>
                <a:uLnTx/>
                <a:uFillTx/>
                <a:latin typeface="Arial" panose="020B0604020202020204" pitchFamily="34" charset="0"/>
                <a:ea typeface="宋体" panose="02010600030101010101" pitchFamily="2" charset="-122"/>
                <a:cs typeface="+mn-cs"/>
              </a:rPr>
              <a:t>‹#›</a:t>
            </a:fld>
            <a:endParaRPr kumimoji="0" lang="en-US" altLang="zh-CN" sz="1400" b="0" i="0" u="none" strike="noStrike" kern="1200" cap="none" spc="0" normalizeH="0" baseline="0" noProof="0">
              <a:ln>
                <a:noFill/>
              </a:ln>
              <a:solidFill>
                <a:schemeClr val="bg2"/>
              </a:solidFill>
              <a:effectLst/>
              <a:uLnTx/>
              <a:uFillTx/>
              <a:latin typeface="Arial" panose="020B0604020202020204" pitchFamily="34" charset="0"/>
              <a:ea typeface="宋体" panose="02010600030101010101" pitchFamily="2" charset="-122"/>
              <a:cs typeface="+mn-cs"/>
            </a:endParaRPr>
          </a:p>
        </p:txBody>
      </p:sp>
      <p:sp>
        <p:nvSpPr>
          <p:cNvPr id="1031" name="Line 7"/>
          <p:cNvSpPr/>
          <p:nvPr/>
        </p:nvSpPr>
        <p:spPr>
          <a:xfrm>
            <a:off x="457200" y="1295400"/>
            <a:ext cx="8153400" cy="0"/>
          </a:xfrm>
          <a:prstGeom prst="line">
            <a:avLst/>
          </a:prstGeom>
          <a:ln w="76200" cap="flat" cmpd="sng">
            <a:solidFill>
              <a:srgbClr val="0000FF"/>
            </a:solidFill>
            <a:prstDash val="solid"/>
            <a:headEnd type="none" w="med" len="med"/>
            <a:tailEnd type="none" w="med" len="med"/>
          </a:ln>
        </p:spPr>
      </p:sp>
      <p:pic>
        <p:nvPicPr>
          <p:cNvPr id="1032" name="Picture 8" descr="xidian字2"/>
          <p:cNvPicPr>
            <a:picLocks noChangeAspect="1"/>
          </p:cNvPicPr>
          <p:nvPr/>
        </p:nvPicPr>
        <p:blipFill>
          <a:blip r:embed="rId15"/>
          <a:stretch>
            <a:fillRect/>
          </a:stretch>
        </p:blipFill>
        <p:spPr>
          <a:xfrm>
            <a:off x="6419850" y="6492875"/>
            <a:ext cx="2724150" cy="365125"/>
          </a:xfrm>
          <a:prstGeom prst="rect">
            <a:avLst/>
          </a:prstGeom>
          <a:noFill/>
          <a:ln w="9525">
            <a:noFill/>
          </a:ln>
        </p:spPr>
      </p:pic>
      <p:pic>
        <p:nvPicPr>
          <p:cNvPr id="1033" name="Picture 9" descr="会标2"/>
          <p:cNvPicPr>
            <a:picLocks noChangeAspect="1"/>
          </p:cNvPicPr>
          <p:nvPr/>
        </p:nvPicPr>
        <p:blipFill>
          <a:blip r:embed="rId16"/>
          <a:stretch>
            <a:fillRect/>
          </a:stretch>
        </p:blipFill>
        <p:spPr>
          <a:xfrm>
            <a:off x="0" y="0"/>
            <a:ext cx="825500" cy="762000"/>
          </a:xfrm>
          <a:prstGeom prst="rect">
            <a:avLst/>
          </a:prstGeom>
          <a:noFill/>
          <a:ln w="9525">
            <a:noFill/>
          </a:ln>
        </p:spPr>
      </p:pic>
      <p:pic>
        <p:nvPicPr>
          <p:cNvPr id="1034" name="Picture 10" descr="xidian字2"/>
          <p:cNvPicPr>
            <a:picLocks noChangeAspect="1"/>
          </p:cNvPicPr>
          <p:nvPr userDrawn="1"/>
        </p:nvPicPr>
        <p:blipFill>
          <a:blip r:embed="rId15"/>
          <a:stretch>
            <a:fillRect/>
          </a:stretch>
        </p:blipFill>
        <p:spPr>
          <a:xfrm>
            <a:off x="6419850" y="6492875"/>
            <a:ext cx="2724150" cy="365125"/>
          </a:xfrm>
          <a:prstGeom prst="rect">
            <a:avLst/>
          </a:prstGeom>
          <a:noFill/>
          <a:ln w="9525">
            <a:noFill/>
          </a:ln>
        </p:spPr>
      </p:pic>
      <p:pic>
        <p:nvPicPr>
          <p:cNvPr id="1035" name="Picture 11" descr="会标2"/>
          <p:cNvPicPr>
            <a:picLocks noChangeAspect="1"/>
          </p:cNvPicPr>
          <p:nvPr userDrawn="1"/>
        </p:nvPicPr>
        <p:blipFill>
          <a:blip r:embed="rId16"/>
          <a:stretch>
            <a:fillRect/>
          </a:stretch>
        </p:blipFill>
        <p:spPr>
          <a:xfrm>
            <a:off x="0" y="0"/>
            <a:ext cx="825500" cy="762000"/>
          </a:xfrm>
          <a:prstGeom prst="rect">
            <a:avLst/>
          </a:prstGeom>
          <a:noFill/>
          <a:ln w="9525">
            <a:noFill/>
          </a:ln>
        </p:spPr>
      </p:pic>
    </p:spTree>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 id="2147483673" r:id="rId12"/>
  </p:sldLayoutIdLst>
  <p:hf sldNum="0" hdr="0" ftr="0" dt="0"/>
  <p:txStyles>
    <p:titleStyle>
      <a:lvl1pPr algn="l" rtl="0" eaLnBrk="0" fontAlgn="base" hangingPunct="0">
        <a:spcBef>
          <a:spcPct val="0"/>
        </a:spcBef>
        <a:spcAft>
          <a:spcPct val="0"/>
        </a:spcAft>
        <a:defRPr kumimoji="1" sz="3600">
          <a:solidFill>
            <a:schemeClr val="tx2"/>
          </a:solidFill>
          <a:latin typeface="+mj-lt"/>
          <a:ea typeface="+mj-ea"/>
          <a:cs typeface="+mj-cs"/>
        </a:defRPr>
      </a:lvl1pPr>
      <a:lvl2pPr algn="l" rtl="0" eaLnBrk="0" fontAlgn="base" hangingPunct="0">
        <a:spcBef>
          <a:spcPct val="0"/>
        </a:spcBef>
        <a:spcAft>
          <a:spcPct val="0"/>
        </a:spcAft>
        <a:defRPr kumimoji="1" sz="3600">
          <a:solidFill>
            <a:schemeClr val="tx2"/>
          </a:solidFill>
          <a:latin typeface="Arial Black" panose="020B0A04020102020204" pitchFamily="34" charset="0"/>
        </a:defRPr>
      </a:lvl2pPr>
      <a:lvl3pPr algn="l" rtl="0" eaLnBrk="0" fontAlgn="base" hangingPunct="0">
        <a:spcBef>
          <a:spcPct val="0"/>
        </a:spcBef>
        <a:spcAft>
          <a:spcPct val="0"/>
        </a:spcAft>
        <a:defRPr kumimoji="1" sz="3600">
          <a:solidFill>
            <a:schemeClr val="tx2"/>
          </a:solidFill>
          <a:latin typeface="Arial Black" panose="020B0A04020102020204" pitchFamily="34" charset="0"/>
        </a:defRPr>
      </a:lvl3pPr>
      <a:lvl4pPr algn="l" rtl="0" eaLnBrk="0" fontAlgn="base" hangingPunct="0">
        <a:spcBef>
          <a:spcPct val="0"/>
        </a:spcBef>
        <a:spcAft>
          <a:spcPct val="0"/>
        </a:spcAft>
        <a:defRPr kumimoji="1" sz="3600">
          <a:solidFill>
            <a:schemeClr val="tx2"/>
          </a:solidFill>
          <a:latin typeface="Arial Black" panose="020B0A04020102020204" pitchFamily="34" charset="0"/>
        </a:defRPr>
      </a:lvl4pPr>
      <a:lvl5pPr algn="l" rtl="0" eaLnBrk="0" fontAlgn="base" hangingPunct="0">
        <a:spcBef>
          <a:spcPct val="0"/>
        </a:spcBef>
        <a:spcAft>
          <a:spcPct val="0"/>
        </a:spcAft>
        <a:defRPr kumimoji="1" sz="3600">
          <a:solidFill>
            <a:schemeClr val="tx2"/>
          </a:solidFill>
          <a:latin typeface="Arial Black" panose="020B0A04020102020204" pitchFamily="34" charset="0"/>
        </a:defRPr>
      </a:lvl5pPr>
      <a:lvl6pPr marL="457200" algn="l" rtl="0" eaLnBrk="0" fontAlgn="base" hangingPunct="0">
        <a:spcBef>
          <a:spcPct val="0"/>
        </a:spcBef>
        <a:spcAft>
          <a:spcPct val="0"/>
        </a:spcAft>
        <a:defRPr kumimoji="1" sz="3600">
          <a:solidFill>
            <a:schemeClr val="tx2"/>
          </a:solidFill>
          <a:latin typeface="Arial Black" panose="020B0A04020102020204" pitchFamily="34" charset="0"/>
        </a:defRPr>
      </a:lvl6pPr>
      <a:lvl7pPr marL="914400" algn="l" rtl="0" eaLnBrk="0" fontAlgn="base" hangingPunct="0">
        <a:spcBef>
          <a:spcPct val="0"/>
        </a:spcBef>
        <a:spcAft>
          <a:spcPct val="0"/>
        </a:spcAft>
        <a:defRPr kumimoji="1" sz="3600">
          <a:solidFill>
            <a:schemeClr val="tx2"/>
          </a:solidFill>
          <a:latin typeface="Arial Black" panose="020B0A04020102020204" pitchFamily="34" charset="0"/>
        </a:defRPr>
      </a:lvl7pPr>
      <a:lvl8pPr marL="1371600" algn="l" rtl="0" eaLnBrk="0" fontAlgn="base" hangingPunct="0">
        <a:spcBef>
          <a:spcPct val="0"/>
        </a:spcBef>
        <a:spcAft>
          <a:spcPct val="0"/>
        </a:spcAft>
        <a:defRPr kumimoji="1" sz="3600">
          <a:solidFill>
            <a:schemeClr val="tx2"/>
          </a:solidFill>
          <a:latin typeface="Arial Black" panose="020B0A04020102020204" pitchFamily="34" charset="0"/>
        </a:defRPr>
      </a:lvl8pPr>
      <a:lvl9pPr marL="1828800" algn="l" rtl="0" eaLnBrk="0" fontAlgn="base" hangingPunct="0">
        <a:spcBef>
          <a:spcPct val="0"/>
        </a:spcBef>
        <a:spcAft>
          <a:spcPct val="0"/>
        </a:spcAft>
        <a:defRPr kumimoji="1" sz="3600">
          <a:solidFill>
            <a:schemeClr val="tx2"/>
          </a:solidFill>
          <a:latin typeface="Arial Black" panose="020B0A04020102020204" pitchFamily="34" charset="0"/>
        </a:defRPr>
      </a:lvl9pPr>
    </p:titleStyle>
    <p:body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vl6pPr marL="2514600" indent="-228600" algn="l" rtl="0" eaLnBrk="0" fontAlgn="base" hangingPunct="0">
        <a:spcBef>
          <a:spcPct val="20000"/>
        </a:spcBef>
        <a:spcAft>
          <a:spcPct val="0"/>
        </a:spcAft>
        <a:buClr>
          <a:srgbClr val="0000FF"/>
        </a:buClr>
        <a:defRPr kumimoji="1" sz="2000" b="1">
          <a:solidFill>
            <a:schemeClr val="tx1"/>
          </a:solidFill>
          <a:latin typeface="+mn-lt"/>
          <a:ea typeface="+mn-ea"/>
        </a:defRPr>
      </a:lvl6pPr>
      <a:lvl7pPr marL="2971800" indent="-228600" algn="l" rtl="0" eaLnBrk="0" fontAlgn="base" hangingPunct="0">
        <a:spcBef>
          <a:spcPct val="20000"/>
        </a:spcBef>
        <a:spcAft>
          <a:spcPct val="0"/>
        </a:spcAft>
        <a:buClr>
          <a:srgbClr val="0000FF"/>
        </a:buClr>
        <a:defRPr kumimoji="1" sz="2000" b="1">
          <a:solidFill>
            <a:schemeClr val="tx1"/>
          </a:solidFill>
          <a:latin typeface="+mn-lt"/>
          <a:ea typeface="+mn-ea"/>
        </a:defRPr>
      </a:lvl7pPr>
      <a:lvl8pPr marL="3429000" indent="-228600" algn="l" rtl="0" eaLnBrk="0" fontAlgn="base" hangingPunct="0">
        <a:spcBef>
          <a:spcPct val="20000"/>
        </a:spcBef>
        <a:spcAft>
          <a:spcPct val="0"/>
        </a:spcAft>
        <a:buClr>
          <a:srgbClr val="0000FF"/>
        </a:buClr>
        <a:defRPr kumimoji="1" sz="2000" b="1">
          <a:solidFill>
            <a:schemeClr val="tx1"/>
          </a:solidFill>
          <a:latin typeface="+mn-lt"/>
          <a:ea typeface="+mn-ea"/>
        </a:defRPr>
      </a:lvl8pPr>
      <a:lvl9pPr marL="3886200" indent="-228600" algn="l" rtl="0" eaLnBrk="0" fontAlgn="base" hangingPunct="0">
        <a:spcBef>
          <a:spcPct val="20000"/>
        </a:spcBef>
        <a:spcAft>
          <a:spcPct val="0"/>
        </a:spcAft>
        <a:buClr>
          <a:srgbClr val="0000FF"/>
        </a:buClr>
        <a:defRPr kumimoji="1" sz="2000" b="1">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2.xml"/><Relationship Id="rId1" Type="http://schemas.openxmlformats.org/officeDocument/2006/relationships/vmlDrawing" Target="../drawings/vmlDrawing1.vml"/><Relationship Id="rId4" Type="http://schemas.openxmlformats.org/officeDocument/2006/relationships/image" Target="../media/image8.emf"/></Relationships>
</file>

<file path=ppt/slides/_rels/slide11.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Layout" Target="../slideLayouts/slideLayout2.xml"/><Relationship Id="rId1" Type="http://schemas.openxmlformats.org/officeDocument/2006/relationships/vmlDrawing" Target="../drawings/vmlDrawing2.vml"/><Relationship Id="rId4" Type="http://schemas.openxmlformats.org/officeDocument/2006/relationships/image" Target="../media/image9.emf"/></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Layout" Target="../slideLayouts/slideLayout2.xml"/><Relationship Id="rId1" Type="http://schemas.openxmlformats.org/officeDocument/2006/relationships/vmlDrawing" Target="../drawings/vmlDrawing3.vml"/><Relationship Id="rId4" Type="http://schemas.openxmlformats.org/officeDocument/2006/relationships/image" Target="../media/image11.emf"/></Relationships>
</file>

<file path=ppt/slides/_rels/slide1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slideLayout" Target="../slideLayouts/slideLayout2.xml"/><Relationship Id="rId1" Type="http://schemas.openxmlformats.org/officeDocument/2006/relationships/vmlDrawing" Target="../drawings/vmlDrawing4.vml"/><Relationship Id="rId4" Type="http://schemas.openxmlformats.org/officeDocument/2006/relationships/image" Target="../media/image12.emf"/></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slideLayout" Target="../slideLayouts/slideLayout14.xml"/><Relationship Id="rId1" Type="http://schemas.openxmlformats.org/officeDocument/2006/relationships/tags" Target="../tags/tag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oleObject" Target="../embeddings/oleObject5.bin"/><Relationship Id="rId2" Type="http://schemas.openxmlformats.org/officeDocument/2006/relationships/slideLayout" Target="../slideLayouts/slideLayout2.xml"/><Relationship Id="rId1" Type="http://schemas.openxmlformats.org/officeDocument/2006/relationships/vmlDrawing" Target="../drawings/vmlDrawing5.vml"/><Relationship Id="rId4" Type="http://schemas.openxmlformats.org/officeDocument/2006/relationships/image" Target="../media/image14.emf"/></Relationships>
</file>

<file path=ppt/slides/_rels/slide23.xml.rels><?xml version="1.0" encoding="UTF-8" standalone="yes"?>
<Relationships xmlns="http://schemas.openxmlformats.org/package/2006/relationships"><Relationship Id="rId3" Type="http://schemas.openxmlformats.org/officeDocument/2006/relationships/oleObject" Target="../embeddings/oleObject6.bin"/><Relationship Id="rId2" Type="http://schemas.openxmlformats.org/officeDocument/2006/relationships/slideLayout" Target="../slideLayouts/slideLayout2.xml"/><Relationship Id="rId1" Type="http://schemas.openxmlformats.org/officeDocument/2006/relationships/vmlDrawing" Target="../drawings/vmlDrawing6.vml"/><Relationship Id="rId4" Type="http://schemas.openxmlformats.org/officeDocument/2006/relationships/image" Target="../media/image15.emf"/></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oleObject" Target="../embeddings/oleObject7.bin"/><Relationship Id="rId2" Type="http://schemas.openxmlformats.org/officeDocument/2006/relationships/slideLayout" Target="../slideLayouts/slideLayout7.xml"/><Relationship Id="rId1" Type="http://schemas.openxmlformats.org/officeDocument/2006/relationships/vmlDrawing" Target="../drawings/vmlDrawing7.vml"/><Relationship Id="rId4" Type="http://schemas.openxmlformats.org/officeDocument/2006/relationships/image" Target="../media/image18.emf"/></Relationships>
</file>

<file path=ppt/slides/_rels/slide31.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oleObject" Target="../embeddings/oleObject8.bin"/><Relationship Id="rId2" Type="http://schemas.openxmlformats.org/officeDocument/2006/relationships/slideLayout" Target="../slideLayouts/slideLayout7.xml"/><Relationship Id="rId1" Type="http://schemas.openxmlformats.org/officeDocument/2006/relationships/vmlDrawing" Target="../drawings/vmlDrawing8.vml"/><Relationship Id="rId4" Type="http://schemas.openxmlformats.org/officeDocument/2006/relationships/image" Target="../media/image24.emf"/></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oleObject" Target="../embeddings/oleObject9.bin"/><Relationship Id="rId2" Type="http://schemas.openxmlformats.org/officeDocument/2006/relationships/slideLayout" Target="../slideLayouts/slideLayout2.xml"/><Relationship Id="rId1" Type="http://schemas.openxmlformats.org/officeDocument/2006/relationships/vmlDrawing" Target="../drawings/vmlDrawing9.vml"/><Relationship Id="rId4" Type="http://schemas.openxmlformats.org/officeDocument/2006/relationships/image" Target="../media/image25.emf"/></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8" Type="http://schemas.openxmlformats.org/officeDocument/2006/relationships/tags" Target="../tags/tag10.xml"/><Relationship Id="rId13" Type="http://schemas.openxmlformats.org/officeDocument/2006/relationships/tags" Target="../tags/tag15.xml"/><Relationship Id="rId18" Type="http://schemas.openxmlformats.org/officeDocument/2006/relationships/image" Target="../media/image27.png"/><Relationship Id="rId3" Type="http://schemas.openxmlformats.org/officeDocument/2006/relationships/tags" Target="../tags/tag5.xml"/><Relationship Id="rId7" Type="http://schemas.openxmlformats.org/officeDocument/2006/relationships/tags" Target="../tags/tag9.xml"/><Relationship Id="rId12" Type="http://schemas.openxmlformats.org/officeDocument/2006/relationships/tags" Target="../tags/tag14.xml"/><Relationship Id="rId17" Type="http://schemas.openxmlformats.org/officeDocument/2006/relationships/slideLayout" Target="../slideLayouts/slideLayout7.xml"/><Relationship Id="rId2" Type="http://schemas.openxmlformats.org/officeDocument/2006/relationships/tags" Target="../tags/tag4.xml"/><Relationship Id="rId16" Type="http://schemas.openxmlformats.org/officeDocument/2006/relationships/tags" Target="../tags/tag18.xml"/><Relationship Id="rId1" Type="http://schemas.openxmlformats.org/officeDocument/2006/relationships/tags" Target="../tags/tag3.xml"/><Relationship Id="rId6" Type="http://schemas.openxmlformats.org/officeDocument/2006/relationships/tags" Target="../tags/tag8.xml"/><Relationship Id="rId11" Type="http://schemas.openxmlformats.org/officeDocument/2006/relationships/tags" Target="../tags/tag13.xml"/><Relationship Id="rId5" Type="http://schemas.openxmlformats.org/officeDocument/2006/relationships/tags" Target="../tags/tag7.xml"/><Relationship Id="rId15" Type="http://schemas.openxmlformats.org/officeDocument/2006/relationships/tags" Target="../tags/tag17.xml"/><Relationship Id="rId10" Type="http://schemas.openxmlformats.org/officeDocument/2006/relationships/tags" Target="../tags/tag12.xml"/><Relationship Id="rId4" Type="http://schemas.openxmlformats.org/officeDocument/2006/relationships/tags" Target="../tags/tag6.xml"/><Relationship Id="rId9" Type="http://schemas.openxmlformats.org/officeDocument/2006/relationships/tags" Target="../tags/tag11.xml"/><Relationship Id="rId14" Type="http://schemas.openxmlformats.org/officeDocument/2006/relationships/tags" Target="../tags/tag16.xml"/></Relationships>
</file>

<file path=ppt/slides/_rels/slide51.xml.rels><?xml version="1.0" encoding="UTF-8" standalone="yes"?>
<Relationships xmlns="http://schemas.openxmlformats.org/package/2006/relationships"><Relationship Id="rId8" Type="http://schemas.openxmlformats.org/officeDocument/2006/relationships/tags" Target="../tags/tag26.xml"/><Relationship Id="rId13" Type="http://schemas.openxmlformats.org/officeDocument/2006/relationships/tags" Target="../tags/tag31.xml"/><Relationship Id="rId18" Type="http://schemas.openxmlformats.org/officeDocument/2006/relationships/image" Target="../media/image27.png"/><Relationship Id="rId3" Type="http://schemas.openxmlformats.org/officeDocument/2006/relationships/tags" Target="../tags/tag21.xml"/><Relationship Id="rId7" Type="http://schemas.openxmlformats.org/officeDocument/2006/relationships/tags" Target="../tags/tag25.xml"/><Relationship Id="rId12" Type="http://schemas.openxmlformats.org/officeDocument/2006/relationships/tags" Target="../tags/tag30.xml"/><Relationship Id="rId17" Type="http://schemas.openxmlformats.org/officeDocument/2006/relationships/slideLayout" Target="../slideLayouts/slideLayout7.xml"/><Relationship Id="rId2" Type="http://schemas.openxmlformats.org/officeDocument/2006/relationships/tags" Target="../tags/tag20.xml"/><Relationship Id="rId16" Type="http://schemas.openxmlformats.org/officeDocument/2006/relationships/tags" Target="../tags/tag34.xml"/><Relationship Id="rId1" Type="http://schemas.openxmlformats.org/officeDocument/2006/relationships/tags" Target="../tags/tag19.xml"/><Relationship Id="rId6" Type="http://schemas.openxmlformats.org/officeDocument/2006/relationships/tags" Target="../tags/tag24.xml"/><Relationship Id="rId11" Type="http://schemas.openxmlformats.org/officeDocument/2006/relationships/tags" Target="../tags/tag29.xml"/><Relationship Id="rId5" Type="http://schemas.openxmlformats.org/officeDocument/2006/relationships/tags" Target="../tags/tag23.xml"/><Relationship Id="rId15" Type="http://schemas.openxmlformats.org/officeDocument/2006/relationships/tags" Target="../tags/tag33.xml"/><Relationship Id="rId10" Type="http://schemas.openxmlformats.org/officeDocument/2006/relationships/tags" Target="../tags/tag28.xml"/><Relationship Id="rId4" Type="http://schemas.openxmlformats.org/officeDocument/2006/relationships/tags" Target="../tags/tag22.xml"/><Relationship Id="rId9" Type="http://schemas.openxmlformats.org/officeDocument/2006/relationships/tags" Target="../tags/tag27.xml"/><Relationship Id="rId14" Type="http://schemas.openxmlformats.org/officeDocument/2006/relationships/tags" Target="../tags/tag3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8" Type="http://schemas.openxmlformats.org/officeDocument/2006/relationships/tags" Target="../tags/tag42.xml"/><Relationship Id="rId13" Type="http://schemas.openxmlformats.org/officeDocument/2006/relationships/tags" Target="../tags/tag47.xml"/><Relationship Id="rId18" Type="http://schemas.openxmlformats.org/officeDocument/2006/relationships/image" Target="../media/image27.png"/><Relationship Id="rId3" Type="http://schemas.openxmlformats.org/officeDocument/2006/relationships/tags" Target="../tags/tag37.xml"/><Relationship Id="rId7" Type="http://schemas.openxmlformats.org/officeDocument/2006/relationships/tags" Target="../tags/tag41.xml"/><Relationship Id="rId12" Type="http://schemas.openxmlformats.org/officeDocument/2006/relationships/tags" Target="../tags/tag46.xml"/><Relationship Id="rId17" Type="http://schemas.openxmlformats.org/officeDocument/2006/relationships/slideLayout" Target="../slideLayouts/slideLayout7.xml"/><Relationship Id="rId2" Type="http://schemas.openxmlformats.org/officeDocument/2006/relationships/tags" Target="../tags/tag36.xml"/><Relationship Id="rId16" Type="http://schemas.openxmlformats.org/officeDocument/2006/relationships/tags" Target="../tags/tag50.xml"/><Relationship Id="rId1" Type="http://schemas.openxmlformats.org/officeDocument/2006/relationships/tags" Target="../tags/tag35.xml"/><Relationship Id="rId6" Type="http://schemas.openxmlformats.org/officeDocument/2006/relationships/tags" Target="../tags/tag40.xml"/><Relationship Id="rId11" Type="http://schemas.openxmlformats.org/officeDocument/2006/relationships/tags" Target="../tags/tag45.xml"/><Relationship Id="rId5" Type="http://schemas.openxmlformats.org/officeDocument/2006/relationships/tags" Target="../tags/tag39.xml"/><Relationship Id="rId15" Type="http://schemas.openxmlformats.org/officeDocument/2006/relationships/tags" Target="../tags/tag49.xml"/><Relationship Id="rId10" Type="http://schemas.openxmlformats.org/officeDocument/2006/relationships/tags" Target="../tags/tag44.xml"/><Relationship Id="rId4" Type="http://schemas.openxmlformats.org/officeDocument/2006/relationships/tags" Target="../tags/tag38.xml"/><Relationship Id="rId9" Type="http://schemas.openxmlformats.org/officeDocument/2006/relationships/tags" Target="../tags/tag43.xml"/><Relationship Id="rId14" Type="http://schemas.openxmlformats.org/officeDocument/2006/relationships/tags" Target="../tags/tag48.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8" Type="http://schemas.openxmlformats.org/officeDocument/2006/relationships/tags" Target="../tags/tag58.xml"/><Relationship Id="rId13" Type="http://schemas.openxmlformats.org/officeDocument/2006/relationships/tags" Target="../tags/tag63.xml"/><Relationship Id="rId18" Type="http://schemas.openxmlformats.org/officeDocument/2006/relationships/tags" Target="../tags/tag68.xml"/><Relationship Id="rId3" Type="http://schemas.openxmlformats.org/officeDocument/2006/relationships/tags" Target="../tags/tag53.xml"/><Relationship Id="rId21" Type="http://schemas.openxmlformats.org/officeDocument/2006/relationships/tags" Target="../tags/tag71.xml"/><Relationship Id="rId7" Type="http://schemas.openxmlformats.org/officeDocument/2006/relationships/tags" Target="../tags/tag57.xml"/><Relationship Id="rId12" Type="http://schemas.openxmlformats.org/officeDocument/2006/relationships/tags" Target="../tags/tag62.xml"/><Relationship Id="rId17" Type="http://schemas.openxmlformats.org/officeDocument/2006/relationships/tags" Target="../tags/tag67.xml"/><Relationship Id="rId2" Type="http://schemas.openxmlformats.org/officeDocument/2006/relationships/tags" Target="../tags/tag52.xml"/><Relationship Id="rId16" Type="http://schemas.openxmlformats.org/officeDocument/2006/relationships/tags" Target="../tags/tag66.xml"/><Relationship Id="rId20" Type="http://schemas.openxmlformats.org/officeDocument/2006/relationships/tags" Target="../tags/tag70.xml"/><Relationship Id="rId1" Type="http://schemas.openxmlformats.org/officeDocument/2006/relationships/tags" Target="../tags/tag51.xml"/><Relationship Id="rId6" Type="http://schemas.openxmlformats.org/officeDocument/2006/relationships/tags" Target="../tags/tag56.xml"/><Relationship Id="rId11" Type="http://schemas.openxmlformats.org/officeDocument/2006/relationships/tags" Target="../tags/tag61.xml"/><Relationship Id="rId24" Type="http://schemas.openxmlformats.org/officeDocument/2006/relationships/image" Target="../media/image27.png"/><Relationship Id="rId5" Type="http://schemas.openxmlformats.org/officeDocument/2006/relationships/tags" Target="../tags/tag55.xml"/><Relationship Id="rId15" Type="http://schemas.openxmlformats.org/officeDocument/2006/relationships/tags" Target="../tags/tag65.xml"/><Relationship Id="rId23" Type="http://schemas.openxmlformats.org/officeDocument/2006/relationships/slideLayout" Target="../slideLayouts/slideLayout7.xml"/><Relationship Id="rId10" Type="http://schemas.openxmlformats.org/officeDocument/2006/relationships/tags" Target="../tags/tag60.xml"/><Relationship Id="rId19" Type="http://schemas.openxmlformats.org/officeDocument/2006/relationships/tags" Target="../tags/tag69.xml"/><Relationship Id="rId4" Type="http://schemas.openxmlformats.org/officeDocument/2006/relationships/tags" Target="../tags/tag54.xml"/><Relationship Id="rId9" Type="http://schemas.openxmlformats.org/officeDocument/2006/relationships/tags" Target="../tags/tag59.xml"/><Relationship Id="rId14" Type="http://schemas.openxmlformats.org/officeDocument/2006/relationships/tags" Target="../tags/tag64.xml"/><Relationship Id="rId22" Type="http://schemas.openxmlformats.org/officeDocument/2006/relationships/tags" Target="../tags/tag7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3" Type="http://schemas.openxmlformats.org/officeDocument/2006/relationships/oleObject" Target="../embeddings/oleObject10.bin"/><Relationship Id="rId2" Type="http://schemas.openxmlformats.org/officeDocument/2006/relationships/slideLayout" Target="../slideLayouts/slideLayout2.xml"/><Relationship Id="rId1" Type="http://schemas.openxmlformats.org/officeDocument/2006/relationships/vmlDrawing" Target="../drawings/vmlDrawing10.vml"/><Relationship Id="rId4" Type="http://schemas.openxmlformats.org/officeDocument/2006/relationships/image" Target="../media/image39.emf"/></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3" Type="http://schemas.openxmlformats.org/officeDocument/2006/relationships/oleObject" Target="../embeddings/oleObject11.bin"/><Relationship Id="rId2" Type="http://schemas.openxmlformats.org/officeDocument/2006/relationships/slideLayout" Target="../slideLayouts/slideLayout2.xml"/><Relationship Id="rId1" Type="http://schemas.openxmlformats.org/officeDocument/2006/relationships/vmlDrawing" Target="../drawings/vmlDrawing11.vml"/><Relationship Id="rId6" Type="http://schemas.openxmlformats.org/officeDocument/2006/relationships/image" Target="../media/image41.png"/><Relationship Id="rId5" Type="http://schemas.openxmlformats.org/officeDocument/2006/relationships/oleObject" Target="../embeddings/oleObject12.bin"/><Relationship Id="rId4" Type="http://schemas.openxmlformats.org/officeDocument/2006/relationships/image" Target="../media/image40.png"/></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5" name="Rectangle 2"/>
          <p:cNvSpPr>
            <a:spLocks noGrp="1"/>
          </p:cNvSpPr>
          <p:nvPr>
            <p:ph type="title"/>
          </p:nvPr>
        </p:nvSpPr>
        <p:spPr/>
        <p:txBody>
          <a:bodyPr vert="horz" wrap="square" lIns="91440" tIns="45720" rIns="91440" bIns="45720" anchor="b" anchorCtr="0"/>
          <a:lstStyle/>
          <a:p>
            <a:r>
              <a:rPr lang="en-US" altLang="zh-CN">
                <a:ea typeface="宋体" panose="02010600030101010101" pitchFamily="2" charset="-122"/>
              </a:rPr>
              <a:t>《</a:t>
            </a:r>
            <a:r>
              <a:rPr lang="zh-CN" altLang="en-US">
                <a:ea typeface="宋体" panose="02010600030101010101" pitchFamily="2" charset="-122"/>
              </a:rPr>
              <a:t>操作系统</a:t>
            </a:r>
            <a:r>
              <a:rPr lang="en-US" altLang="zh-CN">
                <a:ea typeface="宋体" panose="02010600030101010101" pitchFamily="2" charset="-122"/>
              </a:rPr>
              <a:t>》</a:t>
            </a:r>
            <a:endParaRPr lang="zh-CN" altLang="en-US">
              <a:ea typeface="宋体" panose="02010600030101010101" pitchFamily="2" charset="-122"/>
            </a:endParaRPr>
          </a:p>
        </p:txBody>
      </p:sp>
      <p:sp>
        <p:nvSpPr>
          <p:cNvPr id="16386" name="Rectangle 3"/>
          <p:cNvSpPr>
            <a:spLocks noGrp="1"/>
          </p:cNvSpPr>
          <p:nvPr>
            <p:ph idx="1"/>
          </p:nvPr>
        </p:nvSpPr>
        <p:spPr>
          <a:xfrm>
            <a:off x="468313" y="1412875"/>
            <a:ext cx="8178800" cy="1658938"/>
          </a:xfrm>
        </p:spPr>
        <p:txBody>
          <a:bodyPr vert="horz" wrap="square" lIns="91440" tIns="45720" rIns="91440" bIns="45720" anchor="t" anchorCtr="0"/>
          <a:lstStyle/>
          <a:p>
            <a:pPr algn="ctr">
              <a:buNone/>
            </a:pPr>
            <a:endParaRPr lang="zh-CN" altLang="en-US" sz="4000">
              <a:ea typeface="宋体" panose="02010600030101010101" pitchFamily="2" charset="-122"/>
            </a:endParaRPr>
          </a:p>
          <a:p>
            <a:pPr algn="ctr">
              <a:buNone/>
            </a:pPr>
            <a:r>
              <a:rPr lang="zh-CN" altLang="en-US" sz="4400">
                <a:solidFill>
                  <a:srgbClr val="FF0000"/>
                </a:solidFill>
                <a:ea typeface="华文行楷" panose="02010800040101010101" pitchFamily="2" charset="-122"/>
              </a:rPr>
              <a:t>第七章 设备管理</a:t>
            </a:r>
          </a:p>
          <a:p>
            <a:pPr algn="ctr">
              <a:buNone/>
            </a:pPr>
            <a:endParaRPr lang="zh-CN" altLang="en-US" sz="4000">
              <a:ea typeface="宋体" panose="02010600030101010101" pitchFamily="2" charset="-122"/>
            </a:endParaRPr>
          </a:p>
          <a:p>
            <a:pPr algn="ctr">
              <a:buNone/>
            </a:pPr>
            <a:endParaRPr lang="en-US" altLang="zh-CN" sz="3200" b="0">
              <a:solidFill>
                <a:srgbClr val="9933FF"/>
              </a:solidFill>
              <a:latin typeface="华文行楷" panose="02010800040101010101" pitchFamily="2" charset="-122"/>
              <a:ea typeface="华文行楷" panose="02010800040101010101" pitchFamily="2" charset="-122"/>
            </a:endParaRPr>
          </a:p>
        </p:txBody>
      </p:sp>
      <p:sp>
        <p:nvSpPr>
          <p:cNvPr id="6" name="Text Box 19"/>
          <p:cNvSpPr txBox="1">
            <a:spLocks noChangeArrowheads="1"/>
          </p:cNvSpPr>
          <p:nvPr/>
        </p:nvSpPr>
        <p:spPr bwMode="auto">
          <a:xfrm>
            <a:off x="4859338" y="5013325"/>
            <a:ext cx="3105150" cy="614363"/>
          </a:xfrm>
          <a:prstGeom prst="rect">
            <a:avLst/>
          </a:prstGeom>
          <a:noFill/>
          <a:ln>
            <a:noFill/>
          </a:ln>
          <a:effectLst>
            <a:outerShdw blurRad="63500" dist="37026" dir="19001120" algn="ctr" rotWithShape="0">
              <a:schemeClr val="bg2">
                <a:alpha val="75000"/>
              </a:schemeClr>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0" lvl="0" indent="0" defTabSz="914400">
              <a:spcBef>
                <a:spcPct val="0"/>
              </a:spcBef>
              <a:buClrTx/>
              <a:buFontTx/>
              <a:buNone/>
              <a:tabLst>
                <a:tab pos="279400" algn="l"/>
                <a:tab pos="558800" algn="l"/>
                <a:tab pos="838200" algn="l"/>
                <a:tab pos="1117600" algn="l"/>
                <a:tab pos="1384300" algn="l"/>
                <a:tab pos="1663700" algn="l"/>
                <a:tab pos="1943100" algn="l"/>
                <a:tab pos="2222500" algn="l"/>
                <a:tab pos="2501900" algn="l"/>
                <a:tab pos="2781300" algn="l"/>
                <a:tab pos="3060700" algn="l"/>
                <a:tab pos="3340100" algn="l"/>
              </a:tabLst>
            </a:pPr>
            <a:r>
              <a:rPr lang="zh-CN" altLang="en-US" sz="4000">
                <a:solidFill>
                  <a:srgbClr val="0000FF"/>
                </a:solidFill>
                <a:effectLst>
                  <a:outerShdw blurRad="38100" dist="38100" dir="2700000">
                    <a:srgbClr val="000000"/>
                  </a:outerShdw>
                </a:effectLst>
                <a:ea typeface="隶书" panose="02010509060101010101" pitchFamily="49" charset="-122"/>
              </a:rPr>
              <a:t>教师：李晓</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Rectangle 2"/>
          <p:cNvSpPr>
            <a:spLocks noGrp="1"/>
          </p:cNvSpPr>
          <p:nvPr>
            <p:ph type="title"/>
          </p:nvPr>
        </p:nvSpPr>
        <p:spPr/>
        <p:txBody>
          <a:bodyPr vert="horz" wrap="square" lIns="91440" tIns="45720" rIns="91440" bIns="45720" anchor="b" anchorCtr="0"/>
          <a:lstStyle/>
          <a:p>
            <a:r>
              <a:rPr lang="zh-CN" altLang="en-US">
                <a:ea typeface="宋体" panose="02010600030101010101" pitchFamily="2" charset="-122"/>
              </a:rPr>
              <a:t>第七章  设备管理</a:t>
            </a:r>
          </a:p>
        </p:txBody>
      </p:sp>
      <p:sp>
        <p:nvSpPr>
          <p:cNvPr id="18434" name="Rectangle 3"/>
          <p:cNvSpPr>
            <a:spLocks noGrp="1" noChangeArrowheads="1"/>
          </p:cNvSpPr>
          <p:nvPr>
            <p:ph idx="1"/>
          </p:nvPr>
        </p:nvSpPr>
        <p:spPr>
          <a:xfrm>
            <a:off x="363220" y="1628775"/>
            <a:ext cx="8693785" cy="3672205"/>
          </a:xfrm>
        </p:spPr>
        <p:txBody>
          <a:bodyPr vert="horz" wrap="square" lIns="91440" tIns="45720" rIns="91440" bIns="45720" numCol="1" anchor="t" anchorCtr="0" compatLnSpc="1"/>
          <a:lstStyle/>
          <a:p>
            <a:pPr>
              <a:buNone/>
            </a:pPr>
            <a:r>
              <a:rPr lang="en-US" altLang="zh-CN" b="0">
                <a:latin typeface="黑体" panose="02010609060101010101" pitchFamily="49" charset="-122"/>
              </a:rPr>
              <a:t>7.1 </a:t>
            </a:r>
            <a:r>
              <a:rPr lang="zh-CN" altLang="en-US" b="0">
                <a:latin typeface="黑体" panose="02010609060101010101" pitchFamily="49" charset="-122"/>
              </a:rPr>
              <a:t>设备的引入</a:t>
            </a:r>
            <a:r>
              <a:rPr lang="en-US" altLang="zh-CN" b="0">
                <a:latin typeface="黑体" panose="02010609060101010101" pitchFamily="49" charset="-122"/>
              </a:rPr>
              <a:t>,</a:t>
            </a:r>
            <a:r>
              <a:rPr lang="zh-CN" altLang="en-US" b="0">
                <a:latin typeface="黑体" panose="02010609060101010101" pitchFamily="49" charset="-122"/>
              </a:rPr>
              <a:t>设备分类</a:t>
            </a:r>
            <a:endParaRPr lang="en-US" altLang="zh-CN" b="0">
              <a:latin typeface="黑体" panose="02010609060101010101" pitchFamily="49" charset="-122"/>
            </a:endParaRPr>
          </a:p>
          <a:p>
            <a:pPr>
              <a:buNone/>
            </a:pPr>
            <a:r>
              <a:rPr lang="en-US" altLang="zh-CN" b="0">
                <a:latin typeface="黑体" panose="02010609060101010101" pitchFamily="49" charset="-122"/>
              </a:rPr>
              <a:t>7.2</a:t>
            </a:r>
            <a:r>
              <a:rPr lang="zh-CN" altLang="en-US" b="0">
                <a:latin typeface="黑体" panose="02010609060101010101" pitchFamily="49" charset="-122"/>
              </a:rPr>
              <a:t> </a:t>
            </a:r>
            <a:r>
              <a:rPr lang="en-US" altLang="zh-CN" b="0">
                <a:latin typeface="黑体" panose="02010609060101010101" pitchFamily="49" charset="-122"/>
              </a:rPr>
              <a:t>I/O</a:t>
            </a:r>
            <a:r>
              <a:rPr lang="zh-CN" altLang="en-US" b="0">
                <a:latin typeface="黑体" panose="02010609060101010101" pitchFamily="49" charset="-122"/>
              </a:rPr>
              <a:t>设备的控制方式（如何输入输出数据）</a:t>
            </a:r>
            <a:endParaRPr lang="en-US" altLang="zh-CN" b="0">
              <a:latin typeface="黑体" panose="02010609060101010101" pitchFamily="49" charset="-122"/>
            </a:endParaRPr>
          </a:p>
          <a:p>
            <a:pPr>
              <a:buNone/>
            </a:pPr>
            <a:r>
              <a:rPr lang="en-US" altLang="zh-CN" b="0">
                <a:latin typeface="黑体" panose="02010609060101010101" pitchFamily="49" charset="-122"/>
              </a:rPr>
              <a:t>7.3</a:t>
            </a:r>
            <a:r>
              <a:rPr lang="zh-CN" altLang="en-US" b="0">
                <a:latin typeface="黑体" panose="02010609060101010101" pitchFamily="49" charset="-122"/>
              </a:rPr>
              <a:t> 通道</a:t>
            </a:r>
            <a:endParaRPr lang="en-US" altLang="zh-CN" b="0">
              <a:latin typeface="黑体" panose="02010609060101010101" pitchFamily="49" charset="-122"/>
            </a:endParaRPr>
          </a:p>
          <a:p>
            <a:pPr>
              <a:buNone/>
            </a:pPr>
            <a:r>
              <a:rPr lang="en-US" altLang="zh-CN" b="0">
                <a:latin typeface="黑体" panose="02010609060101010101" pitchFamily="49" charset="-122"/>
              </a:rPr>
              <a:t>7.4</a:t>
            </a:r>
            <a:r>
              <a:rPr lang="zh-CN" altLang="en-US" b="0">
                <a:latin typeface="黑体" panose="02010609060101010101" pitchFamily="49" charset="-122"/>
              </a:rPr>
              <a:t> 设备分配（进程多设备少）</a:t>
            </a:r>
            <a:endParaRPr lang="en-US" altLang="zh-CN" b="0">
              <a:latin typeface="黑体" panose="02010609060101010101" pitchFamily="49" charset="-122"/>
            </a:endParaRPr>
          </a:p>
          <a:p>
            <a:pPr>
              <a:buNone/>
            </a:pPr>
            <a:r>
              <a:rPr lang="en-US" altLang="zh-CN" b="0">
                <a:latin typeface="黑体" panose="02010609060101010101" pitchFamily="49" charset="-122"/>
              </a:rPr>
              <a:t>7.5</a:t>
            </a:r>
            <a:r>
              <a:rPr lang="zh-CN" altLang="en-US" b="0">
                <a:latin typeface="黑体" panose="02010609060101010101" pitchFamily="49" charset="-122"/>
              </a:rPr>
              <a:t> </a:t>
            </a:r>
            <a:r>
              <a:rPr lang="en-US" altLang="zh-CN" b="0">
                <a:latin typeface="黑体" panose="02010609060101010101" pitchFamily="49" charset="-122"/>
              </a:rPr>
              <a:t>I/O</a:t>
            </a:r>
            <a:r>
              <a:rPr lang="zh-CN" altLang="en-US" b="0">
                <a:latin typeface="黑体" panose="02010609060101010101" pitchFamily="49" charset="-122"/>
              </a:rPr>
              <a:t>系统的层次结构</a:t>
            </a:r>
            <a:endParaRPr lang="en-US" altLang="zh-CN" b="0">
              <a:latin typeface="黑体" panose="02010609060101010101" pitchFamily="49" charset="-122"/>
            </a:endParaRPr>
          </a:p>
          <a:p>
            <a:pPr>
              <a:buNone/>
            </a:pPr>
            <a:r>
              <a:rPr lang="en-US" altLang="zh-CN" b="0">
                <a:latin typeface="黑体" panose="02010609060101010101" pitchFamily="49" charset="-122"/>
              </a:rPr>
              <a:t>7.6 </a:t>
            </a:r>
            <a:r>
              <a:rPr lang="zh-CN" altLang="en-US" b="0">
                <a:latin typeface="黑体" panose="02010609060101010101" pitchFamily="49" charset="-122"/>
                <a:sym typeface="+mn-ea"/>
              </a:rPr>
              <a:t>与设备管理有关的技术</a:t>
            </a:r>
            <a:r>
              <a:rPr lang="zh-CN" altLang="en-US" b="0">
                <a:latin typeface="黑体" panose="02010609060101010101" pitchFamily="49" charset="-122"/>
              </a:rPr>
              <a:t>（缓存，Spooling，</a:t>
            </a:r>
            <a:r>
              <a:rPr lang="zh-CN" altLang="en-US" b="0">
                <a:latin typeface="黑体" panose="02010609060101010101" pitchFamily="49" charset="-122"/>
                <a:sym typeface="+mn-ea"/>
              </a:rPr>
              <a:t>缓冲区</a:t>
            </a:r>
            <a:r>
              <a:rPr lang="zh-CN" altLang="en-US" b="0">
                <a:latin typeface="黑体" panose="02010609060101010101" pitchFamily="49" charset="-122"/>
              </a:rPr>
              <a:t>）</a:t>
            </a:r>
            <a:endParaRPr lang="en-US" altLang="zh-CN" b="0">
              <a:latin typeface="黑体" panose="02010609060101010101" pitchFamily="49" charset="-122"/>
            </a:endParaRPr>
          </a:p>
          <a:p>
            <a:pPr>
              <a:buNone/>
            </a:pPr>
            <a:r>
              <a:rPr lang="en-US" altLang="zh-CN" b="0">
                <a:latin typeface="黑体" panose="02010609060101010101" pitchFamily="49" charset="-122"/>
              </a:rPr>
              <a:t>7.7</a:t>
            </a:r>
            <a:r>
              <a:rPr lang="zh-CN" altLang="en-US" b="0">
                <a:latin typeface="黑体" panose="02010609060101010101" pitchFamily="49" charset="-122"/>
              </a:rPr>
              <a:t> </a:t>
            </a:r>
            <a:r>
              <a:rPr lang="en-US" altLang="zh-CN" b="0">
                <a:latin typeface="黑体" panose="02010609060101010101" pitchFamily="49" charset="-122"/>
              </a:rPr>
              <a:t>UNIX</a:t>
            </a:r>
            <a:r>
              <a:rPr lang="zh-CN" altLang="en-US" b="0">
                <a:latin typeface="黑体" panose="02010609060101010101" pitchFamily="49" charset="-122"/>
              </a:rPr>
              <a:t>设备管理</a:t>
            </a:r>
            <a:endParaRPr lang="en-US" altLang="zh-CN" b="0">
              <a:latin typeface="黑体" panose="02010609060101010101" pitchFamily="49" charset="-122"/>
            </a:endParaRPr>
          </a:p>
          <a:p>
            <a:pPr>
              <a:buNone/>
            </a:pPr>
            <a:endParaRPr lang="zh-CN" altLang="en-US" b="0">
              <a:ea typeface="宋体" panose="02010600030101010101" pitchFamily="2" charset="-122"/>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7" name="灯片编号占位符 3"/>
          <p:cNvSpPr txBox="1">
            <a:spLocks noGrp="1"/>
          </p:cNvSpPr>
          <p:nvPr>
            <p:ph type="sldNum" sz="quarter" idx="12"/>
          </p:nvPr>
        </p:nvSpPr>
        <p:spPr>
          <a:xfrm>
            <a:off x="431800" y="6229350"/>
            <a:ext cx="2311400" cy="457200"/>
          </a:xfrm>
        </p:spPr>
        <p:txBody>
          <a:bodyPr anchor="b" anchorCtr="0"/>
          <a:lstStyle/>
          <a:p>
            <a:pPr marL="0" indent="0">
              <a:spcBef>
                <a:spcPct val="50000"/>
              </a:spcBef>
              <a:buClrTx/>
              <a:buFontTx/>
              <a:buNone/>
            </a:pPr>
            <a:r>
              <a:rPr lang="zh-CN" altLang="en-US" sz="1200" b="0">
                <a:solidFill>
                  <a:srgbClr val="3366CC"/>
                </a:solidFill>
                <a:ea typeface="宋体" panose="02010600030101010101" pitchFamily="2" charset="-122"/>
              </a:rPr>
              <a:t>第</a:t>
            </a:r>
            <a:fld id="{9A0DB2DC-4C9A-4742-B13C-FB6460FD3503}" type="slidenum">
              <a:rPr lang="zh-TW" altLang="en-US" sz="1200" b="0">
                <a:solidFill>
                  <a:srgbClr val="3366CC"/>
                </a:solidFill>
                <a:ea typeface="PMingLiU" pitchFamily="18" charset="-120"/>
              </a:rPr>
              <a:t>3</a:t>
            </a:fld>
            <a:r>
              <a:rPr lang="zh-CN" altLang="en-US" sz="1200" b="0">
                <a:solidFill>
                  <a:srgbClr val="3366CC"/>
                </a:solidFill>
                <a:ea typeface="宋体" panose="02010600030101010101" pitchFamily="2" charset="-122"/>
              </a:rPr>
              <a:t>页</a:t>
            </a:r>
            <a:endParaRPr lang="zh-TW" altLang="en-US" sz="1200" b="0">
              <a:solidFill>
                <a:srgbClr val="3366CC"/>
              </a:solidFill>
              <a:ea typeface="宋体" panose="02010600030101010101" pitchFamily="2" charset="-122"/>
            </a:endParaRPr>
          </a:p>
        </p:txBody>
      </p:sp>
      <p:sp>
        <p:nvSpPr>
          <p:cNvPr id="19458" name="Rectangle 2"/>
          <p:cNvSpPr>
            <a:spLocks noGrp="1"/>
          </p:cNvSpPr>
          <p:nvPr>
            <p:ph type="title"/>
          </p:nvPr>
        </p:nvSpPr>
        <p:spPr/>
        <p:txBody>
          <a:bodyPr vert="horz" wrap="square" lIns="91440" tIns="45720" rIns="91440" bIns="45720" anchor="b" anchorCtr="0"/>
          <a:lstStyle/>
          <a:p>
            <a:pPr eaLnBrk="1" hangingPunct="1"/>
            <a:r>
              <a:rPr lang="en-US" altLang="zh-CN"/>
              <a:t>7.1</a:t>
            </a:r>
            <a:r>
              <a:rPr lang="zh-CN" altLang="en-US"/>
              <a:t> 设备的引入</a:t>
            </a:r>
          </a:p>
        </p:txBody>
      </p:sp>
      <p:sp>
        <p:nvSpPr>
          <p:cNvPr id="442371" name="Rectangle 3"/>
          <p:cNvSpPr>
            <a:spLocks noGrp="1"/>
          </p:cNvSpPr>
          <p:nvPr>
            <p:ph idx="1"/>
          </p:nvPr>
        </p:nvSpPr>
        <p:spPr/>
        <p:txBody>
          <a:bodyPr vert="horz" wrap="square" lIns="91440" tIns="45720" rIns="91440" bIns="45720" anchor="t" anchorCtr="0"/>
          <a:lstStyle/>
          <a:p>
            <a:pPr marL="0" indent="0">
              <a:buFont typeface="Wingdings" panose="05000000000000000000" pitchFamily="2" charset="2"/>
              <a:buNone/>
            </a:pPr>
            <a:r>
              <a:rPr lang="zh-CN" altLang="en-US" sz="2400" b="0">
                <a:latin typeface="宋体" panose="02010600030101010101" pitchFamily="2" charset="-122"/>
              </a:rPr>
              <a:t>设备的概念</a:t>
            </a:r>
          </a:p>
          <a:p>
            <a:pPr marL="0" indent="0">
              <a:lnSpc>
                <a:spcPct val="101000"/>
              </a:lnSpc>
              <a:spcBef>
                <a:spcPts val="275"/>
              </a:spcBef>
              <a:buFont typeface="Wingdings" panose="05000000000000000000" pitchFamily="2" charset="2"/>
              <a:buNone/>
            </a:pPr>
            <a:r>
              <a:rPr lang="zh-CN" altLang="en-US" sz="2400" b="0">
                <a:latin typeface="Wingdings" panose="05000000000000000000" pitchFamily="2" charset="2"/>
              </a:rPr>
              <a:t></a:t>
            </a:r>
            <a:r>
              <a:rPr lang="zh-CN" altLang="en-US" sz="2000" b="0">
                <a:latin typeface="宋体" panose="02010600030101010101" pitchFamily="2" charset="-122"/>
              </a:rPr>
              <a:t>一个计算机系统就是由大量的设备构成的，例如：</a:t>
            </a:r>
            <a:r>
              <a:rPr lang="en-US" altLang="zh-CN" sz="2000" b="0"/>
              <a:t>CPU</a:t>
            </a:r>
            <a:r>
              <a:rPr lang="zh-CN" altLang="en-US" sz="2000" b="0">
                <a:latin typeface="宋体" panose="02010600030101010101" pitchFamily="2" charset="-122"/>
              </a:rPr>
              <a:t>，磁盘，显卡、 显示器、鼠标、键盘等。这些设备的特点和功能各不相同。在这些设备中，有一类是作为计算机系统与外界交互的工具使用的，它具体负责计算机与外部的输入输出</a:t>
            </a:r>
            <a:r>
              <a:rPr lang="en-US" altLang="zh-CN" sz="2000" b="0"/>
              <a:t>(I/O)</a:t>
            </a:r>
            <a:r>
              <a:rPr lang="zh-CN" altLang="en-US" sz="2000" b="0">
                <a:latin typeface="宋体" panose="02010600030101010101" pitchFamily="2" charset="-122"/>
              </a:rPr>
              <a:t>工作，我们称这类设备为外部设备，简称为外设，本章重点研究的就是操作系统中对这类设备的管理策略。</a:t>
            </a:r>
          </a:p>
          <a:p>
            <a:pPr marL="0" indent="0">
              <a:spcBef>
                <a:spcPts val="340"/>
              </a:spcBef>
              <a:buFont typeface="Wingdings" panose="05000000000000000000" pitchFamily="2" charset="2"/>
              <a:buNone/>
            </a:pPr>
            <a:r>
              <a:rPr lang="zh-CN" altLang="en-US" sz="2400" b="0">
                <a:latin typeface="宋体" panose="02010600030101010101" pitchFamily="2" charset="-122"/>
              </a:rPr>
              <a:t>设备管理的目标</a:t>
            </a:r>
          </a:p>
          <a:p>
            <a:pPr marL="0" indent="0">
              <a:spcBef>
                <a:spcPts val="225"/>
              </a:spcBef>
              <a:buFont typeface="Wingdings" panose="05000000000000000000" pitchFamily="2" charset="2"/>
              <a:buNone/>
            </a:pPr>
            <a:r>
              <a:rPr lang="zh-CN" altLang="en-US" sz="2400" b="0">
                <a:latin typeface="Wingdings" panose="05000000000000000000" pitchFamily="2" charset="2"/>
              </a:rPr>
              <a:t></a:t>
            </a:r>
            <a:r>
              <a:rPr lang="zh-CN" altLang="en-US" sz="2400" b="0"/>
              <a:t>	</a:t>
            </a:r>
            <a:r>
              <a:rPr lang="zh-CN" altLang="en-US" sz="2000" b="0">
                <a:latin typeface="宋体" panose="02010600030101010101" pitchFamily="2" charset="-122"/>
              </a:rPr>
              <a:t>提高设备的利用率</a:t>
            </a:r>
          </a:p>
          <a:p>
            <a:pPr marL="0" indent="0">
              <a:spcBef>
                <a:spcPts val="125"/>
              </a:spcBef>
              <a:buNone/>
            </a:pPr>
            <a:r>
              <a:rPr lang="zh-CN" altLang="en-US" sz="2000" b="0">
                <a:latin typeface="宋体" panose="02010600030101010101" pitchFamily="2" charset="-122"/>
              </a:rPr>
              <a:t>提高</a:t>
            </a:r>
            <a:r>
              <a:rPr lang="en-US" altLang="zh-CN" sz="2000" b="0"/>
              <a:t>CPU</a:t>
            </a:r>
            <a:r>
              <a:rPr lang="zh-CN" altLang="en-US" sz="2000" b="0">
                <a:latin typeface="宋体" panose="02010600030101010101" pitchFamily="2" charset="-122"/>
              </a:rPr>
              <a:t>与</a:t>
            </a:r>
            <a:r>
              <a:rPr lang="en-US" altLang="zh-CN" sz="2000" b="0"/>
              <a:t>I/O</a:t>
            </a:r>
            <a:r>
              <a:rPr lang="zh-CN" altLang="en-US" sz="2000" b="0">
                <a:latin typeface="宋体" panose="02010600030101010101" pitchFamily="2" charset="-122"/>
              </a:rPr>
              <a:t>设备之间的并行操作程度。</a:t>
            </a:r>
          </a:p>
          <a:p>
            <a:pPr marL="0" indent="0">
              <a:spcBef>
                <a:spcPts val="350"/>
              </a:spcBef>
              <a:buFont typeface="Wingdings" panose="05000000000000000000" pitchFamily="2" charset="2"/>
              <a:buNone/>
            </a:pPr>
            <a:r>
              <a:rPr lang="zh-CN" altLang="en-US" sz="2400" b="0">
                <a:latin typeface="Wingdings" panose="05000000000000000000" pitchFamily="2" charset="2"/>
              </a:rPr>
              <a:t></a:t>
            </a:r>
            <a:r>
              <a:rPr lang="zh-CN" altLang="en-US" sz="2400" b="0"/>
              <a:t>	</a:t>
            </a:r>
            <a:r>
              <a:rPr lang="zh-CN" altLang="en-US" sz="2000" b="0">
                <a:latin typeface="宋体" panose="02010600030101010101" pitchFamily="2" charset="-122"/>
              </a:rPr>
              <a:t>为用户提供方便统一的界面</a:t>
            </a:r>
          </a:p>
          <a:p>
            <a:pPr marL="0" indent="0">
              <a:lnSpc>
                <a:spcPts val="2165"/>
              </a:lnSpc>
              <a:spcBef>
                <a:spcPts val="515"/>
              </a:spcBef>
              <a:buFont typeface="Wingdings" panose="05000000000000000000" pitchFamily="2" charset="2"/>
              <a:buNone/>
            </a:pPr>
            <a:r>
              <a:rPr lang="zh-CN" altLang="en-US" sz="2000" b="0">
                <a:latin typeface="宋体" panose="02010600030101010101" pitchFamily="2" charset="-122"/>
              </a:rPr>
              <a:t>方便：用户能独立于具体设备的复杂物理特性之外而方便地使用设备；</a:t>
            </a:r>
          </a:p>
          <a:p>
            <a:pPr marL="0" indent="0">
              <a:spcBef>
                <a:spcPts val="200"/>
              </a:spcBef>
              <a:buFont typeface="Wingdings" panose="05000000000000000000" pitchFamily="2" charset="2"/>
              <a:buNone/>
            </a:pPr>
            <a:r>
              <a:rPr lang="zh-CN" altLang="en-US" sz="2000" b="0">
                <a:latin typeface="宋体" panose="02010600030101010101" pitchFamily="2" charset="-122"/>
              </a:rPr>
              <a:t>统一：是指对不同的设备尽量使用统一的操作方式。</a:t>
            </a:r>
          </a:p>
          <a:p>
            <a:pPr marL="0" indent="0" eaLnBrk="1" hangingPunct="1">
              <a:buFont typeface="Monotype Sorts" pitchFamily="2" charset="2"/>
              <a:buChar char="•"/>
            </a:pPr>
            <a:endParaRPr lang="zh-CN" altLang="en-US" sz="2000" b="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442371">
                                            <p:txEl>
                                              <p:pRg st="0" end="0"/>
                                            </p:txEl>
                                          </p:spTgt>
                                        </p:tgtEl>
                                        <p:attrNameLst>
                                          <p:attrName>style.visibility</p:attrName>
                                        </p:attrNameLst>
                                      </p:cBhvr>
                                      <p:to>
                                        <p:strVal val="visible"/>
                                      </p:to>
                                    </p:set>
                                    <p:animEffect transition="in" filter="wipe(left)">
                                      <p:cBhvr>
                                        <p:cTn id="7" dur="500"/>
                                        <p:tgtEl>
                                          <p:spTgt spid="442371">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442371">
                                            <p:txEl>
                                              <p:pRg st="1" end="1"/>
                                            </p:txEl>
                                          </p:spTgt>
                                        </p:tgtEl>
                                        <p:attrNameLst>
                                          <p:attrName>style.visibility</p:attrName>
                                        </p:attrNameLst>
                                      </p:cBhvr>
                                      <p:to>
                                        <p:strVal val="visible"/>
                                      </p:to>
                                    </p:set>
                                    <p:animEffect transition="in" filter="wipe(left)">
                                      <p:cBhvr>
                                        <p:cTn id="12" dur="500"/>
                                        <p:tgtEl>
                                          <p:spTgt spid="442371">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442371">
                                            <p:txEl>
                                              <p:pRg st="2" end="2"/>
                                            </p:txEl>
                                          </p:spTgt>
                                        </p:tgtEl>
                                        <p:attrNameLst>
                                          <p:attrName>style.visibility</p:attrName>
                                        </p:attrNameLst>
                                      </p:cBhvr>
                                      <p:to>
                                        <p:strVal val="visible"/>
                                      </p:to>
                                    </p:set>
                                    <p:animEffect transition="in" filter="wipe(left)">
                                      <p:cBhvr>
                                        <p:cTn id="17" dur="500"/>
                                        <p:tgtEl>
                                          <p:spTgt spid="442371">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442371">
                                            <p:txEl>
                                              <p:pRg st="3" end="3"/>
                                            </p:txEl>
                                          </p:spTgt>
                                        </p:tgtEl>
                                        <p:attrNameLst>
                                          <p:attrName>style.visibility</p:attrName>
                                        </p:attrNameLst>
                                      </p:cBhvr>
                                      <p:to>
                                        <p:strVal val="visible"/>
                                      </p:to>
                                    </p:set>
                                    <p:animEffect transition="in" filter="wipe(left)">
                                      <p:cBhvr>
                                        <p:cTn id="22" dur="500"/>
                                        <p:tgtEl>
                                          <p:spTgt spid="442371">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442371">
                                            <p:txEl>
                                              <p:pRg st="4" end="4"/>
                                            </p:txEl>
                                          </p:spTgt>
                                        </p:tgtEl>
                                        <p:attrNameLst>
                                          <p:attrName>style.visibility</p:attrName>
                                        </p:attrNameLst>
                                      </p:cBhvr>
                                      <p:to>
                                        <p:strVal val="visible"/>
                                      </p:to>
                                    </p:set>
                                    <p:animEffect transition="in" filter="wipe(left)">
                                      <p:cBhvr>
                                        <p:cTn id="27" dur="500"/>
                                        <p:tgtEl>
                                          <p:spTgt spid="442371">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nodeType="clickEffect">
                                  <p:stCondLst>
                                    <p:cond delay="0"/>
                                  </p:stCondLst>
                                  <p:childTnLst>
                                    <p:set>
                                      <p:cBhvr>
                                        <p:cTn id="31" dur="1" fill="hold">
                                          <p:stCondLst>
                                            <p:cond delay="0"/>
                                          </p:stCondLst>
                                        </p:cTn>
                                        <p:tgtEl>
                                          <p:spTgt spid="442371">
                                            <p:txEl>
                                              <p:pRg st="5" end="5"/>
                                            </p:txEl>
                                          </p:spTgt>
                                        </p:tgtEl>
                                        <p:attrNameLst>
                                          <p:attrName>style.visibility</p:attrName>
                                        </p:attrNameLst>
                                      </p:cBhvr>
                                      <p:to>
                                        <p:strVal val="visible"/>
                                      </p:to>
                                    </p:set>
                                    <p:animEffect transition="in" filter="wipe(left)">
                                      <p:cBhvr>
                                        <p:cTn id="32" dur="500"/>
                                        <p:tgtEl>
                                          <p:spTgt spid="442371">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nodeType="clickEffect">
                                  <p:stCondLst>
                                    <p:cond delay="0"/>
                                  </p:stCondLst>
                                  <p:childTnLst>
                                    <p:set>
                                      <p:cBhvr>
                                        <p:cTn id="36" dur="1" fill="hold">
                                          <p:stCondLst>
                                            <p:cond delay="0"/>
                                          </p:stCondLst>
                                        </p:cTn>
                                        <p:tgtEl>
                                          <p:spTgt spid="442371">
                                            <p:txEl>
                                              <p:pRg st="6" end="6"/>
                                            </p:txEl>
                                          </p:spTgt>
                                        </p:tgtEl>
                                        <p:attrNameLst>
                                          <p:attrName>style.visibility</p:attrName>
                                        </p:attrNameLst>
                                      </p:cBhvr>
                                      <p:to>
                                        <p:strVal val="visible"/>
                                      </p:to>
                                    </p:set>
                                    <p:animEffect transition="in" filter="wipe(left)">
                                      <p:cBhvr>
                                        <p:cTn id="37" dur="500"/>
                                        <p:tgtEl>
                                          <p:spTgt spid="442371">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nodeType="clickEffect">
                                  <p:stCondLst>
                                    <p:cond delay="0"/>
                                  </p:stCondLst>
                                  <p:childTnLst>
                                    <p:set>
                                      <p:cBhvr>
                                        <p:cTn id="41" dur="1" fill="hold">
                                          <p:stCondLst>
                                            <p:cond delay="0"/>
                                          </p:stCondLst>
                                        </p:cTn>
                                        <p:tgtEl>
                                          <p:spTgt spid="442371">
                                            <p:txEl>
                                              <p:pRg st="7" end="7"/>
                                            </p:txEl>
                                          </p:spTgt>
                                        </p:tgtEl>
                                        <p:attrNameLst>
                                          <p:attrName>style.visibility</p:attrName>
                                        </p:attrNameLst>
                                      </p:cBhvr>
                                      <p:to>
                                        <p:strVal val="visible"/>
                                      </p:to>
                                    </p:set>
                                    <p:animEffect transition="in" filter="wipe(left)">
                                      <p:cBhvr>
                                        <p:cTn id="42" dur="500"/>
                                        <p:tgtEl>
                                          <p:spTgt spid="442371">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1" name="灯片编号占位符 3"/>
          <p:cNvSpPr txBox="1">
            <a:spLocks noGrp="1"/>
          </p:cNvSpPr>
          <p:nvPr>
            <p:ph type="sldNum" sz="quarter" idx="12"/>
          </p:nvPr>
        </p:nvSpPr>
        <p:spPr>
          <a:xfrm>
            <a:off x="431800" y="6229350"/>
            <a:ext cx="2311400" cy="457200"/>
          </a:xfrm>
        </p:spPr>
        <p:txBody>
          <a:bodyPr anchor="b" anchorCtr="0"/>
          <a:lstStyle/>
          <a:p>
            <a:pPr marL="0" indent="0">
              <a:spcBef>
                <a:spcPct val="50000"/>
              </a:spcBef>
              <a:buClrTx/>
              <a:buFontTx/>
              <a:buNone/>
            </a:pPr>
            <a:r>
              <a:rPr lang="zh-CN" altLang="en-US" sz="1200" b="0">
                <a:solidFill>
                  <a:srgbClr val="3366CC"/>
                </a:solidFill>
                <a:ea typeface="宋体" panose="02010600030101010101" pitchFamily="2" charset="-122"/>
              </a:rPr>
              <a:t>第</a:t>
            </a:r>
            <a:fld id="{9A0DB2DC-4C9A-4742-B13C-FB6460FD3503}" type="slidenum">
              <a:rPr lang="zh-TW" altLang="en-US" sz="1200" b="0">
                <a:solidFill>
                  <a:srgbClr val="3366CC"/>
                </a:solidFill>
                <a:ea typeface="PMingLiU" pitchFamily="18" charset="-120"/>
              </a:rPr>
              <a:t>4</a:t>
            </a:fld>
            <a:r>
              <a:rPr lang="zh-CN" altLang="en-US" sz="1200" b="0">
                <a:solidFill>
                  <a:srgbClr val="3366CC"/>
                </a:solidFill>
                <a:ea typeface="宋体" panose="02010600030101010101" pitchFamily="2" charset="-122"/>
              </a:rPr>
              <a:t>页</a:t>
            </a:r>
            <a:endParaRPr lang="zh-TW" altLang="en-US" sz="1200" b="0">
              <a:solidFill>
                <a:srgbClr val="3366CC"/>
              </a:solidFill>
              <a:ea typeface="宋体" panose="02010600030101010101" pitchFamily="2" charset="-122"/>
            </a:endParaRPr>
          </a:p>
        </p:txBody>
      </p:sp>
      <p:sp>
        <p:nvSpPr>
          <p:cNvPr id="20482" name="Rectangle 2"/>
          <p:cNvSpPr>
            <a:spLocks noGrp="1"/>
          </p:cNvSpPr>
          <p:nvPr>
            <p:ph type="title"/>
          </p:nvPr>
        </p:nvSpPr>
        <p:spPr/>
        <p:txBody>
          <a:bodyPr vert="horz" wrap="square" lIns="91440" tIns="45720" rIns="91440" bIns="45720" anchor="b" anchorCtr="0"/>
          <a:lstStyle/>
          <a:p>
            <a:pPr eaLnBrk="1" hangingPunct="1"/>
            <a:r>
              <a:rPr lang="en-US" altLang="zh-CN"/>
              <a:t>7.1</a:t>
            </a:r>
            <a:r>
              <a:rPr lang="zh-CN" altLang="en-US"/>
              <a:t> 设备的引入</a:t>
            </a:r>
          </a:p>
        </p:txBody>
      </p:sp>
      <p:pic>
        <p:nvPicPr>
          <p:cNvPr id="20483" name="图片 3"/>
          <p:cNvPicPr>
            <a:picLocks noChangeAspect="1"/>
          </p:cNvPicPr>
          <p:nvPr/>
        </p:nvPicPr>
        <p:blipFill>
          <a:blip r:embed="rId2"/>
          <a:stretch>
            <a:fillRect/>
          </a:stretch>
        </p:blipFill>
        <p:spPr>
          <a:xfrm>
            <a:off x="376238" y="1981200"/>
            <a:ext cx="4471987" cy="4025900"/>
          </a:xfrm>
          <a:prstGeom prst="rect">
            <a:avLst/>
          </a:prstGeom>
          <a:noFill/>
          <a:ln w="9525">
            <a:noFill/>
          </a:ln>
        </p:spPr>
      </p:pic>
      <p:sp>
        <p:nvSpPr>
          <p:cNvPr id="5" name="矩形 4"/>
          <p:cNvSpPr/>
          <p:nvPr/>
        </p:nvSpPr>
        <p:spPr>
          <a:xfrm>
            <a:off x="5076825" y="2255838"/>
            <a:ext cx="4175125" cy="3476625"/>
          </a:xfrm>
          <a:prstGeom prst="rect">
            <a:avLst/>
          </a:prstGeom>
        </p:spPr>
        <p:txBody>
          <a:bodyPr>
            <a:spAutoFit/>
          </a:bodyPr>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0" lvl="0" indent="0">
              <a:spcBef>
                <a:spcPct val="0"/>
              </a:spcBef>
              <a:buClrTx/>
              <a:buFontTx/>
              <a:buNone/>
            </a:pPr>
            <a:r>
              <a:rPr lang="en-US" altLang="zh-CN" sz="2000" b="0">
                <a:latin typeface="宋体" panose="02010600030101010101" pitchFamily="2" charset="-122"/>
              </a:rPr>
              <a:t>I/O</a:t>
            </a:r>
            <a:r>
              <a:rPr lang="zh-CN" altLang="en-US" sz="2000" b="0">
                <a:latin typeface="宋体" panose="02010600030101010101" pitchFamily="2" charset="-122"/>
              </a:rPr>
              <a:t>性能经常成为系统性能的瓶颈；</a:t>
            </a:r>
            <a:br>
              <a:rPr lang="zh-CN" altLang="en-US" sz="2000" b="0">
                <a:latin typeface="宋体" panose="02010600030101010101" pitchFamily="2" charset="-122"/>
              </a:rPr>
            </a:br>
            <a:r>
              <a:rPr lang="zh-CN" altLang="en-US" sz="2000" b="0">
                <a:latin typeface="宋体" panose="02010600030101010101" pitchFamily="2" charset="-122"/>
              </a:rPr>
              <a:t>操作系统庞大复杂的原因之一：</a:t>
            </a:r>
            <a:br>
              <a:rPr lang="zh-CN" altLang="en-US" sz="2000" b="0">
                <a:latin typeface="宋体" panose="02010600030101010101" pitchFamily="2" charset="-122"/>
              </a:rPr>
            </a:br>
            <a:r>
              <a:rPr lang="zh-CN" altLang="en-US" sz="2000" b="0">
                <a:latin typeface="宋体" panose="02010600030101010101" pitchFamily="2" charset="-122"/>
              </a:rPr>
              <a:t>资源多、杂，并发，均来自</a:t>
            </a:r>
            <a:r>
              <a:rPr lang="en-US" altLang="zh-CN" sz="2000" b="0">
                <a:latin typeface="宋体" panose="02010600030101010101" pitchFamily="2" charset="-122"/>
              </a:rPr>
              <a:t>I/O</a:t>
            </a:r>
            <a:r>
              <a:rPr lang="zh-CN" altLang="en-US" sz="2000" b="0">
                <a:latin typeface="宋体" panose="02010600030101010101" pitchFamily="2" charset="-122"/>
              </a:rPr>
              <a:t>。</a:t>
            </a:r>
            <a:br>
              <a:rPr lang="en-US" altLang="zh-CN" sz="2000" b="0">
                <a:latin typeface="宋体" panose="02010600030101010101" pitchFamily="2" charset="-122"/>
              </a:rPr>
            </a:br>
            <a:r>
              <a:rPr lang="zh-CN" altLang="en-US" sz="2000" b="0">
                <a:latin typeface="宋体" panose="02010600030101010101" pitchFamily="2" charset="-122"/>
              </a:rPr>
              <a:t> 速度差异很大</a:t>
            </a:r>
            <a:br>
              <a:rPr lang="zh-CN" altLang="en-US" sz="2000" b="0">
                <a:latin typeface="宋体" panose="02010600030101010101" pitchFamily="2" charset="-122"/>
              </a:rPr>
            </a:br>
            <a:r>
              <a:rPr lang="zh-CN" altLang="en-US" sz="2000" b="0">
                <a:latin typeface="宋体" panose="02010600030101010101" pitchFamily="2" charset="-122"/>
              </a:rPr>
              <a:t> 应用</a:t>
            </a:r>
            <a:br>
              <a:rPr lang="zh-CN" altLang="en-US" sz="2000" b="0">
                <a:latin typeface="宋体" panose="02010600030101010101" pitchFamily="2" charset="-122"/>
              </a:rPr>
            </a:br>
            <a:r>
              <a:rPr lang="zh-CN" altLang="en-US" sz="2000" b="0">
                <a:latin typeface="宋体" panose="02010600030101010101" pitchFamily="2" charset="-122"/>
              </a:rPr>
              <a:t> 控制接口的复杂性</a:t>
            </a:r>
            <a:br>
              <a:rPr lang="zh-CN" altLang="en-US" sz="2000" b="0">
                <a:latin typeface="宋体" panose="02010600030101010101" pitchFamily="2" charset="-122"/>
              </a:rPr>
            </a:br>
            <a:r>
              <a:rPr lang="zh-CN" altLang="en-US" sz="2000" b="0">
                <a:latin typeface="宋体" panose="02010600030101010101" pitchFamily="2" charset="-122"/>
              </a:rPr>
              <a:t> 传送单位</a:t>
            </a:r>
            <a:br>
              <a:rPr lang="zh-CN" altLang="en-US" sz="2000" b="0">
                <a:latin typeface="宋体" panose="02010600030101010101" pitchFamily="2" charset="-122"/>
              </a:rPr>
            </a:br>
            <a:r>
              <a:rPr lang="zh-CN" altLang="en-US" sz="2000" b="0">
                <a:latin typeface="宋体" panose="02010600030101010101" pitchFamily="2" charset="-122"/>
              </a:rPr>
              <a:t> 数据表示</a:t>
            </a:r>
            <a:br>
              <a:rPr lang="zh-CN" altLang="en-US" sz="2000" b="0">
                <a:latin typeface="宋体" panose="02010600030101010101" pitchFamily="2" charset="-122"/>
              </a:rPr>
            </a:br>
            <a:r>
              <a:rPr lang="zh-CN" altLang="en-US" sz="2000" b="0">
                <a:latin typeface="宋体" panose="02010600030101010101" pitchFamily="2" charset="-122"/>
              </a:rPr>
              <a:t> 错误条件</a:t>
            </a:r>
            <a:br>
              <a:rPr lang="zh-CN" altLang="en-US" sz="2000" b="0">
                <a:latin typeface="宋体" panose="02010600030101010101" pitchFamily="2" charset="-122"/>
              </a:rPr>
            </a:br>
            <a:r>
              <a:rPr lang="zh-CN" altLang="en-US" sz="2000" b="0">
                <a:latin typeface="宋体" panose="02010600030101010101" pitchFamily="2" charset="-122"/>
              </a:rPr>
              <a:t> 与其他功能联系密切，特别是文件系统 </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灯片编号占位符 3"/>
          <p:cNvSpPr txBox="1">
            <a:spLocks noGrp="1"/>
          </p:cNvSpPr>
          <p:nvPr>
            <p:ph type="sldNum" sz="quarter" idx="12"/>
          </p:nvPr>
        </p:nvSpPr>
        <p:spPr>
          <a:xfrm>
            <a:off x="431800" y="6229350"/>
            <a:ext cx="2311400" cy="457200"/>
          </a:xfrm>
        </p:spPr>
        <p:txBody>
          <a:bodyPr anchor="b" anchorCtr="0"/>
          <a:lstStyle/>
          <a:p>
            <a:pPr marL="0" indent="0">
              <a:spcBef>
                <a:spcPct val="50000"/>
              </a:spcBef>
              <a:buClrTx/>
              <a:buFontTx/>
              <a:buNone/>
            </a:pPr>
            <a:r>
              <a:rPr lang="zh-CN" altLang="en-US" sz="1200" b="0">
                <a:solidFill>
                  <a:srgbClr val="3366CC"/>
                </a:solidFill>
                <a:ea typeface="宋体" panose="02010600030101010101" pitchFamily="2" charset="-122"/>
              </a:rPr>
              <a:t>第</a:t>
            </a:r>
            <a:fld id="{9A0DB2DC-4C9A-4742-B13C-FB6460FD3503}" type="slidenum">
              <a:rPr lang="zh-TW" altLang="en-US" sz="1200" b="0">
                <a:solidFill>
                  <a:srgbClr val="3366CC"/>
                </a:solidFill>
                <a:ea typeface="PMingLiU" pitchFamily="18" charset="-120"/>
              </a:rPr>
              <a:t>5</a:t>
            </a:fld>
            <a:r>
              <a:rPr lang="zh-CN" altLang="en-US" sz="1200" b="0">
                <a:solidFill>
                  <a:srgbClr val="3366CC"/>
                </a:solidFill>
                <a:ea typeface="宋体" panose="02010600030101010101" pitchFamily="2" charset="-122"/>
              </a:rPr>
              <a:t>页</a:t>
            </a:r>
            <a:endParaRPr lang="zh-TW" altLang="en-US" sz="1200" b="0">
              <a:solidFill>
                <a:srgbClr val="3366CC"/>
              </a:solidFill>
              <a:ea typeface="宋体" panose="02010600030101010101" pitchFamily="2" charset="-122"/>
            </a:endParaRPr>
          </a:p>
        </p:txBody>
      </p:sp>
      <p:sp>
        <p:nvSpPr>
          <p:cNvPr id="21506" name="Rectangle 2"/>
          <p:cNvSpPr>
            <a:spLocks noGrp="1"/>
          </p:cNvSpPr>
          <p:nvPr>
            <p:ph type="title"/>
          </p:nvPr>
        </p:nvSpPr>
        <p:spPr/>
        <p:txBody>
          <a:bodyPr vert="horz" wrap="square" lIns="91440" tIns="45720" rIns="91440" bIns="45720" anchor="b" anchorCtr="0"/>
          <a:lstStyle/>
          <a:p>
            <a:pPr eaLnBrk="1" hangingPunct="1"/>
            <a:r>
              <a:rPr lang="en-US" altLang="zh-CN"/>
              <a:t>7.1.1</a:t>
            </a:r>
            <a:r>
              <a:rPr lang="zh-CN" altLang="en-US"/>
              <a:t> 设备的分类</a:t>
            </a:r>
          </a:p>
        </p:txBody>
      </p:sp>
      <p:sp>
        <p:nvSpPr>
          <p:cNvPr id="21507" name="object 6"/>
          <p:cNvSpPr txBox="1">
            <a:spLocks noChangeArrowheads="1"/>
          </p:cNvSpPr>
          <p:nvPr/>
        </p:nvSpPr>
        <p:spPr bwMode="auto">
          <a:xfrm>
            <a:off x="477838" y="1484313"/>
            <a:ext cx="8126413" cy="4346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0" lvl="0" indent="0">
              <a:spcBef>
                <a:spcPct val="0"/>
              </a:spcBef>
              <a:buClrTx/>
              <a:buFontTx/>
              <a:buNone/>
            </a:pPr>
            <a:r>
              <a:rPr lang="zh-CN" altLang="zh-CN" sz="2000" b="0">
                <a:solidFill>
                  <a:srgbClr val="9A3300"/>
                </a:solidFill>
                <a:latin typeface="times"/>
              </a:rPr>
              <a:t>I/O设备的分类</a:t>
            </a:r>
            <a:endParaRPr lang="zh-CN" altLang="zh-CN" sz="2000" b="0">
              <a:latin typeface="times"/>
            </a:endParaRPr>
          </a:p>
          <a:p>
            <a:pPr marL="0" lvl="0" indent="0">
              <a:spcBef>
                <a:spcPts val="350"/>
              </a:spcBef>
              <a:buClrTx/>
              <a:buFontTx/>
              <a:buNone/>
            </a:pPr>
            <a:r>
              <a:rPr lang="zh-CN" altLang="zh-CN" sz="2000" b="0">
                <a:solidFill>
                  <a:srgbClr val="3333CC"/>
                </a:solidFill>
                <a:latin typeface="times"/>
              </a:rPr>
              <a:t>	</a:t>
            </a:r>
            <a:r>
              <a:rPr lang="zh-CN" altLang="zh-CN" sz="2000" b="0">
                <a:solidFill>
                  <a:srgbClr val="0033CC"/>
                </a:solidFill>
                <a:latin typeface="times"/>
              </a:rPr>
              <a:t>按数据组织分类</a:t>
            </a:r>
            <a:endParaRPr lang="zh-CN" altLang="zh-CN" sz="2000" b="0">
              <a:latin typeface="times"/>
            </a:endParaRPr>
          </a:p>
          <a:p>
            <a:pPr marL="0" lvl="0" indent="0">
              <a:lnSpc>
                <a:spcPts val="2275"/>
              </a:lnSpc>
              <a:spcBef>
                <a:spcPts val="300"/>
              </a:spcBef>
              <a:buClrTx/>
              <a:buFontTx/>
              <a:buNone/>
            </a:pPr>
            <a:r>
              <a:rPr lang="zh-CN" altLang="zh-CN" sz="2000" b="0">
                <a:solidFill>
                  <a:srgbClr val="3333CC"/>
                </a:solidFill>
                <a:latin typeface="times"/>
              </a:rPr>
              <a:t>	</a:t>
            </a:r>
            <a:r>
              <a:rPr lang="zh-CN" altLang="zh-CN" sz="2000" b="0">
                <a:solidFill>
                  <a:srgbClr val="FF3300"/>
                </a:solidFill>
                <a:latin typeface="times"/>
              </a:rPr>
              <a:t>块设备(Block Device)</a:t>
            </a:r>
            <a:r>
              <a:rPr lang="zh-CN" altLang="zh-CN" sz="2000" b="0">
                <a:latin typeface="times"/>
              </a:rPr>
              <a:t>：指以</a:t>
            </a:r>
            <a:r>
              <a:rPr lang="zh-CN" altLang="zh-CN" sz="2000" b="0">
                <a:solidFill>
                  <a:srgbClr val="FF3300"/>
                </a:solidFill>
                <a:latin typeface="times"/>
              </a:rPr>
              <a:t>数据块</a:t>
            </a:r>
            <a:r>
              <a:rPr lang="zh-CN" altLang="zh-CN" sz="2000" b="0">
                <a:latin typeface="times"/>
              </a:rPr>
              <a:t>为单位来组织和传送数据信息的设备。它属于</a:t>
            </a:r>
            <a:r>
              <a:rPr lang="zh-CN" altLang="zh-CN" sz="2000" b="0">
                <a:solidFill>
                  <a:srgbClr val="FF3300"/>
                </a:solidFill>
                <a:latin typeface="times"/>
              </a:rPr>
              <a:t>有结构</a:t>
            </a:r>
            <a:r>
              <a:rPr lang="zh-CN" altLang="zh-CN" sz="2000" b="0">
                <a:latin typeface="times"/>
              </a:rPr>
              <a:t>设备。块设备的基本特征是：</a:t>
            </a:r>
          </a:p>
          <a:p>
            <a:pPr marL="0" lvl="0" indent="0">
              <a:spcBef>
                <a:spcPts val="150"/>
              </a:spcBef>
              <a:buClrTx/>
              <a:buFontTx/>
              <a:buNone/>
            </a:pPr>
            <a:r>
              <a:rPr lang="zh-CN" altLang="zh-CN" sz="2000" b="0">
                <a:solidFill>
                  <a:srgbClr val="3333CC"/>
                </a:solidFill>
                <a:latin typeface="times"/>
              </a:rPr>
              <a:t>①	</a:t>
            </a:r>
            <a:r>
              <a:rPr lang="zh-CN" altLang="zh-CN" sz="2000" b="0">
                <a:latin typeface="times"/>
              </a:rPr>
              <a:t>传输速率较高，通常每秒钟为几兆位；</a:t>
            </a:r>
          </a:p>
          <a:p>
            <a:pPr marL="0" lvl="0" indent="0">
              <a:spcBef>
                <a:spcPts val="125"/>
              </a:spcBef>
              <a:buClrTx/>
              <a:buFontTx/>
              <a:buNone/>
            </a:pPr>
            <a:r>
              <a:rPr lang="zh-CN" altLang="zh-CN" sz="2000" b="0">
                <a:solidFill>
                  <a:srgbClr val="3333CC"/>
                </a:solidFill>
                <a:latin typeface="times"/>
              </a:rPr>
              <a:t>②	</a:t>
            </a:r>
            <a:r>
              <a:rPr lang="zh-CN" altLang="zh-CN" sz="2000" b="0">
                <a:latin typeface="times"/>
              </a:rPr>
              <a:t>它是可寻址的，即可随机地读/写任意一块；</a:t>
            </a:r>
          </a:p>
          <a:p>
            <a:pPr marL="0" lvl="0" indent="0">
              <a:spcBef>
                <a:spcPts val="225"/>
              </a:spcBef>
              <a:buClrTx/>
              <a:buFontTx/>
              <a:buNone/>
            </a:pPr>
            <a:r>
              <a:rPr lang="zh-CN" altLang="zh-CN" sz="2000" b="0">
                <a:solidFill>
                  <a:srgbClr val="3333CC"/>
                </a:solidFill>
                <a:latin typeface="times"/>
              </a:rPr>
              <a:t>③	</a:t>
            </a:r>
            <a:r>
              <a:rPr lang="zh-CN" altLang="zh-CN" sz="2000" b="0">
                <a:latin typeface="times"/>
              </a:rPr>
              <a:t>磁盘设备的I/O采用DMA方式。</a:t>
            </a:r>
          </a:p>
          <a:p>
            <a:pPr marL="0" lvl="0" indent="0">
              <a:spcBef>
                <a:spcPts val="440"/>
              </a:spcBef>
              <a:buClrTx/>
              <a:buFontTx/>
              <a:buNone/>
            </a:pPr>
            <a:r>
              <a:rPr lang="zh-CN" altLang="zh-CN" sz="2000" b="0">
                <a:solidFill>
                  <a:srgbClr val="3333CC"/>
                </a:solidFill>
                <a:latin typeface="times"/>
              </a:rPr>
              <a:t>	</a:t>
            </a:r>
            <a:r>
              <a:rPr lang="zh-CN" altLang="zh-CN" sz="2000" b="0">
                <a:solidFill>
                  <a:srgbClr val="FF3300"/>
                </a:solidFill>
                <a:latin typeface="times"/>
              </a:rPr>
              <a:t>字符设备(Character Device)</a:t>
            </a:r>
            <a:r>
              <a:rPr lang="zh-CN" altLang="zh-CN" sz="2000" b="0">
                <a:latin typeface="times"/>
              </a:rPr>
              <a:t>：指以单个字符为单位来传送数据信息的设备。这类设备一般用于数据的输入和输出(交互式终端、 打印机)。它属于</a:t>
            </a:r>
            <a:r>
              <a:rPr lang="zh-CN" altLang="zh-CN" sz="2000" b="0">
                <a:solidFill>
                  <a:srgbClr val="FF3300"/>
                </a:solidFill>
                <a:latin typeface="times"/>
              </a:rPr>
              <a:t>无结构</a:t>
            </a:r>
            <a:r>
              <a:rPr lang="zh-CN" altLang="zh-CN" sz="2000" b="0">
                <a:latin typeface="times"/>
              </a:rPr>
              <a:t>设备。字符设备的基本特征是：</a:t>
            </a:r>
          </a:p>
          <a:p>
            <a:pPr marL="0" lvl="0" indent="0">
              <a:spcBef>
                <a:spcPts val="550"/>
              </a:spcBef>
              <a:buClrTx/>
              <a:buFontTx/>
              <a:buNone/>
            </a:pPr>
            <a:r>
              <a:rPr lang="zh-CN" altLang="zh-CN" sz="2000" b="0">
                <a:solidFill>
                  <a:srgbClr val="3333CC"/>
                </a:solidFill>
                <a:latin typeface="times"/>
              </a:rPr>
              <a:t>①	</a:t>
            </a:r>
            <a:r>
              <a:rPr lang="zh-CN" altLang="zh-CN" sz="2000" b="0">
                <a:latin typeface="times"/>
              </a:rPr>
              <a:t>传输速率较低；</a:t>
            </a:r>
          </a:p>
          <a:p>
            <a:pPr marL="0" lvl="0" indent="0">
              <a:spcBef>
                <a:spcPts val="440"/>
              </a:spcBef>
              <a:buClrTx/>
              <a:buFontTx/>
              <a:buNone/>
            </a:pPr>
            <a:r>
              <a:rPr lang="zh-CN" altLang="zh-CN" sz="2000" b="0">
                <a:solidFill>
                  <a:srgbClr val="3333CC"/>
                </a:solidFill>
                <a:latin typeface="times"/>
              </a:rPr>
              <a:t>②	</a:t>
            </a:r>
            <a:r>
              <a:rPr lang="zh-CN" altLang="zh-CN" sz="2000" b="0">
                <a:latin typeface="times"/>
              </a:rPr>
              <a:t>不可寻址，即不能指定输入时的源地址或输出时的目标地址；</a:t>
            </a:r>
          </a:p>
          <a:p>
            <a:pPr marL="0" lvl="0" indent="0">
              <a:spcBef>
                <a:spcPts val="325"/>
              </a:spcBef>
              <a:buClrTx/>
              <a:buFontTx/>
              <a:buNone/>
            </a:pPr>
            <a:r>
              <a:rPr lang="zh-CN" altLang="zh-CN" sz="2000" b="0">
                <a:solidFill>
                  <a:srgbClr val="3333CC"/>
                </a:solidFill>
                <a:latin typeface="times"/>
              </a:rPr>
              <a:t>③	</a:t>
            </a:r>
            <a:r>
              <a:rPr lang="zh-CN" altLang="zh-CN" sz="2000" b="0">
                <a:latin typeface="times"/>
              </a:rPr>
              <a:t>字符设备的I/O常采用中断驱动方式。</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灯片编号占位符 3"/>
          <p:cNvSpPr txBox="1">
            <a:spLocks noGrp="1"/>
          </p:cNvSpPr>
          <p:nvPr>
            <p:ph type="sldNum" sz="quarter" idx="12"/>
          </p:nvPr>
        </p:nvSpPr>
        <p:spPr>
          <a:xfrm>
            <a:off x="431800" y="6229350"/>
            <a:ext cx="2311400" cy="457200"/>
          </a:xfrm>
        </p:spPr>
        <p:txBody>
          <a:bodyPr anchor="b" anchorCtr="0"/>
          <a:lstStyle/>
          <a:p>
            <a:pPr marL="0" indent="0">
              <a:spcBef>
                <a:spcPct val="50000"/>
              </a:spcBef>
              <a:buClrTx/>
              <a:buFontTx/>
              <a:buNone/>
            </a:pPr>
            <a:r>
              <a:rPr lang="zh-CN" altLang="en-US" sz="1200" b="0">
                <a:solidFill>
                  <a:srgbClr val="3366CC"/>
                </a:solidFill>
                <a:ea typeface="宋体" panose="02010600030101010101" pitchFamily="2" charset="-122"/>
              </a:rPr>
              <a:t>第</a:t>
            </a:r>
            <a:fld id="{9A0DB2DC-4C9A-4742-B13C-FB6460FD3503}" type="slidenum">
              <a:rPr lang="zh-TW" altLang="en-US" sz="1200" b="0">
                <a:solidFill>
                  <a:srgbClr val="3366CC"/>
                </a:solidFill>
                <a:ea typeface="PMingLiU" pitchFamily="18" charset="-120"/>
              </a:rPr>
              <a:t>6</a:t>
            </a:fld>
            <a:r>
              <a:rPr lang="zh-CN" altLang="en-US" sz="1200" b="0">
                <a:solidFill>
                  <a:srgbClr val="3366CC"/>
                </a:solidFill>
                <a:ea typeface="宋体" panose="02010600030101010101" pitchFamily="2" charset="-122"/>
              </a:rPr>
              <a:t>页</a:t>
            </a:r>
            <a:endParaRPr lang="zh-TW" altLang="en-US" sz="1200" b="0">
              <a:solidFill>
                <a:srgbClr val="3366CC"/>
              </a:solidFill>
              <a:ea typeface="宋体" panose="02010600030101010101" pitchFamily="2" charset="-122"/>
            </a:endParaRPr>
          </a:p>
        </p:txBody>
      </p:sp>
      <p:sp>
        <p:nvSpPr>
          <p:cNvPr id="22530" name="Rectangle 2"/>
          <p:cNvSpPr>
            <a:spLocks noGrp="1"/>
          </p:cNvSpPr>
          <p:nvPr>
            <p:ph type="title"/>
          </p:nvPr>
        </p:nvSpPr>
        <p:spPr/>
        <p:txBody>
          <a:bodyPr vert="horz" wrap="square" lIns="91440" tIns="45720" rIns="91440" bIns="45720" anchor="b" anchorCtr="0"/>
          <a:lstStyle/>
          <a:p>
            <a:pPr eaLnBrk="1" hangingPunct="1"/>
            <a:r>
              <a:rPr lang="en-US" altLang="zh-CN"/>
              <a:t>7.1.1</a:t>
            </a:r>
            <a:r>
              <a:rPr lang="zh-CN" altLang="en-US"/>
              <a:t> 设备的分类</a:t>
            </a:r>
          </a:p>
        </p:txBody>
      </p:sp>
      <p:sp>
        <p:nvSpPr>
          <p:cNvPr id="22531" name="矩形 1"/>
          <p:cNvSpPr/>
          <p:nvPr/>
        </p:nvSpPr>
        <p:spPr>
          <a:xfrm>
            <a:off x="107950" y="1268413"/>
            <a:ext cx="8785225" cy="5527675"/>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12700" lvl="0" indent="0" defTabSz="914400">
              <a:spcBef>
                <a:spcPct val="0"/>
              </a:spcBef>
              <a:buClrTx/>
              <a:buFontTx/>
              <a:buNone/>
              <a:tabLst>
                <a:tab pos="544830" algn="l"/>
              </a:tabLst>
            </a:pPr>
            <a:r>
              <a:rPr lang="zh-CN" altLang="en-US" sz="2400" b="0">
                <a:solidFill>
                  <a:srgbClr val="3333CC"/>
                </a:solidFill>
                <a:latin typeface="Wingdings" panose="05000000000000000000" pitchFamily="2" charset="2"/>
                <a:ea typeface="宋体" panose="02010600030101010101" pitchFamily="2" charset="-122"/>
              </a:rPr>
              <a:t></a:t>
            </a:r>
            <a:r>
              <a:rPr lang="zh-CN" altLang="en-US" sz="2400" b="0">
                <a:solidFill>
                  <a:srgbClr val="3333CC"/>
                </a:solidFill>
                <a:ea typeface="宋体" panose="02010600030101010101" pitchFamily="2" charset="-122"/>
              </a:rPr>
              <a:t>	</a:t>
            </a:r>
            <a:r>
              <a:rPr lang="zh-CN" altLang="en-US" sz="2000">
                <a:solidFill>
                  <a:srgbClr val="0033CC"/>
                </a:solidFill>
                <a:latin typeface="宋体" panose="02010600030101010101" pitchFamily="2" charset="-122"/>
                <a:ea typeface="宋体" panose="02010600030101010101" pitchFamily="2" charset="-122"/>
              </a:rPr>
              <a:t>按数据传输率分类</a:t>
            </a:r>
            <a:endParaRPr lang="zh-CN" altLang="en-US" sz="2000" b="0">
              <a:latin typeface="宋体" panose="02010600030101010101" pitchFamily="2" charset="-122"/>
              <a:ea typeface="宋体" panose="02010600030101010101" pitchFamily="2" charset="-122"/>
            </a:endParaRPr>
          </a:p>
          <a:p>
            <a:pPr marL="12700" lvl="0" indent="0" defTabSz="914400">
              <a:lnSpc>
                <a:spcPts val="2165"/>
              </a:lnSpc>
              <a:spcBef>
                <a:spcPts val="515"/>
              </a:spcBef>
              <a:buClrTx/>
              <a:buFontTx/>
              <a:buNone/>
              <a:tabLst>
                <a:tab pos="544830" algn="l"/>
              </a:tabLst>
            </a:pPr>
            <a:r>
              <a:rPr lang="zh-CN" altLang="en-US" sz="2400" b="0">
                <a:solidFill>
                  <a:srgbClr val="3333CC"/>
                </a:solidFill>
                <a:latin typeface="Wingdings" panose="05000000000000000000" pitchFamily="2" charset="2"/>
                <a:ea typeface="宋体" panose="02010600030101010101" pitchFamily="2" charset="-122"/>
              </a:rPr>
              <a:t></a:t>
            </a:r>
            <a:r>
              <a:rPr lang="zh-CN" altLang="en-US" sz="2400" b="0">
                <a:solidFill>
                  <a:srgbClr val="3333CC"/>
                </a:solidFill>
                <a:ea typeface="宋体" panose="02010600030101010101" pitchFamily="2" charset="-122"/>
              </a:rPr>
              <a:t>	</a:t>
            </a:r>
            <a:r>
              <a:rPr lang="zh-CN" altLang="en-US" sz="2000">
                <a:solidFill>
                  <a:srgbClr val="FF3300"/>
                </a:solidFill>
                <a:latin typeface="宋体" panose="02010600030101010101" pitchFamily="2" charset="-122"/>
                <a:ea typeface="宋体" panose="02010600030101010101" pitchFamily="2" charset="-122"/>
              </a:rPr>
              <a:t>低速设备</a:t>
            </a:r>
            <a:r>
              <a:rPr lang="zh-CN" altLang="en-US" sz="2000">
                <a:latin typeface="宋体" panose="02010600030101010101" pitchFamily="2" charset="-122"/>
                <a:ea typeface="宋体" panose="02010600030101010101" pitchFamily="2" charset="-122"/>
              </a:rPr>
              <a:t>：指传输速率为</a:t>
            </a:r>
            <a:r>
              <a:rPr lang="zh-CN" altLang="en-US" sz="2000">
                <a:solidFill>
                  <a:srgbClr val="0000FF"/>
                </a:solidFill>
                <a:latin typeface="宋体" panose="02010600030101010101" pitchFamily="2" charset="-122"/>
                <a:ea typeface="宋体" panose="02010600030101010101" pitchFamily="2" charset="-122"/>
              </a:rPr>
              <a:t>每秒钟几个字节到数百个字节</a:t>
            </a:r>
            <a:r>
              <a:rPr lang="zh-CN" altLang="en-US" sz="2000">
                <a:latin typeface="宋体" panose="02010600030101010101" pitchFamily="2" charset="-122"/>
                <a:ea typeface="宋体" panose="02010600030101010101" pitchFamily="2" charset="-122"/>
              </a:rPr>
              <a:t>的设备。 典型的设备有键盘、鼠标、语音的输入等；</a:t>
            </a:r>
            <a:endParaRPr lang="zh-CN" altLang="en-US" sz="2000" b="0">
              <a:latin typeface="宋体" panose="02010600030101010101" pitchFamily="2" charset="-122"/>
              <a:ea typeface="宋体" panose="02010600030101010101" pitchFamily="2" charset="-122"/>
            </a:endParaRPr>
          </a:p>
          <a:p>
            <a:pPr marL="12700" lvl="0" indent="0" defTabSz="914400">
              <a:lnSpc>
                <a:spcPts val="2165"/>
              </a:lnSpc>
              <a:spcBef>
                <a:spcPts val="475"/>
              </a:spcBef>
              <a:buClrTx/>
              <a:buFontTx/>
              <a:buNone/>
              <a:tabLst>
                <a:tab pos="544830" algn="l"/>
              </a:tabLst>
            </a:pPr>
            <a:r>
              <a:rPr lang="zh-CN" altLang="en-US" sz="2400" b="0">
                <a:solidFill>
                  <a:srgbClr val="3333CC"/>
                </a:solidFill>
                <a:latin typeface="Wingdings" panose="05000000000000000000" pitchFamily="2" charset="2"/>
                <a:ea typeface="宋体" panose="02010600030101010101" pitchFamily="2" charset="-122"/>
              </a:rPr>
              <a:t></a:t>
            </a:r>
            <a:r>
              <a:rPr lang="zh-CN" altLang="en-US" sz="2400" b="0">
                <a:solidFill>
                  <a:srgbClr val="3333CC"/>
                </a:solidFill>
                <a:ea typeface="宋体" panose="02010600030101010101" pitchFamily="2" charset="-122"/>
              </a:rPr>
              <a:t>	</a:t>
            </a:r>
            <a:r>
              <a:rPr lang="zh-CN" altLang="en-US" sz="2000">
                <a:solidFill>
                  <a:srgbClr val="FF3300"/>
                </a:solidFill>
                <a:latin typeface="宋体" panose="02010600030101010101" pitchFamily="2" charset="-122"/>
                <a:ea typeface="宋体" panose="02010600030101010101" pitchFamily="2" charset="-122"/>
              </a:rPr>
              <a:t>中速设备</a:t>
            </a:r>
            <a:r>
              <a:rPr lang="zh-CN" altLang="en-US" sz="2000">
                <a:latin typeface="宋体" panose="02010600030101010101" pitchFamily="2" charset="-122"/>
                <a:ea typeface="宋体" panose="02010600030101010101" pitchFamily="2" charset="-122"/>
              </a:rPr>
              <a:t>：指传输速率在</a:t>
            </a:r>
            <a:r>
              <a:rPr lang="zh-CN" altLang="en-US" sz="2000">
                <a:solidFill>
                  <a:srgbClr val="0000FF"/>
                </a:solidFill>
                <a:latin typeface="宋体" panose="02010600030101010101" pitchFamily="2" charset="-122"/>
                <a:ea typeface="宋体" panose="02010600030101010101" pitchFamily="2" charset="-122"/>
              </a:rPr>
              <a:t>每秒钟数千个字节至数十千个字节</a:t>
            </a:r>
            <a:r>
              <a:rPr lang="zh-CN" altLang="en-US" sz="2000">
                <a:latin typeface="宋体" panose="02010600030101010101" pitchFamily="2" charset="-122"/>
                <a:ea typeface="宋体" panose="02010600030101010101" pitchFamily="2" charset="-122"/>
              </a:rPr>
              <a:t>的设备。典型的设备有行式打印机、激光打印机等；</a:t>
            </a:r>
            <a:endParaRPr lang="zh-CN" altLang="en-US" sz="2000" b="0">
              <a:latin typeface="宋体" panose="02010600030101010101" pitchFamily="2" charset="-122"/>
              <a:ea typeface="宋体" panose="02010600030101010101" pitchFamily="2" charset="-122"/>
            </a:endParaRPr>
          </a:p>
          <a:p>
            <a:pPr marL="12700" lvl="0" indent="0" defTabSz="914400">
              <a:lnSpc>
                <a:spcPts val="2165"/>
              </a:lnSpc>
              <a:spcBef>
                <a:spcPts val="475"/>
              </a:spcBef>
              <a:buClrTx/>
              <a:buFontTx/>
              <a:buNone/>
              <a:tabLst>
                <a:tab pos="544830" algn="l"/>
              </a:tabLst>
            </a:pPr>
            <a:r>
              <a:rPr lang="zh-CN" altLang="en-US" sz="2400" b="0">
                <a:solidFill>
                  <a:srgbClr val="3333CC"/>
                </a:solidFill>
                <a:latin typeface="Wingdings" panose="05000000000000000000" pitchFamily="2" charset="2"/>
                <a:ea typeface="宋体" panose="02010600030101010101" pitchFamily="2" charset="-122"/>
              </a:rPr>
              <a:t></a:t>
            </a:r>
            <a:r>
              <a:rPr lang="zh-CN" altLang="en-US" sz="2400" b="0">
                <a:solidFill>
                  <a:srgbClr val="3333CC"/>
                </a:solidFill>
                <a:ea typeface="宋体" panose="02010600030101010101" pitchFamily="2" charset="-122"/>
              </a:rPr>
              <a:t>	</a:t>
            </a:r>
            <a:r>
              <a:rPr lang="zh-CN" altLang="en-US" sz="2000">
                <a:solidFill>
                  <a:srgbClr val="FF3300"/>
                </a:solidFill>
                <a:latin typeface="宋体" panose="02010600030101010101" pitchFamily="2" charset="-122"/>
                <a:ea typeface="宋体" panose="02010600030101010101" pitchFamily="2" charset="-122"/>
              </a:rPr>
              <a:t>高速设备</a:t>
            </a:r>
            <a:r>
              <a:rPr lang="zh-CN" altLang="en-US" sz="2000">
                <a:latin typeface="宋体" panose="02010600030101010101" pitchFamily="2" charset="-122"/>
                <a:ea typeface="宋体" panose="02010600030101010101" pitchFamily="2" charset="-122"/>
              </a:rPr>
              <a:t>：指传输速率</a:t>
            </a:r>
            <a:r>
              <a:rPr lang="zh-CN" altLang="en-US" sz="2000">
                <a:solidFill>
                  <a:srgbClr val="0000FF"/>
                </a:solidFill>
                <a:latin typeface="宋体" panose="02010600030101010101" pitchFamily="2" charset="-122"/>
                <a:ea typeface="宋体" panose="02010600030101010101" pitchFamily="2" charset="-122"/>
              </a:rPr>
              <a:t>在数百千个字节至数兆字节</a:t>
            </a:r>
            <a:r>
              <a:rPr lang="zh-CN" altLang="en-US" sz="2000">
                <a:latin typeface="宋体" panose="02010600030101010101" pitchFamily="2" charset="-122"/>
                <a:ea typeface="宋体" panose="02010600030101010101" pitchFamily="2" charset="-122"/>
              </a:rPr>
              <a:t>的设备。典型的设备有磁带、磁盘、光盘等。</a:t>
            </a:r>
            <a:endParaRPr lang="zh-CN" altLang="en-US" sz="2000" b="0">
              <a:latin typeface="宋体" panose="02010600030101010101" pitchFamily="2" charset="-122"/>
              <a:ea typeface="宋体" panose="02010600030101010101" pitchFamily="2" charset="-122"/>
            </a:endParaRPr>
          </a:p>
          <a:p>
            <a:pPr marL="12700" lvl="0" indent="0" defTabSz="914400">
              <a:spcBef>
                <a:spcPts val="200"/>
              </a:spcBef>
              <a:buClrTx/>
              <a:buFontTx/>
              <a:buNone/>
              <a:tabLst>
                <a:tab pos="544830" algn="l"/>
              </a:tabLst>
            </a:pPr>
            <a:r>
              <a:rPr lang="zh-CN" altLang="en-US" sz="2400" b="0">
                <a:solidFill>
                  <a:srgbClr val="3333CC"/>
                </a:solidFill>
                <a:latin typeface="Wingdings" panose="05000000000000000000" pitchFamily="2" charset="2"/>
                <a:ea typeface="宋体" panose="02010600030101010101" pitchFamily="2" charset="-122"/>
              </a:rPr>
              <a:t></a:t>
            </a:r>
            <a:r>
              <a:rPr lang="zh-CN" altLang="en-US" sz="2400" b="0">
                <a:solidFill>
                  <a:srgbClr val="3333CC"/>
                </a:solidFill>
                <a:ea typeface="宋体" panose="02010600030101010101" pitchFamily="2" charset="-122"/>
              </a:rPr>
              <a:t>	</a:t>
            </a:r>
            <a:r>
              <a:rPr lang="zh-CN" altLang="en-US" sz="2000">
                <a:solidFill>
                  <a:srgbClr val="0033CC"/>
                </a:solidFill>
                <a:latin typeface="宋体" panose="02010600030101010101" pitchFamily="2" charset="-122"/>
                <a:ea typeface="宋体" panose="02010600030101010101" pitchFamily="2" charset="-122"/>
              </a:rPr>
              <a:t>从资源分配角度分类</a:t>
            </a:r>
            <a:endParaRPr lang="zh-CN" altLang="en-US" sz="2000" b="0">
              <a:latin typeface="宋体" panose="02010600030101010101" pitchFamily="2" charset="-122"/>
              <a:ea typeface="宋体" panose="02010600030101010101" pitchFamily="2" charset="-122"/>
            </a:endParaRPr>
          </a:p>
          <a:p>
            <a:pPr marL="12700" lvl="0" indent="0" defTabSz="914400">
              <a:lnSpc>
                <a:spcPct val="90000"/>
              </a:lnSpc>
              <a:spcBef>
                <a:spcPts val="475"/>
              </a:spcBef>
              <a:buClrTx/>
              <a:buFontTx/>
              <a:buNone/>
              <a:tabLst>
                <a:tab pos="544830" algn="l"/>
              </a:tabLst>
            </a:pPr>
            <a:r>
              <a:rPr lang="zh-CN" altLang="en-US" sz="2400" b="0">
                <a:solidFill>
                  <a:srgbClr val="3333CC"/>
                </a:solidFill>
                <a:latin typeface="Wingdings" panose="05000000000000000000" pitchFamily="2" charset="2"/>
                <a:ea typeface="宋体" panose="02010600030101010101" pitchFamily="2" charset="-122"/>
              </a:rPr>
              <a:t></a:t>
            </a:r>
            <a:r>
              <a:rPr lang="zh-CN" altLang="en-US" sz="2400" b="0">
                <a:solidFill>
                  <a:srgbClr val="3333CC"/>
                </a:solidFill>
                <a:ea typeface="宋体" panose="02010600030101010101" pitchFamily="2" charset="-122"/>
              </a:rPr>
              <a:t>	</a:t>
            </a:r>
            <a:r>
              <a:rPr lang="zh-CN" altLang="en-US" sz="2000">
                <a:solidFill>
                  <a:srgbClr val="FF3300"/>
                </a:solidFill>
                <a:latin typeface="宋体" panose="02010600030101010101" pitchFamily="2" charset="-122"/>
                <a:ea typeface="宋体" panose="02010600030101010101" pitchFamily="2" charset="-122"/>
              </a:rPr>
              <a:t>独占设备</a:t>
            </a:r>
            <a:r>
              <a:rPr lang="zh-CN" altLang="en-US" sz="2000">
                <a:latin typeface="宋体" panose="02010600030101010101" pitchFamily="2" charset="-122"/>
                <a:ea typeface="宋体" panose="02010600030101010101" pitchFamily="2" charset="-122"/>
              </a:rPr>
              <a:t>：指在一段时间内只允许一个用户（进程）访问的设备，大多数低速的</a:t>
            </a:r>
            <a:r>
              <a:rPr lang="en-US" altLang="zh-CN" sz="2000">
                <a:latin typeface="Arial" panose="020B0604020202020204" pitchFamily="34" charset="0"/>
                <a:ea typeface="宋体" panose="02010600030101010101" pitchFamily="2" charset="-122"/>
              </a:rPr>
              <a:t>I/O</a:t>
            </a:r>
            <a:r>
              <a:rPr lang="zh-CN" altLang="en-US" sz="2000">
                <a:latin typeface="宋体" panose="02010600030101010101" pitchFamily="2" charset="-122"/>
                <a:ea typeface="宋体" panose="02010600030101010101" pitchFamily="2" charset="-122"/>
              </a:rPr>
              <a:t>设备，如用户终端、打印机等属于这类设备。 因为独占设备属于临界资源，所以多个并发进程必须互斥地进行访问。</a:t>
            </a:r>
            <a:endParaRPr lang="zh-CN" altLang="en-US" sz="2000" b="0">
              <a:latin typeface="宋体" panose="02010600030101010101" pitchFamily="2" charset="-122"/>
              <a:ea typeface="宋体" panose="02010600030101010101" pitchFamily="2" charset="-122"/>
            </a:endParaRPr>
          </a:p>
          <a:p>
            <a:pPr marL="12700" lvl="0" indent="0" algn="just" defTabSz="914400">
              <a:lnSpc>
                <a:spcPct val="90000"/>
              </a:lnSpc>
              <a:spcBef>
                <a:spcPts val="475"/>
              </a:spcBef>
              <a:buClrTx/>
              <a:buFontTx/>
              <a:buNone/>
              <a:tabLst>
                <a:tab pos="544830" algn="l"/>
              </a:tabLst>
            </a:pPr>
            <a:r>
              <a:rPr lang="zh-CN" altLang="en-US" sz="2400" b="0">
                <a:solidFill>
                  <a:srgbClr val="3333CC"/>
                </a:solidFill>
                <a:latin typeface="Wingdings" panose="05000000000000000000" pitchFamily="2" charset="2"/>
                <a:ea typeface="宋体" panose="02010600030101010101" pitchFamily="2" charset="-122"/>
              </a:rPr>
              <a:t></a:t>
            </a:r>
            <a:r>
              <a:rPr lang="zh-CN" altLang="en-US" sz="2400" b="0">
                <a:solidFill>
                  <a:srgbClr val="3333CC"/>
                </a:solidFill>
                <a:ea typeface="宋体" panose="02010600030101010101" pitchFamily="2" charset="-122"/>
              </a:rPr>
              <a:t>  </a:t>
            </a:r>
            <a:r>
              <a:rPr lang="zh-CN" altLang="en-US" sz="2000">
                <a:solidFill>
                  <a:srgbClr val="FF3300"/>
                </a:solidFill>
                <a:latin typeface="宋体" panose="02010600030101010101" pitchFamily="2" charset="-122"/>
                <a:ea typeface="宋体" panose="02010600030101010101" pitchFamily="2" charset="-122"/>
              </a:rPr>
              <a:t>共享设备</a:t>
            </a:r>
            <a:r>
              <a:rPr lang="zh-CN" altLang="en-US" sz="2000">
                <a:latin typeface="宋体" panose="02010600030101010101" pitchFamily="2" charset="-122"/>
                <a:ea typeface="宋体" panose="02010600030101010101" pitchFamily="2" charset="-122"/>
              </a:rPr>
              <a:t>：指在一段时间内允许多个进程同时访问的设备。典型的共享设备是磁盘。共享设备不仅可以获得良好的设备利用率， 而且是实现文件系统和数据库系统的物质基础。</a:t>
            </a:r>
            <a:endParaRPr lang="zh-CN" altLang="en-US" sz="2000" b="0">
              <a:latin typeface="宋体" panose="02010600030101010101" pitchFamily="2" charset="-122"/>
              <a:ea typeface="宋体" panose="02010600030101010101" pitchFamily="2" charset="-122"/>
            </a:endParaRPr>
          </a:p>
          <a:p>
            <a:pPr marL="12700" lvl="0" indent="0" defTabSz="914400">
              <a:lnSpc>
                <a:spcPts val="2165"/>
              </a:lnSpc>
              <a:spcBef>
                <a:spcPts val="515"/>
              </a:spcBef>
              <a:buClrTx/>
              <a:buFontTx/>
              <a:buNone/>
              <a:tabLst>
                <a:tab pos="544830" algn="l"/>
              </a:tabLst>
            </a:pPr>
            <a:r>
              <a:rPr lang="zh-CN" altLang="en-US" sz="2400" b="0">
                <a:solidFill>
                  <a:srgbClr val="3333CC"/>
                </a:solidFill>
                <a:latin typeface="Wingdings" panose="05000000000000000000" pitchFamily="2" charset="2"/>
                <a:ea typeface="宋体" panose="02010600030101010101" pitchFamily="2" charset="-122"/>
              </a:rPr>
              <a:t></a:t>
            </a:r>
            <a:r>
              <a:rPr lang="zh-CN" altLang="en-US" sz="2400" b="0">
                <a:solidFill>
                  <a:srgbClr val="3333CC"/>
                </a:solidFill>
                <a:ea typeface="宋体" panose="02010600030101010101" pitchFamily="2" charset="-122"/>
              </a:rPr>
              <a:t>	</a:t>
            </a:r>
            <a:r>
              <a:rPr lang="zh-CN" altLang="en-US" sz="2000">
                <a:solidFill>
                  <a:srgbClr val="FF3300"/>
                </a:solidFill>
                <a:latin typeface="宋体" panose="02010600030101010101" pitchFamily="2" charset="-122"/>
                <a:ea typeface="宋体" panose="02010600030101010101" pitchFamily="2" charset="-122"/>
              </a:rPr>
              <a:t>虚拟设备</a:t>
            </a:r>
            <a:r>
              <a:rPr lang="zh-CN" altLang="en-US" sz="2000">
                <a:latin typeface="宋体" panose="02010600030101010101" pitchFamily="2" charset="-122"/>
                <a:ea typeface="宋体" panose="02010600030101010101" pitchFamily="2" charset="-122"/>
              </a:rPr>
              <a:t>：指通过虚拟技术将一台独占设备变换为若干台供多个用户（进程）共享的逻辑设备。一般可以利用假脱机技术（</a:t>
            </a:r>
            <a:r>
              <a:rPr lang="en-US" altLang="zh-CN" sz="2000">
                <a:latin typeface="Arial" panose="020B0604020202020204" pitchFamily="34" charset="0"/>
                <a:ea typeface="宋体" panose="02010600030101010101" pitchFamily="2" charset="-122"/>
              </a:rPr>
              <a:t>SPOOLing</a:t>
            </a:r>
            <a:r>
              <a:rPr lang="zh-CN" altLang="en-US" sz="2000">
                <a:latin typeface="宋体" panose="02010600030101010101" pitchFamily="2" charset="-122"/>
                <a:ea typeface="宋体" panose="02010600030101010101" pitchFamily="2" charset="-122"/>
              </a:rPr>
              <a:t>技术）实现虚拟设备。</a:t>
            </a:r>
            <a:endParaRPr lang="zh-CN" altLang="en-US" sz="2000" b="0">
              <a:latin typeface="宋体" panose="02010600030101010101" pitchFamily="2" charset="-122"/>
              <a:ea typeface="宋体" panose="02010600030101010101" pitchFamily="2" charset="-122"/>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3" name="灯片编号占位符 3"/>
          <p:cNvSpPr txBox="1">
            <a:spLocks noGrp="1"/>
          </p:cNvSpPr>
          <p:nvPr>
            <p:ph type="sldNum" sz="quarter" idx="12"/>
          </p:nvPr>
        </p:nvSpPr>
        <p:spPr>
          <a:xfrm>
            <a:off x="431800" y="6229350"/>
            <a:ext cx="2311400" cy="457200"/>
          </a:xfrm>
        </p:spPr>
        <p:txBody>
          <a:bodyPr anchor="b" anchorCtr="0"/>
          <a:lstStyle/>
          <a:p>
            <a:pPr marL="0" indent="0">
              <a:spcBef>
                <a:spcPct val="50000"/>
              </a:spcBef>
              <a:buClrTx/>
              <a:buFontTx/>
              <a:buNone/>
            </a:pPr>
            <a:r>
              <a:rPr lang="zh-CN" altLang="en-US" sz="1200" b="0">
                <a:solidFill>
                  <a:srgbClr val="3366CC"/>
                </a:solidFill>
                <a:ea typeface="宋体" panose="02010600030101010101" pitchFamily="2" charset="-122"/>
              </a:rPr>
              <a:t>第</a:t>
            </a:r>
            <a:fld id="{9A0DB2DC-4C9A-4742-B13C-FB6460FD3503}" type="slidenum">
              <a:rPr lang="zh-TW" altLang="en-US" sz="1200" b="0">
                <a:solidFill>
                  <a:srgbClr val="3366CC"/>
                </a:solidFill>
                <a:ea typeface="PMingLiU" pitchFamily="18" charset="-120"/>
              </a:rPr>
              <a:t>7</a:t>
            </a:fld>
            <a:r>
              <a:rPr lang="zh-CN" altLang="en-US" sz="1200" b="0">
                <a:solidFill>
                  <a:srgbClr val="3366CC"/>
                </a:solidFill>
                <a:ea typeface="宋体" panose="02010600030101010101" pitchFamily="2" charset="-122"/>
              </a:rPr>
              <a:t>页</a:t>
            </a:r>
            <a:endParaRPr lang="zh-TW" altLang="en-US" sz="1200" b="0">
              <a:solidFill>
                <a:srgbClr val="3366CC"/>
              </a:solidFill>
              <a:ea typeface="宋体" panose="02010600030101010101" pitchFamily="2" charset="-122"/>
            </a:endParaRPr>
          </a:p>
        </p:txBody>
      </p:sp>
      <p:sp>
        <p:nvSpPr>
          <p:cNvPr id="23554" name="Rectangle 2"/>
          <p:cNvSpPr>
            <a:spLocks noGrp="1"/>
          </p:cNvSpPr>
          <p:nvPr>
            <p:ph type="title"/>
          </p:nvPr>
        </p:nvSpPr>
        <p:spPr/>
        <p:txBody>
          <a:bodyPr vert="horz" wrap="square" lIns="91440" tIns="45720" rIns="91440" bIns="45720" anchor="b" anchorCtr="0"/>
          <a:lstStyle/>
          <a:p>
            <a:pPr eaLnBrk="1" hangingPunct="1"/>
            <a:r>
              <a:rPr lang="en-US" altLang="zh-CN"/>
              <a:t>7.1.2</a:t>
            </a:r>
            <a:r>
              <a:rPr lang="zh-CN" altLang="en-US"/>
              <a:t> </a:t>
            </a:r>
            <a:r>
              <a:rPr lang="en-US" altLang="zh-CN"/>
              <a:t>I/O</a:t>
            </a:r>
            <a:r>
              <a:rPr lang="zh-CN" altLang="en-US"/>
              <a:t>系统概述</a:t>
            </a:r>
          </a:p>
        </p:txBody>
      </p:sp>
      <p:sp>
        <p:nvSpPr>
          <p:cNvPr id="21514" name="object 10"/>
          <p:cNvSpPr txBox="1">
            <a:spLocks noChangeArrowheads="1"/>
          </p:cNvSpPr>
          <p:nvPr/>
        </p:nvSpPr>
        <p:spPr bwMode="auto">
          <a:xfrm>
            <a:off x="265113" y="1341438"/>
            <a:ext cx="8483600" cy="16335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163830" lvl="0" indent="0">
              <a:spcBef>
                <a:spcPct val="0"/>
              </a:spcBef>
              <a:buClrTx/>
              <a:buFontTx/>
              <a:buNone/>
            </a:pPr>
            <a:r>
              <a:rPr lang="zh-CN" altLang="zh-CN" sz="2400" b="0">
                <a:latin typeface="黑体" panose="02010609060101010101" pitchFamily="49" charset="-122"/>
              </a:rPr>
              <a:t>I/O系统的定义</a:t>
            </a:r>
          </a:p>
          <a:p>
            <a:pPr marL="163830" lvl="0" indent="0">
              <a:spcBef>
                <a:spcPts val="500"/>
              </a:spcBef>
              <a:buClrTx/>
              <a:buNone/>
            </a:pPr>
            <a:r>
              <a:rPr lang="zh-CN" altLang="zh-CN" sz="2000" b="0">
                <a:latin typeface="黑体" panose="02010609060101010101" pitchFamily="49" charset="-122"/>
              </a:rPr>
              <a:t>计算机中负责管理I/O的机构称为I/O系统（硬件和软件的组合）。</a:t>
            </a:r>
          </a:p>
          <a:p>
            <a:pPr marL="163830" lvl="0" indent="0">
              <a:spcBef>
                <a:spcPts val="550"/>
              </a:spcBef>
              <a:buClrTx/>
              <a:buFontTx/>
              <a:buNone/>
            </a:pPr>
            <a:r>
              <a:rPr lang="zh-CN" altLang="zh-CN" sz="2400" b="0">
                <a:latin typeface="黑体" panose="02010609060101010101" pitchFamily="49" charset="-122"/>
              </a:rPr>
              <a:t>I/O系统的结构</a:t>
            </a:r>
          </a:p>
          <a:p>
            <a:pPr marL="163830" lvl="0" indent="0">
              <a:spcBef>
                <a:spcPts val="615"/>
              </a:spcBef>
              <a:buClrTx/>
              <a:buFontTx/>
              <a:buNone/>
            </a:pPr>
            <a:r>
              <a:rPr lang="zh-CN" altLang="zh-CN" sz="2000" b="0">
                <a:latin typeface="黑体" panose="02010609060101010101" pitchFamily="49" charset="-122"/>
              </a:rPr>
              <a:t>单总线结构</a:t>
            </a:r>
          </a:p>
        </p:txBody>
      </p:sp>
      <p:sp>
        <p:nvSpPr>
          <p:cNvPr id="23556" name="object 11"/>
          <p:cNvSpPr/>
          <p:nvPr/>
        </p:nvSpPr>
        <p:spPr>
          <a:xfrm>
            <a:off x="1258888" y="2943225"/>
            <a:ext cx="6169025" cy="1319213"/>
          </a:xfrm>
          <a:prstGeom prst="rect">
            <a:avLst/>
          </a:prstGeom>
          <a:blipFill rotWithShape="1">
            <a:blip r:embed="rId2"/>
            <a:stretch>
              <a:fillRect/>
            </a:stretch>
          </a:blipFill>
          <a:ln w="9525">
            <a:noFill/>
          </a:ln>
        </p:spPr>
        <p:txBody>
          <a:bodyPr lIns="0" tIns="0" rIns="0" bIns="0"/>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0" lvl="0" indent="0">
              <a:spcBef>
                <a:spcPct val="0"/>
              </a:spcBef>
              <a:buClrTx/>
              <a:buFontTx/>
              <a:buNone/>
            </a:pPr>
            <a:endParaRPr lang="zh-CN" altLang="zh-CN" sz="2400" b="0">
              <a:ea typeface="宋体" panose="02010600030101010101" pitchFamily="2" charset="-122"/>
            </a:endParaRPr>
          </a:p>
        </p:txBody>
      </p:sp>
      <p:sp>
        <p:nvSpPr>
          <p:cNvPr id="23557" name="object 12"/>
          <p:cNvSpPr txBox="1">
            <a:spLocks noChangeArrowheads="1"/>
          </p:cNvSpPr>
          <p:nvPr/>
        </p:nvSpPr>
        <p:spPr bwMode="auto">
          <a:xfrm>
            <a:off x="468313" y="4273550"/>
            <a:ext cx="7161213"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0" lvl="0" indent="0">
              <a:spcBef>
                <a:spcPct val="0"/>
              </a:spcBef>
              <a:buClrTx/>
              <a:buFontTx/>
              <a:buNone/>
            </a:pPr>
            <a:r>
              <a:rPr lang="zh-CN" altLang="zh-CN" sz="2000" b="0">
                <a:latin typeface="黑体" panose="02010609060101010101" pitchFamily="49" charset="-122"/>
              </a:rPr>
              <a:t>多总线结构</a:t>
            </a:r>
          </a:p>
        </p:txBody>
      </p:sp>
      <p:sp>
        <p:nvSpPr>
          <p:cNvPr id="23558" name="object 13"/>
          <p:cNvSpPr/>
          <p:nvPr/>
        </p:nvSpPr>
        <p:spPr>
          <a:xfrm>
            <a:off x="2316163" y="4437063"/>
            <a:ext cx="3543300" cy="2266950"/>
          </a:xfrm>
          <a:prstGeom prst="rect">
            <a:avLst/>
          </a:prstGeom>
          <a:blipFill rotWithShape="1">
            <a:blip r:embed="rId3"/>
            <a:stretch>
              <a:fillRect/>
            </a:stretch>
          </a:blipFill>
          <a:ln w="9525">
            <a:noFill/>
          </a:ln>
        </p:spPr>
        <p:txBody>
          <a:bodyPr lIns="0" tIns="0" rIns="0" bIns="0"/>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0" lvl="0" indent="0">
              <a:spcBef>
                <a:spcPct val="0"/>
              </a:spcBef>
              <a:buClrTx/>
              <a:buFontTx/>
              <a:buNone/>
            </a:pPr>
            <a:endParaRPr lang="zh-CN" altLang="zh-CN" sz="2400" b="0">
              <a:ea typeface="宋体" panose="02010600030101010101" pitchFamily="2" charset="-122"/>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7" name="灯片编号占位符 3"/>
          <p:cNvSpPr txBox="1">
            <a:spLocks noGrp="1"/>
          </p:cNvSpPr>
          <p:nvPr>
            <p:ph type="sldNum" sz="quarter" idx="12"/>
          </p:nvPr>
        </p:nvSpPr>
        <p:spPr>
          <a:xfrm>
            <a:off x="431800" y="6229350"/>
            <a:ext cx="2311400" cy="457200"/>
          </a:xfrm>
        </p:spPr>
        <p:txBody>
          <a:bodyPr anchor="b" anchorCtr="0"/>
          <a:lstStyle/>
          <a:p>
            <a:pPr marL="0" indent="0">
              <a:spcBef>
                <a:spcPct val="50000"/>
              </a:spcBef>
              <a:buClrTx/>
              <a:buFontTx/>
              <a:buNone/>
            </a:pPr>
            <a:r>
              <a:rPr lang="zh-CN" altLang="en-US" sz="1200" b="0">
                <a:solidFill>
                  <a:srgbClr val="3366CC"/>
                </a:solidFill>
                <a:ea typeface="宋体" panose="02010600030101010101" pitchFamily="2" charset="-122"/>
              </a:rPr>
              <a:t>第</a:t>
            </a:r>
            <a:fld id="{9A0DB2DC-4C9A-4742-B13C-FB6460FD3503}" type="slidenum">
              <a:rPr lang="zh-TW" altLang="en-US" sz="1200" b="0">
                <a:solidFill>
                  <a:srgbClr val="3366CC"/>
                </a:solidFill>
                <a:ea typeface="PMingLiU" pitchFamily="18" charset="-120"/>
              </a:rPr>
              <a:t>8</a:t>
            </a:fld>
            <a:r>
              <a:rPr lang="zh-CN" altLang="en-US" sz="1200" b="0">
                <a:solidFill>
                  <a:srgbClr val="3366CC"/>
                </a:solidFill>
                <a:ea typeface="宋体" panose="02010600030101010101" pitchFamily="2" charset="-122"/>
              </a:rPr>
              <a:t>页</a:t>
            </a:r>
            <a:endParaRPr lang="zh-TW" altLang="en-US" sz="1200" b="0">
              <a:solidFill>
                <a:srgbClr val="3366CC"/>
              </a:solidFill>
              <a:ea typeface="宋体" panose="02010600030101010101" pitchFamily="2" charset="-122"/>
            </a:endParaRPr>
          </a:p>
        </p:txBody>
      </p:sp>
      <p:sp>
        <p:nvSpPr>
          <p:cNvPr id="24578" name="Rectangle 2"/>
          <p:cNvSpPr>
            <a:spLocks noGrp="1"/>
          </p:cNvSpPr>
          <p:nvPr>
            <p:ph type="title"/>
          </p:nvPr>
        </p:nvSpPr>
        <p:spPr/>
        <p:txBody>
          <a:bodyPr vert="horz" wrap="square" lIns="91440" tIns="45720" rIns="91440" bIns="45720" anchor="b" anchorCtr="0"/>
          <a:lstStyle/>
          <a:p>
            <a:pPr eaLnBrk="1" hangingPunct="1"/>
            <a:r>
              <a:rPr lang="en-US" altLang="zh-CN"/>
              <a:t>7.1.2 I/O</a:t>
            </a:r>
            <a:r>
              <a:rPr lang="zh-CN" altLang="en-US"/>
              <a:t>系统概述</a:t>
            </a:r>
          </a:p>
        </p:txBody>
      </p:sp>
      <p:sp>
        <p:nvSpPr>
          <p:cNvPr id="24579" name="object 3"/>
          <p:cNvSpPr txBox="1">
            <a:spLocks noChangeArrowheads="1"/>
          </p:cNvSpPr>
          <p:nvPr/>
        </p:nvSpPr>
        <p:spPr bwMode="auto">
          <a:xfrm>
            <a:off x="500063" y="1466850"/>
            <a:ext cx="4103688"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12700" lvl="0" indent="0" defTabSz="914400">
              <a:spcBef>
                <a:spcPct val="0"/>
              </a:spcBef>
              <a:buClrTx/>
              <a:buFontTx/>
              <a:buNone/>
              <a:tabLst>
                <a:tab pos="544830" algn="l"/>
              </a:tabLst>
            </a:pPr>
            <a:r>
              <a:rPr lang="zh-CN" altLang="zh-CN" sz="2400" b="0">
                <a:latin typeface="黑体" panose="02010609060101010101" pitchFamily="49" charset="-122"/>
              </a:rPr>
              <a:t>具有通道的I/O系统</a:t>
            </a:r>
          </a:p>
        </p:txBody>
      </p:sp>
      <p:sp>
        <p:nvSpPr>
          <p:cNvPr id="24580" name="object 4"/>
          <p:cNvSpPr/>
          <p:nvPr/>
        </p:nvSpPr>
        <p:spPr>
          <a:xfrm>
            <a:off x="1338263" y="2276475"/>
            <a:ext cx="6913562" cy="2736850"/>
          </a:xfrm>
          <a:prstGeom prst="rect">
            <a:avLst/>
          </a:prstGeom>
          <a:blipFill rotWithShape="1">
            <a:blip r:embed="rId2"/>
            <a:stretch>
              <a:fillRect/>
            </a:stretch>
          </a:blipFill>
          <a:ln w="9525">
            <a:noFill/>
          </a:ln>
        </p:spPr>
        <p:txBody>
          <a:bodyPr lIns="0" tIns="0" rIns="0" bIns="0"/>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0" lvl="0" indent="0">
              <a:spcBef>
                <a:spcPct val="0"/>
              </a:spcBef>
              <a:buClrTx/>
              <a:buFontTx/>
              <a:buNone/>
            </a:pPr>
            <a:endParaRPr lang="zh-CN" altLang="zh-CN" b="0">
              <a:ea typeface="宋体" panose="02010600030101010101" pitchFamily="2" charset="-122"/>
            </a:endParaRPr>
          </a:p>
        </p:txBody>
      </p:sp>
      <p:sp>
        <p:nvSpPr>
          <p:cNvPr id="24581" name="object 5"/>
          <p:cNvSpPr/>
          <p:nvPr/>
        </p:nvSpPr>
        <p:spPr>
          <a:xfrm>
            <a:off x="1338263" y="2820988"/>
            <a:ext cx="650875" cy="928687"/>
          </a:xfrm>
          <a:custGeom>
            <a:avLst/>
            <a:gdLst/>
            <a:ahLst/>
            <a:cxnLst>
              <a:cxn ang="0">
                <a:pos x="0" y="0"/>
              </a:cxn>
              <a:cxn ang="0">
                <a:pos x="0" y="915969"/>
              </a:cxn>
              <a:cxn ang="0">
                <a:pos x="2147483646" y="915969"/>
              </a:cxn>
              <a:cxn ang="0">
                <a:pos x="2147483646" y="0"/>
              </a:cxn>
              <a:cxn ang="0">
                <a:pos x="0" y="0"/>
              </a:cxn>
            </a:cxnLst>
            <a:rect l="0" t="0" r="0" b="0"/>
            <a:pathLst>
              <a:path w="504825" h="929004">
                <a:moveTo>
                  <a:pt x="0" y="0"/>
                </a:moveTo>
                <a:lnTo>
                  <a:pt x="0" y="928877"/>
                </a:lnTo>
                <a:lnTo>
                  <a:pt x="504444" y="928877"/>
                </a:lnTo>
                <a:lnTo>
                  <a:pt x="504444" y="0"/>
                </a:lnTo>
                <a:lnTo>
                  <a:pt x="0" y="0"/>
                </a:lnTo>
                <a:close/>
              </a:path>
            </a:pathLst>
          </a:custGeom>
          <a:solidFill>
            <a:srgbClr val="FFFFFF">
              <a:alpha val="100000"/>
            </a:srgbClr>
          </a:solidFill>
          <a:ln w="9525">
            <a:noFill/>
          </a:ln>
        </p:spPr>
        <p:txBody>
          <a:bodyPr/>
          <a:lstStyle/>
          <a:p>
            <a:endParaRPr lang="zh-CN" altLang="en-US"/>
          </a:p>
        </p:txBody>
      </p:sp>
      <p:sp>
        <p:nvSpPr>
          <p:cNvPr id="24582" name="object 6"/>
          <p:cNvSpPr txBox="1"/>
          <p:nvPr/>
        </p:nvSpPr>
        <p:spPr>
          <a:xfrm>
            <a:off x="1476375" y="2820988"/>
            <a:ext cx="431800" cy="923925"/>
          </a:xfrm>
          <a:prstGeom prst="rect">
            <a:avLst/>
          </a:prstGeom>
          <a:solidFill>
            <a:srgbClr val="FFFFFF"/>
          </a:solidFill>
          <a:ln w="12700" cap="flat" cmpd="sng">
            <a:solidFill>
              <a:srgbClr val="000000"/>
            </a:solidFill>
            <a:prstDash val="solid"/>
            <a:miter/>
            <a:headEnd type="none" w="med" len="med"/>
            <a:tailEnd type="none" w="med" len="med"/>
          </a:ln>
        </p:spPr>
        <p:txBody>
          <a:bodyPr lIns="0" tIns="0" rIns="0" bIns="0">
            <a:spAutoFit/>
          </a:bodyPr>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161925" lvl="0" indent="0" algn="just">
              <a:spcBef>
                <a:spcPct val="0"/>
              </a:spcBef>
              <a:buClrTx/>
              <a:buFontTx/>
              <a:buNone/>
            </a:pPr>
            <a:r>
              <a:rPr lang="en-US" altLang="zh-CN" sz="2000">
                <a:ea typeface="宋体" panose="02010600030101010101" pitchFamily="2" charset="-122"/>
              </a:rPr>
              <a:t>C</a:t>
            </a:r>
            <a:r>
              <a:rPr lang="zh-CN" altLang="zh-CN" sz="2000">
                <a:ea typeface="宋体" panose="02010600030101010101" pitchFamily="2" charset="-122"/>
              </a:rPr>
              <a:t>P U</a:t>
            </a:r>
            <a:endParaRPr lang="zh-CN" altLang="zh-CN" sz="2000" b="0">
              <a:ea typeface="宋体" panose="02010600030101010101" pitchFamily="2" charset="-122"/>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1" name="灯片编号占位符 3"/>
          <p:cNvSpPr txBox="1">
            <a:spLocks noGrp="1"/>
          </p:cNvSpPr>
          <p:nvPr>
            <p:ph type="sldNum" sz="quarter" idx="12"/>
          </p:nvPr>
        </p:nvSpPr>
        <p:spPr>
          <a:xfrm>
            <a:off x="431800" y="6229350"/>
            <a:ext cx="2311400" cy="457200"/>
          </a:xfrm>
        </p:spPr>
        <p:txBody>
          <a:bodyPr anchor="b" anchorCtr="0"/>
          <a:lstStyle/>
          <a:p>
            <a:pPr marL="0" indent="0">
              <a:spcBef>
                <a:spcPct val="50000"/>
              </a:spcBef>
              <a:buClrTx/>
              <a:buFontTx/>
              <a:buNone/>
            </a:pPr>
            <a:r>
              <a:rPr lang="zh-CN" altLang="en-US" sz="1200" b="0">
                <a:solidFill>
                  <a:srgbClr val="3366CC"/>
                </a:solidFill>
                <a:ea typeface="宋体" panose="02010600030101010101" pitchFamily="2" charset="-122"/>
              </a:rPr>
              <a:t>第</a:t>
            </a:r>
            <a:fld id="{9A0DB2DC-4C9A-4742-B13C-FB6460FD3503}" type="slidenum">
              <a:rPr lang="zh-TW" altLang="en-US" sz="1200" b="0">
                <a:solidFill>
                  <a:srgbClr val="3366CC"/>
                </a:solidFill>
                <a:ea typeface="PMingLiU" pitchFamily="18" charset="-120"/>
              </a:rPr>
              <a:t>9</a:t>
            </a:fld>
            <a:r>
              <a:rPr lang="zh-CN" altLang="en-US" sz="1200" b="0">
                <a:solidFill>
                  <a:srgbClr val="3366CC"/>
                </a:solidFill>
                <a:ea typeface="宋体" panose="02010600030101010101" pitchFamily="2" charset="-122"/>
              </a:rPr>
              <a:t>页</a:t>
            </a:r>
            <a:endParaRPr lang="zh-TW" altLang="en-US" sz="1200" b="0">
              <a:solidFill>
                <a:srgbClr val="3366CC"/>
              </a:solidFill>
              <a:ea typeface="宋体" panose="02010600030101010101" pitchFamily="2" charset="-122"/>
            </a:endParaRPr>
          </a:p>
        </p:txBody>
      </p:sp>
      <p:sp>
        <p:nvSpPr>
          <p:cNvPr id="25602" name="Rectangle 2"/>
          <p:cNvSpPr>
            <a:spLocks noGrp="1"/>
          </p:cNvSpPr>
          <p:nvPr>
            <p:ph type="title"/>
          </p:nvPr>
        </p:nvSpPr>
        <p:spPr/>
        <p:txBody>
          <a:bodyPr vert="horz" wrap="square" lIns="91440" tIns="45720" rIns="91440" bIns="45720" anchor="b" anchorCtr="0"/>
          <a:lstStyle/>
          <a:p>
            <a:pPr eaLnBrk="1" hangingPunct="1"/>
            <a:r>
              <a:rPr lang="en-US" altLang="zh-CN"/>
              <a:t>7.2 </a:t>
            </a:r>
            <a:r>
              <a:rPr lang="zh-CN" altLang="zh-CN"/>
              <a:t>I/O系统的控制方式</a:t>
            </a:r>
            <a:endParaRPr lang="zh-CN" altLang="en-US"/>
          </a:p>
        </p:txBody>
      </p:sp>
      <p:sp>
        <p:nvSpPr>
          <p:cNvPr id="23558" name="object 6"/>
          <p:cNvSpPr txBox="1">
            <a:spLocks noChangeArrowheads="1"/>
          </p:cNvSpPr>
          <p:nvPr/>
        </p:nvSpPr>
        <p:spPr bwMode="auto">
          <a:xfrm>
            <a:off x="539750" y="1484313"/>
            <a:ext cx="8353425" cy="29698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621030" lvl="0" indent="-457200">
              <a:spcBef>
                <a:spcPts val="500"/>
              </a:spcBef>
              <a:buClrTx/>
              <a:buFont typeface="Arial Black" panose="020B0A04020102020204" pitchFamily="34" charset="0"/>
              <a:buAutoNum type="arabicPeriod"/>
            </a:pPr>
            <a:r>
              <a:rPr lang="zh-CN" altLang="zh-CN" sz="2400" b="0">
                <a:latin typeface="黑体" panose="02010609060101010101" pitchFamily="49" charset="-122"/>
              </a:rPr>
              <a:t>程序控制I/O（直接控制方式</a:t>
            </a:r>
            <a:endParaRPr lang="en-US" altLang="zh-CN" sz="2400" b="0">
              <a:latin typeface="黑体" panose="02010609060101010101" pitchFamily="49" charset="-122"/>
            </a:endParaRPr>
          </a:p>
          <a:p>
            <a:pPr marL="621030" lvl="0" indent="-457200">
              <a:spcBef>
                <a:spcPts val="500"/>
              </a:spcBef>
              <a:buClrTx/>
              <a:buFont typeface="Arial Black" panose="020B0A04020102020204" pitchFamily="34" charset="0"/>
              <a:buAutoNum type="arabicPeriod"/>
            </a:pPr>
            <a:r>
              <a:rPr lang="zh-CN" altLang="zh-CN" sz="2400" b="0">
                <a:latin typeface="黑体" panose="02010609060101010101" pitchFamily="49" charset="-122"/>
              </a:rPr>
              <a:t>中断驱动I/O</a:t>
            </a:r>
            <a:endParaRPr lang="en-US" altLang="zh-CN" sz="2400" b="0">
              <a:latin typeface="黑体" panose="02010609060101010101" pitchFamily="49" charset="-122"/>
            </a:endParaRPr>
          </a:p>
          <a:p>
            <a:pPr marL="621030" lvl="0" indent="-457200">
              <a:spcBef>
                <a:spcPts val="500"/>
              </a:spcBef>
              <a:buClrTx/>
              <a:buFont typeface="Arial Black" panose="020B0A04020102020204" pitchFamily="34" charset="0"/>
              <a:buAutoNum type="arabicPeriod"/>
            </a:pPr>
            <a:r>
              <a:rPr lang="zh-CN" altLang="en-US" sz="2400" b="0">
                <a:latin typeface="黑体" panose="02010609060101010101" pitchFamily="49" charset="-122"/>
              </a:rPr>
              <a:t>直接存储访问</a:t>
            </a:r>
            <a:r>
              <a:rPr lang="en-US" altLang="zh-CN" sz="2400" b="0">
                <a:latin typeface="黑体" panose="02010609060101010101" pitchFamily="49" charset="-122"/>
              </a:rPr>
              <a:t>I/O(DMA, Direct Memory Access)</a:t>
            </a:r>
          </a:p>
          <a:p>
            <a:pPr marL="621030" lvl="0" indent="-457200">
              <a:spcBef>
                <a:spcPts val="500"/>
              </a:spcBef>
              <a:buClrTx/>
              <a:buFont typeface="Arial Black" panose="020B0A04020102020204" pitchFamily="34" charset="0"/>
              <a:buAutoNum type="arabicPeriod"/>
            </a:pPr>
            <a:r>
              <a:rPr lang="zh-CN" altLang="zh-CN" sz="2400" b="0">
                <a:latin typeface="黑体" panose="02010609060101010101" pitchFamily="49" charset="-122"/>
              </a:rPr>
              <a:t>通道控制I/O</a:t>
            </a:r>
          </a:p>
          <a:p>
            <a:pPr marL="621030" lvl="0" indent="-457200">
              <a:spcBef>
                <a:spcPts val="500"/>
              </a:spcBef>
              <a:buClrTx/>
              <a:buFont typeface="Wingdings" panose="05000000000000000000" pitchFamily="2" charset="2"/>
              <a:buChar char="v"/>
            </a:pPr>
            <a:endParaRPr lang="en-US" altLang="zh-CN" sz="2400">
              <a:latin typeface="Arial" panose="020B0604020202020204" pitchFamily="34" charset="0"/>
              <a:ea typeface="宋体" panose="02010600030101010101" pitchFamily="2" charset="-122"/>
            </a:endParaRPr>
          </a:p>
          <a:p>
            <a:pPr marL="621030" lvl="0" indent="-457200">
              <a:spcBef>
                <a:spcPts val="500"/>
              </a:spcBef>
              <a:buClrTx/>
              <a:buFont typeface="Wingdings" panose="05000000000000000000" pitchFamily="2" charset="2"/>
              <a:buChar char="v"/>
            </a:pPr>
            <a:endParaRPr lang="zh-CN" altLang="zh-CN" sz="2400" b="0">
              <a:latin typeface="Arial" panose="020B0604020202020204" pitchFamily="34" charset="0"/>
              <a:ea typeface="宋体" panose="02010600030101010101" pitchFamily="2" charset="-122"/>
            </a:endParaRPr>
          </a:p>
          <a:p>
            <a:pPr marL="621030" lvl="0" indent="-457200">
              <a:spcBef>
                <a:spcPts val="500"/>
              </a:spcBef>
              <a:buClrTx/>
              <a:buFont typeface="Wingdings" panose="05000000000000000000" pitchFamily="2" charset="2"/>
              <a:buChar char="v"/>
            </a:pPr>
            <a:endParaRPr lang="zh-CN" altLang="zh-CN" sz="2400" b="0">
              <a:latin typeface="宋体" panose="02010600030101010101" pitchFamily="2" charset="-122"/>
              <a:ea typeface="宋体" panose="02010600030101010101" pitchFamily="2" charset="-122"/>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5" name="Rectangle 2"/>
          <p:cNvSpPr>
            <a:spLocks noGrp="1"/>
          </p:cNvSpPr>
          <p:nvPr>
            <p:ph type="title"/>
          </p:nvPr>
        </p:nvSpPr>
        <p:spPr/>
        <p:txBody>
          <a:bodyPr vert="horz" wrap="square" lIns="91440" tIns="45720" rIns="91440" bIns="45720" anchor="b" anchorCtr="0"/>
          <a:lstStyle/>
          <a:p>
            <a:pPr eaLnBrk="1" hangingPunct="1"/>
            <a:r>
              <a:rPr lang="en-US" altLang="zh-CN"/>
              <a:t>7.2.1 </a:t>
            </a:r>
            <a:r>
              <a:rPr lang="zh-CN" altLang="en-US"/>
              <a:t>程序控制</a:t>
            </a:r>
            <a:r>
              <a:rPr lang="en-US" altLang="zh-CN"/>
              <a:t>I/O</a:t>
            </a:r>
            <a:endParaRPr lang="zh-CN" altLang="en-US"/>
          </a:p>
        </p:txBody>
      </p:sp>
      <p:sp>
        <p:nvSpPr>
          <p:cNvPr id="24583" name="矩形 2"/>
          <p:cNvSpPr>
            <a:spLocks noChangeArrowheads="1"/>
          </p:cNvSpPr>
          <p:nvPr/>
        </p:nvSpPr>
        <p:spPr bwMode="auto">
          <a:xfrm>
            <a:off x="4337050" y="1412875"/>
            <a:ext cx="4392613" cy="2462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0" lvl="0" indent="0">
              <a:lnSpc>
                <a:spcPct val="110000"/>
              </a:lnSpc>
              <a:spcBef>
                <a:spcPct val="0"/>
              </a:spcBef>
              <a:buClr>
                <a:srgbClr val="33CCFF"/>
              </a:buClr>
              <a:buNone/>
            </a:pPr>
            <a:r>
              <a:rPr lang="en-US" altLang="zh-CN" sz="2000" b="0">
                <a:latin typeface="黑体" panose="02010609060101010101" pitchFamily="49" charset="-122"/>
              </a:rPr>
              <a:t>1</a:t>
            </a:r>
            <a:r>
              <a:rPr lang="zh-CN" altLang="en-US" sz="2000" b="0">
                <a:latin typeface="黑体" panose="02010609060101010101" pitchFamily="49" charset="-122"/>
              </a:rPr>
              <a:t> </a:t>
            </a:r>
            <a:r>
              <a:rPr lang="en-US" altLang="zh-CN" sz="2000" b="0">
                <a:latin typeface="黑体" panose="02010609060101010101" pitchFamily="49" charset="-122"/>
              </a:rPr>
              <a:t>CPU</a:t>
            </a:r>
            <a:r>
              <a:rPr lang="zh-CN" altLang="en-US" sz="2000" b="0">
                <a:latin typeface="黑体" panose="02010609060101010101" pitchFamily="49" charset="-122"/>
              </a:rPr>
              <a:t>根据用户进程的</a:t>
            </a:r>
            <a:r>
              <a:rPr lang="en-US" altLang="zh-CN" sz="2000" b="0">
                <a:latin typeface="黑体" panose="02010609060101010101" pitchFamily="49" charset="-122"/>
              </a:rPr>
              <a:t>I/O</a:t>
            </a:r>
            <a:r>
              <a:rPr lang="zh-CN" altLang="en-US" sz="2000" b="0">
                <a:latin typeface="黑体" panose="02010609060101010101" pitchFamily="49" charset="-122"/>
              </a:rPr>
              <a:t>指令，向</a:t>
            </a:r>
            <a:r>
              <a:rPr lang="en-US" altLang="zh-CN" sz="2000" b="0">
                <a:latin typeface="黑体" panose="02010609060101010101" pitchFamily="49" charset="-122"/>
              </a:rPr>
              <a:t>I/O</a:t>
            </a:r>
            <a:r>
              <a:rPr lang="zh-CN" altLang="en-US" sz="2000" b="0">
                <a:latin typeface="黑体" panose="02010609060101010101" pitchFamily="49" charset="-122"/>
              </a:rPr>
              <a:t>控制器发</a:t>
            </a:r>
            <a:r>
              <a:rPr lang="en-US" altLang="zh-CN" sz="2000" b="0">
                <a:latin typeface="黑体" panose="02010609060101010101" pitchFamily="49" charset="-122"/>
              </a:rPr>
              <a:t>I/O</a:t>
            </a:r>
            <a:r>
              <a:rPr lang="zh-CN" altLang="en-US" sz="2000" b="0">
                <a:latin typeface="黑体" panose="02010609060101010101" pitchFamily="49" charset="-122"/>
              </a:rPr>
              <a:t>命令。</a:t>
            </a:r>
            <a:endParaRPr lang="en-US" altLang="zh-CN" sz="2000" b="0">
              <a:latin typeface="黑体" panose="02010609060101010101" pitchFamily="49" charset="-122"/>
            </a:endParaRPr>
          </a:p>
          <a:p>
            <a:pPr marL="0" lvl="0" indent="0">
              <a:lnSpc>
                <a:spcPct val="110000"/>
              </a:lnSpc>
              <a:spcBef>
                <a:spcPct val="0"/>
              </a:spcBef>
              <a:buClr>
                <a:srgbClr val="33CCFF"/>
              </a:buClr>
              <a:buNone/>
            </a:pPr>
            <a:r>
              <a:rPr lang="en-US" altLang="zh-CN" sz="2000" b="0">
                <a:latin typeface="黑体" panose="02010609060101010101" pitchFamily="49" charset="-122"/>
              </a:rPr>
              <a:t>2</a:t>
            </a:r>
            <a:r>
              <a:rPr lang="zh-CN" altLang="en-US" sz="2000" b="0">
                <a:latin typeface="黑体" panose="02010609060101010101" pitchFamily="49" charset="-122"/>
              </a:rPr>
              <a:t> 然后周期性的或者一直检测数据。通过</a:t>
            </a:r>
            <a:r>
              <a:rPr lang="en-US" altLang="zh-CN" sz="2000" b="0">
                <a:latin typeface="黑体" panose="02010609060101010101" pitchFamily="49" charset="-122"/>
              </a:rPr>
              <a:t>I/O</a:t>
            </a:r>
            <a:r>
              <a:rPr lang="zh-CN" altLang="en-US" sz="2000" b="0">
                <a:latin typeface="黑体" panose="02010609060101010101" pitchFamily="49" charset="-122"/>
              </a:rPr>
              <a:t>测试指令测试设备接口中的状态位，当为“忙”时则一直测试。</a:t>
            </a:r>
            <a:endParaRPr lang="en-US" altLang="zh-CN" sz="2000" b="0">
              <a:latin typeface="黑体" panose="02010609060101010101" pitchFamily="49" charset="-122"/>
            </a:endParaRPr>
          </a:p>
          <a:p>
            <a:pPr marL="0" lvl="0" indent="0">
              <a:lnSpc>
                <a:spcPct val="110000"/>
              </a:lnSpc>
              <a:spcBef>
                <a:spcPct val="0"/>
              </a:spcBef>
              <a:buClr>
                <a:srgbClr val="33CCFF"/>
              </a:buClr>
              <a:buNone/>
            </a:pPr>
            <a:r>
              <a:rPr lang="en-US" altLang="zh-CN" sz="2000" b="0">
                <a:latin typeface="黑体" panose="02010609060101010101" pitchFamily="49" charset="-122"/>
              </a:rPr>
              <a:t>3</a:t>
            </a:r>
            <a:r>
              <a:rPr lang="zh-CN" altLang="en-US" sz="2000" b="0">
                <a:latin typeface="黑体" panose="02010609060101010101" pitchFamily="49" charset="-122"/>
              </a:rPr>
              <a:t> 当为“闲”时，可进行数据传送，每次传送一个字符。</a:t>
            </a:r>
            <a:endParaRPr lang="en-US" altLang="zh-CN" sz="2000" b="0">
              <a:latin typeface="黑体" panose="02010609060101010101" pitchFamily="49" charset="-122"/>
            </a:endParaRPr>
          </a:p>
        </p:txBody>
      </p:sp>
      <p:graphicFrame>
        <p:nvGraphicFramePr>
          <p:cNvPr id="26627" name="Object 4"/>
          <p:cNvGraphicFramePr>
            <a:graphicFrameLocks noChangeAspect="1"/>
          </p:cNvGraphicFramePr>
          <p:nvPr/>
        </p:nvGraphicFramePr>
        <p:xfrm>
          <a:off x="468313" y="1339850"/>
          <a:ext cx="3184525" cy="5518150"/>
        </p:xfrm>
        <a:graphic>
          <a:graphicData uri="http://schemas.openxmlformats.org/presentationml/2006/ole">
            <mc:AlternateContent xmlns:mc="http://schemas.openxmlformats.org/markup-compatibility/2006">
              <mc:Choice xmlns:v="urn:schemas-microsoft-com:vml" Requires="v">
                <p:oleObj spid="_x0000_s3088" r:id="rId3" imgW="2268855" imgH="4267200" progId="Visio.Drawing.11">
                  <p:embed/>
                </p:oleObj>
              </mc:Choice>
              <mc:Fallback>
                <p:oleObj r:id="rId3" imgW="2268855" imgH="4267200" progId="Visio.Drawing.11">
                  <p:embed/>
                  <p:pic>
                    <p:nvPicPr>
                      <p:cNvPr id="0" name="图片 3075"/>
                      <p:cNvPicPr/>
                      <p:nvPr/>
                    </p:nvPicPr>
                    <p:blipFill>
                      <a:blip r:embed="rId4"/>
                      <a:stretch>
                        <a:fillRect/>
                      </a:stretch>
                    </p:blipFill>
                    <p:spPr>
                      <a:xfrm>
                        <a:off x="468313" y="1339850"/>
                        <a:ext cx="3184525" cy="5518150"/>
                      </a:xfrm>
                      <a:prstGeom prst="rect">
                        <a:avLst/>
                      </a:prstGeom>
                      <a:noFill/>
                      <a:ln w="38100">
                        <a:noFill/>
                        <a:miter/>
                      </a:ln>
                    </p:spPr>
                  </p:pic>
                </p:oleObj>
              </mc:Fallback>
            </mc:AlternateContent>
          </a:graphicData>
        </a:graphic>
      </p:graphicFrame>
      <p:sp>
        <p:nvSpPr>
          <p:cNvPr id="2" name="矩形 1"/>
          <p:cNvSpPr/>
          <p:nvPr/>
        </p:nvSpPr>
        <p:spPr>
          <a:xfrm>
            <a:off x="4392613" y="3846513"/>
            <a:ext cx="4572000" cy="2462213"/>
          </a:xfrm>
          <a:prstGeom prst="rect">
            <a:avLst/>
          </a:prstGeom>
        </p:spPr>
        <p:txBody>
          <a:bodyPr>
            <a:spAutoFit/>
          </a:bodyPr>
          <a:lstStyle/>
          <a:p>
            <a:pPr>
              <a:lnSpc>
                <a:spcPct val="110000"/>
              </a:lnSpc>
              <a:buClr>
                <a:srgbClr val="33CCFF"/>
              </a:buClr>
            </a:pPr>
            <a:r>
              <a:rPr lang="zh-CN" altLang="en-US" sz="2000">
                <a:latin typeface="黑体" panose="02010609060101010101" pitchFamily="49" charset="-122"/>
              </a:rPr>
              <a:t>特点：</a:t>
            </a:r>
            <a:endParaRPr lang="en-US" altLang="zh-CN" sz="2000">
              <a:latin typeface="黑体" panose="02010609060101010101" pitchFamily="49" charset="-122"/>
            </a:endParaRPr>
          </a:p>
          <a:p>
            <a:pPr>
              <a:lnSpc>
                <a:spcPct val="110000"/>
              </a:lnSpc>
              <a:buClr>
                <a:srgbClr val="33CCFF"/>
              </a:buClr>
            </a:pPr>
            <a:r>
              <a:rPr lang="en-US" altLang="zh-CN" sz="2000">
                <a:latin typeface="黑体" panose="02010609060101010101" pitchFamily="49" charset="-122"/>
              </a:rPr>
              <a:t>1</a:t>
            </a:r>
            <a:r>
              <a:rPr lang="zh-CN" altLang="en-US" sz="2000">
                <a:latin typeface="黑体" panose="02010609060101010101" pitchFamily="49" charset="-122"/>
              </a:rPr>
              <a:t> 简单，容易控制。</a:t>
            </a:r>
          </a:p>
          <a:p>
            <a:pPr>
              <a:lnSpc>
                <a:spcPct val="110000"/>
              </a:lnSpc>
              <a:buClr>
                <a:srgbClr val="33CCFF"/>
              </a:buClr>
            </a:pPr>
            <a:r>
              <a:rPr lang="en-US" altLang="zh-CN" sz="2000">
                <a:latin typeface="黑体" panose="02010609060101010101" pitchFamily="49" charset="-122"/>
              </a:rPr>
              <a:t>2</a:t>
            </a:r>
            <a:r>
              <a:rPr lang="zh-CN" altLang="en-US" sz="2000">
                <a:latin typeface="黑体" panose="02010609060101010101" pitchFamily="49" charset="-122"/>
              </a:rPr>
              <a:t> 效率低，</a:t>
            </a:r>
            <a:r>
              <a:rPr lang="en-US" altLang="zh-CN" sz="2000">
                <a:latin typeface="黑体" panose="02010609060101010101" pitchFamily="49" charset="-122"/>
              </a:rPr>
              <a:t>CPU</a:t>
            </a:r>
            <a:r>
              <a:rPr lang="zh-CN" altLang="en-US" sz="2000">
                <a:latin typeface="黑体" panose="02010609060101010101" pitchFamily="49" charset="-122"/>
              </a:rPr>
              <a:t>的绝大部分时间都处于</a:t>
            </a:r>
            <a:r>
              <a:rPr lang="zh-CN" altLang="zh-CN" sz="2000">
                <a:latin typeface="黑体" panose="02010609060101010101" pitchFamily="49" charset="-122"/>
              </a:rPr>
              <a:t>对硬件进行测试</a:t>
            </a:r>
            <a:r>
              <a:rPr lang="zh-CN" altLang="en-US" sz="2000">
                <a:latin typeface="黑体" panose="02010609060101010101" pitchFamily="49" charset="-122"/>
              </a:rPr>
              <a:t>。因为</a:t>
            </a:r>
            <a:r>
              <a:rPr lang="en-US" altLang="zh-CN" sz="2000">
                <a:latin typeface="黑体" panose="02010609060101010101" pitchFamily="49" charset="-122"/>
              </a:rPr>
              <a:t>CPU</a:t>
            </a:r>
            <a:r>
              <a:rPr lang="zh-CN" altLang="en-US" sz="2000">
                <a:latin typeface="黑体" panose="02010609060101010101" pitchFamily="49" charset="-122"/>
              </a:rPr>
              <a:t>的高速和</a:t>
            </a:r>
            <a:r>
              <a:rPr lang="en-US" altLang="zh-CN" sz="2000">
                <a:latin typeface="黑体" panose="02010609060101010101" pitchFamily="49" charset="-122"/>
              </a:rPr>
              <a:t>I/O</a:t>
            </a:r>
            <a:r>
              <a:rPr lang="zh-CN" altLang="en-US" sz="2000">
                <a:latin typeface="黑体" panose="02010609060101010101" pitchFamily="49" charset="-122"/>
              </a:rPr>
              <a:t>设备的低速矛盾。</a:t>
            </a:r>
            <a:endParaRPr lang="en-US" altLang="zh-CN" sz="2000">
              <a:latin typeface="黑体" panose="02010609060101010101" pitchFamily="49" charset="-122"/>
            </a:endParaRPr>
          </a:p>
          <a:p>
            <a:pPr>
              <a:lnSpc>
                <a:spcPct val="110000"/>
              </a:lnSpc>
              <a:buClr>
                <a:srgbClr val="33CCFF"/>
              </a:buClr>
            </a:pPr>
            <a:r>
              <a:rPr lang="en-US" altLang="zh-CN" sz="2000">
                <a:latin typeface="黑体" panose="02010609060101010101" pitchFamily="49" charset="-122"/>
              </a:rPr>
              <a:t>3</a:t>
            </a:r>
            <a:r>
              <a:rPr lang="zh-CN" altLang="en-US" sz="2000">
                <a:latin typeface="黑体" panose="02010609060101010101" pitchFamily="49" charset="-122"/>
              </a:rPr>
              <a:t> 仅适用于低速设备（用于高速设备可能导致数据丢失）</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49" name="Rectangle 2"/>
          <p:cNvSpPr>
            <a:spLocks noGrp="1"/>
          </p:cNvSpPr>
          <p:nvPr>
            <p:ph type="title"/>
          </p:nvPr>
        </p:nvSpPr>
        <p:spPr/>
        <p:txBody>
          <a:bodyPr vert="horz" wrap="square" lIns="91440" tIns="45720" rIns="91440" bIns="45720" anchor="b" anchorCtr="0"/>
          <a:lstStyle/>
          <a:p>
            <a:pPr eaLnBrk="1" hangingPunct="1"/>
            <a:r>
              <a:rPr lang="en-US" altLang="zh-CN"/>
              <a:t>7.2.2 </a:t>
            </a:r>
            <a:r>
              <a:rPr lang="zh-CN" altLang="en-US"/>
              <a:t>中断驱动</a:t>
            </a:r>
            <a:r>
              <a:rPr lang="en-US" altLang="zh-CN"/>
              <a:t>I/O</a:t>
            </a:r>
            <a:endParaRPr lang="zh-CN" altLang="en-US"/>
          </a:p>
        </p:txBody>
      </p:sp>
      <p:sp>
        <p:nvSpPr>
          <p:cNvPr id="27652" name="矩形 2"/>
          <p:cNvSpPr>
            <a:spLocks noChangeArrowheads="1"/>
          </p:cNvSpPr>
          <p:nvPr/>
        </p:nvSpPr>
        <p:spPr bwMode="auto">
          <a:xfrm>
            <a:off x="3563938" y="1341438"/>
            <a:ext cx="5472113" cy="2862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0" lvl="0" indent="0" algn="just">
              <a:spcBef>
                <a:spcPct val="0"/>
              </a:spcBef>
              <a:buClrTx/>
              <a:buFontTx/>
              <a:buNone/>
            </a:pPr>
            <a:r>
              <a:rPr lang="zh-CN" altLang="en-US" sz="2000" b="0">
                <a:latin typeface="黑体" panose="02010609060101010101" pitchFamily="49" charset="-122"/>
              </a:rPr>
              <a:t>⑴进程需要数据，</a:t>
            </a:r>
            <a:r>
              <a:rPr lang="en-US" altLang="zh-CN" sz="2000" b="0">
                <a:latin typeface="黑体" panose="02010609060101010101" pitchFamily="49" charset="-122"/>
              </a:rPr>
              <a:t>CPU</a:t>
            </a:r>
            <a:r>
              <a:rPr lang="zh-CN" altLang="en-US" sz="2000" b="0">
                <a:latin typeface="黑体" panose="02010609060101010101" pitchFamily="49" charset="-122"/>
              </a:rPr>
              <a:t>发出指令启动</a:t>
            </a:r>
            <a:r>
              <a:rPr lang="en-US" altLang="zh-CN" sz="2000" b="0">
                <a:latin typeface="黑体" panose="02010609060101010101" pitchFamily="49" charset="-122"/>
              </a:rPr>
              <a:t>I/O</a:t>
            </a:r>
            <a:r>
              <a:rPr lang="zh-CN" altLang="en-US" sz="2000" b="0">
                <a:latin typeface="黑体" panose="02010609060101010101" pitchFamily="49" charset="-122"/>
              </a:rPr>
              <a:t>控制器</a:t>
            </a:r>
          </a:p>
          <a:p>
            <a:pPr marL="0" lvl="0" indent="0" algn="just">
              <a:spcBef>
                <a:spcPct val="0"/>
              </a:spcBef>
              <a:buClrTx/>
              <a:buFontTx/>
              <a:buNone/>
            </a:pPr>
            <a:r>
              <a:rPr lang="zh-CN" altLang="en-US" sz="2000" b="0">
                <a:latin typeface="黑体" panose="02010609060101010101" pitchFamily="49" charset="-122"/>
              </a:rPr>
              <a:t>⑵该进程放弃</a:t>
            </a:r>
            <a:r>
              <a:rPr lang="en-US" altLang="zh-CN" sz="2000" b="0">
                <a:latin typeface="黑体" panose="02010609060101010101" pitchFamily="49" charset="-122"/>
              </a:rPr>
              <a:t>CPU</a:t>
            </a:r>
            <a:r>
              <a:rPr lang="zh-CN" altLang="en-US" sz="2000" b="0">
                <a:latin typeface="黑体" panose="02010609060101010101" pitchFamily="49" charset="-122"/>
              </a:rPr>
              <a:t>，等待相关</a:t>
            </a:r>
            <a:r>
              <a:rPr lang="en-US" altLang="zh-CN" sz="2000" b="0">
                <a:latin typeface="黑体" panose="02010609060101010101" pitchFamily="49" charset="-122"/>
              </a:rPr>
              <a:t>I/O</a:t>
            </a:r>
            <a:r>
              <a:rPr lang="zh-CN" altLang="en-US" sz="2000" b="0">
                <a:latin typeface="黑体" panose="02010609060101010101" pitchFamily="49" charset="-122"/>
              </a:rPr>
              <a:t>操作完成。进程调度程序会调度其他就绪进程使用</a:t>
            </a:r>
            <a:r>
              <a:rPr lang="en-US" altLang="zh-CN" sz="2000" b="0">
                <a:latin typeface="黑体" panose="02010609060101010101" pitchFamily="49" charset="-122"/>
              </a:rPr>
              <a:t>CPU</a:t>
            </a:r>
            <a:r>
              <a:rPr lang="zh-CN" altLang="en-US" sz="2000" b="0">
                <a:latin typeface="黑体" panose="02010609060101010101" pitchFamily="49" charset="-122"/>
              </a:rPr>
              <a:t>。</a:t>
            </a:r>
          </a:p>
          <a:p>
            <a:pPr marL="0" lvl="0" indent="0" algn="just">
              <a:spcBef>
                <a:spcPct val="0"/>
              </a:spcBef>
              <a:buClrTx/>
              <a:buFontTx/>
              <a:buNone/>
            </a:pPr>
            <a:r>
              <a:rPr lang="zh-CN" altLang="en-US" sz="2000" b="0">
                <a:latin typeface="黑体" panose="02010609060101010101" pitchFamily="49" charset="-122"/>
              </a:rPr>
              <a:t>⑶</a:t>
            </a:r>
            <a:r>
              <a:rPr lang="en-US" altLang="zh-CN" sz="2000" b="0">
                <a:latin typeface="黑体" panose="02010609060101010101" pitchFamily="49" charset="-122"/>
              </a:rPr>
              <a:t>I/O</a:t>
            </a:r>
            <a:r>
              <a:rPr lang="zh-CN" altLang="en-US" sz="2000" b="0">
                <a:latin typeface="黑体" panose="02010609060101010101" pitchFamily="49" charset="-122"/>
              </a:rPr>
              <a:t>设备控制器按命令要求去控制指定的</a:t>
            </a:r>
            <a:r>
              <a:rPr lang="en-US" altLang="zh-CN" sz="2000" b="0">
                <a:latin typeface="黑体" panose="02010609060101010101" pitchFamily="49" charset="-122"/>
              </a:rPr>
              <a:t>I/O</a:t>
            </a:r>
            <a:r>
              <a:rPr lang="zh-CN" altLang="en-US" sz="2000" b="0">
                <a:latin typeface="黑体" panose="02010609060101010101" pitchFamily="49" charset="-122"/>
              </a:rPr>
              <a:t>设备，当</a:t>
            </a:r>
            <a:r>
              <a:rPr lang="en-US" altLang="zh-CN" sz="2000" b="0">
                <a:latin typeface="黑体" panose="02010609060101010101" pitchFamily="49" charset="-122"/>
              </a:rPr>
              <a:t>I/O</a:t>
            </a:r>
            <a:r>
              <a:rPr lang="zh-CN" altLang="en-US" sz="2000" b="0">
                <a:latin typeface="黑体" panose="02010609060101010101" pitchFamily="49" charset="-122"/>
              </a:rPr>
              <a:t>操作完成时，</a:t>
            </a:r>
            <a:r>
              <a:rPr lang="en-US" altLang="zh-CN" sz="2000" b="0">
                <a:latin typeface="黑体" panose="02010609060101010101" pitchFamily="49" charset="-122"/>
              </a:rPr>
              <a:t>I/O</a:t>
            </a:r>
            <a:r>
              <a:rPr lang="zh-CN" altLang="en-US" sz="2000" b="0">
                <a:latin typeface="黑体" panose="02010609060101010101" pitchFamily="49" charset="-122"/>
              </a:rPr>
              <a:t>设备控制器通过中断请求线向</a:t>
            </a:r>
            <a:r>
              <a:rPr lang="en-US" altLang="zh-CN" sz="2000" b="0">
                <a:latin typeface="黑体" panose="02010609060101010101" pitchFamily="49" charset="-122"/>
              </a:rPr>
              <a:t>CPU</a:t>
            </a:r>
            <a:r>
              <a:rPr lang="zh-CN" altLang="en-US" sz="2000" b="0">
                <a:latin typeface="黑体" panose="02010609060101010101" pitchFamily="49" charset="-122"/>
              </a:rPr>
              <a:t>发出中断信号。</a:t>
            </a:r>
            <a:endParaRPr lang="en-US" altLang="zh-CN" sz="2000" b="0">
              <a:latin typeface="黑体" panose="02010609060101010101" pitchFamily="49" charset="-122"/>
            </a:endParaRPr>
          </a:p>
          <a:p>
            <a:pPr marL="0" lvl="0" indent="0" algn="just">
              <a:spcBef>
                <a:spcPct val="0"/>
              </a:spcBef>
              <a:buClrTx/>
              <a:buFontTx/>
              <a:buNone/>
            </a:pPr>
            <a:r>
              <a:rPr lang="zh-CN" altLang="en-US" sz="2000" b="0">
                <a:latin typeface="黑体" panose="02010609060101010101" pitchFamily="49" charset="-122"/>
              </a:rPr>
              <a:t>⑷</a:t>
            </a:r>
            <a:r>
              <a:rPr lang="en-US" altLang="zh-CN" sz="2000" b="0">
                <a:latin typeface="黑体" panose="02010609060101010101" pitchFamily="49" charset="-122"/>
              </a:rPr>
              <a:t>CPU</a:t>
            </a:r>
            <a:r>
              <a:rPr lang="zh-CN" altLang="en-US" sz="2000" b="0">
                <a:latin typeface="黑体" panose="02010609060101010101" pitchFamily="49" charset="-122"/>
              </a:rPr>
              <a:t>收到中断信号之后，转向中断处理程序。中断处理程序将数据传送给进程，进程转入就绪状态。</a:t>
            </a:r>
          </a:p>
        </p:txBody>
      </p:sp>
      <p:graphicFrame>
        <p:nvGraphicFramePr>
          <p:cNvPr id="27651" name="Object 3"/>
          <p:cNvGraphicFramePr>
            <a:graphicFrameLocks noChangeAspect="1"/>
          </p:cNvGraphicFramePr>
          <p:nvPr/>
        </p:nvGraphicFramePr>
        <p:xfrm>
          <a:off x="395288" y="1236663"/>
          <a:ext cx="3306762" cy="5648325"/>
        </p:xfrm>
        <a:graphic>
          <a:graphicData uri="http://schemas.openxmlformats.org/presentationml/2006/ole">
            <mc:AlternateContent xmlns:mc="http://schemas.openxmlformats.org/markup-compatibility/2006">
              <mc:Choice xmlns:v="urn:schemas-microsoft-com:vml" Requires="v">
                <p:oleObj spid="_x0000_s4109" r:id="rId3" imgW="2313940" imgH="4267200" progId="Visio.Drawing.11">
                  <p:embed/>
                </p:oleObj>
              </mc:Choice>
              <mc:Fallback>
                <p:oleObj r:id="rId3" imgW="2313940" imgH="4267200" progId="Visio.Drawing.11">
                  <p:embed/>
                  <p:pic>
                    <p:nvPicPr>
                      <p:cNvPr id="0" name="图片 3077"/>
                      <p:cNvPicPr/>
                      <p:nvPr/>
                    </p:nvPicPr>
                    <p:blipFill>
                      <a:blip r:embed="rId4"/>
                      <a:stretch>
                        <a:fillRect/>
                      </a:stretch>
                    </p:blipFill>
                    <p:spPr>
                      <a:xfrm>
                        <a:off x="395288" y="1236663"/>
                        <a:ext cx="3306762" cy="5648325"/>
                      </a:xfrm>
                      <a:prstGeom prst="rect">
                        <a:avLst/>
                      </a:prstGeom>
                      <a:noFill/>
                      <a:ln w="38100">
                        <a:noFill/>
                        <a:miter/>
                      </a:ln>
                    </p:spPr>
                  </p:pic>
                </p:oleObj>
              </mc:Fallback>
            </mc:AlternateContent>
          </a:graphicData>
        </a:graphic>
      </p:graphicFrame>
      <p:sp>
        <p:nvSpPr>
          <p:cNvPr id="32772" name="object 14"/>
          <p:cNvSpPr txBox="1">
            <a:spLocks noChangeArrowheads="1"/>
          </p:cNvSpPr>
          <p:nvPr/>
        </p:nvSpPr>
        <p:spPr bwMode="auto">
          <a:xfrm>
            <a:off x="3563938" y="4292600"/>
            <a:ext cx="5329238" cy="2154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12700" lvl="0" indent="0" algn="just">
              <a:spcBef>
                <a:spcPct val="0"/>
              </a:spcBef>
              <a:buClrTx/>
              <a:buFontTx/>
              <a:buNone/>
            </a:pPr>
            <a:r>
              <a:rPr lang="zh-CN" altLang="zh-CN" sz="2000" b="0">
                <a:latin typeface="黑体" panose="02010609060101010101" pitchFamily="49" charset="-122"/>
              </a:rPr>
              <a:t>优点：在外设进行数据处理时，CPU不必等待，可以继续执行该程序或其他程序</a:t>
            </a:r>
            <a:r>
              <a:rPr lang="zh-CN" altLang="en-US" sz="2000" b="0">
                <a:latin typeface="黑体" panose="02010609060101010101" pitchFamily="49" charset="-122"/>
              </a:rPr>
              <a:t>。</a:t>
            </a:r>
            <a:r>
              <a:rPr lang="zh-CN" altLang="zh-CN" sz="2000" b="0">
                <a:latin typeface="黑体" panose="02010609060101010101" pitchFamily="49" charset="-122"/>
              </a:rPr>
              <a:t>提高了CPU的利用率。CPU和外设并行工作。</a:t>
            </a:r>
            <a:endParaRPr lang="en-US" altLang="zh-CN" sz="2000" b="0">
              <a:latin typeface="黑体" panose="02010609060101010101" pitchFamily="49" charset="-122"/>
            </a:endParaRPr>
          </a:p>
          <a:p>
            <a:pPr marL="12700" lvl="0" indent="0" algn="just">
              <a:spcBef>
                <a:spcPct val="0"/>
              </a:spcBef>
              <a:buClrTx/>
              <a:buNone/>
            </a:pPr>
            <a:r>
              <a:rPr lang="zh-CN" altLang="zh-CN" sz="2000" b="0">
                <a:latin typeface="黑体" panose="02010609060101010101" pitchFamily="49" charset="-122"/>
              </a:rPr>
              <a:t>缺点：数据仍然需要通过CPU进行传输，由于CPU每次处理的数据量少，因此这种方式只适于</a:t>
            </a:r>
            <a:r>
              <a:rPr lang="zh-CN" altLang="en-US" sz="2000" b="0">
                <a:latin typeface="黑体" panose="02010609060101010101" pitchFamily="49" charset="-122"/>
              </a:rPr>
              <a:t>低速</a:t>
            </a:r>
            <a:r>
              <a:rPr lang="zh-CN" altLang="zh-CN" sz="2000" b="0">
                <a:latin typeface="黑体" panose="02010609060101010101" pitchFamily="49" charset="-122"/>
              </a:rPr>
              <a:t>设备。</a:t>
            </a:r>
          </a:p>
          <a:p>
            <a:pPr marL="12700" lvl="0" indent="0" algn="just">
              <a:spcBef>
                <a:spcPct val="0"/>
              </a:spcBef>
              <a:buClrTx/>
              <a:buFontTx/>
              <a:buNone/>
            </a:pPr>
            <a:endParaRPr lang="zh-CN" altLang="zh-CN" sz="2000" b="0">
              <a:latin typeface="黑体" panose="02010609060101010101" pitchFamily="49" charset="-122"/>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3" name="灯片编号占位符 3"/>
          <p:cNvSpPr txBox="1">
            <a:spLocks noGrp="1"/>
          </p:cNvSpPr>
          <p:nvPr>
            <p:ph type="sldNum" sz="quarter" idx="12"/>
          </p:nvPr>
        </p:nvSpPr>
        <p:spPr>
          <a:xfrm>
            <a:off x="431800" y="6229350"/>
            <a:ext cx="2311400" cy="457200"/>
          </a:xfrm>
        </p:spPr>
        <p:txBody>
          <a:bodyPr anchor="b" anchorCtr="0"/>
          <a:lstStyle/>
          <a:p>
            <a:pPr marL="0" indent="0">
              <a:spcBef>
                <a:spcPct val="50000"/>
              </a:spcBef>
              <a:buClrTx/>
              <a:buFontTx/>
              <a:buNone/>
            </a:pPr>
            <a:r>
              <a:rPr lang="zh-CN" altLang="en-US" sz="1200" b="0">
                <a:solidFill>
                  <a:srgbClr val="3366CC"/>
                </a:solidFill>
                <a:ea typeface="宋体" panose="02010600030101010101" pitchFamily="2" charset="-122"/>
              </a:rPr>
              <a:t>第</a:t>
            </a:r>
            <a:fld id="{9A0DB2DC-4C9A-4742-B13C-FB6460FD3503}" type="slidenum">
              <a:rPr lang="zh-TW" altLang="en-US" sz="1200" b="0">
                <a:solidFill>
                  <a:srgbClr val="3366CC"/>
                </a:solidFill>
                <a:ea typeface="PMingLiU" pitchFamily="18" charset="-120"/>
              </a:rPr>
              <a:t>12</a:t>
            </a:fld>
            <a:r>
              <a:rPr lang="zh-CN" altLang="en-US" sz="1200" b="0">
                <a:solidFill>
                  <a:srgbClr val="3366CC"/>
                </a:solidFill>
                <a:ea typeface="宋体" panose="02010600030101010101" pitchFamily="2" charset="-122"/>
              </a:rPr>
              <a:t>页</a:t>
            </a:r>
            <a:endParaRPr lang="zh-TW" altLang="en-US" sz="1200" b="0">
              <a:solidFill>
                <a:srgbClr val="3366CC"/>
              </a:solidFill>
              <a:ea typeface="宋体" panose="02010600030101010101" pitchFamily="2" charset="-122"/>
            </a:endParaRPr>
          </a:p>
        </p:txBody>
      </p:sp>
      <p:sp>
        <p:nvSpPr>
          <p:cNvPr id="28674" name="Rectangle 2"/>
          <p:cNvSpPr>
            <a:spLocks noGrp="1"/>
          </p:cNvSpPr>
          <p:nvPr>
            <p:ph type="title"/>
          </p:nvPr>
        </p:nvSpPr>
        <p:spPr/>
        <p:txBody>
          <a:bodyPr vert="horz" wrap="square" lIns="91440" tIns="45720" rIns="91440" bIns="45720" anchor="b" anchorCtr="0"/>
          <a:lstStyle/>
          <a:p>
            <a:pPr eaLnBrk="1" hangingPunct="1"/>
            <a:r>
              <a:rPr lang="en-US" altLang="zh-CN"/>
              <a:t>7.2.2 </a:t>
            </a:r>
            <a:r>
              <a:rPr lang="zh-CN" altLang="en-US"/>
              <a:t>中断驱动</a:t>
            </a:r>
            <a:r>
              <a:rPr lang="en-US" altLang="zh-CN"/>
              <a:t>I/O</a:t>
            </a:r>
            <a:endParaRPr lang="zh-CN" altLang="en-US"/>
          </a:p>
        </p:txBody>
      </p:sp>
      <p:sp>
        <p:nvSpPr>
          <p:cNvPr id="28675" name="矩形 1"/>
          <p:cNvSpPr>
            <a:spLocks noChangeArrowheads="1"/>
          </p:cNvSpPr>
          <p:nvPr/>
        </p:nvSpPr>
        <p:spPr bwMode="auto">
          <a:xfrm>
            <a:off x="425450" y="1535113"/>
            <a:ext cx="8250238" cy="3478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0" lvl="0" indent="0">
              <a:spcBef>
                <a:spcPct val="0"/>
              </a:spcBef>
              <a:buClr>
                <a:srgbClr val="33CCFF"/>
              </a:buClr>
              <a:buNone/>
            </a:pPr>
            <a:r>
              <a:rPr lang="zh-CN" altLang="zh-CN" sz="2000" b="0">
                <a:latin typeface="黑体" panose="02010609060101010101" pitchFamily="49" charset="-122"/>
              </a:rPr>
              <a:t>在</a:t>
            </a:r>
            <a:r>
              <a:rPr lang="en-US" altLang="zh-CN" sz="2000" b="0">
                <a:latin typeface="黑体" panose="02010609060101010101" pitchFamily="49" charset="-122"/>
              </a:rPr>
              <a:t>I/O</a:t>
            </a:r>
            <a:r>
              <a:rPr lang="zh-CN" altLang="zh-CN" sz="2000" b="0">
                <a:latin typeface="黑体" panose="02010609060101010101" pitchFamily="49" charset="-122"/>
              </a:rPr>
              <a:t>设备输入每个数据的过程中，由于无须</a:t>
            </a:r>
            <a:r>
              <a:rPr lang="en-US" altLang="zh-CN" sz="2000" b="0">
                <a:latin typeface="黑体" panose="02010609060101010101" pitchFamily="49" charset="-122"/>
              </a:rPr>
              <a:t>CPU</a:t>
            </a:r>
            <a:r>
              <a:rPr lang="zh-CN" altLang="zh-CN" sz="2000" b="0">
                <a:latin typeface="黑体" panose="02010609060101010101" pitchFamily="49" charset="-122"/>
              </a:rPr>
              <a:t>干预，因而可使</a:t>
            </a:r>
            <a:r>
              <a:rPr lang="en-US" altLang="zh-CN" sz="2000" b="0">
                <a:latin typeface="黑体" panose="02010609060101010101" pitchFamily="49" charset="-122"/>
              </a:rPr>
              <a:t>CPU</a:t>
            </a:r>
            <a:r>
              <a:rPr lang="zh-CN" altLang="zh-CN" sz="2000" b="0">
                <a:latin typeface="黑体" panose="02010609060101010101" pitchFamily="49" charset="-122"/>
              </a:rPr>
              <a:t>与</a:t>
            </a:r>
            <a:r>
              <a:rPr lang="en-US" altLang="zh-CN" sz="2000" b="0">
                <a:latin typeface="黑体" panose="02010609060101010101" pitchFamily="49" charset="-122"/>
              </a:rPr>
              <a:t>I/O</a:t>
            </a:r>
            <a:r>
              <a:rPr lang="zh-CN" altLang="zh-CN" sz="2000" b="0">
                <a:latin typeface="黑体" panose="02010609060101010101" pitchFamily="49" charset="-122"/>
              </a:rPr>
              <a:t>设备并行工作。仅当输完一个数据时，才需</a:t>
            </a:r>
            <a:r>
              <a:rPr lang="en-US" altLang="zh-CN" sz="2000" b="0">
                <a:latin typeface="黑体" panose="02010609060101010101" pitchFamily="49" charset="-122"/>
              </a:rPr>
              <a:t>CPU</a:t>
            </a:r>
            <a:r>
              <a:rPr lang="zh-CN" altLang="zh-CN" sz="2000" b="0">
                <a:latin typeface="黑体" panose="02010609060101010101" pitchFamily="49" charset="-122"/>
              </a:rPr>
              <a:t>花费极短的时间去做些中断处理。可见，这样可使</a:t>
            </a:r>
            <a:r>
              <a:rPr lang="en-US" altLang="zh-CN" sz="2000" b="0">
                <a:latin typeface="黑体" panose="02010609060101010101" pitchFamily="49" charset="-122"/>
              </a:rPr>
              <a:t>CPU</a:t>
            </a:r>
            <a:r>
              <a:rPr lang="zh-CN" altLang="zh-CN" sz="2000" b="0">
                <a:latin typeface="黑体" panose="02010609060101010101" pitchFamily="49" charset="-122"/>
              </a:rPr>
              <a:t>和</a:t>
            </a:r>
            <a:r>
              <a:rPr lang="en-US" altLang="zh-CN" sz="2000" b="0">
                <a:latin typeface="黑体" panose="02010609060101010101" pitchFamily="49" charset="-122"/>
              </a:rPr>
              <a:t>I/O</a:t>
            </a:r>
            <a:r>
              <a:rPr lang="zh-CN" altLang="zh-CN" sz="2000" b="0">
                <a:latin typeface="黑体" panose="02010609060101010101" pitchFamily="49" charset="-122"/>
              </a:rPr>
              <a:t>设备都处于忙碌状态，从而提高了整个系统的资源利用率及吞吐量。</a:t>
            </a:r>
            <a:endParaRPr lang="en-US" altLang="zh-CN" sz="2000" b="0">
              <a:latin typeface="黑体" panose="02010609060101010101" pitchFamily="49" charset="-122"/>
            </a:endParaRPr>
          </a:p>
          <a:p>
            <a:pPr marL="0" lvl="0" indent="0">
              <a:spcBef>
                <a:spcPct val="0"/>
              </a:spcBef>
              <a:buClr>
                <a:srgbClr val="33CCFF"/>
              </a:buClr>
              <a:buNone/>
            </a:pPr>
            <a:r>
              <a:rPr lang="zh-CN" altLang="zh-CN" sz="2000" b="0">
                <a:latin typeface="黑体" panose="02010609060101010101" pitchFamily="49" charset="-122"/>
              </a:rPr>
              <a:t>例如，从终端输入一个字符的时间约为</a:t>
            </a:r>
            <a:r>
              <a:rPr lang="en-US" altLang="zh-CN" sz="2000" b="0">
                <a:latin typeface="黑体" panose="02010609060101010101" pitchFamily="49" charset="-122"/>
              </a:rPr>
              <a:t>100 ms</a:t>
            </a:r>
            <a:r>
              <a:rPr lang="zh-CN" altLang="zh-CN" sz="2000" b="0">
                <a:latin typeface="黑体" panose="02010609060101010101" pitchFamily="49" charset="-122"/>
              </a:rPr>
              <a:t>， 而将字符送入终端缓冲区的时间小于 </a:t>
            </a:r>
            <a:r>
              <a:rPr lang="en-US" altLang="zh-CN" sz="2000" b="0">
                <a:latin typeface="黑体" panose="02010609060101010101" pitchFamily="49" charset="-122"/>
              </a:rPr>
              <a:t>0.1ms</a:t>
            </a:r>
            <a:r>
              <a:rPr lang="zh-CN" altLang="zh-CN" sz="2000" b="0">
                <a:latin typeface="黑体" panose="02010609060101010101" pitchFamily="49" charset="-122"/>
              </a:rPr>
              <a:t>。 若采用程序</a:t>
            </a:r>
            <a:r>
              <a:rPr lang="en-US" altLang="zh-CN" sz="2000" b="0">
                <a:latin typeface="黑体" panose="02010609060101010101" pitchFamily="49" charset="-122"/>
              </a:rPr>
              <a:t>I/O</a:t>
            </a:r>
            <a:r>
              <a:rPr lang="zh-CN" altLang="zh-CN" sz="2000" b="0">
                <a:latin typeface="黑体" panose="02010609060101010101" pitchFamily="49" charset="-122"/>
              </a:rPr>
              <a:t>方式，</a:t>
            </a:r>
            <a:r>
              <a:rPr lang="en-US" altLang="zh-CN" sz="2000" b="0">
                <a:latin typeface="黑体" panose="02010609060101010101" pitchFamily="49" charset="-122"/>
              </a:rPr>
              <a:t>CPU</a:t>
            </a:r>
            <a:r>
              <a:rPr lang="zh-CN" altLang="zh-CN" sz="2000" b="0">
                <a:latin typeface="黑体" panose="02010609060101010101" pitchFamily="49" charset="-122"/>
              </a:rPr>
              <a:t>约有 </a:t>
            </a:r>
            <a:r>
              <a:rPr lang="en-US" altLang="zh-CN" sz="2000" b="0">
                <a:latin typeface="黑体" panose="02010609060101010101" pitchFamily="49" charset="-122"/>
              </a:rPr>
              <a:t>99.9ms</a:t>
            </a:r>
            <a:r>
              <a:rPr lang="zh-CN" altLang="zh-CN" sz="2000" b="0">
                <a:latin typeface="黑体" panose="02010609060101010101" pitchFamily="49" charset="-122"/>
              </a:rPr>
              <a:t>的时间处于忙等中。 采用中断驱动方式后，</a:t>
            </a:r>
            <a:r>
              <a:rPr lang="en-US" altLang="zh-CN" sz="2000" b="0">
                <a:latin typeface="黑体" panose="02010609060101010101" pitchFamily="49" charset="-122"/>
              </a:rPr>
              <a:t>CPU</a:t>
            </a:r>
            <a:r>
              <a:rPr lang="zh-CN" altLang="zh-CN" sz="2000" b="0">
                <a:latin typeface="黑体" panose="02010609060101010101" pitchFamily="49" charset="-122"/>
              </a:rPr>
              <a:t>可利用这</a:t>
            </a:r>
            <a:r>
              <a:rPr lang="en-US" altLang="zh-CN" sz="2000" b="0">
                <a:latin typeface="黑体" panose="02010609060101010101" pitchFamily="49" charset="-122"/>
              </a:rPr>
              <a:t>99.9ms</a:t>
            </a:r>
            <a:r>
              <a:rPr lang="zh-CN" altLang="zh-CN" sz="2000" b="0">
                <a:latin typeface="黑体" panose="02010609060101010101" pitchFamily="49" charset="-122"/>
              </a:rPr>
              <a:t>的时间去做其它事情，而仅用</a:t>
            </a:r>
            <a:r>
              <a:rPr lang="en-US" altLang="zh-CN" sz="2000" b="0">
                <a:latin typeface="黑体" panose="02010609060101010101" pitchFamily="49" charset="-122"/>
              </a:rPr>
              <a:t>0.1ms</a:t>
            </a:r>
            <a:r>
              <a:rPr lang="zh-CN" altLang="zh-CN" sz="2000" b="0">
                <a:latin typeface="黑体" panose="02010609060101010101" pitchFamily="49" charset="-122"/>
              </a:rPr>
              <a:t>的时间来处理由控制器发来的中断请求。 可见，中断驱动方式可以成百倍地提高</a:t>
            </a:r>
            <a:r>
              <a:rPr lang="en-US" altLang="zh-CN" sz="2000" b="0">
                <a:latin typeface="黑体" panose="02010609060101010101" pitchFamily="49" charset="-122"/>
              </a:rPr>
              <a:t>CPU</a:t>
            </a:r>
            <a:r>
              <a:rPr lang="zh-CN" altLang="zh-CN" sz="2000" b="0">
                <a:latin typeface="黑体" panose="02010609060101010101" pitchFamily="49" charset="-122"/>
              </a:rPr>
              <a:t>的利用率。</a:t>
            </a:r>
          </a:p>
          <a:p>
            <a:pPr marL="0" lvl="0" indent="0">
              <a:spcBef>
                <a:spcPct val="0"/>
              </a:spcBef>
              <a:buClr>
                <a:srgbClr val="33CCFF"/>
              </a:buClr>
              <a:buFont typeface="Wingdings" panose="05000000000000000000" pitchFamily="2" charset="2"/>
              <a:buChar char="Ø"/>
            </a:pPr>
            <a:endParaRPr lang="en-US" altLang="zh-CN" sz="2000" b="0">
              <a:latin typeface="黑体" panose="02010609060101010101" pitchFamily="49" charset="-122"/>
            </a:endParaRPr>
          </a:p>
          <a:p>
            <a:pPr marL="0" lvl="0" indent="0">
              <a:spcBef>
                <a:spcPct val="0"/>
              </a:spcBef>
              <a:buClr>
                <a:srgbClr val="33CCFF"/>
              </a:buClr>
              <a:buFont typeface="Wingdings" panose="05000000000000000000" pitchFamily="2" charset="2"/>
              <a:buChar char="Ø"/>
            </a:pPr>
            <a:endParaRPr lang="zh-CN" altLang="en-US" sz="2000" b="0">
              <a:latin typeface="黑体" panose="02010609060101010101" pitchFamily="49" charset="-122"/>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7" name="灯片编号占位符 3"/>
          <p:cNvSpPr txBox="1">
            <a:spLocks noGrp="1"/>
          </p:cNvSpPr>
          <p:nvPr>
            <p:ph type="sldNum" sz="quarter" idx="12"/>
          </p:nvPr>
        </p:nvSpPr>
        <p:spPr>
          <a:xfrm>
            <a:off x="431800" y="6229350"/>
            <a:ext cx="2311400" cy="457200"/>
          </a:xfrm>
        </p:spPr>
        <p:txBody>
          <a:bodyPr anchor="b" anchorCtr="0"/>
          <a:lstStyle/>
          <a:p>
            <a:pPr marL="0" indent="0">
              <a:spcBef>
                <a:spcPct val="50000"/>
              </a:spcBef>
              <a:buClrTx/>
              <a:buFontTx/>
              <a:buNone/>
            </a:pPr>
            <a:r>
              <a:rPr lang="zh-CN" altLang="en-US" sz="1200" b="0">
                <a:solidFill>
                  <a:srgbClr val="3366CC"/>
                </a:solidFill>
                <a:ea typeface="宋体" panose="02010600030101010101" pitchFamily="2" charset="-122"/>
              </a:rPr>
              <a:t>第</a:t>
            </a:r>
            <a:fld id="{9A0DB2DC-4C9A-4742-B13C-FB6460FD3503}" type="slidenum">
              <a:rPr lang="zh-TW" altLang="en-US" sz="1200" b="0">
                <a:solidFill>
                  <a:srgbClr val="3366CC"/>
                </a:solidFill>
                <a:ea typeface="PMingLiU" pitchFamily="18" charset="-120"/>
              </a:rPr>
              <a:t>13</a:t>
            </a:fld>
            <a:r>
              <a:rPr lang="zh-CN" altLang="en-US" sz="1200" b="0">
                <a:solidFill>
                  <a:srgbClr val="3366CC"/>
                </a:solidFill>
                <a:ea typeface="宋体" panose="02010600030101010101" pitchFamily="2" charset="-122"/>
              </a:rPr>
              <a:t>页</a:t>
            </a:r>
            <a:endParaRPr lang="zh-TW" altLang="en-US" sz="1200" b="0">
              <a:solidFill>
                <a:srgbClr val="3366CC"/>
              </a:solidFill>
              <a:ea typeface="宋体" panose="02010600030101010101" pitchFamily="2" charset="-122"/>
            </a:endParaRPr>
          </a:p>
        </p:txBody>
      </p:sp>
      <p:sp>
        <p:nvSpPr>
          <p:cNvPr id="29698" name="Rectangle 2"/>
          <p:cNvSpPr>
            <a:spLocks noGrp="1"/>
          </p:cNvSpPr>
          <p:nvPr>
            <p:ph type="title"/>
          </p:nvPr>
        </p:nvSpPr>
        <p:spPr/>
        <p:txBody>
          <a:bodyPr vert="horz" wrap="square" lIns="91440" tIns="45720" rIns="91440" bIns="45720" anchor="b" anchorCtr="0"/>
          <a:lstStyle/>
          <a:p>
            <a:pPr eaLnBrk="1" hangingPunct="1"/>
            <a:r>
              <a:rPr lang="en-US" altLang="zh-CN"/>
              <a:t>7.2.3 </a:t>
            </a:r>
            <a:r>
              <a:rPr lang="zh-CN" altLang="zh-CN"/>
              <a:t>DMA</a:t>
            </a:r>
            <a:endParaRPr lang="zh-CN" altLang="en-US"/>
          </a:p>
        </p:txBody>
      </p:sp>
      <p:sp>
        <p:nvSpPr>
          <p:cNvPr id="37891" name="object 3"/>
          <p:cNvSpPr txBox="1">
            <a:spLocks noChangeArrowheads="1"/>
          </p:cNvSpPr>
          <p:nvPr/>
        </p:nvSpPr>
        <p:spPr bwMode="auto">
          <a:xfrm>
            <a:off x="406400" y="1416050"/>
            <a:ext cx="8558213" cy="1477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12700" lvl="0" indent="0" defTabSz="914400">
              <a:spcBef>
                <a:spcPct val="0"/>
              </a:spcBef>
              <a:buClr>
                <a:srgbClr val="3333CC"/>
              </a:buClr>
              <a:buSzPct val="110000"/>
              <a:buNone/>
              <a:tabLst>
                <a:tab pos="546100" algn="l"/>
              </a:tabLst>
            </a:pPr>
            <a:r>
              <a:rPr lang="zh-CN" altLang="zh-CN" sz="2400" b="0">
                <a:latin typeface="times"/>
              </a:rPr>
              <a:t>直接存储访问I/O(DMA, Direct Memory Access)</a:t>
            </a:r>
            <a:endParaRPr lang="en-US" altLang="zh-CN" sz="2400" b="0">
              <a:latin typeface="times"/>
            </a:endParaRPr>
          </a:p>
          <a:p>
            <a:pPr marL="12700" lvl="0" indent="0" defTabSz="914400">
              <a:spcBef>
                <a:spcPct val="0"/>
              </a:spcBef>
              <a:buClr>
                <a:srgbClr val="3333CC"/>
              </a:buClr>
              <a:buSzPct val="110000"/>
              <a:buNone/>
              <a:tabLst>
                <a:tab pos="546100" algn="l"/>
              </a:tabLst>
            </a:pPr>
            <a:r>
              <a:rPr lang="zh-CN" altLang="en-US" sz="2400" b="0">
                <a:latin typeface="times"/>
              </a:rPr>
              <a:t>对</a:t>
            </a:r>
            <a:r>
              <a:rPr lang="en-US" altLang="zh-CN" sz="2400" b="0">
                <a:latin typeface="times"/>
              </a:rPr>
              <a:t>I/O</a:t>
            </a:r>
            <a:r>
              <a:rPr lang="zh-CN" altLang="en-US" sz="2400" b="0">
                <a:latin typeface="times"/>
              </a:rPr>
              <a:t>设备的控制由</a:t>
            </a:r>
            <a:r>
              <a:rPr lang="en-US" altLang="zh-CN" sz="2400" b="0">
                <a:latin typeface="times"/>
              </a:rPr>
              <a:t>DMA</a:t>
            </a:r>
            <a:r>
              <a:rPr lang="zh-CN" altLang="en-US" sz="2400" b="0">
                <a:latin typeface="times"/>
              </a:rPr>
              <a:t>控制器完成，在</a:t>
            </a:r>
            <a:r>
              <a:rPr lang="en-US" altLang="zh-CN" sz="2400" b="0">
                <a:latin typeface="times"/>
              </a:rPr>
              <a:t>DMA</a:t>
            </a:r>
            <a:r>
              <a:rPr lang="zh-CN" altLang="en-US" sz="2400" b="0">
                <a:latin typeface="times"/>
              </a:rPr>
              <a:t>控制器的作用下，设备和主存之间可以成批地进行数据交换，而不用</a:t>
            </a:r>
            <a:r>
              <a:rPr lang="en-US" altLang="zh-CN" sz="2400" b="0">
                <a:latin typeface="times"/>
              </a:rPr>
              <a:t>CPU</a:t>
            </a:r>
            <a:r>
              <a:rPr lang="zh-CN" altLang="en-US" sz="2400" b="0">
                <a:latin typeface="times"/>
              </a:rPr>
              <a:t>的干涉。</a:t>
            </a:r>
            <a:endParaRPr lang="en-US" altLang="zh-CN" sz="2400" b="0">
              <a:latin typeface="times"/>
            </a:endParaRPr>
          </a:p>
          <a:p>
            <a:pPr marL="12700" lvl="0" indent="0" defTabSz="914400">
              <a:spcBef>
                <a:spcPct val="0"/>
              </a:spcBef>
              <a:buClr>
                <a:srgbClr val="3333CC"/>
              </a:buClr>
              <a:buSzPct val="110000"/>
              <a:buNone/>
              <a:tabLst>
                <a:tab pos="546100" algn="l"/>
              </a:tabLst>
            </a:pPr>
            <a:endParaRPr lang="zh-CN" altLang="zh-CN" sz="2400" b="0">
              <a:latin typeface="黑体" panose="02010609060101010101" pitchFamily="49" charset="-122"/>
            </a:endParaRPr>
          </a:p>
        </p:txBody>
      </p:sp>
      <p:sp>
        <p:nvSpPr>
          <p:cNvPr id="29700" name="object 4"/>
          <p:cNvSpPr/>
          <p:nvPr/>
        </p:nvSpPr>
        <p:spPr>
          <a:xfrm>
            <a:off x="552450" y="2698750"/>
            <a:ext cx="1163638" cy="1223963"/>
          </a:xfrm>
          <a:prstGeom prst="rect">
            <a:avLst/>
          </a:prstGeom>
          <a:blipFill rotWithShape="1">
            <a:blip r:embed="rId2"/>
            <a:stretch>
              <a:fillRect/>
            </a:stretch>
          </a:blipFill>
          <a:ln w="9525">
            <a:noFill/>
          </a:ln>
        </p:spPr>
        <p:txBody>
          <a:bodyPr lIns="0" tIns="0" rIns="0" bIns="0"/>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0" lvl="0" indent="0">
              <a:spcBef>
                <a:spcPct val="0"/>
              </a:spcBef>
              <a:buClrTx/>
              <a:buFontTx/>
              <a:buNone/>
            </a:pPr>
            <a:endParaRPr lang="zh-CN" altLang="zh-CN" sz="2400" b="0">
              <a:ea typeface="宋体" panose="02010600030101010101" pitchFamily="2" charset="-122"/>
            </a:endParaRPr>
          </a:p>
        </p:txBody>
      </p:sp>
      <p:sp>
        <p:nvSpPr>
          <p:cNvPr id="6" name="object 5"/>
          <p:cNvSpPr txBox="1"/>
          <p:nvPr/>
        </p:nvSpPr>
        <p:spPr>
          <a:xfrm>
            <a:off x="552450" y="2698750"/>
            <a:ext cx="1163638" cy="1223963"/>
          </a:xfrm>
          <a:prstGeom prst="rect">
            <a:avLst/>
          </a:prstGeom>
          <a:ln w="19050">
            <a:solidFill>
              <a:srgbClr val="000000"/>
            </a:solidFill>
          </a:ln>
        </p:spPr>
        <p:txBody>
          <a:bodyPr lIns="0" tIns="0" rIns="0" bIns="0">
            <a:spAutoFit/>
          </a:bodyPr>
          <a:lstStyle/>
          <a:p>
            <a:pPr marL="259080">
              <a:buNone/>
            </a:pPr>
            <a:r>
              <a:rPr lang="zh-CN" altLang="x-none" b="1">
                <a:latin typeface="Times New Roman" panose="02020603050405020304" pitchFamily="18" charset="0"/>
                <a:cs typeface="Times New Roman" panose="02020603050405020304" pitchFamily="18" charset="0"/>
              </a:rPr>
              <a:t>CPU</a:t>
            </a:r>
            <a:endParaRPr lang="zh-CN" altLang="x-none">
              <a:latin typeface="Times New Roman" panose="02020603050405020304" pitchFamily="18" charset="0"/>
              <a:ea typeface="Times New Roman" panose="02020603050405020304" pitchFamily="18" charset="0"/>
            </a:endParaRPr>
          </a:p>
        </p:txBody>
      </p:sp>
      <p:sp>
        <p:nvSpPr>
          <p:cNvPr id="15" name="object 14"/>
          <p:cNvSpPr txBox="1"/>
          <p:nvPr/>
        </p:nvSpPr>
        <p:spPr>
          <a:xfrm>
            <a:off x="3721100" y="4646613"/>
            <a:ext cx="2146300" cy="1230313"/>
          </a:xfrm>
          <a:prstGeom prst="rect">
            <a:avLst/>
          </a:prstGeom>
          <a:solidFill>
            <a:srgbClr val="FF9900"/>
          </a:solidFill>
          <a:ln w="19050">
            <a:solidFill>
              <a:srgbClr val="000000"/>
            </a:solidFill>
          </a:ln>
        </p:spPr>
        <p:txBody>
          <a:bodyPr lIns="0" tIns="0" rIns="0" bIns="0">
            <a:spAutoFit/>
          </a:bodyPr>
          <a:lstStyle/>
          <a:p>
            <a:pPr>
              <a:buNone/>
            </a:pPr>
            <a:r>
              <a:rPr lang="zh-CN" altLang="en-US" sz="2000" b="1">
                <a:solidFill>
                  <a:srgbClr val="FFFFFF"/>
                </a:solidFill>
                <a:latin typeface="Times New Roman" panose="02020603050405020304" pitchFamily="18" charset="0"/>
                <a:ea typeface="宋体" panose="02010600030101010101" pitchFamily="2" charset="-122"/>
              </a:rPr>
              <a:t>地址寄存器</a:t>
            </a:r>
            <a:r>
              <a:rPr lang="en-US" altLang="zh-CN" sz="2000" b="1">
                <a:solidFill>
                  <a:srgbClr val="FFFFFF"/>
                </a:solidFill>
                <a:latin typeface="Times New Roman" panose="02020603050405020304" pitchFamily="18" charset="0"/>
                <a:cs typeface="Times New Roman" panose="02020603050405020304" pitchFamily="18" charset="0"/>
              </a:rPr>
              <a:t>MAR</a:t>
            </a:r>
          </a:p>
          <a:p>
            <a:pPr>
              <a:buNone/>
            </a:pPr>
            <a:r>
              <a:rPr lang="zh-CN" altLang="en-US" sz="2000" b="1">
                <a:solidFill>
                  <a:srgbClr val="FFFFFF"/>
                </a:solidFill>
                <a:latin typeface="Times New Roman" panose="02020603050405020304" pitchFamily="18" charset="0"/>
                <a:ea typeface="宋体" panose="02010600030101010101" pitchFamily="2" charset="-122"/>
              </a:rPr>
              <a:t>数据计数寄存器</a:t>
            </a:r>
            <a:r>
              <a:rPr lang="en-US" altLang="zh-CN" sz="2000" b="1">
                <a:solidFill>
                  <a:srgbClr val="FFFFFF"/>
                </a:solidFill>
                <a:latin typeface="Times New Roman" panose="02020603050405020304" pitchFamily="18" charset="0"/>
                <a:cs typeface="Times New Roman" panose="02020603050405020304" pitchFamily="18" charset="0"/>
              </a:rPr>
              <a:t>DC</a:t>
            </a:r>
          </a:p>
          <a:p>
            <a:pPr>
              <a:buNone/>
            </a:pPr>
            <a:r>
              <a:rPr lang="zh-CN" altLang="en-US" sz="2000" b="1">
                <a:solidFill>
                  <a:srgbClr val="FFFFFF"/>
                </a:solidFill>
                <a:latin typeface="Times New Roman" panose="02020603050405020304" pitchFamily="18" charset="0"/>
                <a:ea typeface="宋体" panose="02010600030101010101" pitchFamily="2" charset="-122"/>
              </a:rPr>
              <a:t>数据寄存器</a:t>
            </a:r>
            <a:r>
              <a:rPr lang="en-US" altLang="zh-CN" sz="2000" b="1">
                <a:solidFill>
                  <a:srgbClr val="FFFFFF"/>
                </a:solidFill>
                <a:latin typeface="Times New Roman" panose="02020603050405020304" pitchFamily="18" charset="0"/>
                <a:cs typeface="Times New Roman" panose="02020603050405020304" pitchFamily="18" charset="0"/>
              </a:rPr>
              <a:t>DR</a:t>
            </a:r>
          </a:p>
          <a:p>
            <a:pPr>
              <a:buNone/>
            </a:pPr>
            <a:r>
              <a:rPr lang="zh-CN" altLang="en-US" sz="2000" b="1">
                <a:solidFill>
                  <a:srgbClr val="FFFFFF"/>
                </a:solidFill>
                <a:latin typeface="Times New Roman" panose="02020603050405020304" pitchFamily="18" charset="0"/>
                <a:ea typeface="宋体" panose="02010600030101010101" pitchFamily="2" charset="-122"/>
              </a:rPr>
              <a:t>命令状态寄存器</a:t>
            </a:r>
            <a:r>
              <a:rPr lang="en-US" altLang="zh-CN" sz="2000" b="1">
                <a:solidFill>
                  <a:srgbClr val="FFFFFF"/>
                </a:solidFill>
                <a:latin typeface="Times New Roman" panose="02020603050405020304" pitchFamily="18" charset="0"/>
                <a:cs typeface="Times New Roman" panose="02020603050405020304" pitchFamily="18" charset="0"/>
              </a:rPr>
              <a:t>CR</a:t>
            </a:r>
            <a:endParaRPr lang="zh-CN" altLang="x-none" sz="2000">
              <a:latin typeface="Times New Roman" panose="02020603050405020304" pitchFamily="18" charset="0"/>
              <a:ea typeface="Times New Roman" panose="02020603050405020304" pitchFamily="18" charset="0"/>
            </a:endParaRPr>
          </a:p>
        </p:txBody>
      </p:sp>
      <p:sp>
        <p:nvSpPr>
          <p:cNvPr id="29703" name="object 15"/>
          <p:cNvSpPr/>
          <p:nvPr/>
        </p:nvSpPr>
        <p:spPr>
          <a:xfrm flipV="1">
            <a:off x="1703388" y="2844800"/>
            <a:ext cx="8340725" cy="79375"/>
          </a:xfrm>
          <a:custGeom>
            <a:avLst/>
            <a:gdLst/>
            <a:ahLst/>
            <a:cxnLst>
              <a:cxn ang="0">
                <a:pos x="2147483646" y="327"/>
              </a:cxn>
              <a:cxn ang="0">
                <a:pos x="2147483646" y="163"/>
              </a:cxn>
              <a:cxn ang="0">
                <a:pos x="0" y="170"/>
              </a:cxn>
              <a:cxn ang="0">
                <a:pos x="0" y="333"/>
              </a:cxn>
              <a:cxn ang="0">
                <a:pos x="2147483646" y="327"/>
              </a:cxn>
              <a:cxn ang="0">
                <a:pos x="2147483646" y="242"/>
              </a:cxn>
              <a:cxn ang="0">
                <a:pos x="2147483646" y="0"/>
              </a:cxn>
              <a:cxn ang="0">
                <a:pos x="2147483646" y="163"/>
              </a:cxn>
              <a:cxn ang="0">
                <a:pos x="2147483646" y="163"/>
              </a:cxn>
              <a:cxn ang="0">
                <a:pos x="2147483646" y="449"/>
              </a:cxn>
              <a:cxn ang="0">
                <a:pos x="2147483646" y="242"/>
              </a:cxn>
              <a:cxn ang="0">
                <a:pos x="2147483646" y="449"/>
              </a:cxn>
              <a:cxn ang="0">
                <a:pos x="2147483646" y="327"/>
              </a:cxn>
              <a:cxn ang="0">
                <a:pos x="2147483646" y="327"/>
              </a:cxn>
              <a:cxn ang="0">
                <a:pos x="2147483646" y="490"/>
              </a:cxn>
              <a:cxn ang="0">
                <a:pos x="2147483646" y="449"/>
              </a:cxn>
            </a:cxnLst>
            <a:rect l="0" t="0" r="0" b="0"/>
            <a:pathLst>
              <a:path w="1584325" h="114300">
                <a:moveTo>
                  <a:pt x="1488948" y="76199"/>
                </a:moveTo>
                <a:lnTo>
                  <a:pt x="1488948" y="38099"/>
                </a:lnTo>
                <a:lnTo>
                  <a:pt x="0" y="39624"/>
                </a:lnTo>
                <a:lnTo>
                  <a:pt x="0" y="77724"/>
                </a:lnTo>
                <a:lnTo>
                  <a:pt x="1488948" y="76199"/>
                </a:lnTo>
                <a:close/>
              </a:path>
              <a:path w="1584325" h="114300">
                <a:moveTo>
                  <a:pt x="1584198" y="56387"/>
                </a:moveTo>
                <a:lnTo>
                  <a:pt x="1469898" y="0"/>
                </a:lnTo>
                <a:lnTo>
                  <a:pt x="1469898" y="38119"/>
                </a:lnTo>
                <a:lnTo>
                  <a:pt x="1488948" y="38099"/>
                </a:lnTo>
                <a:lnTo>
                  <a:pt x="1488948" y="104647"/>
                </a:lnTo>
                <a:lnTo>
                  <a:pt x="1584198" y="56387"/>
                </a:lnTo>
                <a:close/>
              </a:path>
              <a:path w="1584325" h="114300">
                <a:moveTo>
                  <a:pt x="1488948" y="104647"/>
                </a:moveTo>
                <a:lnTo>
                  <a:pt x="1488948" y="76199"/>
                </a:lnTo>
                <a:lnTo>
                  <a:pt x="1469898" y="76219"/>
                </a:lnTo>
                <a:lnTo>
                  <a:pt x="1469898" y="114299"/>
                </a:lnTo>
                <a:lnTo>
                  <a:pt x="1488948" y="104647"/>
                </a:lnTo>
                <a:close/>
              </a:path>
            </a:pathLst>
          </a:custGeom>
          <a:solidFill>
            <a:srgbClr val="FF3300">
              <a:alpha val="100000"/>
            </a:srgbClr>
          </a:solidFill>
          <a:ln w="9525">
            <a:noFill/>
          </a:ln>
        </p:spPr>
        <p:txBody>
          <a:bodyPr/>
          <a:lstStyle/>
          <a:p>
            <a:endParaRPr lang="zh-CN" altLang="en-US"/>
          </a:p>
        </p:txBody>
      </p:sp>
      <p:sp>
        <p:nvSpPr>
          <p:cNvPr id="2" name="矩形 1"/>
          <p:cNvSpPr/>
          <p:nvPr/>
        </p:nvSpPr>
        <p:spPr>
          <a:xfrm>
            <a:off x="3924300" y="5940425"/>
            <a:ext cx="1584325" cy="368300"/>
          </a:xfrm>
          <a:prstGeom prst="rect">
            <a:avLst/>
          </a:prstGeom>
        </p:spPr>
        <p:txBody>
          <a:bodyPr>
            <a:spAutoFit/>
          </a:bodyPr>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de-DE" altLang="zh-CN" sz="1800" b="1" i="0" u="none" strike="noStrike" kern="1200" cap="none" spc="-20" normalizeH="0" baseline="0" noProof="0" dirty="0">
                <a:ln>
                  <a:noFill/>
                </a:ln>
                <a:solidFill>
                  <a:schemeClr val="tx1"/>
                </a:solidFill>
                <a:effectLst/>
                <a:uLnTx/>
                <a:uFillTx/>
                <a:latin typeface="Times New Roman" panose="02020603050405020304"/>
                <a:ea typeface="宋体" panose="02010600030101010101" pitchFamily="2" charset="-122"/>
                <a:cs typeface="Times New Roman" panose="02020603050405020304"/>
              </a:rPr>
              <a:t>DMA</a:t>
            </a:r>
            <a:r>
              <a:rPr kumimoji="0" lang="zh-CN" altLang="de-DE" sz="1800" b="1" i="0" u="none" strike="noStrike" kern="1200" cap="none" spc="-20" normalizeH="0" baseline="0" noProof="0" dirty="0">
                <a:ln>
                  <a:noFill/>
                </a:ln>
                <a:solidFill>
                  <a:schemeClr val="tx1"/>
                </a:solidFill>
                <a:effectLst/>
                <a:uLnTx/>
                <a:uFillTx/>
                <a:latin typeface="宋体" panose="02010600030101010101" pitchFamily="2" charset="-122"/>
                <a:ea typeface="宋体" panose="02010600030101010101" pitchFamily="2" charset="-122"/>
                <a:cs typeface="宋体" panose="02010600030101010101" pitchFamily="2" charset="-122"/>
              </a:rPr>
              <a:t>控制器</a:t>
            </a:r>
            <a:endParaRPr kumimoji="0" lang="de-DE" altLang="zh-CN" sz="1800" b="0" i="0" u="none" strike="noStrike" kern="120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宋体" panose="02010600030101010101" pitchFamily="2" charset="-122"/>
            </a:endParaRPr>
          </a:p>
        </p:txBody>
      </p:sp>
      <p:sp>
        <p:nvSpPr>
          <p:cNvPr id="29705" name="object 15"/>
          <p:cNvSpPr/>
          <p:nvPr/>
        </p:nvSpPr>
        <p:spPr>
          <a:xfrm flipV="1">
            <a:off x="1774825" y="3529013"/>
            <a:ext cx="8269288" cy="115887"/>
          </a:xfrm>
          <a:custGeom>
            <a:avLst/>
            <a:gdLst/>
            <a:ahLst/>
            <a:cxnLst>
              <a:cxn ang="0">
                <a:pos x="2147483646" y="94050"/>
              </a:cxn>
              <a:cxn ang="0">
                <a:pos x="2147483646" y="47024"/>
              </a:cxn>
              <a:cxn ang="0">
                <a:pos x="0" y="48908"/>
              </a:cxn>
              <a:cxn ang="0">
                <a:pos x="0" y="95931"/>
              </a:cxn>
              <a:cxn ang="0">
                <a:pos x="2147483646" y="94050"/>
              </a:cxn>
              <a:cxn ang="0">
                <a:pos x="2147483646" y="69596"/>
              </a:cxn>
              <a:cxn ang="0">
                <a:pos x="2147483646" y="0"/>
              </a:cxn>
              <a:cxn ang="0">
                <a:pos x="2147483646" y="47048"/>
              </a:cxn>
              <a:cxn ang="0">
                <a:pos x="2147483646" y="47024"/>
              </a:cxn>
              <a:cxn ang="0">
                <a:pos x="2147483646" y="129162"/>
              </a:cxn>
              <a:cxn ang="0">
                <a:pos x="2147483646" y="69596"/>
              </a:cxn>
              <a:cxn ang="0">
                <a:pos x="2147483646" y="129162"/>
              </a:cxn>
              <a:cxn ang="0">
                <a:pos x="2147483646" y="94050"/>
              </a:cxn>
              <a:cxn ang="0">
                <a:pos x="2147483646" y="94074"/>
              </a:cxn>
              <a:cxn ang="0">
                <a:pos x="2147483646" y="141073"/>
              </a:cxn>
              <a:cxn ang="0">
                <a:pos x="2147483646" y="129162"/>
              </a:cxn>
            </a:cxnLst>
            <a:rect l="0" t="0" r="0" b="0"/>
            <a:pathLst>
              <a:path w="1584325" h="114300">
                <a:moveTo>
                  <a:pt x="1488948" y="76199"/>
                </a:moveTo>
                <a:lnTo>
                  <a:pt x="1488948" y="38099"/>
                </a:lnTo>
                <a:lnTo>
                  <a:pt x="0" y="39624"/>
                </a:lnTo>
                <a:lnTo>
                  <a:pt x="0" y="77724"/>
                </a:lnTo>
                <a:lnTo>
                  <a:pt x="1488948" y="76199"/>
                </a:lnTo>
                <a:close/>
              </a:path>
              <a:path w="1584325" h="114300">
                <a:moveTo>
                  <a:pt x="1584198" y="56387"/>
                </a:moveTo>
                <a:lnTo>
                  <a:pt x="1469898" y="0"/>
                </a:lnTo>
                <a:lnTo>
                  <a:pt x="1469898" y="38119"/>
                </a:lnTo>
                <a:lnTo>
                  <a:pt x="1488948" y="38099"/>
                </a:lnTo>
                <a:lnTo>
                  <a:pt x="1488948" y="104647"/>
                </a:lnTo>
                <a:lnTo>
                  <a:pt x="1584198" y="56387"/>
                </a:lnTo>
                <a:close/>
              </a:path>
              <a:path w="1584325" h="114300">
                <a:moveTo>
                  <a:pt x="1488948" y="104647"/>
                </a:moveTo>
                <a:lnTo>
                  <a:pt x="1488948" y="76199"/>
                </a:lnTo>
                <a:lnTo>
                  <a:pt x="1469898" y="76219"/>
                </a:lnTo>
                <a:lnTo>
                  <a:pt x="1469898" y="114299"/>
                </a:lnTo>
                <a:lnTo>
                  <a:pt x="1488948" y="104647"/>
                </a:lnTo>
                <a:close/>
              </a:path>
            </a:pathLst>
          </a:custGeom>
          <a:solidFill>
            <a:srgbClr val="FF3300">
              <a:alpha val="100000"/>
            </a:srgbClr>
          </a:solidFill>
          <a:ln w="9525">
            <a:noFill/>
          </a:ln>
        </p:spPr>
        <p:txBody>
          <a:bodyPr/>
          <a:lstStyle/>
          <a:p>
            <a:endParaRPr lang="zh-CN" altLang="en-US"/>
          </a:p>
        </p:txBody>
      </p:sp>
      <p:sp>
        <p:nvSpPr>
          <p:cNvPr id="29706" name="object 14"/>
          <p:cNvSpPr txBox="1"/>
          <p:nvPr/>
        </p:nvSpPr>
        <p:spPr>
          <a:xfrm>
            <a:off x="1331913" y="4573588"/>
            <a:ext cx="2216150" cy="1539875"/>
          </a:xfrm>
          <a:prstGeom prst="rect">
            <a:avLst/>
          </a:prstGeom>
          <a:solidFill>
            <a:srgbClr val="FF9900"/>
          </a:solidFill>
          <a:ln w="19050" cap="flat" cmpd="sng">
            <a:solidFill>
              <a:srgbClr val="000000"/>
            </a:solidFill>
            <a:prstDash val="solid"/>
            <a:miter/>
            <a:headEnd type="none" w="med" len="med"/>
            <a:tailEnd type="none" w="med" len="med"/>
          </a:ln>
        </p:spPr>
        <p:txBody>
          <a:bodyPr lIns="0" tIns="0" rIns="0" bIns="0">
            <a:spAutoFit/>
          </a:bodyPr>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0" lvl="0" indent="0">
              <a:spcBef>
                <a:spcPct val="0"/>
              </a:spcBef>
              <a:buClrTx/>
              <a:buFontTx/>
              <a:buNone/>
            </a:pPr>
            <a:endParaRPr lang="en-US" altLang="zh-CN" sz="2000" b="0">
              <a:cs typeface="Times New Roman" panose="02020603050405020304" pitchFamily="18" charset="0"/>
            </a:endParaRPr>
          </a:p>
          <a:p>
            <a:pPr marL="0" lvl="0" indent="0">
              <a:spcBef>
                <a:spcPct val="0"/>
              </a:spcBef>
              <a:buClrTx/>
              <a:buFontTx/>
              <a:buNone/>
            </a:pPr>
            <a:endParaRPr lang="en-US" altLang="zh-CN" sz="2000" b="0">
              <a:cs typeface="Times New Roman" panose="02020603050405020304" pitchFamily="18" charset="0"/>
            </a:endParaRPr>
          </a:p>
          <a:p>
            <a:pPr marL="0" lvl="0" indent="0">
              <a:spcBef>
                <a:spcPct val="0"/>
              </a:spcBef>
              <a:buClrTx/>
              <a:buFontTx/>
              <a:buNone/>
            </a:pPr>
            <a:endParaRPr lang="en-US" altLang="zh-CN" sz="2000" b="0">
              <a:cs typeface="Times New Roman" panose="02020603050405020304" pitchFamily="18" charset="0"/>
            </a:endParaRPr>
          </a:p>
          <a:p>
            <a:pPr marL="0" lvl="0" indent="0">
              <a:spcBef>
                <a:spcPct val="0"/>
              </a:spcBef>
              <a:buClrTx/>
              <a:buFontTx/>
              <a:buNone/>
            </a:pPr>
            <a:endParaRPr lang="en-US" altLang="zh-CN" sz="2000" b="0">
              <a:cs typeface="Times New Roman" panose="02020603050405020304" pitchFamily="18" charset="0"/>
            </a:endParaRPr>
          </a:p>
          <a:p>
            <a:pPr marL="0" lvl="0" indent="0">
              <a:spcBef>
                <a:spcPct val="0"/>
              </a:spcBef>
              <a:buClrTx/>
              <a:buFontTx/>
              <a:buNone/>
            </a:pPr>
            <a:endParaRPr lang="en-US" altLang="zh-CN" sz="2000" b="0">
              <a:ea typeface="Times New Roman" panose="02020603050405020304" pitchFamily="18" charset="0"/>
            </a:endParaRPr>
          </a:p>
        </p:txBody>
      </p:sp>
      <p:sp>
        <p:nvSpPr>
          <p:cNvPr id="24" name="矩形 23"/>
          <p:cNvSpPr/>
          <p:nvPr/>
        </p:nvSpPr>
        <p:spPr>
          <a:xfrm>
            <a:off x="1533525" y="6156325"/>
            <a:ext cx="1584325" cy="368300"/>
          </a:xfrm>
          <a:prstGeom prst="rect">
            <a:avLst/>
          </a:prstGeom>
        </p:spPr>
        <p:txBody>
          <a:bodyPr>
            <a:spAutoFit/>
          </a:bodyPr>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zh-CN" altLang="en-US" sz="1800" b="1" i="0" u="none" strike="noStrike" kern="1200" cap="none" spc="-20" normalizeH="0" baseline="0" noProof="0" dirty="0">
                <a:ln>
                  <a:noFill/>
                </a:ln>
                <a:solidFill>
                  <a:schemeClr val="tx1"/>
                </a:solidFill>
                <a:effectLst/>
                <a:uLnTx/>
                <a:uFillTx/>
                <a:latin typeface="Times New Roman" panose="02020603050405020304"/>
                <a:ea typeface="宋体" panose="02010600030101010101" pitchFamily="2" charset="-122"/>
                <a:cs typeface="Times New Roman" panose="02020603050405020304"/>
              </a:rPr>
              <a:t>内存</a:t>
            </a:r>
            <a:endParaRPr kumimoji="0" lang="de-DE" altLang="zh-CN" sz="1800" b="0" i="0" u="none" strike="noStrike" kern="120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宋体" panose="02010600030101010101" pitchFamily="2" charset="-122"/>
            </a:endParaRPr>
          </a:p>
        </p:txBody>
      </p:sp>
      <p:cxnSp>
        <p:nvCxnSpPr>
          <p:cNvPr id="4" name="直线连接符 3"/>
          <p:cNvCxnSpPr/>
          <p:nvPr/>
        </p:nvCxnSpPr>
        <p:spPr bwMode="auto">
          <a:xfrm>
            <a:off x="2268538" y="3592513"/>
            <a:ext cx="0" cy="981075"/>
          </a:xfrm>
          <a:prstGeom prst="line">
            <a:avLst/>
          </a:prstGeom>
          <a:ln>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8" name="直线连接符 7"/>
          <p:cNvCxnSpPr/>
          <p:nvPr/>
        </p:nvCxnSpPr>
        <p:spPr bwMode="auto">
          <a:xfrm>
            <a:off x="2916238" y="2838450"/>
            <a:ext cx="0" cy="1735138"/>
          </a:xfrm>
          <a:prstGeom prst="line">
            <a:avLst/>
          </a:prstGeom>
          <a:ln>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29710" name="object 14"/>
          <p:cNvSpPr txBox="1"/>
          <p:nvPr/>
        </p:nvSpPr>
        <p:spPr>
          <a:xfrm>
            <a:off x="6388100" y="4587875"/>
            <a:ext cx="2216150" cy="1539875"/>
          </a:xfrm>
          <a:prstGeom prst="rect">
            <a:avLst/>
          </a:prstGeom>
          <a:solidFill>
            <a:srgbClr val="FF9900"/>
          </a:solidFill>
          <a:ln w="19050" cap="flat" cmpd="sng">
            <a:solidFill>
              <a:srgbClr val="000000"/>
            </a:solidFill>
            <a:prstDash val="solid"/>
            <a:miter/>
            <a:headEnd type="none" w="med" len="med"/>
            <a:tailEnd type="none" w="med" len="med"/>
          </a:ln>
        </p:spPr>
        <p:txBody>
          <a:bodyPr lIns="0" tIns="0" rIns="0" bIns="0">
            <a:spAutoFit/>
          </a:bodyPr>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0" lvl="0" indent="0">
              <a:spcBef>
                <a:spcPct val="0"/>
              </a:spcBef>
              <a:buClrTx/>
              <a:buFontTx/>
              <a:buNone/>
            </a:pPr>
            <a:endParaRPr lang="en-US" altLang="zh-CN" sz="2000" b="0">
              <a:cs typeface="Times New Roman" panose="02020603050405020304" pitchFamily="18" charset="0"/>
            </a:endParaRPr>
          </a:p>
          <a:p>
            <a:pPr marL="0" lvl="0" indent="0">
              <a:spcBef>
                <a:spcPct val="0"/>
              </a:spcBef>
              <a:buClrTx/>
              <a:buFontTx/>
              <a:buNone/>
            </a:pPr>
            <a:endParaRPr lang="en-US" altLang="zh-CN" sz="2000" b="0">
              <a:cs typeface="Times New Roman" panose="02020603050405020304" pitchFamily="18" charset="0"/>
            </a:endParaRPr>
          </a:p>
          <a:p>
            <a:pPr marL="0" lvl="0" indent="0">
              <a:spcBef>
                <a:spcPct val="0"/>
              </a:spcBef>
              <a:buClrTx/>
              <a:buFontTx/>
              <a:buNone/>
            </a:pPr>
            <a:endParaRPr lang="en-US" altLang="zh-CN" sz="2000" b="0">
              <a:cs typeface="Times New Roman" panose="02020603050405020304" pitchFamily="18" charset="0"/>
            </a:endParaRPr>
          </a:p>
          <a:p>
            <a:pPr marL="0" lvl="0" indent="0">
              <a:spcBef>
                <a:spcPct val="0"/>
              </a:spcBef>
              <a:buClrTx/>
              <a:buFontTx/>
              <a:buNone/>
            </a:pPr>
            <a:endParaRPr lang="en-US" altLang="zh-CN" sz="2000" b="0">
              <a:cs typeface="Times New Roman" panose="02020603050405020304" pitchFamily="18" charset="0"/>
            </a:endParaRPr>
          </a:p>
          <a:p>
            <a:pPr marL="0" lvl="0" indent="0">
              <a:spcBef>
                <a:spcPct val="0"/>
              </a:spcBef>
              <a:buClrTx/>
              <a:buFontTx/>
              <a:buNone/>
            </a:pPr>
            <a:endParaRPr lang="en-US" altLang="zh-CN" sz="2000" b="0">
              <a:ea typeface="Times New Roman" panose="02020603050405020304" pitchFamily="18" charset="0"/>
            </a:endParaRPr>
          </a:p>
        </p:txBody>
      </p:sp>
      <p:sp>
        <p:nvSpPr>
          <p:cNvPr id="32" name="矩形 31"/>
          <p:cNvSpPr/>
          <p:nvPr/>
        </p:nvSpPr>
        <p:spPr>
          <a:xfrm>
            <a:off x="6589713" y="6170613"/>
            <a:ext cx="1584325" cy="369888"/>
          </a:xfrm>
          <a:prstGeom prst="rect">
            <a:avLst/>
          </a:prstGeom>
        </p:spPr>
        <p:txBody>
          <a:bodyPr>
            <a:spAutoFit/>
          </a:bodyPr>
          <a:lstStyle/>
          <a:p>
            <a:pPr algn="ctr">
              <a:buNone/>
            </a:pPr>
            <a:r>
              <a:rPr lang="zh-CN" altLang="en-US" sz="1800" b="1">
                <a:latin typeface="Times New Roman" panose="02020603050405020304" pitchFamily="18" charset="0"/>
                <a:ea typeface="宋体" panose="02010600030101010101" pitchFamily="2" charset="-122"/>
              </a:rPr>
              <a:t>磁盘</a:t>
            </a:r>
            <a:endParaRPr lang="de-DE" altLang="zh-CN" sz="1800">
              <a:latin typeface="宋体" panose="02010600030101010101" pitchFamily="2" charset="-122"/>
              <a:ea typeface="宋体" panose="02010600030101010101" pitchFamily="2" charset="-122"/>
            </a:endParaRPr>
          </a:p>
        </p:txBody>
      </p:sp>
      <p:cxnSp>
        <p:nvCxnSpPr>
          <p:cNvPr id="33" name="直线连接符 32"/>
          <p:cNvCxnSpPr/>
          <p:nvPr/>
        </p:nvCxnSpPr>
        <p:spPr bwMode="auto">
          <a:xfrm>
            <a:off x="7323138" y="3606800"/>
            <a:ext cx="0" cy="981075"/>
          </a:xfrm>
          <a:prstGeom prst="line">
            <a:avLst/>
          </a:prstGeom>
          <a:ln>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4" name="直线连接符 33"/>
          <p:cNvCxnSpPr/>
          <p:nvPr/>
        </p:nvCxnSpPr>
        <p:spPr bwMode="auto">
          <a:xfrm>
            <a:off x="7972425" y="2852738"/>
            <a:ext cx="0" cy="1735138"/>
          </a:xfrm>
          <a:prstGeom prst="line">
            <a:avLst/>
          </a:prstGeom>
          <a:ln>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5" name="直线连接符 34"/>
          <p:cNvCxnSpPr/>
          <p:nvPr/>
        </p:nvCxnSpPr>
        <p:spPr bwMode="auto">
          <a:xfrm>
            <a:off x="4356100" y="3606800"/>
            <a:ext cx="0" cy="981075"/>
          </a:xfrm>
          <a:prstGeom prst="line">
            <a:avLst/>
          </a:prstGeom>
          <a:ln>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6" name="直线连接符 35"/>
          <p:cNvCxnSpPr/>
          <p:nvPr/>
        </p:nvCxnSpPr>
        <p:spPr bwMode="auto">
          <a:xfrm>
            <a:off x="5003800" y="2852738"/>
            <a:ext cx="0" cy="1735138"/>
          </a:xfrm>
          <a:prstGeom prst="line">
            <a:avLst/>
          </a:prstGeom>
          <a:ln>
            <a:headEnd type="none" w="med" len="med"/>
            <a:tailEnd type="none" w="med" len="med"/>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1" name="灯片编号占位符 3"/>
          <p:cNvSpPr txBox="1">
            <a:spLocks noGrp="1"/>
          </p:cNvSpPr>
          <p:nvPr>
            <p:ph type="sldNum" sz="quarter" idx="12"/>
          </p:nvPr>
        </p:nvSpPr>
        <p:spPr>
          <a:xfrm>
            <a:off x="431800" y="6229350"/>
            <a:ext cx="2311400" cy="457200"/>
          </a:xfrm>
        </p:spPr>
        <p:txBody>
          <a:bodyPr anchor="b" anchorCtr="0"/>
          <a:lstStyle/>
          <a:p>
            <a:pPr marL="0" indent="0">
              <a:spcBef>
                <a:spcPct val="50000"/>
              </a:spcBef>
              <a:buClrTx/>
              <a:buFontTx/>
              <a:buNone/>
            </a:pPr>
            <a:r>
              <a:rPr lang="zh-CN" altLang="en-US" sz="1200" b="0">
                <a:solidFill>
                  <a:srgbClr val="3366CC"/>
                </a:solidFill>
                <a:ea typeface="宋体" panose="02010600030101010101" pitchFamily="2" charset="-122"/>
              </a:rPr>
              <a:t>第</a:t>
            </a:r>
            <a:fld id="{9A0DB2DC-4C9A-4742-B13C-FB6460FD3503}" type="slidenum">
              <a:rPr lang="zh-TW" altLang="en-US" sz="1200" b="0">
                <a:solidFill>
                  <a:srgbClr val="3366CC"/>
                </a:solidFill>
                <a:ea typeface="PMingLiU" pitchFamily="18" charset="-120"/>
              </a:rPr>
              <a:t>14</a:t>
            </a:fld>
            <a:r>
              <a:rPr lang="zh-CN" altLang="en-US" sz="1200" b="0">
                <a:solidFill>
                  <a:srgbClr val="3366CC"/>
                </a:solidFill>
                <a:ea typeface="宋体" panose="02010600030101010101" pitchFamily="2" charset="-122"/>
              </a:rPr>
              <a:t>页</a:t>
            </a:r>
            <a:endParaRPr lang="zh-TW" altLang="en-US" sz="1200" b="0">
              <a:solidFill>
                <a:srgbClr val="3366CC"/>
              </a:solidFill>
              <a:ea typeface="宋体" panose="02010600030101010101" pitchFamily="2" charset="-122"/>
            </a:endParaRPr>
          </a:p>
        </p:txBody>
      </p:sp>
      <p:sp>
        <p:nvSpPr>
          <p:cNvPr id="30722" name="Rectangle 2"/>
          <p:cNvSpPr>
            <a:spLocks noGrp="1"/>
          </p:cNvSpPr>
          <p:nvPr>
            <p:ph type="title"/>
          </p:nvPr>
        </p:nvSpPr>
        <p:spPr/>
        <p:txBody>
          <a:bodyPr vert="horz" wrap="square" lIns="91440" tIns="45720" rIns="91440" bIns="45720" anchor="b" anchorCtr="0"/>
          <a:lstStyle/>
          <a:p>
            <a:pPr eaLnBrk="1" hangingPunct="1"/>
            <a:r>
              <a:rPr lang="en-US" altLang="zh-CN"/>
              <a:t>7.2.3 </a:t>
            </a:r>
            <a:r>
              <a:rPr lang="zh-CN" altLang="zh-CN"/>
              <a:t>DMA</a:t>
            </a:r>
            <a:endParaRPr lang="zh-CN" altLang="en-US"/>
          </a:p>
        </p:txBody>
      </p:sp>
      <p:sp>
        <p:nvSpPr>
          <p:cNvPr id="35844" name="矩形 1"/>
          <p:cNvSpPr>
            <a:spLocks noChangeArrowheads="1"/>
          </p:cNvSpPr>
          <p:nvPr/>
        </p:nvSpPr>
        <p:spPr bwMode="auto">
          <a:xfrm>
            <a:off x="3935413" y="549275"/>
            <a:ext cx="4957763" cy="6248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0" lvl="0" indent="0">
              <a:lnSpc>
                <a:spcPct val="120000"/>
              </a:lnSpc>
              <a:buClrTx/>
              <a:buFontTx/>
              <a:buNone/>
            </a:pPr>
            <a:r>
              <a:rPr lang="en-US" altLang="zh-CN" sz="2000" b="0">
                <a:latin typeface="time"/>
              </a:rPr>
              <a:t>1</a:t>
            </a:r>
            <a:r>
              <a:rPr lang="zh-CN" altLang="en-US" sz="2000" b="0">
                <a:latin typeface="time"/>
              </a:rPr>
              <a:t> </a:t>
            </a:r>
            <a:r>
              <a:rPr lang="en-US" altLang="zh-CN" sz="2000" b="0">
                <a:latin typeface="time"/>
              </a:rPr>
              <a:t>CPU</a:t>
            </a:r>
            <a:r>
              <a:rPr lang="zh-CN" altLang="en-US" sz="2000" b="0">
                <a:latin typeface="time"/>
              </a:rPr>
              <a:t>告诉</a:t>
            </a:r>
            <a:r>
              <a:rPr lang="en-US" altLang="zh-CN" sz="2000" b="0">
                <a:latin typeface="time"/>
              </a:rPr>
              <a:t>DMA</a:t>
            </a:r>
            <a:r>
              <a:rPr lang="zh-CN" altLang="en-US" sz="2000" b="0">
                <a:latin typeface="time"/>
              </a:rPr>
              <a:t>操作类型，数据量，存放内存位置，在磁盘的地址等。</a:t>
            </a:r>
            <a:endParaRPr lang="en-US" altLang="zh-CN" sz="2000" b="0">
              <a:latin typeface="time"/>
            </a:endParaRPr>
          </a:p>
          <a:p>
            <a:pPr marL="0" lvl="0" indent="0">
              <a:lnSpc>
                <a:spcPct val="120000"/>
              </a:lnSpc>
              <a:buClrTx/>
              <a:buFontTx/>
              <a:buNone/>
            </a:pPr>
            <a:r>
              <a:rPr lang="en-US" altLang="zh-CN" sz="2000" b="0">
                <a:latin typeface="time"/>
              </a:rPr>
              <a:t>2</a:t>
            </a:r>
            <a:r>
              <a:rPr lang="zh-CN" altLang="en-US" sz="2000" b="0">
                <a:latin typeface="time"/>
              </a:rPr>
              <a:t> </a:t>
            </a:r>
            <a:r>
              <a:rPr lang="en-US" altLang="zh-CN" sz="2000" b="0">
                <a:latin typeface="time"/>
              </a:rPr>
              <a:t>DMA</a:t>
            </a:r>
            <a:r>
              <a:rPr lang="zh-CN" altLang="en-US" sz="2000" b="0">
                <a:latin typeface="time"/>
              </a:rPr>
              <a:t>读取磁盘数据到数据寄存器。</a:t>
            </a:r>
            <a:endParaRPr lang="en-US" altLang="zh-CN" sz="2000" b="0">
              <a:latin typeface="time"/>
            </a:endParaRPr>
          </a:p>
          <a:p>
            <a:pPr marL="0" lvl="0" indent="0">
              <a:lnSpc>
                <a:spcPct val="120000"/>
              </a:lnSpc>
              <a:buClrTx/>
              <a:buFontTx/>
              <a:buNone/>
            </a:pPr>
            <a:r>
              <a:rPr lang="en-US" altLang="zh-CN" sz="2000" b="0">
                <a:latin typeface="time"/>
              </a:rPr>
              <a:t>3</a:t>
            </a:r>
            <a:r>
              <a:rPr lang="zh-CN" altLang="en-US" sz="2000" b="0">
                <a:latin typeface="time"/>
              </a:rPr>
              <a:t> </a:t>
            </a:r>
            <a:r>
              <a:rPr lang="en-US" altLang="zh-CN" sz="2000" b="0">
                <a:latin typeface="time"/>
              </a:rPr>
              <a:t>DMA</a:t>
            </a:r>
            <a:r>
              <a:rPr lang="zh-CN" altLang="en-US" sz="2000" b="0">
                <a:latin typeface="time"/>
              </a:rPr>
              <a:t>根据地址寄存器的值得内存地址。</a:t>
            </a:r>
            <a:endParaRPr lang="en-US" altLang="zh-CN" sz="2000" b="0">
              <a:latin typeface="time"/>
            </a:endParaRPr>
          </a:p>
          <a:p>
            <a:pPr marL="0" lvl="0" indent="0">
              <a:lnSpc>
                <a:spcPct val="120000"/>
              </a:lnSpc>
              <a:buClrTx/>
              <a:buFontTx/>
              <a:buNone/>
            </a:pPr>
            <a:r>
              <a:rPr lang="en-US" altLang="zh-CN" sz="2000" b="0">
                <a:latin typeface="time"/>
              </a:rPr>
              <a:t>4DMA</a:t>
            </a:r>
            <a:r>
              <a:rPr lang="zh-CN" altLang="en-US" sz="2000" b="0">
                <a:latin typeface="time"/>
              </a:rPr>
              <a:t>传输数据计数寄存器的值的数量的一批数据。</a:t>
            </a:r>
            <a:endParaRPr lang="en-US" altLang="zh-CN" sz="2000" b="0">
              <a:latin typeface="time"/>
            </a:endParaRPr>
          </a:p>
          <a:p>
            <a:pPr marL="0" lvl="0" indent="0">
              <a:lnSpc>
                <a:spcPct val="120000"/>
              </a:lnSpc>
              <a:buClrTx/>
              <a:buFontTx/>
              <a:buNone/>
            </a:pPr>
            <a:r>
              <a:rPr lang="en-US" altLang="zh-CN" sz="2000" b="0">
                <a:latin typeface="time"/>
              </a:rPr>
              <a:t>5DMA</a:t>
            </a:r>
            <a:r>
              <a:rPr lang="zh-CN" altLang="en-US" sz="2000" b="0">
                <a:latin typeface="time"/>
              </a:rPr>
              <a:t>产生中断信号。</a:t>
            </a:r>
            <a:br>
              <a:rPr lang="en-US" altLang="zh-CN" sz="2000" b="0">
                <a:latin typeface="time"/>
              </a:rPr>
            </a:br>
            <a:r>
              <a:rPr lang="en-US" altLang="zh-CN" sz="2000" b="0">
                <a:latin typeface="time"/>
              </a:rPr>
              <a:t>6CPU</a:t>
            </a:r>
            <a:r>
              <a:rPr lang="zh-CN" altLang="en-US" sz="2000" b="0">
                <a:latin typeface="time"/>
              </a:rPr>
              <a:t>执行中断处理程序。</a:t>
            </a:r>
            <a:endParaRPr lang="en-US" altLang="zh-CN" sz="2000" b="0">
              <a:latin typeface="time"/>
            </a:endParaRPr>
          </a:p>
          <a:p>
            <a:pPr marL="0" lvl="0" indent="0">
              <a:lnSpc>
                <a:spcPct val="120000"/>
              </a:lnSpc>
              <a:buClrTx/>
              <a:buFontTx/>
              <a:buNone/>
            </a:pPr>
            <a:r>
              <a:rPr lang="en-US" altLang="zh-CN" sz="2000" b="0">
                <a:latin typeface="time"/>
              </a:rPr>
              <a:t>7</a:t>
            </a:r>
            <a:r>
              <a:rPr lang="zh-CN" altLang="en-US" sz="2000" b="0">
                <a:latin typeface="time"/>
              </a:rPr>
              <a:t>如果传输完成则结束，否则重复执行。</a:t>
            </a:r>
            <a:endParaRPr lang="en-US" altLang="zh-CN" sz="2000" b="0">
              <a:latin typeface="time"/>
            </a:endParaRPr>
          </a:p>
          <a:p>
            <a:pPr marL="0" lvl="0" indent="0">
              <a:lnSpc>
                <a:spcPct val="120000"/>
              </a:lnSpc>
              <a:buClrTx/>
              <a:buNone/>
            </a:pPr>
            <a:r>
              <a:rPr lang="zh-CN" altLang="en-US" sz="2000" b="0">
                <a:latin typeface="time"/>
              </a:rPr>
              <a:t>优点：</a:t>
            </a:r>
            <a:r>
              <a:rPr lang="en-US" altLang="zh-CN" sz="2000" b="0">
                <a:latin typeface="time"/>
              </a:rPr>
              <a:t>1</a:t>
            </a:r>
            <a:r>
              <a:rPr lang="zh-CN" altLang="en-US" sz="2000" b="0">
                <a:latin typeface="time"/>
              </a:rPr>
              <a:t> 数据传输由</a:t>
            </a:r>
            <a:r>
              <a:rPr lang="en-US" altLang="zh-CN" sz="2000" b="0">
                <a:latin typeface="time"/>
              </a:rPr>
              <a:t>DMA</a:t>
            </a:r>
            <a:r>
              <a:rPr lang="zh-CN" altLang="en-US" sz="2000" b="0">
                <a:latin typeface="time"/>
              </a:rPr>
              <a:t>控制器完成。</a:t>
            </a:r>
            <a:endParaRPr lang="en-US" altLang="zh-CN" sz="2000" b="0">
              <a:latin typeface="time"/>
            </a:endParaRPr>
          </a:p>
          <a:p>
            <a:pPr marL="0" lvl="0" indent="0">
              <a:lnSpc>
                <a:spcPct val="120000"/>
              </a:lnSpc>
              <a:buClrTx/>
              <a:buNone/>
            </a:pPr>
            <a:r>
              <a:rPr lang="en-US" altLang="zh-CN" sz="2000" b="0">
                <a:latin typeface="time"/>
              </a:rPr>
              <a:t>2</a:t>
            </a:r>
            <a:r>
              <a:rPr lang="zh-CN" altLang="en-US" sz="2000" b="0">
                <a:latin typeface="time"/>
              </a:rPr>
              <a:t> 适合高速设备。</a:t>
            </a:r>
            <a:endParaRPr lang="en-US" altLang="zh-CN" sz="2000" b="0">
              <a:latin typeface="time"/>
            </a:endParaRPr>
          </a:p>
          <a:p>
            <a:pPr marL="0" lvl="0" indent="0">
              <a:lnSpc>
                <a:spcPct val="120000"/>
              </a:lnSpc>
              <a:buClrTx/>
              <a:buNone/>
            </a:pPr>
            <a:r>
              <a:rPr lang="en-US" altLang="zh-CN" sz="2000" b="0">
                <a:latin typeface="time"/>
              </a:rPr>
              <a:t>3</a:t>
            </a:r>
            <a:r>
              <a:rPr lang="zh-CN" altLang="en-US" sz="2000" b="0">
                <a:latin typeface="time"/>
              </a:rPr>
              <a:t> </a:t>
            </a:r>
            <a:r>
              <a:rPr lang="en-US" altLang="zh-CN" sz="2000" b="0">
                <a:latin typeface="time"/>
              </a:rPr>
              <a:t>CPU</a:t>
            </a:r>
            <a:r>
              <a:rPr lang="zh-CN" altLang="en-US" sz="2000" b="0">
                <a:latin typeface="time"/>
              </a:rPr>
              <a:t>与</a:t>
            </a:r>
            <a:r>
              <a:rPr lang="en-US" altLang="zh-CN" sz="2000" b="0">
                <a:latin typeface="time"/>
              </a:rPr>
              <a:t>I/O</a:t>
            </a:r>
            <a:r>
              <a:rPr lang="zh-CN" altLang="en-US" sz="2000" b="0">
                <a:latin typeface="time"/>
              </a:rPr>
              <a:t>操作并行度提高。</a:t>
            </a:r>
            <a:endParaRPr lang="en-US" altLang="zh-CN" sz="2000" b="0">
              <a:latin typeface="time"/>
            </a:endParaRPr>
          </a:p>
          <a:p>
            <a:pPr marL="0" lvl="0" indent="0">
              <a:lnSpc>
                <a:spcPct val="120000"/>
              </a:lnSpc>
              <a:buClrTx/>
              <a:buNone/>
            </a:pPr>
            <a:r>
              <a:rPr lang="zh-CN" altLang="en-US" sz="2000" b="0">
                <a:latin typeface="time"/>
              </a:rPr>
              <a:t>缺点：</a:t>
            </a:r>
            <a:r>
              <a:rPr lang="zh-CN" altLang="zh-CN" sz="2000" b="0">
                <a:latin typeface="time"/>
              </a:rPr>
              <a:t>设备增加时，多个</a:t>
            </a:r>
            <a:r>
              <a:rPr lang="en-US" altLang="zh-CN" sz="2000" b="0">
                <a:latin typeface="time"/>
              </a:rPr>
              <a:t>DMA</a:t>
            </a:r>
            <a:r>
              <a:rPr lang="zh-CN" altLang="zh-CN" sz="2000" b="0">
                <a:latin typeface="time"/>
              </a:rPr>
              <a:t>控制器的使用不经济 </a:t>
            </a:r>
            <a:r>
              <a:rPr lang="zh-CN" altLang="en-US" sz="2000" b="0">
                <a:latin typeface="time"/>
              </a:rPr>
              <a:t>。</a:t>
            </a:r>
            <a:endParaRPr lang="en-US" altLang="zh-CN" sz="2000" b="0">
              <a:latin typeface="time"/>
            </a:endParaRPr>
          </a:p>
          <a:p>
            <a:pPr marL="0" lvl="0" indent="0">
              <a:lnSpc>
                <a:spcPct val="120000"/>
              </a:lnSpc>
              <a:buClrTx/>
              <a:buFontTx/>
              <a:buNone/>
            </a:pPr>
            <a:endParaRPr lang="zh-CN" altLang="en-US" sz="2000" b="0">
              <a:latin typeface="黑体" panose="02010609060101010101" pitchFamily="49" charset="-122"/>
            </a:endParaRPr>
          </a:p>
        </p:txBody>
      </p:sp>
      <p:graphicFrame>
        <p:nvGraphicFramePr>
          <p:cNvPr id="30724" name="Object 3"/>
          <p:cNvGraphicFramePr>
            <a:graphicFrameLocks noChangeAspect="1"/>
          </p:cNvGraphicFramePr>
          <p:nvPr/>
        </p:nvGraphicFramePr>
        <p:xfrm>
          <a:off x="69850" y="1557338"/>
          <a:ext cx="3781425" cy="4522787"/>
        </p:xfrm>
        <a:graphic>
          <a:graphicData uri="http://schemas.openxmlformats.org/presentationml/2006/ole">
            <mc:AlternateContent xmlns:mc="http://schemas.openxmlformats.org/markup-compatibility/2006">
              <mc:Choice xmlns:v="urn:schemas-microsoft-com:vml" Requires="v">
                <p:oleObj spid="_x0000_s5133" r:id="rId3" imgW="1885315" imgH="2313940" progId="Visio.Drawing.11">
                  <p:embed/>
                </p:oleObj>
              </mc:Choice>
              <mc:Fallback>
                <p:oleObj r:id="rId3" imgW="1885315" imgH="2313940" progId="Visio.Drawing.11">
                  <p:embed/>
                  <p:pic>
                    <p:nvPicPr>
                      <p:cNvPr id="0" name="图片 3075"/>
                      <p:cNvPicPr/>
                      <p:nvPr/>
                    </p:nvPicPr>
                    <p:blipFill>
                      <a:blip r:embed="rId4"/>
                      <a:stretch>
                        <a:fillRect/>
                      </a:stretch>
                    </p:blipFill>
                    <p:spPr>
                      <a:xfrm>
                        <a:off x="69850" y="1557338"/>
                        <a:ext cx="3781425" cy="4522787"/>
                      </a:xfrm>
                      <a:prstGeom prst="rect">
                        <a:avLst/>
                      </a:prstGeom>
                      <a:noFill/>
                      <a:ln w="38100">
                        <a:noFill/>
                        <a:miter/>
                      </a:ln>
                    </p:spPr>
                  </p:pic>
                </p:oleObj>
              </mc:Fallback>
            </mc:AlternateContent>
          </a:graphicData>
        </a:graphic>
      </p:graphicFrame>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5" name="灯片编号占位符 3"/>
          <p:cNvSpPr txBox="1">
            <a:spLocks noGrp="1"/>
          </p:cNvSpPr>
          <p:nvPr>
            <p:ph type="sldNum" sz="quarter" idx="12"/>
          </p:nvPr>
        </p:nvSpPr>
        <p:spPr>
          <a:xfrm>
            <a:off x="431800" y="6229350"/>
            <a:ext cx="2311400" cy="457200"/>
          </a:xfrm>
        </p:spPr>
        <p:txBody>
          <a:bodyPr anchor="b" anchorCtr="0"/>
          <a:lstStyle/>
          <a:p>
            <a:pPr marL="0" indent="0">
              <a:spcBef>
                <a:spcPct val="50000"/>
              </a:spcBef>
              <a:buClrTx/>
              <a:buFontTx/>
              <a:buNone/>
            </a:pPr>
            <a:r>
              <a:rPr lang="zh-CN" altLang="en-US" sz="1200" b="0">
                <a:solidFill>
                  <a:srgbClr val="3366CC"/>
                </a:solidFill>
                <a:ea typeface="宋体" panose="02010600030101010101" pitchFamily="2" charset="-122"/>
              </a:rPr>
              <a:t>第</a:t>
            </a:r>
            <a:fld id="{9A0DB2DC-4C9A-4742-B13C-FB6460FD3503}" type="slidenum">
              <a:rPr lang="zh-TW" altLang="en-US" sz="1200" b="0">
                <a:solidFill>
                  <a:srgbClr val="3366CC"/>
                </a:solidFill>
                <a:ea typeface="PMingLiU" pitchFamily="18" charset="-120"/>
              </a:rPr>
              <a:t>15</a:t>
            </a:fld>
            <a:r>
              <a:rPr lang="zh-CN" altLang="en-US" sz="1200" b="0">
                <a:solidFill>
                  <a:srgbClr val="3366CC"/>
                </a:solidFill>
                <a:ea typeface="宋体" panose="02010600030101010101" pitchFamily="2" charset="-122"/>
              </a:rPr>
              <a:t>页</a:t>
            </a:r>
            <a:endParaRPr lang="zh-TW" altLang="en-US" sz="1200" b="0">
              <a:solidFill>
                <a:srgbClr val="3366CC"/>
              </a:solidFill>
              <a:ea typeface="宋体" panose="02010600030101010101" pitchFamily="2" charset="-122"/>
            </a:endParaRPr>
          </a:p>
        </p:txBody>
      </p:sp>
      <p:sp>
        <p:nvSpPr>
          <p:cNvPr id="31746" name="Rectangle 2"/>
          <p:cNvSpPr>
            <a:spLocks noGrp="1"/>
          </p:cNvSpPr>
          <p:nvPr>
            <p:ph type="title"/>
          </p:nvPr>
        </p:nvSpPr>
        <p:spPr/>
        <p:txBody>
          <a:bodyPr vert="horz" wrap="square" lIns="91440" tIns="45720" rIns="91440" bIns="45720" anchor="b" anchorCtr="0"/>
          <a:lstStyle/>
          <a:p>
            <a:pPr eaLnBrk="1" hangingPunct="1"/>
            <a:r>
              <a:rPr lang="en-US" altLang="zh-CN"/>
              <a:t>7.2.4</a:t>
            </a:r>
            <a:r>
              <a:rPr lang="zh-CN" altLang="en-US"/>
              <a:t> 通道控制</a:t>
            </a:r>
            <a:r>
              <a:rPr lang="zh-CN" altLang="zh-CN"/>
              <a:t>I/O</a:t>
            </a:r>
            <a:endParaRPr lang="zh-CN" altLang="en-US"/>
          </a:p>
        </p:txBody>
      </p:sp>
      <p:sp>
        <p:nvSpPr>
          <p:cNvPr id="31747" name="object 2"/>
          <p:cNvSpPr/>
          <p:nvPr/>
        </p:nvSpPr>
        <p:spPr>
          <a:xfrm>
            <a:off x="755650" y="1574800"/>
            <a:ext cx="6337300" cy="2374900"/>
          </a:xfrm>
          <a:prstGeom prst="rect">
            <a:avLst/>
          </a:prstGeom>
          <a:blipFill rotWithShape="1">
            <a:blip r:embed="rId2"/>
            <a:stretch>
              <a:fillRect/>
            </a:stretch>
          </a:blipFill>
          <a:ln w="9525">
            <a:noFill/>
          </a:ln>
        </p:spPr>
        <p:txBody>
          <a:bodyPr lIns="0" tIns="0" rIns="0" bIns="0"/>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0" lvl="0" indent="0">
              <a:spcBef>
                <a:spcPct val="0"/>
              </a:spcBef>
              <a:buClrTx/>
              <a:buFontTx/>
              <a:buNone/>
            </a:pPr>
            <a:endParaRPr lang="zh-CN" altLang="zh-CN" sz="2400" b="0">
              <a:ea typeface="宋体" panose="02010600030101010101" pitchFamily="2" charset="-122"/>
            </a:endParaRPr>
          </a:p>
        </p:txBody>
      </p:sp>
      <p:sp>
        <p:nvSpPr>
          <p:cNvPr id="31748" name="object 3"/>
          <p:cNvSpPr/>
          <p:nvPr/>
        </p:nvSpPr>
        <p:spPr>
          <a:xfrm>
            <a:off x="781050" y="1995488"/>
            <a:ext cx="504825" cy="863600"/>
          </a:xfrm>
          <a:custGeom>
            <a:avLst/>
            <a:gdLst/>
            <a:ahLst/>
            <a:cxnLst>
              <a:cxn ang="0">
                <a:pos x="0" y="0"/>
              </a:cxn>
              <a:cxn ang="0">
                <a:pos x="0" y="863346"/>
              </a:cxn>
              <a:cxn ang="0">
                <a:pos x="479827" y="863346"/>
              </a:cxn>
              <a:cxn ang="0">
                <a:pos x="479827" y="0"/>
              </a:cxn>
              <a:cxn ang="0">
                <a:pos x="0" y="0"/>
              </a:cxn>
            </a:cxnLst>
            <a:rect l="0" t="0" r="0" b="0"/>
            <a:pathLst>
              <a:path w="505460" h="863600">
                <a:moveTo>
                  <a:pt x="0" y="0"/>
                </a:moveTo>
                <a:lnTo>
                  <a:pt x="0" y="863346"/>
                </a:lnTo>
                <a:lnTo>
                  <a:pt x="505206" y="863346"/>
                </a:lnTo>
                <a:lnTo>
                  <a:pt x="505206" y="0"/>
                </a:lnTo>
                <a:lnTo>
                  <a:pt x="0" y="0"/>
                </a:lnTo>
                <a:close/>
              </a:path>
            </a:pathLst>
          </a:custGeom>
          <a:solidFill>
            <a:srgbClr val="FFFFFF">
              <a:alpha val="100000"/>
            </a:srgbClr>
          </a:solidFill>
          <a:ln w="9525">
            <a:noFill/>
          </a:ln>
        </p:spPr>
        <p:txBody>
          <a:bodyPr/>
          <a:lstStyle/>
          <a:p>
            <a:endParaRPr lang="zh-CN" altLang="en-US"/>
          </a:p>
        </p:txBody>
      </p:sp>
      <p:sp>
        <p:nvSpPr>
          <p:cNvPr id="31749" name="object 4"/>
          <p:cNvSpPr txBox="1"/>
          <p:nvPr/>
        </p:nvSpPr>
        <p:spPr>
          <a:xfrm>
            <a:off x="781050" y="1995488"/>
            <a:ext cx="504825" cy="863600"/>
          </a:xfrm>
          <a:prstGeom prst="rect">
            <a:avLst/>
          </a:prstGeom>
          <a:solidFill>
            <a:srgbClr val="FFFFFF"/>
          </a:solidFill>
          <a:ln w="19050" cap="flat" cmpd="sng">
            <a:solidFill>
              <a:srgbClr val="000000"/>
            </a:solidFill>
            <a:prstDash val="solid"/>
            <a:miter/>
            <a:headEnd type="none" w="med" len="med"/>
            <a:tailEnd type="none" w="med" len="med"/>
          </a:ln>
        </p:spPr>
        <p:txBody>
          <a:bodyPr lIns="0" tIns="0" rIns="0" bIns="0">
            <a:spAutoFit/>
          </a:bodyPr>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6350" lvl="0" indent="0">
              <a:spcBef>
                <a:spcPct val="0"/>
              </a:spcBef>
              <a:buClrTx/>
              <a:buFontTx/>
              <a:buNone/>
            </a:pPr>
            <a:r>
              <a:rPr lang="zh-CN" altLang="zh-CN" sz="1800">
                <a:ea typeface="宋体" panose="02010600030101010101" pitchFamily="2" charset="-122"/>
              </a:rPr>
              <a:t>CPU</a:t>
            </a:r>
            <a:endParaRPr lang="zh-CN" altLang="zh-CN" sz="1800" b="0">
              <a:ea typeface="宋体" panose="02010600030101010101" pitchFamily="2" charset="-122"/>
            </a:endParaRPr>
          </a:p>
        </p:txBody>
      </p:sp>
      <p:sp>
        <p:nvSpPr>
          <p:cNvPr id="31750" name="object 7"/>
          <p:cNvSpPr/>
          <p:nvPr/>
        </p:nvSpPr>
        <p:spPr>
          <a:xfrm>
            <a:off x="1763713" y="1647825"/>
            <a:ext cx="1296987" cy="1511300"/>
          </a:xfrm>
          <a:custGeom>
            <a:avLst/>
            <a:gdLst/>
            <a:ahLst/>
            <a:cxnLst>
              <a:cxn ang="0">
                <a:pos x="0" y="0"/>
              </a:cxn>
              <a:cxn ang="0">
                <a:pos x="0" y="1511046"/>
              </a:cxn>
              <a:cxn ang="0">
                <a:pos x="1283993" y="1511046"/>
              </a:cxn>
              <a:cxn ang="0">
                <a:pos x="1283993" y="0"/>
              </a:cxn>
              <a:cxn ang="0">
                <a:pos x="0" y="0"/>
              </a:cxn>
            </a:cxnLst>
            <a:rect l="0" t="0" r="0" b="0"/>
            <a:pathLst>
              <a:path w="1297304" h="1511300">
                <a:moveTo>
                  <a:pt x="0" y="0"/>
                </a:moveTo>
                <a:lnTo>
                  <a:pt x="0" y="1511046"/>
                </a:lnTo>
                <a:lnTo>
                  <a:pt x="1296924" y="1511046"/>
                </a:lnTo>
                <a:lnTo>
                  <a:pt x="1296924" y="0"/>
                </a:lnTo>
                <a:lnTo>
                  <a:pt x="0" y="0"/>
                </a:lnTo>
                <a:close/>
              </a:path>
            </a:pathLst>
          </a:custGeom>
          <a:noFill/>
          <a:ln w="19050" cap="flat" cmpd="sng">
            <a:solidFill>
              <a:srgbClr val="FF3300">
                <a:alpha val="100000"/>
              </a:srgbClr>
            </a:solidFill>
            <a:prstDash val="lgDash"/>
            <a:round/>
            <a:headEnd type="none" w="med" len="med"/>
            <a:tailEnd type="none" w="med" len="med"/>
          </a:ln>
        </p:spPr>
        <p:txBody>
          <a:bodyPr/>
          <a:lstStyle/>
          <a:p>
            <a:endParaRPr lang="zh-CN" altLang="en-US"/>
          </a:p>
        </p:txBody>
      </p:sp>
      <p:sp>
        <p:nvSpPr>
          <p:cNvPr id="31751" name="object 8"/>
          <p:cNvSpPr/>
          <p:nvPr/>
        </p:nvSpPr>
        <p:spPr>
          <a:xfrm>
            <a:off x="900113" y="3136900"/>
            <a:ext cx="1146175" cy="1174750"/>
          </a:xfrm>
          <a:custGeom>
            <a:avLst/>
            <a:gdLst/>
            <a:ahLst/>
            <a:cxnLst>
              <a:cxn ang="0">
                <a:pos x="0" y="526541"/>
              </a:cxn>
              <a:cxn ang="0">
                <a:pos x="0" y="634746"/>
              </a:cxn>
              <a:cxn ang="0">
                <a:pos x="0" y="797051"/>
              </a:cxn>
              <a:cxn ang="0">
                <a:pos x="0" y="1174241"/>
              </a:cxn>
              <a:cxn ang="0">
                <a:pos x="503681" y="1174241"/>
              </a:cxn>
              <a:cxn ang="0">
                <a:pos x="720089" y="1174241"/>
              </a:cxn>
              <a:cxn ang="0">
                <a:pos x="864107" y="1174241"/>
              </a:cxn>
              <a:cxn ang="0">
                <a:pos x="864107" y="797051"/>
              </a:cxn>
              <a:cxn ang="0">
                <a:pos x="864107" y="634746"/>
              </a:cxn>
              <a:cxn ang="0">
                <a:pos x="864107" y="526541"/>
              </a:cxn>
              <a:cxn ang="0">
                <a:pos x="720089" y="526541"/>
              </a:cxn>
              <a:cxn ang="0">
                <a:pos x="1146047" y="0"/>
              </a:cxn>
              <a:cxn ang="0">
                <a:pos x="503681" y="526541"/>
              </a:cxn>
              <a:cxn ang="0">
                <a:pos x="0" y="526541"/>
              </a:cxn>
            </a:cxnLst>
            <a:rect l="0" t="0" r="0" b="0"/>
            <a:pathLst>
              <a:path w="1146175" h="1174750">
                <a:moveTo>
                  <a:pt x="0" y="526541"/>
                </a:moveTo>
                <a:lnTo>
                  <a:pt x="0" y="634746"/>
                </a:lnTo>
                <a:lnTo>
                  <a:pt x="0" y="797051"/>
                </a:lnTo>
                <a:lnTo>
                  <a:pt x="0" y="1174241"/>
                </a:lnTo>
                <a:lnTo>
                  <a:pt x="503681" y="1174241"/>
                </a:lnTo>
                <a:lnTo>
                  <a:pt x="720089" y="1174241"/>
                </a:lnTo>
                <a:lnTo>
                  <a:pt x="864107" y="1174241"/>
                </a:lnTo>
                <a:lnTo>
                  <a:pt x="864107" y="797051"/>
                </a:lnTo>
                <a:lnTo>
                  <a:pt x="864107" y="634746"/>
                </a:lnTo>
                <a:lnTo>
                  <a:pt x="864107" y="526541"/>
                </a:lnTo>
                <a:lnTo>
                  <a:pt x="720089" y="526541"/>
                </a:lnTo>
                <a:lnTo>
                  <a:pt x="1146047" y="0"/>
                </a:lnTo>
                <a:lnTo>
                  <a:pt x="503681" y="526541"/>
                </a:lnTo>
                <a:lnTo>
                  <a:pt x="0" y="526541"/>
                </a:lnTo>
                <a:close/>
              </a:path>
            </a:pathLst>
          </a:custGeom>
          <a:noFill/>
          <a:ln w="12700" cap="flat" cmpd="sng">
            <a:solidFill>
              <a:srgbClr val="000000">
                <a:alpha val="100000"/>
              </a:srgbClr>
            </a:solidFill>
            <a:prstDash val="dash"/>
            <a:round/>
            <a:headEnd type="none" w="med" len="med"/>
            <a:tailEnd type="none" w="med" len="med"/>
          </a:ln>
        </p:spPr>
        <p:txBody>
          <a:bodyPr/>
          <a:lstStyle/>
          <a:p>
            <a:endParaRPr lang="zh-CN" altLang="en-US"/>
          </a:p>
        </p:txBody>
      </p:sp>
      <p:sp>
        <p:nvSpPr>
          <p:cNvPr id="31752" name="object 9"/>
          <p:cNvSpPr txBox="1"/>
          <p:nvPr/>
        </p:nvSpPr>
        <p:spPr>
          <a:xfrm>
            <a:off x="1039813" y="3724275"/>
            <a:ext cx="584200" cy="546100"/>
          </a:xfrm>
          <a:prstGeom prst="rect">
            <a:avLst/>
          </a:prstGeom>
          <a:noFill/>
          <a:ln w="9525">
            <a:noFill/>
          </a:ln>
        </p:spPr>
        <p:txBody>
          <a:bodyPr lIns="0" tIns="0" rIns="0" bIns="0">
            <a:spAutoFit/>
          </a:bodyPr>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62230" lvl="0" indent="-50800">
              <a:lnSpc>
                <a:spcPct val="106000"/>
              </a:lnSpc>
              <a:spcBef>
                <a:spcPct val="0"/>
              </a:spcBef>
              <a:buClrTx/>
              <a:buFontTx/>
              <a:buNone/>
            </a:pPr>
            <a:r>
              <a:rPr lang="zh-CN" altLang="zh-CN" sz="1800">
                <a:ea typeface="宋体" panose="02010600030101010101" pitchFamily="2" charset="-122"/>
              </a:rPr>
              <a:t>I/O</a:t>
            </a:r>
            <a:r>
              <a:rPr lang="zh-CN" altLang="zh-CN" sz="1800">
                <a:latin typeface="宋体" panose="02010600030101010101" pitchFamily="2" charset="-122"/>
                <a:ea typeface="宋体" panose="02010600030101010101" pitchFamily="2" charset="-122"/>
              </a:rPr>
              <a:t>处 理机</a:t>
            </a:r>
            <a:endParaRPr lang="zh-CN" altLang="zh-CN" sz="1800" b="0">
              <a:latin typeface="宋体" panose="02010600030101010101" pitchFamily="2" charset="-122"/>
              <a:ea typeface="宋体" panose="02010600030101010101" pitchFamily="2" charset="-122"/>
            </a:endParaRPr>
          </a:p>
        </p:txBody>
      </p:sp>
      <p:sp>
        <p:nvSpPr>
          <p:cNvPr id="31753" name="object 10"/>
          <p:cNvSpPr txBox="1"/>
          <p:nvPr/>
        </p:nvSpPr>
        <p:spPr>
          <a:xfrm>
            <a:off x="2060575" y="4087813"/>
            <a:ext cx="6210300" cy="552450"/>
          </a:xfrm>
          <a:prstGeom prst="rect">
            <a:avLst/>
          </a:prstGeom>
          <a:noFill/>
          <a:ln w="9525">
            <a:noFill/>
          </a:ln>
        </p:spPr>
        <p:txBody>
          <a:bodyPr lIns="0" tIns="0" rIns="0" bIns="0">
            <a:spAutoFit/>
          </a:bodyPr>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12700" lvl="0" indent="0">
              <a:lnSpc>
                <a:spcPct val="106000"/>
              </a:lnSpc>
              <a:spcBef>
                <a:spcPct val="0"/>
              </a:spcBef>
              <a:buClrTx/>
              <a:buFontTx/>
              <a:buNone/>
            </a:pPr>
            <a:r>
              <a:rPr lang="zh-CN" altLang="zh-CN" sz="1800">
                <a:latin typeface="宋体" panose="02010600030101010101" pitchFamily="2" charset="-122"/>
                <a:ea typeface="宋体" panose="02010600030101010101" pitchFamily="2" charset="-122"/>
              </a:rPr>
              <a:t>一个</a:t>
            </a:r>
            <a:r>
              <a:rPr lang="zh-CN" altLang="zh-CN" sz="1800">
                <a:ea typeface="宋体" panose="02010600030101010101" pitchFamily="2" charset="-122"/>
              </a:rPr>
              <a:t>CPU</a:t>
            </a:r>
            <a:r>
              <a:rPr lang="zh-CN" altLang="zh-CN" sz="1800">
                <a:latin typeface="宋体" panose="02010600030101010101" pitchFamily="2" charset="-122"/>
                <a:ea typeface="宋体" panose="02010600030101010101" pitchFamily="2" charset="-122"/>
              </a:rPr>
              <a:t>可以连接若干个通道，一个通道可以连接若干个控制器，一个控制器可以连接若干个设备。</a:t>
            </a:r>
            <a:endParaRPr lang="zh-CN" altLang="zh-CN" sz="1800" b="0">
              <a:latin typeface="宋体" panose="02010600030101010101" pitchFamily="2" charset="-122"/>
              <a:ea typeface="宋体" panose="02010600030101010101" pitchFamily="2" charset="-122"/>
            </a:endParaRPr>
          </a:p>
        </p:txBody>
      </p:sp>
      <p:sp>
        <p:nvSpPr>
          <p:cNvPr id="31754" name="object 11"/>
          <p:cNvSpPr txBox="1"/>
          <p:nvPr/>
        </p:nvSpPr>
        <p:spPr>
          <a:xfrm>
            <a:off x="395288" y="4724400"/>
            <a:ext cx="8353425" cy="1244600"/>
          </a:xfrm>
          <a:prstGeom prst="rect">
            <a:avLst/>
          </a:prstGeom>
          <a:noFill/>
          <a:ln w="12700" cap="flat" cmpd="sng">
            <a:solidFill>
              <a:srgbClr val="000000"/>
            </a:solidFill>
            <a:prstDash val="solid"/>
            <a:miter/>
            <a:headEnd type="none" w="med" len="med"/>
            <a:tailEnd type="none" w="med" len="med"/>
          </a:ln>
        </p:spPr>
        <p:txBody>
          <a:bodyPr lIns="0" tIns="0" rIns="0" bIns="0">
            <a:spAutoFit/>
          </a:bodyPr>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90805" lvl="0" indent="0">
              <a:lnSpc>
                <a:spcPct val="101000"/>
              </a:lnSpc>
              <a:spcBef>
                <a:spcPct val="0"/>
              </a:spcBef>
              <a:buClrTx/>
              <a:buFontTx/>
              <a:buNone/>
            </a:pPr>
            <a:r>
              <a:rPr lang="zh-CN" altLang="en-US" sz="2000" b="0">
                <a:latin typeface="宋体" panose="02010600030101010101" pitchFamily="2" charset="-122"/>
                <a:ea typeface="宋体" panose="02010600030101010101" pitchFamily="2" charset="-122"/>
              </a:rPr>
              <a:t>通道，输入输出控制的处理机，它控制设备与内存直接进行数据交换。有自己的通道指令。一个</a:t>
            </a:r>
            <a:r>
              <a:rPr lang="en-US" altLang="zh-CN" sz="2000" b="0">
                <a:latin typeface="宋体" panose="02010600030101010101" pitchFamily="2" charset="-122"/>
                <a:ea typeface="宋体" panose="02010600030101010101" pitchFamily="2" charset="-122"/>
              </a:rPr>
              <a:t>DMA</a:t>
            </a:r>
            <a:r>
              <a:rPr lang="zh-CN" altLang="en-US" sz="2000" b="0">
                <a:latin typeface="宋体" panose="02010600030101010101" pitchFamily="2" charset="-122"/>
                <a:ea typeface="宋体" panose="02010600030101010101" pitchFamily="2" charset="-122"/>
              </a:rPr>
              <a:t>控制器只能控制少量的同类设备，不能满足大型计算机系统的需要。通常，一个大型计算机需要连接大量的高速和低速设备，通道控制方式可以满足这个要求。</a:t>
            </a:r>
            <a:endParaRPr lang="zh-CN" altLang="zh-CN" sz="2000" b="0">
              <a:latin typeface="宋体" panose="02010600030101010101" pitchFamily="2" charset="-122"/>
              <a:ea typeface="宋体" panose="02010600030101010101" pitchFamily="2" charset="-122"/>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69" name="灯片编号占位符 3"/>
          <p:cNvSpPr txBox="1">
            <a:spLocks noGrp="1"/>
          </p:cNvSpPr>
          <p:nvPr>
            <p:ph type="sldNum" sz="quarter" idx="12"/>
          </p:nvPr>
        </p:nvSpPr>
        <p:spPr>
          <a:xfrm>
            <a:off x="431800" y="6229350"/>
            <a:ext cx="2311400" cy="457200"/>
          </a:xfrm>
        </p:spPr>
        <p:txBody>
          <a:bodyPr anchor="b" anchorCtr="0"/>
          <a:lstStyle/>
          <a:p>
            <a:pPr marL="0" indent="0">
              <a:spcBef>
                <a:spcPct val="50000"/>
              </a:spcBef>
              <a:buClrTx/>
              <a:buFontTx/>
              <a:buNone/>
            </a:pPr>
            <a:r>
              <a:rPr lang="zh-CN" altLang="en-US" sz="1200" b="0">
                <a:solidFill>
                  <a:srgbClr val="3366CC"/>
                </a:solidFill>
                <a:ea typeface="宋体" panose="02010600030101010101" pitchFamily="2" charset="-122"/>
              </a:rPr>
              <a:t>第</a:t>
            </a:r>
            <a:fld id="{9A0DB2DC-4C9A-4742-B13C-FB6460FD3503}" type="slidenum">
              <a:rPr lang="zh-TW" altLang="en-US" sz="1200" b="0">
                <a:solidFill>
                  <a:srgbClr val="3366CC"/>
                </a:solidFill>
                <a:ea typeface="PMingLiU" pitchFamily="18" charset="-120"/>
              </a:rPr>
              <a:t>16</a:t>
            </a:fld>
            <a:r>
              <a:rPr lang="zh-CN" altLang="en-US" sz="1200" b="0">
                <a:solidFill>
                  <a:srgbClr val="3366CC"/>
                </a:solidFill>
                <a:ea typeface="宋体" panose="02010600030101010101" pitchFamily="2" charset="-122"/>
              </a:rPr>
              <a:t>页</a:t>
            </a:r>
            <a:endParaRPr lang="zh-TW" altLang="en-US" sz="1200" b="0">
              <a:solidFill>
                <a:srgbClr val="3366CC"/>
              </a:solidFill>
              <a:ea typeface="宋体" panose="02010600030101010101" pitchFamily="2" charset="-122"/>
            </a:endParaRPr>
          </a:p>
        </p:txBody>
      </p:sp>
      <p:sp>
        <p:nvSpPr>
          <p:cNvPr id="32770" name="Rectangle 2"/>
          <p:cNvSpPr>
            <a:spLocks noGrp="1"/>
          </p:cNvSpPr>
          <p:nvPr>
            <p:ph type="title"/>
          </p:nvPr>
        </p:nvSpPr>
        <p:spPr/>
        <p:txBody>
          <a:bodyPr vert="horz" wrap="square" lIns="91440" tIns="45720" rIns="91440" bIns="45720" anchor="b" anchorCtr="0"/>
          <a:lstStyle/>
          <a:p>
            <a:pPr eaLnBrk="1" hangingPunct="1"/>
            <a:r>
              <a:rPr lang="en-US" altLang="zh-CN"/>
              <a:t>7.2.4</a:t>
            </a:r>
            <a:r>
              <a:rPr lang="zh-CN" altLang="en-US"/>
              <a:t> 通道控制</a:t>
            </a:r>
            <a:r>
              <a:rPr lang="zh-CN" altLang="zh-CN"/>
              <a:t>I/O</a:t>
            </a:r>
            <a:endParaRPr lang="zh-CN" altLang="en-US"/>
          </a:p>
        </p:txBody>
      </p:sp>
      <p:graphicFrame>
        <p:nvGraphicFramePr>
          <p:cNvPr id="32771" name="Object 4"/>
          <p:cNvGraphicFramePr>
            <a:graphicFrameLocks noGrp="1" noChangeAspect="1"/>
          </p:cNvGraphicFramePr>
          <p:nvPr>
            <p:ph type="title"/>
          </p:nvPr>
        </p:nvGraphicFramePr>
        <p:xfrm>
          <a:off x="312738" y="1165225"/>
          <a:ext cx="4546600" cy="5216525"/>
        </p:xfrm>
        <a:graphic>
          <a:graphicData uri="http://schemas.openxmlformats.org/presentationml/2006/ole">
            <mc:AlternateContent xmlns:mc="http://schemas.openxmlformats.org/markup-compatibility/2006">
              <mc:Choice xmlns:v="urn:schemas-microsoft-com:vml" Requires="v">
                <p:oleObj spid="_x0000_s6157" r:id="rId3" imgW="2562860" imgH="2934970" progId="Visio.Drawing.11">
                  <p:embed/>
                </p:oleObj>
              </mc:Choice>
              <mc:Fallback>
                <p:oleObj r:id="rId3" imgW="2562860" imgH="2934970" progId="Visio.Drawing.11">
                  <p:embed/>
                  <p:pic>
                    <p:nvPicPr>
                      <p:cNvPr id="0" name="图片 3076"/>
                      <p:cNvPicPr/>
                      <p:nvPr/>
                    </p:nvPicPr>
                    <p:blipFill>
                      <a:blip r:embed="rId4"/>
                      <a:srcRect/>
                      <a:stretch>
                        <a:fillRect/>
                      </a:stretch>
                    </p:blipFill>
                    <p:spPr>
                      <a:xfrm>
                        <a:off x="312738" y="1165225"/>
                        <a:ext cx="4546600" cy="5216525"/>
                      </a:xfrm>
                      <a:prstGeom prst="rect">
                        <a:avLst/>
                      </a:prstGeom>
                      <a:noFill/>
                      <a:ln w="38100">
                        <a:miter/>
                      </a:ln>
                    </p:spPr>
                  </p:pic>
                </p:oleObj>
              </mc:Fallback>
            </mc:AlternateContent>
          </a:graphicData>
        </a:graphic>
      </p:graphicFrame>
      <p:sp>
        <p:nvSpPr>
          <p:cNvPr id="33796" name="矩形 2"/>
          <p:cNvSpPr>
            <a:spLocks noChangeArrowheads="1"/>
          </p:cNvSpPr>
          <p:nvPr/>
        </p:nvSpPr>
        <p:spPr bwMode="auto">
          <a:xfrm>
            <a:off x="3779838" y="1692275"/>
            <a:ext cx="5364163" cy="4708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457200" lvl="1" indent="0">
              <a:spcBef>
                <a:spcPct val="0"/>
              </a:spcBef>
              <a:buClrTx/>
              <a:buFontTx/>
              <a:buNone/>
            </a:pPr>
            <a:r>
              <a:rPr lang="zh-CN" altLang="en-US" sz="2000" b="0">
                <a:latin typeface="黑体" panose="02010609060101010101" pitchFamily="49" charset="-122"/>
              </a:rPr>
              <a:t>①当进程要求输入数据，</a:t>
            </a:r>
            <a:r>
              <a:rPr lang="en-US" altLang="zh-CN" sz="2000" b="0">
                <a:latin typeface="黑体" panose="02010609060101010101" pitchFamily="49" charset="-122"/>
              </a:rPr>
              <a:t>CPU</a:t>
            </a:r>
            <a:r>
              <a:rPr lang="zh-CN" altLang="en-US" sz="2000" b="0">
                <a:latin typeface="黑体" panose="02010609060101010101" pitchFamily="49" charset="-122"/>
              </a:rPr>
              <a:t>向通道发启动指令指明</a:t>
            </a:r>
            <a:r>
              <a:rPr lang="en-US" altLang="zh-CN" sz="2000" b="0">
                <a:latin typeface="黑体" panose="02010609060101010101" pitchFamily="49" charset="-122"/>
              </a:rPr>
              <a:t>I/O</a:t>
            </a:r>
            <a:r>
              <a:rPr lang="zh-CN" altLang="en-US" sz="2000" b="0">
                <a:latin typeface="黑体" panose="02010609060101010101" pitchFamily="49" charset="-122"/>
              </a:rPr>
              <a:t>操作、设备号和对应通道。</a:t>
            </a:r>
          </a:p>
          <a:p>
            <a:pPr marL="457200" lvl="1" indent="0">
              <a:spcBef>
                <a:spcPct val="0"/>
              </a:spcBef>
              <a:buClrTx/>
              <a:buFontTx/>
              <a:buNone/>
            </a:pPr>
            <a:r>
              <a:rPr lang="zh-CN" altLang="en-US" sz="2000" b="0">
                <a:latin typeface="黑体" panose="02010609060101010101" pitchFamily="49" charset="-122"/>
              </a:rPr>
              <a:t>②对应通道接收到</a:t>
            </a:r>
            <a:r>
              <a:rPr lang="en-US" altLang="zh-CN" sz="2000" b="0">
                <a:latin typeface="黑体" panose="02010609060101010101" pitchFamily="49" charset="-122"/>
              </a:rPr>
              <a:t>CPU</a:t>
            </a:r>
            <a:r>
              <a:rPr lang="zh-CN" altLang="en-US" sz="2000" b="0">
                <a:latin typeface="黑体" panose="02010609060101010101" pitchFamily="49" charset="-122"/>
              </a:rPr>
              <a:t>发来的启动指令后，把存放在内存中的通道指令程序读出，并执行通道程序，控制设备将多批数据传送到内存中指定的区域。</a:t>
            </a:r>
          </a:p>
          <a:p>
            <a:pPr marL="457200" lvl="1" indent="0">
              <a:spcBef>
                <a:spcPct val="0"/>
              </a:spcBef>
              <a:buClrTx/>
              <a:buFontTx/>
              <a:buNone/>
            </a:pPr>
            <a:r>
              <a:rPr lang="zh-CN" altLang="en-US" sz="2000" b="0">
                <a:latin typeface="黑体" panose="02010609060101010101" pitchFamily="49" charset="-122"/>
              </a:rPr>
              <a:t>③若数据传输结束，则向</a:t>
            </a:r>
            <a:r>
              <a:rPr lang="en-US" altLang="zh-CN" sz="2000" b="0">
                <a:latin typeface="黑体" panose="02010609060101010101" pitchFamily="49" charset="-122"/>
              </a:rPr>
              <a:t>CPU</a:t>
            </a:r>
            <a:r>
              <a:rPr lang="zh-CN" altLang="en-US" sz="2000" b="0">
                <a:latin typeface="黑体" panose="02010609060101010101" pitchFamily="49" charset="-122"/>
              </a:rPr>
              <a:t>发出中断请求。</a:t>
            </a:r>
            <a:r>
              <a:rPr lang="en-US" altLang="zh-CN" sz="2000" b="0">
                <a:latin typeface="黑体" panose="02010609060101010101" pitchFamily="49" charset="-122"/>
              </a:rPr>
              <a:t>CPU</a:t>
            </a:r>
            <a:r>
              <a:rPr lang="zh-CN" altLang="en-US" sz="2000" b="0">
                <a:latin typeface="黑体" panose="02010609060101010101" pitchFamily="49" charset="-122"/>
              </a:rPr>
              <a:t>收到中断信号后转中断处理程序。</a:t>
            </a:r>
          </a:p>
          <a:p>
            <a:pPr marL="457200" lvl="1" indent="0">
              <a:spcBef>
                <a:spcPct val="0"/>
              </a:spcBef>
              <a:buClrTx/>
              <a:buFontTx/>
              <a:buNone/>
            </a:pPr>
            <a:r>
              <a:rPr lang="zh-CN" altLang="en-US" sz="2000" b="0">
                <a:latin typeface="黑体" panose="02010609060101010101" pitchFamily="49" charset="-122"/>
              </a:rPr>
              <a:t>④当进程调度程序选中提出请求输入的进程，该进程从指定的内存始址取出数据。</a:t>
            </a:r>
            <a:endParaRPr lang="en-US" altLang="zh-CN" sz="2000" b="0">
              <a:latin typeface="黑体" panose="02010609060101010101" pitchFamily="49" charset="-122"/>
            </a:endParaRPr>
          </a:p>
          <a:p>
            <a:pPr marL="457200" lvl="1" indent="0">
              <a:spcBef>
                <a:spcPct val="0"/>
              </a:spcBef>
              <a:buClrTx/>
              <a:buFontTx/>
              <a:buNone/>
            </a:pPr>
            <a:r>
              <a:rPr lang="zh-CN" altLang="en-US" sz="2000" b="0">
                <a:latin typeface="黑体" panose="02010609060101010101" pitchFamily="49" charset="-122"/>
              </a:rPr>
              <a:t>特点：</a:t>
            </a:r>
            <a:endParaRPr lang="en-US" altLang="zh-CN" sz="2000" b="0">
              <a:latin typeface="黑体" panose="02010609060101010101" pitchFamily="49" charset="-122"/>
            </a:endParaRPr>
          </a:p>
          <a:p>
            <a:pPr marL="457200" lvl="1" indent="0">
              <a:spcBef>
                <a:spcPct val="0"/>
              </a:spcBef>
              <a:buClrTx/>
              <a:buFontTx/>
              <a:buNone/>
            </a:pPr>
            <a:r>
              <a:rPr lang="en-US" altLang="zh-CN" sz="2000" b="0">
                <a:latin typeface="黑体" panose="02010609060101010101" pitchFamily="49" charset="-122"/>
              </a:rPr>
              <a:t>1</a:t>
            </a:r>
            <a:r>
              <a:rPr lang="zh-CN" altLang="en-US" sz="2000" b="0">
                <a:latin typeface="黑体" panose="02010609060101010101" pitchFamily="49" charset="-122"/>
              </a:rPr>
              <a:t>执行一个通道程序可以完成几批</a:t>
            </a:r>
            <a:r>
              <a:rPr lang="en-US" altLang="zh-CN" sz="2000" b="0">
                <a:latin typeface="黑体" panose="02010609060101010101" pitchFamily="49" charset="-122"/>
              </a:rPr>
              <a:t>I/O</a:t>
            </a:r>
            <a:r>
              <a:rPr lang="zh-CN" altLang="en-US" sz="2000" b="0">
                <a:latin typeface="黑体" panose="02010609060101010101" pitchFamily="49" charset="-122"/>
              </a:rPr>
              <a:t>操作。</a:t>
            </a:r>
            <a:r>
              <a:rPr lang="en-US" altLang="zh-CN" sz="2000" b="0">
                <a:latin typeface="黑体" panose="02010609060101010101" pitchFamily="49" charset="-122"/>
              </a:rPr>
              <a:t>CPU</a:t>
            </a:r>
            <a:r>
              <a:rPr lang="zh-CN" altLang="en-US" sz="2000" b="0">
                <a:latin typeface="黑体" panose="02010609060101010101" pitchFamily="49" charset="-122"/>
              </a:rPr>
              <a:t>仅在</a:t>
            </a:r>
            <a:r>
              <a:rPr lang="en-US" altLang="zh-CN" sz="2000" b="0">
                <a:latin typeface="黑体" panose="02010609060101010101" pitchFamily="49" charset="-122"/>
              </a:rPr>
              <a:t>I/O</a:t>
            </a:r>
            <a:r>
              <a:rPr lang="zh-CN" altLang="en-US" sz="2000" b="0">
                <a:latin typeface="黑体" panose="02010609060101010101" pitchFamily="49" charset="-122"/>
              </a:rPr>
              <a:t>操作的开始和结束时花费少量时间处理与</a:t>
            </a:r>
            <a:r>
              <a:rPr lang="en-US" altLang="zh-CN" sz="2000" b="0">
                <a:latin typeface="黑体" panose="02010609060101010101" pitchFamily="49" charset="-122"/>
              </a:rPr>
              <a:t>I/O</a:t>
            </a:r>
            <a:r>
              <a:rPr lang="zh-CN" altLang="en-US" sz="2000" b="0">
                <a:latin typeface="黑体" panose="02010609060101010101" pitchFamily="49" charset="-122"/>
              </a:rPr>
              <a:t>有关的工作。</a:t>
            </a:r>
            <a:endParaRPr lang="en-US" altLang="zh-CN" sz="2000" b="0">
              <a:latin typeface="黑体" panose="02010609060101010101" pitchFamily="49" charset="-122"/>
            </a:endParaRPr>
          </a:p>
          <a:p>
            <a:pPr marL="457200" lvl="1" indent="0">
              <a:spcBef>
                <a:spcPct val="0"/>
              </a:spcBef>
              <a:buClrTx/>
              <a:buFontTx/>
              <a:buNone/>
            </a:pPr>
            <a:r>
              <a:rPr lang="en-US" altLang="zh-CN" sz="2000" b="0">
                <a:latin typeface="黑体" panose="02010609060101010101" pitchFamily="49" charset="-122"/>
              </a:rPr>
              <a:t>2</a:t>
            </a:r>
            <a:r>
              <a:rPr lang="zh-CN" altLang="en-US" sz="2000" b="0">
                <a:latin typeface="黑体" panose="02010609060101010101" pitchFamily="49" charset="-122"/>
              </a:rPr>
              <a:t>  </a:t>
            </a:r>
            <a:r>
              <a:rPr lang="en-US" altLang="zh-CN" sz="2000" b="0">
                <a:latin typeface="黑体" panose="02010609060101010101" pitchFamily="49" charset="-122"/>
              </a:rPr>
              <a:t>CPU</a:t>
            </a:r>
            <a:r>
              <a:rPr lang="zh-CN" altLang="en-US" sz="2000" b="0">
                <a:latin typeface="黑体" panose="02010609060101010101" pitchFamily="49" charset="-122"/>
              </a:rPr>
              <a:t>与</a:t>
            </a:r>
            <a:r>
              <a:rPr lang="en-US" altLang="zh-CN" sz="2000" b="0">
                <a:latin typeface="黑体" panose="02010609060101010101" pitchFamily="49" charset="-122"/>
              </a:rPr>
              <a:t>I/O</a:t>
            </a:r>
            <a:r>
              <a:rPr lang="zh-CN" altLang="en-US" sz="2000" b="0">
                <a:latin typeface="黑体" panose="02010609060101010101" pitchFamily="49" charset="-122"/>
              </a:rPr>
              <a:t>并行度提高。</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3" name="灯片编号占位符 3"/>
          <p:cNvSpPr txBox="1">
            <a:spLocks noGrp="1"/>
          </p:cNvSpPr>
          <p:nvPr>
            <p:ph type="sldNum" sz="quarter" idx="12"/>
          </p:nvPr>
        </p:nvSpPr>
        <p:spPr>
          <a:xfrm>
            <a:off x="431800" y="6229350"/>
            <a:ext cx="2311400" cy="457200"/>
          </a:xfrm>
        </p:spPr>
        <p:txBody>
          <a:bodyPr anchor="b" anchorCtr="0"/>
          <a:lstStyle/>
          <a:p>
            <a:pPr marL="0" indent="0">
              <a:spcBef>
                <a:spcPct val="50000"/>
              </a:spcBef>
              <a:buClrTx/>
              <a:buFontTx/>
              <a:buNone/>
            </a:pPr>
            <a:r>
              <a:rPr lang="zh-CN" altLang="en-US" sz="1200" b="0">
                <a:solidFill>
                  <a:srgbClr val="3366CC"/>
                </a:solidFill>
                <a:ea typeface="宋体" panose="02010600030101010101" pitchFamily="2" charset="-122"/>
              </a:rPr>
              <a:t>第</a:t>
            </a:r>
            <a:fld id="{9A0DB2DC-4C9A-4742-B13C-FB6460FD3503}" type="slidenum">
              <a:rPr lang="zh-TW" altLang="en-US" sz="1200" b="0">
                <a:solidFill>
                  <a:srgbClr val="3366CC"/>
                </a:solidFill>
                <a:ea typeface="PMingLiU" pitchFamily="18" charset="-120"/>
              </a:rPr>
              <a:t>17</a:t>
            </a:fld>
            <a:r>
              <a:rPr lang="zh-CN" altLang="en-US" sz="1200" b="0">
                <a:solidFill>
                  <a:srgbClr val="3366CC"/>
                </a:solidFill>
                <a:ea typeface="宋体" panose="02010600030101010101" pitchFamily="2" charset="-122"/>
              </a:rPr>
              <a:t>页</a:t>
            </a:r>
            <a:endParaRPr lang="zh-TW" altLang="en-US" sz="1200" b="0">
              <a:solidFill>
                <a:srgbClr val="3366CC"/>
              </a:solidFill>
              <a:ea typeface="宋体" panose="02010600030101010101" pitchFamily="2" charset="-122"/>
            </a:endParaRPr>
          </a:p>
        </p:txBody>
      </p:sp>
      <p:sp>
        <p:nvSpPr>
          <p:cNvPr id="43010" name="矩形 3"/>
          <p:cNvSpPr>
            <a:spLocks noChangeArrowheads="1"/>
          </p:cNvSpPr>
          <p:nvPr/>
        </p:nvSpPr>
        <p:spPr bwMode="auto">
          <a:xfrm>
            <a:off x="360363" y="1341438"/>
            <a:ext cx="8675688" cy="4892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0" lvl="0" indent="0">
              <a:spcBef>
                <a:spcPct val="0"/>
              </a:spcBef>
              <a:buClrTx/>
              <a:buFontTx/>
              <a:buNone/>
            </a:pPr>
            <a:r>
              <a:rPr lang="zh-CN" altLang="en-US" sz="2400" b="0">
                <a:latin typeface="黑体" panose="02010609060101010101" pitchFamily="49" charset="-122"/>
              </a:rPr>
              <a:t>I/O部件的演化</a:t>
            </a:r>
            <a:endParaRPr lang="en-US" altLang="zh-CN" sz="2400" b="0">
              <a:latin typeface="黑体" panose="02010609060101010101" pitchFamily="49" charset="-122"/>
            </a:endParaRPr>
          </a:p>
          <a:p>
            <a:pPr marL="0" lvl="0" indent="0">
              <a:spcBef>
                <a:spcPct val="0"/>
              </a:spcBef>
              <a:buClrTx/>
              <a:buFontTx/>
              <a:buNone/>
            </a:pPr>
            <a:r>
              <a:rPr lang="zh-CN" altLang="en-US" sz="2400" b="0">
                <a:latin typeface="黑体" panose="02010609060101010101" pitchFamily="49" charset="-122"/>
              </a:rPr>
              <a:t>1． CPU直接控制外围设备</a:t>
            </a:r>
          </a:p>
          <a:p>
            <a:pPr marL="0" lvl="0" indent="0">
              <a:spcBef>
                <a:spcPct val="0"/>
              </a:spcBef>
              <a:buClrTx/>
              <a:buFontTx/>
              <a:buNone/>
            </a:pPr>
            <a:r>
              <a:rPr lang="zh-CN" altLang="en-US" sz="2400" b="0">
                <a:latin typeface="黑体" panose="02010609060101010101" pitchFamily="49" charset="-122"/>
              </a:rPr>
              <a:t>2．增加了控制器或I/O部件， CPU使用程序控制I/O</a:t>
            </a:r>
          </a:p>
          <a:p>
            <a:pPr marL="0" lvl="0" indent="0">
              <a:spcBef>
                <a:spcPct val="0"/>
              </a:spcBef>
              <a:buClrTx/>
              <a:buFontTx/>
              <a:buNone/>
            </a:pPr>
            <a:r>
              <a:rPr lang="zh-CN" altLang="en-US" sz="2400" b="0">
                <a:latin typeface="黑体" panose="02010609060101010101" pitchFamily="49" charset="-122"/>
              </a:rPr>
              <a:t>CPU开始从外部设备接口的具体细节中分离出来</a:t>
            </a:r>
          </a:p>
          <a:p>
            <a:pPr marL="0" lvl="0" indent="0">
              <a:spcBef>
                <a:spcPct val="0"/>
              </a:spcBef>
              <a:buClrTx/>
              <a:buFontTx/>
              <a:buNone/>
            </a:pPr>
            <a:r>
              <a:rPr lang="zh-CN" altLang="en-US" sz="2400" b="0">
                <a:latin typeface="黑体" panose="02010609060101010101" pitchFamily="49" charset="-122"/>
              </a:rPr>
              <a:t>3． 与2相同，但采用了中断方式</a:t>
            </a:r>
          </a:p>
          <a:p>
            <a:pPr marL="0" lvl="0" indent="0">
              <a:spcBef>
                <a:spcPct val="0"/>
              </a:spcBef>
              <a:buClrTx/>
              <a:buFontTx/>
              <a:buNone/>
            </a:pPr>
            <a:r>
              <a:rPr lang="zh-CN" altLang="en-US" sz="2400" b="0">
                <a:latin typeface="黑体" panose="02010609060101010101" pitchFamily="49" charset="-122"/>
              </a:rPr>
              <a:t>CPU无需花费等待执行一次I/O操作所需的时间，效率提高</a:t>
            </a:r>
          </a:p>
          <a:p>
            <a:pPr marL="0" lvl="0" indent="0">
              <a:spcBef>
                <a:spcPct val="0"/>
              </a:spcBef>
              <a:buClrTx/>
              <a:buFontTx/>
              <a:buNone/>
            </a:pPr>
            <a:r>
              <a:rPr lang="zh-CN" altLang="en-US" sz="2400" b="0">
                <a:latin typeface="黑体" panose="02010609060101010101" pitchFamily="49" charset="-122"/>
              </a:rPr>
              <a:t>4． I/O部件通过直接控制存储器DMA</a:t>
            </a:r>
          </a:p>
          <a:p>
            <a:pPr marL="0" lvl="0" indent="0">
              <a:spcBef>
                <a:spcPct val="0"/>
              </a:spcBef>
              <a:buClrTx/>
              <a:buFontTx/>
              <a:buNone/>
            </a:pPr>
            <a:r>
              <a:rPr lang="zh-CN" altLang="en-US" sz="2400" b="0">
                <a:latin typeface="黑体" panose="02010609060101010101" pitchFamily="49" charset="-122"/>
              </a:rPr>
              <a:t>可以在没有CPU参与的情况下，从内存中移出或者往内存中</a:t>
            </a:r>
          </a:p>
          <a:p>
            <a:pPr marL="0" lvl="0" indent="0">
              <a:spcBef>
                <a:spcPct val="0"/>
              </a:spcBef>
              <a:buClrTx/>
              <a:buFontTx/>
              <a:buNone/>
            </a:pPr>
            <a:r>
              <a:rPr lang="zh-CN" altLang="en-US" sz="2400" b="0">
                <a:latin typeface="黑体" panose="02010609060101010101" pitchFamily="49" charset="-122"/>
              </a:rPr>
              <a:t>移入一块数据，仅仅在传送开始和结束时需要CPU干预</a:t>
            </a:r>
          </a:p>
          <a:p>
            <a:pPr marL="0" lvl="0" indent="0">
              <a:spcBef>
                <a:spcPct val="0"/>
              </a:spcBef>
              <a:buClrTx/>
              <a:buFontTx/>
              <a:buNone/>
            </a:pPr>
            <a:r>
              <a:rPr lang="en-US" altLang="zh-CN" sz="2400" b="0">
                <a:latin typeface="黑体" panose="02010609060101010101" pitchFamily="49" charset="-122"/>
              </a:rPr>
              <a:t>5</a:t>
            </a:r>
            <a:r>
              <a:rPr lang="zh-CN" altLang="en-US" sz="2400" b="0">
                <a:latin typeface="黑体" panose="02010609060101010101" pitchFamily="49" charset="-122"/>
              </a:rPr>
              <a:t>． </a:t>
            </a:r>
            <a:r>
              <a:rPr lang="en-US" altLang="zh-CN" sz="2400" b="0">
                <a:latin typeface="黑体" panose="02010609060101010101" pitchFamily="49" charset="-122"/>
              </a:rPr>
              <a:t>I/O</a:t>
            </a:r>
            <a:r>
              <a:rPr lang="zh-CN" altLang="en-US" sz="2400" b="0">
                <a:latin typeface="黑体" panose="02010609060101010101" pitchFamily="49" charset="-122"/>
              </a:rPr>
              <a:t>部件有自己的局部存储器</a:t>
            </a:r>
            <a:r>
              <a:rPr lang="en-US" altLang="zh-CN" sz="2400" b="0">
                <a:latin typeface="黑体" panose="02010609060101010101" pitchFamily="49" charset="-122"/>
              </a:rPr>
              <a:t>(</a:t>
            </a:r>
            <a:r>
              <a:rPr lang="zh-CN" altLang="en-US" sz="2400" b="0">
                <a:latin typeface="黑体" panose="02010609060101010101" pitchFamily="49" charset="-122"/>
              </a:rPr>
              <a:t>通道，本身就是一台计算机</a:t>
            </a:r>
            <a:r>
              <a:rPr lang="en-US" altLang="zh-CN" sz="2400" b="0">
                <a:latin typeface="黑体" panose="02010609060101010101" pitchFamily="49" charset="-122"/>
              </a:rPr>
              <a:t>)</a:t>
            </a:r>
            <a:r>
              <a:rPr lang="zh-CN" altLang="en-US" sz="2400" b="0">
                <a:latin typeface="黑体" panose="02010609060101010101" pitchFamily="49" charset="-122"/>
              </a:rPr>
              <a:t> </a:t>
            </a:r>
          </a:p>
          <a:p>
            <a:pPr marL="0" lvl="0" indent="0">
              <a:spcBef>
                <a:spcPct val="0"/>
              </a:spcBef>
              <a:buClrTx/>
              <a:buFontTx/>
              <a:buNone/>
            </a:pPr>
            <a:r>
              <a:rPr lang="zh-CN" altLang="en-US" sz="2400" b="0">
                <a:latin typeface="黑体" panose="02010609060101010101" pitchFamily="49" charset="-122"/>
              </a:rPr>
              <a:t>使用这种体系结构可以控制许多I/O设备，并且使需要CPU参</a:t>
            </a:r>
          </a:p>
          <a:p>
            <a:pPr marL="0" lvl="0" indent="0">
              <a:spcBef>
                <a:spcPct val="0"/>
              </a:spcBef>
              <a:buClrTx/>
              <a:buFontTx/>
              <a:buNone/>
            </a:pPr>
            <a:r>
              <a:rPr lang="zh-CN" altLang="en-US" sz="2400" b="0">
                <a:latin typeface="黑体" panose="02010609060101010101" pitchFamily="49" charset="-122"/>
              </a:rPr>
              <a:t>与程度降到最小（通常用于控制与交互终端的通信，I/O处理器负责大多数控制终端的任务）</a:t>
            </a:r>
          </a:p>
        </p:txBody>
      </p:sp>
      <p:sp>
        <p:nvSpPr>
          <p:cNvPr id="33795" name="Rectangle 2"/>
          <p:cNvSpPr>
            <a:spLocks noGrp="1"/>
          </p:cNvSpPr>
          <p:nvPr>
            <p:ph type="title"/>
          </p:nvPr>
        </p:nvSpPr>
        <p:spPr/>
        <p:txBody>
          <a:bodyPr vert="horz" wrap="square" lIns="91440" tIns="45720" rIns="91440" bIns="45720" anchor="b" anchorCtr="0"/>
          <a:lstStyle/>
          <a:p>
            <a:pPr eaLnBrk="1" hangingPunct="1"/>
            <a:r>
              <a:rPr lang="en-US" altLang="zh-CN"/>
              <a:t>7.2.4</a:t>
            </a:r>
            <a:r>
              <a:rPr lang="zh-CN" altLang="en-US"/>
              <a:t> 通道控制</a:t>
            </a:r>
            <a:r>
              <a:rPr lang="zh-CN" altLang="zh-CN"/>
              <a:t>I/O</a:t>
            </a:r>
            <a:endParaRPr lang="zh-CN" alt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3" name="灯片编号占位符 3"/>
          <p:cNvSpPr txBox="1">
            <a:spLocks noGrp="1"/>
          </p:cNvSpPr>
          <p:nvPr>
            <p:ph type="sldNum" sz="quarter" idx="12"/>
          </p:nvPr>
        </p:nvSpPr>
        <p:spPr>
          <a:xfrm>
            <a:off x="431800" y="6229350"/>
            <a:ext cx="2311400" cy="457200"/>
          </a:xfrm>
        </p:spPr>
        <p:txBody>
          <a:bodyPr anchor="b" anchorCtr="0"/>
          <a:lstStyle/>
          <a:p>
            <a:pPr marL="0" indent="0">
              <a:spcBef>
                <a:spcPct val="50000"/>
              </a:spcBef>
              <a:buClrTx/>
              <a:buFontTx/>
              <a:buNone/>
            </a:pPr>
            <a:r>
              <a:rPr lang="zh-CN" altLang="en-US" sz="1200" b="0">
                <a:solidFill>
                  <a:srgbClr val="3366CC"/>
                </a:solidFill>
                <a:ea typeface="宋体" panose="02010600030101010101" pitchFamily="2" charset="-122"/>
              </a:rPr>
              <a:t>第</a:t>
            </a:r>
            <a:fld id="{9A0DB2DC-4C9A-4742-B13C-FB6460FD3503}" type="slidenum">
              <a:rPr lang="zh-TW" altLang="en-US" sz="1200" b="0">
                <a:solidFill>
                  <a:srgbClr val="3366CC"/>
                </a:solidFill>
                <a:ea typeface="PMingLiU" pitchFamily="18" charset="-120"/>
              </a:rPr>
              <a:t>18</a:t>
            </a:fld>
            <a:r>
              <a:rPr lang="zh-CN" altLang="en-US" sz="1200" b="0">
                <a:solidFill>
                  <a:srgbClr val="3366CC"/>
                </a:solidFill>
                <a:ea typeface="宋体" panose="02010600030101010101" pitchFamily="2" charset="-122"/>
              </a:rPr>
              <a:t>页</a:t>
            </a:r>
            <a:endParaRPr lang="zh-TW" altLang="en-US" sz="1200" b="0">
              <a:solidFill>
                <a:srgbClr val="3366CC"/>
              </a:solidFill>
              <a:ea typeface="宋体" panose="02010600030101010101" pitchFamily="2" charset="-122"/>
            </a:endParaRPr>
          </a:p>
        </p:txBody>
      </p:sp>
      <p:sp>
        <p:nvSpPr>
          <p:cNvPr id="33795" name="Rectangle 2"/>
          <p:cNvSpPr>
            <a:spLocks noGrp="1"/>
          </p:cNvSpPr>
          <p:nvPr>
            <p:ph type="title"/>
          </p:nvPr>
        </p:nvSpPr>
        <p:spPr/>
        <p:txBody>
          <a:bodyPr vert="horz" wrap="square" lIns="91440" tIns="45720" rIns="91440" bIns="45720" anchor="b" anchorCtr="0"/>
          <a:lstStyle/>
          <a:p>
            <a:pPr eaLnBrk="1" hangingPunct="1"/>
            <a:r>
              <a:rPr lang="en-US" altLang="zh-CN"/>
              <a:t>7.2</a:t>
            </a:r>
            <a:r>
              <a:rPr lang="zh-CN" altLang="en-US"/>
              <a:t> </a:t>
            </a:r>
            <a:r>
              <a:rPr lang="zh-CN" altLang="zh-CN">
                <a:sym typeface="+mn-ea"/>
              </a:rPr>
              <a:t>I/O系统的控制方式</a:t>
            </a:r>
            <a:endParaRPr lang="zh-CN" altLang="en-US"/>
          </a:p>
        </p:txBody>
      </p:sp>
      <p:graphicFrame>
        <p:nvGraphicFramePr>
          <p:cNvPr id="2" name="表格 1"/>
          <p:cNvGraphicFramePr>
            <a:graphicFrameLocks noGrp="1"/>
          </p:cNvGraphicFramePr>
          <p:nvPr>
            <p:custDataLst>
              <p:tags r:id="rId1"/>
            </p:custDataLst>
          </p:nvPr>
        </p:nvGraphicFramePr>
        <p:xfrm>
          <a:off x="467995" y="1484630"/>
          <a:ext cx="7754620" cy="5173932"/>
        </p:xfrm>
        <a:graphic>
          <a:graphicData uri="http://schemas.openxmlformats.org/drawingml/2006/table">
            <a:tbl>
              <a:tblPr/>
              <a:tblGrid>
                <a:gridCol w="1774190">
                  <a:extLst>
                    <a:ext uri="{9D8B030D-6E8A-4147-A177-3AD203B41FA5}">
                      <a16:colId xmlns:a16="http://schemas.microsoft.com/office/drawing/2014/main" val="20000"/>
                    </a:ext>
                  </a:extLst>
                </a:gridCol>
                <a:gridCol w="658495">
                  <a:extLst>
                    <a:ext uri="{9D8B030D-6E8A-4147-A177-3AD203B41FA5}">
                      <a16:colId xmlns:a16="http://schemas.microsoft.com/office/drawing/2014/main" val="20001"/>
                    </a:ext>
                  </a:extLst>
                </a:gridCol>
                <a:gridCol w="831215">
                  <a:extLst>
                    <a:ext uri="{9D8B030D-6E8A-4147-A177-3AD203B41FA5}">
                      <a16:colId xmlns:a16="http://schemas.microsoft.com/office/drawing/2014/main" val="20002"/>
                    </a:ext>
                  </a:extLst>
                </a:gridCol>
                <a:gridCol w="1242060">
                  <a:extLst>
                    <a:ext uri="{9D8B030D-6E8A-4147-A177-3AD203B41FA5}">
                      <a16:colId xmlns:a16="http://schemas.microsoft.com/office/drawing/2014/main" val="20003"/>
                    </a:ext>
                  </a:extLst>
                </a:gridCol>
                <a:gridCol w="1150620">
                  <a:extLst>
                    <a:ext uri="{9D8B030D-6E8A-4147-A177-3AD203B41FA5}">
                      <a16:colId xmlns:a16="http://schemas.microsoft.com/office/drawing/2014/main" val="20004"/>
                    </a:ext>
                  </a:extLst>
                </a:gridCol>
                <a:gridCol w="714375">
                  <a:extLst>
                    <a:ext uri="{9D8B030D-6E8A-4147-A177-3AD203B41FA5}">
                      <a16:colId xmlns:a16="http://schemas.microsoft.com/office/drawing/2014/main" val="20005"/>
                    </a:ext>
                  </a:extLst>
                </a:gridCol>
                <a:gridCol w="1383665">
                  <a:extLst>
                    <a:ext uri="{9D8B030D-6E8A-4147-A177-3AD203B41FA5}">
                      <a16:colId xmlns:a16="http://schemas.microsoft.com/office/drawing/2014/main" val="20006"/>
                    </a:ext>
                  </a:extLst>
                </a:gridCol>
              </a:tblGrid>
              <a:tr h="1077595">
                <a:tc>
                  <a:txBody>
                    <a:bodyPr/>
                    <a:lstStyle>
                      <a:lvl1pPr>
                        <a:spcBef>
                          <a:spcPct val="20000"/>
                        </a:spcBef>
                        <a:buClr>
                          <a:srgbClr val="0000FF"/>
                        </a:buClr>
                        <a:buFont typeface="Monotype Sorts" pitchFamily="2" charset="2"/>
                        <a:defRPr kumimoji="1" sz="2400" b="1">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rgbClr val="0000FF"/>
                        </a:buClr>
                        <a:buFont typeface="Monotype Sorts" pitchFamily="2" charset="2"/>
                        <a:defRPr kumimoji="1" sz="2000" b="1">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rgbClr val="0000FF"/>
                        </a:buClr>
                        <a:buFont typeface="Monotype Sorts" pitchFamily="2" charset="2"/>
                        <a:defRPr kumimoji="1" b="1">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rgbClr val="0000FF"/>
                        </a:buClr>
                        <a:defRPr kumimoji="1" b="1">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rgbClr val="0000FF"/>
                        </a:buClr>
                        <a:defRPr kumimoji="1" b="1">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rgbClr val="0000FF"/>
                        </a:buClr>
                        <a:defRPr kumimoji="1" b="1">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rgbClr val="0000FF"/>
                        </a:buClr>
                        <a:defRPr kumimoji="1" b="1">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rgbClr val="0000FF"/>
                        </a:buClr>
                        <a:defRPr kumimoji="1" b="1">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rgbClr val="0000FF"/>
                        </a:buClr>
                        <a:defRPr kumimoji="1" b="1">
                          <a:solidFill>
                            <a:schemeClr val="tx1"/>
                          </a:solidFill>
                          <a:latin typeface="Times New Roman" panose="02020603050405020304" pitchFamily="18" charset="0"/>
                          <a:ea typeface="黑体" panose="02010609060101010101" pitchFamily="49"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en-US" sz="1800" b="0">
                          <a:ln>
                            <a:noFill/>
                          </a:ln>
                          <a:solidFill>
                            <a:srgbClr val="000000"/>
                          </a:solidFill>
                          <a:effectLst/>
                          <a:latin typeface="Arial" panose="020B0604020202020204" pitchFamily="34" charset="0"/>
                          <a:ea typeface="宋体" panose="02010600030101010101" pitchFamily="2" charset="-122"/>
                          <a:sym typeface="+mn-ea"/>
                        </a:rPr>
                        <a:t>I/O控制方式</a:t>
                      </a:r>
                      <a:endParaRPr kumimoji="0" lang="zh-CN" altLang="en-US" sz="1800" b="0" i="0" u="none" strike="noStrike" cap="none" normalizeH="0" baseline="0">
                        <a:ln>
                          <a:noFill/>
                        </a:ln>
                        <a:solidFill>
                          <a:srgbClr val="000000"/>
                        </a:solidFill>
                        <a:effectLst/>
                        <a:latin typeface="Arial" panose="020B0604020202020204" pitchFamily="34" charset="0"/>
                        <a:ea typeface="宋体" panose="02010600030101010101" pitchFamily="2" charset="-122"/>
                      </a:endParaRPr>
                    </a:p>
                  </a:txBody>
                  <a:tcPr marL="91450" marR="91450" marT="45696" marB="45696"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lvl1pPr>
                        <a:spcBef>
                          <a:spcPct val="20000"/>
                        </a:spcBef>
                        <a:buClr>
                          <a:srgbClr val="0000FF"/>
                        </a:buClr>
                        <a:buFont typeface="Monotype Sorts" pitchFamily="2" charset="2"/>
                        <a:defRPr kumimoji="1" sz="2400" b="1">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rgbClr val="0000FF"/>
                        </a:buClr>
                        <a:buFont typeface="Monotype Sorts" pitchFamily="2" charset="2"/>
                        <a:defRPr kumimoji="1" sz="2000" b="1">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rgbClr val="0000FF"/>
                        </a:buClr>
                        <a:buFont typeface="Monotype Sorts" pitchFamily="2" charset="2"/>
                        <a:defRPr kumimoji="1" b="1">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rgbClr val="0000FF"/>
                        </a:buClr>
                        <a:defRPr kumimoji="1" b="1">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rgbClr val="0000FF"/>
                        </a:buClr>
                        <a:defRPr kumimoji="1" b="1">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rgbClr val="0000FF"/>
                        </a:buClr>
                        <a:defRPr kumimoji="1" b="1">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rgbClr val="0000FF"/>
                        </a:buClr>
                        <a:defRPr kumimoji="1" b="1">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rgbClr val="0000FF"/>
                        </a:buClr>
                        <a:defRPr kumimoji="1" b="1">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rgbClr val="0000FF"/>
                        </a:buClr>
                        <a:defRPr kumimoji="1" b="1">
                          <a:solidFill>
                            <a:schemeClr val="tx1"/>
                          </a:solidFill>
                          <a:latin typeface="Times New Roman" panose="02020603050405020304" pitchFamily="18" charset="0"/>
                          <a:ea typeface="黑体" panose="02010609060101010101" pitchFamily="49"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en-US" sz="1800" b="0">
                          <a:ln>
                            <a:noFill/>
                          </a:ln>
                          <a:solidFill>
                            <a:srgbClr val="000000"/>
                          </a:solidFill>
                          <a:effectLst/>
                          <a:latin typeface="Arial" panose="020B0604020202020204" pitchFamily="34" charset="0"/>
                          <a:ea typeface="宋体" panose="02010600030101010101" pitchFamily="2" charset="-122"/>
                          <a:sym typeface="+mn-ea"/>
                        </a:rPr>
                        <a:t>CPU干预程度</a:t>
                      </a:r>
                    </a:p>
                  </a:txBody>
                  <a:tcPr marL="91450" marR="91450" marT="45696" marB="45696"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en-US" sz="1800" b="0">
                          <a:ln>
                            <a:noFill/>
                          </a:ln>
                          <a:solidFill>
                            <a:srgbClr val="000000"/>
                          </a:solidFill>
                          <a:effectLst/>
                          <a:latin typeface="Arial" panose="020B0604020202020204" pitchFamily="34" charset="0"/>
                          <a:ea typeface="宋体" panose="02010600030101010101" pitchFamily="2" charset="-122"/>
                          <a:sym typeface="+mn-ea"/>
                        </a:rPr>
                        <a:t>CPU利用率</a:t>
                      </a:r>
                    </a:p>
                  </a:txBody>
                  <a:tcPr marL="91450" marR="91450" marT="45696" marB="45696"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lang="zh-CN" altLang="en-US" sz="1800">
                          <a:ln>
                            <a:noFill/>
                          </a:ln>
                          <a:solidFill>
                            <a:srgbClr val="000000"/>
                          </a:solidFill>
                          <a:effectLst/>
                          <a:latin typeface="Arial" panose="020B0604020202020204" pitchFamily="34" charset="0"/>
                          <a:ea typeface="宋体" panose="02010600030101010101" pitchFamily="2" charset="-122"/>
                          <a:sym typeface="+mn-ea"/>
                        </a:rPr>
                        <a:t>CPU和外设并行度</a:t>
                      </a:r>
                    </a:p>
                  </a:txBody>
                  <a:tcPr marL="91450" marR="91450" marT="45696" marB="45696"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lang="zh-CN" altLang="en-US" sz="1800">
                          <a:ln>
                            <a:noFill/>
                          </a:ln>
                          <a:solidFill>
                            <a:srgbClr val="000000"/>
                          </a:solidFill>
                          <a:effectLst/>
                          <a:latin typeface="Arial" panose="020B0604020202020204" pitchFamily="34" charset="0"/>
                          <a:ea typeface="宋体" panose="02010600030101010101" pitchFamily="2" charset="-122"/>
                          <a:sym typeface="+mn-ea"/>
                        </a:rPr>
                        <a:t>成本</a:t>
                      </a:r>
                    </a:p>
                  </a:txBody>
                  <a:tcPr marL="91450" marR="91450" marT="45696" marB="45696"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lvl1pPr>
                        <a:spcBef>
                          <a:spcPct val="20000"/>
                        </a:spcBef>
                        <a:buClr>
                          <a:srgbClr val="0000FF"/>
                        </a:buClr>
                        <a:buFont typeface="Monotype Sorts" pitchFamily="2" charset="2"/>
                        <a:defRPr kumimoji="1" sz="2400" b="1">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rgbClr val="0000FF"/>
                        </a:buClr>
                        <a:buFont typeface="Monotype Sorts" pitchFamily="2" charset="2"/>
                        <a:defRPr kumimoji="1" sz="2000" b="1">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rgbClr val="0000FF"/>
                        </a:buClr>
                        <a:buFont typeface="Monotype Sorts" pitchFamily="2" charset="2"/>
                        <a:defRPr kumimoji="1" b="1">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rgbClr val="0000FF"/>
                        </a:buClr>
                        <a:defRPr kumimoji="1" b="1">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rgbClr val="0000FF"/>
                        </a:buClr>
                        <a:defRPr kumimoji="1" b="1">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rgbClr val="0000FF"/>
                        </a:buClr>
                        <a:defRPr kumimoji="1" b="1">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rgbClr val="0000FF"/>
                        </a:buClr>
                        <a:defRPr kumimoji="1" b="1">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rgbClr val="0000FF"/>
                        </a:buClr>
                        <a:defRPr kumimoji="1" b="1">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rgbClr val="0000FF"/>
                        </a:buClr>
                        <a:defRPr kumimoji="1" b="1">
                          <a:solidFill>
                            <a:schemeClr val="tx1"/>
                          </a:solidFill>
                          <a:latin typeface="Times New Roman" panose="02020603050405020304" pitchFamily="18" charset="0"/>
                          <a:ea typeface="黑体" panose="02010609060101010101" pitchFamily="49"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en-US" sz="1800" b="0">
                          <a:ln>
                            <a:noFill/>
                          </a:ln>
                          <a:solidFill>
                            <a:srgbClr val="000000"/>
                          </a:solidFill>
                          <a:effectLst/>
                          <a:latin typeface="Arial" panose="020B0604020202020204" pitchFamily="34" charset="0"/>
                          <a:ea typeface="宋体" panose="02010600030101010101" pitchFamily="2" charset="-122"/>
                          <a:sym typeface="+mn-ea"/>
                        </a:rPr>
                        <a:t>I/O传输单位</a:t>
                      </a:r>
                    </a:p>
                  </a:txBody>
                  <a:tcPr marL="91450" marR="91450" marT="45696" marB="45696"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lvl1pPr>
                        <a:spcBef>
                          <a:spcPct val="20000"/>
                        </a:spcBef>
                        <a:buClr>
                          <a:srgbClr val="0000FF"/>
                        </a:buClr>
                        <a:buFont typeface="Monotype Sorts" pitchFamily="2" charset="2"/>
                        <a:defRPr kumimoji="1" sz="2400" b="1">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rgbClr val="0000FF"/>
                        </a:buClr>
                        <a:buFont typeface="Monotype Sorts" pitchFamily="2" charset="2"/>
                        <a:defRPr kumimoji="1" sz="2000" b="1">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rgbClr val="0000FF"/>
                        </a:buClr>
                        <a:buFont typeface="Monotype Sorts" pitchFamily="2" charset="2"/>
                        <a:defRPr kumimoji="1" b="1">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rgbClr val="0000FF"/>
                        </a:buClr>
                        <a:defRPr kumimoji="1" b="1">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rgbClr val="0000FF"/>
                        </a:buClr>
                        <a:defRPr kumimoji="1" b="1">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rgbClr val="0000FF"/>
                        </a:buClr>
                        <a:defRPr kumimoji="1" b="1">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rgbClr val="0000FF"/>
                        </a:buClr>
                        <a:defRPr kumimoji="1" b="1">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rgbClr val="0000FF"/>
                        </a:buClr>
                        <a:defRPr kumimoji="1" b="1">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rgbClr val="0000FF"/>
                        </a:buClr>
                        <a:defRPr kumimoji="1" b="1">
                          <a:solidFill>
                            <a:schemeClr val="tx1"/>
                          </a:solidFill>
                          <a:latin typeface="Times New Roman" panose="02020603050405020304" pitchFamily="18" charset="0"/>
                          <a:ea typeface="黑体" panose="02010609060101010101" pitchFamily="49"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en-US" sz="1800" b="0" i="0" u="none" strike="noStrike" cap="none" normalizeH="0" baseline="0">
                          <a:ln>
                            <a:noFill/>
                          </a:ln>
                          <a:solidFill>
                            <a:srgbClr val="000000"/>
                          </a:solidFill>
                          <a:effectLst/>
                          <a:latin typeface="Arial" panose="020B0604020202020204" pitchFamily="34" charset="0"/>
                          <a:ea typeface="宋体" panose="02010600030101010101" pitchFamily="2" charset="-122"/>
                        </a:rPr>
                        <a:t>适用场合</a:t>
                      </a:r>
                    </a:p>
                  </a:txBody>
                  <a:tcPr marL="91450" marR="91450" marT="45696" marB="45696"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val="10000"/>
                  </a:ext>
                </a:extLst>
              </a:tr>
              <a:tr h="829310">
                <a:tc>
                  <a:txBody>
                    <a:bodyPr/>
                    <a:lstStyle>
                      <a:lvl1pPr>
                        <a:spcBef>
                          <a:spcPct val="20000"/>
                        </a:spcBef>
                        <a:buClr>
                          <a:srgbClr val="0000FF"/>
                        </a:buClr>
                        <a:buFont typeface="Monotype Sorts" pitchFamily="2" charset="2"/>
                        <a:defRPr kumimoji="1" sz="2400" b="1">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rgbClr val="0000FF"/>
                        </a:buClr>
                        <a:buFont typeface="Monotype Sorts" pitchFamily="2" charset="2"/>
                        <a:defRPr kumimoji="1" sz="2000" b="1">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rgbClr val="0000FF"/>
                        </a:buClr>
                        <a:buFont typeface="Monotype Sorts" pitchFamily="2" charset="2"/>
                        <a:defRPr kumimoji="1" b="1">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rgbClr val="0000FF"/>
                        </a:buClr>
                        <a:defRPr kumimoji="1" b="1">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rgbClr val="0000FF"/>
                        </a:buClr>
                        <a:defRPr kumimoji="1" b="1">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rgbClr val="0000FF"/>
                        </a:buClr>
                        <a:defRPr kumimoji="1" b="1">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rgbClr val="0000FF"/>
                        </a:buClr>
                        <a:defRPr kumimoji="1" b="1">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rgbClr val="0000FF"/>
                        </a:buClr>
                        <a:defRPr kumimoji="1" b="1">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rgbClr val="0000FF"/>
                        </a:buClr>
                        <a:defRPr kumimoji="1" b="1">
                          <a:solidFill>
                            <a:schemeClr val="tx1"/>
                          </a:solidFill>
                          <a:latin typeface="Times New Roman" panose="02020603050405020304" pitchFamily="18" charset="0"/>
                          <a:ea typeface="黑体" panose="02010609060101010101" pitchFamily="49"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en-US" sz="1800" b="0">
                          <a:ln>
                            <a:noFill/>
                          </a:ln>
                          <a:solidFill>
                            <a:srgbClr val="000000"/>
                          </a:solidFill>
                          <a:effectLst/>
                          <a:latin typeface="Arial" panose="020B0604020202020204" pitchFamily="34" charset="0"/>
                          <a:ea typeface="宋体" panose="02010600030101010101" pitchFamily="2" charset="-122"/>
                          <a:sym typeface="+mn-ea"/>
                        </a:rPr>
                        <a:t>程序控制I/O</a:t>
                      </a:r>
                      <a:endParaRPr kumimoji="0" lang="zh-CN" altLang="en-US" sz="1800" b="0" i="0" u="none" strike="noStrike" cap="none" normalizeH="0" baseline="0">
                        <a:ln>
                          <a:noFill/>
                        </a:ln>
                        <a:solidFill>
                          <a:srgbClr val="000000"/>
                        </a:solidFill>
                        <a:effectLst/>
                        <a:latin typeface="Arial" panose="020B0604020202020204" pitchFamily="34" charset="0"/>
                        <a:ea typeface="宋体" panose="02010600030101010101" pitchFamily="2" charset="-122"/>
                      </a:endParaRPr>
                    </a:p>
                  </a:txBody>
                  <a:tcPr marL="91450" marR="91450" marT="45696" marB="45696"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CBECDE"/>
                    </a:solidFill>
                  </a:tcPr>
                </a:tc>
                <a:tc>
                  <a:txBody>
                    <a:bodyPr/>
                    <a:lstStyle>
                      <a:lvl1pPr>
                        <a:spcBef>
                          <a:spcPct val="20000"/>
                        </a:spcBef>
                        <a:buClr>
                          <a:srgbClr val="0000FF"/>
                        </a:buClr>
                        <a:buFont typeface="Monotype Sorts" pitchFamily="2" charset="2"/>
                        <a:defRPr kumimoji="1" sz="2400" b="1">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rgbClr val="0000FF"/>
                        </a:buClr>
                        <a:buFont typeface="Monotype Sorts" pitchFamily="2" charset="2"/>
                        <a:defRPr kumimoji="1" sz="2000" b="1">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rgbClr val="0000FF"/>
                        </a:buClr>
                        <a:buFont typeface="Monotype Sorts" pitchFamily="2" charset="2"/>
                        <a:defRPr kumimoji="1" b="1">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rgbClr val="0000FF"/>
                        </a:buClr>
                        <a:defRPr kumimoji="1" b="1">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rgbClr val="0000FF"/>
                        </a:buClr>
                        <a:defRPr kumimoji="1" b="1">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rgbClr val="0000FF"/>
                        </a:buClr>
                        <a:defRPr kumimoji="1" b="1">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rgbClr val="0000FF"/>
                        </a:buClr>
                        <a:defRPr kumimoji="1" b="1">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rgbClr val="0000FF"/>
                        </a:buClr>
                        <a:defRPr kumimoji="1" b="1">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rgbClr val="0000FF"/>
                        </a:buClr>
                        <a:defRPr kumimoji="1" b="1">
                          <a:solidFill>
                            <a:schemeClr val="tx1"/>
                          </a:solidFill>
                          <a:latin typeface="Times New Roman" panose="02020603050405020304" pitchFamily="18" charset="0"/>
                          <a:ea typeface="黑体" panose="02010609060101010101" pitchFamily="49"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en-US" sz="1800" b="0" i="0" u="none" strike="noStrike" cap="none" normalizeH="0" baseline="0">
                          <a:ln>
                            <a:noFill/>
                          </a:ln>
                          <a:solidFill>
                            <a:srgbClr val="000000"/>
                          </a:solidFill>
                          <a:effectLst/>
                          <a:latin typeface="Arial" panose="020B0604020202020204" pitchFamily="34" charset="0"/>
                          <a:ea typeface="宋体" panose="02010600030101010101" pitchFamily="2" charset="-122"/>
                        </a:rPr>
                        <a:t>非常高</a:t>
                      </a:r>
                    </a:p>
                  </a:txBody>
                  <a:tcPr marL="91450" marR="91450" marT="45696" marB="45696"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CBECDE"/>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en-US" sz="1800" b="0" i="0" u="none" strike="noStrike" cap="none" normalizeH="0" baseline="0">
                          <a:ln>
                            <a:noFill/>
                          </a:ln>
                          <a:solidFill>
                            <a:srgbClr val="000000"/>
                          </a:solidFill>
                          <a:effectLst/>
                          <a:latin typeface="Arial" panose="020B0604020202020204" pitchFamily="34" charset="0"/>
                          <a:ea typeface="宋体" panose="02010600030101010101" pitchFamily="2" charset="-122"/>
                        </a:rPr>
                        <a:t>非常低</a:t>
                      </a:r>
                    </a:p>
                  </a:txBody>
                  <a:tcPr marL="91450" marR="91450" marT="45696" marB="45696"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CBECDE"/>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en-US" sz="1800" b="0" i="0" u="none" strike="noStrike" cap="none" normalizeH="0" baseline="0">
                          <a:ln>
                            <a:noFill/>
                          </a:ln>
                          <a:solidFill>
                            <a:srgbClr val="000000"/>
                          </a:solidFill>
                          <a:effectLst/>
                          <a:latin typeface="Arial" panose="020B0604020202020204" pitchFamily="34" charset="0"/>
                          <a:ea typeface="宋体" panose="02010600030101010101" pitchFamily="2" charset="-122"/>
                        </a:rPr>
                        <a:t>非常低</a:t>
                      </a:r>
                    </a:p>
                  </a:txBody>
                  <a:tcPr marL="91450" marR="91450" marT="45696" marB="45696"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CBECDE"/>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en-US" sz="1800" b="0" i="0" u="none" strike="noStrike" cap="none" normalizeH="0" baseline="0">
                          <a:ln>
                            <a:noFill/>
                          </a:ln>
                          <a:solidFill>
                            <a:srgbClr val="000000"/>
                          </a:solidFill>
                          <a:effectLst/>
                          <a:latin typeface="Arial" panose="020B0604020202020204" pitchFamily="34" charset="0"/>
                          <a:ea typeface="宋体" panose="02010600030101010101" pitchFamily="2" charset="-122"/>
                        </a:rPr>
                        <a:t>非常低</a:t>
                      </a:r>
                    </a:p>
                  </a:txBody>
                  <a:tcPr marL="91450" marR="91450" marT="45696" marB="45696"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CBECDE"/>
                    </a:solidFill>
                  </a:tcPr>
                </a:tc>
                <a:tc>
                  <a:txBody>
                    <a:bodyPr/>
                    <a:lstStyle>
                      <a:lvl1pPr>
                        <a:spcBef>
                          <a:spcPct val="20000"/>
                        </a:spcBef>
                        <a:buClr>
                          <a:srgbClr val="0000FF"/>
                        </a:buClr>
                        <a:buFont typeface="Monotype Sorts" pitchFamily="2" charset="2"/>
                        <a:defRPr kumimoji="1" sz="2400" b="1">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rgbClr val="0000FF"/>
                        </a:buClr>
                        <a:buFont typeface="Monotype Sorts" pitchFamily="2" charset="2"/>
                        <a:defRPr kumimoji="1" sz="2000" b="1">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rgbClr val="0000FF"/>
                        </a:buClr>
                        <a:buFont typeface="Monotype Sorts" pitchFamily="2" charset="2"/>
                        <a:defRPr kumimoji="1" b="1">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rgbClr val="0000FF"/>
                        </a:buClr>
                        <a:defRPr kumimoji="1" b="1">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rgbClr val="0000FF"/>
                        </a:buClr>
                        <a:defRPr kumimoji="1" b="1">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rgbClr val="0000FF"/>
                        </a:buClr>
                        <a:defRPr kumimoji="1" b="1">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rgbClr val="0000FF"/>
                        </a:buClr>
                        <a:defRPr kumimoji="1" b="1">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rgbClr val="0000FF"/>
                        </a:buClr>
                        <a:defRPr kumimoji="1" b="1">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rgbClr val="0000FF"/>
                        </a:buClr>
                        <a:defRPr kumimoji="1" b="1">
                          <a:solidFill>
                            <a:schemeClr val="tx1"/>
                          </a:solidFill>
                          <a:latin typeface="Times New Roman" panose="02020603050405020304" pitchFamily="18" charset="0"/>
                          <a:ea typeface="黑体" panose="02010609060101010101" pitchFamily="49"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en-US" sz="1800" b="0" i="0" u="none" strike="noStrike" cap="none" normalizeH="0" baseline="0">
                          <a:ln>
                            <a:noFill/>
                          </a:ln>
                          <a:solidFill>
                            <a:srgbClr val="000000"/>
                          </a:solidFill>
                          <a:effectLst/>
                          <a:latin typeface="Arial" panose="020B0604020202020204" pitchFamily="34" charset="0"/>
                          <a:ea typeface="宋体" panose="02010600030101010101" pitchFamily="2" charset="-122"/>
                        </a:rPr>
                        <a:t>字节</a:t>
                      </a:r>
                    </a:p>
                  </a:txBody>
                  <a:tcPr marL="91450" marR="91450" marT="45696" marB="45696"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CBECDE"/>
                    </a:solidFill>
                  </a:tcPr>
                </a:tc>
                <a:tc>
                  <a:txBody>
                    <a:bodyPr/>
                    <a:lstStyle>
                      <a:lvl1pPr>
                        <a:spcBef>
                          <a:spcPct val="20000"/>
                        </a:spcBef>
                        <a:buClr>
                          <a:srgbClr val="0000FF"/>
                        </a:buClr>
                        <a:buFont typeface="Monotype Sorts" pitchFamily="2" charset="2"/>
                        <a:defRPr kumimoji="1" sz="2400" b="1">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rgbClr val="0000FF"/>
                        </a:buClr>
                        <a:buFont typeface="Monotype Sorts" pitchFamily="2" charset="2"/>
                        <a:defRPr kumimoji="1" sz="2000" b="1">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rgbClr val="0000FF"/>
                        </a:buClr>
                        <a:buFont typeface="Monotype Sorts" pitchFamily="2" charset="2"/>
                        <a:defRPr kumimoji="1" b="1">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rgbClr val="0000FF"/>
                        </a:buClr>
                        <a:defRPr kumimoji="1" b="1">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rgbClr val="0000FF"/>
                        </a:buClr>
                        <a:defRPr kumimoji="1" b="1">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rgbClr val="0000FF"/>
                        </a:buClr>
                        <a:defRPr kumimoji="1" b="1">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rgbClr val="0000FF"/>
                        </a:buClr>
                        <a:defRPr kumimoji="1" b="1">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rgbClr val="0000FF"/>
                        </a:buClr>
                        <a:defRPr kumimoji="1" b="1">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rgbClr val="0000FF"/>
                        </a:buClr>
                        <a:defRPr kumimoji="1" b="1">
                          <a:solidFill>
                            <a:schemeClr val="tx1"/>
                          </a:solidFill>
                          <a:latin typeface="Times New Roman" panose="02020603050405020304" pitchFamily="18" charset="0"/>
                          <a:ea typeface="黑体" panose="02010609060101010101" pitchFamily="49"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en-US" sz="1800" b="0">
                          <a:ln>
                            <a:noFill/>
                          </a:ln>
                          <a:solidFill>
                            <a:srgbClr val="000000"/>
                          </a:solidFill>
                          <a:effectLst/>
                          <a:latin typeface="Arial" panose="020B0604020202020204" pitchFamily="34" charset="0"/>
                          <a:ea typeface="宋体" panose="02010600030101010101" pitchFamily="2" charset="-122"/>
                          <a:sym typeface="+mn-ea"/>
                        </a:rPr>
                        <a:t>低速设备</a:t>
                      </a:r>
                      <a:endParaRPr kumimoji="0" lang="zh-CN" altLang="en-US" sz="1800" b="0" i="0" u="none" strike="noStrike" cap="none" normalizeH="0" baseline="0">
                        <a:ln>
                          <a:noFill/>
                        </a:ln>
                        <a:solidFill>
                          <a:srgbClr val="000000"/>
                        </a:solidFill>
                        <a:effectLst/>
                        <a:latin typeface="Arial" panose="020B0604020202020204" pitchFamily="34" charset="0"/>
                        <a:ea typeface="宋体" panose="02010600030101010101" pitchFamily="2" charset="-122"/>
                      </a:endParaRPr>
                    </a:p>
                    <a:p>
                      <a:pPr marL="0" marR="0" lvl="0" indent="0" algn="l" defTabSz="914400" rtl="0" eaLnBrk="1" fontAlgn="base" latinLnBrk="0" hangingPunct="1">
                        <a:lnSpc>
                          <a:spcPct val="100000"/>
                        </a:lnSpc>
                        <a:spcBef>
                          <a:spcPct val="0"/>
                        </a:spcBef>
                        <a:spcAft>
                          <a:spcPct val="0"/>
                        </a:spcAft>
                        <a:buClrTx/>
                        <a:buSzTx/>
                        <a:buFontTx/>
                        <a:buNone/>
                      </a:pPr>
                      <a:endParaRPr kumimoji="0" lang="zh-CN" altLang="en-US" sz="1800" b="0" i="0" u="none" strike="noStrike" cap="none" normalizeH="0" baseline="0">
                        <a:ln>
                          <a:noFill/>
                        </a:ln>
                        <a:solidFill>
                          <a:srgbClr val="000000"/>
                        </a:solidFill>
                        <a:effectLst/>
                        <a:latin typeface="Arial" panose="020B0604020202020204" pitchFamily="34" charset="0"/>
                        <a:ea typeface="宋体" panose="02010600030101010101" pitchFamily="2" charset="-122"/>
                      </a:endParaRPr>
                    </a:p>
                  </a:txBody>
                  <a:tcPr marL="91450" marR="91450" marT="45696" marB="45696"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CBECDE"/>
                    </a:solidFill>
                  </a:tcPr>
                </a:tc>
                <a:extLst>
                  <a:ext uri="{0D108BD9-81ED-4DB2-BD59-A6C34878D82A}">
                    <a16:rowId xmlns:a16="http://schemas.microsoft.com/office/drawing/2014/main" val="10001"/>
                  </a:ext>
                </a:extLst>
              </a:tr>
              <a:tr h="640080">
                <a:tc>
                  <a:txBody>
                    <a:bodyPr/>
                    <a:lstStyle>
                      <a:lvl1pPr>
                        <a:spcBef>
                          <a:spcPct val="20000"/>
                        </a:spcBef>
                        <a:buClr>
                          <a:srgbClr val="0000FF"/>
                        </a:buClr>
                        <a:buFont typeface="Monotype Sorts" pitchFamily="2" charset="2"/>
                        <a:defRPr kumimoji="1" sz="2400" b="1">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rgbClr val="0000FF"/>
                        </a:buClr>
                        <a:buFont typeface="Monotype Sorts" pitchFamily="2" charset="2"/>
                        <a:defRPr kumimoji="1" sz="2000" b="1">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rgbClr val="0000FF"/>
                        </a:buClr>
                        <a:buFont typeface="Monotype Sorts" pitchFamily="2" charset="2"/>
                        <a:defRPr kumimoji="1" b="1">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rgbClr val="0000FF"/>
                        </a:buClr>
                        <a:defRPr kumimoji="1" b="1">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rgbClr val="0000FF"/>
                        </a:buClr>
                        <a:defRPr kumimoji="1" b="1">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rgbClr val="0000FF"/>
                        </a:buClr>
                        <a:defRPr kumimoji="1" b="1">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rgbClr val="0000FF"/>
                        </a:buClr>
                        <a:defRPr kumimoji="1" b="1">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rgbClr val="0000FF"/>
                        </a:buClr>
                        <a:defRPr kumimoji="1" b="1">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rgbClr val="0000FF"/>
                        </a:buClr>
                        <a:defRPr kumimoji="1" b="1">
                          <a:solidFill>
                            <a:schemeClr val="tx1"/>
                          </a:solidFill>
                          <a:latin typeface="Times New Roman" panose="02020603050405020304" pitchFamily="18" charset="0"/>
                          <a:ea typeface="黑体" panose="02010609060101010101" pitchFamily="49"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en-US" sz="1800" b="0">
                          <a:ln>
                            <a:noFill/>
                          </a:ln>
                          <a:solidFill>
                            <a:srgbClr val="000000"/>
                          </a:solidFill>
                          <a:effectLst/>
                          <a:latin typeface="Arial" panose="020B0604020202020204" pitchFamily="34" charset="0"/>
                          <a:ea typeface="宋体" panose="02010600030101010101" pitchFamily="2" charset="-122"/>
                          <a:sym typeface="+mn-ea"/>
                        </a:rPr>
                        <a:t>中断驱动I/O</a:t>
                      </a:r>
                      <a:endParaRPr kumimoji="0" lang="zh-CN" altLang="en-US" sz="1800" b="0" i="0" u="none" strike="noStrike" cap="none" normalizeH="0" baseline="0">
                        <a:ln>
                          <a:noFill/>
                        </a:ln>
                        <a:solidFill>
                          <a:srgbClr val="000000"/>
                        </a:solidFill>
                        <a:effectLst/>
                        <a:latin typeface="Arial" panose="020B0604020202020204" pitchFamily="34" charset="0"/>
                        <a:ea typeface="宋体" panose="02010600030101010101" pitchFamily="2" charset="-122"/>
                      </a:endParaRPr>
                    </a:p>
                  </a:txBody>
                  <a:tcPr marL="91450" marR="91450" marT="45696" marB="45696"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7F6EF"/>
                    </a:solidFill>
                  </a:tcPr>
                </a:tc>
                <a:tc>
                  <a:txBody>
                    <a:bodyPr/>
                    <a:lstStyle>
                      <a:lvl1pPr>
                        <a:spcBef>
                          <a:spcPct val="20000"/>
                        </a:spcBef>
                        <a:buClr>
                          <a:srgbClr val="0000FF"/>
                        </a:buClr>
                        <a:buFont typeface="Monotype Sorts" pitchFamily="2" charset="2"/>
                        <a:defRPr kumimoji="1" sz="2400" b="1">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rgbClr val="0000FF"/>
                        </a:buClr>
                        <a:buFont typeface="Monotype Sorts" pitchFamily="2" charset="2"/>
                        <a:defRPr kumimoji="1" sz="2000" b="1">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rgbClr val="0000FF"/>
                        </a:buClr>
                        <a:buFont typeface="Monotype Sorts" pitchFamily="2" charset="2"/>
                        <a:defRPr kumimoji="1" b="1">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rgbClr val="0000FF"/>
                        </a:buClr>
                        <a:defRPr kumimoji="1" b="1">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rgbClr val="0000FF"/>
                        </a:buClr>
                        <a:defRPr kumimoji="1" b="1">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rgbClr val="0000FF"/>
                        </a:buClr>
                        <a:defRPr kumimoji="1" b="1">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rgbClr val="0000FF"/>
                        </a:buClr>
                        <a:defRPr kumimoji="1" b="1">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rgbClr val="0000FF"/>
                        </a:buClr>
                        <a:defRPr kumimoji="1" b="1">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rgbClr val="0000FF"/>
                        </a:buClr>
                        <a:defRPr kumimoji="1" b="1">
                          <a:solidFill>
                            <a:schemeClr val="tx1"/>
                          </a:solidFill>
                          <a:latin typeface="Times New Roman" panose="02020603050405020304" pitchFamily="18" charset="0"/>
                          <a:ea typeface="黑体" panose="02010609060101010101" pitchFamily="49"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en-US" sz="1800" b="0" i="0" u="none" strike="noStrike" cap="none" normalizeH="0" baseline="0">
                          <a:ln>
                            <a:noFill/>
                          </a:ln>
                          <a:solidFill>
                            <a:srgbClr val="000000"/>
                          </a:solidFill>
                          <a:effectLst/>
                          <a:latin typeface="Arial" panose="020B0604020202020204" pitchFamily="34" charset="0"/>
                          <a:ea typeface="宋体" panose="02010600030101010101" pitchFamily="2" charset="-122"/>
                        </a:rPr>
                        <a:t>高</a:t>
                      </a:r>
                    </a:p>
                  </a:txBody>
                  <a:tcPr marL="91450" marR="91450" marT="45696" marB="45696"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7F6EF"/>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en-US" sz="1800" b="0" i="0" u="none" strike="noStrike" cap="none" normalizeH="0" baseline="0">
                          <a:ln>
                            <a:noFill/>
                          </a:ln>
                          <a:solidFill>
                            <a:srgbClr val="000000"/>
                          </a:solidFill>
                          <a:effectLst/>
                          <a:latin typeface="Arial" panose="020B0604020202020204" pitchFamily="34" charset="0"/>
                          <a:ea typeface="宋体" panose="02010600030101010101" pitchFamily="2" charset="-122"/>
                        </a:rPr>
                        <a:t>低</a:t>
                      </a:r>
                    </a:p>
                  </a:txBody>
                  <a:tcPr marL="91450" marR="91450" marT="45696" marB="45696"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7F6EF"/>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en-US" sz="1800" b="0" i="0" u="none" strike="noStrike" cap="none" normalizeH="0" baseline="0">
                          <a:ln>
                            <a:noFill/>
                          </a:ln>
                          <a:solidFill>
                            <a:srgbClr val="000000"/>
                          </a:solidFill>
                          <a:effectLst/>
                          <a:latin typeface="Arial" panose="020B0604020202020204" pitchFamily="34" charset="0"/>
                          <a:ea typeface="宋体" panose="02010600030101010101" pitchFamily="2" charset="-122"/>
                        </a:rPr>
                        <a:t>低</a:t>
                      </a:r>
                    </a:p>
                  </a:txBody>
                  <a:tcPr marL="91450" marR="91450" marT="45696" marB="45696"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7F6EF"/>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en-US" sz="1800" b="0" i="0" u="none" strike="noStrike" cap="none" normalizeH="0" baseline="0">
                          <a:ln>
                            <a:noFill/>
                          </a:ln>
                          <a:solidFill>
                            <a:srgbClr val="000000"/>
                          </a:solidFill>
                          <a:effectLst/>
                          <a:latin typeface="Arial" panose="020B0604020202020204" pitchFamily="34" charset="0"/>
                          <a:ea typeface="宋体" panose="02010600030101010101" pitchFamily="2" charset="-122"/>
                        </a:rPr>
                        <a:t>低（中断线）</a:t>
                      </a:r>
                    </a:p>
                  </a:txBody>
                  <a:tcPr marL="91450" marR="91450" marT="45696" marB="45696"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7F6EF"/>
                    </a:solidFill>
                  </a:tcPr>
                </a:tc>
                <a:tc>
                  <a:txBody>
                    <a:bodyPr/>
                    <a:lstStyle>
                      <a:lvl1pPr>
                        <a:spcBef>
                          <a:spcPct val="20000"/>
                        </a:spcBef>
                        <a:buClr>
                          <a:srgbClr val="0000FF"/>
                        </a:buClr>
                        <a:buFont typeface="Monotype Sorts" pitchFamily="2" charset="2"/>
                        <a:defRPr kumimoji="1" sz="2400" b="1">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rgbClr val="0000FF"/>
                        </a:buClr>
                        <a:buFont typeface="Monotype Sorts" pitchFamily="2" charset="2"/>
                        <a:defRPr kumimoji="1" sz="2000" b="1">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rgbClr val="0000FF"/>
                        </a:buClr>
                        <a:buFont typeface="Monotype Sorts" pitchFamily="2" charset="2"/>
                        <a:defRPr kumimoji="1" b="1">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rgbClr val="0000FF"/>
                        </a:buClr>
                        <a:defRPr kumimoji="1" b="1">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rgbClr val="0000FF"/>
                        </a:buClr>
                        <a:defRPr kumimoji="1" b="1">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rgbClr val="0000FF"/>
                        </a:buClr>
                        <a:defRPr kumimoji="1" b="1">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rgbClr val="0000FF"/>
                        </a:buClr>
                        <a:defRPr kumimoji="1" b="1">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rgbClr val="0000FF"/>
                        </a:buClr>
                        <a:defRPr kumimoji="1" b="1">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rgbClr val="0000FF"/>
                        </a:buClr>
                        <a:defRPr kumimoji="1" b="1">
                          <a:solidFill>
                            <a:schemeClr val="tx1"/>
                          </a:solidFill>
                          <a:latin typeface="Times New Roman" panose="02020603050405020304" pitchFamily="18" charset="0"/>
                          <a:ea typeface="黑体" panose="02010609060101010101" pitchFamily="49"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en-US" sz="1800" b="0">
                          <a:ln>
                            <a:noFill/>
                          </a:ln>
                          <a:solidFill>
                            <a:srgbClr val="000000"/>
                          </a:solidFill>
                          <a:effectLst/>
                          <a:latin typeface="Arial" panose="020B0604020202020204" pitchFamily="34" charset="0"/>
                          <a:ea typeface="宋体" panose="02010600030101010101" pitchFamily="2" charset="-122"/>
                          <a:sym typeface="+mn-ea"/>
                        </a:rPr>
                        <a:t>字节</a:t>
                      </a:r>
                      <a:endParaRPr kumimoji="0" lang="zh-CN" altLang="en-US" sz="1800" b="0" i="0" u="none" strike="noStrike" cap="none" normalizeH="0" baseline="0">
                        <a:ln>
                          <a:noFill/>
                        </a:ln>
                        <a:solidFill>
                          <a:srgbClr val="000000"/>
                        </a:solidFill>
                        <a:effectLst/>
                        <a:latin typeface="Arial" panose="020B0604020202020204" pitchFamily="34" charset="0"/>
                        <a:ea typeface="宋体" panose="02010600030101010101" pitchFamily="2" charset="-122"/>
                      </a:endParaRPr>
                    </a:p>
                  </a:txBody>
                  <a:tcPr marL="91450" marR="91450" marT="45696" marB="45696"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7F6EF"/>
                    </a:solidFill>
                  </a:tcPr>
                </a:tc>
                <a:tc>
                  <a:txBody>
                    <a:bodyPr/>
                    <a:lstStyle>
                      <a:lvl1pPr>
                        <a:spcBef>
                          <a:spcPct val="20000"/>
                        </a:spcBef>
                        <a:buClr>
                          <a:srgbClr val="0000FF"/>
                        </a:buClr>
                        <a:buFont typeface="Monotype Sorts" pitchFamily="2" charset="2"/>
                        <a:defRPr kumimoji="1" sz="2400" b="1">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rgbClr val="0000FF"/>
                        </a:buClr>
                        <a:buFont typeface="Monotype Sorts" pitchFamily="2" charset="2"/>
                        <a:defRPr kumimoji="1" sz="2000" b="1">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rgbClr val="0000FF"/>
                        </a:buClr>
                        <a:buFont typeface="Monotype Sorts" pitchFamily="2" charset="2"/>
                        <a:defRPr kumimoji="1" b="1">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rgbClr val="0000FF"/>
                        </a:buClr>
                        <a:defRPr kumimoji="1" b="1">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rgbClr val="0000FF"/>
                        </a:buClr>
                        <a:defRPr kumimoji="1" b="1">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rgbClr val="0000FF"/>
                        </a:buClr>
                        <a:defRPr kumimoji="1" b="1">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rgbClr val="0000FF"/>
                        </a:buClr>
                        <a:defRPr kumimoji="1" b="1">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rgbClr val="0000FF"/>
                        </a:buClr>
                        <a:defRPr kumimoji="1" b="1">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rgbClr val="0000FF"/>
                        </a:buClr>
                        <a:defRPr kumimoji="1" b="1">
                          <a:solidFill>
                            <a:schemeClr val="tx1"/>
                          </a:solidFill>
                          <a:latin typeface="Times New Roman" panose="02020603050405020304" pitchFamily="18" charset="0"/>
                          <a:ea typeface="黑体" panose="02010609060101010101" pitchFamily="49"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en-US" sz="1800" b="0">
                          <a:ln>
                            <a:noFill/>
                          </a:ln>
                          <a:solidFill>
                            <a:srgbClr val="000000"/>
                          </a:solidFill>
                          <a:effectLst/>
                          <a:latin typeface="Arial" panose="020B0604020202020204" pitchFamily="34" charset="0"/>
                          <a:ea typeface="宋体" panose="02010600030101010101" pitchFamily="2" charset="-122"/>
                          <a:sym typeface="+mn-ea"/>
                        </a:rPr>
                        <a:t>低速设备</a:t>
                      </a:r>
                    </a:p>
                  </a:txBody>
                  <a:tcPr marL="91450" marR="91450" marT="45696" marB="45696"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7F6EF"/>
                    </a:solidFill>
                  </a:tcPr>
                </a:tc>
                <a:extLst>
                  <a:ext uri="{0D108BD9-81ED-4DB2-BD59-A6C34878D82A}">
                    <a16:rowId xmlns:a16="http://schemas.microsoft.com/office/drawing/2014/main" val="10002"/>
                  </a:ext>
                </a:extLst>
              </a:tr>
              <a:tr h="1188720">
                <a:tc>
                  <a:txBody>
                    <a:bodyPr/>
                    <a:lstStyle>
                      <a:lvl1pPr>
                        <a:spcBef>
                          <a:spcPct val="20000"/>
                        </a:spcBef>
                        <a:buClr>
                          <a:srgbClr val="0000FF"/>
                        </a:buClr>
                        <a:buFont typeface="Monotype Sorts" pitchFamily="2" charset="2"/>
                        <a:defRPr kumimoji="1" sz="2400" b="1">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rgbClr val="0000FF"/>
                        </a:buClr>
                        <a:buFont typeface="Monotype Sorts" pitchFamily="2" charset="2"/>
                        <a:defRPr kumimoji="1" sz="2000" b="1">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rgbClr val="0000FF"/>
                        </a:buClr>
                        <a:buFont typeface="Monotype Sorts" pitchFamily="2" charset="2"/>
                        <a:defRPr kumimoji="1" b="1">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rgbClr val="0000FF"/>
                        </a:buClr>
                        <a:defRPr kumimoji="1" b="1">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rgbClr val="0000FF"/>
                        </a:buClr>
                        <a:defRPr kumimoji="1" b="1">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rgbClr val="0000FF"/>
                        </a:buClr>
                        <a:defRPr kumimoji="1" b="1">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rgbClr val="0000FF"/>
                        </a:buClr>
                        <a:defRPr kumimoji="1" b="1">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rgbClr val="0000FF"/>
                        </a:buClr>
                        <a:defRPr kumimoji="1" b="1">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rgbClr val="0000FF"/>
                        </a:buClr>
                        <a:defRPr kumimoji="1" b="1">
                          <a:solidFill>
                            <a:schemeClr val="tx1"/>
                          </a:solidFill>
                          <a:latin typeface="Times New Roman" panose="02020603050405020304" pitchFamily="18" charset="0"/>
                          <a:ea typeface="黑体" panose="02010609060101010101" pitchFamily="49"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en-US" sz="1800" b="0">
                          <a:ln>
                            <a:noFill/>
                          </a:ln>
                          <a:solidFill>
                            <a:srgbClr val="000000"/>
                          </a:solidFill>
                          <a:effectLst/>
                          <a:latin typeface="Arial" panose="020B0604020202020204" pitchFamily="34" charset="0"/>
                          <a:ea typeface="宋体" panose="02010600030101010101" pitchFamily="2" charset="-122"/>
                          <a:sym typeface="+mn-ea"/>
                        </a:rPr>
                        <a:t>直接存储访问I/O</a:t>
                      </a:r>
                      <a:endParaRPr kumimoji="0" lang="zh-CN" altLang="en-US" sz="1800" b="0" i="0" u="none" strike="noStrike" cap="none" normalizeH="0" baseline="0">
                        <a:ln>
                          <a:noFill/>
                        </a:ln>
                        <a:solidFill>
                          <a:srgbClr val="000000"/>
                        </a:solidFill>
                        <a:effectLst/>
                        <a:latin typeface="Arial" panose="020B0604020202020204" pitchFamily="34" charset="0"/>
                        <a:ea typeface="宋体" panose="02010600030101010101" pitchFamily="2" charset="-122"/>
                      </a:endParaRPr>
                    </a:p>
                  </a:txBody>
                  <a:tcPr marL="91450" marR="91450" marT="45696" marB="45696"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CBECDE"/>
                    </a:solidFill>
                  </a:tcPr>
                </a:tc>
                <a:tc>
                  <a:txBody>
                    <a:bodyPr/>
                    <a:lstStyle>
                      <a:lvl1pPr>
                        <a:spcBef>
                          <a:spcPct val="20000"/>
                        </a:spcBef>
                        <a:buClr>
                          <a:srgbClr val="0000FF"/>
                        </a:buClr>
                        <a:buFont typeface="Monotype Sorts" pitchFamily="2" charset="2"/>
                        <a:defRPr kumimoji="1" sz="2400" b="1">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rgbClr val="0000FF"/>
                        </a:buClr>
                        <a:buFont typeface="Monotype Sorts" pitchFamily="2" charset="2"/>
                        <a:defRPr kumimoji="1" sz="2000" b="1">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rgbClr val="0000FF"/>
                        </a:buClr>
                        <a:buFont typeface="Monotype Sorts" pitchFamily="2" charset="2"/>
                        <a:defRPr kumimoji="1" b="1">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rgbClr val="0000FF"/>
                        </a:buClr>
                        <a:defRPr kumimoji="1" b="1">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rgbClr val="0000FF"/>
                        </a:buClr>
                        <a:defRPr kumimoji="1" b="1">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rgbClr val="0000FF"/>
                        </a:buClr>
                        <a:defRPr kumimoji="1" b="1">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rgbClr val="0000FF"/>
                        </a:buClr>
                        <a:defRPr kumimoji="1" b="1">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rgbClr val="0000FF"/>
                        </a:buClr>
                        <a:defRPr kumimoji="1" b="1">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rgbClr val="0000FF"/>
                        </a:buClr>
                        <a:defRPr kumimoji="1" b="1">
                          <a:solidFill>
                            <a:schemeClr val="tx1"/>
                          </a:solidFill>
                          <a:latin typeface="Times New Roman" panose="02020603050405020304" pitchFamily="18" charset="0"/>
                          <a:ea typeface="黑体" panose="02010609060101010101" pitchFamily="49"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en-US" sz="1800" b="0" i="0" u="none" strike="noStrike" cap="none" normalizeH="0" baseline="0">
                          <a:ln>
                            <a:noFill/>
                          </a:ln>
                          <a:solidFill>
                            <a:srgbClr val="000000"/>
                          </a:solidFill>
                          <a:effectLst/>
                          <a:latin typeface="Arial" panose="020B0604020202020204" pitchFamily="34" charset="0"/>
                          <a:ea typeface="宋体" panose="02010600030101010101" pitchFamily="2" charset="-122"/>
                        </a:rPr>
                        <a:t>低</a:t>
                      </a:r>
                    </a:p>
                  </a:txBody>
                  <a:tcPr marL="91450" marR="91450" marT="45696" marB="45696"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CBECDE"/>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en-US" sz="1800" b="0" i="0" u="none" strike="noStrike" cap="none" normalizeH="0" baseline="0">
                          <a:ln>
                            <a:noFill/>
                          </a:ln>
                          <a:solidFill>
                            <a:srgbClr val="000000"/>
                          </a:solidFill>
                          <a:effectLst/>
                          <a:latin typeface="Arial" panose="020B0604020202020204" pitchFamily="34" charset="0"/>
                          <a:ea typeface="宋体" panose="02010600030101010101" pitchFamily="2" charset="-122"/>
                        </a:rPr>
                        <a:t>高</a:t>
                      </a:r>
                    </a:p>
                  </a:txBody>
                  <a:tcPr marL="91450" marR="91450" marT="45696" marB="45696"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CBECDE"/>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en-US" sz="1800" b="0" i="0" u="none" strike="noStrike" cap="none" normalizeH="0" baseline="0">
                          <a:ln>
                            <a:noFill/>
                          </a:ln>
                          <a:solidFill>
                            <a:srgbClr val="000000"/>
                          </a:solidFill>
                          <a:effectLst/>
                          <a:latin typeface="Arial" panose="020B0604020202020204" pitchFamily="34" charset="0"/>
                          <a:ea typeface="宋体" panose="02010600030101010101" pitchFamily="2" charset="-122"/>
                        </a:rPr>
                        <a:t>高</a:t>
                      </a:r>
                    </a:p>
                  </a:txBody>
                  <a:tcPr marL="91450" marR="91450" marT="45696" marB="45696"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CBECDE"/>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en-US" sz="1800" b="0" i="0" u="none" strike="noStrike" cap="none" normalizeH="0" baseline="0">
                          <a:ln>
                            <a:noFill/>
                          </a:ln>
                          <a:solidFill>
                            <a:srgbClr val="000000"/>
                          </a:solidFill>
                          <a:effectLst/>
                          <a:latin typeface="Arial" panose="020B0604020202020204" pitchFamily="34" charset="0"/>
                          <a:ea typeface="宋体" panose="02010600030101010101" pitchFamily="2" charset="-122"/>
                        </a:rPr>
                        <a:t>高（</a:t>
                      </a:r>
                      <a:r>
                        <a:rPr kumimoji="0" lang="en-US" altLang="zh-CN" sz="1800" b="0" i="0" u="none" strike="noStrike" cap="none" normalizeH="0" baseline="0">
                          <a:ln>
                            <a:noFill/>
                          </a:ln>
                          <a:solidFill>
                            <a:srgbClr val="000000"/>
                          </a:solidFill>
                          <a:effectLst/>
                          <a:latin typeface="Arial" panose="020B0604020202020204" pitchFamily="34" charset="0"/>
                          <a:ea typeface="宋体" panose="02010600030101010101" pitchFamily="2" charset="-122"/>
                        </a:rPr>
                        <a:t>DMA</a:t>
                      </a:r>
                      <a:r>
                        <a:rPr kumimoji="0" lang="zh-CN" altLang="en-US" sz="1800" b="0" i="0" u="none" strike="noStrike" cap="none" normalizeH="0" baseline="0">
                          <a:ln>
                            <a:noFill/>
                          </a:ln>
                          <a:solidFill>
                            <a:srgbClr val="000000"/>
                          </a:solidFill>
                          <a:effectLst/>
                          <a:latin typeface="Arial" panose="020B0604020202020204" pitchFamily="34" charset="0"/>
                          <a:ea typeface="宋体" panose="02010600030101010101" pitchFamily="2" charset="-122"/>
                        </a:rPr>
                        <a:t>）</a:t>
                      </a:r>
                    </a:p>
                  </a:txBody>
                  <a:tcPr marL="91450" marR="91450" marT="45696" marB="45696"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CBECDE"/>
                    </a:solidFill>
                  </a:tcPr>
                </a:tc>
                <a:tc>
                  <a:txBody>
                    <a:bodyPr/>
                    <a:lstStyle>
                      <a:lvl1pPr>
                        <a:spcBef>
                          <a:spcPct val="20000"/>
                        </a:spcBef>
                        <a:buClr>
                          <a:srgbClr val="0000FF"/>
                        </a:buClr>
                        <a:buFont typeface="Monotype Sorts" pitchFamily="2" charset="2"/>
                        <a:defRPr kumimoji="1" sz="2400" b="1">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rgbClr val="0000FF"/>
                        </a:buClr>
                        <a:buFont typeface="Monotype Sorts" pitchFamily="2" charset="2"/>
                        <a:defRPr kumimoji="1" sz="2000" b="1">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rgbClr val="0000FF"/>
                        </a:buClr>
                        <a:buFont typeface="Monotype Sorts" pitchFamily="2" charset="2"/>
                        <a:defRPr kumimoji="1" b="1">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rgbClr val="0000FF"/>
                        </a:buClr>
                        <a:defRPr kumimoji="1" b="1">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rgbClr val="0000FF"/>
                        </a:buClr>
                        <a:defRPr kumimoji="1" b="1">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rgbClr val="0000FF"/>
                        </a:buClr>
                        <a:defRPr kumimoji="1" b="1">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rgbClr val="0000FF"/>
                        </a:buClr>
                        <a:defRPr kumimoji="1" b="1">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rgbClr val="0000FF"/>
                        </a:buClr>
                        <a:defRPr kumimoji="1" b="1">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rgbClr val="0000FF"/>
                        </a:buClr>
                        <a:defRPr kumimoji="1" b="1">
                          <a:solidFill>
                            <a:schemeClr val="tx1"/>
                          </a:solidFill>
                          <a:latin typeface="Times New Roman" panose="02020603050405020304" pitchFamily="18" charset="0"/>
                          <a:ea typeface="黑体" panose="02010609060101010101" pitchFamily="49"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en-US" sz="1800" b="0" i="0" u="none" strike="noStrike" cap="none" normalizeH="0" baseline="0">
                          <a:ln>
                            <a:noFill/>
                          </a:ln>
                          <a:solidFill>
                            <a:srgbClr val="000000"/>
                          </a:solidFill>
                          <a:effectLst/>
                          <a:latin typeface="Arial" panose="020B0604020202020204" pitchFamily="34" charset="0"/>
                          <a:ea typeface="宋体" panose="02010600030101010101" pitchFamily="2" charset="-122"/>
                        </a:rPr>
                        <a:t>块</a:t>
                      </a:r>
                    </a:p>
                  </a:txBody>
                  <a:tcPr marL="91450" marR="91450" marT="45696" marB="45696"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CBECDE"/>
                    </a:solidFill>
                  </a:tcPr>
                </a:tc>
                <a:tc>
                  <a:txBody>
                    <a:bodyPr/>
                    <a:lstStyle>
                      <a:lvl1pPr>
                        <a:spcBef>
                          <a:spcPct val="20000"/>
                        </a:spcBef>
                        <a:buClr>
                          <a:srgbClr val="0000FF"/>
                        </a:buClr>
                        <a:buFont typeface="Monotype Sorts" pitchFamily="2" charset="2"/>
                        <a:defRPr kumimoji="1" sz="2400" b="1">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rgbClr val="0000FF"/>
                        </a:buClr>
                        <a:buFont typeface="Monotype Sorts" pitchFamily="2" charset="2"/>
                        <a:defRPr kumimoji="1" sz="2000" b="1">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rgbClr val="0000FF"/>
                        </a:buClr>
                        <a:buFont typeface="Monotype Sorts" pitchFamily="2" charset="2"/>
                        <a:defRPr kumimoji="1" b="1">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rgbClr val="0000FF"/>
                        </a:buClr>
                        <a:defRPr kumimoji="1" b="1">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rgbClr val="0000FF"/>
                        </a:buClr>
                        <a:defRPr kumimoji="1" b="1">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rgbClr val="0000FF"/>
                        </a:buClr>
                        <a:defRPr kumimoji="1" b="1">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rgbClr val="0000FF"/>
                        </a:buClr>
                        <a:defRPr kumimoji="1" b="1">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rgbClr val="0000FF"/>
                        </a:buClr>
                        <a:defRPr kumimoji="1" b="1">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rgbClr val="0000FF"/>
                        </a:buClr>
                        <a:defRPr kumimoji="1" b="1">
                          <a:solidFill>
                            <a:schemeClr val="tx1"/>
                          </a:solidFill>
                          <a:latin typeface="Times New Roman" panose="02020603050405020304" pitchFamily="18" charset="0"/>
                          <a:ea typeface="黑体" panose="02010609060101010101" pitchFamily="49"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en-US" sz="1800" b="0">
                          <a:ln>
                            <a:noFill/>
                          </a:ln>
                          <a:solidFill>
                            <a:srgbClr val="000000"/>
                          </a:solidFill>
                          <a:effectLst/>
                          <a:latin typeface="Arial" panose="020B0604020202020204" pitchFamily="34" charset="0"/>
                          <a:ea typeface="宋体" panose="02010600030101010101" pitchFamily="2" charset="-122"/>
                          <a:sym typeface="+mn-ea"/>
                        </a:rPr>
                        <a:t>高速设备</a:t>
                      </a:r>
                    </a:p>
                  </a:txBody>
                  <a:tcPr marL="91450" marR="91450" marT="45696" marB="45696"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CBECDE"/>
                    </a:solidFill>
                  </a:tcPr>
                </a:tc>
                <a:extLst>
                  <a:ext uri="{0D108BD9-81ED-4DB2-BD59-A6C34878D82A}">
                    <a16:rowId xmlns:a16="http://schemas.microsoft.com/office/drawing/2014/main" val="10003"/>
                  </a:ext>
                </a:extLst>
              </a:tr>
              <a:tr h="1327150">
                <a:tc>
                  <a:txBody>
                    <a:bodyPr/>
                    <a:lstStyle>
                      <a:lvl1pPr>
                        <a:spcBef>
                          <a:spcPct val="20000"/>
                        </a:spcBef>
                        <a:buClr>
                          <a:srgbClr val="0000FF"/>
                        </a:buClr>
                        <a:buFont typeface="Monotype Sorts" pitchFamily="2" charset="2"/>
                        <a:defRPr kumimoji="1" sz="2400" b="1">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rgbClr val="0000FF"/>
                        </a:buClr>
                        <a:buFont typeface="Monotype Sorts" pitchFamily="2" charset="2"/>
                        <a:defRPr kumimoji="1" sz="2000" b="1">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rgbClr val="0000FF"/>
                        </a:buClr>
                        <a:buFont typeface="Monotype Sorts" pitchFamily="2" charset="2"/>
                        <a:defRPr kumimoji="1" b="1">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rgbClr val="0000FF"/>
                        </a:buClr>
                        <a:defRPr kumimoji="1" b="1">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rgbClr val="0000FF"/>
                        </a:buClr>
                        <a:defRPr kumimoji="1" b="1">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rgbClr val="0000FF"/>
                        </a:buClr>
                        <a:defRPr kumimoji="1" b="1">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rgbClr val="0000FF"/>
                        </a:buClr>
                        <a:defRPr kumimoji="1" b="1">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rgbClr val="0000FF"/>
                        </a:buClr>
                        <a:defRPr kumimoji="1" b="1">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rgbClr val="0000FF"/>
                        </a:buClr>
                        <a:defRPr kumimoji="1" b="1">
                          <a:solidFill>
                            <a:schemeClr val="tx1"/>
                          </a:solidFill>
                          <a:latin typeface="Times New Roman" panose="02020603050405020304" pitchFamily="18" charset="0"/>
                          <a:ea typeface="黑体" panose="02010609060101010101" pitchFamily="49"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en-US" sz="1800" b="0">
                          <a:ln>
                            <a:noFill/>
                          </a:ln>
                          <a:solidFill>
                            <a:srgbClr val="000000"/>
                          </a:solidFill>
                          <a:effectLst/>
                          <a:latin typeface="Arial" panose="020B0604020202020204" pitchFamily="34" charset="0"/>
                          <a:ea typeface="宋体" panose="02010600030101010101" pitchFamily="2" charset="-122"/>
                          <a:sym typeface="+mn-ea"/>
                        </a:rPr>
                        <a:t>通道控制I/O</a:t>
                      </a:r>
                      <a:endParaRPr kumimoji="0" lang="zh-CN" altLang="en-US" sz="1800" b="0" i="0" u="none" strike="noStrike" cap="none" normalizeH="0" baseline="0">
                        <a:ln>
                          <a:noFill/>
                        </a:ln>
                        <a:solidFill>
                          <a:srgbClr val="000000"/>
                        </a:solidFill>
                        <a:effectLst/>
                        <a:latin typeface="Arial" panose="020B0604020202020204" pitchFamily="34" charset="0"/>
                        <a:ea typeface="宋体" panose="02010600030101010101" pitchFamily="2" charset="-122"/>
                      </a:endParaRPr>
                    </a:p>
                  </a:txBody>
                  <a:tcPr marL="91450" marR="91450" marT="45696" marB="45696"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7F6EF"/>
                    </a:solidFill>
                  </a:tcPr>
                </a:tc>
                <a:tc>
                  <a:txBody>
                    <a:bodyPr/>
                    <a:lstStyle>
                      <a:lvl1pPr>
                        <a:spcBef>
                          <a:spcPct val="20000"/>
                        </a:spcBef>
                        <a:buClr>
                          <a:srgbClr val="0000FF"/>
                        </a:buClr>
                        <a:buFont typeface="Monotype Sorts" pitchFamily="2" charset="2"/>
                        <a:defRPr kumimoji="1" sz="2400" b="1">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rgbClr val="0000FF"/>
                        </a:buClr>
                        <a:buFont typeface="Monotype Sorts" pitchFamily="2" charset="2"/>
                        <a:defRPr kumimoji="1" sz="2000" b="1">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rgbClr val="0000FF"/>
                        </a:buClr>
                        <a:buFont typeface="Monotype Sorts" pitchFamily="2" charset="2"/>
                        <a:defRPr kumimoji="1" b="1">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rgbClr val="0000FF"/>
                        </a:buClr>
                        <a:defRPr kumimoji="1" b="1">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rgbClr val="0000FF"/>
                        </a:buClr>
                        <a:defRPr kumimoji="1" b="1">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rgbClr val="0000FF"/>
                        </a:buClr>
                        <a:defRPr kumimoji="1" b="1">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rgbClr val="0000FF"/>
                        </a:buClr>
                        <a:defRPr kumimoji="1" b="1">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rgbClr val="0000FF"/>
                        </a:buClr>
                        <a:defRPr kumimoji="1" b="1">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rgbClr val="0000FF"/>
                        </a:buClr>
                        <a:defRPr kumimoji="1" b="1">
                          <a:solidFill>
                            <a:schemeClr val="tx1"/>
                          </a:solidFill>
                          <a:latin typeface="Times New Roman" panose="02020603050405020304" pitchFamily="18" charset="0"/>
                          <a:ea typeface="黑体" panose="02010609060101010101" pitchFamily="49"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en-US" sz="1800" b="0">
                          <a:ln>
                            <a:noFill/>
                          </a:ln>
                          <a:solidFill>
                            <a:srgbClr val="000000"/>
                          </a:solidFill>
                          <a:effectLst/>
                          <a:latin typeface="Arial" panose="020B0604020202020204" pitchFamily="34" charset="0"/>
                          <a:ea typeface="宋体" panose="02010600030101010101" pitchFamily="2" charset="-122"/>
                          <a:sym typeface="+mn-ea"/>
                        </a:rPr>
                        <a:t>非常</a:t>
                      </a:r>
                      <a:r>
                        <a:rPr kumimoji="0" lang="zh-CN" altLang="en-US" sz="1800" b="0" i="0" u="none" strike="noStrike" cap="none" normalizeH="0" baseline="0">
                          <a:ln>
                            <a:noFill/>
                          </a:ln>
                          <a:solidFill>
                            <a:srgbClr val="000000"/>
                          </a:solidFill>
                          <a:effectLst/>
                          <a:latin typeface="Arial" panose="020B0604020202020204" pitchFamily="34" charset="0"/>
                          <a:ea typeface="宋体" panose="02010600030101010101" pitchFamily="2" charset="-122"/>
                        </a:rPr>
                        <a:t>低</a:t>
                      </a:r>
                    </a:p>
                  </a:txBody>
                  <a:tcPr marL="91450" marR="91450" marT="45696" marB="45696"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7F6EF"/>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lang="zh-CN" altLang="en-US" sz="1800">
                          <a:ln>
                            <a:noFill/>
                          </a:ln>
                          <a:solidFill>
                            <a:srgbClr val="000000"/>
                          </a:solidFill>
                          <a:effectLst/>
                          <a:latin typeface="Arial" panose="020B0604020202020204" pitchFamily="34" charset="0"/>
                          <a:ea typeface="宋体" panose="02010600030101010101" pitchFamily="2" charset="-122"/>
                          <a:sym typeface="+mn-ea"/>
                        </a:rPr>
                        <a:t>非常</a:t>
                      </a:r>
                      <a:r>
                        <a:rPr kumimoji="0" lang="zh-CN" altLang="en-US" sz="1800" b="0" i="0" u="none" strike="noStrike" cap="none" normalizeH="0" baseline="0">
                          <a:ln>
                            <a:noFill/>
                          </a:ln>
                          <a:solidFill>
                            <a:srgbClr val="000000"/>
                          </a:solidFill>
                          <a:effectLst/>
                          <a:latin typeface="Arial" panose="020B0604020202020204" pitchFamily="34" charset="0"/>
                          <a:ea typeface="宋体" panose="02010600030101010101" pitchFamily="2" charset="-122"/>
                        </a:rPr>
                        <a:t>高</a:t>
                      </a:r>
                    </a:p>
                  </a:txBody>
                  <a:tcPr marL="91450" marR="91450" marT="45696" marB="45696"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7F6EF"/>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lang="zh-CN" altLang="en-US" sz="1800">
                          <a:ln>
                            <a:noFill/>
                          </a:ln>
                          <a:solidFill>
                            <a:srgbClr val="000000"/>
                          </a:solidFill>
                          <a:effectLst/>
                          <a:latin typeface="Arial" panose="020B0604020202020204" pitchFamily="34" charset="0"/>
                          <a:ea typeface="宋体" panose="02010600030101010101" pitchFamily="2" charset="-122"/>
                          <a:sym typeface="+mn-ea"/>
                        </a:rPr>
                        <a:t>非常</a:t>
                      </a:r>
                      <a:r>
                        <a:rPr kumimoji="0" lang="zh-CN" altLang="en-US" sz="1800" b="0" i="0" u="none" strike="noStrike" cap="none" normalizeH="0" baseline="0">
                          <a:ln>
                            <a:noFill/>
                          </a:ln>
                          <a:solidFill>
                            <a:srgbClr val="000000"/>
                          </a:solidFill>
                          <a:effectLst/>
                          <a:latin typeface="Arial" panose="020B0604020202020204" pitchFamily="34" charset="0"/>
                          <a:ea typeface="宋体" panose="02010600030101010101" pitchFamily="2" charset="-122"/>
                        </a:rPr>
                        <a:t>高</a:t>
                      </a:r>
                    </a:p>
                  </a:txBody>
                  <a:tcPr marL="91450" marR="91450" marT="45696" marB="45696"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7F6EF"/>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lang="zh-CN" altLang="en-US" sz="1800">
                          <a:ln>
                            <a:noFill/>
                          </a:ln>
                          <a:solidFill>
                            <a:srgbClr val="000000"/>
                          </a:solidFill>
                          <a:effectLst/>
                          <a:latin typeface="Arial" panose="020B0604020202020204" pitchFamily="34" charset="0"/>
                          <a:ea typeface="宋体" panose="02010600030101010101" pitchFamily="2" charset="-122"/>
                          <a:sym typeface="+mn-ea"/>
                        </a:rPr>
                        <a:t>非常</a:t>
                      </a:r>
                      <a:r>
                        <a:rPr kumimoji="0" lang="zh-CN" altLang="en-US" sz="1800" b="0" i="0" u="none" strike="noStrike" cap="none" normalizeH="0" baseline="0">
                          <a:ln>
                            <a:noFill/>
                          </a:ln>
                          <a:solidFill>
                            <a:srgbClr val="000000"/>
                          </a:solidFill>
                          <a:effectLst/>
                          <a:latin typeface="Arial" panose="020B0604020202020204" pitchFamily="34" charset="0"/>
                          <a:ea typeface="宋体" panose="02010600030101010101" pitchFamily="2" charset="-122"/>
                        </a:rPr>
                        <a:t>高（通道）</a:t>
                      </a:r>
                    </a:p>
                  </a:txBody>
                  <a:tcPr marL="91450" marR="91450" marT="45696" marB="45696"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7F6EF"/>
                    </a:solidFill>
                  </a:tcPr>
                </a:tc>
                <a:tc>
                  <a:txBody>
                    <a:bodyPr/>
                    <a:lstStyle>
                      <a:lvl1pPr>
                        <a:spcBef>
                          <a:spcPct val="20000"/>
                        </a:spcBef>
                        <a:buClr>
                          <a:srgbClr val="0000FF"/>
                        </a:buClr>
                        <a:buFont typeface="Monotype Sorts" pitchFamily="2" charset="2"/>
                        <a:defRPr kumimoji="1" sz="2400" b="1">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rgbClr val="0000FF"/>
                        </a:buClr>
                        <a:buFont typeface="Monotype Sorts" pitchFamily="2" charset="2"/>
                        <a:defRPr kumimoji="1" sz="2000" b="1">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rgbClr val="0000FF"/>
                        </a:buClr>
                        <a:buFont typeface="Monotype Sorts" pitchFamily="2" charset="2"/>
                        <a:defRPr kumimoji="1" b="1">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rgbClr val="0000FF"/>
                        </a:buClr>
                        <a:defRPr kumimoji="1" b="1">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rgbClr val="0000FF"/>
                        </a:buClr>
                        <a:defRPr kumimoji="1" b="1">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rgbClr val="0000FF"/>
                        </a:buClr>
                        <a:defRPr kumimoji="1" b="1">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rgbClr val="0000FF"/>
                        </a:buClr>
                        <a:defRPr kumimoji="1" b="1">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rgbClr val="0000FF"/>
                        </a:buClr>
                        <a:defRPr kumimoji="1" b="1">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rgbClr val="0000FF"/>
                        </a:buClr>
                        <a:defRPr kumimoji="1" b="1">
                          <a:solidFill>
                            <a:schemeClr val="tx1"/>
                          </a:solidFill>
                          <a:latin typeface="Times New Roman" panose="02020603050405020304" pitchFamily="18" charset="0"/>
                          <a:ea typeface="黑体" panose="02010609060101010101" pitchFamily="49"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en-US" sz="1800" b="0" i="0" u="none" strike="noStrike" cap="none" normalizeH="0" baseline="0">
                          <a:ln>
                            <a:noFill/>
                          </a:ln>
                          <a:solidFill>
                            <a:srgbClr val="000000"/>
                          </a:solidFill>
                          <a:effectLst/>
                          <a:latin typeface="Arial" panose="020B0604020202020204" pitchFamily="34" charset="0"/>
                          <a:ea typeface="宋体" panose="02010600030101010101" pitchFamily="2" charset="-122"/>
                        </a:rPr>
                        <a:t>多块</a:t>
                      </a:r>
                    </a:p>
                  </a:txBody>
                  <a:tcPr marL="91450" marR="91450" marT="45696" marB="45696"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7F6EF"/>
                    </a:solidFill>
                  </a:tcPr>
                </a:tc>
                <a:tc>
                  <a:txBody>
                    <a:bodyPr/>
                    <a:lstStyle>
                      <a:lvl1pPr>
                        <a:spcBef>
                          <a:spcPct val="20000"/>
                        </a:spcBef>
                        <a:buClr>
                          <a:srgbClr val="0000FF"/>
                        </a:buClr>
                        <a:buFont typeface="Monotype Sorts" pitchFamily="2" charset="2"/>
                        <a:defRPr kumimoji="1" sz="2400" b="1">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rgbClr val="0000FF"/>
                        </a:buClr>
                        <a:buFont typeface="Monotype Sorts" pitchFamily="2" charset="2"/>
                        <a:defRPr kumimoji="1" sz="2000" b="1">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rgbClr val="0000FF"/>
                        </a:buClr>
                        <a:buFont typeface="Monotype Sorts" pitchFamily="2" charset="2"/>
                        <a:defRPr kumimoji="1" b="1">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rgbClr val="0000FF"/>
                        </a:buClr>
                        <a:defRPr kumimoji="1" b="1">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rgbClr val="0000FF"/>
                        </a:buClr>
                        <a:defRPr kumimoji="1" b="1">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rgbClr val="0000FF"/>
                        </a:buClr>
                        <a:defRPr kumimoji="1" b="1">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rgbClr val="0000FF"/>
                        </a:buClr>
                        <a:defRPr kumimoji="1" b="1">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rgbClr val="0000FF"/>
                        </a:buClr>
                        <a:defRPr kumimoji="1" b="1">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rgbClr val="0000FF"/>
                        </a:buClr>
                        <a:defRPr kumimoji="1" b="1">
                          <a:solidFill>
                            <a:schemeClr val="tx1"/>
                          </a:solidFill>
                          <a:latin typeface="Times New Roman" panose="02020603050405020304" pitchFamily="18" charset="0"/>
                          <a:ea typeface="黑体" panose="02010609060101010101" pitchFamily="49" charset="-122"/>
                        </a:defRPr>
                      </a:lvl9pPr>
                    </a:lstStyle>
                    <a:p>
                      <a:pPr marL="0" marR="0" lvl="0" indent="0" algn="l" defTabSz="914400" rtl="0" eaLnBrk="1" fontAlgn="base" latinLnBrk="0" hangingPunct="1">
                        <a:lnSpc>
                          <a:spcPct val="100000"/>
                        </a:lnSpc>
                        <a:spcBef>
                          <a:spcPct val="0"/>
                        </a:spcBef>
                        <a:spcAft>
                          <a:spcPct val="0"/>
                        </a:spcAft>
                        <a:buClrTx/>
                        <a:buSzTx/>
                        <a:buFontTx/>
                        <a:buNone/>
                      </a:pPr>
                      <a:endParaRPr kumimoji="0" lang="zh-CN" altLang="en-US" sz="1800" b="0" i="0" u="none" strike="noStrike" cap="none" normalizeH="0" baseline="0">
                        <a:ln>
                          <a:noFill/>
                        </a:ln>
                        <a:solidFill>
                          <a:srgbClr val="000000"/>
                        </a:solidFill>
                        <a:effectLst/>
                        <a:latin typeface="Arial" panose="020B0604020202020204" pitchFamily="34" charset="0"/>
                        <a:ea typeface="宋体" panose="02010600030101010101" pitchFamily="2" charset="-122"/>
                      </a:endParaRPr>
                    </a:p>
                  </a:txBody>
                  <a:tcPr marL="91450" marR="91450" marT="45696" marB="45696"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7F6EF"/>
                    </a:solidFill>
                  </a:tcPr>
                </a:tc>
                <a:extLst>
                  <a:ext uri="{0D108BD9-81ED-4DB2-BD59-A6C34878D82A}">
                    <a16:rowId xmlns:a16="http://schemas.microsoft.com/office/drawing/2014/main" val="10004"/>
                  </a:ext>
                </a:extLst>
              </a:tr>
            </a:tbl>
          </a:graphicData>
        </a:graphic>
      </p:graphicFrame>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7" name="Rectangle 2"/>
          <p:cNvSpPr>
            <a:spLocks noGrp="1"/>
          </p:cNvSpPr>
          <p:nvPr>
            <p:ph type="title"/>
          </p:nvPr>
        </p:nvSpPr>
        <p:spPr/>
        <p:txBody>
          <a:bodyPr vert="horz" wrap="square" lIns="91440" tIns="45720" rIns="91440" bIns="45720" anchor="b" anchorCtr="0"/>
          <a:lstStyle/>
          <a:p>
            <a:pPr eaLnBrk="1" hangingPunct="1"/>
            <a:r>
              <a:rPr lang="en-US" altLang="zh-CN"/>
              <a:t>7.3</a:t>
            </a:r>
            <a:r>
              <a:rPr lang="zh-CN" altLang="en-US"/>
              <a:t> 通道</a:t>
            </a:r>
          </a:p>
        </p:txBody>
      </p:sp>
      <p:sp>
        <p:nvSpPr>
          <p:cNvPr id="34818" name="object 7"/>
          <p:cNvSpPr/>
          <p:nvPr/>
        </p:nvSpPr>
        <p:spPr>
          <a:xfrm>
            <a:off x="1262063" y="5011738"/>
            <a:ext cx="1152525" cy="0"/>
          </a:xfrm>
          <a:custGeom>
            <a:avLst/>
            <a:gdLst/>
            <a:ahLst/>
            <a:cxnLst>
              <a:cxn ang="0">
                <a:pos x="0" y="0"/>
              </a:cxn>
              <a:cxn ang="0">
                <a:pos x="1177736" y="0"/>
              </a:cxn>
            </a:cxnLst>
            <a:rect l="0" t="0" r="0" b="0"/>
            <a:pathLst>
              <a:path w="1151889">
                <a:moveTo>
                  <a:pt x="0" y="0"/>
                </a:moveTo>
                <a:lnTo>
                  <a:pt x="1151382" y="0"/>
                </a:lnTo>
              </a:path>
            </a:pathLst>
          </a:custGeom>
          <a:noFill/>
          <a:ln w="28575" cap="flat" cmpd="sng">
            <a:solidFill>
              <a:srgbClr val="000000">
                <a:alpha val="100000"/>
              </a:srgbClr>
            </a:solidFill>
            <a:prstDash val="solid"/>
            <a:round/>
            <a:headEnd type="none" w="med" len="med"/>
            <a:tailEnd type="none" w="med" len="med"/>
          </a:ln>
        </p:spPr>
        <p:txBody>
          <a:bodyPr/>
          <a:lstStyle/>
          <a:p>
            <a:endParaRPr lang="zh-CN" altLang="en-US"/>
          </a:p>
        </p:txBody>
      </p:sp>
      <p:sp>
        <p:nvSpPr>
          <p:cNvPr id="34819" name="object 8"/>
          <p:cNvSpPr/>
          <p:nvPr/>
        </p:nvSpPr>
        <p:spPr>
          <a:xfrm>
            <a:off x="1262063" y="5229225"/>
            <a:ext cx="1152525" cy="0"/>
          </a:xfrm>
          <a:custGeom>
            <a:avLst/>
            <a:gdLst/>
            <a:ahLst/>
            <a:cxnLst>
              <a:cxn ang="0">
                <a:pos x="0" y="0"/>
              </a:cxn>
              <a:cxn ang="0">
                <a:pos x="1177736" y="0"/>
              </a:cxn>
            </a:cxnLst>
            <a:rect l="0" t="0" r="0" b="0"/>
            <a:pathLst>
              <a:path w="1151889">
                <a:moveTo>
                  <a:pt x="0" y="0"/>
                </a:moveTo>
                <a:lnTo>
                  <a:pt x="1151382" y="0"/>
                </a:lnTo>
              </a:path>
            </a:pathLst>
          </a:custGeom>
          <a:noFill/>
          <a:ln w="28575" cap="flat" cmpd="sng">
            <a:solidFill>
              <a:srgbClr val="000000">
                <a:alpha val="100000"/>
              </a:srgbClr>
            </a:solidFill>
            <a:prstDash val="solid"/>
            <a:round/>
            <a:headEnd type="none" w="med" len="med"/>
            <a:tailEnd type="none" w="med" len="med"/>
          </a:ln>
        </p:spPr>
        <p:txBody>
          <a:bodyPr/>
          <a:lstStyle/>
          <a:p>
            <a:endParaRPr lang="zh-CN" altLang="en-US"/>
          </a:p>
        </p:txBody>
      </p:sp>
      <p:sp>
        <p:nvSpPr>
          <p:cNvPr id="34820" name="object 9"/>
          <p:cNvSpPr/>
          <p:nvPr/>
        </p:nvSpPr>
        <p:spPr>
          <a:xfrm>
            <a:off x="1262063" y="5445125"/>
            <a:ext cx="1152525" cy="0"/>
          </a:xfrm>
          <a:custGeom>
            <a:avLst/>
            <a:gdLst/>
            <a:ahLst/>
            <a:cxnLst>
              <a:cxn ang="0">
                <a:pos x="0" y="0"/>
              </a:cxn>
              <a:cxn ang="0">
                <a:pos x="1177736" y="0"/>
              </a:cxn>
            </a:cxnLst>
            <a:rect l="0" t="0" r="0" b="0"/>
            <a:pathLst>
              <a:path w="1151889">
                <a:moveTo>
                  <a:pt x="0" y="0"/>
                </a:moveTo>
                <a:lnTo>
                  <a:pt x="1151382" y="0"/>
                </a:lnTo>
              </a:path>
            </a:pathLst>
          </a:custGeom>
          <a:noFill/>
          <a:ln w="28575" cap="flat" cmpd="sng">
            <a:solidFill>
              <a:srgbClr val="000000">
                <a:alpha val="100000"/>
              </a:srgbClr>
            </a:solidFill>
            <a:prstDash val="solid"/>
            <a:round/>
            <a:headEnd type="none" w="med" len="med"/>
            <a:tailEnd type="none" w="med" len="med"/>
          </a:ln>
        </p:spPr>
        <p:txBody>
          <a:bodyPr/>
          <a:lstStyle/>
          <a:p>
            <a:endParaRPr lang="zh-CN" altLang="en-US"/>
          </a:p>
        </p:txBody>
      </p:sp>
      <p:sp>
        <p:nvSpPr>
          <p:cNvPr id="34821" name="object 10"/>
          <p:cNvSpPr/>
          <p:nvPr/>
        </p:nvSpPr>
        <p:spPr>
          <a:xfrm>
            <a:off x="1262063" y="5659438"/>
            <a:ext cx="1152525" cy="0"/>
          </a:xfrm>
          <a:custGeom>
            <a:avLst/>
            <a:gdLst/>
            <a:ahLst/>
            <a:cxnLst>
              <a:cxn ang="0">
                <a:pos x="0" y="0"/>
              </a:cxn>
              <a:cxn ang="0">
                <a:pos x="1177736" y="0"/>
              </a:cxn>
            </a:cxnLst>
            <a:rect l="0" t="0" r="0" b="0"/>
            <a:pathLst>
              <a:path w="1151889">
                <a:moveTo>
                  <a:pt x="0" y="0"/>
                </a:moveTo>
                <a:lnTo>
                  <a:pt x="1151382" y="0"/>
                </a:lnTo>
              </a:path>
            </a:pathLst>
          </a:custGeom>
          <a:noFill/>
          <a:ln w="28575" cap="flat" cmpd="sng">
            <a:solidFill>
              <a:srgbClr val="000000">
                <a:alpha val="100000"/>
              </a:srgbClr>
            </a:solidFill>
            <a:prstDash val="solid"/>
            <a:round/>
            <a:headEnd type="none" w="med" len="med"/>
            <a:tailEnd type="none" w="med" len="med"/>
          </a:ln>
        </p:spPr>
        <p:txBody>
          <a:bodyPr/>
          <a:lstStyle/>
          <a:p>
            <a:endParaRPr lang="zh-CN" altLang="en-US"/>
          </a:p>
        </p:txBody>
      </p:sp>
      <p:sp>
        <p:nvSpPr>
          <p:cNvPr id="34822" name="object 11"/>
          <p:cNvSpPr/>
          <p:nvPr/>
        </p:nvSpPr>
        <p:spPr>
          <a:xfrm>
            <a:off x="1262063" y="5876925"/>
            <a:ext cx="1152525" cy="0"/>
          </a:xfrm>
          <a:custGeom>
            <a:avLst/>
            <a:gdLst/>
            <a:ahLst/>
            <a:cxnLst>
              <a:cxn ang="0">
                <a:pos x="0" y="0"/>
              </a:cxn>
              <a:cxn ang="0">
                <a:pos x="1177736" y="0"/>
              </a:cxn>
            </a:cxnLst>
            <a:rect l="0" t="0" r="0" b="0"/>
            <a:pathLst>
              <a:path w="1151889">
                <a:moveTo>
                  <a:pt x="0" y="0"/>
                </a:moveTo>
                <a:lnTo>
                  <a:pt x="1151382" y="0"/>
                </a:lnTo>
              </a:path>
            </a:pathLst>
          </a:custGeom>
          <a:noFill/>
          <a:ln w="28575" cap="flat" cmpd="sng">
            <a:solidFill>
              <a:srgbClr val="000000">
                <a:alpha val="100000"/>
              </a:srgbClr>
            </a:solidFill>
            <a:prstDash val="solid"/>
            <a:round/>
            <a:headEnd type="none" w="med" len="med"/>
            <a:tailEnd type="none" w="med" len="med"/>
          </a:ln>
        </p:spPr>
        <p:txBody>
          <a:bodyPr/>
          <a:lstStyle/>
          <a:p>
            <a:endParaRPr lang="zh-CN" altLang="en-US"/>
          </a:p>
        </p:txBody>
      </p:sp>
      <p:sp>
        <p:nvSpPr>
          <p:cNvPr id="34823" name="object 12"/>
          <p:cNvSpPr/>
          <p:nvPr/>
        </p:nvSpPr>
        <p:spPr>
          <a:xfrm>
            <a:off x="1262063" y="6092825"/>
            <a:ext cx="1152525" cy="0"/>
          </a:xfrm>
          <a:custGeom>
            <a:avLst/>
            <a:gdLst/>
            <a:ahLst/>
            <a:cxnLst>
              <a:cxn ang="0">
                <a:pos x="0" y="0"/>
              </a:cxn>
              <a:cxn ang="0">
                <a:pos x="1177736" y="0"/>
              </a:cxn>
            </a:cxnLst>
            <a:rect l="0" t="0" r="0" b="0"/>
            <a:pathLst>
              <a:path w="1151889">
                <a:moveTo>
                  <a:pt x="0" y="0"/>
                </a:moveTo>
                <a:lnTo>
                  <a:pt x="1151382" y="0"/>
                </a:lnTo>
              </a:path>
            </a:pathLst>
          </a:custGeom>
          <a:noFill/>
          <a:ln w="28575" cap="flat" cmpd="sng">
            <a:solidFill>
              <a:srgbClr val="000000">
                <a:alpha val="100000"/>
              </a:srgbClr>
            </a:solidFill>
            <a:prstDash val="solid"/>
            <a:round/>
            <a:headEnd type="none" w="med" len="med"/>
            <a:tailEnd type="none" w="med" len="med"/>
          </a:ln>
        </p:spPr>
        <p:txBody>
          <a:bodyPr/>
          <a:lstStyle/>
          <a:p>
            <a:endParaRPr lang="zh-CN" altLang="en-US"/>
          </a:p>
        </p:txBody>
      </p:sp>
      <p:sp>
        <p:nvSpPr>
          <p:cNvPr id="34824" name="object 13"/>
          <p:cNvSpPr/>
          <p:nvPr/>
        </p:nvSpPr>
        <p:spPr>
          <a:xfrm>
            <a:off x="1262063" y="6307138"/>
            <a:ext cx="1152525" cy="0"/>
          </a:xfrm>
          <a:custGeom>
            <a:avLst/>
            <a:gdLst/>
            <a:ahLst/>
            <a:cxnLst>
              <a:cxn ang="0">
                <a:pos x="0" y="0"/>
              </a:cxn>
              <a:cxn ang="0">
                <a:pos x="1177736" y="0"/>
              </a:cxn>
            </a:cxnLst>
            <a:rect l="0" t="0" r="0" b="0"/>
            <a:pathLst>
              <a:path w="1151889">
                <a:moveTo>
                  <a:pt x="0" y="0"/>
                </a:moveTo>
                <a:lnTo>
                  <a:pt x="1151382" y="0"/>
                </a:lnTo>
              </a:path>
            </a:pathLst>
          </a:custGeom>
          <a:noFill/>
          <a:ln w="28575" cap="flat" cmpd="sng">
            <a:solidFill>
              <a:srgbClr val="000000">
                <a:alpha val="100000"/>
              </a:srgbClr>
            </a:solidFill>
            <a:prstDash val="solid"/>
            <a:round/>
            <a:headEnd type="none" w="med" len="med"/>
            <a:tailEnd type="none" w="med" len="med"/>
          </a:ln>
        </p:spPr>
        <p:txBody>
          <a:bodyPr/>
          <a:lstStyle/>
          <a:p>
            <a:endParaRPr lang="zh-CN" altLang="en-US"/>
          </a:p>
        </p:txBody>
      </p:sp>
      <p:sp>
        <p:nvSpPr>
          <p:cNvPr id="34825" name="object 14"/>
          <p:cNvSpPr/>
          <p:nvPr/>
        </p:nvSpPr>
        <p:spPr>
          <a:xfrm>
            <a:off x="973138" y="4797425"/>
            <a:ext cx="1728787" cy="1727200"/>
          </a:xfrm>
          <a:custGeom>
            <a:avLst/>
            <a:gdLst/>
            <a:ahLst/>
            <a:cxnLst>
              <a:cxn ang="0">
                <a:pos x="0" y="0"/>
              </a:cxn>
              <a:cxn ang="0">
                <a:pos x="0" y="1701613"/>
              </a:cxn>
              <a:cxn ang="0">
                <a:pos x="1716027" y="1701613"/>
              </a:cxn>
              <a:cxn ang="0">
                <a:pos x="1716027" y="0"/>
              </a:cxn>
              <a:cxn ang="0">
                <a:pos x="0" y="0"/>
              </a:cxn>
            </a:cxnLst>
            <a:rect l="0" t="0" r="0" b="0"/>
            <a:pathLst>
              <a:path w="1729104" h="1727835">
                <a:moveTo>
                  <a:pt x="0" y="0"/>
                </a:moveTo>
                <a:lnTo>
                  <a:pt x="0" y="1727453"/>
                </a:lnTo>
                <a:lnTo>
                  <a:pt x="1728977" y="1727453"/>
                </a:lnTo>
                <a:lnTo>
                  <a:pt x="1728977" y="0"/>
                </a:lnTo>
                <a:lnTo>
                  <a:pt x="0" y="0"/>
                </a:lnTo>
                <a:close/>
              </a:path>
            </a:pathLst>
          </a:custGeom>
          <a:noFill/>
          <a:ln w="12700" cap="flat" cmpd="sng">
            <a:solidFill>
              <a:srgbClr val="000000">
                <a:alpha val="100000"/>
              </a:srgbClr>
            </a:solidFill>
            <a:prstDash val="solid"/>
            <a:round/>
            <a:headEnd type="none" w="med" len="med"/>
            <a:tailEnd type="none" w="med" len="med"/>
          </a:ln>
        </p:spPr>
        <p:txBody>
          <a:bodyPr/>
          <a:lstStyle/>
          <a:p>
            <a:endParaRPr lang="zh-CN" altLang="en-US"/>
          </a:p>
        </p:txBody>
      </p:sp>
      <p:sp>
        <p:nvSpPr>
          <p:cNvPr id="17" name="object 15"/>
          <p:cNvSpPr txBox="1"/>
          <p:nvPr/>
        </p:nvSpPr>
        <p:spPr bwMode="auto">
          <a:xfrm>
            <a:off x="390525" y="1411288"/>
            <a:ext cx="8645525" cy="3746500"/>
          </a:xfrm>
          <a:prstGeom prst="rect">
            <a:avLst/>
          </a:prstGeom>
          <a:noFill/>
          <a:ln w="9525">
            <a:noFill/>
            <a:miter lim="800000"/>
          </a:ln>
          <a:effectLst/>
        </p:spPr>
        <p:txBody>
          <a:bodyPr lIns="0" tIns="0" rIns="0" bIns="0">
            <a:spAutoFit/>
          </a:bodyPr>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20955" lvl="0" indent="0">
              <a:buClrTx/>
              <a:buFont typeface="Wingdings" panose="05000000000000000000" pitchFamily="2" charset="2"/>
              <a:buNone/>
            </a:pPr>
            <a:r>
              <a:rPr lang="zh-CN" altLang="en-US" b="0">
                <a:effectLst>
                  <a:outerShdw blurRad="38100" dist="38100" dir="2700000">
                    <a:srgbClr val="FFFFFF"/>
                  </a:outerShdw>
                </a:effectLst>
                <a:latin typeface="黑体" panose="02010609060101010101" pitchFamily="49" charset="-122"/>
              </a:rPr>
              <a:t>通道：</a:t>
            </a:r>
          </a:p>
          <a:p>
            <a:pPr marL="20955" lvl="0" indent="0">
              <a:spcBef>
                <a:spcPts val="350"/>
              </a:spcBef>
              <a:buClr>
                <a:srgbClr val="3333CC"/>
              </a:buClr>
              <a:buSzPct val="110000"/>
              <a:buFont typeface="Wingdings" panose="05000000000000000000" pitchFamily="2" charset="2"/>
              <a:buNone/>
            </a:pPr>
            <a:r>
              <a:rPr lang="zh-CN" altLang="en-US" sz="2000" b="0">
                <a:effectLst>
                  <a:outerShdw blurRad="38100" dist="38100" dir="2700000">
                    <a:srgbClr val="FFFFFF"/>
                  </a:outerShdw>
                </a:effectLst>
                <a:latin typeface="黑体" panose="02010609060101010101" pitchFamily="49" charset="-122"/>
              </a:rPr>
              <a:t>通道命令</a:t>
            </a:r>
            <a:r>
              <a:rPr lang="en-US" altLang="zh-CN" sz="2000" b="0">
                <a:effectLst>
                  <a:outerShdw blurRad="38100" dist="38100" dir="2700000">
                    <a:srgbClr val="FFFFFF"/>
                  </a:outerShdw>
                </a:effectLst>
                <a:latin typeface="黑体" panose="02010609060101010101" pitchFamily="49" charset="-122"/>
              </a:rPr>
              <a:t>(Channel Command Word, CCW) ：</a:t>
            </a:r>
            <a:r>
              <a:rPr lang="zh-CN" altLang="en-US" sz="2000" b="0">
                <a:effectLst>
                  <a:outerShdw blurRad="38100" dist="38100" dir="2700000">
                    <a:srgbClr val="FFFFFF"/>
                  </a:outerShdw>
                </a:effectLst>
                <a:latin typeface="黑体" panose="02010609060101010101" pitchFamily="49" charset="-122"/>
              </a:rPr>
              <a:t>通道又称为</a:t>
            </a:r>
            <a:r>
              <a:rPr lang="en-US" altLang="zh-CN" sz="2000" b="0">
                <a:effectLst>
                  <a:outerShdw blurRad="38100" dist="38100" dir="2700000">
                    <a:srgbClr val="FFFFFF"/>
                  </a:outerShdw>
                </a:effectLst>
                <a:latin typeface="黑体" panose="02010609060101010101" pitchFamily="49" charset="-122"/>
              </a:rPr>
              <a:t>I/O</a:t>
            </a:r>
            <a:r>
              <a:rPr lang="zh-CN" altLang="en-US" sz="2000" b="0">
                <a:effectLst>
                  <a:outerShdw blurRad="38100" dist="38100" dir="2700000">
                    <a:srgbClr val="FFFFFF"/>
                  </a:outerShdw>
                </a:effectLst>
                <a:latin typeface="黑体" panose="02010609060101010101" pitchFamily="49" charset="-122"/>
              </a:rPr>
              <a:t>处理机，具有自己的指令系统，常常把</a:t>
            </a:r>
            <a:r>
              <a:rPr lang="en-US" altLang="zh-CN" sz="2000" b="0">
                <a:effectLst>
                  <a:outerShdw blurRad="38100" dist="38100" dir="2700000">
                    <a:srgbClr val="FFFFFF"/>
                  </a:outerShdw>
                </a:effectLst>
                <a:latin typeface="黑体" panose="02010609060101010101" pitchFamily="49" charset="-122"/>
              </a:rPr>
              <a:t>I/O</a:t>
            </a:r>
            <a:r>
              <a:rPr lang="zh-CN" altLang="en-US" sz="2000" b="0">
                <a:effectLst>
                  <a:outerShdw blurRad="38100" dist="38100" dir="2700000">
                    <a:srgbClr val="FFFFFF"/>
                  </a:outerShdw>
                </a:effectLst>
                <a:latin typeface="黑体" panose="02010609060101010101" pitchFamily="49" charset="-122"/>
              </a:rPr>
              <a:t>处理机的指令称通道命令。</a:t>
            </a:r>
            <a:endParaRPr lang="en-US" altLang="zh-CN" sz="2000" b="0">
              <a:effectLst>
                <a:outerShdw blurRad="38100" dist="38100" dir="2700000">
                  <a:srgbClr val="FFFFFF"/>
                </a:outerShdw>
              </a:effectLst>
              <a:latin typeface="黑体" panose="02010609060101010101" pitchFamily="49" charset="-122"/>
            </a:endParaRPr>
          </a:p>
          <a:p>
            <a:pPr marL="20955" lvl="0" indent="0">
              <a:spcBef>
                <a:spcPts val="350"/>
              </a:spcBef>
              <a:buClr>
                <a:srgbClr val="3333CC"/>
              </a:buClr>
              <a:buSzPct val="110000"/>
              <a:buFont typeface="Wingdings" panose="05000000000000000000" pitchFamily="2" charset="2"/>
              <a:buNone/>
            </a:pPr>
            <a:r>
              <a:rPr lang="zh-CN" altLang="en-US" sz="2000" b="0">
                <a:effectLst>
                  <a:outerShdw blurRad="38100" dist="38100" dir="2700000">
                    <a:srgbClr val="FFFFFF"/>
                  </a:outerShdw>
                </a:effectLst>
                <a:latin typeface="黑体" panose="02010609060101010101" pitchFamily="49" charset="-122"/>
              </a:rPr>
              <a:t>通道程序：用通道命令编写的程序称通道程序，通道通过执行通道程          </a:t>
            </a:r>
            <a:r>
              <a:rPr lang="en-US" altLang="zh-CN" sz="2000" b="0">
                <a:effectLst>
                  <a:outerShdw blurRad="38100" dist="38100" dir="2700000">
                    <a:srgbClr val="FFFFFF"/>
                  </a:outerShdw>
                </a:effectLst>
                <a:latin typeface="黑体" panose="02010609060101010101" pitchFamily="49" charset="-122"/>
              </a:rPr>
              <a:t>   </a:t>
            </a:r>
            <a:r>
              <a:rPr lang="zh-CN" altLang="en-US" sz="2000" b="0">
                <a:effectLst>
                  <a:outerShdw blurRad="38100" dist="38100" dir="2700000">
                    <a:srgbClr val="FFFFFF"/>
                  </a:outerShdw>
                </a:effectLst>
                <a:latin typeface="黑体" panose="02010609060101010101" pitchFamily="49" charset="-122"/>
              </a:rPr>
              <a:t>序控制</a:t>
            </a:r>
            <a:r>
              <a:rPr lang="en-US" altLang="zh-CN" sz="2000" b="0">
                <a:effectLst>
                  <a:outerShdw blurRad="38100" dist="38100" dir="2700000">
                    <a:srgbClr val="FFFFFF"/>
                  </a:outerShdw>
                </a:effectLst>
                <a:latin typeface="黑体" panose="02010609060101010101" pitchFamily="49" charset="-122"/>
              </a:rPr>
              <a:t>I/O</a:t>
            </a:r>
            <a:r>
              <a:rPr lang="zh-CN" altLang="en-US" sz="2000" b="0">
                <a:effectLst>
                  <a:outerShdw blurRad="38100" dist="38100" dir="2700000">
                    <a:srgbClr val="FFFFFF"/>
                  </a:outerShdw>
                </a:effectLst>
                <a:latin typeface="黑体" panose="02010609060101010101" pitchFamily="49" charset="-122"/>
              </a:rPr>
              <a:t>设备运行。</a:t>
            </a:r>
          </a:p>
          <a:p>
            <a:pPr marL="20955" lvl="0" indent="0">
              <a:lnSpc>
                <a:spcPct val="105000"/>
              </a:lnSpc>
              <a:spcBef>
                <a:spcPts val="300"/>
              </a:spcBef>
              <a:buClr>
                <a:srgbClr val="3333CC"/>
              </a:buClr>
              <a:buSzPct val="110000"/>
              <a:buFont typeface="Wingdings" panose="05000000000000000000" pitchFamily="2" charset="2"/>
              <a:buNone/>
            </a:pPr>
            <a:r>
              <a:rPr lang="zh-CN" altLang="en-US" sz="2000" b="0">
                <a:effectLst>
                  <a:outerShdw blurRad="38100" dist="38100" dir="2700000">
                    <a:srgbClr val="FFFFFF"/>
                  </a:outerShdw>
                </a:effectLst>
                <a:latin typeface="黑体" panose="02010609060101010101" pitchFamily="49" charset="-122"/>
              </a:rPr>
              <a:t>通道地址字</a:t>
            </a:r>
            <a:r>
              <a:rPr lang="en-US" altLang="zh-CN" sz="2000" b="0">
                <a:effectLst>
                  <a:outerShdw blurRad="38100" dist="38100" dir="2700000">
                    <a:srgbClr val="FFFFFF"/>
                  </a:outerShdw>
                </a:effectLst>
                <a:latin typeface="黑体" panose="02010609060101010101" pitchFamily="49" charset="-122"/>
              </a:rPr>
              <a:t>(Channel Address Word, CAW)：</a:t>
            </a:r>
            <a:r>
              <a:rPr lang="zh-CN" altLang="en-US" sz="2000" b="0">
                <a:effectLst>
                  <a:outerShdw blurRad="38100" dist="38100" dir="2700000">
                    <a:srgbClr val="FFFFFF"/>
                  </a:outerShdw>
                </a:effectLst>
                <a:latin typeface="黑体" panose="02010609060101010101" pitchFamily="49" charset="-122"/>
              </a:rPr>
              <a:t>用来存放通道程序首地址的内存单元称通道地址字。</a:t>
            </a:r>
          </a:p>
          <a:p>
            <a:pPr marL="20955" lvl="0" indent="0">
              <a:spcBef>
                <a:spcPts val="365"/>
              </a:spcBef>
              <a:buClr>
                <a:srgbClr val="3333CC"/>
              </a:buClr>
              <a:buSzPct val="110000"/>
              <a:buFont typeface="Wingdings" panose="05000000000000000000" pitchFamily="2" charset="2"/>
              <a:buNone/>
            </a:pPr>
            <a:r>
              <a:rPr lang="zh-CN" altLang="en-US" sz="2000" b="0">
                <a:effectLst>
                  <a:outerShdw blurRad="38100" dist="38100" dir="2700000">
                    <a:srgbClr val="FFFFFF"/>
                  </a:outerShdw>
                </a:effectLst>
                <a:latin typeface="黑体" panose="02010609060101010101" pitchFamily="49" charset="-122"/>
              </a:rPr>
              <a:t>通道状态字</a:t>
            </a:r>
            <a:r>
              <a:rPr lang="en-US" altLang="zh-CN" sz="2000" b="0">
                <a:effectLst>
                  <a:outerShdw blurRad="38100" dist="38100" dir="2700000">
                    <a:srgbClr val="FFFFFF"/>
                  </a:outerShdw>
                </a:effectLst>
                <a:latin typeface="黑体" panose="02010609060101010101" pitchFamily="49" charset="-122"/>
              </a:rPr>
              <a:t>(Channel Status Word, CSW)：</a:t>
            </a:r>
            <a:r>
              <a:rPr lang="zh-CN" altLang="en-US" sz="2000" b="0">
                <a:effectLst>
                  <a:outerShdw blurRad="38100" dist="38100" dir="2700000">
                    <a:srgbClr val="FFFFFF"/>
                  </a:outerShdw>
                </a:effectLst>
                <a:latin typeface="黑体" panose="02010609060101010101" pitchFamily="49" charset="-122"/>
              </a:rPr>
              <a:t>是通道向操作系统报告工作情况的状态汇集</a:t>
            </a:r>
            <a:r>
              <a:rPr lang="zh-CN" altLang="en-US" sz="2000" b="0">
                <a:effectLst>
                  <a:outerShdw blurRad="38100" dist="38100" dir="2700000">
                    <a:srgbClr val="FFFFFF"/>
                  </a:outerShdw>
                </a:effectLst>
                <a:latin typeface="times"/>
              </a:rPr>
              <a:t>。</a:t>
            </a:r>
          </a:p>
          <a:p>
            <a:pPr marL="20955" lvl="0" indent="0">
              <a:spcBef>
                <a:spcPts val="40"/>
              </a:spcBef>
              <a:buClrTx/>
              <a:buFont typeface="Wingdings" panose="05000000000000000000" pitchFamily="2" charset="2"/>
              <a:buNone/>
            </a:pPr>
            <a:endParaRPr lang="zh-CN" altLang="en-US" sz="1900">
              <a:solidFill>
                <a:srgbClr val="990000"/>
              </a:solidFill>
              <a:effectLst>
                <a:outerShdw blurRad="38100" dist="38100" dir="2700000">
                  <a:srgbClr val="000000"/>
                </a:outerShdw>
              </a:effectLst>
              <a:latin typeface="黑体" panose="02010609060101010101" pitchFamily="49" charset="-122"/>
            </a:endParaRPr>
          </a:p>
          <a:p>
            <a:pPr marL="20955" lvl="0" indent="0">
              <a:lnSpc>
                <a:spcPts val="2150"/>
              </a:lnSpc>
              <a:buClrTx/>
              <a:buFont typeface="Wingdings" panose="05000000000000000000" pitchFamily="2" charset="2"/>
              <a:buNone/>
            </a:pPr>
            <a:r>
              <a:rPr lang="zh-CN" altLang="en-US" sz="1800">
                <a:solidFill>
                  <a:srgbClr val="000000"/>
                </a:solidFill>
                <a:effectLst>
                  <a:outerShdw blurRad="38100" dist="38100" dir="2700000">
                    <a:srgbClr val="FFFFFF"/>
                  </a:outerShdw>
                </a:effectLst>
                <a:latin typeface="黑体" panose="02010609060101010101" pitchFamily="49" charset="-122"/>
              </a:rPr>
              <a:t>                    通道地址字</a:t>
            </a:r>
            <a:endParaRPr lang="zh-CN" altLang="en-US" sz="1800">
              <a:solidFill>
                <a:srgbClr val="990000"/>
              </a:solidFill>
              <a:effectLst>
                <a:outerShdw blurRad="38100" dist="38100" dir="2700000">
                  <a:srgbClr val="000000"/>
                </a:outerShdw>
              </a:effectLst>
              <a:latin typeface="黑体" panose="02010609060101010101" pitchFamily="49" charset="-122"/>
            </a:endParaRPr>
          </a:p>
        </p:txBody>
      </p:sp>
      <p:sp>
        <p:nvSpPr>
          <p:cNvPr id="18" name="object 16"/>
          <p:cNvSpPr txBox="1"/>
          <p:nvPr/>
        </p:nvSpPr>
        <p:spPr>
          <a:xfrm>
            <a:off x="2854325" y="6165850"/>
            <a:ext cx="939800" cy="254000"/>
          </a:xfrm>
          <a:prstGeom prst="rect">
            <a:avLst/>
          </a:prstGeom>
        </p:spPr>
        <p:txBody>
          <a:bodyPr lIns="0" tIns="0" rIns="0" bIns="0">
            <a:spAutoFit/>
          </a:bodyPr>
          <a:lstStyle/>
          <a:p>
            <a:pPr marL="12700" marR="0" defTabSz="914400">
              <a:lnSpc>
                <a:spcPts val="2155"/>
              </a:lnSpc>
              <a:buClrTx/>
              <a:buSzTx/>
              <a:buFontTx/>
              <a:buNone/>
              <a:defRPr/>
            </a:pPr>
            <a:r>
              <a:rPr kumimoji="0" sz="1800" b="1" kern="1200" cap="none" spc="-20" normalizeH="0" baseline="0" noProof="0" dirty="0">
                <a:latin typeface="宋体" panose="02010600030101010101" pitchFamily="2" charset="-122"/>
                <a:ea typeface="宋体" panose="02010600030101010101" pitchFamily="2" charset="-122"/>
                <a:cs typeface="宋体" panose="02010600030101010101" pitchFamily="2" charset="-122"/>
              </a:rPr>
              <a:t>通道程序</a:t>
            </a:r>
            <a:endParaRPr kumimoji="0" sz="1800" kern="1200" cap="none" spc="0" normalizeH="0" baseline="0" noProof="0">
              <a:latin typeface="宋体" panose="02010600030101010101" pitchFamily="2" charset="-122"/>
              <a:ea typeface="宋体" panose="02010600030101010101" pitchFamily="2" charset="-122"/>
              <a:cs typeface="宋体" panose="02010600030101010101" pitchFamily="2" charset="-122"/>
            </a:endParaRPr>
          </a:p>
        </p:txBody>
      </p:sp>
      <p:sp>
        <p:nvSpPr>
          <p:cNvPr id="34828" name="object 17"/>
          <p:cNvSpPr/>
          <p:nvPr/>
        </p:nvSpPr>
        <p:spPr>
          <a:xfrm>
            <a:off x="2773363" y="4759325"/>
            <a:ext cx="792162" cy="76200"/>
          </a:xfrm>
          <a:custGeom>
            <a:avLst/>
            <a:gdLst/>
            <a:ahLst/>
            <a:cxnLst>
              <a:cxn ang="0">
                <a:pos x="77471" y="32003"/>
              </a:cxn>
              <a:cxn ang="0">
                <a:pos x="77471" y="0"/>
              </a:cxn>
              <a:cxn ang="0">
                <a:pos x="0" y="38100"/>
              </a:cxn>
              <a:cxn ang="0">
                <a:pos x="64292" y="69723"/>
              </a:cxn>
              <a:cxn ang="0">
                <a:pos x="64292" y="32003"/>
              </a:cxn>
              <a:cxn ang="0">
                <a:pos x="77471" y="32003"/>
              </a:cxn>
              <a:cxn ang="0">
                <a:pos x="804816" y="44195"/>
              </a:cxn>
              <a:cxn ang="0">
                <a:pos x="804816" y="32003"/>
              </a:cxn>
              <a:cxn ang="0">
                <a:pos x="64292" y="32003"/>
              </a:cxn>
              <a:cxn ang="0">
                <a:pos x="64292" y="44195"/>
              </a:cxn>
              <a:cxn ang="0">
                <a:pos x="804816" y="44195"/>
              </a:cxn>
              <a:cxn ang="0">
                <a:pos x="77471" y="76200"/>
              </a:cxn>
              <a:cxn ang="0">
                <a:pos x="77471" y="44195"/>
              </a:cxn>
              <a:cxn ang="0">
                <a:pos x="64292" y="44195"/>
              </a:cxn>
              <a:cxn ang="0">
                <a:pos x="64292" y="69723"/>
              </a:cxn>
              <a:cxn ang="0">
                <a:pos x="77471" y="76200"/>
              </a:cxn>
            </a:cxnLst>
            <a:rect l="0" t="0" r="0" b="0"/>
            <a:pathLst>
              <a:path w="791845" h="76200">
                <a:moveTo>
                  <a:pt x="76200" y="32003"/>
                </a:moveTo>
                <a:lnTo>
                  <a:pt x="76200" y="0"/>
                </a:lnTo>
                <a:lnTo>
                  <a:pt x="0" y="38100"/>
                </a:lnTo>
                <a:lnTo>
                  <a:pt x="63245" y="69723"/>
                </a:lnTo>
                <a:lnTo>
                  <a:pt x="63245" y="32003"/>
                </a:lnTo>
                <a:lnTo>
                  <a:pt x="76200" y="32003"/>
                </a:lnTo>
                <a:close/>
              </a:path>
              <a:path w="791845" h="76200">
                <a:moveTo>
                  <a:pt x="791717" y="44195"/>
                </a:moveTo>
                <a:lnTo>
                  <a:pt x="791717" y="32003"/>
                </a:lnTo>
                <a:lnTo>
                  <a:pt x="63245" y="32003"/>
                </a:lnTo>
                <a:lnTo>
                  <a:pt x="63245" y="44195"/>
                </a:lnTo>
                <a:lnTo>
                  <a:pt x="791717" y="44195"/>
                </a:lnTo>
                <a:close/>
              </a:path>
              <a:path w="791845" h="76200">
                <a:moveTo>
                  <a:pt x="76200" y="76200"/>
                </a:moveTo>
                <a:lnTo>
                  <a:pt x="76200" y="44195"/>
                </a:lnTo>
                <a:lnTo>
                  <a:pt x="63245" y="44195"/>
                </a:lnTo>
                <a:lnTo>
                  <a:pt x="63245" y="69723"/>
                </a:lnTo>
                <a:lnTo>
                  <a:pt x="76200" y="76200"/>
                </a:lnTo>
                <a:close/>
              </a:path>
            </a:pathLst>
          </a:custGeom>
          <a:solidFill>
            <a:srgbClr val="000000">
              <a:alpha val="100000"/>
            </a:srgbClr>
          </a:solidFill>
          <a:ln w="9525">
            <a:noFill/>
          </a:ln>
        </p:spPr>
        <p:txBody>
          <a:bodyPr/>
          <a:lstStyle/>
          <a:p>
            <a:endParaRPr lang="zh-CN" altLang="en-US"/>
          </a:p>
        </p:txBody>
      </p:sp>
      <p:sp>
        <p:nvSpPr>
          <p:cNvPr id="34829" name="object 18"/>
          <p:cNvSpPr/>
          <p:nvPr/>
        </p:nvSpPr>
        <p:spPr>
          <a:xfrm>
            <a:off x="4430713" y="5589588"/>
            <a:ext cx="2520950" cy="431800"/>
          </a:xfrm>
          <a:custGeom>
            <a:avLst/>
            <a:gdLst/>
            <a:ahLst/>
            <a:cxnLst>
              <a:cxn ang="0">
                <a:pos x="0" y="0"/>
              </a:cxn>
              <a:cxn ang="0">
                <a:pos x="0" y="431292"/>
              </a:cxn>
              <a:cxn ang="0">
                <a:pos x="2520695" y="431291"/>
              </a:cxn>
              <a:cxn ang="0">
                <a:pos x="2520695" y="0"/>
              </a:cxn>
              <a:cxn ang="0">
                <a:pos x="0" y="0"/>
              </a:cxn>
            </a:cxnLst>
            <a:rect l="0" t="0" r="0" b="0"/>
            <a:pathLst>
              <a:path w="2520950" h="431800">
                <a:moveTo>
                  <a:pt x="0" y="0"/>
                </a:moveTo>
                <a:lnTo>
                  <a:pt x="0" y="431292"/>
                </a:lnTo>
                <a:lnTo>
                  <a:pt x="2520695" y="431291"/>
                </a:lnTo>
                <a:lnTo>
                  <a:pt x="2520695" y="0"/>
                </a:lnTo>
                <a:lnTo>
                  <a:pt x="0" y="0"/>
                </a:lnTo>
                <a:close/>
              </a:path>
            </a:pathLst>
          </a:custGeom>
          <a:noFill/>
          <a:ln w="12700" cap="flat" cmpd="sng">
            <a:solidFill>
              <a:srgbClr val="000000">
                <a:alpha val="100000"/>
              </a:srgbClr>
            </a:solidFill>
            <a:prstDash val="solid"/>
            <a:round/>
            <a:headEnd type="none" w="med" len="med"/>
            <a:tailEnd type="none" w="med" len="med"/>
          </a:ln>
        </p:spPr>
        <p:txBody>
          <a:bodyPr/>
          <a:lstStyle/>
          <a:p>
            <a:endParaRPr lang="zh-CN" altLang="en-US"/>
          </a:p>
        </p:txBody>
      </p:sp>
      <p:sp>
        <p:nvSpPr>
          <p:cNvPr id="34830" name="object 19"/>
          <p:cNvSpPr txBox="1"/>
          <p:nvPr/>
        </p:nvSpPr>
        <p:spPr>
          <a:xfrm>
            <a:off x="5651500" y="6094413"/>
            <a:ext cx="1168400" cy="254000"/>
          </a:xfrm>
          <a:prstGeom prst="rect">
            <a:avLst/>
          </a:prstGeom>
          <a:noFill/>
          <a:ln w="9525">
            <a:noFill/>
          </a:ln>
        </p:spPr>
        <p:txBody>
          <a:bodyPr lIns="0" tIns="0" rIns="0" bIns="0">
            <a:spAutoFit/>
          </a:bodyPr>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12700" lvl="0" indent="0">
              <a:lnSpc>
                <a:spcPts val="2150"/>
              </a:lnSpc>
              <a:spcBef>
                <a:spcPct val="0"/>
              </a:spcBef>
              <a:buClrTx/>
              <a:buFontTx/>
              <a:buNone/>
            </a:pPr>
            <a:r>
              <a:rPr lang="zh-CN" altLang="zh-CN" sz="1800">
                <a:latin typeface="宋体" panose="02010600030101010101" pitchFamily="2" charset="-122"/>
                <a:ea typeface="宋体" panose="02010600030101010101" pitchFamily="2" charset="-122"/>
              </a:rPr>
              <a:t>通道状态字</a:t>
            </a:r>
            <a:endParaRPr lang="zh-CN" altLang="zh-CN" sz="1800" b="0">
              <a:latin typeface="宋体" panose="02010600030101010101" pitchFamily="2" charset="-122"/>
              <a:ea typeface="宋体" panose="02010600030101010101" pitchFamily="2" charset="-122"/>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灯片编号占位符 3"/>
          <p:cNvSpPr txBox="1">
            <a:spLocks noGrp="1"/>
          </p:cNvSpPr>
          <p:nvPr>
            <p:ph type="sldNum" sz="quarter" idx="12"/>
          </p:nvPr>
        </p:nvSpPr>
        <p:spPr>
          <a:xfrm>
            <a:off x="431800" y="6229350"/>
            <a:ext cx="2311400" cy="457200"/>
          </a:xfrm>
        </p:spPr>
        <p:txBody>
          <a:bodyPr anchor="b" anchorCtr="0"/>
          <a:lstStyle/>
          <a:p>
            <a:pPr marL="0" indent="0">
              <a:spcBef>
                <a:spcPct val="50000"/>
              </a:spcBef>
              <a:buClrTx/>
              <a:buFontTx/>
              <a:buNone/>
            </a:pPr>
            <a:r>
              <a:rPr lang="zh-CN" altLang="en-US" sz="1200" b="0">
                <a:solidFill>
                  <a:srgbClr val="3366CC"/>
                </a:solidFill>
                <a:ea typeface="宋体" panose="02010600030101010101" pitchFamily="2" charset="-122"/>
              </a:rPr>
              <a:t>第</a:t>
            </a:r>
            <a:fld id="{9A0DB2DC-4C9A-4742-B13C-FB6460FD3503}" type="slidenum">
              <a:rPr lang="zh-TW" altLang="en-US" sz="1200" b="0">
                <a:solidFill>
                  <a:srgbClr val="3366CC"/>
                </a:solidFill>
                <a:ea typeface="PMingLiU" pitchFamily="18" charset="-120"/>
              </a:rPr>
              <a:t>20</a:t>
            </a:fld>
            <a:r>
              <a:rPr lang="zh-CN" altLang="en-US" sz="1200" b="0">
                <a:solidFill>
                  <a:srgbClr val="3366CC"/>
                </a:solidFill>
                <a:ea typeface="宋体" panose="02010600030101010101" pitchFamily="2" charset="-122"/>
              </a:rPr>
              <a:t>页</a:t>
            </a:r>
            <a:endParaRPr lang="zh-TW" altLang="en-US" sz="1200" b="0">
              <a:solidFill>
                <a:srgbClr val="3366CC"/>
              </a:solidFill>
              <a:ea typeface="宋体" panose="02010600030101010101" pitchFamily="2" charset="-122"/>
            </a:endParaRPr>
          </a:p>
        </p:txBody>
      </p:sp>
      <p:sp>
        <p:nvSpPr>
          <p:cNvPr id="35842" name="Rectangle 2"/>
          <p:cNvSpPr>
            <a:spLocks noGrp="1"/>
          </p:cNvSpPr>
          <p:nvPr>
            <p:ph type="title"/>
          </p:nvPr>
        </p:nvSpPr>
        <p:spPr/>
        <p:txBody>
          <a:bodyPr vert="horz" wrap="square" lIns="91440" tIns="45720" rIns="91440" bIns="45720" anchor="b" anchorCtr="0"/>
          <a:lstStyle/>
          <a:p>
            <a:pPr eaLnBrk="1" hangingPunct="1"/>
            <a:r>
              <a:rPr lang="en-US" altLang="zh-CN"/>
              <a:t>7.3</a:t>
            </a:r>
            <a:r>
              <a:rPr lang="zh-CN" altLang="en-US"/>
              <a:t> 通道 </a:t>
            </a:r>
          </a:p>
        </p:txBody>
      </p:sp>
      <p:pic>
        <p:nvPicPr>
          <p:cNvPr id="35843" name="图片 1"/>
          <p:cNvPicPr>
            <a:picLocks noChangeAspect="1"/>
          </p:cNvPicPr>
          <p:nvPr/>
        </p:nvPicPr>
        <p:blipFill>
          <a:blip r:embed="rId2"/>
          <a:stretch>
            <a:fillRect/>
          </a:stretch>
        </p:blipFill>
        <p:spPr>
          <a:xfrm>
            <a:off x="755650" y="1395413"/>
            <a:ext cx="7037388" cy="4833937"/>
          </a:xfrm>
          <a:prstGeom prst="rect">
            <a:avLst/>
          </a:prstGeom>
          <a:noFill/>
          <a:ln w="9525">
            <a:noFill/>
          </a:ln>
        </p:spPr>
      </p:pic>
    </p:spTree>
  </p:cSld>
  <p:clrMapOvr>
    <a:masterClrMapping/>
  </p:clrMapOvr>
  <p:transition spd="slow"/>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5" name="灯片编号占位符 3"/>
          <p:cNvSpPr txBox="1">
            <a:spLocks noGrp="1"/>
          </p:cNvSpPr>
          <p:nvPr>
            <p:ph type="sldNum" sz="quarter" idx="12"/>
          </p:nvPr>
        </p:nvSpPr>
        <p:spPr>
          <a:xfrm>
            <a:off x="431800" y="6229350"/>
            <a:ext cx="2311400" cy="457200"/>
          </a:xfrm>
        </p:spPr>
        <p:txBody>
          <a:bodyPr anchor="b" anchorCtr="0"/>
          <a:lstStyle/>
          <a:p>
            <a:pPr marL="0" indent="0">
              <a:spcBef>
                <a:spcPct val="50000"/>
              </a:spcBef>
              <a:buClrTx/>
              <a:buFontTx/>
              <a:buNone/>
            </a:pPr>
            <a:r>
              <a:rPr lang="zh-CN" altLang="en-US" sz="1200" b="0">
                <a:solidFill>
                  <a:srgbClr val="3366CC"/>
                </a:solidFill>
                <a:ea typeface="宋体" panose="02010600030101010101" pitchFamily="2" charset="-122"/>
              </a:rPr>
              <a:t>第</a:t>
            </a:r>
            <a:fld id="{9A0DB2DC-4C9A-4742-B13C-FB6460FD3503}" type="slidenum">
              <a:rPr lang="zh-TW" altLang="en-US" sz="1200" b="0">
                <a:solidFill>
                  <a:srgbClr val="3366CC"/>
                </a:solidFill>
                <a:ea typeface="PMingLiU" pitchFamily="18" charset="-120"/>
              </a:rPr>
              <a:t>21</a:t>
            </a:fld>
            <a:r>
              <a:rPr lang="zh-CN" altLang="en-US" sz="1200" b="0">
                <a:solidFill>
                  <a:srgbClr val="3366CC"/>
                </a:solidFill>
                <a:ea typeface="宋体" panose="02010600030101010101" pitchFamily="2" charset="-122"/>
              </a:rPr>
              <a:t>页</a:t>
            </a:r>
            <a:endParaRPr lang="zh-TW" altLang="en-US" sz="1200" b="0">
              <a:solidFill>
                <a:srgbClr val="3366CC"/>
              </a:solidFill>
              <a:ea typeface="宋体" panose="02010600030101010101" pitchFamily="2" charset="-122"/>
            </a:endParaRPr>
          </a:p>
        </p:txBody>
      </p:sp>
      <p:sp>
        <p:nvSpPr>
          <p:cNvPr id="36866" name="Rectangle 2"/>
          <p:cNvSpPr>
            <a:spLocks noGrp="1"/>
          </p:cNvSpPr>
          <p:nvPr>
            <p:ph type="title"/>
          </p:nvPr>
        </p:nvSpPr>
        <p:spPr/>
        <p:txBody>
          <a:bodyPr vert="horz" wrap="square" lIns="91440" tIns="45720" rIns="91440" bIns="45720" anchor="b" anchorCtr="0"/>
          <a:lstStyle/>
          <a:p>
            <a:pPr eaLnBrk="1" hangingPunct="1"/>
            <a:r>
              <a:rPr lang="en-US" altLang="zh-CN"/>
              <a:t>7.3</a:t>
            </a:r>
            <a:r>
              <a:rPr lang="zh-CN" altLang="en-US"/>
              <a:t> 通道</a:t>
            </a:r>
          </a:p>
        </p:txBody>
      </p:sp>
      <p:sp>
        <p:nvSpPr>
          <p:cNvPr id="62467" name="矩形 1"/>
          <p:cNvSpPr>
            <a:spLocks noChangeArrowheads="1"/>
          </p:cNvSpPr>
          <p:nvPr/>
        </p:nvSpPr>
        <p:spPr bwMode="auto">
          <a:xfrm>
            <a:off x="395288" y="1412875"/>
            <a:ext cx="8280400" cy="2678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0" lvl="0" indent="0" eaLnBrk="1" hangingPunct="1">
              <a:spcBef>
                <a:spcPct val="0"/>
              </a:spcBef>
              <a:buClrTx/>
              <a:buNone/>
            </a:pPr>
            <a:r>
              <a:rPr lang="zh-CN" altLang="en-US" sz="2400" b="0">
                <a:latin typeface="黑体" panose="02010609060101010101" pitchFamily="49" charset="-122"/>
              </a:rPr>
              <a:t>通道能完成主存储器和外设之间的信息传输。</a:t>
            </a:r>
            <a:endParaRPr lang="en-US" altLang="zh-CN" sz="2400" b="0">
              <a:latin typeface="黑体" panose="02010609060101010101" pitchFamily="49" charset="-122"/>
            </a:endParaRPr>
          </a:p>
          <a:p>
            <a:pPr marL="0" lvl="0" indent="0" eaLnBrk="1" hangingPunct="1">
              <a:spcBef>
                <a:spcPct val="0"/>
              </a:spcBef>
              <a:buClrTx/>
              <a:buNone/>
            </a:pPr>
            <a:r>
              <a:rPr lang="zh-CN" altLang="zh-CN" sz="2400">
                <a:solidFill>
                  <a:srgbClr val="FF3300"/>
                </a:solidFill>
                <a:latin typeface="宋体" panose="02010600030101010101" pitchFamily="2" charset="-122"/>
                <a:ea typeface="宋体" panose="02010600030101010101" pitchFamily="2" charset="-122"/>
              </a:rPr>
              <a:t>优点</a:t>
            </a:r>
            <a:r>
              <a:rPr lang="zh-CN" altLang="zh-CN" sz="2400">
                <a:latin typeface="宋体" panose="02010600030101010101" pitchFamily="2" charset="-122"/>
                <a:ea typeface="宋体" panose="02010600030101010101" pitchFamily="2" charset="-122"/>
              </a:rPr>
              <a:t>：解决了</a:t>
            </a:r>
            <a:r>
              <a:rPr lang="zh-CN" altLang="zh-CN" sz="2400">
                <a:ea typeface="宋体" panose="02010600030101010101" pitchFamily="2" charset="-122"/>
              </a:rPr>
              <a:t>I/O</a:t>
            </a:r>
            <a:r>
              <a:rPr lang="zh-CN" altLang="zh-CN" sz="2400">
                <a:latin typeface="宋体" panose="02010600030101010101" pitchFamily="2" charset="-122"/>
                <a:ea typeface="宋体" panose="02010600030101010101" pitchFamily="2" charset="-122"/>
              </a:rPr>
              <a:t>操作的独立性和各部件工作的并行性。通道把中央处理机从繁琐的输入输出操作中解放出来。采用通道技术后，不仅能实现</a:t>
            </a:r>
            <a:r>
              <a:rPr lang="zh-CN" altLang="zh-CN" sz="2400">
                <a:ea typeface="宋体" panose="02010600030101010101" pitchFamily="2" charset="-122"/>
              </a:rPr>
              <a:t>CPU</a:t>
            </a:r>
            <a:r>
              <a:rPr lang="zh-CN" altLang="zh-CN" sz="2400">
                <a:latin typeface="宋体" panose="02010600030101010101" pitchFamily="2" charset="-122"/>
                <a:ea typeface="宋体" panose="02010600030101010101" pitchFamily="2" charset="-122"/>
              </a:rPr>
              <a:t>和通道的并行操作，而且通道与通道之间也能实现并行操作，各通道上的外围设备也能实现并行操作，从而达到提高整个系统的效率的根本目的。</a:t>
            </a:r>
            <a:endParaRPr lang="zh-CN" altLang="zh-CN" sz="2400" b="0">
              <a:latin typeface="宋体" panose="02010600030101010101" pitchFamily="2" charset="-122"/>
              <a:ea typeface="宋体" panose="02010600030101010101" pitchFamily="2" charset="-122"/>
            </a:endParaRPr>
          </a:p>
          <a:p>
            <a:pPr marL="0" lvl="0" indent="0" eaLnBrk="1" hangingPunct="1">
              <a:spcBef>
                <a:spcPct val="0"/>
              </a:spcBef>
              <a:buClrTx/>
              <a:buNone/>
            </a:pPr>
            <a:endParaRPr lang="en-US" altLang="zh-CN" sz="2400" b="0">
              <a:latin typeface="黑体" panose="02010609060101010101" pitchFamily="49" charset="-122"/>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2"/>
          <p:cNvSpPr>
            <a:spLocks noGrp="1"/>
          </p:cNvSpPr>
          <p:nvPr>
            <p:ph type="title"/>
          </p:nvPr>
        </p:nvSpPr>
        <p:spPr/>
        <p:txBody>
          <a:bodyPr vert="horz" wrap="square" lIns="91440" tIns="45720" rIns="91440" bIns="45720" anchor="b" anchorCtr="0"/>
          <a:lstStyle/>
          <a:p>
            <a:pPr eaLnBrk="1" hangingPunct="1"/>
            <a:r>
              <a:rPr lang="en-US" altLang="zh-CN"/>
              <a:t>7.3</a:t>
            </a:r>
            <a:r>
              <a:rPr lang="zh-CN" altLang="en-US"/>
              <a:t> 通道</a:t>
            </a:r>
          </a:p>
        </p:txBody>
      </p:sp>
      <p:sp>
        <p:nvSpPr>
          <p:cNvPr id="6" name="Rectangle 3"/>
          <p:cNvSpPr txBox="1">
            <a:spLocks noChangeArrowheads="1"/>
          </p:cNvSpPr>
          <p:nvPr/>
        </p:nvSpPr>
        <p:spPr bwMode="auto">
          <a:xfrm>
            <a:off x="0" y="1268413"/>
            <a:ext cx="8893175" cy="2089150"/>
          </a:xfrm>
          <a:prstGeom prst="rect">
            <a:avLst/>
          </a:prstGeom>
          <a:noFill/>
          <a:ln w="9525">
            <a:noFill/>
            <a:miter lim="800000"/>
          </a:ln>
          <a:effectLst/>
        </p:spPr>
        <p:txBody>
          <a:bodyPr/>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609600" lvl="0" indent="-609600">
              <a:buClrTx/>
              <a:buNone/>
            </a:pPr>
            <a:r>
              <a:rPr lang="zh-CN" altLang="en-US" sz="2400" b="0">
                <a:latin typeface="黑体" panose="02010609060101010101" pitchFamily="49" charset="-122"/>
              </a:rPr>
              <a:t>   具有通道结构的计算机系统，主存、通道、控制器和设备之间采用四级连接，实施三级控制</a:t>
            </a:r>
            <a:r>
              <a:rPr lang="zh-CN" altLang="en-US" sz="2400" b="0">
                <a:effectLst>
                  <a:outerShdw blurRad="38100" dist="38100" dir="2700000">
                    <a:srgbClr val="FFFFFF"/>
                  </a:outerShdw>
                </a:effectLst>
                <a:latin typeface="黑体" panose="02010609060101010101" pitchFamily="49" charset="-122"/>
              </a:rPr>
              <a:t>。</a:t>
            </a:r>
          </a:p>
        </p:txBody>
      </p:sp>
      <p:sp>
        <p:nvSpPr>
          <p:cNvPr id="37892" name="Rectangle 4"/>
          <p:cNvSpPr/>
          <p:nvPr/>
        </p:nvSpPr>
        <p:spPr>
          <a:xfrm>
            <a:off x="0" y="0"/>
            <a:ext cx="9144000" cy="0"/>
          </a:xfrm>
          <a:prstGeom prst="rect">
            <a:avLst/>
          </a:prstGeom>
          <a:noFill/>
          <a:ln w="9525">
            <a:noFill/>
          </a:ln>
        </p:spPr>
        <p:txBody>
          <a:bodyPr wrap="none" anchor="ctr" anchorCtr="0">
            <a:spAutoFit/>
          </a:bodyPr>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0" lvl="0" indent="0">
              <a:spcBef>
                <a:spcPct val="0"/>
              </a:spcBef>
              <a:buClrTx/>
              <a:buFontTx/>
              <a:buNone/>
            </a:pPr>
            <a:endParaRPr lang="zh-CN" altLang="en-US" sz="2400">
              <a:ea typeface="宋体" panose="02010600030101010101" pitchFamily="2" charset="-122"/>
            </a:endParaRPr>
          </a:p>
        </p:txBody>
      </p:sp>
      <p:graphicFrame>
        <p:nvGraphicFramePr>
          <p:cNvPr id="37893" name="Object 5"/>
          <p:cNvGraphicFramePr>
            <a:graphicFrameLocks noChangeAspect="1"/>
          </p:cNvGraphicFramePr>
          <p:nvPr/>
        </p:nvGraphicFramePr>
        <p:xfrm>
          <a:off x="2051050" y="2060575"/>
          <a:ext cx="3960813" cy="2914650"/>
        </p:xfrm>
        <a:graphic>
          <a:graphicData uri="http://schemas.openxmlformats.org/presentationml/2006/ole">
            <mc:AlternateContent xmlns:mc="http://schemas.openxmlformats.org/markup-compatibility/2006">
              <mc:Choice xmlns:v="urn:schemas-microsoft-com:vml" Requires="v">
                <p:oleObj spid="_x0000_s7181" r:id="rId3" imgW="5066030" imgH="4039870" progId="Visio.Drawing.6">
                  <p:embed/>
                </p:oleObj>
              </mc:Choice>
              <mc:Fallback>
                <p:oleObj r:id="rId3" imgW="5066030" imgH="4039870" progId="Visio.Drawing.6">
                  <p:embed/>
                  <p:pic>
                    <p:nvPicPr>
                      <p:cNvPr id="0" name="图片 3078"/>
                      <p:cNvPicPr/>
                      <p:nvPr/>
                    </p:nvPicPr>
                    <p:blipFill>
                      <a:blip r:embed="rId4"/>
                      <a:stretch>
                        <a:fillRect/>
                      </a:stretch>
                    </p:blipFill>
                    <p:spPr>
                      <a:xfrm>
                        <a:off x="2051050" y="2060575"/>
                        <a:ext cx="3960813" cy="2914650"/>
                      </a:xfrm>
                      <a:prstGeom prst="rect">
                        <a:avLst/>
                      </a:prstGeom>
                      <a:solidFill>
                        <a:srgbClr val="99CCFF"/>
                      </a:solidFill>
                      <a:ln w="38100">
                        <a:noFill/>
                        <a:miter/>
                      </a:ln>
                    </p:spPr>
                  </p:pic>
                </p:oleObj>
              </mc:Fallback>
            </mc:AlternateContent>
          </a:graphicData>
        </a:graphic>
      </p:graphicFrame>
      <p:sp>
        <p:nvSpPr>
          <p:cNvPr id="63494" name="矩形 2"/>
          <p:cNvSpPr>
            <a:spLocks noChangeArrowheads="1"/>
          </p:cNvSpPr>
          <p:nvPr/>
        </p:nvSpPr>
        <p:spPr bwMode="auto">
          <a:xfrm>
            <a:off x="2924175" y="5013325"/>
            <a:ext cx="2363788"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0" lvl="0" indent="0">
              <a:spcBef>
                <a:spcPct val="0"/>
              </a:spcBef>
              <a:buClrTx/>
              <a:buNone/>
            </a:pPr>
            <a:r>
              <a:rPr lang="zh-CN" altLang="en-US" sz="2000" b="0">
                <a:latin typeface="黑体" panose="02010609060101010101" pitchFamily="49" charset="-122"/>
              </a:rPr>
              <a:t>单通路</a:t>
            </a:r>
            <a:r>
              <a:rPr lang="en-US" altLang="zh-CN" sz="2000" b="0">
                <a:latin typeface="黑体" panose="02010609060101010101" pitchFamily="49" charset="-122"/>
              </a:rPr>
              <a:t>I/O</a:t>
            </a:r>
            <a:r>
              <a:rPr lang="zh-CN" altLang="en-US" sz="2000" b="0">
                <a:latin typeface="黑体" panose="02010609060101010101" pitchFamily="49" charset="-122"/>
              </a:rPr>
              <a:t>系统结构</a:t>
            </a:r>
          </a:p>
        </p:txBody>
      </p:sp>
      <p:sp>
        <p:nvSpPr>
          <p:cNvPr id="37895" name="矩形 1"/>
          <p:cNvSpPr/>
          <p:nvPr/>
        </p:nvSpPr>
        <p:spPr>
          <a:xfrm>
            <a:off x="431800" y="5387975"/>
            <a:ext cx="8461375" cy="1198880"/>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0" lvl="0" indent="0">
              <a:spcBef>
                <a:spcPct val="0"/>
              </a:spcBef>
              <a:buClrTx/>
              <a:buFontTx/>
              <a:buNone/>
            </a:pPr>
            <a:r>
              <a:rPr lang="zh-CN" altLang="en-US" sz="2400" b="0"/>
              <a:t>通道价格昂贵。通道往往成了</a:t>
            </a:r>
            <a:r>
              <a:rPr lang="zh-CN" altLang="zh-CN" sz="2400">
                <a:ea typeface="宋体" panose="02010600030101010101" pitchFamily="2" charset="-122"/>
                <a:sym typeface="+mn-ea"/>
              </a:rPr>
              <a:t>I/O</a:t>
            </a:r>
            <a:r>
              <a:rPr lang="zh-CN" altLang="en-US" sz="2400" b="0"/>
              <a:t>的瓶颈，从而造成整个系统吞吐量的下降。为了启动设备</a:t>
            </a:r>
            <a:r>
              <a:rPr lang="en-US" altLang="zh-CN" sz="2400" b="0"/>
              <a:t>D</a:t>
            </a:r>
            <a:r>
              <a:rPr lang="zh-CN" altLang="en-US" sz="2400" b="0"/>
              <a:t>，必须用通道</a:t>
            </a:r>
            <a:r>
              <a:rPr lang="en-US" altLang="zh-CN" sz="2400" b="0"/>
              <a:t>1</a:t>
            </a:r>
            <a:r>
              <a:rPr lang="zh-CN" altLang="en-US" sz="2400" b="0"/>
              <a:t>和控制器2;但若这两者已被其他设备占用，必然无法启动。</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3" name="灯片编号占位符 3"/>
          <p:cNvSpPr txBox="1">
            <a:spLocks noGrp="1"/>
          </p:cNvSpPr>
          <p:nvPr>
            <p:ph type="sldNum" sz="quarter" idx="12"/>
          </p:nvPr>
        </p:nvSpPr>
        <p:spPr>
          <a:xfrm>
            <a:off x="431800" y="6229350"/>
            <a:ext cx="2311400" cy="457200"/>
          </a:xfrm>
        </p:spPr>
        <p:txBody>
          <a:bodyPr anchor="b" anchorCtr="0"/>
          <a:lstStyle/>
          <a:p>
            <a:pPr marL="0" indent="0">
              <a:spcBef>
                <a:spcPct val="50000"/>
              </a:spcBef>
              <a:buClrTx/>
              <a:buFontTx/>
              <a:buNone/>
            </a:pPr>
            <a:r>
              <a:rPr lang="zh-CN" altLang="en-US" sz="1200" b="0">
                <a:solidFill>
                  <a:srgbClr val="3366CC"/>
                </a:solidFill>
                <a:ea typeface="宋体" panose="02010600030101010101" pitchFamily="2" charset="-122"/>
              </a:rPr>
              <a:t>第</a:t>
            </a:r>
            <a:fld id="{9A0DB2DC-4C9A-4742-B13C-FB6460FD3503}" type="slidenum">
              <a:rPr lang="zh-TW" altLang="en-US" sz="1200" b="0">
                <a:solidFill>
                  <a:srgbClr val="3366CC"/>
                </a:solidFill>
                <a:ea typeface="PMingLiU" pitchFamily="18" charset="-120"/>
              </a:rPr>
              <a:t>23</a:t>
            </a:fld>
            <a:r>
              <a:rPr lang="zh-CN" altLang="en-US" sz="1200" b="0">
                <a:solidFill>
                  <a:srgbClr val="3366CC"/>
                </a:solidFill>
                <a:ea typeface="宋体" panose="02010600030101010101" pitchFamily="2" charset="-122"/>
              </a:rPr>
              <a:t>页</a:t>
            </a:r>
            <a:endParaRPr lang="zh-TW" altLang="en-US" sz="1200" b="0">
              <a:solidFill>
                <a:srgbClr val="3366CC"/>
              </a:solidFill>
              <a:ea typeface="宋体" panose="02010600030101010101" pitchFamily="2" charset="-122"/>
            </a:endParaRPr>
          </a:p>
        </p:txBody>
      </p:sp>
      <p:sp>
        <p:nvSpPr>
          <p:cNvPr id="38914" name="Rectangle 2"/>
          <p:cNvSpPr>
            <a:spLocks noGrp="1"/>
          </p:cNvSpPr>
          <p:nvPr>
            <p:ph type="title"/>
          </p:nvPr>
        </p:nvSpPr>
        <p:spPr/>
        <p:txBody>
          <a:bodyPr vert="horz" wrap="square" lIns="91440" tIns="45720" rIns="91440" bIns="45720" anchor="b" anchorCtr="0"/>
          <a:lstStyle/>
          <a:p>
            <a:pPr eaLnBrk="1" hangingPunct="1"/>
            <a:r>
              <a:rPr lang="en-US" altLang="zh-CN"/>
              <a:t>7.3</a:t>
            </a:r>
            <a:r>
              <a:rPr lang="zh-CN" altLang="en-US"/>
              <a:t> 通道</a:t>
            </a:r>
          </a:p>
        </p:txBody>
      </p:sp>
      <p:graphicFrame>
        <p:nvGraphicFramePr>
          <p:cNvPr id="38915" name="Object 6"/>
          <p:cNvGraphicFramePr>
            <a:graphicFrameLocks noChangeAspect="1"/>
          </p:cNvGraphicFramePr>
          <p:nvPr/>
        </p:nvGraphicFramePr>
        <p:xfrm>
          <a:off x="1122363" y="1398588"/>
          <a:ext cx="5753100" cy="2822575"/>
        </p:xfrm>
        <a:graphic>
          <a:graphicData uri="http://schemas.openxmlformats.org/presentationml/2006/ole">
            <mc:AlternateContent xmlns:mc="http://schemas.openxmlformats.org/markup-compatibility/2006">
              <mc:Choice xmlns:v="urn:schemas-microsoft-com:vml" Requires="v">
                <p:oleObj spid="_x0000_s8205" r:id="rId3" imgW="5066030" imgH="2318385" progId="Visio.Drawing.6">
                  <p:embed/>
                </p:oleObj>
              </mc:Choice>
              <mc:Fallback>
                <p:oleObj r:id="rId3" imgW="5066030" imgH="2318385" progId="Visio.Drawing.6">
                  <p:embed/>
                  <p:pic>
                    <p:nvPicPr>
                      <p:cNvPr id="0" name="图片 3079"/>
                      <p:cNvPicPr/>
                      <p:nvPr/>
                    </p:nvPicPr>
                    <p:blipFill>
                      <a:blip r:embed="rId4"/>
                      <a:stretch>
                        <a:fillRect/>
                      </a:stretch>
                    </p:blipFill>
                    <p:spPr>
                      <a:xfrm>
                        <a:off x="1122363" y="1398588"/>
                        <a:ext cx="5753100" cy="2822575"/>
                      </a:xfrm>
                      <a:prstGeom prst="rect">
                        <a:avLst/>
                      </a:prstGeom>
                      <a:solidFill>
                        <a:srgbClr val="99CCFF"/>
                      </a:solidFill>
                      <a:ln w="38100">
                        <a:noFill/>
                        <a:miter/>
                      </a:ln>
                    </p:spPr>
                  </p:pic>
                </p:oleObj>
              </mc:Fallback>
            </mc:AlternateContent>
          </a:graphicData>
        </a:graphic>
      </p:graphicFrame>
      <p:sp>
        <p:nvSpPr>
          <p:cNvPr id="38916" name="Rectangle 10"/>
          <p:cNvSpPr/>
          <p:nvPr/>
        </p:nvSpPr>
        <p:spPr>
          <a:xfrm>
            <a:off x="2555875" y="1384300"/>
            <a:ext cx="2190750" cy="460375"/>
          </a:xfrm>
          <a:prstGeom prst="rect">
            <a:avLst/>
          </a:prstGeom>
          <a:noFill/>
          <a:ln w="9525">
            <a:noFill/>
          </a:ln>
        </p:spPr>
        <p:txBody>
          <a:bodyPr wrap="none" anchor="ctr" anchorCtr="0">
            <a:spAutoFit/>
          </a:bodyPr>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0" lvl="0" indent="0" eaLnBrk="1" hangingPunct="1">
              <a:spcBef>
                <a:spcPct val="0"/>
              </a:spcBef>
              <a:buClrTx/>
              <a:buFontTx/>
              <a:buNone/>
            </a:pPr>
            <a:r>
              <a:rPr lang="zh-CN" altLang="en-US" sz="2400" b="0"/>
              <a:t>多通路</a:t>
            </a:r>
            <a:r>
              <a:rPr lang="en-US" altLang="zh-CN" sz="2400" b="0"/>
              <a:t>I/O</a:t>
            </a:r>
            <a:r>
              <a:rPr lang="zh-CN" altLang="en-US" sz="2400" b="0"/>
              <a:t>系统</a:t>
            </a:r>
          </a:p>
        </p:txBody>
      </p:sp>
      <p:sp>
        <p:nvSpPr>
          <p:cNvPr id="64517" name="矩形 5"/>
          <p:cNvSpPr>
            <a:spLocks noChangeArrowheads="1"/>
          </p:cNvSpPr>
          <p:nvPr/>
        </p:nvSpPr>
        <p:spPr bwMode="auto">
          <a:xfrm>
            <a:off x="250825" y="4149725"/>
            <a:ext cx="9144000" cy="2676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0" lvl="0" indent="0">
              <a:spcBef>
                <a:spcPct val="0"/>
              </a:spcBef>
              <a:buClrTx/>
              <a:buNone/>
            </a:pPr>
            <a:r>
              <a:rPr lang="zh-CN" altLang="en-US" sz="2400" b="0">
                <a:latin typeface="黑体" panose="02010609060101010101" pitchFamily="49" charset="-122"/>
              </a:rPr>
              <a:t>解决方法是增加设备到主机的通路而不是通道。一个设备连接多个控制器。一个控制器连接多个通道。设备</a:t>
            </a:r>
            <a:r>
              <a:rPr lang="en-US" altLang="zh-CN" sz="2400" b="0">
                <a:latin typeface="黑体" panose="02010609060101010101" pitchFamily="49" charset="-122"/>
              </a:rPr>
              <a:t>E,F,G,H</a:t>
            </a:r>
            <a:r>
              <a:rPr lang="zh-CN" altLang="en-US" sz="2400" b="0">
                <a:latin typeface="黑体" panose="02010609060101010101" pitchFamily="49" charset="-122"/>
              </a:rPr>
              <a:t>均有四条通路到达主存。设备</a:t>
            </a:r>
            <a:r>
              <a:rPr lang="en-US" altLang="zh-CN" sz="2400" b="0">
                <a:latin typeface="黑体" panose="02010609060101010101" pitchFamily="49" charset="-122"/>
              </a:rPr>
              <a:t>E</a:t>
            </a:r>
            <a:r>
              <a:rPr lang="zh-CN" altLang="en-US" sz="2400" b="0">
                <a:latin typeface="黑体" panose="02010609060101010101" pitchFamily="49" charset="-122"/>
              </a:rPr>
              <a:t>到达主存的四条通路：</a:t>
            </a:r>
          </a:p>
          <a:p>
            <a:pPr marL="0" lvl="0" indent="0">
              <a:spcBef>
                <a:spcPct val="0"/>
              </a:spcBef>
              <a:buClrTx/>
              <a:buNone/>
            </a:pPr>
            <a:r>
              <a:rPr lang="zh-CN" altLang="en-US" sz="2400" b="0">
                <a:latin typeface="黑体" panose="02010609060101010101" pitchFamily="49" charset="-122"/>
              </a:rPr>
              <a:t>通道</a:t>
            </a:r>
            <a:r>
              <a:rPr lang="en-US" altLang="zh-CN" sz="2400" b="0">
                <a:latin typeface="黑体" panose="02010609060101010101" pitchFamily="49" charset="-122"/>
              </a:rPr>
              <a:t>A─</a:t>
            </a:r>
            <a:r>
              <a:rPr lang="zh-CN" altLang="en-US" sz="2400" b="0">
                <a:latin typeface="黑体" panose="02010609060101010101" pitchFamily="49" charset="-122"/>
              </a:rPr>
              <a:t>控制器</a:t>
            </a:r>
            <a:r>
              <a:rPr lang="en-US" altLang="zh-CN" sz="2400" b="0">
                <a:latin typeface="黑体" panose="02010609060101010101" pitchFamily="49" charset="-122"/>
              </a:rPr>
              <a:t>C─</a:t>
            </a:r>
            <a:r>
              <a:rPr lang="zh-CN" altLang="en-US" sz="2400" b="0">
                <a:latin typeface="黑体" panose="02010609060101010101" pitchFamily="49" charset="-122"/>
              </a:rPr>
              <a:t>设备</a:t>
            </a:r>
            <a:r>
              <a:rPr lang="en-US" altLang="zh-CN" sz="2400" b="0">
                <a:latin typeface="黑体" panose="02010609060101010101" pitchFamily="49" charset="-122"/>
              </a:rPr>
              <a:t>E</a:t>
            </a:r>
          </a:p>
          <a:p>
            <a:pPr marL="0" lvl="0" indent="0">
              <a:spcBef>
                <a:spcPct val="0"/>
              </a:spcBef>
              <a:buClrTx/>
              <a:buNone/>
            </a:pPr>
            <a:r>
              <a:rPr lang="zh-CN" altLang="en-US" sz="2400" b="0">
                <a:latin typeface="黑体" panose="02010609060101010101" pitchFamily="49" charset="-122"/>
              </a:rPr>
              <a:t>通道</a:t>
            </a:r>
            <a:r>
              <a:rPr lang="en-US" altLang="zh-CN" sz="2400" b="0">
                <a:latin typeface="黑体" panose="02010609060101010101" pitchFamily="49" charset="-122"/>
              </a:rPr>
              <a:t>A─</a:t>
            </a:r>
            <a:r>
              <a:rPr lang="zh-CN" altLang="en-US" sz="2400" b="0">
                <a:latin typeface="黑体" panose="02010609060101010101" pitchFamily="49" charset="-122"/>
              </a:rPr>
              <a:t>控制器</a:t>
            </a:r>
            <a:r>
              <a:rPr lang="en-US" altLang="zh-CN" sz="2400" b="0">
                <a:latin typeface="黑体" panose="02010609060101010101" pitchFamily="49" charset="-122"/>
              </a:rPr>
              <a:t>D─</a:t>
            </a:r>
            <a:r>
              <a:rPr lang="zh-CN" altLang="en-US" sz="2400" b="0">
                <a:latin typeface="黑体" panose="02010609060101010101" pitchFamily="49" charset="-122"/>
              </a:rPr>
              <a:t>设备</a:t>
            </a:r>
            <a:r>
              <a:rPr lang="en-US" altLang="zh-CN" sz="2400" b="0">
                <a:latin typeface="黑体" panose="02010609060101010101" pitchFamily="49" charset="-122"/>
              </a:rPr>
              <a:t>E</a:t>
            </a:r>
          </a:p>
          <a:p>
            <a:pPr marL="0" lvl="0" indent="0">
              <a:spcBef>
                <a:spcPct val="0"/>
              </a:spcBef>
              <a:buClrTx/>
              <a:buNone/>
            </a:pPr>
            <a:r>
              <a:rPr lang="zh-CN" altLang="en-US" sz="2400" b="0">
                <a:latin typeface="黑体" panose="02010609060101010101" pitchFamily="49" charset="-122"/>
              </a:rPr>
              <a:t>通道</a:t>
            </a:r>
            <a:r>
              <a:rPr lang="en-US" altLang="zh-CN" sz="2400" b="0">
                <a:latin typeface="黑体" panose="02010609060101010101" pitchFamily="49" charset="-122"/>
              </a:rPr>
              <a:t>B─</a:t>
            </a:r>
            <a:r>
              <a:rPr lang="zh-CN" altLang="en-US" sz="2400" b="0">
                <a:latin typeface="黑体" panose="02010609060101010101" pitchFamily="49" charset="-122"/>
              </a:rPr>
              <a:t>控制器</a:t>
            </a:r>
            <a:r>
              <a:rPr lang="en-US" altLang="zh-CN" sz="2400" b="0">
                <a:latin typeface="黑体" panose="02010609060101010101" pitchFamily="49" charset="-122"/>
              </a:rPr>
              <a:t>C─</a:t>
            </a:r>
            <a:r>
              <a:rPr lang="zh-CN" altLang="en-US" sz="2400" b="0">
                <a:latin typeface="黑体" panose="02010609060101010101" pitchFamily="49" charset="-122"/>
              </a:rPr>
              <a:t>设备</a:t>
            </a:r>
            <a:r>
              <a:rPr lang="en-US" altLang="zh-CN" sz="2400" b="0">
                <a:latin typeface="黑体" panose="02010609060101010101" pitchFamily="49" charset="-122"/>
              </a:rPr>
              <a:t>E</a:t>
            </a:r>
          </a:p>
          <a:p>
            <a:pPr marL="0" lvl="0" indent="0">
              <a:spcBef>
                <a:spcPct val="0"/>
              </a:spcBef>
              <a:buClrTx/>
              <a:buNone/>
            </a:pPr>
            <a:r>
              <a:rPr lang="zh-CN" altLang="en-US" sz="2400" b="0">
                <a:latin typeface="黑体" panose="02010609060101010101" pitchFamily="49" charset="-122"/>
              </a:rPr>
              <a:t>通道</a:t>
            </a:r>
            <a:r>
              <a:rPr lang="en-US" altLang="zh-CN" sz="2400" b="0">
                <a:latin typeface="黑体" panose="02010609060101010101" pitchFamily="49" charset="-122"/>
              </a:rPr>
              <a:t>B─</a:t>
            </a:r>
            <a:r>
              <a:rPr lang="zh-CN" altLang="en-US" sz="2400" b="0">
                <a:latin typeface="黑体" panose="02010609060101010101" pitchFamily="49" charset="-122"/>
              </a:rPr>
              <a:t>控制器</a:t>
            </a:r>
            <a:r>
              <a:rPr lang="en-US" altLang="zh-CN" sz="2400" b="0">
                <a:latin typeface="黑体" panose="02010609060101010101" pitchFamily="49" charset="-122"/>
              </a:rPr>
              <a:t>D─</a:t>
            </a:r>
            <a:r>
              <a:rPr lang="zh-CN" altLang="en-US" sz="2400" b="0">
                <a:latin typeface="黑体" panose="02010609060101010101" pitchFamily="49" charset="-122"/>
              </a:rPr>
              <a:t>设备</a:t>
            </a:r>
            <a:r>
              <a:rPr lang="en-US" altLang="zh-CN" sz="2400" b="0">
                <a:latin typeface="黑体" panose="02010609060101010101" pitchFamily="49" charset="-122"/>
              </a:rPr>
              <a:t>E</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7" name="灯片编号占位符 3"/>
          <p:cNvSpPr txBox="1">
            <a:spLocks noGrp="1"/>
          </p:cNvSpPr>
          <p:nvPr>
            <p:ph type="sldNum" sz="quarter" idx="12"/>
          </p:nvPr>
        </p:nvSpPr>
        <p:spPr>
          <a:xfrm>
            <a:off x="431800" y="6229350"/>
            <a:ext cx="2311400" cy="457200"/>
          </a:xfrm>
        </p:spPr>
        <p:txBody>
          <a:bodyPr anchor="b" anchorCtr="0"/>
          <a:lstStyle/>
          <a:p>
            <a:pPr marL="0" indent="0">
              <a:spcBef>
                <a:spcPct val="50000"/>
              </a:spcBef>
              <a:buClrTx/>
              <a:buFontTx/>
              <a:buNone/>
            </a:pPr>
            <a:r>
              <a:rPr lang="zh-CN" altLang="en-US" sz="1200" b="0">
                <a:solidFill>
                  <a:srgbClr val="3366CC"/>
                </a:solidFill>
                <a:ea typeface="宋体" panose="02010600030101010101" pitchFamily="2" charset="-122"/>
              </a:rPr>
              <a:t>第</a:t>
            </a:r>
            <a:fld id="{9A0DB2DC-4C9A-4742-B13C-FB6460FD3503}" type="slidenum">
              <a:rPr lang="zh-TW" altLang="en-US" sz="1200" b="0">
                <a:solidFill>
                  <a:srgbClr val="3366CC"/>
                </a:solidFill>
                <a:ea typeface="PMingLiU" pitchFamily="18" charset="-120"/>
              </a:rPr>
              <a:t>24</a:t>
            </a:fld>
            <a:r>
              <a:rPr lang="zh-CN" altLang="en-US" sz="1200" b="0">
                <a:solidFill>
                  <a:srgbClr val="3366CC"/>
                </a:solidFill>
                <a:ea typeface="宋体" panose="02010600030101010101" pitchFamily="2" charset="-122"/>
              </a:rPr>
              <a:t>页</a:t>
            </a:r>
            <a:endParaRPr lang="zh-TW" altLang="en-US" sz="1200" b="0">
              <a:solidFill>
                <a:srgbClr val="3366CC"/>
              </a:solidFill>
              <a:ea typeface="宋体" panose="02010600030101010101" pitchFamily="2" charset="-122"/>
            </a:endParaRPr>
          </a:p>
        </p:txBody>
      </p:sp>
      <p:sp>
        <p:nvSpPr>
          <p:cNvPr id="39938" name="Rectangle 2"/>
          <p:cNvSpPr>
            <a:spLocks noGrp="1"/>
          </p:cNvSpPr>
          <p:nvPr>
            <p:ph type="title"/>
          </p:nvPr>
        </p:nvSpPr>
        <p:spPr/>
        <p:txBody>
          <a:bodyPr vert="horz" wrap="square" lIns="91440" tIns="45720" rIns="91440" bIns="45720" anchor="b" anchorCtr="0"/>
          <a:lstStyle/>
          <a:p>
            <a:pPr eaLnBrk="1" hangingPunct="1"/>
            <a:r>
              <a:rPr lang="en-US" altLang="zh-CN"/>
              <a:t>7.3</a:t>
            </a:r>
            <a:r>
              <a:rPr lang="zh-CN" altLang="en-US"/>
              <a:t> 通道</a:t>
            </a:r>
          </a:p>
        </p:txBody>
      </p:sp>
      <p:sp>
        <p:nvSpPr>
          <p:cNvPr id="39939" name="object 3"/>
          <p:cNvSpPr/>
          <p:nvPr/>
        </p:nvSpPr>
        <p:spPr>
          <a:xfrm>
            <a:off x="1087438" y="1066800"/>
            <a:ext cx="14287" cy="0"/>
          </a:xfrm>
          <a:custGeom>
            <a:avLst/>
            <a:gdLst/>
            <a:ahLst/>
            <a:cxnLst>
              <a:cxn ang="0">
                <a:pos x="0" y="0"/>
              </a:cxn>
              <a:cxn ang="0">
                <a:pos x="5869" y="0"/>
              </a:cxn>
            </a:cxnLst>
            <a:rect l="0" t="0" r="0" b="0"/>
            <a:pathLst>
              <a:path w="14605">
                <a:moveTo>
                  <a:pt x="0" y="0"/>
                </a:moveTo>
                <a:lnTo>
                  <a:pt x="14477" y="0"/>
                </a:lnTo>
              </a:path>
            </a:pathLst>
          </a:custGeom>
          <a:noFill/>
          <a:ln w="14477" cap="flat" cmpd="sng">
            <a:solidFill>
              <a:srgbClr val="000000">
                <a:alpha val="100000"/>
              </a:srgbClr>
            </a:solidFill>
            <a:prstDash val="solid"/>
            <a:round/>
            <a:headEnd type="none" w="med" len="med"/>
            <a:tailEnd type="none" w="med" len="med"/>
          </a:ln>
        </p:spPr>
        <p:txBody>
          <a:bodyPr/>
          <a:lstStyle/>
          <a:p>
            <a:endParaRPr lang="zh-CN" altLang="en-US"/>
          </a:p>
        </p:txBody>
      </p:sp>
      <p:sp>
        <p:nvSpPr>
          <p:cNvPr id="39940" name="object 8"/>
          <p:cNvSpPr/>
          <p:nvPr/>
        </p:nvSpPr>
        <p:spPr>
          <a:xfrm>
            <a:off x="1087438" y="5091113"/>
            <a:ext cx="14287" cy="0"/>
          </a:xfrm>
          <a:custGeom>
            <a:avLst/>
            <a:gdLst/>
            <a:ahLst/>
            <a:cxnLst>
              <a:cxn ang="0">
                <a:pos x="0" y="0"/>
              </a:cxn>
              <a:cxn ang="0">
                <a:pos x="5869" y="0"/>
              </a:cxn>
            </a:cxnLst>
            <a:rect l="0" t="0" r="0" b="0"/>
            <a:pathLst>
              <a:path w="14605">
                <a:moveTo>
                  <a:pt x="0" y="0"/>
                </a:moveTo>
                <a:lnTo>
                  <a:pt x="14477" y="0"/>
                </a:lnTo>
              </a:path>
            </a:pathLst>
          </a:custGeom>
          <a:noFill/>
          <a:ln w="14477" cap="flat" cmpd="sng">
            <a:solidFill>
              <a:srgbClr val="000000">
                <a:alpha val="100000"/>
              </a:srgbClr>
            </a:solidFill>
            <a:prstDash val="solid"/>
            <a:round/>
            <a:headEnd type="none" w="med" len="med"/>
            <a:tailEnd type="none" w="med" len="med"/>
          </a:ln>
        </p:spPr>
        <p:txBody>
          <a:bodyPr/>
          <a:lstStyle/>
          <a:p>
            <a:endParaRPr lang="zh-CN" altLang="en-US"/>
          </a:p>
        </p:txBody>
      </p:sp>
      <p:sp>
        <p:nvSpPr>
          <p:cNvPr id="39941" name="object 11"/>
          <p:cNvSpPr/>
          <p:nvPr/>
        </p:nvSpPr>
        <p:spPr>
          <a:xfrm>
            <a:off x="1087438" y="5265738"/>
            <a:ext cx="14287" cy="0"/>
          </a:xfrm>
          <a:custGeom>
            <a:avLst/>
            <a:gdLst/>
            <a:ahLst/>
            <a:cxnLst>
              <a:cxn ang="0">
                <a:pos x="0" y="0"/>
              </a:cxn>
              <a:cxn ang="0">
                <a:pos x="5869" y="0"/>
              </a:cxn>
            </a:cxnLst>
            <a:rect l="0" t="0" r="0" b="0"/>
            <a:pathLst>
              <a:path w="14605">
                <a:moveTo>
                  <a:pt x="0" y="0"/>
                </a:moveTo>
                <a:lnTo>
                  <a:pt x="14477" y="0"/>
                </a:lnTo>
              </a:path>
            </a:pathLst>
          </a:custGeom>
          <a:noFill/>
          <a:ln w="14477" cap="flat" cmpd="sng">
            <a:solidFill>
              <a:srgbClr val="000000">
                <a:alpha val="100000"/>
              </a:srgbClr>
            </a:solidFill>
            <a:prstDash val="solid"/>
            <a:round/>
            <a:headEnd type="none" w="med" len="med"/>
            <a:tailEnd type="none" w="med" len="med"/>
          </a:ln>
        </p:spPr>
        <p:txBody>
          <a:bodyPr/>
          <a:lstStyle/>
          <a:p>
            <a:endParaRPr lang="zh-CN" altLang="en-US"/>
          </a:p>
        </p:txBody>
      </p:sp>
      <p:sp>
        <p:nvSpPr>
          <p:cNvPr id="39942" name="object 14"/>
          <p:cNvSpPr txBox="1"/>
          <p:nvPr/>
        </p:nvSpPr>
        <p:spPr>
          <a:xfrm>
            <a:off x="376238" y="1484313"/>
            <a:ext cx="8443912" cy="3017837"/>
          </a:xfrm>
          <a:prstGeom prst="rect">
            <a:avLst/>
          </a:prstGeom>
          <a:noFill/>
          <a:ln w="9525">
            <a:noFill/>
          </a:ln>
        </p:spPr>
        <p:txBody>
          <a:bodyPr lIns="0" tIns="0" rIns="0" bIns="0">
            <a:spAutoFit/>
          </a:bodyPr>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0" lvl="0" indent="0">
              <a:spcBef>
                <a:spcPct val="0"/>
              </a:spcBef>
              <a:buClrTx/>
              <a:buFontTx/>
              <a:buNone/>
            </a:pPr>
            <a:r>
              <a:rPr lang="zh-CN" altLang="zh-CN" sz="2400" b="0">
                <a:latin typeface="times"/>
              </a:rPr>
              <a:t>通道的类型</a:t>
            </a:r>
          </a:p>
          <a:p>
            <a:pPr marL="0" lvl="0" indent="0">
              <a:spcBef>
                <a:spcPts val="100"/>
              </a:spcBef>
              <a:buClr>
                <a:srgbClr val="3333CC"/>
              </a:buClr>
              <a:buSzPct val="110000"/>
              <a:buFont typeface="Wingdings" panose="05000000000000000000" pitchFamily="2" charset="2"/>
              <a:buChar char=""/>
            </a:pPr>
            <a:r>
              <a:rPr lang="zh-CN" altLang="zh-CN" sz="2400" b="0">
                <a:latin typeface="times"/>
              </a:rPr>
              <a:t>字节多路通道（Byte Multiplexor Channel）</a:t>
            </a:r>
            <a:r>
              <a:rPr lang="zh-CN" altLang="en-US" sz="2400" b="0">
                <a:latin typeface="times"/>
              </a:rPr>
              <a:t>：它是为连接大量慢速外围设备，如纸带输入机、纸带输出机、卡片输入机、卡片输入机、行式打印机等设置的。</a:t>
            </a:r>
            <a:endParaRPr lang="zh-CN" altLang="zh-CN" sz="2400" b="0">
              <a:latin typeface="times"/>
            </a:endParaRPr>
          </a:p>
          <a:p>
            <a:pPr marL="0" lvl="0" indent="0">
              <a:spcBef>
                <a:spcPts val="240"/>
              </a:spcBef>
              <a:buClr>
                <a:srgbClr val="3333CC"/>
              </a:buClr>
              <a:buSzPct val="110000"/>
              <a:buFont typeface="Wingdings" panose="05000000000000000000" pitchFamily="2" charset="2"/>
              <a:buChar char=""/>
            </a:pPr>
            <a:r>
              <a:rPr lang="zh-CN" altLang="zh-CN" sz="2400" b="0">
                <a:latin typeface="times"/>
              </a:rPr>
              <a:t>数组选择通道（Block Selector Channel）</a:t>
            </a:r>
            <a:r>
              <a:rPr lang="zh-CN" altLang="en-US" sz="2400" b="0">
                <a:latin typeface="times"/>
              </a:rPr>
              <a:t>：可以连接多个外设，而一次只能访问其中一个外设。</a:t>
            </a:r>
            <a:endParaRPr lang="zh-CN" altLang="zh-CN" b="0">
              <a:latin typeface="times"/>
            </a:endParaRPr>
          </a:p>
          <a:p>
            <a:pPr marL="0" lvl="0" indent="0">
              <a:spcBef>
                <a:spcPts val="240"/>
              </a:spcBef>
              <a:buClr>
                <a:srgbClr val="3333CC"/>
              </a:buClr>
              <a:buSzPct val="110000"/>
              <a:buFont typeface="Wingdings" panose="05000000000000000000" pitchFamily="2" charset="2"/>
              <a:buChar char=""/>
            </a:pPr>
            <a:r>
              <a:rPr lang="zh-CN" altLang="zh-CN" sz="2400" b="0">
                <a:latin typeface="times"/>
              </a:rPr>
              <a:t>数组多路通道（Block Multiplexor Channel）</a:t>
            </a:r>
            <a:r>
              <a:rPr lang="zh-CN" altLang="en-US" sz="2400" b="0">
                <a:latin typeface="times"/>
              </a:rPr>
              <a:t>：可以并发访问多个外设。</a:t>
            </a:r>
            <a:endParaRPr lang="zh-CN" altLang="zh-CN" sz="2400" b="0">
              <a:latin typeface="times"/>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1" name="灯片编号占位符 3"/>
          <p:cNvSpPr txBox="1">
            <a:spLocks noGrp="1"/>
          </p:cNvSpPr>
          <p:nvPr>
            <p:ph type="sldNum" sz="quarter" idx="12"/>
          </p:nvPr>
        </p:nvSpPr>
        <p:spPr>
          <a:xfrm>
            <a:off x="431800" y="6229350"/>
            <a:ext cx="2311400" cy="457200"/>
          </a:xfrm>
        </p:spPr>
        <p:txBody>
          <a:bodyPr anchor="b" anchorCtr="0"/>
          <a:lstStyle/>
          <a:p>
            <a:pPr marL="0" indent="0">
              <a:spcBef>
                <a:spcPct val="50000"/>
              </a:spcBef>
              <a:buClrTx/>
              <a:buFontTx/>
              <a:buNone/>
            </a:pPr>
            <a:r>
              <a:rPr lang="zh-CN" altLang="en-US" sz="1200" b="0">
                <a:solidFill>
                  <a:srgbClr val="3366CC"/>
                </a:solidFill>
                <a:ea typeface="宋体" panose="02010600030101010101" pitchFamily="2" charset="-122"/>
              </a:rPr>
              <a:t>第</a:t>
            </a:r>
            <a:fld id="{9A0DB2DC-4C9A-4742-B13C-FB6460FD3503}" type="slidenum">
              <a:rPr lang="zh-TW" altLang="en-US" sz="1200" b="0">
                <a:solidFill>
                  <a:srgbClr val="3366CC"/>
                </a:solidFill>
                <a:ea typeface="PMingLiU" pitchFamily="18" charset="-120"/>
              </a:rPr>
              <a:t>25</a:t>
            </a:fld>
            <a:r>
              <a:rPr lang="zh-CN" altLang="en-US" sz="1200" b="0">
                <a:solidFill>
                  <a:srgbClr val="3366CC"/>
                </a:solidFill>
                <a:ea typeface="宋体" panose="02010600030101010101" pitchFamily="2" charset="-122"/>
              </a:rPr>
              <a:t>页</a:t>
            </a:r>
            <a:endParaRPr lang="zh-TW" altLang="en-US" sz="1200" b="0">
              <a:solidFill>
                <a:srgbClr val="3366CC"/>
              </a:solidFill>
              <a:ea typeface="宋体" panose="02010600030101010101" pitchFamily="2" charset="-122"/>
            </a:endParaRPr>
          </a:p>
        </p:txBody>
      </p:sp>
      <p:sp>
        <p:nvSpPr>
          <p:cNvPr id="40962" name="Rectangle 2"/>
          <p:cNvSpPr>
            <a:spLocks noGrp="1"/>
          </p:cNvSpPr>
          <p:nvPr>
            <p:ph type="title"/>
          </p:nvPr>
        </p:nvSpPr>
        <p:spPr/>
        <p:txBody>
          <a:bodyPr vert="horz" wrap="square" lIns="91440" tIns="45720" rIns="91440" bIns="45720" anchor="b" anchorCtr="0"/>
          <a:lstStyle/>
          <a:p>
            <a:pPr eaLnBrk="1" hangingPunct="1"/>
            <a:r>
              <a:rPr lang="en-US" altLang="zh-CN"/>
              <a:t>7.3</a:t>
            </a:r>
            <a:r>
              <a:rPr lang="zh-CN" altLang="en-US"/>
              <a:t> 通道</a:t>
            </a:r>
          </a:p>
        </p:txBody>
      </p:sp>
      <p:sp>
        <p:nvSpPr>
          <p:cNvPr id="66563" name="object 5"/>
          <p:cNvSpPr txBox="1">
            <a:spLocks noChangeArrowheads="1"/>
          </p:cNvSpPr>
          <p:nvPr/>
        </p:nvSpPr>
        <p:spPr bwMode="auto">
          <a:xfrm>
            <a:off x="539750" y="1474788"/>
            <a:ext cx="6799263"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12700" lvl="0" indent="0">
              <a:spcBef>
                <a:spcPct val="0"/>
              </a:spcBef>
              <a:buClrTx/>
              <a:buFontTx/>
              <a:buNone/>
            </a:pPr>
            <a:r>
              <a:rPr lang="zh-CN" altLang="zh-CN" sz="2400" b="0">
                <a:latin typeface="黑体" panose="02010609060101010101" pitchFamily="49" charset="-122"/>
              </a:rPr>
              <a:t>字节多路通道（</a:t>
            </a:r>
            <a:r>
              <a:rPr lang="zh-CN" altLang="zh-CN" sz="2400" b="0"/>
              <a:t>Byte Multiplexor Channel</a:t>
            </a:r>
            <a:r>
              <a:rPr lang="zh-CN" altLang="zh-CN" sz="2400" b="0">
                <a:latin typeface="黑体" panose="02010609060101010101" pitchFamily="49" charset="-122"/>
              </a:rPr>
              <a:t>）</a:t>
            </a:r>
          </a:p>
        </p:txBody>
      </p:sp>
      <p:sp>
        <p:nvSpPr>
          <p:cNvPr id="40964" name="object 11"/>
          <p:cNvSpPr/>
          <p:nvPr/>
        </p:nvSpPr>
        <p:spPr>
          <a:xfrm>
            <a:off x="1130300" y="1987550"/>
            <a:ext cx="936625" cy="1439863"/>
          </a:xfrm>
          <a:custGeom>
            <a:avLst/>
            <a:gdLst/>
            <a:ahLst/>
            <a:cxnLst>
              <a:cxn ang="0">
                <a:pos x="0" y="0"/>
              </a:cxn>
              <a:cxn ang="0">
                <a:pos x="0" y="1427279"/>
              </a:cxn>
              <a:cxn ang="0">
                <a:pos x="936498" y="1427279"/>
              </a:cxn>
              <a:cxn ang="0">
                <a:pos x="936497" y="0"/>
              </a:cxn>
              <a:cxn ang="0">
                <a:pos x="0" y="0"/>
              </a:cxn>
            </a:cxnLst>
            <a:rect l="0" t="0" r="0" b="0"/>
            <a:pathLst>
              <a:path w="936625" h="1440179">
                <a:moveTo>
                  <a:pt x="0" y="0"/>
                </a:moveTo>
                <a:lnTo>
                  <a:pt x="0" y="1440179"/>
                </a:lnTo>
                <a:lnTo>
                  <a:pt x="936498" y="1440179"/>
                </a:lnTo>
                <a:lnTo>
                  <a:pt x="936497" y="0"/>
                </a:lnTo>
                <a:lnTo>
                  <a:pt x="0" y="0"/>
                </a:lnTo>
                <a:close/>
              </a:path>
            </a:pathLst>
          </a:custGeom>
          <a:solidFill>
            <a:srgbClr val="FF9900">
              <a:alpha val="100000"/>
            </a:srgbClr>
          </a:solidFill>
          <a:ln w="9525">
            <a:noFill/>
          </a:ln>
        </p:spPr>
        <p:txBody>
          <a:bodyPr/>
          <a:lstStyle/>
          <a:p>
            <a:endParaRPr lang="zh-CN" altLang="en-US"/>
          </a:p>
        </p:txBody>
      </p:sp>
      <p:sp>
        <p:nvSpPr>
          <p:cNvPr id="40965" name="object 12"/>
          <p:cNvSpPr/>
          <p:nvPr/>
        </p:nvSpPr>
        <p:spPr>
          <a:xfrm>
            <a:off x="1130300" y="1987550"/>
            <a:ext cx="936625" cy="1439863"/>
          </a:xfrm>
          <a:custGeom>
            <a:avLst/>
            <a:gdLst/>
            <a:ahLst/>
            <a:cxnLst>
              <a:cxn ang="0">
                <a:pos x="0" y="0"/>
              </a:cxn>
              <a:cxn ang="0">
                <a:pos x="0" y="1427279"/>
              </a:cxn>
              <a:cxn ang="0">
                <a:pos x="936498" y="1427279"/>
              </a:cxn>
              <a:cxn ang="0">
                <a:pos x="936497" y="0"/>
              </a:cxn>
              <a:cxn ang="0">
                <a:pos x="0" y="0"/>
              </a:cxn>
            </a:cxnLst>
            <a:rect l="0" t="0" r="0" b="0"/>
            <a:pathLst>
              <a:path w="936625" h="1440179">
                <a:moveTo>
                  <a:pt x="0" y="0"/>
                </a:moveTo>
                <a:lnTo>
                  <a:pt x="0" y="1440179"/>
                </a:lnTo>
                <a:lnTo>
                  <a:pt x="936498" y="1440179"/>
                </a:lnTo>
                <a:lnTo>
                  <a:pt x="936497" y="0"/>
                </a:lnTo>
                <a:lnTo>
                  <a:pt x="0" y="0"/>
                </a:lnTo>
                <a:close/>
              </a:path>
            </a:pathLst>
          </a:custGeom>
          <a:noFill/>
          <a:ln w="19050" cap="flat" cmpd="sng">
            <a:solidFill>
              <a:srgbClr val="000000">
                <a:alpha val="100000"/>
              </a:srgbClr>
            </a:solidFill>
            <a:prstDash val="solid"/>
            <a:round/>
            <a:headEnd type="none" w="med" len="med"/>
            <a:tailEnd type="none" w="med" len="med"/>
          </a:ln>
        </p:spPr>
        <p:txBody>
          <a:bodyPr/>
          <a:lstStyle/>
          <a:p>
            <a:endParaRPr lang="zh-CN" altLang="en-US"/>
          </a:p>
        </p:txBody>
      </p:sp>
      <p:sp>
        <p:nvSpPr>
          <p:cNvPr id="40966" name="object 13"/>
          <p:cNvSpPr/>
          <p:nvPr/>
        </p:nvSpPr>
        <p:spPr>
          <a:xfrm>
            <a:off x="2498725" y="2490788"/>
            <a:ext cx="1149350" cy="288925"/>
          </a:xfrm>
          <a:custGeom>
            <a:avLst/>
            <a:gdLst/>
            <a:ahLst/>
            <a:cxnLst>
              <a:cxn ang="0">
                <a:pos x="0" y="0"/>
              </a:cxn>
              <a:cxn ang="0">
                <a:pos x="0" y="264636"/>
              </a:cxn>
              <a:cxn ang="0">
                <a:pos x="1099682" y="264636"/>
              </a:cxn>
              <a:cxn ang="0">
                <a:pos x="1099682" y="0"/>
              </a:cxn>
              <a:cxn ang="0">
                <a:pos x="0" y="0"/>
              </a:cxn>
            </a:cxnLst>
            <a:rect l="0" t="0" r="0" b="0"/>
            <a:pathLst>
              <a:path w="1150620" h="289560">
                <a:moveTo>
                  <a:pt x="0" y="0"/>
                </a:moveTo>
                <a:lnTo>
                  <a:pt x="0" y="289560"/>
                </a:lnTo>
                <a:lnTo>
                  <a:pt x="1150619" y="289560"/>
                </a:lnTo>
                <a:lnTo>
                  <a:pt x="1150619" y="0"/>
                </a:lnTo>
                <a:lnTo>
                  <a:pt x="0" y="0"/>
                </a:lnTo>
                <a:close/>
              </a:path>
            </a:pathLst>
          </a:custGeom>
          <a:solidFill>
            <a:srgbClr val="FFFF00">
              <a:alpha val="100000"/>
            </a:srgbClr>
          </a:solidFill>
          <a:ln w="9525">
            <a:noFill/>
          </a:ln>
        </p:spPr>
        <p:txBody>
          <a:bodyPr/>
          <a:lstStyle/>
          <a:p>
            <a:endParaRPr lang="zh-CN" altLang="en-US"/>
          </a:p>
        </p:txBody>
      </p:sp>
      <p:sp>
        <p:nvSpPr>
          <p:cNvPr id="40967" name="object 14"/>
          <p:cNvSpPr/>
          <p:nvPr/>
        </p:nvSpPr>
        <p:spPr>
          <a:xfrm>
            <a:off x="2498725" y="2490788"/>
            <a:ext cx="1149350" cy="288925"/>
          </a:xfrm>
          <a:custGeom>
            <a:avLst/>
            <a:gdLst/>
            <a:ahLst/>
            <a:cxnLst>
              <a:cxn ang="0">
                <a:pos x="0" y="0"/>
              </a:cxn>
              <a:cxn ang="0">
                <a:pos x="0" y="264636"/>
              </a:cxn>
              <a:cxn ang="0">
                <a:pos x="1099682" y="264636"/>
              </a:cxn>
              <a:cxn ang="0">
                <a:pos x="1099682" y="0"/>
              </a:cxn>
              <a:cxn ang="0">
                <a:pos x="0" y="0"/>
              </a:cxn>
            </a:cxnLst>
            <a:rect l="0" t="0" r="0" b="0"/>
            <a:pathLst>
              <a:path w="1150620" h="289560">
                <a:moveTo>
                  <a:pt x="0" y="0"/>
                </a:moveTo>
                <a:lnTo>
                  <a:pt x="0" y="289560"/>
                </a:lnTo>
                <a:lnTo>
                  <a:pt x="1150619" y="289560"/>
                </a:lnTo>
                <a:lnTo>
                  <a:pt x="1150619" y="0"/>
                </a:lnTo>
                <a:lnTo>
                  <a:pt x="0" y="0"/>
                </a:lnTo>
                <a:close/>
              </a:path>
            </a:pathLst>
          </a:custGeom>
          <a:noFill/>
          <a:ln w="19050" cap="flat" cmpd="sng">
            <a:solidFill>
              <a:srgbClr val="000000">
                <a:alpha val="100000"/>
              </a:srgbClr>
            </a:solidFill>
            <a:prstDash val="solid"/>
            <a:round/>
            <a:headEnd type="none" w="med" len="med"/>
            <a:tailEnd type="none" w="med" len="med"/>
          </a:ln>
        </p:spPr>
        <p:txBody>
          <a:bodyPr/>
          <a:lstStyle/>
          <a:p>
            <a:endParaRPr lang="zh-CN" altLang="en-US"/>
          </a:p>
        </p:txBody>
      </p:sp>
      <p:sp>
        <p:nvSpPr>
          <p:cNvPr id="40968" name="object 15"/>
          <p:cNvSpPr/>
          <p:nvPr/>
        </p:nvSpPr>
        <p:spPr>
          <a:xfrm>
            <a:off x="2281238" y="2132013"/>
            <a:ext cx="0" cy="1150937"/>
          </a:xfrm>
          <a:custGeom>
            <a:avLst/>
            <a:gdLst/>
            <a:ahLst/>
            <a:cxnLst>
              <a:cxn ang="0">
                <a:pos x="0" y="0"/>
              </a:cxn>
              <a:cxn ang="0">
                <a:pos x="0" y="1163688"/>
              </a:cxn>
            </a:cxnLst>
            <a:rect l="0" t="0" r="0" b="0"/>
            <a:pathLst>
              <a:path h="1150620">
                <a:moveTo>
                  <a:pt x="0" y="0"/>
                </a:moveTo>
                <a:lnTo>
                  <a:pt x="0" y="1150620"/>
                </a:lnTo>
              </a:path>
            </a:pathLst>
          </a:custGeom>
          <a:noFill/>
          <a:ln w="28575" cap="flat" cmpd="sng">
            <a:solidFill>
              <a:srgbClr val="FF3300">
                <a:alpha val="100000"/>
              </a:srgbClr>
            </a:solidFill>
            <a:prstDash val="solid"/>
            <a:round/>
            <a:headEnd type="none" w="med" len="med"/>
            <a:tailEnd type="none" w="med" len="med"/>
          </a:ln>
        </p:spPr>
        <p:txBody>
          <a:bodyPr/>
          <a:lstStyle/>
          <a:p>
            <a:endParaRPr lang="zh-CN" altLang="en-US"/>
          </a:p>
        </p:txBody>
      </p:sp>
      <p:sp>
        <p:nvSpPr>
          <p:cNvPr id="40969" name="object 16"/>
          <p:cNvSpPr/>
          <p:nvPr/>
        </p:nvSpPr>
        <p:spPr>
          <a:xfrm>
            <a:off x="2281238" y="2089150"/>
            <a:ext cx="217487" cy="85725"/>
          </a:xfrm>
          <a:custGeom>
            <a:avLst/>
            <a:gdLst/>
            <a:ahLst/>
            <a:cxnLst>
              <a:cxn ang="0">
                <a:pos x="173313" y="42230"/>
              </a:cxn>
              <a:cxn ang="0">
                <a:pos x="173313" y="21397"/>
              </a:cxn>
              <a:cxn ang="0">
                <a:pos x="0" y="21397"/>
              </a:cxn>
              <a:cxn ang="0">
                <a:pos x="0" y="42230"/>
              </a:cxn>
              <a:cxn ang="0">
                <a:pos x="173313" y="42230"/>
              </a:cxn>
              <a:cxn ang="0">
                <a:pos x="259058" y="32092"/>
              </a:cxn>
              <a:cxn ang="0">
                <a:pos x="155982" y="0"/>
              </a:cxn>
              <a:cxn ang="0">
                <a:pos x="155982" y="21397"/>
              </a:cxn>
              <a:cxn ang="0">
                <a:pos x="173313" y="21397"/>
              </a:cxn>
              <a:cxn ang="0">
                <a:pos x="173313" y="58324"/>
              </a:cxn>
              <a:cxn ang="0">
                <a:pos x="259058" y="32092"/>
              </a:cxn>
              <a:cxn ang="0">
                <a:pos x="173313" y="58324"/>
              </a:cxn>
              <a:cxn ang="0">
                <a:pos x="173313" y="42230"/>
              </a:cxn>
              <a:cxn ang="0">
                <a:pos x="155982" y="42230"/>
              </a:cxn>
              <a:cxn ang="0">
                <a:pos x="155982" y="63628"/>
              </a:cxn>
              <a:cxn ang="0">
                <a:pos x="173313" y="58324"/>
              </a:cxn>
            </a:cxnLst>
            <a:rect l="0" t="0" r="0" b="0"/>
            <a:pathLst>
              <a:path w="216535" h="86360">
                <a:moveTo>
                  <a:pt x="144780" y="57150"/>
                </a:moveTo>
                <a:lnTo>
                  <a:pt x="144780" y="28956"/>
                </a:lnTo>
                <a:lnTo>
                  <a:pt x="0" y="28956"/>
                </a:lnTo>
                <a:lnTo>
                  <a:pt x="0" y="57150"/>
                </a:lnTo>
                <a:lnTo>
                  <a:pt x="144780" y="57150"/>
                </a:lnTo>
                <a:close/>
              </a:path>
              <a:path w="216535" h="86360">
                <a:moveTo>
                  <a:pt x="216407" y="43433"/>
                </a:moveTo>
                <a:lnTo>
                  <a:pt x="130301" y="0"/>
                </a:lnTo>
                <a:lnTo>
                  <a:pt x="130301" y="28956"/>
                </a:lnTo>
                <a:lnTo>
                  <a:pt x="144780" y="28956"/>
                </a:lnTo>
                <a:lnTo>
                  <a:pt x="144780" y="78931"/>
                </a:lnTo>
                <a:lnTo>
                  <a:pt x="216407" y="43433"/>
                </a:lnTo>
                <a:close/>
              </a:path>
              <a:path w="216535" h="86360">
                <a:moveTo>
                  <a:pt x="144780" y="78931"/>
                </a:moveTo>
                <a:lnTo>
                  <a:pt x="144780" y="57150"/>
                </a:lnTo>
                <a:lnTo>
                  <a:pt x="130301" y="57150"/>
                </a:lnTo>
                <a:lnTo>
                  <a:pt x="130301" y="86106"/>
                </a:lnTo>
                <a:lnTo>
                  <a:pt x="144780" y="78931"/>
                </a:lnTo>
                <a:close/>
              </a:path>
            </a:pathLst>
          </a:custGeom>
          <a:solidFill>
            <a:srgbClr val="FF3300">
              <a:alpha val="100000"/>
            </a:srgbClr>
          </a:solidFill>
          <a:ln w="9525">
            <a:noFill/>
          </a:ln>
        </p:spPr>
        <p:txBody>
          <a:bodyPr/>
          <a:lstStyle/>
          <a:p>
            <a:endParaRPr lang="zh-CN" altLang="en-US"/>
          </a:p>
        </p:txBody>
      </p:sp>
      <p:sp>
        <p:nvSpPr>
          <p:cNvPr id="40970" name="object 17"/>
          <p:cNvSpPr/>
          <p:nvPr/>
        </p:nvSpPr>
        <p:spPr>
          <a:xfrm>
            <a:off x="2281238" y="2592388"/>
            <a:ext cx="217487" cy="85725"/>
          </a:xfrm>
          <a:custGeom>
            <a:avLst/>
            <a:gdLst/>
            <a:ahLst/>
            <a:cxnLst>
              <a:cxn ang="0">
                <a:pos x="173313" y="57149"/>
              </a:cxn>
              <a:cxn ang="0">
                <a:pos x="173313" y="28193"/>
              </a:cxn>
              <a:cxn ang="0">
                <a:pos x="0" y="28193"/>
              </a:cxn>
              <a:cxn ang="0">
                <a:pos x="0" y="57149"/>
              </a:cxn>
              <a:cxn ang="0">
                <a:pos x="173313" y="57149"/>
              </a:cxn>
              <a:cxn ang="0">
                <a:pos x="259058" y="42671"/>
              </a:cxn>
              <a:cxn ang="0">
                <a:pos x="155982" y="0"/>
              </a:cxn>
              <a:cxn ang="0">
                <a:pos x="155982" y="28193"/>
              </a:cxn>
              <a:cxn ang="0">
                <a:pos x="173313" y="28193"/>
              </a:cxn>
              <a:cxn ang="0">
                <a:pos x="173313" y="78169"/>
              </a:cxn>
              <a:cxn ang="0">
                <a:pos x="259058" y="42671"/>
              </a:cxn>
              <a:cxn ang="0">
                <a:pos x="173313" y="78169"/>
              </a:cxn>
              <a:cxn ang="0">
                <a:pos x="173313" y="57149"/>
              </a:cxn>
              <a:cxn ang="0">
                <a:pos x="155982" y="57149"/>
              </a:cxn>
              <a:cxn ang="0">
                <a:pos x="155982" y="85343"/>
              </a:cxn>
              <a:cxn ang="0">
                <a:pos x="173313" y="78169"/>
              </a:cxn>
            </a:cxnLst>
            <a:rect l="0" t="0" r="0" b="0"/>
            <a:pathLst>
              <a:path w="216535" h="85725">
                <a:moveTo>
                  <a:pt x="144780" y="57149"/>
                </a:moveTo>
                <a:lnTo>
                  <a:pt x="144780" y="28193"/>
                </a:lnTo>
                <a:lnTo>
                  <a:pt x="0" y="28193"/>
                </a:lnTo>
                <a:lnTo>
                  <a:pt x="0" y="57149"/>
                </a:lnTo>
                <a:lnTo>
                  <a:pt x="144780" y="57149"/>
                </a:lnTo>
                <a:close/>
              </a:path>
              <a:path w="216535" h="85725">
                <a:moveTo>
                  <a:pt x="216407" y="42671"/>
                </a:moveTo>
                <a:lnTo>
                  <a:pt x="130301" y="0"/>
                </a:lnTo>
                <a:lnTo>
                  <a:pt x="130301" y="28193"/>
                </a:lnTo>
                <a:lnTo>
                  <a:pt x="144780" y="28193"/>
                </a:lnTo>
                <a:lnTo>
                  <a:pt x="144780" y="78169"/>
                </a:lnTo>
                <a:lnTo>
                  <a:pt x="216407" y="42671"/>
                </a:lnTo>
                <a:close/>
              </a:path>
              <a:path w="216535" h="85725">
                <a:moveTo>
                  <a:pt x="144780" y="78169"/>
                </a:moveTo>
                <a:lnTo>
                  <a:pt x="144780" y="57149"/>
                </a:lnTo>
                <a:lnTo>
                  <a:pt x="130301" y="57149"/>
                </a:lnTo>
                <a:lnTo>
                  <a:pt x="130301" y="85343"/>
                </a:lnTo>
                <a:lnTo>
                  <a:pt x="144780" y="78169"/>
                </a:lnTo>
                <a:close/>
              </a:path>
            </a:pathLst>
          </a:custGeom>
          <a:solidFill>
            <a:srgbClr val="FF3300">
              <a:alpha val="100000"/>
            </a:srgbClr>
          </a:solidFill>
          <a:ln w="9525">
            <a:noFill/>
          </a:ln>
        </p:spPr>
        <p:txBody>
          <a:bodyPr/>
          <a:lstStyle/>
          <a:p>
            <a:endParaRPr lang="zh-CN" altLang="en-US"/>
          </a:p>
        </p:txBody>
      </p:sp>
      <p:sp>
        <p:nvSpPr>
          <p:cNvPr id="40971" name="object 18"/>
          <p:cNvSpPr/>
          <p:nvPr/>
        </p:nvSpPr>
        <p:spPr>
          <a:xfrm>
            <a:off x="2281238" y="3240088"/>
            <a:ext cx="217487" cy="85725"/>
          </a:xfrm>
          <a:custGeom>
            <a:avLst/>
            <a:gdLst/>
            <a:ahLst/>
            <a:cxnLst>
              <a:cxn ang="0">
                <a:pos x="173313" y="57149"/>
              </a:cxn>
              <a:cxn ang="0">
                <a:pos x="173313" y="28193"/>
              </a:cxn>
              <a:cxn ang="0">
                <a:pos x="0" y="28193"/>
              </a:cxn>
              <a:cxn ang="0">
                <a:pos x="0" y="57149"/>
              </a:cxn>
              <a:cxn ang="0">
                <a:pos x="173313" y="57149"/>
              </a:cxn>
              <a:cxn ang="0">
                <a:pos x="259058" y="42671"/>
              </a:cxn>
              <a:cxn ang="0">
                <a:pos x="155982" y="0"/>
              </a:cxn>
              <a:cxn ang="0">
                <a:pos x="155982" y="28193"/>
              </a:cxn>
              <a:cxn ang="0">
                <a:pos x="173313" y="28193"/>
              </a:cxn>
              <a:cxn ang="0">
                <a:pos x="173313" y="78169"/>
              </a:cxn>
              <a:cxn ang="0">
                <a:pos x="259058" y="42671"/>
              </a:cxn>
              <a:cxn ang="0">
                <a:pos x="173313" y="78169"/>
              </a:cxn>
              <a:cxn ang="0">
                <a:pos x="173313" y="57149"/>
              </a:cxn>
              <a:cxn ang="0">
                <a:pos x="155982" y="57149"/>
              </a:cxn>
              <a:cxn ang="0">
                <a:pos x="155982" y="85343"/>
              </a:cxn>
              <a:cxn ang="0">
                <a:pos x="173313" y="78169"/>
              </a:cxn>
            </a:cxnLst>
            <a:rect l="0" t="0" r="0" b="0"/>
            <a:pathLst>
              <a:path w="216535" h="85725">
                <a:moveTo>
                  <a:pt x="144780" y="57149"/>
                </a:moveTo>
                <a:lnTo>
                  <a:pt x="144780" y="28193"/>
                </a:lnTo>
                <a:lnTo>
                  <a:pt x="0" y="28193"/>
                </a:lnTo>
                <a:lnTo>
                  <a:pt x="0" y="57149"/>
                </a:lnTo>
                <a:lnTo>
                  <a:pt x="144780" y="57149"/>
                </a:lnTo>
                <a:close/>
              </a:path>
              <a:path w="216535" h="85725">
                <a:moveTo>
                  <a:pt x="216407" y="42671"/>
                </a:moveTo>
                <a:lnTo>
                  <a:pt x="130301" y="0"/>
                </a:lnTo>
                <a:lnTo>
                  <a:pt x="130301" y="28193"/>
                </a:lnTo>
                <a:lnTo>
                  <a:pt x="144780" y="28193"/>
                </a:lnTo>
                <a:lnTo>
                  <a:pt x="144780" y="78169"/>
                </a:lnTo>
                <a:lnTo>
                  <a:pt x="216407" y="42671"/>
                </a:lnTo>
                <a:close/>
              </a:path>
              <a:path w="216535" h="85725">
                <a:moveTo>
                  <a:pt x="144780" y="78169"/>
                </a:moveTo>
                <a:lnTo>
                  <a:pt x="144780" y="57149"/>
                </a:lnTo>
                <a:lnTo>
                  <a:pt x="130301" y="57149"/>
                </a:lnTo>
                <a:lnTo>
                  <a:pt x="130301" y="85343"/>
                </a:lnTo>
                <a:lnTo>
                  <a:pt x="144780" y="78169"/>
                </a:lnTo>
                <a:close/>
              </a:path>
            </a:pathLst>
          </a:custGeom>
          <a:solidFill>
            <a:srgbClr val="FF3300">
              <a:alpha val="100000"/>
            </a:srgbClr>
          </a:solidFill>
          <a:ln w="9525">
            <a:noFill/>
          </a:ln>
        </p:spPr>
        <p:txBody>
          <a:bodyPr/>
          <a:lstStyle/>
          <a:p>
            <a:endParaRPr lang="zh-CN" altLang="en-US"/>
          </a:p>
        </p:txBody>
      </p:sp>
      <p:sp>
        <p:nvSpPr>
          <p:cNvPr id="40972" name="object 19"/>
          <p:cNvSpPr/>
          <p:nvPr/>
        </p:nvSpPr>
        <p:spPr>
          <a:xfrm>
            <a:off x="2065338" y="2635250"/>
            <a:ext cx="215900" cy="0"/>
          </a:xfrm>
          <a:custGeom>
            <a:avLst/>
            <a:gdLst/>
            <a:ahLst/>
            <a:cxnLst>
              <a:cxn ang="0">
                <a:pos x="0" y="0"/>
              </a:cxn>
              <a:cxn ang="0">
                <a:pos x="215646" y="0"/>
              </a:cxn>
            </a:cxnLst>
            <a:rect l="0" t="0" r="0" b="0"/>
            <a:pathLst>
              <a:path w="215900">
                <a:moveTo>
                  <a:pt x="0" y="0"/>
                </a:moveTo>
                <a:lnTo>
                  <a:pt x="215646" y="0"/>
                </a:lnTo>
              </a:path>
            </a:pathLst>
          </a:custGeom>
          <a:noFill/>
          <a:ln w="28575" cap="flat" cmpd="sng">
            <a:solidFill>
              <a:srgbClr val="FF3300">
                <a:alpha val="100000"/>
              </a:srgbClr>
            </a:solidFill>
            <a:prstDash val="solid"/>
            <a:round/>
            <a:headEnd type="none" w="med" len="med"/>
            <a:tailEnd type="none" w="med" len="med"/>
          </a:ln>
        </p:spPr>
        <p:txBody>
          <a:bodyPr/>
          <a:lstStyle/>
          <a:p>
            <a:endParaRPr lang="zh-CN" altLang="en-US"/>
          </a:p>
        </p:txBody>
      </p:sp>
      <p:sp>
        <p:nvSpPr>
          <p:cNvPr id="40973" name="object 20"/>
          <p:cNvSpPr/>
          <p:nvPr/>
        </p:nvSpPr>
        <p:spPr>
          <a:xfrm>
            <a:off x="3648075" y="2089150"/>
            <a:ext cx="361950" cy="85725"/>
          </a:xfrm>
          <a:custGeom>
            <a:avLst/>
            <a:gdLst/>
            <a:ahLst/>
            <a:cxnLst>
              <a:cxn ang="0">
                <a:pos x="333601" y="42230"/>
              </a:cxn>
              <a:cxn ang="0">
                <a:pos x="333601" y="21397"/>
              </a:cxn>
              <a:cxn ang="0">
                <a:pos x="0" y="21397"/>
              </a:cxn>
              <a:cxn ang="0">
                <a:pos x="0" y="42230"/>
              </a:cxn>
              <a:cxn ang="0">
                <a:pos x="333601" y="42230"/>
              </a:cxn>
              <a:cxn ang="0">
                <a:pos x="416346" y="32092"/>
              </a:cxn>
              <a:cxn ang="0">
                <a:pos x="316878" y="0"/>
              </a:cxn>
              <a:cxn ang="0">
                <a:pos x="316878" y="21397"/>
              </a:cxn>
              <a:cxn ang="0">
                <a:pos x="333601" y="21397"/>
              </a:cxn>
              <a:cxn ang="0">
                <a:pos x="333601" y="58324"/>
              </a:cxn>
              <a:cxn ang="0">
                <a:pos x="416346" y="32092"/>
              </a:cxn>
              <a:cxn ang="0">
                <a:pos x="333601" y="58324"/>
              </a:cxn>
              <a:cxn ang="0">
                <a:pos x="333601" y="42230"/>
              </a:cxn>
              <a:cxn ang="0">
                <a:pos x="316878" y="42230"/>
              </a:cxn>
              <a:cxn ang="0">
                <a:pos x="316878" y="63628"/>
              </a:cxn>
              <a:cxn ang="0">
                <a:pos x="333601" y="58324"/>
              </a:cxn>
            </a:cxnLst>
            <a:rect l="0" t="0" r="0" b="0"/>
            <a:pathLst>
              <a:path w="360679" h="86360">
                <a:moveTo>
                  <a:pt x="288798" y="57150"/>
                </a:moveTo>
                <a:lnTo>
                  <a:pt x="288798" y="28956"/>
                </a:lnTo>
                <a:lnTo>
                  <a:pt x="0" y="28956"/>
                </a:lnTo>
                <a:lnTo>
                  <a:pt x="0" y="57150"/>
                </a:lnTo>
                <a:lnTo>
                  <a:pt x="288798" y="57150"/>
                </a:lnTo>
                <a:close/>
              </a:path>
              <a:path w="360679" h="86360">
                <a:moveTo>
                  <a:pt x="360426" y="43433"/>
                </a:moveTo>
                <a:lnTo>
                  <a:pt x="274320" y="0"/>
                </a:lnTo>
                <a:lnTo>
                  <a:pt x="274320" y="28956"/>
                </a:lnTo>
                <a:lnTo>
                  <a:pt x="288798" y="28956"/>
                </a:lnTo>
                <a:lnTo>
                  <a:pt x="288798" y="78931"/>
                </a:lnTo>
                <a:lnTo>
                  <a:pt x="360426" y="43433"/>
                </a:lnTo>
                <a:close/>
              </a:path>
              <a:path w="360679" h="86360">
                <a:moveTo>
                  <a:pt x="288798" y="78931"/>
                </a:moveTo>
                <a:lnTo>
                  <a:pt x="288798" y="57150"/>
                </a:lnTo>
                <a:lnTo>
                  <a:pt x="274320" y="57150"/>
                </a:lnTo>
                <a:lnTo>
                  <a:pt x="274320" y="86106"/>
                </a:lnTo>
                <a:lnTo>
                  <a:pt x="288798" y="78931"/>
                </a:lnTo>
                <a:close/>
              </a:path>
            </a:pathLst>
          </a:custGeom>
          <a:solidFill>
            <a:srgbClr val="FF3300">
              <a:alpha val="100000"/>
            </a:srgbClr>
          </a:solidFill>
          <a:ln w="9525">
            <a:noFill/>
          </a:ln>
        </p:spPr>
        <p:txBody>
          <a:bodyPr/>
          <a:lstStyle/>
          <a:p>
            <a:endParaRPr lang="zh-CN" altLang="en-US"/>
          </a:p>
        </p:txBody>
      </p:sp>
      <p:sp>
        <p:nvSpPr>
          <p:cNvPr id="40974" name="object 21"/>
          <p:cNvSpPr/>
          <p:nvPr/>
        </p:nvSpPr>
        <p:spPr>
          <a:xfrm>
            <a:off x="3648075" y="2592388"/>
            <a:ext cx="361950" cy="85725"/>
          </a:xfrm>
          <a:custGeom>
            <a:avLst/>
            <a:gdLst/>
            <a:ahLst/>
            <a:cxnLst>
              <a:cxn ang="0">
                <a:pos x="333601" y="57149"/>
              </a:cxn>
              <a:cxn ang="0">
                <a:pos x="333601" y="28193"/>
              </a:cxn>
              <a:cxn ang="0">
                <a:pos x="0" y="28193"/>
              </a:cxn>
              <a:cxn ang="0">
                <a:pos x="0" y="57149"/>
              </a:cxn>
              <a:cxn ang="0">
                <a:pos x="333601" y="57149"/>
              </a:cxn>
              <a:cxn ang="0">
                <a:pos x="416346" y="42671"/>
              </a:cxn>
              <a:cxn ang="0">
                <a:pos x="316878" y="0"/>
              </a:cxn>
              <a:cxn ang="0">
                <a:pos x="316878" y="28193"/>
              </a:cxn>
              <a:cxn ang="0">
                <a:pos x="333601" y="28193"/>
              </a:cxn>
              <a:cxn ang="0">
                <a:pos x="333601" y="78169"/>
              </a:cxn>
              <a:cxn ang="0">
                <a:pos x="416346" y="42671"/>
              </a:cxn>
              <a:cxn ang="0">
                <a:pos x="333601" y="78169"/>
              </a:cxn>
              <a:cxn ang="0">
                <a:pos x="333601" y="57149"/>
              </a:cxn>
              <a:cxn ang="0">
                <a:pos x="316878" y="57149"/>
              </a:cxn>
              <a:cxn ang="0">
                <a:pos x="316878" y="85343"/>
              </a:cxn>
              <a:cxn ang="0">
                <a:pos x="333601" y="78169"/>
              </a:cxn>
            </a:cxnLst>
            <a:rect l="0" t="0" r="0" b="0"/>
            <a:pathLst>
              <a:path w="360679" h="85725">
                <a:moveTo>
                  <a:pt x="288798" y="57149"/>
                </a:moveTo>
                <a:lnTo>
                  <a:pt x="288798" y="28193"/>
                </a:lnTo>
                <a:lnTo>
                  <a:pt x="0" y="28193"/>
                </a:lnTo>
                <a:lnTo>
                  <a:pt x="0" y="57149"/>
                </a:lnTo>
                <a:lnTo>
                  <a:pt x="288798" y="57149"/>
                </a:lnTo>
                <a:close/>
              </a:path>
              <a:path w="360679" h="85725">
                <a:moveTo>
                  <a:pt x="360426" y="42671"/>
                </a:moveTo>
                <a:lnTo>
                  <a:pt x="274320" y="0"/>
                </a:lnTo>
                <a:lnTo>
                  <a:pt x="274320" y="28193"/>
                </a:lnTo>
                <a:lnTo>
                  <a:pt x="288798" y="28193"/>
                </a:lnTo>
                <a:lnTo>
                  <a:pt x="288798" y="78169"/>
                </a:lnTo>
                <a:lnTo>
                  <a:pt x="360426" y="42671"/>
                </a:lnTo>
                <a:close/>
              </a:path>
              <a:path w="360679" h="85725">
                <a:moveTo>
                  <a:pt x="288798" y="78169"/>
                </a:moveTo>
                <a:lnTo>
                  <a:pt x="288798" y="57149"/>
                </a:lnTo>
                <a:lnTo>
                  <a:pt x="274320" y="57149"/>
                </a:lnTo>
                <a:lnTo>
                  <a:pt x="274320" y="85343"/>
                </a:lnTo>
                <a:lnTo>
                  <a:pt x="288798" y="78169"/>
                </a:lnTo>
                <a:close/>
              </a:path>
            </a:pathLst>
          </a:custGeom>
          <a:solidFill>
            <a:srgbClr val="FF3300">
              <a:alpha val="100000"/>
            </a:srgbClr>
          </a:solidFill>
          <a:ln w="9525">
            <a:noFill/>
          </a:ln>
        </p:spPr>
        <p:txBody>
          <a:bodyPr/>
          <a:lstStyle/>
          <a:p>
            <a:endParaRPr lang="zh-CN" altLang="en-US"/>
          </a:p>
        </p:txBody>
      </p:sp>
      <p:sp>
        <p:nvSpPr>
          <p:cNvPr id="40975" name="object 22"/>
          <p:cNvSpPr/>
          <p:nvPr/>
        </p:nvSpPr>
        <p:spPr>
          <a:xfrm>
            <a:off x="3648075" y="3240088"/>
            <a:ext cx="361950" cy="85725"/>
          </a:xfrm>
          <a:custGeom>
            <a:avLst/>
            <a:gdLst/>
            <a:ahLst/>
            <a:cxnLst>
              <a:cxn ang="0">
                <a:pos x="333601" y="57149"/>
              </a:cxn>
              <a:cxn ang="0">
                <a:pos x="333601" y="28193"/>
              </a:cxn>
              <a:cxn ang="0">
                <a:pos x="0" y="28193"/>
              </a:cxn>
              <a:cxn ang="0">
                <a:pos x="0" y="57149"/>
              </a:cxn>
              <a:cxn ang="0">
                <a:pos x="333601" y="57149"/>
              </a:cxn>
              <a:cxn ang="0">
                <a:pos x="416346" y="42671"/>
              </a:cxn>
              <a:cxn ang="0">
                <a:pos x="316878" y="0"/>
              </a:cxn>
              <a:cxn ang="0">
                <a:pos x="316878" y="28193"/>
              </a:cxn>
              <a:cxn ang="0">
                <a:pos x="333601" y="28193"/>
              </a:cxn>
              <a:cxn ang="0">
                <a:pos x="333601" y="78169"/>
              </a:cxn>
              <a:cxn ang="0">
                <a:pos x="416346" y="42671"/>
              </a:cxn>
              <a:cxn ang="0">
                <a:pos x="333601" y="78169"/>
              </a:cxn>
              <a:cxn ang="0">
                <a:pos x="333601" y="57149"/>
              </a:cxn>
              <a:cxn ang="0">
                <a:pos x="316878" y="57149"/>
              </a:cxn>
              <a:cxn ang="0">
                <a:pos x="316878" y="85343"/>
              </a:cxn>
              <a:cxn ang="0">
                <a:pos x="333601" y="78169"/>
              </a:cxn>
            </a:cxnLst>
            <a:rect l="0" t="0" r="0" b="0"/>
            <a:pathLst>
              <a:path w="360679" h="85725">
                <a:moveTo>
                  <a:pt x="288798" y="57149"/>
                </a:moveTo>
                <a:lnTo>
                  <a:pt x="288798" y="28193"/>
                </a:lnTo>
                <a:lnTo>
                  <a:pt x="0" y="28193"/>
                </a:lnTo>
                <a:lnTo>
                  <a:pt x="0" y="57149"/>
                </a:lnTo>
                <a:lnTo>
                  <a:pt x="288798" y="57149"/>
                </a:lnTo>
                <a:close/>
              </a:path>
              <a:path w="360679" h="85725">
                <a:moveTo>
                  <a:pt x="360426" y="42671"/>
                </a:moveTo>
                <a:lnTo>
                  <a:pt x="274320" y="0"/>
                </a:lnTo>
                <a:lnTo>
                  <a:pt x="274320" y="28193"/>
                </a:lnTo>
                <a:lnTo>
                  <a:pt x="288798" y="28193"/>
                </a:lnTo>
                <a:lnTo>
                  <a:pt x="288798" y="78169"/>
                </a:lnTo>
                <a:lnTo>
                  <a:pt x="360426" y="42671"/>
                </a:lnTo>
                <a:close/>
              </a:path>
              <a:path w="360679" h="85725">
                <a:moveTo>
                  <a:pt x="288798" y="78169"/>
                </a:moveTo>
                <a:lnTo>
                  <a:pt x="288798" y="57149"/>
                </a:lnTo>
                <a:lnTo>
                  <a:pt x="274320" y="57149"/>
                </a:lnTo>
                <a:lnTo>
                  <a:pt x="274320" y="85343"/>
                </a:lnTo>
                <a:lnTo>
                  <a:pt x="288798" y="78169"/>
                </a:lnTo>
                <a:close/>
              </a:path>
            </a:pathLst>
          </a:custGeom>
          <a:solidFill>
            <a:srgbClr val="FF3300">
              <a:alpha val="100000"/>
            </a:srgbClr>
          </a:solidFill>
          <a:ln w="9525">
            <a:noFill/>
          </a:ln>
        </p:spPr>
        <p:txBody>
          <a:bodyPr/>
          <a:lstStyle/>
          <a:p>
            <a:endParaRPr lang="zh-CN" altLang="en-US"/>
          </a:p>
        </p:txBody>
      </p:sp>
      <p:sp>
        <p:nvSpPr>
          <p:cNvPr id="40976" name="object 23"/>
          <p:cNvSpPr/>
          <p:nvPr/>
        </p:nvSpPr>
        <p:spPr>
          <a:xfrm>
            <a:off x="5232400" y="2132013"/>
            <a:ext cx="139700" cy="1150937"/>
          </a:xfrm>
          <a:custGeom>
            <a:avLst/>
            <a:gdLst/>
            <a:ahLst/>
            <a:cxnLst>
              <a:cxn ang="0">
                <a:pos x="0" y="0"/>
              </a:cxn>
              <a:cxn ang="0">
                <a:pos x="54381" y="20818"/>
              </a:cxn>
              <a:cxn ang="0">
                <a:pos x="80124" y="57898"/>
              </a:cxn>
              <a:cxn ang="0">
                <a:pos x="87283" y="484739"/>
              </a:cxn>
              <a:cxn ang="0">
                <a:pos x="88540" y="501243"/>
              </a:cxn>
              <a:cxn ang="0">
                <a:pos x="105800" y="544571"/>
              </a:cxn>
              <a:cxn ang="0">
                <a:pos x="139050" y="573504"/>
              </a:cxn>
              <a:cxn ang="0">
                <a:pos x="167425" y="581528"/>
              </a:cxn>
              <a:cxn ang="0">
                <a:pos x="154043" y="583100"/>
              </a:cxn>
              <a:cxn ang="0">
                <a:pos x="108091" y="614760"/>
              </a:cxn>
              <a:cxn ang="0">
                <a:pos x="89212" y="658244"/>
              </a:cxn>
              <a:cxn ang="0">
                <a:pos x="87283" y="1066588"/>
              </a:cxn>
              <a:cxn ang="0">
                <a:pos x="86023" y="1083279"/>
              </a:cxn>
              <a:cxn ang="0">
                <a:pos x="68767" y="1126739"/>
              </a:cxn>
              <a:cxn ang="0">
                <a:pos x="35515" y="1155464"/>
              </a:cxn>
              <a:cxn ang="0">
                <a:pos x="21815" y="1160696"/>
              </a:cxn>
              <a:cxn ang="0">
                <a:pos x="7142" y="1163375"/>
              </a:cxn>
            </a:cxnLst>
            <a:rect l="0" t="0" r="0" b="0"/>
            <a:pathLst>
              <a:path w="139064" h="1150620">
                <a:moveTo>
                  <a:pt x="0" y="0"/>
                </a:moveTo>
                <a:lnTo>
                  <a:pt x="45103" y="20572"/>
                </a:lnTo>
                <a:lnTo>
                  <a:pt x="66453" y="57242"/>
                </a:lnTo>
                <a:lnTo>
                  <a:pt x="72390" y="479298"/>
                </a:lnTo>
                <a:lnTo>
                  <a:pt x="73433" y="495611"/>
                </a:lnTo>
                <a:lnTo>
                  <a:pt x="87745" y="538454"/>
                </a:lnTo>
                <a:lnTo>
                  <a:pt x="115324" y="567063"/>
                </a:lnTo>
                <a:lnTo>
                  <a:pt x="138855" y="574995"/>
                </a:lnTo>
                <a:lnTo>
                  <a:pt x="127760" y="576553"/>
                </a:lnTo>
                <a:lnTo>
                  <a:pt x="89650" y="607855"/>
                </a:lnTo>
                <a:lnTo>
                  <a:pt x="73991" y="650851"/>
                </a:lnTo>
                <a:lnTo>
                  <a:pt x="72390" y="1054608"/>
                </a:lnTo>
                <a:lnTo>
                  <a:pt x="71346" y="1071114"/>
                </a:lnTo>
                <a:lnTo>
                  <a:pt x="57034" y="1114086"/>
                </a:lnTo>
                <a:lnTo>
                  <a:pt x="29455" y="1142488"/>
                </a:lnTo>
                <a:lnTo>
                  <a:pt x="18093" y="1147661"/>
                </a:lnTo>
                <a:lnTo>
                  <a:pt x="5924" y="1150311"/>
                </a:lnTo>
              </a:path>
            </a:pathLst>
          </a:custGeom>
          <a:noFill/>
          <a:ln w="28574" cap="flat" cmpd="sng">
            <a:solidFill>
              <a:srgbClr val="000000">
                <a:alpha val="100000"/>
              </a:srgbClr>
            </a:solidFill>
            <a:prstDash val="solid"/>
            <a:round/>
            <a:headEnd type="none" w="med" len="med"/>
            <a:tailEnd type="none" w="med" len="med"/>
          </a:ln>
        </p:spPr>
        <p:txBody>
          <a:bodyPr/>
          <a:lstStyle/>
          <a:p>
            <a:endParaRPr lang="zh-CN" altLang="en-US"/>
          </a:p>
        </p:txBody>
      </p:sp>
      <p:sp>
        <p:nvSpPr>
          <p:cNvPr id="40977" name="object 24"/>
          <p:cNvSpPr txBox="1"/>
          <p:nvPr/>
        </p:nvSpPr>
        <p:spPr>
          <a:xfrm>
            <a:off x="769938" y="3573463"/>
            <a:ext cx="5456237" cy="473075"/>
          </a:xfrm>
          <a:prstGeom prst="rect">
            <a:avLst/>
          </a:prstGeom>
          <a:noFill/>
          <a:ln w="9525">
            <a:noFill/>
          </a:ln>
        </p:spPr>
        <p:txBody>
          <a:bodyPr lIns="0" tIns="0" rIns="0" bIns="0">
            <a:spAutoFit/>
          </a:bodyPr>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12700" lvl="0" indent="184150">
              <a:lnSpc>
                <a:spcPct val="152000"/>
              </a:lnSpc>
              <a:spcBef>
                <a:spcPct val="0"/>
              </a:spcBef>
              <a:buClrTx/>
              <a:buFontTx/>
              <a:buNone/>
            </a:pPr>
            <a:r>
              <a:rPr lang="zh-CN" altLang="zh-CN" sz="2400">
                <a:latin typeface="宋体" panose="02010600030101010101" pitchFamily="2" charset="-122"/>
                <a:ea typeface="宋体" panose="02010600030101010101" pitchFamily="2" charset="-122"/>
              </a:rPr>
              <a:t>可以获得较好的通道利用率</a:t>
            </a:r>
            <a:endParaRPr lang="en-US" altLang="zh-CN" sz="2400">
              <a:latin typeface="宋体" panose="02010600030101010101" pitchFamily="2" charset="-122"/>
              <a:ea typeface="宋体" panose="02010600030101010101" pitchFamily="2" charset="-122"/>
            </a:endParaRPr>
          </a:p>
        </p:txBody>
      </p:sp>
      <p:sp>
        <p:nvSpPr>
          <p:cNvPr id="53" name="object 29"/>
          <p:cNvSpPr txBox="1"/>
          <p:nvPr/>
        </p:nvSpPr>
        <p:spPr>
          <a:xfrm>
            <a:off x="1203325" y="2586038"/>
            <a:ext cx="788988" cy="279400"/>
          </a:xfrm>
          <a:prstGeom prst="rect">
            <a:avLst/>
          </a:prstGeom>
        </p:spPr>
        <p:txBody>
          <a:bodyPr lIns="0" tIns="0" rIns="0" bIns="0">
            <a:spAutoFit/>
          </a:bodyPr>
          <a:lstStyle/>
          <a:p>
            <a:pPr marL="12700" marR="0" defTabSz="914400">
              <a:lnSpc>
                <a:spcPts val="2380"/>
              </a:lnSpc>
              <a:buClrTx/>
              <a:buSzTx/>
              <a:buFontTx/>
              <a:buNone/>
              <a:defRPr/>
            </a:pPr>
            <a:r>
              <a:rPr kumimoji="0" sz="2000" b="1" kern="1200" cap="none" spc="-20" normalizeH="0" baseline="0" noProof="0" dirty="0">
                <a:latin typeface="宋体" panose="02010600030101010101" pitchFamily="2" charset="-122"/>
                <a:ea typeface="宋体" panose="02010600030101010101" pitchFamily="2" charset="-122"/>
                <a:cs typeface="宋体" panose="02010600030101010101" pitchFamily="2" charset="-122"/>
              </a:rPr>
              <a:t>主通道</a:t>
            </a:r>
            <a:endParaRPr kumimoji="0" sz="2000" kern="1200" cap="none" spc="0" normalizeH="0" baseline="0" noProof="0" dirty="0">
              <a:latin typeface="宋体" panose="02010600030101010101" pitchFamily="2" charset="-122"/>
              <a:ea typeface="宋体" panose="02010600030101010101" pitchFamily="2" charset="-122"/>
              <a:cs typeface="宋体" panose="02010600030101010101" pitchFamily="2" charset="-122"/>
            </a:endParaRPr>
          </a:p>
        </p:txBody>
      </p:sp>
      <p:sp>
        <p:nvSpPr>
          <p:cNvPr id="54" name="object 30"/>
          <p:cNvSpPr txBox="1"/>
          <p:nvPr/>
        </p:nvSpPr>
        <p:spPr>
          <a:xfrm>
            <a:off x="2498725" y="1985963"/>
            <a:ext cx="1149350" cy="288925"/>
          </a:xfrm>
          <a:prstGeom prst="rect">
            <a:avLst/>
          </a:prstGeom>
          <a:solidFill>
            <a:srgbClr val="FFFF00"/>
          </a:solidFill>
          <a:ln w="19049">
            <a:solidFill>
              <a:srgbClr val="000000"/>
            </a:solidFill>
          </a:ln>
        </p:spPr>
        <p:txBody>
          <a:bodyPr lIns="0" tIns="0" rIns="0" bIns="0">
            <a:spAutoFit/>
          </a:bodyPr>
          <a:lstStyle/>
          <a:p>
            <a:pPr marL="163830">
              <a:buNone/>
            </a:pPr>
            <a:r>
              <a:rPr lang="zh-CN" altLang="x-none" sz="1800" b="1">
                <a:latin typeface="宋体" panose="02010600030101010101" pitchFamily="2" charset="-122"/>
                <a:ea typeface="宋体" panose="02010600030101010101" pitchFamily="2" charset="-122"/>
              </a:rPr>
              <a:t>子通道</a:t>
            </a:r>
            <a:r>
              <a:rPr lang="zh-CN" altLang="x-none" sz="1800" b="1">
                <a:latin typeface="Times New Roman" panose="02020603050405020304" pitchFamily="18" charset="0"/>
                <a:cs typeface="Times New Roman" panose="02020603050405020304" pitchFamily="18" charset="0"/>
              </a:rPr>
              <a:t>1</a:t>
            </a:r>
            <a:endParaRPr lang="zh-CN" altLang="x-none" sz="1800">
              <a:latin typeface="Times New Roman" panose="02020603050405020304" pitchFamily="18" charset="0"/>
              <a:ea typeface="Times New Roman" panose="02020603050405020304" pitchFamily="18" charset="0"/>
            </a:endParaRPr>
          </a:p>
        </p:txBody>
      </p:sp>
      <p:sp>
        <p:nvSpPr>
          <p:cNvPr id="55" name="object 31"/>
          <p:cNvSpPr txBox="1"/>
          <p:nvPr/>
        </p:nvSpPr>
        <p:spPr>
          <a:xfrm>
            <a:off x="2660650" y="2509838"/>
            <a:ext cx="825500" cy="266700"/>
          </a:xfrm>
          <a:prstGeom prst="rect">
            <a:avLst/>
          </a:prstGeom>
        </p:spPr>
        <p:txBody>
          <a:bodyPr lIns="0" tIns="0" rIns="0" bIns="0">
            <a:spAutoFit/>
          </a:bodyPr>
          <a:lstStyle/>
          <a:p>
            <a:pPr marL="12700">
              <a:buNone/>
            </a:pPr>
            <a:r>
              <a:rPr lang="zh-CN" altLang="x-none" sz="1800" b="1">
                <a:latin typeface="宋体" panose="02010600030101010101" pitchFamily="2" charset="-122"/>
                <a:ea typeface="宋体" panose="02010600030101010101" pitchFamily="2" charset="-122"/>
              </a:rPr>
              <a:t>子通道</a:t>
            </a:r>
            <a:r>
              <a:rPr lang="zh-CN" altLang="x-none" sz="1800" b="1">
                <a:latin typeface="Times New Roman" panose="02020603050405020304" pitchFamily="18" charset="0"/>
                <a:cs typeface="Times New Roman" panose="02020603050405020304" pitchFamily="18" charset="0"/>
              </a:rPr>
              <a:t>2</a:t>
            </a:r>
            <a:endParaRPr lang="zh-CN" altLang="x-none" sz="1800">
              <a:latin typeface="Times New Roman" panose="02020603050405020304" pitchFamily="18" charset="0"/>
              <a:ea typeface="Times New Roman" panose="02020603050405020304" pitchFamily="18" charset="0"/>
            </a:endParaRPr>
          </a:p>
        </p:txBody>
      </p:sp>
      <p:sp>
        <p:nvSpPr>
          <p:cNvPr id="56" name="object 32"/>
          <p:cNvSpPr txBox="1"/>
          <p:nvPr/>
        </p:nvSpPr>
        <p:spPr>
          <a:xfrm>
            <a:off x="2498725" y="3138488"/>
            <a:ext cx="1149350" cy="290513"/>
          </a:xfrm>
          <a:prstGeom prst="rect">
            <a:avLst/>
          </a:prstGeom>
          <a:solidFill>
            <a:srgbClr val="FFFF00"/>
          </a:solidFill>
          <a:ln w="19050">
            <a:solidFill>
              <a:srgbClr val="000000"/>
            </a:solidFill>
          </a:ln>
        </p:spPr>
        <p:txBody>
          <a:bodyPr lIns="0" tIns="0" rIns="0" bIns="0">
            <a:spAutoFit/>
          </a:bodyPr>
          <a:lstStyle/>
          <a:p>
            <a:pPr marL="158750">
              <a:buNone/>
            </a:pPr>
            <a:r>
              <a:rPr lang="zh-CN" altLang="x-none" sz="1800" b="1">
                <a:latin typeface="宋体" panose="02010600030101010101" pitchFamily="2" charset="-122"/>
                <a:ea typeface="宋体" panose="02010600030101010101" pitchFamily="2" charset="-122"/>
              </a:rPr>
              <a:t>子通道</a:t>
            </a:r>
            <a:r>
              <a:rPr lang="zh-CN" altLang="x-none" sz="1800" b="1">
                <a:latin typeface="Times New Roman" panose="02020603050405020304" pitchFamily="18" charset="0"/>
                <a:cs typeface="Times New Roman" panose="02020603050405020304" pitchFamily="18" charset="0"/>
              </a:rPr>
              <a:t>n</a:t>
            </a:r>
            <a:endParaRPr lang="zh-CN" altLang="x-none" sz="1800">
              <a:latin typeface="Times New Roman" panose="02020603050405020304" pitchFamily="18" charset="0"/>
              <a:ea typeface="Times New Roman" panose="02020603050405020304" pitchFamily="18" charset="0"/>
            </a:endParaRPr>
          </a:p>
        </p:txBody>
      </p:sp>
      <p:sp>
        <p:nvSpPr>
          <p:cNvPr id="57" name="object 33"/>
          <p:cNvSpPr txBox="1"/>
          <p:nvPr/>
        </p:nvSpPr>
        <p:spPr>
          <a:xfrm>
            <a:off x="4008438" y="1987550"/>
            <a:ext cx="1150938" cy="288925"/>
          </a:xfrm>
          <a:prstGeom prst="rect">
            <a:avLst/>
          </a:prstGeom>
          <a:solidFill>
            <a:srgbClr val="0066FF"/>
          </a:solidFill>
          <a:ln w="19049">
            <a:solidFill>
              <a:srgbClr val="000000"/>
            </a:solidFill>
          </a:ln>
        </p:spPr>
        <p:txBody>
          <a:bodyPr lIns="0" tIns="0" rIns="0" bIns="0">
            <a:spAutoFit/>
          </a:bodyPr>
          <a:lstStyle/>
          <a:p>
            <a:pPr marL="278130">
              <a:buNone/>
            </a:pPr>
            <a:r>
              <a:rPr lang="zh-CN" altLang="x-none" sz="1800" b="1">
                <a:solidFill>
                  <a:srgbClr val="FFFFFF"/>
                </a:solidFill>
                <a:latin typeface="宋体" panose="02010600030101010101" pitchFamily="2" charset="-122"/>
                <a:ea typeface="宋体" panose="02010600030101010101" pitchFamily="2" charset="-122"/>
              </a:rPr>
              <a:t>设备</a:t>
            </a:r>
            <a:r>
              <a:rPr lang="zh-CN" altLang="x-none" sz="1800" b="1">
                <a:solidFill>
                  <a:srgbClr val="FFFFFF"/>
                </a:solidFill>
                <a:latin typeface="Times New Roman" panose="02020603050405020304" pitchFamily="18" charset="0"/>
                <a:cs typeface="Times New Roman" panose="02020603050405020304" pitchFamily="18" charset="0"/>
              </a:rPr>
              <a:t>1</a:t>
            </a:r>
            <a:endParaRPr lang="zh-CN" altLang="x-none" sz="1800">
              <a:latin typeface="Times New Roman" panose="02020603050405020304" pitchFamily="18" charset="0"/>
              <a:ea typeface="Times New Roman" panose="02020603050405020304" pitchFamily="18" charset="0"/>
            </a:endParaRPr>
          </a:p>
        </p:txBody>
      </p:sp>
      <p:sp>
        <p:nvSpPr>
          <p:cNvPr id="58" name="object 34"/>
          <p:cNvSpPr txBox="1"/>
          <p:nvPr/>
        </p:nvSpPr>
        <p:spPr>
          <a:xfrm>
            <a:off x="3003550" y="2781300"/>
            <a:ext cx="279400" cy="279400"/>
          </a:xfrm>
          <a:prstGeom prst="rect">
            <a:avLst/>
          </a:prstGeom>
        </p:spPr>
        <p:txBody>
          <a:bodyPr lIns="0" tIns="0" rIns="0" bIns="0">
            <a:spAutoFit/>
          </a:bodyPr>
          <a:lstStyle/>
          <a:p>
            <a:pPr marL="12700">
              <a:buNone/>
            </a:pPr>
            <a:r>
              <a:rPr lang="zh-CN" altLang="x-none" sz="2000" b="1">
                <a:latin typeface="Times New Roman" panose="02020603050405020304" pitchFamily="18" charset="0"/>
                <a:ea typeface="Times New Roman" panose="02020603050405020304" pitchFamily="18" charset="0"/>
              </a:rPr>
              <a:t>…</a:t>
            </a:r>
            <a:endParaRPr lang="zh-CN" altLang="x-none" sz="2000">
              <a:latin typeface="Times New Roman" panose="02020603050405020304" pitchFamily="18" charset="0"/>
              <a:ea typeface="Times New Roman" panose="02020603050405020304" pitchFamily="18" charset="0"/>
            </a:endParaRPr>
          </a:p>
        </p:txBody>
      </p:sp>
      <p:sp>
        <p:nvSpPr>
          <p:cNvPr id="59" name="object 35"/>
          <p:cNvSpPr txBox="1"/>
          <p:nvPr/>
        </p:nvSpPr>
        <p:spPr>
          <a:xfrm>
            <a:off x="4008438" y="2490788"/>
            <a:ext cx="1150938" cy="288925"/>
          </a:xfrm>
          <a:prstGeom prst="rect">
            <a:avLst/>
          </a:prstGeom>
          <a:solidFill>
            <a:srgbClr val="0066FF"/>
          </a:solidFill>
          <a:ln w="19050">
            <a:solidFill>
              <a:srgbClr val="000000"/>
            </a:solidFill>
          </a:ln>
        </p:spPr>
        <p:txBody>
          <a:bodyPr lIns="0" tIns="0" rIns="0" bIns="0">
            <a:spAutoFit/>
          </a:bodyPr>
          <a:lstStyle/>
          <a:p>
            <a:pPr marL="278130">
              <a:buNone/>
            </a:pPr>
            <a:r>
              <a:rPr lang="zh-CN" altLang="x-none" sz="1800" b="1">
                <a:solidFill>
                  <a:srgbClr val="FFFFFF"/>
                </a:solidFill>
                <a:latin typeface="宋体" panose="02010600030101010101" pitchFamily="2" charset="-122"/>
                <a:ea typeface="宋体" panose="02010600030101010101" pitchFamily="2" charset="-122"/>
              </a:rPr>
              <a:t>设备</a:t>
            </a:r>
            <a:r>
              <a:rPr lang="zh-CN" altLang="x-none" sz="1800" b="1">
                <a:solidFill>
                  <a:srgbClr val="FFFFFF"/>
                </a:solidFill>
                <a:latin typeface="Times New Roman" panose="02020603050405020304" pitchFamily="18" charset="0"/>
                <a:cs typeface="Times New Roman" panose="02020603050405020304" pitchFamily="18" charset="0"/>
              </a:rPr>
              <a:t>2</a:t>
            </a:r>
            <a:endParaRPr lang="zh-CN" altLang="x-none" sz="1800">
              <a:latin typeface="Times New Roman" panose="02020603050405020304" pitchFamily="18" charset="0"/>
              <a:ea typeface="Times New Roman" panose="02020603050405020304" pitchFamily="18" charset="0"/>
            </a:endParaRPr>
          </a:p>
        </p:txBody>
      </p:sp>
      <p:sp>
        <p:nvSpPr>
          <p:cNvPr id="60" name="object 36"/>
          <p:cNvSpPr txBox="1"/>
          <p:nvPr/>
        </p:nvSpPr>
        <p:spPr>
          <a:xfrm>
            <a:off x="4008438" y="3138488"/>
            <a:ext cx="1150938" cy="290513"/>
          </a:xfrm>
          <a:prstGeom prst="rect">
            <a:avLst/>
          </a:prstGeom>
          <a:solidFill>
            <a:srgbClr val="0066FF"/>
          </a:solidFill>
          <a:ln w="19050">
            <a:solidFill>
              <a:srgbClr val="000000"/>
            </a:solidFill>
          </a:ln>
        </p:spPr>
        <p:txBody>
          <a:bodyPr lIns="0" tIns="0" rIns="0" bIns="0">
            <a:spAutoFit/>
          </a:bodyPr>
          <a:lstStyle/>
          <a:p>
            <a:pPr marL="273050">
              <a:buNone/>
            </a:pPr>
            <a:r>
              <a:rPr lang="zh-CN" altLang="x-none" sz="1800" b="1">
                <a:solidFill>
                  <a:srgbClr val="FFFFFF"/>
                </a:solidFill>
                <a:latin typeface="宋体" panose="02010600030101010101" pitchFamily="2" charset="-122"/>
                <a:ea typeface="宋体" panose="02010600030101010101" pitchFamily="2" charset="-122"/>
              </a:rPr>
              <a:t>设备</a:t>
            </a:r>
            <a:r>
              <a:rPr lang="zh-CN" altLang="x-none" sz="1800" b="1">
                <a:solidFill>
                  <a:srgbClr val="FFFFFF"/>
                </a:solidFill>
                <a:latin typeface="Times New Roman" panose="02020603050405020304" pitchFamily="18" charset="0"/>
                <a:cs typeface="Times New Roman" panose="02020603050405020304" pitchFamily="18" charset="0"/>
              </a:rPr>
              <a:t>n</a:t>
            </a:r>
            <a:endParaRPr lang="zh-CN" altLang="x-none" sz="1800">
              <a:latin typeface="Times New Roman" panose="02020603050405020304" pitchFamily="18" charset="0"/>
              <a:ea typeface="Times New Roman" panose="02020603050405020304" pitchFamily="18" charset="0"/>
            </a:endParaRPr>
          </a:p>
        </p:txBody>
      </p:sp>
      <p:sp>
        <p:nvSpPr>
          <p:cNvPr id="40986" name="object 37"/>
          <p:cNvSpPr txBox="1"/>
          <p:nvPr/>
        </p:nvSpPr>
        <p:spPr>
          <a:xfrm>
            <a:off x="5495925" y="2424113"/>
            <a:ext cx="1549400" cy="584200"/>
          </a:xfrm>
          <a:prstGeom prst="rect">
            <a:avLst/>
          </a:prstGeom>
          <a:noFill/>
          <a:ln w="9525">
            <a:noFill/>
          </a:ln>
        </p:spPr>
        <p:txBody>
          <a:bodyPr lIns="0" tIns="0" rIns="0" bIns="0">
            <a:spAutoFit/>
          </a:bodyPr>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12700" lvl="0" indent="0">
              <a:spcBef>
                <a:spcPct val="0"/>
              </a:spcBef>
              <a:buClrTx/>
              <a:buFontTx/>
              <a:buNone/>
            </a:pPr>
            <a:r>
              <a:rPr lang="zh-CN" altLang="zh-CN" sz="2000">
                <a:latin typeface="宋体" panose="02010600030101010101" pitchFamily="2" charset="-122"/>
                <a:ea typeface="宋体" panose="02010600030101010101" pitchFamily="2" charset="-122"/>
              </a:rPr>
              <a:t>低速设备，传 输单位为字节</a:t>
            </a:r>
            <a:endParaRPr lang="zh-CN" altLang="zh-CN" sz="2000" b="0">
              <a:latin typeface="宋体" panose="02010600030101010101" pitchFamily="2" charset="-122"/>
              <a:ea typeface="宋体" panose="02010600030101010101" pitchFamily="2" charset="-122"/>
            </a:endParaRPr>
          </a:p>
        </p:txBody>
      </p:sp>
      <p:sp>
        <p:nvSpPr>
          <p:cNvPr id="40987" name="矩形 1"/>
          <p:cNvSpPr/>
          <p:nvPr/>
        </p:nvSpPr>
        <p:spPr>
          <a:xfrm>
            <a:off x="323850" y="4316413"/>
            <a:ext cx="8388350" cy="1200150"/>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457200" lvl="1" indent="0">
              <a:spcBef>
                <a:spcPct val="0"/>
              </a:spcBef>
              <a:buClr>
                <a:srgbClr val="33CCFF"/>
              </a:buClr>
              <a:buFont typeface="Wingdings" panose="05000000000000000000" pitchFamily="2" charset="2"/>
              <a:buChar char="Ø"/>
            </a:pPr>
            <a:r>
              <a:rPr lang="zh-CN" altLang="en-US">
                <a:ea typeface="宋体" panose="02010600030101010101" pitchFamily="2" charset="-122"/>
              </a:rPr>
              <a:t>一个主通道连接多个子通道，以时间片轮转方式共享主通道。</a:t>
            </a:r>
          </a:p>
          <a:p>
            <a:pPr marL="457200" lvl="1" indent="0">
              <a:spcBef>
                <a:spcPct val="0"/>
              </a:spcBef>
              <a:buClr>
                <a:srgbClr val="33CCFF"/>
              </a:buClr>
              <a:buFont typeface="Wingdings" panose="05000000000000000000" pitchFamily="2" charset="2"/>
              <a:buChar char="Ø"/>
            </a:pPr>
            <a:r>
              <a:rPr lang="zh-CN" altLang="en-US">
                <a:ea typeface="宋体" panose="02010600030101010101" pitchFamily="2" charset="-122"/>
              </a:rPr>
              <a:t>每个子通道每次只传送一个字节，连接中低速设备。</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5" name="灯片编号占位符 3"/>
          <p:cNvSpPr txBox="1">
            <a:spLocks noGrp="1"/>
          </p:cNvSpPr>
          <p:nvPr>
            <p:ph type="sldNum" sz="quarter" idx="12"/>
          </p:nvPr>
        </p:nvSpPr>
        <p:spPr>
          <a:xfrm>
            <a:off x="431800" y="6229350"/>
            <a:ext cx="2311400" cy="457200"/>
          </a:xfrm>
        </p:spPr>
        <p:txBody>
          <a:bodyPr anchor="b" anchorCtr="0"/>
          <a:lstStyle/>
          <a:p>
            <a:pPr marL="0" indent="0">
              <a:spcBef>
                <a:spcPct val="50000"/>
              </a:spcBef>
              <a:buClrTx/>
              <a:buFontTx/>
              <a:buNone/>
            </a:pPr>
            <a:r>
              <a:rPr lang="zh-CN" altLang="en-US" sz="1200" b="0">
                <a:solidFill>
                  <a:srgbClr val="3366CC"/>
                </a:solidFill>
                <a:ea typeface="宋体" panose="02010600030101010101" pitchFamily="2" charset="-122"/>
              </a:rPr>
              <a:t>第</a:t>
            </a:r>
            <a:fld id="{9A0DB2DC-4C9A-4742-B13C-FB6460FD3503}" type="slidenum">
              <a:rPr lang="zh-TW" altLang="en-US" sz="1200" b="0">
                <a:solidFill>
                  <a:srgbClr val="3366CC"/>
                </a:solidFill>
                <a:ea typeface="PMingLiU" pitchFamily="18" charset="-120"/>
              </a:rPr>
              <a:t>26</a:t>
            </a:fld>
            <a:r>
              <a:rPr lang="zh-CN" altLang="en-US" sz="1200" b="0">
                <a:solidFill>
                  <a:srgbClr val="3366CC"/>
                </a:solidFill>
                <a:ea typeface="宋体" panose="02010600030101010101" pitchFamily="2" charset="-122"/>
              </a:rPr>
              <a:t>页</a:t>
            </a:r>
            <a:endParaRPr lang="zh-TW" altLang="en-US" sz="1200" b="0">
              <a:solidFill>
                <a:srgbClr val="3366CC"/>
              </a:solidFill>
              <a:ea typeface="宋体" panose="02010600030101010101" pitchFamily="2" charset="-122"/>
            </a:endParaRPr>
          </a:p>
        </p:txBody>
      </p:sp>
      <p:sp>
        <p:nvSpPr>
          <p:cNvPr id="41986" name="Rectangle 2"/>
          <p:cNvSpPr>
            <a:spLocks noGrp="1"/>
          </p:cNvSpPr>
          <p:nvPr>
            <p:ph type="title"/>
          </p:nvPr>
        </p:nvSpPr>
        <p:spPr/>
        <p:txBody>
          <a:bodyPr vert="horz" wrap="square" lIns="91440" tIns="45720" rIns="91440" bIns="45720" anchor="b" anchorCtr="0"/>
          <a:lstStyle/>
          <a:p>
            <a:pPr eaLnBrk="1" hangingPunct="1"/>
            <a:r>
              <a:rPr lang="en-US" altLang="zh-CN"/>
              <a:t>7.3</a:t>
            </a:r>
            <a:r>
              <a:rPr lang="zh-CN" altLang="en-US"/>
              <a:t> 通道</a:t>
            </a:r>
          </a:p>
        </p:txBody>
      </p:sp>
      <p:sp>
        <p:nvSpPr>
          <p:cNvPr id="41987" name="object 6"/>
          <p:cNvSpPr/>
          <p:nvPr/>
        </p:nvSpPr>
        <p:spPr>
          <a:xfrm>
            <a:off x="204788" y="1784350"/>
            <a:ext cx="12700" cy="0"/>
          </a:xfrm>
          <a:custGeom>
            <a:avLst/>
            <a:gdLst/>
            <a:ahLst/>
            <a:cxnLst>
              <a:cxn ang="0">
                <a:pos x="0" y="0"/>
              </a:cxn>
              <a:cxn ang="0">
                <a:pos x="12191" y="0"/>
              </a:cxn>
            </a:cxnLst>
            <a:rect l="0" t="0" r="0" b="0"/>
            <a:pathLst>
              <a:path w="12700">
                <a:moveTo>
                  <a:pt x="0" y="0"/>
                </a:moveTo>
                <a:lnTo>
                  <a:pt x="12191" y="0"/>
                </a:lnTo>
              </a:path>
            </a:pathLst>
          </a:custGeom>
          <a:noFill/>
          <a:ln w="12191" cap="flat" cmpd="sng">
            <a:solidFill>
              <a:srgbClr val="000000">
                <a:alpha val="100000"/>
              </a:srgbClr>
            </a:solidFill>
            <a:prstDash val="solid"/>
            <a:round/>
            <a:headEnd type="none" w="med" len="med"/>
            <a:tailEnd type="none" w="med" len="med"/>
          </a:ln>
        </p:spPr>
        <p:txBody>
          <a:bodyPr/>
          <a:lstStyle/>
          <a:p>
            <a:endParaRPr lang="zh-CN" altLang="en-US"/>
          </a:p>
        </p:txBody>
      </p:sp>
      <p:sp>
        <p:nvSpPr>
          <p:cNvPr id="41988" name="object 8"/>
          <p:cNvSpPr/>
          <p:nvPr/>
        </p:nvSpPr>
        <p:spPr>
          <a:xfrm>
            <a:off x="204788" y="4076700"/>
            <a:ext cx="12700" cy="0"/>
          </a:xfrm>
          <a:custGeom>
            <a:avLst/>
            <a:gdLst/>
            <a:ahLst/>
            <a:cxnLst>
              <a:cxn ang="0">
                <a:pos x="0" y="0"/>
              </a:cxn>
              <a:cxn ang="0">
                <a:pos x="12191" y="0"/>
              </a:cxn>
            </a:cxnLst>
            <a:rect l="0" t="0" r="0" b="0"/>
            <a:pathLst>
              <a:path w="12700">
                <a:moveTo>
                  <a:pt x="0" y="0"/>
                </a:moveTo>
                <a:lnTo>
                  <a:pt x="12191" y="0"/>
                </a:lnTo>
              </a:path>
            </a:pathLst>
          </a:custGeom>
          <a:noFill/>
          <a:ln w="12191" cap="flat" cmpd="sng">
            <a:solidFill>
              <a:srgbClr val="000000">
                <a:alpha val="100000"/>
              </a:srgbClr>
            </a:solidFill>
            <a:prstDash val="solid"/>
            <a:round/>
            <a:headEnd type="none" w="med" len="med"/>
            <a:tailEnd type="none" w="med" len="med"/>
          </a:ln>
        </p:spPr>
        <p:txBody>
          <a:bodyPr/>
          <a:lstStyle/>
          <a:p>
            <a:endParaRPr lang="zh-CN" altLang="en-US"/>
          </a:p>
        </p:txBody>
      </p:sp>
      <p:sp>
        <p:nvSpPr>
          <p:cNvPr id="41989" name="object 10"/>
          <p:cNvSpPr/>
          <p:nvPr/>
        </p:nvSpPr>
        <p:spPr>
          <a:xfrm>
            <a:off x="204788" y="6056313"/>
            <a:ext cx="12700" cy="0"/>
          </a:xfrm>
          <a:custGeom>
            <a:avLst/>
            <a:gdLst/>
            <a:ahLst/>
            <a:cxnLst>
              <a:cxn ang="0">
                <a:pos x="0" y="0"/>
              </a:cxn>
              <a:cxn ang="0">
                <a:pos x="12191" y="0"/>
              </a:cxn>
            </a:cxnLst>
            <a:rect l="0" t="0" r="0" b="0"/>
            <a:pathLst>
              <a:path w="12700">
                <a:moveTo>
                  <a:pt x="0" y="0"/>
                </a:moveTo>
                <a:lnTo>
                  <a:pt x="12191" y="0"/>
                </a:lnTo>
              </a:path>
            </a:pathLst>
          </a:custGeom>
          <a:noFill/>
          <a:ln w="12191" cap="flat" cmpd="sng">
            <a:solidFill>
              <a:srgbClr val="000000">
                <a:alpha val="100000"/>
              </a:srgbClr>
            </a:solidFill>
            <a:prstDash val="solid"/>
            <a:round/>
            <a:headEnd type="none" w="med" len="med"/>
            <a:tailEnd type="none" w="med" len="med"/>
          </a:ln>
        </p:spPr>
        <p:txBody>
          <a:bodyPr/>
          <a:lstStyle/>
          <a:p>
            <a:endParaRPr lang="zh-CN" altLang="en-US"/>
          </a:p>
        </p:txBody>
      </p:sp>
      <p:sp>
        <p:nvSpPr>
          <p:cNvPr id="67590" name="object 24"/>
          <p:cNvSpPr txBox="1">
            <a:spLocks noChangeArrowheads="1"/>
          </p:cNvSpPr>
          <p:nvPr/>
        </p:nvSpPr>
        <p:spPr bwMode="auto">
          <a:xfrm>
            <a:off x="517525" y="1355725"/>
            <a:ext cx="6129338" cy="488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12700" lvl="0" indent="184150">
              <a:lnSpc>
                <a:spcPct val="152000"/>
              </a:lnSpc>
              <a:spcBef>
                <a:spcPct val="0"/>
              </a:spcBef>
              <a:buClrTx/>
              <a:buFontTx/>
              <a:buNone/>
            </a:pPr>
            <a:r>
              <a:rPr lang="zh-CN" altLang="zh-CN" sz="2400" b="0">
                <a:latin typeface="黑体" panose="02010609060101010101" pitchFamily="49" charset="-122"/>
              </a:rPr>
              <a:t>数组选择通道（</a:t>
            </a:r>
            <a:r>
              <a:rPr lang="zh-CN" altLang="zh-CN" sz="2400" b="0"/>
              <a:t>Block Selector Channel</a:t>
            </a:r>
            <a:r>
              <a:rPr lang="zh-CN" altLang="zh-CN" sz="2400" b="0">
                <a:latin typeface="黑体" panose="02010609060101010101" pitchFamily="49" charset="-122"/>
              </a:rPr>
              <a:t>）</a:t>
            </a:r>
          </a:p>
        </p:txBody>
      </p:sp>
      <p:sp>
        <p:nvSpPr>
          <p:cNvPr id="41991" name="object 25"/>
          <p:cNvSpPr/>
          <p:nvPr/>
        </p:nvSpPr>
        <p:spPr>
          <a:xfrm>
            <a:off x="1841500" y="2230438"/>
            <a:ext cx="546100" cy="546100"/>
          </a:xfrm>
          <a:custGeom>
            <a:avLst/>
            <a:gdLst/>
            <a:ahLst/>
            <a:cxnLst>
              <a:cxn ang="0">
                <a:pos x="60602" y="464354"/>
              </a:cxn>
              <a:cxn ang="0">
                <a:pos x="51349" y="461305"/>
              </a:cxn>
              <a:cxn ang="0">
                <a:pos x="40294" y="461008"/>
              </a:cxn>
              <a:cxn ang="0">
                <a:pos x="28768" y="463999"/>
              </a:cxn>
              <a:cxn ang="0">
                <a:pos x="17111" y="470489"/>
              </a:cxn>
              <a:cxn ang="0">
                <a:pos x="5660" y="480683"/>
              </a:cxn>
              <a:cxn ang="0">
                <a:pos x="1264" y="491265"/>
              </a:cxn>
              <a:cxn ang="0">
                <a:pos x="0" y="502712"/>
              </a:cxn>
              <a:cxn ang="0">
                <a:pos x="1986" y="514503"/>
              </a:cxn>
              <a:cxn ang="0">
                <a:pos x="7346" y="526118"/>
              </a:cxn>
              <a:cxn ang="0">
                <a:pos x="16201" y="537035"/>
              </a:cxn>
              <a:cxn ang="0">
                <a:pos x="26989" y="543142"/>
              </a:cxn>
              <a:cxn ang="0">
                <a:pos x="31894" y="544265"/>
              </a:cxn>
              <a:cxn ang="0">
                <a:pos x="31894" y="493013"/>
              </a:cxn>
              <a:cxn ang="0">
                <a:pos x="60602" y="464354"/>
              </a:cxn>
              <a:cxn ang="0">
                <a:pos x="80211" y="485083"/>
              </a:cxn>
              <a:cxn ang="0">
                <a:pos x="78731" y="481399"/>
              </a:cxn>
              <a:cxn ang="0">
                <a:pos x="70696" y="470932"/>
              </a:cxn>
              <a:cxn ang="0">
                <a:pos x="61596" y="464682"/>
              </a:cxn>
              <a:cxn ang="0">
                <a:pos x="60602" y="464354"/>
              </a:cxn>
              <a:cxn ang="0">
                <a:pos x="31894" y="493013"/>
              </a:cxn>
              <a:cxn ang="0">
                <a:pos x="52468" y="512825"/>
              </a:cxn>
              <a:cxn ang="0">
                <a:pos x="80211" y="485083"/>
              </a:cxn>
              <a:cxn ang="0">
                <a:pos x="84640" y="504864"/>
              </a:cxn>
              <a:cxn ang="0">
                <a:pos x="83362" y="492931"/>
              </a:cxn>
              <a:cxn ang="0">
                <a:pos x="80211" y="485083"/>
              </a:cxn>
              <a:cxn ang="0">
                <a:pos x="52468" y="512825"/>
              </a:cxn>
              <a:cxn ang="0">
                <a:pos x="31894" y="493013"/>
              </a:cxn>
              <a:cxn ang="0">
                <a:pos x="31894" y="544265"/>
              </a:cxn>
              <a:cxn ang="0">
                <a:pos x="38735" y="545832"/>
              </a:cxn>
              <a:cxn ang="0">
                <a:pos x="50696" y="545104"/>
              </a:cxn>
              <a:cxn ang="0">
                <a:pos x="62125" y="540960"/>
              </a:cxn>
              <a:cxn ang="0">
                <a:pos x="72280" y="533399"/>
              </a:cxn>
              <a:cxn ang="0">
                <a:pos x="77352" y="527288"/>
              </a:cxn>
              <a:cxn ang="0">
                <a:pos x="82619" y="516537"/>
              </a:cxn>
              <a:cxn ang="0">
                <a:pos x="84640" y="504864"/>
              </a:cxn>
              <a:cxn ang="0">
                <a:pos x="494809" y="70484"/>
              </a:cxn>
              <a:cxn ang="0">
                <a:pos x="474988" y="50664"/>
              </a:cxn>
              <a:cxn ang="0">
                <a:pos x="60602" y="464354"/>
              </a:cxn>
              <a:cxn ang="0">
                <a:pos x="61596" y="464682"/>
              </a:cxn>
              <a:cxn ang="0">
                <a:pos x="70696" y="470932"/>
              </a:cxn>
              <a:cxn ang="0">
                <a:pos x="78731" y="481399"/>
              </a:cxn>
              <a:cxn ang="0">
                <a:pos x="80211" y="485083"/>
              </a:cxn>
              <a:cxn ang="0">
                <a:pos x="494809" y="70484"/>
              </a:cxn>
              <a:cxn ang="0">
                <a:pos x="545482" y="0"/>
              </a:cxn>
              <a:cxn ang="0">
                <a:pos x="454804" y="30479"/>
              </a:cxn>
              <a:cxn ang="0">
                <a:pos x="474988" y="50664"/>
              </a:cxn>
              <a:cxn ang="0">
                <a:pos x="485284" y="40385"/>
              </a:cxn>
              <a:cxn ang="0">
                <a:pos x="505096" y="60197"/>
              </a:cxn>
              <a:cxn ang="0">
                <a:pos x="505096" y="80771"/>
              </a:cxn>
              <a:cxn ang="0">
                <a:pos x="515002" y="90677"/>
              </a:cxn>
              <a:cxn ang="0">
                <a:pos x="545482" y="0"/>
              </a:cxn>
              <a:cxn ang="0">
                <a:pos x="505096" y="60197"/>
              </a:cxn>
              <a:cxn ang="0">
                <a:pos x="485284" y="40385"/>
              </a:cxn>
              <a:cxn ang="0">
                <a:pos x="474988" y="50664"/>
              </a:cxn>
              <a:cxn ang="0">
                <a:pos x="494809" y="70484"/>
              </a:cxn>
              <a:cxn ang="0">
                <a:pos x="505096" y="60197"/>
              </a:cxn>
              <a:cxn ang="0">
                <a:pos x="505096" y="80771"/>
              </a:cxn>
              <a:cxn ang="0">
                <a:pos x="505096" y="60197"/>
              </a:cxn>
              <a:cxn ang="0">
                <a:pos x="494809" y="70484"/>
              </a:cxn>
              <a:cxn ang="0">
                <a:pos x="505096" y="80771"/>
              </a:cxn>
            </a:cxnLst>
            <a:rect l="0" t="0" r="0" b="0"/>
            <a:pathLst>
              <a:path w="546100" h="546100">
                <a:moveTo>
                  <a:pt x="60602" y="464354"/>
                </a:moveTo>
                <a:lnTo>
                  <a:pt x="51349" y="461305"/>
                </a:lnTo>
                <a:lnTo>
                  <a:pt x="40294" y="461008"/>
                </a:lnTo>
                <a:lnTo>
                  <a:pt x="28768" y="463999"/>
                </a:lnTo>
                <a:lnTo>
                  <a:pt x="17111" y="470489"/>
                </a:lnTo>
                <a:lnTo>
                  <a:pt x="5660" y="480683"/>
                </a:lnTo>
                <a:lnTo>
                  <a:pt x="1264" y="491265"/>
                </a:lnTo>
                <a:lnTo>
                  <a:pt x="0" y="502712"/>
                </a:lnTo>
                <a:lnTo>
                  <a:pt x="1986" y="514503"/>
                </a:lnTo>
                <a:lnTo>
                  <a:pt x="7346" y="526118"/>
                </a:lnTo>
                <a:lnTo>
                  <a:pt x="16201" y="537035"/>
                </a:lnTo>
                <a:lnTo>
                  <a:pt x="26989" y="543142"/>
                </a:lnTo>
                <a:lnTo>
                  <a:pt x="31894" y="544265"/>
                </a:lnTo>
                <a:lnTo>
                  <a:pt x="31894" y="493013"/>
                </a:lnTo>
                <a:lnTo>
                  <a:pt x="60602" y="464354"/>
                </a:lnTo>
                <a:close/>
              </a:path>
              <a:path w="546100" h="546100">
                <a:moveTo>
                  <a:pt x="80211" y="485083"/>
                </a:moveTo>
                <a:lnTo>
                  <a:pt x="78731" y="481399"/>
                </a:lnTo>
                <a:lnTo>
                  <a:pt x="70696" y="470932"/>
                </a:lnTo>
                <a:lnTo>
                  <a:pt x="61596" y="464682"/>
                </a:lnTo>
                <a:lnTo>
                  <a:pt x="60602" y="464354"/>
                </a:lnTo>
                <a:lnTo>
                  <a:pt x="31894" y="493013"/>
                </a:lnTo>
                <a:lnTo>
                  <a:pt x="52468" y="512825"/>
                </a:lnTo>
                <a:lnTo>
                  <a:pt x="80211" y="485083"/>
                </a:lnTo>
                <a:close/>
              </a:path>
              <a:path w="546100" h="546100">
                <a:moveTo>
                  <a:pt x="84640" y="504864"/>
                </a:moveTo>
                <a:lnTo>
                  <a:pt x="83362" y="492931"/>
                </a:lnTo>
                <a:lnTo>
                  <a:pt x="80211" y="485083"/>
                </a:lnTo>
                <a:lnTo>
                  <a:pt x="52468" y="512825"/>
                </a:lnTo>
                <a:lnTo>
                  <a:pt x="31894" y="493013"/>
                </a:lnTo>
                <a:lnTo>
                  <a:pt x="31894" y="544265"/>
                </a:lnTo>
                <a:lnTo>
                  <a:pt x="38735" y="545832"/>
                </a:lnTo>
                <a:lnTo>
                  <a:pt x="50696" y="545104"/>
                </a:lnTo>
                <a:lnTo>
                  <a:pt x="62125" y="540960"/>
                </a:lnTo>
                <a:lnTo>
                  <a:pt x="72280" y="533399"/>
                </a:lnTo>
                <a:lnTo>
                  <a:pt x="77352" y="527288"/>
                </a:lnTo>
                <a:lnTo>
                  <a:pt x="82619" y="516537"/>
                </a:lnTo>
                <a:lnTo>
                  <a:pt x="84640" y="504864"/>
                </a:lnTo>
                <a:close/>
              </a:path>
              <a:path w="546100" h="546100">
                <a:moveTo>
                  <a:pt x="494809" y="70484"/>
                </a:moveTo>
                <a:lnTo>
                  <a:pt x="474988" y="50664"/>
                </a:lnTo>
                <a:lnTo>
                  <a:pt x="60602" y="464354"/>
                </a:lnTo>
                <a:lnTo>
                  <a:pt x="61596" y="464682"/>
                </a:lnTo>
                <a:lnTo>
                  <a:pt x="70696" y="470932"/>
                </a:lnTo>
                <a:lnTo>
                  <a:pt x="78731" y="481399"/>
                </a:lnTo>
                <a:lnTo>
                  <a:pt x="80211" y="485083"/>
                </a:lnTo>
                <a:lnTo>
                  <a:pt x="494809" y="70484"/>
                </a:lnTo>
                <a:close/>
              </a:path>
              <a:path w="546100" h="546100">
                <a:moveTo>
                  <a:pt x="545482" y="0"/>
                </a:moveTo>
                <a:lnTo>
                  <a:pt x="454804" y="30479"/>
                </a:lnTo>
                <a:lnTo>
                  <a:pt x="474988" y="50664"/>
                </a:lnTo>
                <a:lnTo>
                  <a:pt x="485284" y="40385"/>
                </a:lnTo>
                <a:lnTo>
                  <a:pt x="505096" y="60197"/>
                </a:lnTo>
                <a:lnTo>
                  <a:pt x="505096" y="80771"/>
                </a:lnTo>
                <a:lnTo>
                  <a:pt x="515002" y="90677"/>
                </a:lnTo>
                <a:lnTo>
                  <a:pt x="545482" y="0"/>
                </a:lnTo>
                <a:close/>
              </a:path>
              <a:path w="546100" h="546100">
                <a:moveTo>
                  <a:pt x="505096" y="60197"/>
                </a:moveTo>
                <a:lnTo>
                  <a:pt x="485284" y="40385"/>
                </a:lnTo>
                <a:lnTo>
                  <a:pt x="474988" y="50664"/>
                </a:lnTo>
                <a:lnTo>
                  <a:pt x="494809" y="70484"/>
                </a:lnTo>
                <a:lnTo>
                  <a:pt x="505096" y="60197"/>
                </a:lnTo>
                <a:close/>
              </a:path>
              <a:path w="546100" h="546100">
                <a:moveTo>
                  <a:pt x="505096" y="80771"/>
                </a:moveTo>
                <a:lnTo>
                  <a:pt x="505096" y="60197"/>
                </a:lnTo>
                <a:lnTo>
                  <a:pt x="494809" y="70484"/>
                </a:lnTo>
                <a:lnTo>
                  <a:pt x="505096" y="80771"/>
                </a:lnTo>
                <a:close/>
              </a:path>
            </a:pathLst>
          </a:custGeom>
          <a:solidFill>
            <a:srgbClr val="FF3300">
              <a:alpha val="100000"/>
            </a:srgbClr>
          </a:solidFill>
          <a:ln w="9525">
            <a:noFill/>
          </a:ln>
        </p:spPr>
        <p:txBody>
          <a:bodyPr/>
          <a:lstStyle/>
          <a:p>
            <a:endParaRPr lang="zh-CN" altLang="en-US"/>
          </a:p>
        </p:txBody>
      </p:sp>
      <p:sp>
        <p:nvSpPr>
          <p:cNvPr id="41992" name="object 26"/>
          <p:cNvSpPr/>
          <p:nvPr/>
        </p:nvSpPr>
        <p:spPr>
          <a:xfrm>
            <a:off x="3609975" y="2230438"/>
            <a:ext cx="139700" cy="1150937"/>
          </a:xfrm>
          <a:custGeom>
            <a:avLst/>
            <a:gdLst/>
            <a:ahLst/>
            <a:cxnLst>
              <a:cxn ang="0">
                <a:pos x="0" y="0"/>
              </a:cxn>
              <a:cxn ang="0">
                <a:pos x="54153" y="20681"/>
              </a:cxn>
              <a:cxn ang="0">
                <a:pos x="79922" y="57697"/>
              </a:cxn>
              <a:cxn ang="0">
                <a:pos x="87283" y="484743"/>
              </a:cxn>
              <a:cxn ang="0">
                <a:pos x="88567" y="501438"/>
              </a:cxn>
              <a:cxn ang="0">
                <a:pos x="106082" y="544900"/>
              </a:cxn>
              <a:cxn ang="0">
                <a:pos x="139444" y="573626"/>
              </a:cxn>
              <a:cxn ang="0">
                <a:pos x="167542" y="581536"/>
              </a:cxn>
              <a:cxn ang="0">
                <a:pos x="154375" y="583105"/>
              </a:cxn>
              <a:cxn ang="0">
                <a:pos x="108441" y="614734"/>
              </a:cxn>
              <a:cxn ang="0">
                <a:pos x="89268" y="658187"/>
              </a:cxn>
              <a:cxn ang="0">
                <a:pos x="87283" y="1066592"/>
              </a:cxn>
              <a:cxn ang="0">
                <a:pos x="86023" y="1083284"/>
              </a:cxn>
              <a:cxn ang="0">
                <a:pos x="68767" y="1126744"/>
              </a:cxn>
              <a:cxn ang="0">
                <a:pos x="35515" y="1155469"/>
              </a:cxn>
              <a:cxn ang="0">
                <a:pos x="21815" y="1160701"/>
              </a:cxn>
              <a:cxn ang="0">
                <a:pos x="7142" y="1163380"/>
              </a:cxn>
            </a:cxnLst>
            <a:rect l="0" t="0" r="0" b="0"/>
            <a:pathLst>
              <a:path w="139064" h="1150620">
                <a:moveTo>
                  <a:pt x="0" y="0"/>
                </a:moveTo>
                <a:lnTo>
                  <a:pt x="44916" y="20435"/>
                </a:lnTo>
                <a:lnTo>
                  <a:pt x="66284" y="57041"/>
                </a:lnTo>
                <a:lnTo>
                  <a:pt x="72390" y="479298"/>
                </a:lnTo>
                <a:lnTo>
                  <a:pt x="73456" y="495804"/>
                </a:lnTo>
                <a:lnTo>
                  <a:pt x="87981" y="538776"/>
                </a:lnTo>
                <a:lnTo>
                  <a:pt x="115650" y="567178"/>
                </a:lnTo>
                <a:lnTo>
                  <a:pt x="138957" y="575001"/>
                </a:lnTo>
                <a:lnTo>
                  <a:pt x="128035" y="576556"/>
                </a:lnTo>
                <a:lnTo>
                  <a:pt x="89937" y="607828"/>
                </a:lnTo>
                <a:lnTo>
                  <a:pt x="74035" y="650791"/>
                </a:lnTo>
                <a:lnTo>
                  <a:pt x="72390" y="1054608"/>
                </a:lnTo>
                <a:lnTo>
                  <a:pt x="71346" y="1071114"/>
                </a:lnTo>
                <a:lnTo>
                  <a:pt x="57034" y="1114086"/>
                </a:lnTo>
                <a:lnTo>
                  <a:pt x="29455" y="1142488"/>
                </a:lnTo>
                <a:lnTo>
                  <a:pt x="18093" y="1147661"/>
                </a:lnTo>
                <a:lnTo>
                  <a:pt x="5924" y="1150311"/>
                </a:lnTo>
              </a:path>
            </a:pathLst>
          </a:custGeom>
          <a:noFill/>
          <a:ln w="28575" cap="flat" cmpd="sng">
            <a:solidFill>
              <a:srgbClr val="000000">
                <a:alpha val="100000"/>
              </a:srgbClr>
            </a:solidFill>
            <a:prstDash val="solid"/>
            <a:round/>
            <a:headEnd type="none" w="med" len="med"/>
            <a:tailEnd type="none" w="med" len="med"/>
          </a:ln>
        </p:spPr>
        <p:txBody>
          <a:bodyPr/>
          <a:lstStyle/>
          <a:p>
            <a:endParaRPr lang="zh-CN" altLang="en-US"/>
          </a:p>
        </p:txBody>
      </p:sp>
      <p:sp>
        <p:nvSpPr>
          <p:cNvPr id="41993" name="object 27"/>
          <p:cNvSpPr/>
          <p:nvPr/>
        </p:nvSpPr>
        <p:spPr>
          <a:xfrm>
            <a:off x="1841500" y="2690813"/>
            <a:ext cx="544513" cy="85725"/>
          </a:xfrm>
          <a:custGeom>
            <a:avLst/>
            <a:gdLst/>
            <a:ahLst/>
            <a:cxnLst>
              <a:cxn ang="0">
                <a:pos x="79942" y="28194"/>
              </a:cxn>
              <a:cxn ang="0">
                <a:pos x="50251" y="2313"/>
              </a:cxn>
              <a:cxn ang="0">
                <a:pos x="34353" y="527"/>
              </a:cxn>
              <a:cxn ang="0">
                <a:pos x="22944" y="4318"/>
              </a:cxn>
              <a:cxn ang="0">
                <a:pos x="13186" y="11671"/>
              </a:cxn>
              <a:cxn ang="0">
                <a:pos x="5734" y="22472"/>
              </a:cxn>
              <a:cxn ang="0">
                <a:pos x="1104" y="36610"/>
              </a:cxn>
              <a:cxn ang="0">
                <a:pos x="0" y="53971"/>
              </a:cxn>
              <a:cxn ang="0">
                <a:pos x="5804" y="66514"/>
              </a:cxn>
              <a:cxn ang="0">
                <a:pos x="15094" y="76449"/>
              </a:cxn>
              <a:cxn ang="0">
                <a:pos x="27080" y="82989"/>
              </a:cxn>
              <a:cxn ang="0">
                <a:pos x="40891" y="85343"/>
              </a:cxn>
              <a:cxn ang="0">
                <a:pos x="40891" y="28194"/>
              </a:cxn>
              <a:cxn ang="0">
                <a:pos x="79942" y="28194"/>
              </a:cxn>
              <a:cxn ang="0">
                <a:pos x="82502" y="40413"/>
              </a:cxn>
              <a:cxn ang="0">
                <a:pos x="79942" y="28194"/>
              </a:cxn>
              <a:cxn ang="0">
                <a:pos x="40891" y="28194"/>
              </a:cxn>
              <a:cxn ang="0">
                <a:pos x="40891" y="57150"/>
              </a:cxn>
              <a:cxn ang="0">
                <a:pos x="79432" y="57150"/>
              </a:cxn>
              <a:cxn ang="0">
                <a:pos x="80309" y="55351"/>
              </a:cxn>
              <a:cxn ang="0">
                <a:pos x="82502" y="40413"/>
              </a:cxn>
              <a:cxn ang="0">
                <a:pos x="79432" y="57150"/>
              </a:cxn>
              <a:cxn ang="0">
                <a:pos x="40891" y="57150"/>
              </a:cxn>
              <a:cxn ang="0">
                <a:pos x="40891" y="85343"/>
              </a:cxn>
              <a:cxn ang="0">
                <a:pos x="52876" y="83549"/>
              </a:cxn>
              <a:cxn ang="0">
                <a:pos x="64766" y="77549"/>
              </a:cxn>
              <a:cxn ang="0">
                <a:pos x="74155" y="67940"/>
              </a:cxn>
              <a:cxn ang="0">
                <a:pos x="79432" y="57150"/>
              </a:cxn>
              <a:cxn ang="0">
                <a:pos x="82502" y="57150"/>
              </a:cxn>
              <a:cxn ang="0">
                <a:pos x="82502" y="40413"/>
              </a:cxn>
              <a:cxn ang="0">
                <a:pos x="80309" y="55351"/>
              </a:cxn>
              <a:cxn ang="0">
                <a:pos x="79432" y="57150"/>
              </a:cxn>
              <a:cxn ang="0">
                <a:pos x="82502" y="57150"/>
              </a:cxn>
              <a:cxn ang="0">
                <a:pos x="152503" y="57150"/>
              </a:cxn>
              <a:cxn ang="0">
                <a:pos x="152503" y="28194"/>
              </a:cxn>
              <a:cxn ang="0">
                <a:pos x="79942" y="28194"/>
              </a:cxn>
              <a:cxn ang="0">
                <a:pos x="82502" y="40413"/>
              </a:cxn>
              <a:cxn ang="0">
                <a:pos x="82502" y="57150"/>
              </a:cxn>
              <a:cxn ang="0">
                <a:pos x="152503" y="57150"/>
              </a:cxn>
              <a:cxn ang="0">
                <a:pos x="347455" y="57150"/>
              </a:cxn>
              <a:cxn ang="0">
                <a:pos x="347455" y="28194"/>
              </a:cxn>
              <a:cxn ang="0">
                <a:pos x="235841" y="28194"/>
              </a:cxn>
              <a:cxn ang="0">
                <a:pos x="235841" y="57150"/>
              </a:cxn>
              <a:cxn ang="0">
                <a:pos x="347455" y="57150"/>
              </a:cxn>
              <a:cxn ang="0">
                <a:pos x="462046" y="57150"/>
              </a:cxn>
              <a:cxn ang="0">
                <a:pos x="462046" y="28194"/>
              </a:cxn>
              <a:cxn ang="0">
                <a:pos x="431537" y="28194"/>
              </a:cxn>
              <a:cxn ang="0">
                <a:pos x="431537" y="57150"/>
              </a:cxn>
              <a:cxn ang="0">
                <a:pos x="462046" y="57150"/>
              </a:cxn>
              <a:cxn ang="0">
                <a:pos x="531988" y="42671"/>
              </a:cxn>
              <a:cxn ang="0">
                <a:pos x="448652" y="0"/>
              </a:cxn>
              <a:cxn ang="0">
                <a:pos x="448652" y="28194"/>
              </a:cxn>
              <a:cxn ang="0">
                <a:pos x="462046" y="28194"/>
              </a:cxn>
              <a:cxn ang="0">
                <a:pos x="462046" y="78485"/>
              </a:cxn>
              <a:cxn ang="0">
                <a:pos x="531988" y="42671"/>
              </a:cxn>
              <a:cxn ang="0">
                <a:pos x="462046" y="78485"/>
              </a:cxn>
              <a:cxn ang="0">
                <a:pos x="462046" y="57150"/>
              </a:cxn>
              <a:cxn ang="0">
                <a:pos x="448652" y="57150"/>
              </a:cxn>
              <a:cxn ang="0">
                <a:pos x="448652" y="85343"/>
              </a:cxn>
              <a:cxn ang="0">
                <a:pos x="462046" y="78485"/>
              </a:cxn>
            </a:cxnLst>
            <a:rect l="0" t="0" r="0" b="0"/>
            <a:pathLst>
              <a:path w="544829" h="85725">
                <a:moveTo>
                  <a:pt x="81864" y="28194"/>
                </a:moveTo>
                <a:lnTo>
                  <a:pt x="51460" y="2313"/>
                </a:lnTo>
                <a:lnTo>
                  <a:pt x="35173" y="527"/>
                </a:lnTo>
                <a:lnTo>
                  <a:pt x="23493" y="4318"/>
                </a:lnTo>
                <a:lnTo>
                  <a:pt x="13514" y="11671"/>
                </a:lnTo>
                <a:lnTo>
                  <a:pt x="5857" y="22472"/>
                </a:lnTo>
                <a:lnTo>
                  <a:pt x="1145" y="36610"/>
                </a:lnTo>
                <a:lnTo>
                  <a:pt x="0" y="53971"/>
                </a:lnTo>
                <a:lnTo>
                  <a:pt x="5927" y="66514"/>
                </a:lnTo>
                <a:lnTo>
                  <a:pt x="15463" y="76449"/>
                </a:lnTo>
                <a:lnTo>
                  <a:pt x="27736" y="82989"/>
                </a:lnTo>
                <a:lnTo>
                  <a:pt x="41875" y="85343"/>
                </a:lnTo>
                <a:lnTo>
                  <a:pt x="41875" y="28194"/>
                </a:lnTo>
                <a:lnTo>
                  <a:pt x="81864" y="28194"/>
                </a:lnTo>
                <a:close/>
              </a:path>
              <a:path w="544829" h="85725">
                <a:moveTo>
                  <a:pt x="84488" y="40413"/>
                </a:moveTo>
                <a:lnTo>
                  <a:pt x="81864" y="28194"/>
                </a:lnTo>
                <a:lnTo>
                  <a:pt x="41875" y="28194"/>
                </a:lnTo>
                <a:lnTo>
                  <a:pt x="41875" y="57150"/>
                </a:lnTo>
                <a:lnTo>
                  <a:pt x="81343" y="57150"/>
                </a:lnTo>
                <a:lnTo>
                  <a:pt x="82244" y="55351"/>
                </a:lnTo>
                <a:lnTo>
                  <a:pt x="84488" y="40413"/>
                </a:lnTo>
                <a:close/>
              </a:path>
              <a:path w="544829" h="85725">
                <a:moveTo>
                  <a:pt x="81343" y="57150"/>
                </a:moveTo>
                <a:lnTo>
                  <a:pt x="41875" y="57150"/>
                </a:lnTo>
                <a:lnTo>
                  <a:pt x="41875" y="85343"/>
                </a:lnTo>
                <a:lnTo>
                  <a:pt x="54147" y="83549"/>
                </a:lnTo>
                <a:lnTo>
                  <a:pt x="66324" y="77549"/>
                </a:lnTo>
                <a:lnTo>
                  <a:pt x="75940" y="67940"/>
                </a:lnTo>
                <a:lnTo>
                  <a:pt x="81343" y="57150"/>
                </a:lnTo>
                <a:close/>
              </a:path>
              <a:path w="544829" h="85725">
                <a:moveTo>
                  <a:pt x="84488" y="57150"/>
                </a:moveTo>
                <a:lnTo>
                  <a:pt x="84488" y="40413"/>
                </a:lnTo>
                <a:lnTo>
                  <a:pt x="82244" y="55351"/>
                </a:lnTo>
                <a:lnTo>
                  <a:pt x="81343" y="57150"/>
                </a:lnTo>
                <a:lnTo>
                  <a:pt x="84488" y="57150"/>
                </a:lnTo>
                <a:close/>
              </a:path>
              <a:path w="544829" h="85725">
                <a:moveTo>
                  <a:pt x="156175" y="57150"/>
                </a:moveTo>
                <a:lnTo>
                  <a:pt x="156175" y="28194"/>
                </a:lnTo>
                <a:lnTo>
                  <a:pt x="81864" y="28194"/>
                </a:lnTo>
                <a:lnTo>
                  <a:pt x="84488" y="40413"/>
                </a:lnTo>
                <a:lnTo>
                  <a:pt x="84488" y="57150"/>
                </a:lnTo>
                <a:lnTo>
                  <a:pt x="156175" y="57150"/>
                </a:lnTo>
                <a:close/>
              </a:path>
              <a:path w="544829" h="85725">
                <a:moveTo>
                  <a:pt x="355819" y="57150"/>
                </a:moveTo>
                <a:lnTo>
                  <a:pt x="355819" y="28194"/>
                </a:lnTo>
                <a:lnTo>
                  <a:pt x="241519" y="28194"/>
                </a:lnTo>
                <a:lnTo>
                  <a:pt x="241519" y="57150"/>
                </a:lnTo>
                <a:lnTo>
                  <a:pt x="355819" y="57150"/>
                </a:lnTo>
                <a:close/>
              </a:path>
              <a:path w="544829" h="85725">
                <a:moveTo>
                  <a:pt x="473167" y="57150"/>
                </a:moveTo>
                <a:lnTo>
                  <a:pt x="473167" y="28194"/>
                </a:lnTo>
                <a:lnTo>
                  <a:pt x="441925" y="28194"/>
                </a:lnTo>
                <a:lnTo>
                  <a:pt x="441925" y="57150"/>
                </a:lnTo>
                <a:lnTo>
                  <a:pt x="473167" y="57150"/>
                </a:lnTo>
                <a:close/>
              </a:path>
              <a:path w="544829" h="85725">
                <a:moveTo>
                  <a:pt x="544795" y="42671"/>
                </a:moveTo>
                <a:lnTo>
                  <a:pt x="459451" y="0"/>
                </a:lnTo>
                <a:lnTo>
                  <a:pt x="459451" y="28194"/>
                </a:lnTo>
                <a:lnTo>
                  <a:pt x="473167" y="28194"/>
                </a:lnTo>
                <a:lnTo>
                  <a:pt x="473167" y="78485"/>
                </a:lnTo>
                <a:lnTo>
                  <a:pt x="544795" y="42671"/>
                </a:lnTo>
                <a:close/>
              </a:path>
              <a:path w="544829" h="85725">
                <a:moveTo>
                  <a:pt x="473167" y="78485"/>
                </a:moveTo>
                <a:lnTo>
                  <a:pt x="473167" y="57150"/>
                </a:lnTo>
                <a:lnTo>
                  <a:pt x="459451" y="57150"/>
                </a:lnTo>
                <a:lnTo>
                  <a:pt x="459451" y="85343"/>
                </a:lnTo>
                <a:lnTo>
                  <a:pt x="473167" y="78485"/>
                </a:lnTo>
                <a:close/>
              </a:path>
            </a:pathLst>
          </a:custGeom>
          <a:solidFill>
            <a:srgbClr val="FF3300">
              <a:alpha val="100000"/>
            </a:srgbClr>
          </a:solidFill>
          <a:ln w="9525">
            <a:noFill/>
          </a:ln>
        </p:spPr>
        <p:txBody>
          <a:bodyPr/>
          <a:lstStyle/>
          <a:p>
            <a:endParaRPr lang="zh-CN" altLang="en-US"/>
          </a:p>
        </p:txBody>
      </p:sp>
      <p:sp>
        <p:nvSpPr>
          <p:cNvPr id="67594" name="object 28"/>
          <p:cNvSpPr txBox="1">
            <a:spLocks noChangeArrowheads="1"/>
          </p:cNvSpPr>
          <p:nvPr/>
        </p:nvSpPr>
        <p:spPr bwMode="auto">
          <a:xfrm>
            <a:off x="431800" y="3789363"/>
            <a:ext cx="8532813" cy="17432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11430" lvl="0" indent="0">
              <a:lnSpc>
                <a:spcPct val="118000"/>
              </a:lnSpc>
              <a:spcBef>
                <a:spcPct val="0"/>
              </a:spcBef>
              <a:buClrTx/>
              <a:buNone/>
            </a:pPr>
            <a:r>
              <a:rPr lang="zh-CN" altLang="zh-CN" sz="2400" b="0" dirty="0">
                <a:latin typeface="黑体" panose="02010609060101010101" pitchFamily="49" charset="-122"/>
              </a:rPr>
              <a:t>可以获得较好的数据传输速率</a:t>
            </a:r>
            <a:r>
              <a:rPr lang="zh-CN" altLang="en-US" sz="2400" b="0" dirty="0">
                <a:latin typeface="黑体" panose="02010609060101010101" pitchFamily="49" charset="-122"/>
              </a:rPr>
              <a:t>。</a:t>
            </a:r>
            <a:endParaRPr lang="en-US" altLang="zh-CN" sz="2400" b="0" dirty="0">
              <a:latin typeface="黑体" panose="02010609060101010101" pitchFamily="49" charset="-122"/>
            </a:endParaRPr>
          </a:p>
          <a:p>
            <a:pPr marL="11430" indent="0">
              <a:lnSpc>
                <a:spcPct val="118000"/>
              </a:lnSpc>
              <a:spcBef>
                <a:spcPct val="0"/>
              </a:spcBef>
              <a:buClrTx/>
              <a:buNone/>
            </a:pPr>
            <a:r>
              <a:rPr lang="zh-CN" altLang="en-US" sz="2400" b="0" dirty="0">
                <a:latin typeface="黑体" panose="02010609060101010101" pitchFamily="49" charset="-122"/>
              </a:rPr>
              <a:t>可以连接多台高速设，以数组方式工作，高速传输数据。</a:t>
            </a:r>
            <a:endParaRPr lang="en-US" altLang="zh-CN" sz="2400" b="0" dirty="0">
              <a:latin typeface="黑体" panose="02010609060101010101" pitchFamily="49" charset="-122"/>
            </a:endParaRPr>
          </a:p>
          <a:p>
            <a:pPr marL="11430" lvl="0" indent="0">
              <a:lnSpc>
                <a:spcPct val="118000"/>
              </a:lnSpc>
              <a:spcBef>
                <a:spcPct val="0"/>
              </a:spcBef>
              <a:buClrTx/>
              <a:buNone/>
            </a:pPr>
            <a:r>
              <a:rPr lang="zh-CN" altLang="en-US" sz="2400" b="0" dirty="0">
                <a:latin typeface="黑体" panose="02010609060101010101" pitchFamily="49" charset="-122"/>
              </a:rPr>
              <a:t>通道利用率较低。每次只有一台设备进行数据传送，形成独占，如果它不传数据，别的设备也传不了。</a:t>
            </a:r>
          </a:p>
        </p:txBody>
      </p:sp>
      <p:sp>
        <p:nvSpPr>
          <p:cNvPr id="41995" name="object 38"/>
          <p:cNvSpPr txBox="1"/>
          <p:nvPr/>
        </p:nvSpPr>
        <p:spPr>
          <a:xfrm>
            <a:off x="876300" y="2085975"/>
            <a:ext cx="936625" cy="1439863"/>
          </a:xfrm>
          <a:prstGeom prst="rect">
            <a:avLst/>
          </a:prstGeom>
          <a:solidFill>
            <a:srgbClr val="FF9900"/>
          </a:solidFill>
          <a:ln w="19050" cap="flat" cmpd="sng">
            <a:solidFill>
              <a:srgbClr val="000000"/>
            </a:solidFill>
            <a:prstDash val="solid"/>
            <a:miter/>
            <a:headEnd type="none" w="med" len="med"/>
            <a:tailEnd type="none" w="med" len="med"/>
          </a:ln>
        </p:spPr>
        <p:txBody>
          <a:bodyPr lIns="0" tIns="0" rIns="0" bIns="0">
            <a:spAutoFit/>
          </a:bodyPr>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76200" lvl="0" indent="0">
              <a:spcBef>
                <a:spcPct val="0"/>
              </a:spcBef>
              <a:buClrTx/>
              <a:buFontTx/>
              <a:buNone/>
            </a:pPr>
            <a:r>
              <a:rPr lang="zh-CN" altLang="zh-CN" sz="2000">
                <a:latin typeface="宋体" panose="02010600030101010101" pitchFamily="2" charset="-122"/>
                <a:ea typeface="宋体" panose="02010600030101010101" pitchFamily="2" charset="-122"/>
              </a:rPr>
              <a:t>可分配 型通道</a:t>
            </a:r>
            <a:endParaRPr lang="zh-CN" altLang="zh-CN" sz="2000" b="0">
              <a:latin typeface="宋体" panose="02010600030101010101" pitchFamily="2" charset="-122"/>
              <a:ea typeface="宋体" panose="02010600030101010101" pitchFamily="2" charset="-122"/>
            </a:endParaRPr>
          </a:p>
        </p:txBody>
      </p:sp>
      <p:sp>
        <p:nvSpPr>
          <p:cNvPr id="63" name="object 39"/>
          <p:cNvSpPr txBox="1"/>
          <p:nvPr/>
        </p:nvSpPr>
        <p:spPr>
          <a:xfrm>
            <a:off x="2386013" y="2085975"/>
            <a:ext cx="1150938" cy="288925"/>
          </a:xfrm>
          <a:prstGeom prst="rect">
            <a:avLst/>
          </a:prstGeom>
          <a:solidFill>
            <a:srgbClr val="0066FF"/>
          </a:solidFill>
          <a:ln w="19049">
            <a:solidFill>
              <a:srgbClr val="000000"/>
            </a:solidFill>
          </a:ln>
        </p:spPr>
        <p:txBody>
          <a:bodyPr lIns="0" tIns="0" rIns="0" bIns="0">
            <a:spAutoFit/>
          </a:bodyPr>
          <a:lstStyle/>
          <a:p>
            <a:pPr marL="278130">
              <a:buNone/>
            </a:pPr>
            <a:r>
              <a:rPr lang="zh-CN" altLang="x-none" sz="1800" b="1">
                <a:solidFill>
                  <a:srgbClr val="FFFFFF"/>
                </a:solidFill>
                <a:latin typeface="宋体" panose="02010600030101010101" pitchFamily="2" charset="-122"/>
                <a:ea typeface="宋体" panose="02010600030101010101" pitchFamily="2" charset="-122"/>
              </a:rPr>
              <a:t>设备</a:t>
            </a:r>
            <a:r>
              <a:rPr lang="zh-CN" altLang="x-none" sz="1800" b="1">
                <a:solidFill>
                  <a:srgbClr val="FFFFFF"/>
                </a:solidFill>
                <a:latin typeface="Times New Roman" panose="02020603050405020304" pitchFamily="18" charset="0"/>
                <a:cs typeface="Times New Roman" panose="02020603050405020304" pitchFamily="18" charset="0"/>
              </a:rPr>
              <a:t>1</a:t>
            </a:r>
            <a:endParaRPr lang="zh-CN" altLang="x-none" sz="1800">
              <a:latin typeface="Times New Roman" panose="02020603050405020304" pitchFamily="18" charset="0"/>
              <a:ea typeface="Times New Roman" panose="02020603050405020304" pitchFamily="18" charset="0"/>
            </a:endParaRPr>
          </a:p>
        </p:txBody>
      </p:sp>
      <p:sp>
        <p:nvSpPr>
          <p:cNvPr id="64" name="object 40"/>
          <p:cNvSpPr txBox="1"/>
          <p:nvPr/>
        </p:nvSpPr>
        <p:spPr>
          <a:xfrm>
            <a:off x="2386013" y="2589213"/>
            <a:ext cx="1150938" cy="288925"/>
          </a:xfrm>
          <a:prstGeom prst="rect">
            <a:avLst/>
          </a:prstGeom>
          <a:solidFill>
            <a:srgbClr val="0066FF"/>
          </a:solidFill>
          <a:ln w="19049">
            <a:solidFill>
              <a:srgbClr val="000000"/>
            </a:solidFill>
          </a:ln>
        </p:spPr>
        <p:txBody>
          <a:bodyPr lIns="0" tIns="0" rIns="0" bIns="0">
            <a:spAutoFit/>
          </a:bodyPr>
          <a:lstStyle/>
          <a:p>
            <a:pPr marL="278130">
              <a:buNone/>
            </a:pPr>
            <a:r>
              <a:rPr lang="zh-CN" altLang="x-none" sz="1800" b="1">
                <a:solidFill>
                  <a:srgbClr val="FFFFFF"/>
                </a:solidFill>
                <a:latin typeface="宋体" panose="02010600030101010101" pitchFamily="2" charset="-122"/>
                <a:ea typeface="宋体" panose="02010600030101010101" pitchFamily="2" charset="-122"/>
              </a:rPr>
              <a:t>设备</a:t>
            </a:r>
            <a:r>
              <a:rPr lang="zh-CN" altLang="x-none" sz="1800" b="1">
                <a:solidFill>
                  <a:srgbClr val="FFFFFF"/>
                </a:solidFill>
                <a:latin typeface="Times New Roman" panose="02020603050405020304" pitchFamily="18" charset="0"/>
                <a:cs typeface="Times New Roman" panose="02020603050405020304" pitchFamily="18" charset="0"/>
              </a:rPr>
              <a:t>2</a:t>
            </a:r>
            <a:endParaRPr lang="zh-CN" altLang="x-none" sz="1800">
              <a:latin typeface="Times New Roman" panose="02020603050405020304" pitchFamily="18" charset="0"/>
              <a:ea typeface="Times New Roman" panose="02020603050405020304" pitchFamily="18" charset="0"/>
            </a:endParaRPr>
          </a:p>
        </p:txBody>
      </p:sp>
      <p:sp>
        <p:nvSpPr>
          <p:cNvPr id="65" name="object 41"/>
          <p:cNvSpPr txBox="1"/>
          <p:nvPr/>
        </p:nvSpPr>
        <p:spPr>
          <a:xfrm>
            <a:off x="2386013" y="3238500"/>
            <a:ext cx="1150938" cy="288925"/>
          </a:xfrm>
          <a:prstGeom prst="rect">
            <a:avLst/>
          </a:prstGeom>
          <a:solidFill>
            <a:srgbClr val="0066FF"/>
          </a:solidFill>
          <a:ln w="19049">
            <a:solidFill>
              <a:srgbClr val="000000"/>
            </a:solidFill>
          </a:ln>
        </p:spPr>
        <p:txBody>
          <a:bodyPr lIns="0" tIns="0" rIns="0" bIns="0">
            <a:spAutoFit/>
          </a:bodyPr>
          <a:lstStyle/>
          <a:p>
            <a:pPr marL="273050">
              <a:buNone/>
            </a:pPr>
            <a:r>
              <a:rPr lang="zh-CN" altLang="x-none" sz="1800" b="1">
                <a:solidFill>
                  <a:srgbClr val="FFFFFF"/>
                </a:solidFill>
                <a:latin typeface="宋体" panose="02010600030101010101" pitchFamily="2" charset="-122"/>
                <a:ea typeface="宋体" panose="02010600030101010101" pitchFamily="2" charset="-122"/>
              </a:rPr>
              <a:t>设备</a:t>
            </a:r>
            <a:r>
              <a:rPr lang="zh-CN" altLang="x-none" sz="1800" b="1">
                <a:solidFill>
                  <a:srgbClr val="FFFFFF"/>
                </a:solidFill>
                <a:latin typeface="Times New Roman" panose="02020603050405020304" pitchFamily="18" charset="0"/>
                <a:cs typeface="Times New Roman" panose="02020603050405020304" pitchFamily="18" charset="0"/>
              </a:rPr>
              <a:t>n</a:t>
            </a:r>
            <a:endParaRPr lang="zh-CN" altLang="x-none" sz="1800">
              <a:latin typeface="Times New Roman" panose="02020603050405020304" pitchFamily="18" charset="0"/>
              <a:ea typeface="Times New Roman" panose="02020603050405020304" pitchFamily="18" charset="0"/>
            </a:endParaRPr>
          </a:p>
        </p:txBody>
      </p:sp>
      <p:sp>
        <p:nvSpPr>
          <p:cNvPr id="41999" name="object 42"/>
          <p:cNvSpPr/>
          <p:nvPr/>
        </p:nvSpPr>
        <p:spPr>
          <a:xfrm>
            <a:off x="1841500" y="2690813"/>
            <a:ext cx="546100" cy="692150"/>
          </a:xfrm>
          <a:custGeom>
            <a:avLst/>
            <a:gdLst/>
            <a:ahLst/>
            <a:cxnLst>
              <a:cxn ang="0">
                <a:pos x="85258" y="39140"/>
              </a:cxn>
              <a:cxn ang="0">
                <a:pos x="58040" y="2247"/>
              </a:cxn>
              <a:cxn ang="0">
                <a:pos x="47114" y="0"/>
              </a:cxn>
              <a:cxn ang="0">
                <a:pos x="35425" y="986"/>
              </a:cxn>
              <a:cxn ang="0">
                <a:pos x="662" y="35245"/>
              </a:cxn>
              <a:cxn ang="0">
                <a:pos x="0" y="47513"/>
              </a:cxn>
              <a:cxn ang="0">
                <a:pos x="2636" y="59684"/>
              </a:cxn>
              <a:cxn ang="0">
                <a:pos x="31566" y="85726"/>
              </a:cxn>
              <a:cxn ang="0">
                <a:pos x="31566" y="52835"/>
              </a:cxn>
              <a:cxn ang="0">
                <a:pos x="53664" y="34639"/>
              </a:cxn>
              <a:cxn ang="0">
                <a:pos x="78431" y="67625"/>
              </a:cxn>
              <a:cxn ang="0">
                <a:pos x="81311" y="63192"/>
              </a:cxn>
              <a:cxn ang="0">
                <a:pos x="84899" y="51461"/>
              </a:cxn>
              <a:cxn ang="0">
                <a:pos x="85258" y="39140"/>
              </a:cxn>
              <a:cxn ang="0">
                <a:pos x="78431" y="67625"/>
              </a:cxn>
              <a:cxn ang="0">
                <a:pos x="53664" y="34639"/>
              </a:cxn>
              <a:cxn ang="0">
                <a:pos x="31566" y="52835"/>
              </a:cxn>
              <a:cxn ang="0">
                <a:pos x="55250" y="84379"/>
              </a:cxn>
              <a:cxn ang="0">
                <a:pos x="62655" y="81652"/>
              </a:cxn>
              <a:cxn ang="0">
                <a:pos x="74562" y="73578"/>
              </a:cxn>
              <a:cxn ang="0">
                <a:pos x="78431" y="67625"/>
              </a:cxn>
              <a:cxn ang="0">
                <a:pos x="55250" y="84379"/>
              </a:cxn>
              <a:cxn ang="0">
                <a:pos x="31566" y="52835"/>
              </a:cxn>
              <a:cxn ang="0">
                <a:pos x="31566" y="85726"/>
              </a:cxn>
              <a:cxn ang="0">
                <a:pos x="38881" y="87128"/>
              </a:cxn>
              <a:cxn ang="0">
                <a:pos x="50619" y="86087"/>
              </a:cxn>
              <a:cxn ang="0">
                <a:pos x="55250" y="84379"/>
              </a:cxn>
              <a:cxn ang="0">
                <a:pos x="123768" y="128007"/>
              </a:cxn>
              <a:cxn ang="0">
                <a:pos x="78431" y="67625"/>
              </a:cxn>
              <a:cxn ang="0">
                <a:pos x="74562" y="73578"/>
              </a:cxn>
              <a:cxn ang="0">
                <a:pos x="62655" y="81652"/>
              </a:cxn>
              <a:cxn ang="0">
                <a:pos x="55250" y="84379"/>
              </a:cxn>
              <a:cxn ang="0">
                <a:pos x="101670" y="146206"/>
              </a:cxn>
              <a:cxn ang="0">
                <a:pos x="123768" y="128007"/>
              </a:cxn>
              <a:cxn ang="0">
                <a:pos x="246450" y="292591"/>
              </a:cxn>
              <a:cxn ang="0">
                <a:pos x="176346" y="198430"/>
              </a:cxn>
              <a:cxn ang="0">
                <a:pos x="154248" y="216630"/>
              </a:cxn>
              <a:cxn ang="0">
                <a:pos x="224352" y="310791"/>
              </a:cxn>
              <a:cxn ang="0">
                <a:pos x="246450" y="292591"/>
              </a:cxn>
              <a:cxn ang="0">
                <a:pos x="369132" y="456383"/>
              </a:cxn>
              <a:cxn ang="0">
                <a:pos x="299028" y="363014"/>
              </a:cxn>
              <a:cxn ang="0">
                <a:pos x="276168" y="381213"/>
              </a:cxn>
              <a:cxn ang="0">
                <a:pos x="346272" y="474582"/>
              </a:cxn>
              <a:cxn ang="0">
                <a:pos x="369132" y="456383"/>
              </a:cxn>
              <a:cxn ang="0">
                <a:pos x="491814" y="620969"/>
              </a:cxn>
              <a:cxn ang="0">
                <a:pos x="421710" y="526807"/>
              </a:cxn>
              <a:cxn ang="0">
                <a:pos x="398850" y="545005"/>
              </a:cxn>
              <a:cxn ang="0">
                <a:pos x="468954" y="639166"/>
              </a:cxn>
              <a:cxn ang="0">
                <a:pos x="491814" y="620969"/>
              </a:cxn>
              <a:cxn ang="0">
                <a:pos x="545916" y="717501"/>
              </a:cxn>
              <a:cxn ang="0">
                <a:pos x="527628" y="620175"/>
              </a:cxn>
              <a:cxn ang="0">
                <a:pos x="459810" y="674774"/>
              </a:cxn>
              <a:cxn ang="0">
                <a:pos x="545916" y="717501"/>
              </a:cxn>
            </a:cxnLst>
            <a:rect l="0" t="0" r="0" b="0"/>
            <a:pathLst>
              <a:path w="546100" h="691514">
                <a:moveTo>
                  <a:pt x="85258" y="37690"/>
                </a:moveTo>
                <a:lnTo>
                  <a:pt x="58040" y="2165"/>
                </a:lnTo>
                <a:lnTo>
                  <a:pt x="47114" y="0"/>
                </a:lnTo>
                <a:lnTo>
                  <a:pt x="35425" y="945"/>
                </a:lnTo>
                <a:lnTo>
                  <a:pt x="662" y="33943"/>
                </a:lnTo>
                <a:lnTo>
                  <a:pt x="0" y="45757"/>
                </a:lnTo>
                <a:lnTo>
                  <a:pt x="2636" y="57477"/>
                </a:lnTo>
                <a:lnTo>
                  <a:pt x="31566" y="82556"/>
                </a:lnTo>
                <a:lnTo>
                  <a:pt x="31566" y="50882"/>
                </a:lnTo>
                <a:lnTo>
                  <a:pt x="53664" y="33356"/>
                </a:lnTo>
                <a:lnTo>
                  <a:pt x="78431" y="65123"/>
                </a:lnTo>
                <a:lnTo>
                  <a:pt x="81311" y="60855"/>
                </a:lnTo>
                <a:lnTo>
                  <a:pt x="84899" y="49556"/>
                </a:lnTo>
                <a:lnTo>
                  <a:pt x="85258" y="37690"/>
                </a:lnTo>
                <a:close/>
              </a:path>
              <a:path w="546100" h="691514">
                <a:moveTo>
                  <a:pt x="78431" y="65123"/>
                </a:moveTo>
                <a:lnTo>
                  <a:pt x="53664" y="33356"/>
                </a:lnTo>
                <a:lnTo>
                  <a:pt x="31566" y="50882"/>
                </a:lnTo>
                <a:lnTo>
                  <a:pt x="55250" y="81259"/>
                </a:lnTo>
                <a:lnTo>
                  <a:pt x="62655" y="78631"/>
                </a:lnTo>
                <a:lnTo>
                  <a:pt x="74562" y="70858"/>
                </a:lnTo>
                <a:lnTo>
                  <a:pt x="78431" y="65123"/>
                </a:lnTo>
                <a:close/>
              </a:path>
              <a:path w="546100" h="691514">
                <a:moveTo>
                  <a:pt x="55250" y="81259"/>
                </a:moveTo>
                <a:lnTo>
                  <a:pt x="31566" y="50882"/>
                </a:lnTo>
                <a:lnTo>
                  <a:pt x="31566" y="82556"/>
                </a:lnTo>
                <a:lnTo>
                  <a:pt x="38881" y="83905"/>
                </a:lnTo>
                <a:lnTo>
                  <a:pt x="50619" y="82902"/>
                </a:lnTo>
                <a:lnTo>
                  <a:pt x="55250" y="81259"/>
                </a:lnTo>
                <a:close/>
              </a:path>
              <a:path w="546100" h="691514">
                <a:moveTo>
                  <a:pt x="123768" y="123272"/>
                </a:moveTo>
                <a:lnTo>
                  <a:pt x="78431" y="65123"/>
                </a:lnTo>
                <a:lnTo>
                  <a:pt x="74562" y="70858"/>
                </a:lnTo>
                <a:lnTo>
                  <a:pt x="62655" y="78631"/>
                </a:lnTo>
                <a:lnTo>
                  <a:pt x="55250" y="81259"/>
                </a:lnTo>
                <a:lnTo>
                  <a:pt x="101670" y="140798"/>
                </a:lnTo>
                <a:lnTo>
                  <a:pt x="123768" y="123272"/>
                </a:lnTo>
                <a:close/>
              </a:path>
              <a:path w="546100" h="691514">
                <a:moveTo>
                  <a:pt x="246450" y="281768"/>
                </a:moveTo>
                <a:lnTo>
                  <a:pt x="176346" y="191090"/>
                </a:lnTo>
                <a:lnTo>
                  <a:pt x="154248" y="208616"/>
                </a:lnTo>
                <a:lnTo>
                  <a:pt x="224352" y="299294"/>
                </a:lnTo>
                <a:lnTo>
                  <a:pt x="246450" y="281768"/>
                </a:lnTo>
                <a:close/>
              </a:path>
              <a:path w="546100" h="691514">
                <a:moveTo>
                  <a:pt x="369132" y="439502"/>
                </a:moveTo>
                <a:lnTo>
                  <a:pt x="299028" y="349586"/>
                </a:lnTo>
                <a:lnTo>
                  <a:pt x="276168" y="367112"/>
                </a:lnTo>
                <a:lnTo>
                  <a:pt x="346272" y="457028"/>
                </a:lnTo>
                <a:lnTo>
                  <a:pt x="369132" y="439502"/>
                </a:lnTo>
                <a:close/>
              </a:path>
              <a:path w="546100" h="691514">
                <a:moveTo>
                  <a:pt x="491814" y="597998"/>
                </a:moveTo>
                <a:lnTo>
                  <a:pt x="421710" y="507320"/>
                </a:lnTo>
                <a:lnTo>
                  <a:pt x="398850" y="524846"/>
                </a:lnTo>
                <a:lnTo>
                  <a:pt x="468954" y="615524"/>
                </a:lnTo>
                <a:lnTo>
                  <a:pt x="491814" y="597998"/>
                </a:lnTo>
                <a:close/>
              </a:path>
              <a:path w="546100" h="691514">
                <a:moveTo>
                  <a:pt x="545916" y="690962"/>
                </a:moveTo>
                <a:lnTo>
                  <a:pt x="527628" y="597236"/>
                </a:lnTo>
                <a:lnTo>
                  <a:pt x="459810" y="649814"/>
                </a:lnTo>
                <a:lnTo>
                  <a:pt x="545916" y="690962"/>
                </a:lnTo>
                <a:close/>
              </a:path>
            </a:pathLst>
          </a:custGeom>
          <a:solidFill>
            <a:srgbClr val="FF3300">
              <a:alpha val="100000"/>
            </a:srgbClr>
          </a:solidFill>
          <a:ln w="9525">
            <a:noFill/>
          </a:ln>
        </p:spPr>
        <p:txBody>
          <a:bodyPr/>
          <a:lstStyle/>
          <a:p>
            <a:endParaRPr lang="zh-CN" altLang="en-US"/>
          </a:p>
        </p:txBody>
      </p:sp>
      <p:sp>
        <p:nvSpPr>
          <p:cNvPr id="42000" name="object 43"/>
          <p:cNvSpPr txBox="1"/>
          <p:nvPr/>
        </p:nvSpPr>
        <p:spPr>
          <a:xfrm>
            <a:off x="3906838" y="2524125"/>
            <a:ext cx="1803400" cy="584200"/>
          </a:xfrm>
          <a:prstGeom prst="rect">
            <a:avLst/>
          </a:prstGeom>
          <a:noFill/>
          <a:ln w="9525">
            <a:noFill/>
          </a:ln>
        </p:spPr>
        <p:txBody>
          <a:bodyPr lIns="0" tIns="0" rIns="0" bIns="0">
            <a:spAutoFit/>
          </a:bodyPr>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12700" lvl="0" indent="0">
              <a:spcBef>
                <a:spcPct val="0"/>
              </a:spcBef>
              <a:buClrTx/>
              <a:buFontTx/>
              <a:buNone/>
            </a:pPr>
            <a:r>
              <a:rPr lang="zh-CN" altLang="zh-CN" sz="2000">
                <a:latin typeface="宋体" panose="02010600030101010101" pitchFamily="2" charset="-122"/>
                <a:ea typeface="宋体" panose="02010600030101010101" pitchFamily="2" charset="-122"/>
              </a:rPr>
              <a:t>高速设备，一次 传输一组数据</a:t>
            </a:r>
            <a:endParaRPr lang="zh-CN" altLang="zh-CN" sz="2000" b="0">
              <a:latin typeface="宋体" panose="02010600030101010101" pitchFamily="2" charset="-122"/>
              <a:ea typeface="宋体" panose="02010600030101010101" pitchFamily="2" charset="-122"/>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09" name="灯片编号占位符 3"/>
          <p:cNvSpPr txBox="1">
            <a:spLocks noGrp="1"/>
          </p:cNvSpPr>
          <p:nvPr>
            <p:ph type="sldNum" sz="quarter" idx="12"/>
          </p:nvPr>
        </p:nvSpPr>
        <p:spPr>
          <a:xfrm>
            <a:off x="431800" y="6229350"/>
            <a:ext cx="2311400" cy="457200"/>
          </a:xfrm>
        </p:spPr>
        <p:txBody>
          <a:bodyPr anchor="b" anchorCtr="0"/>
          <a:lstStyle/>
          <a:p>
            <a:pPr marL="0" indent="0">
              <a:spcBef>
                <a:spcPct val="50000"/>
              </a:spcBef>
              <a:buClrTx/>
              <a:buFontTx/>
              <a:buNone/>
            </a:pPr>
            <a:r>
              <a:rPr lang="zh-CN" altLang="en-US" sz="1200" b="0">
                <a:solidFill>
                  <a:srgbClr val="3366CC"/>
                </a:solidFill>
                <a:ea typeface="宋体" panose="02010600030101010101" pitchFamily="2" charset="-122"/>
              </a:rPr>
              <a:t>第</a:t>
            </a:r>
            <a:fld id="{9A0DB2DC-4C9A-4742-B13C-FB6460FD3503}" type="slidenum">
              <a:rPr lang="zh-TW" altLang="en-US" sz="1200" b="0">
                <a:solidFill>
                  <a:srgbClr val="3366CC"/>
                </a:solidFill>
                <a:ea typeface="PMingLiU" pitchFamily="18" charset="-120"/>
              </a:rPr>
              <a:t>27</a:t>
            </a:fld>
            <a:r>
              <a:rPr lang="zh-CN" altLang="en-US" sz="1200" b="0">
                <a:solidFill>
                  <a:srgbClr val="3366CC"/>
                </a:solidFill>
                <a:ea typeface="宋体" panose="02010600030101010101" pitchFamily="2" charset="-122"/>
              </a:rPr>
              <a:t>页</a:t>
            </a:r>
            <a:endParaRPr lang="zh-TW" altLang="en-US" sz="1200" b="0">
              <a:solidFill>
                <a:srgbClr val="3366CC"/>
              </a:solidFill>
              <a:ea typeface="宋体" panose="02010600030101010101" pitchFamily="2" charset="-122"/>
            </a:endParaRPr>
          </a:p>
        </p:txBody>
      </p:sp>
      <p:sp>
        <p:nvSpPr>
          <p:cNvPr id="43010" name="Rectangle 2"/>
          <p:cNvSpPr>
            <a:spLocks noGrp="1"/>
          </p:cNvSpPr>
          <p:nvPr>
            <p:ph type="title"/>
          </p:nvPr>
        </p:nvSpPr>
        <p:spPr/>
        <p:txBody>
          <a:bodyPr vert="horz" wrap="square" lIns="91440" tIns="45720" rIns="91440" bIns="45720" anchor="b" anchorCtr="0"/>
          <a:lstStyle/>
          <a:p>
            <a:pPr eaLnBrk="1" hangingPunct="1"/>
            <a:r>
              <a:rPr lang="en-US" altLang="zh-CN"/>
              <a:t>7.3</a:t>
            </a:r>
            <a:r>
              <a:rPr lang="zh-CN" altLang="en-US"/>
              <a:t> 通道</a:t>
            </a:r>
          </a:p>
        </p:txBody>
      </p:sp>
      <p:sp>
        <p:nvSpPr>
          <p:cNvPr id="43011" name="object 8"/>
          <p:cNvSpPr/>
          <p:nvPr/>
        </p:nvSpPr>
        <p:spPr>
          <a:xfrm>
            <a:off x="204788" y="5910263"/>
            <a:ext cx="12700" cy="0"/>
          </a:xfrm>
          <a:custGeom>
            <a:avLst/>
            <a:gdLst/>
            <a:ahLst/>
            <a:cxnLst>
              <a:cxn ang="0">
                <a:pos x="0" y="0"/>
              </a:cxn>
              <a:cxn ang="0">
                <a:pos x="12191" y="0"/>
              </a:cxn>
            </a:cxnLst>
            <a:rect l="0" t="0" r="0" b="0"/>
            <a:pathLst>
              <a:path w="12700">
                <a:moveTo>
                  <a:pt x="0" y="0"/>
                </a:moveTo>
                <a:lnTo>
                  <a:pt x="12191" y="0"/>
                </a:lnTo>
              </a:path>
            </a:pathLst>
          </a:custGeom>
          <a:noFill/>
          <a:ln w="12191" cap="flat" cmpd="sng">
            <a:solidFill>
              <a:srgbClr val="000000">
                <a:alpha val="100000"/>
              </a:srgbClr>
            </a:solidFill>
            <a:prstDash val="solid"/>
            <a:round/>
            <a:headEnd type="none" w="med" len="med"/>
            <a:tailEnd type="none" w="med" len="med"/>
          </a:ln>
        </p:spPr>
        <p:txBody>
          <a:bodyPr/>
          <a:lstStyle/>
          <a:p>
            <a:endParaRPr lang="zh-CN" altLang="en-US"/>
          </a:p>
        </p:txBody>
      </p:sp>
      <p:sp>
        <p:nvSpPr>
          <p:cNvPr id="43012" name="object 10"/>
          <p:cNvSpPr/>
          <p:nvPr/>
        </p:nvSpPr>
        <p:spPr>
          <a:xfrm>
            <a:off x="204788" y="6056313"/>
            <a:ext cx="12700" cy="0"/>
          </a:xfrm>
          <a:custGeom>
            <a:avLst/>
            <a:gdLst/>
            <a:ahLst/>
            <a:cxnLst>
              <a:cxn ang="0">
                <a:pos x="0" y="0"/>
              </a:cxn>
              <a:cxn ang="0">
                <a:pos x="12191" y="0"/>
              </a:cxn>
            </a:cxnLst>
            <a:rect l="0" t="0" r="0" b="0"/>
            <a:pathLst>
              <a:path w="12700">
                <a:moveTo>
                  <a:pt x="0" y="0"/>
                </a:moveTo>
                <a:lnTo>
                  <a:pt x="12191" y="0"/>
                </a:lnTo>
              </a:path>
            </a:pathLst>
          </a:custGeom>
          <a:noFill/>
          <a:ln w="12191" cap="flat" cmpd="sng">
            <a:solidFill>
              <a:srgbClr val="000000">
                <a:alpha val="100000"/>
              </a:srgbClr>
            </a:solidFill>
            <a:prstDash val="solid"/>
            <a:round/>
            <a:headEnd type="none" w="med" len="med"/>
            <a:tailEnd type="none" w="med" len="med"/>
          </a:ln>
        </p:spPr>
        <p:txBody>
          <a:bodyPr/>
          <a:lstStyle/>
          <a:p>
            <a:endParaRPr lang="zh-CN" altLang="en-US"/>
          </a:p>
        </p:txBody>
      </p:sp>
      <p:sp>
        <p:nvSpPr>
          <p:cNvPr id="68613" name="object 28"/>
          <p:cNvSpPr txBox="1">
            <a:spLocks noChangeArrowheads="1"/>
          </p:cNvSpPr>
          <p:nvPr/>
        </p:nvSpPr>
        <p:spPr bwMode="auto">
          <a:xfrm>
            <a:off x="395288" y="1522413"/>
            <a:ext cx="8010525" cy="393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189230" lvl="0" indent="-177800">
              <a:lnSpc>
                <a:spcPct val="118000"/>
              </a:lnSpc>
              <a:spcBef>
                <a:spcPct val="0"/>
              </a:spcBef>
              <a:buClrTx/>
              <a:buFontTx/>
              <a:buNone/>
            </a:pPr>
            <a:r>
              <a:rPr lang="zh-CN" altLang="zh-CN" sz="2400" b="0">
                <a:latin typeface="黑体" panose="02010609060101010101" pitchFamily="49" charset="-122"/>
              </a:rPr>
              <a:t>数组多路通道（</a:t>
            </a:r>
            <a:r>
              <a:rPr lang="zh-CN" altLang="zh-CN" sz="2400" b="0"/>
              <a:t>Block Multiplexor Channel</a:t>
            </a:r>
            <a:r>
              <a:rPr lang="zh-CN" altLang="zh-CN" sz="2400" b="0">
                <a:latin typeface="黑体" panose="02010609060101010101" pitchFamily="49" charset="-122"/>
              </a:rPr>
              <a:t>）</a:t>
            </a:r>
          </a:p>
        </p:txBody>
      </p:sp>
      <p:sp>
        <p:nvSpPr>
          <p:cNvPr id="68614" name="矩形 1"/>
          <p:cNvSpPr>
            <a:spLocks noChangeArrowheads="1"/>
          </p:cNvSpPr>
          <p:nvPr/>
        </p:nvSpPr>
        <p:spPr bwMode="auto">
          <a:xfrm>
            <a:off x="-612775" y="1916113"/>
            <a:ext cx="9756775" cy="1865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914400" lvl="2" indent="0">
              <a:lnSpc>
                <a:spcPct val="120000"/>
              </a:lnSpc>
              <a:spcBef>
                <a:spcPct val="0"/>
              </a:spcBef>
              <a:buClr>
                <a:srgbClr val="33CCFF"/>
              </a:buClr>
              <a:buNone/>
            </a:pPr>
            <a:r>
              <a:rPr lang="zh-CN" altLang="en-US" sz="2400" b="0" dirty="0">
                <a:latin typeface="黑体" panose="02010609060101010101" pitchFamily="49" charset="-122"/>
              </a:rPr>
              <a:t>将数组选择通道传输速率高和字节多路通道分时并行操作的优点相结合而形成的一种新通道。其数据传送是按数组方式。</a:t>
            </a:r>
          </a:p>
          <a:p>
            <a:pPr marL="914400" lvl="2" indent="0">
              <a:lnSpc>
                <a:spcPct val="120000"/>
              </a:lnSpc>
              <a:spcBef>
                <a:spcPct val="0"/>
              </a:spcBef>
              <a:buClr>
                <a:srgbClr val="33CCFF"/>
              </a:buClr>
              <a:buNone/>
            </a:pPr>
            <a:r>
              <a:rPr lang="zh-CN" altLang="en-US" sz="2400" b="0" dirty="0">
                <a:latin typeface="黑体" panose="02010609060101010101" pitchFamily="49" charset="-122"/>
              </a:rPr>
              <a:t>兼具分时并行和高传输速率的优点，因而这种通道既具有很高的数据传输速率，又能获得令人满意的通道利用率。</a:t>
            </a:r>
          </a:p>
        </p:txBody>
      </p:sp>
      <p:pic>
        <p:nvPicPr>
          <p:cNvPr id="43015" name="图片 1"/>
          <p:cNvPicPr>
            <a:picLocks noChangeAspect="1"/>
          </p:cNvPicPr>
          <p:nvPr/>
        </p:nvPicPr>
        <p:blipFill>
          <a:blip r:embed="rId2"/>
          <a:stretch>
            <a:fillRect/>
          </a:stretch>
        </p:blipFill>
        <p:spPr>
          <a:xfrm>
            <a:off x="1587500" y="3735090"/>
            <a:ext cx="5003800" cy="2862262"/>
          </a:xfrm>
          <a:prstGeom prst="rect">
            <a:avLst/>
          </a:prstGeom>
          <a:noFill/>
          <a:ln w="9525">
            <a:noFill/>
          </a:ln>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3" name="灯片编号占位符 3"/>
          <p:cNvSpPr txBox="1">
            <a:spLocks noGrp="1"/>
          </p:cNvSpPr>
          <p:nvPr>
            <p:ph type="sldNum" sz="quarter" idx="12"/>
          </p:nvPr>
        </p:nvSpPr>
        <p:spPr>
          <a:xfrm>
            <a:off x="431800" y="6229350"/>
            <a:ext cx="2311400" cy="457200"/>
          </a:xfrm>
        </p:spPr>
        <p:txBody>
          <a:bodyPr anchor="b" anchorCtr="0"/>
          <a:lstStyle/>
          <a:p>
            <a:pPr marL="0" indent="0">
              <a:spcBef>
                <a:spcPct val="50000"/>
              </a:spcBef>
              <a:buClrTx/>
              <a:buFontTx/>
              <a:buNone/>
            </a:pPr>
            <a:r>
              <a:rPr lang="zh-CN" altLang="en-US" sz="1200" b="0">
                <a:solidFill>
                  <a:srgbClr val="3366CC"/>
                </a:solidFill>
                <a:ea typeface="宋体" panose="02010600030101010101" pitchFamily="2" charset="-122"/>
              </a:rPr>
              <a:t>第</a:t>
            </a:r>
            <a:fld id="{9A0DB2DC-4C9A-4742-B13C-FB6460FD3503}" type="slidenum">
              <a:rPr lang="zh-TW" altLang="en-US" sz="1200" b="0">
                <a:solidFill>
                  <a:srgbClr val="3366CC"/>
                </a:solidFill>
                <a:ea typeface="PMingLiU" pitchFamily="18" charset="-120"/>
              </a:rPr>
              <a:t>28</a:t>
            </a:fld>
            <a:r>
              <a:rPr lang="zh-CN" altLang="en-US" sz="1200" b="0">
                <a:solidFill>
                  <a:srgbClr val="3366CC"/>
                </a:solidFill>
                <a:ea typeface="宋体" panose="02010600030101010101" pitchFamily="2" charset="-122"/>
              </a:rPr>
              <a:t>页</a:t>
            </a:r>
            <a:endParaRPr lang="zh-TW" altLang="en-US" sz="1200" b="0">
              <a:solidFill>
                <a:srgbClr val="3366CC"/>
              </a:solidFill>
              <a:ea typeface="宋体" panose="02010600030101010101" pitchFamily="2" charset="-122"/>
            </a:endParaRPr>
          </a:p>
        </p:txBody>
      </p:sp>
      <p:sp>
        <p:nvSpPr>
          <p:cNvPr id="44034" name="Rectangle 2"/>
          <p:cNvSpPr>
            <a:spLocks noGrp="1"/>
          </p:cNvSpPr>
          <p:nvPr>
            <p:ph type="title"/>
          </p:nvPr>
        </p:nvSpPr>
        <p:spPr/>
        <p:txBody>
          <a:bodyPr vert="horz" wrap="square" lIns="91440" tIns="45720" rIns="91440" bIns="45720" anchor="b" anchorCtr="0"/>
          <a:lstStyle/>
          <a:p>
            <a:pPr eaLnBrk="1" hangingPunct="1"/>
            <a:r>
              <a:rPr lang="en-US" altLang="zh-CN"/>
              <a:t>7.4</a:t>
            </a:r>
            <a:r>
              <a:rPr lang="zh-CN" altLang="en-US"/>
              <a:t> 设备分配</a:t>
            </a:r>
          </a:p>
        </p:txBody>
      </p:sp>
      <p:sp>
        <p:nvSpPr>
          <p:cNvPr id="73731" name="矩形 1"/>
          <p:cNvSpPr>
            <a:spLocks noChangeArrowheads="1"/>
          </p:cNvSpPr>
          <p:nvPr/>
        </p:nvSpPr>
        <p:spPr bwMode="auto">
          <a:xfrm>
            <a:off x="468313" y="1414463"/>
            <a:ext cx="8675688" cy="4894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0" lvl="0" indent="0">
              <a:spcBef>
                <a:spcPct val="0"/>
              </a:spcBef>
              <a:buClrTx/>
              <a:buFontTx/>
              <a:buNone/>
            </a:pPr>
            <a:r>
              <a:rPr lang="zh-CN" altLang="en-US" sz="2400" b="0">
                <a:latin typeface="黑体" panose="02010609060101010101" pitchFamily="49" charset="-122"/>
              </a:rPr>
              <a:t>设备分配方式</a:t>
            </a:r>
            <a:br>
              <a:rPr lang="zh-CN" altLang="en-US" sz="2400" b="0">
                <a:latin typeface="黑体" panose="02010609060101010101" pitchFamily="49" charset="-122"/>
              </a:rPr>
            </a:br>
            <a:r>
              <a:rPr lang="zh-CN" altLang="en-US" sz="2400" b="0">
                <a:latin typeface="黑体" panose="02010609060101010101" pitchFamily="49" charset="-122"/>
              </a:rPr>
              <a:t> 静态分配</a:t>
            </a:r>
            <a:endParaRPr lang="en-US" altLang="zh-CN" sz="2400" b="0">
              <a:latin typeface="黑体" panose="02010609060101010101" pitchFamily="49" charset="-122"/>
            </a:endParaRPr>
          </a:p>
          <a:p>
            <a:pPr marL="0" lvl="0" indent="0">
              <a:spcBef>
                <a:spcPct val="0"/>
              </a:spcBef>
              <a:buClrTx/>
              <a:buFontTx/>
              <a:buNone/>
            </a:pPr>
            <a:r>
              <a:rPr lang="zh-CN" altLang="en-US" sz="2400" b="0">
                <a:latin typeface="黑体" panose="02010609060101010101" pitchFamily="49" charset="-122"/>
              </a:rPr>
              <a:t>用户作业开始执行前，由系统一次性分配该作业所要求的全部设备、控制器（和通道）。一旦分配后，这些设备、控制器（和通道）就一直为该作业所占用，直到该作业被撤消。</a:t>
            </a:r>
            <a:endParaRPr lang="en-US" altLang="zh-CN" sz="2400" b="0">
              <a:latin typeface="黑体" panose="02010609060101010101" pitchFamily="49" charset="-122"/>
            </a:endParaRPr>
          </a:p>
          <a:p>
            <a:pPr marL="0" lvl="0" indent="0">
              <a:spcBef>
                <a:spcPct val="0"/>
              </a:spcBef>
              <a:buClrTx/>
              <a:buFontTx/>
              <a:buNone/>
            </a:pPr>
            <a:r>
              <a:rPr lang="zh-CN" altLang="en-US" sz="2400" b="0">
                <a:latin typeface="黑体" panose="02010609060101010101" pitchFamily="49" charset="-122"/>
              </a:rPr>
              <a:t>实现简单，能够防止系统发生死锁，但会降低设备利用率。</a:t>
            </a:r>
            <a:br>
              <a:rPr lang="zh-CN" altLang="en-US" sz="2400" b="0">
                <a:latin typeface="黑体" panose="02010609060101010101" pitchFamily="49" charset="-122"/>
              </a:rPr>
            </a:br>
            <a:r>
              <a:rPr lang="zh-CN" altLang="en-US" sz="2400" b="0">
                <a:latin typeface="黑体" panose="02010609060101010101" pitchFamily="49" charset="-122"/>
              </a:rPr>
              <a:t> 动态分配</a:t>
            </a:r>
            <a:endParaRPr lang="en-US" altLang="zh-CN" sz="2400" b="0">
              <a:latin typeface="黑体" panose="02010609060101010101" pitchFamily="49" charset="-122"/>
            </a:endParaRPr>
          </a:p>
          <a:p>
            <a:pPr marL="0" lvl="0" indent="0">
              <a:spcBef>
                <a:spcPct val="0"/>
              </a:spcBef>
              <a:buClrTx/>
              <a:buFontTx/>
              <a:buNone/>
            </a:pPr>
            <a:r>
              <a:rPr lang="zh-CN" altLang="en-US" sz="2400" b="0">
                <a:latin typeface="黑体" panose="02010609060101010101" pitchFamily="49" charset="-122"/>
              </a:rPr>
              <a:t>当进程需要设备时，通过系统调用命令向系统提出设备请求，由系统按照事先规定的策略给进程分配所需要的设备、</a:t>
            </a:r>
            <a:r>
              <a:rPr lang="en-US" altLang="zh-CN" sz="2400" b="0">
                <a:latin typeface="黑体" panose="02010609060101010101" pitchFamily="49" charset="-122"/>
              </a:rPr>
              <a:t>I/O</a:t>
            </a:r>
            <a:r>
              <a:rPr lang="zh-CN" altLang="en-US" sz="2400" b="0">
                <a:latin typeface="黑体" panose="02010609060101010101" pitchFamily="49" charset="-122"/>
              </a:rPr>
              <a:t>控制器，一旦用完之后，便立即释放。</a:t>
            </a:r>
            <a:endParaRPr lang="en-US" altLang="zh-CN" sz="2400" b="0">
              <a:latin typeface="黑体" panose="02010609060101010101" pitchFamily="49" charset="-122"/>
            </a:endParaRPr>
          </a:p>
          <a:p>
            <a:pPr marL="0" lvl="0" indent="0">
              <a:spcBef>
                <a:spcPct val="0"/>
              </a:spcBef>
              <a:buClrTx/>
              <a:buFontTx/>
              <a:buNone/>
            </a:pPr>
            <a:r>
              <a:rPr lang="zh-CN" altLang="en-US" sz="2400" b="0">
                <a:latin typeface="黑体" panose="02010609060101010101" pitchFamily="49" charset="-122"/>
              </a:rPr>
              <a:t>有利于提高设备的利用率，但如果分配算法使用不当，则有可能造成进程死锁。</a:t>
            </a:r>
            <a:br>
              <a:rPr lang="zh-CN" altLang="en-US" sz="2400" b="0">
                <a:latin typeface="黑体" panose="02010609060101010101" pitchFamily="49" charset="-122"/>
              </a:rPr>
            </a:br>
            <a:endParaRPr lang="zh-CN" altLang="en-US" sz="2400" b="0">
              <a:latin typeface="黑体" panose="02010609060101010101" pitchFamily="49" charset="-122"/>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7" name="灯片编号占位符 3"/>
          <p:cNvSpPr txBox="1">
            <a:spLocks noGrp="1"/>
          </p:cNvSpPr>
          <p:nvPr>
            <p:ph type="sldNum" sz="quarter" idx="12"/>
          </p:nvPr>
        </p:nvSpPr>
        <p:spPr>
          <a:xfrm>
            <a:off x="431800" y="6229350"/>
            <a:ext cx="2311400" cy="457200"/>
          </a:xfrm>
        </p:spPr>
        <p:txBody>
          <a:bodyPr anchor="b" anchorCtr="0"/>
          <a:lstStyle/>
          <a:p>
            <a:pPr marL="0" indent="0">
              <a:spcBef>
                <a:spcPct val="50000"/>
              </a:spcBef>
              <a:buClrTx/>
              <a:buFontTx/>
              <a:buNone/>
            </a:pPr>
            <a:r>
              <a:rPr lang="zh-CN" altLang="en-US" sz="1200" b="0">
                <a:solidFill>
                  <a:srgbClr val="3366CC"/>
                </a:solidFill>
                <a:ea typeface="宋体" panose="02010600030101010101" pitchFamily="2" charset="-122"/>
              </a:rPr>
              <a:t>第</a:t>
            </a:r>
            <a:fld id="{9A0DB2DC-4C9A-4742-B13C-FB6460FD3503}" type="slidenum">
              <a:rPr lang="zh-TW" altLang="en-US" sz="1200" b="0">
                <a:solidFill>
                  <a:srgbClr val="3366CC"/>
                </a:solidFill>
                <a:ea typeface="PMingLiU" pitchFamily="18" charset="-120"/>
              </a:rPr>
              <a:t>29</a:t>
            </a:fld>
            <a:r>
              <a:rPr lang="zh-CN" altLang="en-US" sz="1200" b="0">
                <a:solidFill>
                  <a:srgbClr val="3366CC"/>
                </a:solidFill>
                <a:ea typeface="宋体" panose="02010600030101010101" pitchFamily="2" charset="-122"/>
              </a:rPr>
              <a:t>页</a:t>
            </a:r>
            <a:endParaRPr lang="zh-TW" altLang="en-US" sz="1200" b="0">
              <a:solidFill>
                <a:srgbClr val="3366CC"/>
              </a:solidFill>
              <a:ea typeface="宋体" panose="02010600030101010101" pitchFamily="2" charset="-122"/>
            </a:endParaRPr>
          </a:p>
        </p:txBody>
      </p:sp>
      <p:sp>
        <p:nvSpPr>
          <p:cNvPr id="45058" name="Rectangle 2"/>
          <p:cNvSpPr>
            <a:spLocks noGrp="1"/>
          </p:cNvSpPr>
          <p:nvPr>
            <p:ph type="title"/>
          </p:nvPr>
        </p:nvSpPr>
        <p:spPr/>
        <p:txBody>
          <a:bodyPr vert="horz" wrap="square" lIns="91440" tIns="45720" rIns="91440" bIns="45720" anchor="b" anchorCtr="0"/>
          <a:lstStyle/>
          <a:p>
            <a:pPr eaLnBrk="1" hangingPunct="1"/>
            <a:r>
              <a:rPr lang="en-US" altLang="zh-CN"/>
              <a:t>7.4 </a:t>
            </a:r>
            <a:r>
              <a:rPr lang="zh-CN" altLang="en-US"/>
              <a:t>设备分配</a:t>
            </a:r>
          </a:p>
        </p:txBody>
      </p:sp>
      <p:sp>
        <p:nvSpPr>
          <p:cNvPr id="5" name="Rectangle 3"/>
          <p:cNvSpPr txBox="1">
            <a:spLocks noChangeArrowheads="1"/>
          </p:cNvSpPr>
          <p:nvPr/>
        </p:nvSpPr>
        <p:spPr bwMode="auto">
          <a:xfrm>
            <a:off x="-252412" y="1384300"/>
            <a:ext cx="9145588" cy="4997450"/>
          </a:xfrm>
          <a:prstGeom prst="rect">
            <a:avLst/>
          </a:prstGeom>
          <a:noFill/>
          <a:ln w="9525">
            <a:noFill/>
            <a:miter lim="800000"/>
          </a:ln>
          <a:effectLst/>
        </p:spPr>
        <p:txBody>
          <a:bodyPr/>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609600" lvl="0" indent="-609600">
              <a:buClrTx/>
              <a:buNone/>
            </a:pPr>
            <a:r>
              <a:rPr lang="en-US" altLang="zh-CN" sz="2400" b="0">
                <a:latin typeface="黑体" panose="02010609060101010101" pitchFamily="49" charset="-122"/>
              </a:rPr>
              <a:t> </a:t>
            </a:r>
            <a:r>
              <a:rPr lang="zh-CN" altLang="en-US" sz="2400" b="0">
                <a:latin typeface="黑体" panose="02010609060101010101" pitchFamily="49" charset="-122"/>
              </a:rPr>
              <a:t>  </a:t>
            </a:r>
            <a:r>
              <a:rPr lang="en-US" altLang="zh-CN" sz="2400" b="0">
                <a:latin typeface="黑体" panose="02010609060101010101" pitchFamily="49" charset="-122"/>
              </a:rPr>
              <a:t>1</a:t>
            </a:r>
            <a:r>
              <a:rPr lang="zh-CN" altLang="en-US" sz="2400" b="0">
                <a:latin typeface="黑体" panose="02010609060101010101" pitchFamily="49" charset="-122"/>
              </a:rPr>
              <a:t>系统设备表</a:t>
            </a:r>
            <a:r>
              <a:rPr lang="en-US" altLang="zh-CN" sz="2400" b="0">
                <a:latin typeface="黑体" panose="02010609060101010101" pitchFamily="49" charset="-122"/>
              </a:rPr>
              <a:t>(</a:t>
            </a:r>
            <a:r>
              <a:rPr lang="en-US" altLang="zh-CN" sz="2400" b="0"/>
              <a:t>SDT, System Device Table</a:t>
            </a:r>
            <a:r>
              <a:rPr lang="en-US" altLang="zh-CN" sz="2400" b="0">
                <a:latin typeface="黑体" panose="02010609060101010101" pitchFamily="49" charset="-122"/>
              </a:rPr>
              <a:t>)</a:t>
            </a:r>
            <a:r>
              <a:rPr lang="zh-CN" altLang="en-US" sz="2400" b="0">
                <a:latin typeface="黑体" panose="02010609060101010101" pitchFamily="49" charset="-122"/>
              </a:rPr>
              <a:t>：系统内一张，反映系统中设备资源的状态，记录所有设备的状态及其设备控制表的入口。</a:t>
            </a:r>
          </a:p>
          <a:p>
            <a:pPr marL="609600" lvl="0" indent="-609600">
              <a:buClrTx/>
              <a:buNone/>
            </a:pPr>
            <a:r>
              <a:rPr lang="zh-CN" altLang="en-US" sz="2000" b="0">
                <a:effectLst>
                  <a:outerShdw blurRad="38100" dist="38100" dir="2700000">
                    <a:srgbClr val="FFFFFF"/>
                  </a:outerShdw>
                </a:effectLst>
                <a:latin typeface="黑体" panose="02010609060101010101" pitchFamily="49" charset="-122"/>
              </a:rPr>
              <a:t>     </a:t>
            </a:r>
            <a:endParaRPr lang="en-US" altLang="zh-CN" sz="2000" b="0">
              <a:effectLst>
                <a:outerShdw blurRad="38100" dist="38100" dir="2700000">
                  <a:srgbClr val="FFFFFF"/>
                </a:outerShdw>
              </a:effectLst>
              <a:latin typeface="黑体" panose="02010609060101010101" pitchFamily="49" charset="-122"/>
            </a:endParaRPr>
          </a:p>
          <a:p>
            <a:pPr marL="609600" lvl="0" indent="-609600">
              <a:buClrTx/>
              <a:buNone/>
            </a:pPr>
            <a:endParaRPr lang="en-US" altLang="zh-CN" sz="2000" b="0">
              <a:effectLst>
                <a:outerShdw blurRad="38100" dist="38100" dir="2700000">
                  <a:srgbClr val="FFFFFF"/>
                </a:outerShdw>
              </a:effectLst>
              <a:latin typeface="黑体" panose="02010609060101010101" pitchFamily="49" charset="-122"/>
            </a:endParaRPr>
          </a:p>
          <a:p>
            <a:pPr marL="609600" lvl="0" indent="-609600">
              <a:buClrTx/>
              <a:buNone/>
            </a:pPr>
            <a:endParaRPr lang="en-US" altLang="zh-CN" sz="2000" b="0">
              <a:effectLst>
                <a:outerShdw blurRad="38100" dist="38100" dir="2700000">
                  <a:srgbClr val="FFFFFF"/>
                </a:outerShdw>
              </a:effectLst>
              <a:latin typeface="黑体" panose="02010609060101010101" pitchFamily="49" charset="-122"/>
            </a:endParaRPr>
          </a:p>
          <a:p>
            <a:pPr marL="609600" lvl="0" indent="-609600">
              <a:buClrTx/>
              <a:buNone/>
            </a:pPr>
            <a:endParaRPr lang="en-US" altLang="zh-CN" sz="2000" b="0">
              <a:effectLst>
                <a:outerShdw blurRad="38100" dist="38100" dir="2700000">
                  <a:srgbClr val="FFFFFF"/>
                </a:outerShdw>
              </a:effectLst>
              <a:latin typeface="黑体" panose="02010609060101010101" pitchFamily="49" charset="-122"/>
            </a:endParaRPr>
          </a:p>
          <a:p>
            <a:pPr marL="609600" lvl="0" indent="-609600">
              <a:buClrTx/>
              <a:buNone/>
            </a:pPr>
            <a:endParaRPr lang="en-US" altLang="zh-CN" sz="2000" b="0">
              <a:effectLst>
                <a:outerShdw blurRad="38100" dist="38100" dir="2700000">
                  <a:srgbClr val="FFFFFF"/>
                </a:outerShdw>
              </a:effectLst>
              <a:latin typeface="黑体" panose="02010609060101010101" pitchFamily="49" charset="-122"/>
            </a:endParaRPr>
          </a:p>
          <a:p>
            <a:pPr marL="609600" lvl="0" indent="-609600">
              <a:buClrTx/>
              <a:buNone/>
            </a:pPr>
            <a:endParaRPr lang="en-US" altLang="zh-CN" sz="2000" b="0">
              <a:effectLst>
                <a:outerShdw blurRad="38100" dist="38100" dir="2700000">
                  <a:srgbClr val="FFFFFF"/>
                </a:outerShdw>
              </a:effectLst>
              <a:latin typeface="黑体" panose="02010609060101010101" pitchFamily="49" charset="-122"/>
            </a:endParaRPr>
          </a:p>
          <a:p>
            <a:pPr marL="609600" lvl="0" indent="-609600">
              <a:buClrTx/>
              <a:buNone/>
            </a:pPr>
            <a:r>
              <a:rPr lang="en-US" altLang="zh-CN" sz="2000" b="0">
                <a:effectLst>
                  <a:outerShdw blurRad="38100" dist="38100" dir="2700000">
                    <a:srgbClr val="FFFFFF"/>
                  </a:outerShdw>
                </a:effectLst>
                <a:latin typeface="黑体" panose="02010609060101010101" pitchFamily="49" charset="-122"/>
              </a:rPr>
              <a:t>   </a:t>
            </a:r>
            <a:r>
              <a:rPr lang="zh-CN" altLang="en-US" sz="2000" b="0">
                <a:effectLst>
                  <a:outerShdw blurRad="38100" dist="38100" dir="2700000">
                    <a:srgbClr val="FFFFFF"/>
                  </a:outerShdw>
                </a:effectLst>
                <a:latin typeface="黑体" panose="02010609060101010101" pitchFamily="49" charset="-122"/>
              </a:rPr>
              <a:t>  </a:t>
            </a:r>
            <a:r>
              <a:rPr lang="en-US" altLang="zh-CN" sz="2000" b="0">
                <a:effectLst>
                  <a:outerShdw blurRad="38100" dist="38100" dir="2700000">
                    <a:srgbClr val="FFFFFF"/>
                  </a:outerShdw>
                </a:effectLst>
                <a:latin typeface="黑体" panose="02010609060101010101" pitchFamily="49" charset="-122"/>
              </a:rPr>
              <a:t>SDT</a:t>
            </a:r>
            <a:r>
              <a:rPr lang="zh-CN" altLang="en-US" sz="2000" b="0">
                <a:effectLst>
                  <a:outerShdw blurRad="38100" dist="38100" dir="2700000">
                    <a:srgbClr val="FFFFFF"/>
                  </a:outerShdw>
                </a:effectLst>
                <a:latin typeface="黑体" panose="02010609060101010101" pitchFamily="49" charset="-122"/>
              </a:rPr>
              <a:t>表项的主要组成：</a:t>
            </a:r>
          </a:p>
          <a:p>
            <a:pPr marL="990600" lvl="1" indent="-533400">
              <a:buClr>
                <a:srgbClr val="0000CC"/>
              </a:buClr>
              <a:buSzPct val="110000"/>
              <a:buNone/>
            </a:pPr>
            <a:r>
              <a:rPr lang="zh-CN" altLang="en-US" sz="2000" b="0">
                <a:latin typeface="黑体" panose="02010609060101010101" pitchFamily="49" charset="-122"/>
              </a:rPr>
              <a:t> </a:t>
            </a:r>
            <a:r>
              <a:rPr lang="en-US" altLang="zh-CN" sz="2000" b="0">
                <a:latin typeface="黑体" panose="02010609060101010101" pitchFamily="49" charset="-122"/>
              </a:rPr>
              <a:t>DCT</a:t>
            </a:r>
            <a:r>
              <a:rPr lang="zh-CN" altLang="en-US" sz="2000" b="0">
                <a:latin typeface="黑体" panose="02010609060101010101" pitchFamily="49" charset="-122"/>
              </a:rPr>
              <a:t>指针：指向相应设备的</a:t>
            </a:r>
            <a:r>
              <a:rPr lang="en-US" altLang="zh-CN" sz="2000" b="0">
                <a:latin typeface="黑体" panose="02010609060101010101" pitchFamily="49" charset="-122"/>
              </a:rPr>
              <a:t>DCT</a:t>
            </a:r>
            <a:r>
              <a:rPr lang="zh-CN" altLang="en-US" sz="2000" b="0">
                <a:latin typeface="黑体" panose="02010609060101010101" pitchFamily="49" charset="-122"/>
              </a:rPr>
              <a:t>；</a:t>
            </a:r>
          </a:p>
          <a:p>
            <a:pPr marL="990600" lvl="1" indent="-533400">
              <a:buClr>
                <a:srgbClr val="0000CC"/>
              </a:buClr>
              <a:buSzPct val="110000"/>
              <a:buNone/>
            </a:pPr>
            <a:r>
              <a:rPr lang="zh-CN" altLang="en-US" sz="2000" b="0">
                <a:latin typeface="黑体" panose="02010609060101010101" pitchFamily="49" charset="-122"/>
              </a:rPr>
              <a:t> 设备使用进程标识：正在使用该设备的进程标识；</a:t>
            </a:r>
          </a:p>
          <a:p>
            <a:pPr marL="990600" lvl="1" indent="-533400">
              <a:buClr>
                <a:srgbClr val="0000CC"/>
              </a:buClr>
              <a:buSzPct val="110000"/>
              <a:buNone/>
            </a:pPr>
            <a:r>
              <a:rPr lang="zh-CN" altLang="en-US" sz="2000" b="0">
                <a:latin typeface="黑体" panose="02010609060101010101" pitchFamily="49" charset="-122"/>
              </a:rPr>
              <a:t> </a:t>
            </a:r>
            <a:r>
              <a:rPr lang="en-US" altLang="zh-CN" sz="2000" b="0">
                <a:latin typeface="黑体" panose="02010609060101010101" pitchFamily="49" charset="-122"/>
              </a:rPr>
              <a:t>DCT</a:t>
            </a:r>
            <a:r>
              <a:rPr lang="zh-CN" altLang="en-US" sz="2000" b="0">
                <a:latin typeface="黑体" panose="02010609060101010101" pitchFamily="49" charset="-122"/>
              </a:rPr>
              <a:t>信息：为引用方便而保存的</a:t>
            </a:r>
            <a:r>
              <a:rPr lang="en-US" altLang="zh-CN" sz="2000" b="0">
                <a:latin typeface="黑体" panose="02010609060101010101" pitchFamily="49" charset="-122"/>
              </a:rPr>
              <a:t>DCT</a:t>
            </a:r>
            <a:r>
              <a:rPr lang="zh-CN" altLang="en-US" sz="2000" b="0">
                <a:latin typeface="黑体" panose="02010609060101010101" pitchFamily="49" charset="-122"/>
              </a:rPr>
              <a:t>信息，如：设备标识、设备类型等；</a:t>
            </a:r>
          </a:p>
        </p:txBody>
      </p:sp>
      <p:pic>
        <p:nvPicPr>
          <p:cNvPr id="45060" name="图片 1"/>
          <p:cNvPicPr>
            <a:picLocks noChangeAspect="1"/>
          </p:cNvPicPr>
          <p:nvPr/>
        </p:nvPicPr>
        <p:blipFill>
          <a:blip r:embed="rId2"/>
          <a:stretch>
            <a:fillRect/>
          </a:stretch>
        </p:blipFill>
        <p:spPr>
          <a:xfrm>
            <a:off x="3995738" y="2565400"/>
            <a:ext cx="4456112" cy="1985963"/>
          </a:xfrm>
          <a:prstGeom prst="rect">
            <a:avLst/>
          </a:prstGeom>
          <a:noFill/>
          <a:ln w="9525">
            <a:noFill/>
          </a:ln>
        </p:spPr>
      </p:pic>
      <p:pic>
        <p:nvPicPr>
          <p:cNvPr id="45061" name="图片 5"/>
          <p:cNvPicPr>
            <a:picLocks noChangeAspect="1"/>
          </p:cNvPicPr>
          <p:nvPr/>
        </p:nvPicPr>
        <p:blipFill>
          <a:blip r:embed="rId3"/>
          <a:stretch>
            <a:fillRect/>
          </a:stretch>
        </p:blipFill>
        <p:spPr>
          <a:xfrm>
            <a:off x="323850" y="2540000"/>
            <a:ext cx="3230563" cy="1847850"/>
          </a:xfrm>
          <a:prstGeom prst="rect">
            <a:avLst/>
          </a:prstGeom>
          <a:noFill/>
          <a:ln w="9525">
            <a:noFill/>
          </a:ln>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1" name="日期占位符 1"/>
          <p:cNvSpPr txBox="1">
            <a:spLocks noGrp="1"/>
          </p:cNvSpPr>
          <p:nvPr>
            <p:ph type="dt" sz="half" idx="10"/>
          </p:nvPr>
        </p:nvSpPr>
        <p:spPr>
          <a:xfrm>
            <a:off x="34925" y="6553200"/>
            <a:ext cx="685800" cy="381000"/>
          </a:xfrm>
        </p:spPr>
        <p:txBody>
          <a:bodyPr anchor="b" anchorCtr="0"/>
          <a:lstStyle/>
          <a:p>
            <a:pPr marL="0" indent="0" algn="r" eaLnBrk="1" hangingPunct="1">
              <a:spcBef>
                <a:spcPct val="50000"/>
              </a:spcBef>
              <a:buClrTx/>
              <a:buFontTx/>
              <a:buNone/>
            </a:pPr>
            <a:fld id="{BB962C8B-B14F-4D97-AF65-F5344CB8AC3E}" type="datetime1">
              <a:rPr lang="zh-CN" altLang="en-US" sz="1200" b="0">
                <a:solidFill>
                  <a:srgbClr val="3366CC"/>
                </a:solidFill>
                <a:ea typeface="宋体" panose="02010600030101010101" pitchFamily="2" charset="-122"/>
              </a:rPr>
              <a:t>2024/5/23</a:t>
            </a:fld>
            <a:endParaRPr lang="zh-CN" altLang="en-US" sz="1200" b="0">
              <a:solidFill>
                <a:srgbClr val="3366CC"/>
              </a:solidFill>
              <a:ea typeface="宋体" panose="02010600030101010101" pitchFamily="2" charset="-122"/>
            </a:endParaRPr>
          </a:p>
        </p:txBody>
      </p:sp>
      <p:sp>
        <p:nvSpPr>
          <p:cNvPr id="46082" name="灯片编号占位符 3"/>
          <p:cNvSpPr txBox="1">
            <a:spLocks noGrp="1"/>
          </p:cNvSpPr>
          <p:nvPr>
            <p:ph type="sldNum" sz="quarter" idx="12"/>
          </p:nvPr>
        </p:nvSpPr>
        <p:spPr>
          <a:xfrm>
            <a:off x="6553200" y="6635750"/>
            <a:ext cx="1905000" cy="222250"/>
          </a:xfrm>
        </p:spPr>
        <p:txBody>
          <a:bodyPr anchor="b" anchorCtr="0"/>
          <a:lstStyle/>
          <a:p>
            <a:pPr marL="0" indent="0">
              <a:spcBef>
                <a:spcPct val="50000"/>
              </a:spcBef>
              <a:buClrTx/>
              <a:buFontTx/>
              <a:buNone/>
            </a:pPr>
            <a:fld id="{9A0DB2DC-4C9A-4742-B13C-FB6460FD3503}" type="slidenum">
              <a:rPr lang="en-US" altLang="zh-CN" sz="1200" b="0">
                <a:solidFill>
                  <a:srgbClr val="3366CC"/>
                </a:solidFill>
                <a:ea typeface="宋体" panose="02010600030101010101" pitchFamily="2" charset="-122"/>
              </a:rPr>
              <a:t>30</a:t>
            </a:fld>
            <a:endParaRPr lang="en-US" altLang="zh-CN" sz="1200" b="0">
              <a:solidFill>
                <a:srgbClr val="3366CC"/>
              </a:solidFill>
              <a:ea typeface="宋体" panose="02010600030101010101" pitchFamily="2" charset="-122"/>
            </a:endParaRPr>
          </a:p>
        </p:txBody>
      </p:sp>
      <p:sp>
        <p:nvSpPr>
          <p:cNvPr id="63492" name="Text Box 6"/>
          <p:cNvSpPr txBox="1">
            <a:spLocks noChangeArrowheads="1"/>
          </p:cNvSpPr>
          <p:nvPr/>
        </p:nvSpPr>
        <p:spPr bwMode="auto">
          <a:xfrm>
            <a:off x="2916238" y="6021388"/>
            <a:ext cx="1724025" cy="4000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0" lvl="0" indent="0">
              <a:spcBef>
                <a:spcPct val="0"/>
              </a:spcBef>
              <a:buClrTx/>
              <a:buFontTx/>
              <a:buNone/>
            </a:pPr>
            <a:r>
              <a:rPr lang="en-US" altLang="zh-CN" sz="2000" b="0">
                <a:latin typeface="黑体" panose="02010609060101010101" pitchFamily="49" charset="-122"/>
              </a:rPr>
              <a:t> </a:t>
            </a:r>
            <a:r>
              <a:rPr lang="zh-CN" altLang="en-US" sz="2000" b="0">
                <a:latin typeface="黑体" panose="02010609060101010101" pitchFamily="49" charset="-122"/>
              </a:rPr>
              <a:t>设备控制表 </a:t>
            </a:r>
          </a:p>
        </p:txBody>
      </p:sp>
      <p:graphicFrame>
        <p:nvGraphicFramePr>
          <p:cNvPr id="46084" name="Object 7"/>
          <p:cNvGraphicFramePr>
            <a:graphicFrameLocks noChangeAspect="1"/>
          </p:cNvGraphicFramePr>
          <p:nvPr/>
        </p:nvGraphicFramePr>
        <p:xfrm>
          <a:off x="539750" y="3100388"/>
          <a:ext cx="7848600" cy="2955925"/>
        </p:xfrm>
        <a:graphic>
          <a:graphicData uri="http://schemas.openxmlformats.org/presentationml/2006/ole">
            <mc:AlternateContent xmlns:mc="http://schemas.openxmlformats.org/markup-compatibility/2006">
              <mc:Choice xmlns:v="urn:schemas-microsoft-com:vml" Requires="v">
                <p:oleObj spid="_x0000_s9229" r:id="rId3" imgW="3048000" imgH="1156335" progId="Visio.Drawing.11">
                  <p:embed/>
                </p:oleObj>
              </mc:Choice>
              <mc:Fallback>
                <p:oleObj r:id="rId3" imgW="3048000" imgH="1156335" progId="Visio.Drawing.11">
                  <p:embed/>
                  <p:pic>
                    <p:nvPicPr>
                      <p:cNvPr id="0" name="图片 3080"/>
                      <p:cNvPicPr/>
                      <p:nvPr/>
                    </p:nvPicPr>
                    <p:blipFill>
                      <a:blip r:embed="rId4"/>
                      <a:stretch>
                        <a:fillRect/>
                      </a:stretch>
                    </p:blipFill>
                    <p:spPr>
                      <a:xfrm>
                        <a:off x="539750" y="3100388"/>
                        <a:ext cx="7848600" cy="2955925"/>
                      </a:xfrm>
                      <a:prstGeom prst="rect">
                        <a:avLst/>
                      </a:prstGeom>
                      <a:noFill/>
                      <a:ln w="38100">
                        <a:noFill/>
                        <a:miter/>
                      </a:ln>
                    </p:spPr>
                  </p:pic>
                </p:oleObj>
              </mc:Fallback>
            </mc:AlternateContent>
          </a:graphicData>
        </a:graphic>
      </p:graphicFrame>
      <p:sp>
        <p:nvSpPr>
          <p:cNvPr id="46085" name="Rectangle 8"/>
          <p:cNvSpPr/>
          <p:nvPr/>
        </p:nvSpPr>
        <p:spPr>
          <a:xfrm>
            <a:off x="539750" y="1427163"/>
            <a:ext cx="8208963" cy="1436687"/>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0" lvl="0" indent="0">
              <a:lnSpc>
                <a:spcPct val="120000"/>
              </a:lnSpc>
              <a:buClrTx/>
              <a:buFontTx/>
              <a:buNone/>
            </a:pPr>
            <a:r>
              <a:rPr lang="en-US" altLang="zh-CN" sz="2400" b="0">
                <a:latin typeface="黑体" panose="02010609060101010101" pitchFamily="49" charset="-122"/>
              </a:rPr>
              <a:t>2</a:t>
            </a:r>
            <a:r>
              <a:rPr lang="zh-CN" altLang="en-US" sz="2400" b="0">
                <a:latin typeface="黑体" panose="02010609060101010101" pitchFamily="49" charset="-122"/>
              </a:rPr>
              <a:t> 设备控制表</a:t>
            </a:r>
            <a:r>
              <a:rPr lang="en-US" altLang="zh-CN" sz="2400" b="0">
                <a:latin typeface="黑体" panose="02010609060101010101" pitchFamily="49" charset="-122"/>
              </a:rPr>
              <a:t>DCT</a:t>
            </a:r>
          </a:p>
          <a:p>
            <a:pPr marL="0" lvl="0" indent="0">
              <a:lnSpc>
                <a:spcPct val="120000"/>
              </a:lnSpc>
              <a:buClrTx/>
              <a:buFontTx/>
              <a:buNone/>
            </a:pPr>
            <a:r>
              <a:rPr lang="zh-CN" altLang="en-US" sz="2400" b="0">
                <a:latin typeface="黑体" panose="02010609060101010101" pitchFamily="49" charset="-122"/>
              </a:rPr>
              <a:t>系统为每个设备配置一张设备控制表，用于记录设备的特性及</a:t>
            </a:r>
            <a:r>
              <a:rPr lang="en-US" altLang="zh-CN" sz="2400" b="0">
                <a:latin typeface="黑体" panose="02010609060101010101" pitchFamily="49" charset="-122"/>
              </a:rPr>
              <a:t>I/O</a:t>
            </a:r>
            <a:r>
              <a:rPr lang="zh-CN" altLang="en-US" sz="2400" b="0">
                <a:latin typeface="黑体" panose="02010609060101010101" pitchFamily="49" charset="-122"/>
              </a:rPr>
              <a:t>控制器连接的情况。</a:t>
            </a:r>
          </a:p>
        </p:txBody>
      </p:sp>
      <p:sp>
        <p:nvSpPr>
          <p:cNvPr id="63496" name="Text Box 10"/>
          <p:cNvSpPr txBox="1">
            <a:spLocks noChangeArrowheads="1"/>
          </p:cNvSpPr>
          <p:nvPr/>
        </p:nvSpPr>
        <p:spPr bwMode="auto">
          <a:xfrm>
            <a:off x="6443663" y="5070475"/>
            <a:ext cx="20256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0" lvl="0" indent="0">
              <a:spcBef>
                <a:spcPct val="0"/>
              </a:spcBef>
              <a:buClrTx/>
              <a:buFontTx/>
              <a:buNone/>
            </a:pPr>
            <a:r>
              <a:rPr lang="zh-CN" altLang="en-US" sz="1800" b="0">
                <a:solidFill>
                  <a:schemeClr val="accent2"/>
                </a:solidFill>
                <a:latin typeface="黑体" panose="02010609060101010101" pitchFamily="49" charset="-122"/>
              </a:rPr>
              <a:t>发生错误时的重传</a:t>
            </a:r>
          </a:p>
        </p:txBody>
      </p:sp>
      <p:sp>
        <p:nvSpPr>
          <p:cNvPr id="63497" name="Text Box 11"/>
          <p:cNvSpPr txBox="1">
            <a:spLocks noChangeArrowheads="1"/>
          </p:cNvSpPr>
          <p:nvPr/>
        </p:nvSpPr>
        <p:spPr bwMode="auto">
          <a:xfrm>
            <a:off x="6443663" y="4638675"/>
            <a:ext cx="1795463"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0" lvl="0" indent="0">
              <a:spcBef>
                <a:spcPct val="0"/>
              </a:spcBef>
              <a:buClrTx/>
              <a:buFontTx/>
              <a:buNone/>
            </a:pPr>
            <a:r>
              <a:rPr lang="zh-CN" altLang="en-US" sz="1800" b="0">
                <a:solidFill>
                  <a:schemeClr val="accent2"/>
                </a:solidFill>
                <a:latin typeface="黑体" panose="02010609060101010101" pitchFamily="49" charset="-122"/>
              </a:rPr>
              <a:t>可连多个控制器</a:t>
            </a:r>
          </a:p>
        </p:txBody>
      </p:sp>
      <p:sp>
        <p:nvSpPr>
          <p:cNvPr id="11" name="Rectangle 2"/>
          <p:cNvSpPr txBox="1">
            <a:spLocks noChangeArrowheads="1"/>
          </p:cNvSpPr>
          <p:nvPr/>
        </p:nvSpPr>
        <p:spPr>
          <a:xfrm>
            <a:off x="406400" y="630238"/>
            <a:ext cx="8204200" cy="1143000"/>
          </a:xfrm>
          <a:prstGeom prst="rect">
            <a:avLst/>
          </a:prstGeom>
        </p:spPr>
        <p:txBody>
          <a:bodyPr/>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0" lvl="0" indent="0" eaLnBrk="1" hangingPunct="1">
              <a:spcBef>
                <a:spcPct val="0"/>
              </a:spcBef>
              <a:buClrTx/>
              <a:buFontTx/>
              <a:buNone/>
            </a:pPr>
            <a:r>
              <a:rPr lang="en-US" altLang="zh-CN" sz="3600" b="0">
                <a:solidFill>
                  <a:schemeClr val="tx2"/>
                </a:solidFill>
                <a:latin typeface="Arial Black" panose="020B0A04020102020204" pitchFamily="34" charset="0"/>
              </a:rPr>
              <a:t>7.4 </a:t>
            </a:r>
            <a:r>
              <a:rPr lang="zh-CN" altLang="en-US" sz="3600" b="0">
                <a:solidFill>
                  <a:schemeClr val="tx2"/>
                </a:solidFill>
                <a:latin typeface="Arial Black" panose="020B0A04020102020204" pitchFamily="34" charset="0"/>
              </a:rPr>
              <a:t>设备分配</a:t>
            </a:r>
          </a:p>
        </p:txBody>
      </p:sp>
    </p:spTree>
  </p:cSld>
  <p:clrMapOvr>
    <a:masterClrMapping/>
  </p:clrMapOvr>
  <p:transition spd="slow"/>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5" name="灯片编号占位符 3"/>
          <p:cNvSpPr txBox="1">
            <a:spLocks noGrp="1"/>
          </p:cNvSpPr>
          <p:nvPr>
            <p:ph type="sldNum" sz="quarter" idx="12"/>
          </p:nvPr>
        </p:nvSpPr>
        <p:spPr>
          <a:xfrm>
            <a:off x="431800" y="6229350"/>
            <a:ext cx="2311400" cy="457200"/>
          </a:xfrm>
        </p:spPr>
        <p:txBody>
          <a:bodyPr anchor="b" anchorCtr="0"/>
          <a:lstStyle/>
          <a:p>
            <a:pPr marL="0" indent="0">
              <a:spcBef>
                <a:spcPct val="50000"/>
              </a:spcBef>
              <a:buClrTx/>
              <a:buFontTx/>
              <a:buNone/>
            </a:pPr>
            <a:r>
              <a:rPr lang="zh-CN" altLang="en-US" sz="1200" b="0">
                <a:solidFill>
                  <a:srgbClr val="3366CC"/>
                </a:solidFill>
                <a:ea typeface="宋体" panose="02010600030101010101" pitchFamily="2" charset="-122"/>
              </a:rPr>
              <a:t>第</a:t>
            </a:r>
            <a:fld id="{9A0DB2DC-4C9A-4742-B13C-FB6460FD3503}" type="slidenum">
              <a:rPr lang="zh-TW" altLang="en-US" sz="1200" b="0">
                <a:solidFill>
                  <a:srgbClr val="3366CC"/>
                </a:solidFill>
                <a:ea typeface="PMingLiU" pitchFamily="18" charset="-120"/>
              </a:rPr>
              <a:t>31</a:t>
            </a:fld>
            <a:r>
              <a:rPr lang="zh-CN" altLang="en-US" sz="1200" b="0">
                <a:solidFill>
                  <a:srgbClr val="3366CC"/>
                </a:solidFill>
                <a:ea typeface="宋体" panose="02010600030101010101" pitchFamily="2" charset="-122"/>
              </a:rPr>
              <a:t>页</a:t>
            </a:r>
            <a:endParaRPr lang="zh-TW" altLang="en-US" sz="1200" b="0">
              <a:solidFill>
                <a:srgbClr val="3366CC"/>
              </a:solidFill>
              <a:ea typeface="宋体" panose="02010600030101010101" pitchFamily="2" charset="-122"/>
            </a:endParaRPr>
          </a:p>
        </p:txBody>
      </p:sp>
      <p:sp>
        <p:nvSpPr>
          <p:cNvPr id="47106" name="Rectangle 2"/>
          <p:cNvSpPr>
            <a:spLocks noGrp="1"/>
          </p:cNvSpPr>
          <p:nvPr>
            <p:ph type="title"/>
          </p:nvPr>
        </p:nvSpPr>
        <p:spPr/>
        <p:txBody>
          <a:bodyPr vert="horz" wrap="square" lIns="91440" tIns="45720" rIns="91440" bIns="45720" anchor="b" anchorCtr="0"/>
          <a:lstStyle/>
          <a:p>
            <a:pPr eaLnBrk="1" hangingPunct="1"/>
            <a:r>
              <a:rPr lang="en-US" altLang="zh-CN"/>
              <a:t>7.4</a:t>
            </a:r>
            <a:r>
              <a:rPr lang="zh-CN" altLang="en-US"/>
              <a:t> 设备分配</a:t>
            </a:r>
          </a:p>
        </p:txBody>
      </p:sp>
      <p:sp>
        <p:nvSpPr>
          <p:cNvPr id="76803" name="Rectangle 3"/>
          <p:cNvSpPr txBox="1">
            <a:spLocks noChangeArrowheads="1"/>
          </p:cNvSpPr>
          <p:nvPr/>
        </p:nvSpPr>
        <p:spPr bwMode="auto">
          <a:xfrm>
            <a:off x="-180975" y="1412875"/>
            <a:ext cx="9037638" cy="4968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609600" lvl="0" indent="-609600">
              <a:buClrTx/>
              <a:buNone/>
            </a:pPr>
            <a:r>
              <a:rPr lang="en-US" altLang="zh-CN" sz="2400" b="0">
                <a:latin typeface="黑体" panose="02010609060101010101" pitchFamily="49" charset="-122"/>
              </a:rPr>
              <a:t>    3</a:t>
            </a:r>
            <a:r>
              <a:rPr lang="zh-CN" altLang="en-US" sz="2400" b="0">
                <a:latin typeface="黑体" panose="02010609060101010101" pitchFamily="49" charset="-122"/>
              </a:rPr>
              <a:t> 控制器控制表</a:t>
            </a:r>
            <a:r>
              <a:rPr lang="en-US" altLang="zh-CN" sz="2400" b="0">
                <a:latin typeface="黑体" panose="02010609060101010101" pitchFamily="49" charset="-122"/>
              </a:rPr>
              <a:t>(</a:t>
            </a:r>
            <a:r>
              <a:rPr lang="en-US" altLang="zh-CN" sz="2400" b="0"/>
              <a:t>COCT, COntroller Control Table</a:t>
            </a:r>
            <a:r>
              <a:rPr lang="en-US" altLang="zh-CN" sz="2400" b="0">
                <a:latin typeface="黑体" panose="02010609060101010101" pitchFamily="49" charset="-122"/>
              </a:rPr>
              <a:t>)</a:t>
            </a:r>
            <a:r>
              <a:rPr lang="zh-CN" altLang="en-US" sz="2400" b="0">
                <a:latin typeface="黑体" panose="02010609060101010101" pitchFamily="49" charset="-122"/>
              </a:rPr>
              <a:t>：每个设备控制器一张，描述</a:t>
            </a:r>
            <a:r>
              <a:rPr lang="en-US" altLang="zh-CN" sz="2400" b="0">
                <a:latin typeface="黑体" panose="02010609060101010101" pitchFamily="49" charset="-122"/>
              </a:rPr>
              <a:t>I/O</a:t>
            </a:r>
            <a:r>
              <a:rPr lang="zh-CN" altLang="en-US" sz="2400" b="0">
                <a:latin typeface="黑体" panose="02010609060101010101" pitchFamily="49" charset="-122"/>
              </a:rPr>
              <a:t>控制器的配置和状态。如</a:t>
            </a:r>
            <a:r>
              <a:rPr lang="en-US" altLang="zh-CN" sz="2400" b="0">
                <a:latin typeface="黑体" panose="02010609060101010101" pitchFamily="49" charset="-122"/>
              </a:rPr>
              <a:t>DMA</a:t>
            </a:r>
            <a:r>
              <a:rPr lang="zh-CN" altLang="en-US" sz="2400" b="0">
                <a:latin typeface="黑体" panose="02010609060101010101" pitchFamily="49" charset="-122"/>
              </a:rPr>
              <a:t>控制器所占用的中断号、</a:t>
            </a:r>
            <a:r>
              <a:rPr lang="en-US" altLang="zh-CN" sz="2400" b="0">
                <a:latin typeface="黑体" panose="02010609060101010101" pitchFamily="49" charset="-122"/>
              </a:rPr>
              <a:t>DMA</a:t>
            </a:r>
            <a:r>
              <a:rPr lang="zh-CN" altLang="en-US" sz="2400" b="0">
                <a:latin typeface="黑体" panose="02010609060101010101" pitchFamily="49" charset="-122"/>
              </a:rPr>
              <a:t>数据通道的分配。</a:t>
            </a:r>
            <a:endParaRPr lang="en-US" altLang="zh-CN" sz="2400" b="0">
              <a:latin typeface="黑体" panose="02010609060101010101" pitchFamily="49" charset="-122"/>
            </a:endParaRPr>
          </a:p>
          <a:p>
            <a:pPr marL="609600" lvl="0" indent="-609600">
              <a:buClrTx/>
              <a:buNone/>
            </a:pPr>
            <a:endParaRPr lang="zh-CN" altLang="en-US" sz="2400" b="0">
              <a:latin typeface="黑体" panose="02010609060101010101" pitchFamily="49" charset="-122"/>
            </a:endParaRPr>
          </a:p>
          <a:p>
            <a:pPr marL="609600" lvl="0" indent="-609600">
              <a:buClrTx/>
              <a:buNone/>
            </a:pPr>
            <a:endParaRPr lang="en-US" altLang="zh-CN" sz="2400" b="0">
              <a:latin typeface="黑体" panose="02010609060101010101" pitchFamily="49" charset="-122"/>
            </a:endParaRPr>
          </a:p>
        </p:txBody>
      </p:sp>
      <p:pic>
        <p:nvPicPr>
          <p:cNvPr id="47108" name="图片 1"/>
          <p:cNvPicPr>
            <a:picLocks noChangeAspect="1"/>
          </p:cNvPicPr>
          <p:nvPr/>
        </p:nvPicPr>
        <p:blipFill>
          <a:blip r:embed="rId2"/>
          <a:stretch>
            <a:fillRect/>
          </a:stretch>
        </p:blipFill>
        <p:spPr>
          <a:xfrm>
            <a:off x="2124075" y="2947988"/>
            <a:ext cx="3960813" cy="2497137"/>
          </a:xfrm>
          <a:prstGeom prst="rect">
            <a:avLst/>
          </a:prstGeom>
          <a:noFill/>
          <a:ln w="9525">
            <a:noFill/>
          </a:ln>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29" name="灯片编号占位符 3"/>
          <p:cNvSpPr txBox="1">
            <a:spLocks noGrp="1"/>
          </p:cNvSpPr>
          <p:nvPr>
            <p:ph type="sldNum" sz="quarter" idx="12"/>
          </p:nvPr>
        </p:nvSpPr>
        <p:spPr>
          <a:xfrm>
            <a:off x="431800" y="6229350"/>
            <a:ext cx="2311400" cy="457200"/>
          </a:xfrm>
        </p:spPr>
        <p:txBody>
          <a:bodyPr anchor="b" anchorCtr="0"/>
          <a:lstStyle/>
          <a:p>
            <a:pPr marL="0" indent="0">
              <a:spcBef>
                <a:spcPct val="50000"/>
              </a:spcBef>
              <a:buClrTx/>
              <a:buFontTx/>
              <a:buNone/>
            </a:pPr>
            <a:r>
              <a:rPr lang="zh-CN" altLang="en-US" sz="1200" b="0">
                <a:solidFill>
                  <a:srgbClr val="3366CC"/>
                </a:solidFill>
                <a:ea typeface="宋体" panose="02010600030101010101" pitchFamily="2" charset="-122"/>
              </a:rPr>
              <a:t>第</a:t>
            </a:r>
            <a:fld id="{9A0DB2DC-4C9A-4742-B13C-FB6460FD3503}" type="slidenum">
              <a:rPr lang="zh-TW" altLang="en-US" sz="1200" b="0">
                <a:solidFill>
                  <a:srgbClr val="3366CC"/>
                </a:solidFill>
                <a:ea typeface="PMingLiU" pitchFamily="18" charset="-120"/>
              </a:rPr>
              <a:t>32</a:t>
            </a:fld>
            <a:r>
              <a:rPr lang="zh-CN" altLang="en-US" sz="1200" b="0">
                <a:solidFill>
                  <a:srgbClr val="3366CC"/>
                </a:solidFill>
                <a:ea typeface="宋体" panose="02010600030101010101" pitchFamily="2" charset="-122"/>
              </a:rPr>
              <a:t>页</a:t>
            </a:r>
            <a:endParaRPr lang="zh-TW" altLang="en-US" sz="1200" b="0">
              <a:solidFill>
                <a:srgbClr val="3366CC"/>
              </a:solidFill>
              <a:ea typeface="宋体" panose="02010600030101010101" pitchFamily="2" charset="-122"/>
            </a:endParaRPr>
          </a:p>
        </p:txBody>
      </p:sp>
      <p:sp>
        <p:nvSpPr>
          <p:cNvPr id="48130" name="Rectangle 2"/>
          <p:cNvSpPr>
            <a:spLocks noGrp="1"/>
          </p:cNvSpPr>
          <p:nvPr>
            <p:ph type="title"/>
          </p:nvPr>
        </p:nvSpPr>
        <p:spPr/>
        <p:txBody>
          <a:bodyPr vert="horz" wrap="square" lIns="91440" tIns="45720" rIns="91440" bIns="45720" anchor="b" anchorCtr="0"/>
          <a:lstStyle/>
          <a:p>
            <a:pPr eaLnBrk="1" hangingPunct="1"/>
            <a:r>
              <a:rPr lang="en-US" altLang="zh-CN"/>
              <a:t>7.4 </a:t>
            </a:r>
            <a:r>
              <a:rPr lang="zh-CN" altLang="en-US"/>
              <a:t>设备分配</a:t>
            </a:r>
          </a:p>
        </p:txBody>
      </p:sp>
      <p:sp>
        <p:nvSpPr>
          <p:cNvPr id="4" name="Rectangle 3"/>
          <p:cNvSpPr txBox="1">
            <a:spLocks noChangeArrowheads="1"/>
          </p:cNvSpPr>
          <p:nvPr/>
        </p:nvSpPr>
        <p:spPr bwMode="auto">
          <a:xfrm>
            <a:off x="-107950" y="1420813"/>
            <a:ext cx="9072563" cy="1001713"/>
          </a:xfrm>
          <a:prstGeom prst="rect">
            <a:avLst/>
          </a:prstGeom>
          <a:noFill/>
          <a:ln w="9525">
            <a:noFill/>
            <a:miter lim="800000"/>
          </a:ln>
          <a:effectLst/>
        </p:spPr>
        <p:txBody>
          <a:bodyPr/>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990600" lvl="1" indent="-533400">
              <a:buClr>
                <a:srgbClr val="0000CC"/>
              </a:buClr>
              <a:buSzPct val="110000"/>
              <a:buNone/>
            </a:pPr>
            <a:r>
              <a:rPr lang="en-US" altLang="zh-CN" b="0">
                <a:latin typeface="黑体" panose="02010609060101010101" pitchFamily="49" charset="-122"/>
              </a:rPr>
              <a:t>4 </a:t>
            </a:r>
            <a:r>
              <a:rPr lang="zh-CN" altLang="en-US" b="0">
                <a:latin typeface="黑体" panose="02010609060101010101" pitchFamily="49" charset="-122"/>
              </a:rPr>
              <a:t>通道控制表</a:t>
            </a:r>
            <a:r>
              <a:rPr lang="en-US" altLang="zh-CN" b="0">
                <a:latin typeface="黑体" panose="02010609060101010101" pitchFamily="49" charset="-122"/>
              </a:rPr>
              <a:t>(</a:t>
            </a:r>
            <a:r>
              <a:rPr lang="en-US" altLang="zh-CN" b="0"/>
              <a:t>CHCT, CHannel Control Table</a:t>
            </a:r>
            <a:r>
              <a:rPr lang="en-US" altLang="zh-CN" b="0">
                <a:latin typeface="黑体" panose="02010609060101010101" pitchFamily="49" charset="-122"/>
              </a:rPr>
              <a:t>)</a:t>
            </a:r>
            <a:r>
              <a:rPr lang="zh-CN" altLang="en-US" b="0">
                <a:latin typeface="黑体" panose="02010609060101010101" pitchFamily="49" charset="-122"/>
              </a:rPr>
              <a:t>：每个通道一张，描述通道工作状态。</a:t>
            </a:r>
          </a:p>
          <a:p>
            <a:pPr marL="609600" lvl="0" indent="-609600">
              <a:buClrTx/>
              <a:buNone/>
            </a:pPr>
            <a:endParaRPr lang="en-US" altLang="zh-CN" b="0">
              <a:effectLst>
                <a:outerShdw blurRad="38100" dist="38100" dir="2700000">
                  <a:srgbClr val="FFFFFF"/>
                </a:outerShdw>
              </a:effectLst>
              <a:latin typeface="黑体" panose="02010609060101010101" pitchFamily="49" charset="-122"/>
            </a:endParaRPr>
          </a:p>
        </p:txBody>
      </p:sp>
      <p:pic>
        <p:nvPicPr>
          <p:cNvPr id="48132" name="图片 1"/>
          <p:cNvPicPr>
            <a:picLocks noChangeAspect="1"/>
          </p:cNvPicPr>
          <p:nvPr/>
        </p:nvPicPr>
        <p:blipFill>
          <a:blip r:embed="rId2"/>
          <a:stretch>
            <a:fillRect/>
          </a:stretch>
        </p:blipFill>
        <p:spPr>
          <a:xfrm>
            <a:off x="2339975" y="2708275"/>
            <a:ext cx="3700463" cy="2393950"/>
          </a:xfrm>
          <a:prstGeom prst="rect">
            <a:avLst/>
          </a:prstGeom>
          <a:noFill/>
          <a:ln w="9525">
            <a:noFill/>
          </a:ln>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3" name="灯片编号占位符 3"/>
          <p:cNvSpPr txBox="1">
            <a:spLocks noGrp="1"/>
          </p:cNvSpPr>
          <p:nvPr>
            <p:ph type="sldNum" sz="quarter" idx="12"/>
          </p:nvPr>
        </p:nvSpPr>
        <p:spPr>
          <a:xfrm>
            <a:off x="431800" y="6229350"/>
            <a:ext cx="2311400" cy="457200"/>
          </a:xfrm>
        </p:spPr>
        <p:txBody>
          <a:bodyPr anchor="b" anchorCtr="0"/>
          <a:lstStyle/>
          <a:p>
            <a:pPr marL="0" indent="0">
              <a:spcBef>
                <a:spcPct val="50000"/>
              </a:spcBef>
              <a:buClrTx/>
              <a:buFontTx/>
              <a:buNone/>
            </a:pPr>
            <a:r>
              <a:rPr lang="zh-CN" altLang="en-US" sz="1200" b="0">
                <a:solidFill>
                  <a:srgbClr val="3366CC"/>
                </a:solidFill>
                <a:ea typeface="宋体" panose="02010600030101010101" pitchFamily="2" charset="-122"/>
              </a:rPr>
              <a:t>第</a:t>
            </a:r>
            <a:fld id="{9A0DB2DC-4C9A-4742-B13C-FB6460FD3503}" type="slidenum">
              <a:rPr lang="zh-TW" altLang="en-US" sz="1200" b="0">
                <a:solidFill>
                  <a:srgbClr val="3366CC"/>
                </a:solidFill>
                <a:ea typeface="PMingLiU" pitchFamily="18" charset="-120"/>
              </a:rPr>
              <a:t>33</a:t>
            </a:fld>
            <a:r>
              <a:rPr lang="zh-CN" altLang="en-US" sz="1200" b="0">
                <a:solidFill>
                  <a:srgbClr val="3366CC"/>
                </a:solidFill>
                <a:ea typeface="宋体" panose="02010600030101010101" pitchFamily="2" charset="-122"/>
              </a:rPr>
              <a:t>页</a:t>
            </a:r>
            <a:endParaRPr lang="zh-TW" altLang="en-US" sz="1200" b="0">
              <a:solidFill>
                <a:srgbClr val="3366CC"/>
              </a:solidFill>
              <a:ea typeface="宋体" panose="02010600030101010101" pitchFamily="2" charset="-122"/>
            </a:endParaRPr>
          </a:p>
        </p:txBody>
      </p:sp>
      <p:sp>
        <p:nvSpPr>
          <p:cNvPr id="49154" name="Rectangle 2"/>
          <p:cNvSpPr>
            <a:spLocks noGrp="1"/>
          </p:cNvSpPr>
          <p:nvPr>
            <p:ph type="title"/>
          </p:nvPr>
        </p:nvSpPr>
        <p:spPr/>
        <p:txBody>
          <a:bodyPr vert="horz" wrap="square" lIns="91440" tIns="45720" rIns="91440" bIns="45720" anchor="b" anchorCtr="0"/>
          <a:lstStyle/>
          <a:p>
            <a:pPr eaLnBrk="1" hangingPunct="1"/>
            <a:r>
              <a:rPr lang="en-US" altLang="zh-CN"/>
              <a:t>7.4 </a:t>
            </a:r>
            <a:r>
              <a:rPr lang="zh-CN" altLang="en-US"/>
              <a:t>设备分配</a:t>
            </a:r>
          </a:p>
        </p:txBody>
      </p:sp>
      <p:pic>
        <p:nvPicPr>
          <p:cNvPr id="49155" name="Picture 75"/>
          <p:cNvPicPr>
            <a:picLocks noChangeAspect="1"/>
          </p:cNvPicPr>
          <p:nvPr/>
        </p:nvPicPr>
        <p:blipFill>
          <a:blip r:embed="rId2"/>
          <a:stretch>
            <a:fillRect/>
          </a:stretch>
        </p:blipFill>
        <p:spPr>
          <a:xfrm>
            <a:off x="546100" y="1441450"/>
            <a:ext cx="8064500" cy="4994275"/>
          </a:xfrm>
          <a:prstGeom prst="rect">
            <a:avLst/>
          </a:prstGeom>
          <a:noFill/>
          <a:ln w="9525">
            <a:noFill/>
          </a:ln>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7" name="灯片编号占位符 3"/>
          <p:cNvSpPr txBox="1">
            <a:spLocks noGrp="1"/>
          </p:cNvSpPr>
          <p:nvPr>
            <p:ph type="sldNum" sz="quarter" idx="12"/>
          </p:nvPr>
        </p:nvSpPr>
        <p:spPr>
          <a:xfrm>
            <a:off x="431800" y="6229350"/>
            <a:ext cx="2311400" cy="457200"/>
          </a:xfrm>
        </p:spPr>
        <p:txBody>
          <a:bodyPr anchor="b" anchorCtr="0"/>
          <a:lstStyle/>
          <a:p>
            <a:pPr marL="0" indent="0">
              <a:spcBef>
                <a:spcPct val="50000"/>
              </a:spcBef>
              <a:buClrTx/>
              <a:buFontTx/>
              <a:buNone/>
            </a:pPr>
            <a:r>
              <a:rPr lang="zh-CN" altLang="en-US" sz="1200" b="0">
                <a:solidFill>
                  <a:srgbClr val="3366CC"/>
                </a:solidFill>
                <a:ea typeface="宋体" panose="02010600030101010101" pitchFamily="2" charset="-122"/>
              </a:rPr>
              <a:t>第</a:t>
            </a:r>
            <a:fld id="{9A0DB2DC-4C9A-4742-B13C-FB6460FD3503}" type="slidenum">
              <a:rPr lang="zh-TW" altLang="en-US" sz="1200" b="0">
                <a:solidFill>
                  <a:srgbClr val="3366CC"/>
                </a:solidFill>
                <a:ea typeface="PMingLiU" pitchFamily="18" charset="-120"/>
              </a:rPr>
              <a:t>34</a:t>
            </a:fld>
            <a:r>
              <a:rPr lang="zh-CN" altLang="en-US" sz="1200" b="0">
                <a:solidFill>
                  <a:srgbClr val="3366CC"/>
                </a:solidFill>
                <a:ea typeface="宋体" panose="02010600030101010101" pitchFamily="2" charset="-122"/>
              </a:rPr>
              <a:t>页</a:t>
            </a:r>
            <a:endParaRPr lang="zh-TW" altLang="en-US" sz="1200" b="0">
              <a:solidFill>
                <a:srgbClr val="3366CC"/>
              </a:solidFill>
              <a:ea typeface="宋体" panose="02010600030101010101" pitchFamily="2" charset="-122"/>
            </a:endParaRPr>
          </a:p>
        </p:txBody>
      </p:sp>
      <p:sp>
        <p:nvSpPr>
          <p:cNvPr id="50178" name="Rectangle 2"/>
          <p:cNvSpPr>
            <a:spLocks noGrp="1"/>
          </p:cNvSpPr>
          <p:nvPr>
            <p:ph type="title"/>
          </p:nvPr>
        </p:nvSpPr>
        <p:spPr/>
        <p:txBody>
          <a:bodyPr vert="horz" wrap="square" lIns="91440" tIns="45720" rIns="91440" bIns="45720" anchor="b" anchorCtr="0"/>
          <a:lstStyle/>
          <a:p>
            <a:pPr eaLnBrk="1" hangingPunct="1"/>
            <a:r>
              <a:rPr lang="en-US" altLang="zh-CN"/>
              <a:t>7.4 </a:t>
            </a:r>
            <a:r>
              <a:rPr lang="zh-CN" altLang="en-US"/>
              <a:t>设备分配</a:t>
            </a:r>
          </a:p>
        </p:txBody>
      </p:sp>
      <p:pic>
        <p:nvPicPr>
          <p:cNvPr id="50179" name="图片 1"/>
          <p:cNvPicPr>
            <a:picLocks noChangeAspect="1"/>
          </p:cNvPicPr>
          <p:nvPr/>
        </p:nvPicPr>
        <p:blipFill>
          <a:blip r:embed="rId2"/>
          <a:stretch>
            <a:fillRect/>
          </a:stretch>
        </p:blipFill>
        <p:spPr>
          <a:xfrm>
            <a:off x="827088" y="1358900"/>
            <a:ext cx="6985000" cy="5133975"/>
          </a:xfrm>
          <a:prstGeom prst="rect">
            <a:avLst/>
          </a:prstGeom>
          <a:noFill/>
          <a:ln w="9525">
            <a:noFill/>
          </a:ln>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1" name="灯片编号占位符 3"/>
          <p:cNvSpPr txBox="1">
            <a:spLocks noGrp="1"/>
          </p:cNvSpPr>
          <p:nvPr>
            <p:ph type="sldNum" sz="quarter" idx="12"/>
          </p:nvPr>
        </p:nvSpPr>
        <p:spPr>
          <a:xfrm>
            <a:off x="431800" y="6229350"/>
            <a:ext cx="2311400" cy="457200"/>
          </a:xfrm>
        </p:spPr>
        <p:txBody>
          <a:bodyPr anchor="b" anchorCtr="0"/>
          <a:lstStyle/>
          <a:p>
            <a:pPr marL="0" indent="0">
              <a:spcBef>
                <a:spcPct val="50000"/>
              </a:spcBef>
              <a:buClrTx/>
              <a:buFontTx/>
              <a:buNone/>
            </a:pPr>
            <a:r>
              <a:rPr lang="zh-CN" altLang="en-US" sz="1200" b="0">
                <a:solidFill>
                  <a:srgbClr val="3366CC"/>
                </a:solidFill>
                <a:ea typeface="宋体" panose="02010600030101010101" pitchFamily="2" charset="-122"/>
              </a:rPr>
              <a:t>第</a:t>
            </a:r>
            <a:fld id="{9A0DB2DC-4C9A-4742-B13C-FB6460FD3503}" type="slidenum">
              <a:rPr lang="zh-TW" altLang="en-US" sz="1200" b="0">
                <a:solidFill>
                  <a:srgbClr val="3366CC"/>
                </a:solidFill>
                <a:ea typeface="PMingLiU" pitchFamily="18" charset="-120"/>
              </a:rPr>
              <a:t>35</a:t>
            </a:fld>
            <a:r>
              <a:rPr lang="zh-CN" altLang="en-US" sz="1200" b="0">
                <a:solidFill>
                  <a:srgbClr val="3366CC"/>
                </a:solidFill>
                <a:ea typeface="宋体" panose="02010600030101010101" pitchFamily="2" charset="-122"/>
              </a:rPr>
              <a:t>页</a:t>
            </a:r>
            <a:endParaRPr lang="zh-TW" altLang="en-US" sz="1200" b="0">
              <a:solidFill>
                <a:srgbClr val="3366CC"/>
              </a:solidFill>
              <a:ea typeface="宋体" panose="02010600030101010101" pitchFamily="2" charset="-122"/>
            </a:endParaRPr>
          </a:p>
        </p:txBody>
      </p:sp>
      <p:sp>
        <p:nvSpPr>
          <p:cNvPr id="51202" name="Rectangle 2"/>
          <p:cNvSpPr>
            <a:spLocks noGrp="1"/>
          </p:cNvSpPr>
          <p:nvPr>
            <p:ph type="title"/>
          </p:nvPr>
        </p:nvSpPr>
        <p:spPr/>
        <p:txBody>
          <a:bodyPr vert="horz" wrap="square" lIns="91440" tIns="45720" rIns="91440" bIns="45720" anchor="b" anchorCtr="0"/>
          <a:lstStyle/>
          <a:p>
            <a:pPr eaLnBrk="1" hangingPunct="1"/>
            <a:r>
              <a:rPr lang="en-US" altLang="zh-CN"/>
              <a:t>7.4 </a:t>
            </a:r>
            <a:r>
              <a:rPr lang="zh-CN" altLang="en-US"/>
              <a:t>设备分配</a:t>
            </a:r>
          </a:p>
        </p:txBody>
      </p:sp>
      <p:sp>
        <p:nvSpPr>
          <p:cNvPr id="80899" name="矩形 1"/>
          <p:cNvSpPr>
            <a:spLocks noChangeArrowheads="1"/>
          </p:cNvSpPr>
          <p:nvPr/>
        </p:nvSpPr>
        <p:spPr bwMode="auto">
          <a:xfrm>
            <a:off x="395288" y="1438275"/>
            <a:ext cx="8215313" cy="2825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0" lvl="0" indent="0">
              <a:lnSpc>
                <a:spcPct val="120000"/>
              </a:lnSpc>
              <a:spcBef>
                <a:spcPct val="0"/>
              </a:spcBef>
              <a:buClrTx/>
              <a:buFontTx/>
              <a:buNone/>
            </a:pPr>
            <a:r>
              <a:rPr lang="zh-CN" altLang="en-US" b="0">
                <a:latin typeface="黑体" panose="02010609060101010101" pitchFamily="49" charset="-122"/>
              </a:rPr>
              <a:t>单通路的设备分配程序</a:t>
            </a:r>
          </a:p>
          <a:p>
            <a:pPr marL="0" lvl="0" indent="0">
              <a:lnSpc>
                <a:spcPct val="120000"/>
              </a:lnSpc>
              <a:spcBef>
                <a:spcPct val="0"/>
              </a:spcBef>
              <a:buClrTx/>
              <a:buFontTx/>
              <a:buNone/>
            </a:pPr>
            <a:r>
              <a:rPr lang="en-US" altLang="zh-CN" sz="2400" b="0">
                <a:latin typeface="黑体" panose="02010609060101010101" pitchFamily="49" charset="-122"/>
              </a:rPr>
              <a:t>(1)</a:t>
            </a:r>
            <a:r>
              <a:rPr lang="zh-CN" altLang="en-US" sz="2400" b="0">
                <a:latin typeface="黑体" panose="02010609060101010101" pitchFamily="49" charset="-122"/>
              </a:rPr>
              <a:t>分配设备。查找系统设备表</a:t>
            </a:r>
            <a:r>
              <a:rPr lang="en-US" altLang="zh-CN" sz="2400" b="0">
                <a:latin typeface="黑体" panose="02010609060101010101" pitchFamily="49" charset="-122"/>
              </a:rPr>
              <a:t>SDT</a:t>
            </a:r>
            <a:r>
              <a:rPr lang="zh-CN" altLang="en-US" sz="2400" b="0">
                <a:latin typeface="黑体" panose="02010609060101010101" pitchFamily="49" charset="-122"/>
              </a:rPr>
              <a:t>和设备控制表</a:t>
            </a:r>
            <a:r>
              <a:rPr lang="en-US" altLang="zh-CN" sz="2400" b="0">
                <a:latin typeface="黑体" panose="02010609060101010101" pitchFamily="49" charset="-122"/>
              </a:rPr>
              <a:t>DCT</a:t>
            </a:r>
            <a:r>
              <a:rPr lang="zh-CN" altLang="en-US" sz="2400" b="0">
                <a:latin typeface="黑体" panose="02010609060101010101" pitchFamily="49" charset="-122"/>
              </a:rPr>
              <a:t>。</a:t>
            </a:r>
          </a:p>
          <a:p>
            <a:pPr marL="0" lvl="0" indent="0">
              <a:lnSpc>
                <a:spcPct val="120000"/>
              </a:lnSpc>
              <a:spcBef>
                <a:spcPct val="0"/>
              </a:spcBef>
              <a:buClrTx/>
              <a:buFontTx/>
              <a:buNone/>
            </a:pPr>
            <a:r>
              <a:rPr lang="en-US" altLang="zh-CN" sz="2400" b="0">
                <a:latin typeface="黑体" panose="02010609060101010101" pitchFamily="49" charset="-122"/>
              </a:rPr>
              <a:t>(2)</a:t>
            </a:r>
            <a:r>
              <a:rPr lang="zh-CN" altLang="en-US" sz="2400" b="0">
                <a:latin typeface="黑体" panose="02010609060101010101" pitchFamily="49" charset="-122"/>
              </a:rPr>
              <a:t>分配控制器。查找控制器控制表</a:t>
            </a:r>
            <a:r>
              <a:rPr lang="en-US" altLang="zh-CN" sz="2400" b="0">
                <a:latin typeface="黑体" panose="02010609060101010101" pitchFamily="49" charset="-122"/>
              </a:rPr>
              <a:t>COCT</a:t>
            </a:r>
            <a:r>
              <a:rPr lang="zh-CN" altLang="en-US" sz="2400" b="0">
                <a:latin typeface="黑体" panose="02010609060101010101" pitchFamily="49" charset="-122"/>
              </a:rPr>
              <a:t>。</a:t>
            </a:r>
          </a:p>
          <a:p>
            <a:pPr marL="0" lvl="0" indent="0">
              <a:lnSpc>
                <a:spcPct val="120000"/>
              </a:lnSpc>
              <a:spcBef>
                <a:spcPct val="0"/>
              </a:spcBef>
              <a:buClrTx/>
              <a:buFontTx/>
              <a:buNone/>
            </a:pPr>
            <a:r>
              <a:rPr lang="en-US" altLang="zh-CN" sz="2400" b="0">
                <a:latin typeface="黑体" panose="02010609060101010101" pitchFamily="49" charset="-122"/>
              </a:rPr>
              <a:t>(3)</a:t>
            </a:r>
            <a:r>
              <a:rPr lang="zh-CN" altLang="en-US" sz="2400" b="0">
                <a:latin typeface="黑体" panose="02010609060101010101" pitchFamily="49" charset="-122"/>
              </a:rPr>
              <a:t>分配通道。查找通道控制表</a:t>
            </a:r>
            <a:r>
              <a:rPr lang="en-US" altLang="zh-CN" sz="2400" b="0">
                <a:latin typeface="黑体" panose="02010609060101010101" pitchFamily="49" charset="-122"/>
              </a:rPr>
              <a:t>CHCT</a:t>
            </a:r>
            <a:r>
              <a:rPr lang="zh-CN" altLang="en-US" sz="2400" b="0">
                <a:latin typeface="黑体" panose="02010609060101010101" pitchFamily="49" charset="-122"/>
              </a:rPr>
              <a:t>。</a:t>
            </a:r>
            <a:endParaRPr lang="en-US" altLang="zh-CN" sz="2400" b="0">
              <a:latin typeface="黑体" panose="02010609060101010101" pitchFamily="49" charset="-122"/>
            </a:endParaRPr>
          </a:p>
          <a:p>
            <a:pPr marL="0" lvl="0" indent="0">
              <a:lnSpc>
                <a:spcPct val="120000"/>
              </a:lnSpc>
              <a:spcBef>
                <a:spcPct val="0"/>
              </a:spcBef>
              <a:buClrTx/>
              <a:buFontTx/>
              <a:buNone/>
            </a:pPr>
            <a:r>
              <a:rPr lang="zh-CN" altLang="en-US" sz="2400" b="0">
                <a:latin typeface="黑体" panose="02010609060101010101" pitchFamily="49" charset="-122"/>
              </a:rPr>
              <a:t>只有在设备、控制器和通道三者都分配成功时，此次设备分配才算成功。</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5" name="灯片编号占位符 3"/>
          <p:cNvSpPr txBox="1">
            <a:spLocks noGrp="1"/>
          </p:cNvSpPr>
          <p:nvPr>
            <p:ph type="sldNum" sz="quarter" idx="12"/>
          </p:nvPr>
        </p:nvSpPr>
        <p:spPr>
          <a:xfrm>
            <a:off x="431800" y="6229350"/>
            <a:ext cx="2311400" cy="457200"/>
          </a:xfrm>
        </p:spPr>
        <p:txBody>
          <a:bodyPr anchor="b" anchorCtr="0"/>
          <a:lstStyle/>
          <a:p>
            <a:pPr marL="0" indent="0">
              <a:spcBef>
                <a:spcPct val="50000"/>
              </a:spcBef>
              <a:buClrTx/>
              <a:buFontTx/>
              <a:buNone/>
            </a:pPr>
            <a:r>
              <a:rPr lang="zh-CN" altLang="en-US" sz="1200" b="0">
                <a:solidFill>
                  <a:srgbClr val="3366CC"/>
                </a:solidFill>
                <a:ea typeface="宋体" panose="02010600030101010101" pitchFamily="2" charset="-122"/>
              </a:rPr>
              <a:t>第</a:t>
            </a:r>
            <a:fld id="{9A0DB2DC-4C9A-4742-B13C-FB6460FD3503}" type="slidenum">
              <a:rPr lang="zh-TW" altLang="en-US" sz="1200" b="0">
                <a:solidFill>
                  <a:srgbClr val="3366CC"/>
                </a:solidFill>
                <a:ea typeface="PMingLiU" pitchFamily="18" charset="-120"/>
              </a:rPr>
              <a:t>36</a:t>
            </a:fld>
            <a:r>
              <a:rPr lang="zh-CN" altLang="en-US" sz="1200" b="0">
                <a:solidFill>
                  <a:srgbClr val="3366CC"/>
                </a:solidFill>
                <a:ea typeface="宋体" panose="02010600030101010101" pitchFamily="2" charset="-122"/>
              </a:rPr>
              <a:t>页</a:t>
            </a:r>
            <a:endParaRPr lang="zh-TW" altLang="en-US" sz="1200" b="0">
              <a:solidFill>
                <a:srgbClr val="3366CC"/>
              </a:solidFill>
              <a:ea typeface="宋体" panose="02010600030101010101" pitchFamily="2" charset="-122"/>
            </a:endParaRPr>
          </a:p>
        </p:txBody>
      </p:sp>
      <p:sp>
        <p:nvSpPr>
          <p:cNvPr id="52226" name="Rectangle 2"/>
          <p:cNvSpPr>
            <a:spLocks noGrp="1"/>
          </p:cNvSpPr>
          <p:nvPr>
            <p:ph type="title"/>
          </p:nvPr>
        </p:nvSpPr>
        <p:spPr/>
        <p:txBody>
          <a:bodyPr vert="horz" wrap="square" lIns="91440" tIns="45720" rIns="91440" bIns="45720" anchor="b" anchorCtr="0"/>
          <a:lstStyle/>
          <a:p>
            <a:pPr eaLnBrk="1" hangingPunct="1"/>
            <a:r>
              <a:rPr lang="en-US" altLang="zh-CN"/>
              <a:t>7.4</a:t>
            </a:r>
            <a:r>
              <a:rPr lang="zh-CN" altLang="en-US"/>
              <a:t> 设备分配</a:t>
            </a:r>
          </a:p>
        </p:txBody>
      </p:sp>
      <p:sp>
        <p:nvSpPr>
          <p:cNvPr id="81923" name="矩形 1"/>
          <p:cNvSpPr>
            <a:spLocks noChangeArrowheads="1"/>
          </p:cNvSpPr>
          <p:nvPr/>
        </p:nvSpPr>
        <p:spPr bwMode="auto">
          <a:xfrm>
            <a:off x="395288" y="1393825"/>
            <a:ext cx="8497888" cy="4079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0" lvl="0" indent="0">
              <a:lnSpc>
                <a:spcPct val="120000"/>
              </a:lnSpc>
              <a:spcBef>
                <a:spcPct val="0"/>
              </a:spcBef>
              <a:buClrTx/>
              <a:buFontTx/>
              <a:buNone/>
            </a:pPr>
            <a:r>
              <a:rPr lang="zh-CN" altLang="en-US" sz="2400" b="0">
                <a:latin typeface="times"/>
              </a:rPr>
              <a:t>多通路的设备分配程序</a:t>
            </a:r>
          </a:p>
          <a:p>
            <a:pPr marL="0" lvl="0" indent="0">
              <a:lnSpc>
                <a:spcPct val="120000"/>
              </a:lnSpc>
              <a:spcBef>
                <a:spcPct val="0"/>
              </a:spcBef>
              <a:buClrTx/>
              <a:buFontTx/>
              <a:buNone/>
            </a:pPr>
            <a:r>
              <a:rPr lang="en-US" altLang="zh-CN" sz="2400" b="0">
                <a:latin typeface="times"/>
              </a:rPr>
              <a:t>(1)</a:t>
            </a:r>
            <a:r>
              <a:rPr lang="zh-CN" altLang="en-US" sz="2400" b="0">
                <a:latin typeface="times"/>
              </a:rPr>
              <a:t>分配设备。查找系统设备表</a:t>
            </a:r>
            <a:r>
              <a:rPr lang="en-US" altLang="zh-CN" sz="2400" b="0">
                <a:latin typeface="times"/>
              </a:rPr>
              <a:t>SDT</a:t>
            </a:r>
            <a:r>
              <a:rPr lang="zh-CN" altLang="en-US" sz="2400" b="0">
                <a:latin typeface="times"/>
              </a:rPr>
              <a:t>和设备控制表</a:t>
            </a:r>
            <a:r>
              <a:rPr lang="en-US" altLang="zh-CN" sz="2400" b="0">
                <a:latin typeface="times"/>
              </a:rPr>
              <a:t>DCT</a:t>
            </a:r>
            <a:r>
              <a:rPr lang="zh-CN" altLang="en-US" sz="2400" b="0">
                <a:latin typeface="times"/>
              </a:rPr>
              <a:t>，找到第一台空闲设备，检测分配的安全性，如果安全分配否则插入等待队列。</a:t>
            </a:r>
          </a:p>
          <a:p>
            <a:pPr marL="0" lvl="0" indent="0">
              <a:lnSpc>
                <a:spcPct val="120000"/>
              </a:lnSpc>
              <a:spcBef>
                <a:spcPct val="0"/>
              </a:spcBef>
              <a:buClrTx/>
              <a:buFontTx/>
              <a:buNone/>
            </a:pPr>
            <a:r>
              <a:rPr lang="en-US" altLang="zh-CN" sz="2400" b="0">
                <a:latin typeface="times"/>
              </a:rPr>
              <a:t>(2)</a:t>
            </a:r>
            <a:r>
              <a:rPr lang="zh-CN" altLang="en-US" sz="2400" b="0">
                <a:latin typeface="times"/>
              </a:rPr>
              <a:t>分配控制器。查找控制器控制表</a:t>
            </a:r>
            <a:r>
              <a:rPr lang="en-US" altLang="zh-CN" sz="2400" b="0">
                <a:latin typeface="times"/>
              </a:rPr>
              <a:t>COCT</a:t>
            </a:r>
            <a:r>
              <a:rPr lang="zh-CN" altLang="en-US" sz="2400" b="0">
                <a:latin typeface="times"/>
              </a:rPr>
              <a:t>，找第一个与分配的设备相连的空闲设备控制器，若无空闲返回</a:t>
            </a:r>
            <a:r>
              <a:rPr lang="en-US" altLang="zh-CN" sz="2400" b="0">
                <a:latin typeface="times"/>
              </a:rPr>
              <a:t>1</a:t>
            </a:r>
            <a:r>
              <a:rPr lang="zh-CN" altLang="en-US" sz="2400" b="0">
                <a:latin typeface="times"/>
              </a:rPr>
              <a:t>找下一台设备。</a:t>
            </a:r>
          </a:p>
          <a:p>
            <a:pPr marL="0" lvl="0" indent="0">
              <a:lnSpc>
                <a:spcPct val="120000"/>
              </a:lnSpc>
              <a:spcBef>
                <a:spcPct val="0"/>
              </a:spcBef>
              <a:buClrTx/>
              <a:buFontTx/>
              <a:buNone/>
            </a:pPr>
            <a:r>
              <a:rPr lang="en-US" altLang="zh-CN" sz="2400" b="0">
                <a:latin typeface="times"/>
              </a:rPr>
              <a:t>(3)</a:t>
            </a:r>
            <a:r>
              <a:rPr lang="zh-CN" altLang="en-US" sz="2400" b="0">
                <a:latin typeface="times"/>
              </a:rPr>
              <a:t>分配通道。查找通道控制表</a:t>
            </a:r>
            <a:r>
              <a:rPr lang="en-US" altLang="zh-CN" sz="2400" b="0">
                <a:latin typeface="times"/>
              </a:rPr>
              <a:t>CHCT</a:t>
            </a:r>
            <a:r>
              <a:rPr lang="zh-CN" altLang="en-US" sz="2400" b="0">
                <a:latin typeface="times"/>
              </a:rPr>
              <a:t>，找第一个与分配的控制器相连的空闲通道，若无空闲返回</a:t>
            </a:r>
            <a:r>
              <a:rPr lang="en-US" altLang="zh-CN" sz="2400" b="0">
                <a:latin typeface="times"/>
              </a:rPr>
              <a:t>2</a:t>
            </a:r>
            <a:r>
              <a:rPr lang="zh-CN" altLang="en-US" sz="2400" b="0">
                <a:latin typeface="times"/>
              </a:rPr>
              <a:t>找下一台控制器。若找到通道，此次设备分配成功。</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49" name="灯片编号占位符 3"/>
          <p:cNvSpPr txBox="1">
            <a:spLocks noGrp="1"/>
          </p:cNvSpPr>
          <p:nvPr>
            <p:ph type="sldNum" sz="quarter" idx="12"/>
          </p:nvPr>
        </p:nvSpPr>
        <p:spPr>
          <a:xfrm>
            <a:off x="431800" y="6229350"/>
            <a:ext cx="2311400" cy="457200"/>
          </a:xfrm>
        </p:spPr>
        <p:txBody>
          <a:bodyPr anchor="b" anchorCtr="0"/>
          <a:lstStyle/>
          <a:p>
            <a:pPr marL="0" indent="0">
              <a:spcBef>
                <a:spcPct val="50000"/>
              </a:spcBef>
              <a:buClrTx/>
              <a:buFontTx/>
              <a:buNone/>
            </a:pPr>
            <a:r>
              <a:rPr lang="zh-CN" altLang="en-US" sz="1200" b="0">
                <a:solidFill>
                  <a:srgbClr val="3366CC"/>
                </a:solidFill>
                <a:ea typeface="宋体" panose="02010600030101010101" pitchFamily="2" charset="-122"/>
              </a:rPr>
              <a:t>第</a:t>
            </a:r>
            <a:fld id="{9A0DB2DC-4C9A-4742-B13C-FB6460FD3503}" type="slidenum">
              <a:rPr lang="zh-TW" altLang="en-US" sz="1200" b="0">
                <a:solidFill>
                  <a:srgbClr val="3366CC"/>
                </a:solidFill>
                <a:ea typeface="PMingLiU" pitchFamily="18" charset="-120"/>
              </a:rPr>
              <a:t>37</a:t>
            </a:fld>
            <a:r>
              <a:rPr lang="zh-CN" altLang="en-US" sz="1200" b="0">
                <a:solidFill>
                  <a:srgbClr val="3366CC"/>
                </a:solidFill>
                <a:ea typeface="宋体" panose="02010600030101010101" pitchFamily="2" charset="-122"/>
              </a:rPr>
              <a:t>页</a:t>
            </a:r>
            <a:endParaRPr lang="zh-TW" altLang="en-US" sz="1200" b="0">
              <a:solidFill>
                <a:srgbClr val="3366CC"/>
              </a:solidFill>
              <a:ea typeface="宋体" panose="02010600030101010101" pitchFamily="2" charset="-122"/>
            </a:endParaRPr>
          </a:p>
        </p:txBody>
      </p:sp>
      <p:sp>
        <p:nvSpPr>
          <p:cNvPr id="53250" name="Rectangle 2"/>
          <p:cNvSpPr>
            <a:spLocks noGrp="1"/>
          </p:cNvSpPr>
          <p:nvPr>
            <p:ph type="title"/>
          </p:nvPr>
        </p:nvSpPr>
        <p:spPr/>
        <p:txBody>
          <a:bodyPr vert="horz" wrap="square" lIns="91440" tIns="45720" rIns="91440" bIns="45720" anchor="b" anchorCtr="0"/>
          <a:lstStyle/>
          <a:p>
            <a:pPr eaLnBrk="1" hangingPunct="1"/>
            <a:r>
              <a:rPr lang="en-US" altLang="zh-CN"/>
              <a:t>7.5</a:t>
            </a:r>
            <a:r>
              <a:rPr lang="zh-CN" altLang="en-US"/>
              <a:t> </a:t>
            </a:r>
            <a:r>
              <a:rPr lang="en-US" altLang="zh-CN"/>
              <a:t>I/O</a:t>
            </a:r>
            <a:r>
              <a:rPr lang="zh-CN" altLang="en-US"/>
              <a:t>软件的组成</a:t>
            </a:r>
          </a:p>
        </p:txBody>
      </p:sp>
      <p:sp>
        <p:nvSpPr>
          <p:cNvPr id="56323" name="object 10"/>
          <p:cNvSpPr txBox="1">
            <a:spLocks noChangeArrowheads="1"/>
          </p:cNvSpPr>
          <p:nvPr/>
        </p:nvSpPr>
        <p:spPr bwMode="auto">
          <a:xfrm>
            <a:off x="252413" y="1412875"/>
            <a:ext cx="8640763" cy="44465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165100" lvl="0" indent="0">
              <a:spcBef>
                <a:spcPts val="425"/>
              </a:spcBef>
              <a:buClrTx/>
              <a:buFontTx/>
              <a:buNone/>
            </a:pPr>
            <a:r>
              <a:rPr lang="zh-CN" altLang="zh-CN" sz="2400">
                <a:solidFill>
                  <a:srgbClr val="9A3300"/>
                </a:solidFill>
                <a:latin typeface="黑体" panose="02010609060101010101" pitchFamily="49" charset="-122"/>
              </a:rPr>
              <a:t>I/O软件的设计目标</a:t>
            </a:r>
            <a:endParaRPr lang="zh-CN" altLang="zh-CN" sz="2400" b="0">
              <a:latin typeface="黑体" panose="02010609060101010101" pitchFamily="49" charset="-122"/>
            </a:endParaRPr>
          </a:p>
          <a:p>
            <a:pPr marL="165100" lvl="0" indent="0">
              <a:spcBef>
                <a:spcPts val="500"/>
              </a:spcBef>
              <a:buClr>
                <a:srgbClr val="3333CC"/>
              </a:buClr>
              <a:buSzPct val="110000"/>
              <a:buFont typeface="Wingdings" panose="05000000000000000000" pitchFamily="2" charset="2"/>
              <a:buChar char=""/>
            </a:pPr>
            <a:r>
              <a:rPr lang="zh-CN" altLang="en-US" sz="2400">
                <a:solidFill>
                  <a:srgbClr val="0033CC"/>
                </a:solidFill>
                <a:latin typeface="黑体" panose="02010609060101010101" pitchFamily="49" charset="-122"/>
              </a:rPr>
              <a:t>统一命名。</a:t>
            </a:r>
            <a:endParaRPr lang="en-US" altLang="zh-CN" sz="2400">
              <a:solidFill>
                <a:srgbClr val="0033CC"/>
              </a:solidFill>
              <a:latin typeface="黑体" panose="02010609060101010101" pitchFamily="49" charset="-122"/>
            </a:endParaRPr>
          </a:p>
          <a:p>
            <a:pPr marL="165100" lvl="0" indent="0">
              <a:spcBef>
                <a:spcPts val="500"/>
              </a:spcBef>
              <a:buClr>
                <a:srgbClr val="3333CC"/>
              </a:buClr>
              <a:buSzPct val="110000"/>
              <a:buFontTx/>
              <a:buNone/>
            </a:pPr>
            <a:r>
              <a:rPr lang="zh-CN" altLang="en-US" sz="2400" b="0">
                <a:latin typeface="黑体" panose="02010609060101010101" pitchFamily="49" charset="-122"/>
              </a:rPr>
              <a:t>每个设备的逻辑名字只是一个简单的字符串或一个整数，不依赖于具体的设备。</a:t>
            </a:r>
          </a:p>
          <a:p>
            <a:pPr marL="165100" lvl="0" indent="0">
              <a:spcBef>
                <a:spcPts val="500"/>
              </a:spcBef>
              <a:buClr>
                <a:srgbClr val="3333CC"/>
              </a:buClr>
              <a:buSzPct val="110000"/>
              <a:buFont typeface="Wingdings" panose="05000000000000000000" pitchFamily="2" charset="2"/>
              <a:buChar char=""/>
            </a:pPr>
            <a:r>
              <a:rPr lang="zh-CN" altLang="zh-CN" sz="2400">
                <a:solidFill>
                  <a:srgbClr val="0033CC"/>
                </a:solidFill>
                <a:latin typeface="黑体" panose="02010609060101010101" pitchFamily="49" charset="-122"/>
              </a:rPr>
              <a:t>设备独立性(device independence)；</a:t>
            </a:r>
            <a:endParaRPr lang="en-US" altLang="zh-CN" sz="2400">
              <a:solidFill>
                <a:srgbClr val="0033CC"/>
              </a:solidFill>
              <a:latin typeface="黑体" panose="02010609060101010101" pitchFamily="49" charset="-122"/>
            </a:endParaRPr>
          </a:p>
          <a:p>
            <a:pPr marL="165100" lvl="0" indent="0">
              <a:spcBef>
                <a:spcPts val="500"/>
              </a:spcBef>
              <a:buClr>
                <a:srgbClr val="3333CC"/>
              </a:buClr>
              <a:buSzPct val="110000"/>
              <a:buFontTx/>
              <a:buNone/>
            </a:pPr>
            <a:r>
              <a:rPr lang="zh-CN" altLang="en-US" sz="2400" b="0">
                <a:latin typeface="黑体" panose="02010609060101010101" pitchFamily="49" charset="-122"/>
              </a:rPr>
              <a:t>即用户编写的程序可以访问任意</a:t>
            </a:r>
            <a:r>
              <a:rPr lang="en-US" altLang="zh-CN" sz="2400" b="0">
                <a:latin typeface="黑体" panose="02010609060101010101" pitchFamily="49" charset="-122"/>
              </a:rPr>
              <a:t>I/O</a:t>
            </a:r>
            <a:r>
              <a:rPr lang="zh-CN" altLang="en-US" sz="2400" b="0">
                <a:latin typeface="黑体" panose="02010609060101010101" pitchFamily="49" charset="-122"/>
              </a:rPr>
              <a:t>设备，无需事先指定设备。这样做的好处是设备分配时的灵活性，易于实现</a:t>
            </a:r>
            <a:r>
              <a:rPr lang="en-US" altLang="zh-CN" sz="2400" b="0">
                <a:latin typeface="黑体" panose="02010609060101010101" pitchFamily="49" charset="-122"/>
              </a:rPr>
              <a:t>I/O</a:t>
            </a:r>
            <a:r>
              <a:rPr lang="zh-CN" altLang="en-US" sz="2400" b="0">
                <a:latin typeface="黑体" panose="02010609060101010101" pitchFamily="49" charset="-122"/>
              </a:rPr>
              <a:t>重定向。</a:t>
            </a:r>
          </a:p>
          <a:p>
            <a:pPr marL="165100" lvl="0" indent="0">
              <a:spcBef>
                <a:spcPts val="500"/>
              </a:spcBef>
              <a:buClr>
                <a:srgbClr val="3333CC"/>
              </a:buClr>
              <a:buSzPct val="110000"/>
              <a:buFontTx/>
              <a:buNone/>
            </a:pPr>
            <a:r>
              <a:rPr lang="zh-CN" altLang="en-US" sz="2400" b="0">
                <a:latin typeface="黑体" panose="02010609060101010101" pitchFamily="49" charset="-122"/>
              </a:rPr>
              <a:t>从用户角度：用户在编制程序时，使用逻辑设备名，由系统实现从逻辑设备到物理设备的转换，并实施</a:t>
            </a:r>
            <a:r>
              <a:rPr lang="en-US" altLang="zh-CN" sz="2400" b="0">
                <a:latin typeface="黑体" panose="02010609060101010101" pitchFamily="49" charset="-122"/>
              </a:rPr>
              <a:t>I/O</a:t>
            </a:r>
            <a:r>
              <a:rPr lang="zh-CN" altLang="en-US" sz="2400" b="0">
                <a:latin typeface="黑体" panose="02010609060101010101" pitchFamily="49" charset="-122"/>
              </a:rPr>
              <a:t>操作。</a:t>
            </a:r>
          </a:p>
          <a:p>
            <a:pPr marL="165100" lvl="0" indent="0">
              <a:spcBef>
                <a:spcPts val="500"/>
              </a:spcBef>
              <a:buClr>
                <a:srgbClr val="3333CC"/>
              </a:buClr>
              <a:buSzPct val="110000"/>
              <a:buFontTx/>
              <a:buNone/>
            </a:pPr>
            <a:r>
              <a:rPr lang="zh-CN" altLang="en-US" sz="2400" b="0">
                <a:latin typeface="黑体" panose="02010609060101010101" pitchFamily="49" charset="-122"/>
              </a:rPr>
              <a:t>从系统角度：设计并实现</a:t>
            </a:r>
            <a:r>
              <a:rPr lang="en-US" altLang="zh-CN" sz="2400" b="0">
                <a:latin typeface="黑体" panose="02010609060101010101" pitchFamily="49" charset="-122"/>
              </a:rPr>
              <a:t>I/O</a:t>
            </a:r>
            <a:r>
              <a:rPr lang="zh-CN" altLang="en-US" sz="2400" b="0">
                <a:latin typeface="黑体" panose="02010609060101010101" pitchFamily="49" charset="-122"/>
              </a:rPr>
              <a:t>软件时，除了直接与设备打交道的底层软件之外，其他部分的软件不依赖于硬件。</a:t>
            </a:r>
            <a:endParaRPr lang="zh-CN" altLang="zh-CN" sz="2400" b="0">
              <a:latin typeface="黑体" panose="02010609060101010101" pitchFamily="49" charset="-122"/>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3" name="Rectangle 2"/>
          <p:cNvSpPr/>
          <p:nvPr/>
        </p:nvSpPr>
        <p:spPr>
          <a:xfrm>
            <a:off x="250825" y="1341438"/>
            <a:ext cx="8424863" cy="4824412"/>
          </a:xfrm>
          <a:prstGeom prst="rect">
            <a:avLst/>
          </a:prstGeom>
          <a:noFill/>
          <a:ln w="9525">
            <a:noFill/>
          </a:ln>
        </p:spPr>
        <p:txBody>
          <a:bodyPr/>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342900" lvl="0" indent="-342900">
              <a:lnSpc>
                <a:spcPct val="120000"/>
              </a:lnSpc>
              <a:buClrTx/>
              <a:buSzPct val="70000"/>
              <a:buFont typeface="Wingdings" panose="05000000000000000000" pitchFamily="2" charset="2"/>
              <a:buNone/>
            </a:pPr>
            <a:r>
              <a:rPr lang="en-US" altLang="zh-CN" sz="2400">
                <a:latin typeface="黑体" panose="02010609060101010101" pitchFamily="49" charset="-122"/>
              </a:rPr>
              <a:t>  </a:t>
            </a:r>
            <a:r>
              <a:rPr lang="zh-CN" altLang="en-US" sz="2400" b="0">
                <a:solidFill>
                  <a:srgbClr val="0033CC"/>
                </a:solidFill>
                <a:latin typeface="黑体" panose="02010609060101010101" pitchFamily="49" charset="-122"/>
              </a:rPr>
              <a:t>设备独立性的优点</a:t>
            </a:r>
          </a:p>
          <a:p>
            <a:pPr marL="742950" lvl="1" indent="-285750">
              <a:lnSpc>
                <a:spcPct val="120000"/>
              </a:lnSpc>
              <a:buClrTx/>
              <a:buFontTx/>
              <a:buNone/>
            </a:pPr>
            <a:r>
              <a:rPr lang="en-US" altLang="zh-CN" b="0">
                <a:latin typeface="黑体" panose="02010609060101010101" pitchFamily="49" charset="-122"/>
              </a:rPr>
              <a:t>(1)</a:t>
            </a:r>
            <a:r>
              <a:rPr lang="zh-CN" altLang="en-US" b="0">
                <a:latin typeface="黑体" panose="02010609060101010101" pitchFamily="49" charset="-122"/>
              </a:rPr>
              <a:t>设备分配时的灵活性。系统可将该逻辑设备类中的任一台分配给进程使用。所有设备均占用时才阻塞。</a:t>
            </a:r>
          </a:p>
          <a:p>
            <a:pPr marL="742950" lvl="1" indent="-285750">
              <a:lnSpc>
                <a:spcPct val="120000"/>
              </a:lnSpc>
              <a:buClrTx/>
              <a:buFontTx/>
              <a:buNone/>
            </a:pPr>
            <a:r>
              <a:rPr lang="en-US" altLang="zh-CN" b="0">
                <a:latin typeface="黑体" panose="02010609060101010101" pitchFamily="49" charset="-122"/>
              </a:rPr>
              <a:t>(2)</a:t>
            </a:r>
            <a:r>
              <a:rPr lang="zh-CN" altLang="en-US" b="0">
                <a:latin typeface="黑体" panose="02010609060101010101" pitchFamily="49" charset="-122"/>
              </a:rPr>
              <a:t>易于实现</a:t>
            </a:r>
            <a:r>
              <a:rPr lang="en-US" altLang="zh-CN" b="0">
                <a:latin typeface="黑体" panose="02010609060101010101" pitchFamily="49" charset="-122"/>
              </a:rPr>
              <a:t>I/O</a:t>
            </a:r>
            <a:r>
              <a:rPr lang="zh-CN" altLang="en-US" b="0">
                <a:latin typeface="黑体" panose="02010609060101010101" pitchFamily="49" charset="-122"/>
              </a:rPr>
              <a:t>重定向。所谓</a:t>
            </a:r>
            <a:r>
              <a:rPr lang="en-US" altLang="zh-CN" b="0">
                <a:latin typeface="黑体" panose="02010609060101010101" pitchFamily="49" charset="-122"/>
              </a:rPr>
              <a:t>I/O</a:t>
            </a:r>
            <a:r>
              <a:rPr lang="zh-CN" altLang="en-US" b="0">
                <a:latin typeface="黑体" panose="02010609060101010101" pitchFamily="49" charset="-122"/>
              </a:rPr>
              <a:t>重定向，指用于</a:t>
            </a:r>
            <a:r>
              <a:rPr lang="en-US" altLang="zh-CN" b="0">
                <a:latin typeface="黑体" panose="02010609060101010101" pitchFamily="49" charset="-122"/>
              </a:rPr>
              <a:t>I/O</a:t>
            </a:r>
            <a:r>
              <a:rPr lang="zh-CN" altLang="en-US" b="0">
                <a:latin typeface="黑体" panose="02010609060101010101" pitchFamily="49" charset="-122"/>
              </a:rPr>
              <a:t>操作的设备可以更换，而不必变应用程序。如调试程序时输出到屏幕，而实际应用时改为输出到打印机</a:t>
            </a:r>
            <a:r>
              <a:rPr lang="en-US" altLang="zh-CN" b="0">
                <a:latin typeface="黑体" panose="02010609060101010101" pitchFamily="49" charset="-122"/>
              </a:rPr>
              <a:t>(</a:t>
            </a:r>
            <a:r>
              <a:rPr lang="zh-CN" altLang="en-US" b="0">
                <a:latin typeface="黑体" panose="02010609060101010101" pitchFamily="49" charset="-122"/>
              </a:rPr>
              <a:t>逻辑设备表中的显示终端改为打印机</a:t>
            </a:r>
            <a:r>
              <a:rPr lang="en-US" altLang="zh-CN" b="0">
                <a:latin typeface="黑体" panose="02010609060101010101" pitchFamily="49" charset="-122"/>
              </a:rPr>
              <a:t>)</a:t>
            </a:r>
          </a:p>
        </p:txBody>
      </p:sp>
      <p:sp>
        <p:nvSpPr>
          <p:cNvPr id="6" name="Rectangle 2"/>
          <p:cNvSpPr txBox="1">
            <a:spLocks noChangeArrowheads="1"/>
          </p:cNvSpPr>
          <p:nvPr/>
        </p:nvSpPr>
        <p:spPr>
          <a:xfrm>
            <a:off x="406400" y="557213"/>
            <a:ext cx="8204200" cy="1143000"/>
          </a:xfrm>
          <a:prstGeom prst="rect">
            <a:avLst/>
          </a:prstGeom>
        </p:spPr>
        <p:txBody>
          <a:bodyPr/>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0" lvl="0" indent="0" eaLnBrk="1" hangingPunct="1">
              <a:spcBef>
                <a:spcPct val="0"/>
              </a:spcBef>
              <a:buClrTx/>
              <a:buFontTx/>
              <a:buNone/>
            </a:pPr>
            <a:r>
              <a:rPr lang="en-US" altLang="zh-CN" sz="3600" b="0">
                <a:solidFill>
                  <a:schemeClr val="tx2"/>
                </a:solidFill>
                <a:latin typeface="Arial Black" panose="020B0A04020102020204" pitchFamily="34" charset="0"/>
              </a:rPr>
              <a:t>7.5</a:t>
            </a:r>
            <a:r>
              <a:rPr lang="zh-CN" altLang="en-US" sz="3600" b="0">
                <a:solidFill>
                  <a:schemeClr val="tx2"/>
                </a:solidFill>
                <a:latin typeface="Arial Black" panose="020B0A04020102020204" pitchFamily="34" charset="0"/>
              </a:rPr>
              <a:t> </a:t>
            </a:r>
            <a:r>
              <a:rPr lang="en-US" altLang="zh-CN" sz="3600" b="0">
                <a:solidFill>
                  <a:schemeClr val="tx2"/>
                </a:solidFill>
                <a:latin typeface="Arial Black" panose="020B0A04020102020204" pitchFamily="34" charset="0"/>
              </a:rPr>
              <a:t>I/O</a:t>
            </a:r>
            <a:r>
              <a:rPr lang="zh-CN" altLang="en-US" sz="3600" b="0">
                <a:solidFill>
                  <a:schemeClr val="tx2"/>
                </a:solidFill>
                <a:latin typeface="Arial Black" panose="020B0A04020102020204" pitchFamily="34" charset="0"/>
              </a:rPr>
              <a:t>软件的组成</a:t>
            </a:r>
          </a:p>
        </p:txBody>
      </p:sp>
    </p:spTree>
  </p:cSld>
  <p:clrMapOvr>
    <a:masterClrMapping/>
  </p:clrMapOvr>
  <p:transition spd="slow"/>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7" name="灯片编号占位符 3"/>
          <p:cNvSpPr txBox="1">
            <a:spLocks noGrp="1"/>
          </p:cNvSpPr>
          <p:nvPr>
            <p:ph type="sldNum" sz="quarter" idx="12"/>
          </p:nvPr>
        </p:nvSpPr>
        <p:spPr>
          <a:xfrm>
            <a:off x="431800" y="6229350"/>
            <a:ext cx="2311400" cy="457200"/>
          </a:xfrm>
        </p:spPr>
        <p:txBody>
          <a:bodyPr anchor="b" anchorCtr="0"/>
          <a:lstStyle/>
          <a:p>
            <a:pPr marL="0" indent="0">
              <a:spcBef>
                <a:spcPct val="50000"/>
              </a:spcBef>
              <a:buClrTx/>
              <a:buFontTx/>
              <a:buNone/>
            </a:pPr>
            <a:r>
              <a:rPr lang="zh-CN" altLang="en-US" sz="1200" b="0">
                <a:solidFill>
                  <a:srgbClr val="3366CC"/>
                </a:solidFill>
                <a:ea typeface="宋体" panose="02010600030101010101" pitchFamily="2" charset="-122"/>
              </a:rPr>
              <a:t>第</a:t>
            </a:r>
            <a:fld id="{9A0DB2DC-4C9A-4742-B13C-FB6460FD3503}" type="slidenum">
              <a:rPr lang="zh-TW" altLang="en-US" sz="1200" b="0">
                <a:solidFill>
                  <a:srgbClr val="3366CC"/>
                </a:solidFill>
                <a:ea typeface="PMingLiU" pitchFamily="18" charset="-120"/>
              </a:rPr>
              <a:t>39</a:t>
            </a:fld>
            <a:r>
              <a:rPr lang="zh-CN" altLang="en-US" sz="1200" b="0">
                <a:solidFill>
                  <a:srgbClr val="3366CC"/>
                </a:solidFill>
                <a:ea typeface="宋体" panose="02010600030101010101" pitchFamily="2" charset="-122"/>
              </a:rPr>
              <a:t>页</a:t>
            </a:r>
            <a:endParaRPr lang="zh-TW" altLang="en-US" sz="1200" b="0">
              <a:solidFill>
                <a:srgbClr val="3366CC"/>
              </a:solidFill>
              <a:ea typeface="宋体" panose="02010600030101010101" pitchFamily="2" charset="-122"/>
            </a:endParaRPr>
          </a:p>
        </p:txBody>
      </p:sp>
      <p:sp>
        <p:nvSpPr>
          <p:cNvPr id="55298" name="Rectangle 2"/>
          <p:cNvSpPr>
            <a:spLocks noGrp="1"/>
          </p:cNvSpPr>
          <p:nvPr>
            <p:ph type="title"/>
          </p:nvPr>
        </p:nvSpPr>
        <p:spPr/>
        <p:txBody>
          <a:bodyPr vert="horz" wrap="square" lIns="91440" tIns="45720" rIns="91440" bIns="45720" anchor="b" anchorCtr="0"/>
          <a:lstStyle/>
          <a:p>
            <a:pPr eaLnBrk="1" hangingPunct="1"/>
            <a:r>
              <a:rPr lang="en-US" altLang="zh-CN"/>
              <a:t>7.5</a:t>
            </a:r>
            <a:r>
              <a:rPr lang="zh-CN" altLang="en-US"/>
              <a:t> </a:t>
            </a:r>
            <a:r>
              <a:rPr lang="en-US" altLang="zh-CN"/>
              <a:t>I/O</a:t>
            </a:r>
            <a:r>
              <a:rPr lang="zh-CN" altLang="en-US"/>
              <a:t>软件的组成</a:t>
            </a:r>
          </a:p>
        </p:txBody>
      </p:sp>
      <p:sp>
        <p:nvSpPr>
          <p:cNvPr id="55299" name="object 6"/>
          <p:cNvSpPr txBox="1"/>
          <p:nvPr/>
        </p:nvSpPr>
        <p:spPr>
          <a:xfrm>
            <a:off x="547688" y="1428750"/>
            <a:ext cx="1954212" cy="344488"/>
          </a:xfrm>
          <a:prstGeom prst="rect">
            <a:avLst/>
          </a:prstGeom>
          <a:noFill/>
          <a:ln w="9525">
            <a:noFill/>
          </a:ln>
        </p:spPr>
        <p:txBody>
          <a:bodyPr lIns="0" tIns="0" rIns="0" bIns="0">
            <a:spAutoFit/>
          </a:bodyPr>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12700" lvl="0" indent="0">
              <a:spcBef>
                <a:spcPct val="0"/>
              </a:spcBef>
              <a:buClrTx/>
              <a:buFontTx/>
              <a:buNone/>
            </a:pPr>
            <a:r>
              <a:rPr lang="zh-CN" altLang="zh-CN" sz="2400">
                <a:solidFill>
                  <a:srgbClr val="9A3300"/>
                </a:solidFill>
                <a:latin typeface="Arial" panose="020B0604020202020204" pitchFamily="34" charset="0"/>
                <a:ea typeface="宋体" panose="02010600030101010101" pitchFamily="2" charset="-122"/>
              </a:rPr>
              <a:t>I/O</a:t>
            </a:r>
            <a:r>
              <a:rPr lang="zh-CN" altLang="zh-CN" sz="2400">
                <a:solidFill>
                  <a:srgbClr val="9A3300"/>
                </a:solidFill>
                <a:latin typeface="宋体" panose="02010600030101010101" pitchFamily="2" charset="-122"/>
                <a:ea typeface="宋体" panose="02010600030101010101" pitchFamily="2" charset="-122"/>
              </a:rPr>
              <a:t>软件的结构</a:t>
            </a:r>
            <a:endParaRPr lang="zh-CN" altLang="zh-CN" sz="2400" b="0">
              <a:latin typeface="宋体" panose="02010600030101010101" pitchFamily="2" charset="-122"/>
              <a:ea typeface="宋体" panose="02010600030101010101" pitchFamily="2" charset="-122"/>
            </a:endParaRPr>
          </a:p>
        </p:txBody>
      </p:sp>
      <p:sp>
        <p:nvSpPr>
          <p:cNvPr id="55300" name="object 7"/>
          <p:cNvSpPr/>
          <p:nvPr/>
        </p:nvSpPr>
        <p:spPr>
          <a:xfrm>
            <a:off x="2882900" y="5378450"/>
            <a:ext cx="2232025" cy="936625"/>
          </a:xfrm>
          <a:custGeom>
            <a:avLst/>
            <a:gdLst/>
            <a:ahLst/>
            <a:cxnLst>
              <a:cxn ang="0">
                <a:pos x="2228202" y="429506"/>
              </a:cxn>
              <a:cxn ang="0">
                <a:pos x="2199496" y="355459"/>
              </a:cxn>
              <a:cxn ang="0">
                <a:pos x="2144279" y="285785"/>
              </a:cxn>
              <a:cxn ang="0">
                <a:pos x="2064843" y="221449"/>
              </a:cxn>
              <a:cxn ang="0">
                <a:pos x="1963476" y="163416"/>
              </a:cxn>
              <a:cxn ang="0">
                <a:pos x="1842471" y="112650"/>
              </a:cxn>
              <a:cxn ang="0">
                <a:pos x="1704117" y="70116"/>
              </a:cxn>
              <a:cxn ang="0">
                <a:pos x="1550705" y="36778"/>
              </a:cxn>
              <a:cxn ang="0">
                <a:pos x="1384526" y="13601"/>
              </a:cxn>
              <a:cxn ang="0">
                <a:pos x="1207870" y="1551"/>
              </a:cxn>
              <a:cxn ang="0">
                <a:pos x="1024783" y="1551"/>
              </a:cxn>
              <a:cxn ang="0">
                <a:pos x="848087" y="13601"/>
              </a:cxn>
              <a:cxn ang="0">
                <a:pos x="681835" y="36778"/>
              </a:cxn>
              <a:cxn ang="0">
                <a:pos x="528327" y="70116"/>
              </a:cxn>
              <a:cxn ang="0">
                <a:pos x="389864" y="112650"/>
              </a:cxn>
              <a:cxn ang="0">
                <a:pos x="268745" y="163416"/>
              </a:cxn>
              <a:cxn ang="0">
                <a:pos x="167269" y="221449"/>
              </a:cxn>
              <a:cxn ang="0">
                <a:pos x="87737" y="285785"/>
              </a:cxn>
              <a:cxn ang="0">
                <a:pos x="32447" y="355459"/>
              </a:cxn>
              <a:cxn ang="0">
                <a:pos x="3701" y="429506"/>
              </a:cxn>
              <a:cxn ang="0">
                <a:pos x="3701" y="506338"/>
              </a:cxn>
              <a:cxn ang="0">
                <a:pos x="32447" y="580570"/>
              </a:cxn>
              <a:cxn ang="0">
                <a:pos x="87737" y="650390"/>
              </a:cxn>
              <a:cxn ang="0">
                <a:pos x="167269" y="714838"/>
              </a:cxn>
              <a:cxn ang="0">
                <a:pos x="268745" y="772954"/>
              </a:cxn>
              <a:cxn ang="0">
                <a:pos x="389864" y="823778"/>
              </a:cxn>
              <a:cxn ang="0">
                <a:pos x="528327" y="866349"/>
              </a:cxn>
              <a:cxn ang="0">
                <a:pos x="681835" y="899707"/>
              </a:cxn>
              <a:cxn ang="0">
                <a:pos x="848087" y="922893"/>
              </a:cxn>
              <a:cxn ang="0">
                <a:pos x="1024783" y="934946"/>
              </a:cxn>
              <a:cxn ang="0">
                <a:pos x="1207870" y="934946"/>
              </a:cxn>
              <a:cxn ang="0">
                <a:pos x="1384526" y="922893"/>
              </a:cxn>
              <a:cxn ang="0">
                <a:pos x="1550705" y="899707"/>
              </a:cxn>
              <a:cxn ang="0">
                <a:pos x="1704117" y="866349"/>
              </a:cxn>
              <a:cxn ang="0">
                <a:pos x="1842471" y="823778"/>
              </a:cxn>
              <a:cxn ang="0">
                <a:pos x="1963476" y="772954"/>
              </a:cxn>
              <a:cxn ang="0">
                <a:pos x="2064843" y="714838"/>
              </a:cxn>
              <a:cxn ang="0">
                <a:pos x="2144279" y="650390"/>
              </a:cxn>
              <a:cxn ang="0">
                <a:pos x="2199496" y="580570"/>
              </a:cxn>
              <a:cxn ang="0">
                <a:pos x="2228202" y="506338"/>
              </a:cxn>
            </a:cxnLst>
            <a:rect l="0" t="0" r="0" b="0"/>
            <a:pathLst>
              <a:path w="2232025" h="936625">
                <a:moveTo>
                  <a:pt x="2231898" y="467867"/>
                </a:moveTo>
                <a:lnTo>
                  <a:pt x="2228202" y="429506"/>
                </a:lnTo>
                <a:lnTo>
                  <a:pt x="2217306" y="391996"/>
                </a:lnTo>
                <a:lnTo>
                  <a:pt x="2199496" y="355459"/>
                </a:lnTo>
                <a:lnTo>
                  <a:pt x="2175058" y="320015"/>
                </a:lnTo>
                <a:lnTo>
                  <a:pt x="2144279" y="285785"/>
                </a:lnTo>
                <a:lnTo>
                  <a:pt x="2107445" y="252890"/>
                </a:lnTo>
                <a:lnTo>
                  <a:pt x="2064843" y="221449"/>
                </a:lnTo>
                <a:lnTo>
                  <a:pt x="2016757" y="191585"/>
                </a:lnTo>
                <a:lnTo>
                  <a:pt x="1963476" y="163416"/>
                </a:lnTo>
                <a:lnTo>
                  <a:pt x="1905285" y="137064"/>
                </a:lnTo>
                <a:lnTo>
                  <a:pt x="1842471" y="112650"/>
                </a:lnTo>
                <a:lnTo>
                  <a:pt x="1775319" y="90293"/>
                </a:lnTo>
                <a:lnTo>
                  <a:pt x="1704117" y="70116"/>
                </a:lnTo>
                <a:lnTo>
                  <a:pt x="1629150" y="52237"/>
                </a:lnTo>
                <a:lnTo>
                  <a:pt x="1550705" y="36778"/>
                </a:lnTo>
                <a:lnTo>
                  <a:pt x="1469068" y="23859"/>
                </a:lnTo>
                <a:lnTo>
                  <a:pt x="1384526" y="13601"/>
                </a:lnTo>
                <a:lnTo>
                  <a:pt x="1297365" y="6125"/>
                </a:lnTo>
                <a:lnTo>
                  <a:pt x="1207870" y="1551"/>
                </a:lnTo>
                <a:lnTo>
                  <a:pt x="1116330" y="0"/>
                </a:lnTo>
                <a:lnTo>
                  <a:pt x="1024783" y="1551"/>
                </a:lnTo>
                <a:lnTo>
                  <a:pt x="935273" y="6125"/>
                </a:lnTo>
                <a:lnTo>
                  <a:pt x="848087" y="13601"/>
                </a:lnTo>
                <a:lnTo>
                  <a:pt x="763511" y="23859"/>
                </a:lnTo>
                <a:lnTo>
                  <a:pt x="681835" y="36778"/>
                </a:lnTo>
                <a:lnTo>
                  <a:pt x="603344" y="52237"/>
                </a:lnTo>
                <a:lnTo>
                  <a:pt x="528327" y="70116"/>
                </a:lnTo>
                <a:lnTo>
                  <a:pt x="457071" y="90293"/>
                </a:lnTo>
                <a:lnTo>
                  <a:pt x="389864" y="112650"/>
                </a:lnTo>
                <a:lnTo>
                  <a:pt x="326993" y="137064"/>
                </a:lnTo>
                <a:lnTo>
                  <a:pt x="268745" y="163416"/>
                </a:lnTo>
                <a:lnTo>
                  <a:pt x="215408" y="191585"/>
                </a:lnTo>
                <a:lnTo>
                  <a:pt x="167269" y="221449"/>
                </a:lnTo>
                <a:lnTo>
                  <a:pt x="124616" y="252890"/>
                </a:lnTo>
                <a:lnTo>
                  <a:pt x="87737" y="285785"/>
                </a:lnTo>
                <a:lnTo>
                  <a:pt x="56918" y="320015"/>
                </a:lnTo>
                <a:lnTo>
                  <a:pt x="32447" y="355459"/>
                </a:lnTo>
                <a:lnTo>
                  <a:pt x="14612" y="391996"/>
                </a:lnTo>
                <a:lnTo>
                  <a:pt x="3701" y="429506"/>
                </a:lnTo>
                <a:lnTo>
                  <a:pt x="0" y="467868"/>
                </a:lnTo>
                <a:lnTo>
                  <a:pt x="3701" y="506338"/>
                </a:lnTo>
                <a:lnTo>
                  <a:pt x="14612" y="543946"/>
                </a:lnTo>
                <a:lnTo>
                  <a:pt x="32447" y="580570"/>
                </a:lnTo>
                <a:lnTo>
                  <a:pt x="56918" y="616092"/>
                </a:lnTo>
                <a:lnTo>
                  <a:pt x="87737" y="650390"/>
                </a:lnTo>
                <a:lnTo>
                  <a:pt x="124616" y="683346"/>
                </a:lnTo>
                <a:lnTo>
                  <a:pt x="167269" y="714838"/>
                </a:lnTo>
                <a:lnTo>
                  <a:pt x="215408" y="744748"/>
                </a:lnTo>
                <a:lnTo>
                  <a:pt x="268745" y="772954"/>
                </a:lnTo>
                <a:lnTo>
                  <a:pt x="326993" y="799338"/>
                </a:lnTo>
                <a:lnTo>
                  <a:pt x="389864" y="823778"/>
                </a:lnTo>
                <a:lnTo>
                  <a:pt x="457071" y="846155"/>
                </a:lnTo>
                <a:lnTo>
                  <a:pt x="528327" y="866349"/>
                </a:lnTo>
                <a:lnTo>
                  <a:pt x="603344" y="884240"/>
                </a:lnTo>
                <a:lnTo>
                  <a:pt x="681835" y="899707"/>
                </a:lnTo>
                <a:lnTo>
                  <a:pt x="763511" y="912632"/>
                </a:lnTo>
                <a:lnTo>
                  <a:pt x="848087" y="922893"/>
                </a:lnTo>
                <a:lnTo>
                  <a:pt x="935273" y="930371"/>
                </a:lnTo>
                <a:lnTo>
                  <a:pt x="1024783" y="934946"/>
                </a:lnTo>
                <a:lnTo>
                  <a:pt x="1116330" y="936497"/>
                </a:lnTo>
                <a:lnTo>
                  <a:pt x="1207870" y="934946"/>
                </a:lnTo>
                <a:lnTo>
                  <a:pt x="1297365" y="930371"/>
                </a:lnTo>
                <a:lnTo>
                  <a:pt x="1384526" y="922893"/>
                </a:lnTo>
                <a:lnTo>
                  <a:pt x="1469068" y="912632"/>
                </a:lnTo>
                <a:lnTo>
                  <a:pt x="1550705" y="899707"/>
                </a:lnTo>
                <a:lnTo>
                  <a:pt x="1629150" y="884240"/>
                </a:lnTo>
                <a:lnTo>
                  <a:pt x="1704117" y="866349"/>
                </a:lnTo>
                <a:lnTo>
                  <a:pt x="1775319" y="846155"/>
                </a:lnTo>
                <a:lnTo>
                  <a:pt x="1842471" y="823778"/>
                </a:lnTo>
                <a:lnTo>
                  <a:pt x="1905285" y="799337"/>
                </a:lnTo>
                <a:lnTo>
                  <a:pt x="1963476" y="772954"/>
                </a:lnTo>
                <a:lnTo>
                  <a:pt x="2016757" y="744748"/>
                </a:lnTo>
                <a:lnTo>
                  <a:pt x="2064843" y="714838"/>
                </a:lnTo>
                <a:lnTo>
                  <a:pt x="2107445" y="683346"/>
                </a:lnTo>
                <a:lnTo>
                  <a:pt x="2144279" y="650390"/>
                </a:lnTo>
                <a:lnTo>
                  <a:pt x="2175058" y="616092"/>
                </a:lnTo>
                <a:lnTo>
                  <a:pt x="2199496" y="580570"/>
                </a:lnTo>
                <a:lnTo>
                  <a:pt x="2217306" y="543946"/>
                </a:lnTo>
                <a:lnTo>
                  <a:pt x="2228202" y="506338"/>
                </a:lnTo>
                <a:lnTo>
                  <a:pt x="2231898" y="467867"/>
                </a:lnTo>
                <a:close/>
              </a:path>
            </a:pathLst>
          </a:custGeom>
          <a:solidFill>
            <a:srgbClr val="0066FF">
              <a:alpha val="100000"/>
            </a:srgbClr>
          </a:solidFill>
          <a:ln w="9525">
            <a:noFill/>
          </a:ln>
        </p:spPr>
        <p:txBody>
          <a:bodyPr/>
          <a:lstStyle/>
          <a:p>
            <a:endParaRPr lang="zh-CN" altLang="en-US"/>
          </a:p>
        </p:txBody>
      </p:sp>
      <p:sp>
        <p:nvSpPr>
          <p:cNvPr id="55301" name="object 8"/>
          <p:cNvSpPr/>
          <p:nvPr/>
        </p:nvSpPr>
        <p:spPr>
          <a:xfrm>
            <a:off x="2882900" y="5378450"/>
            <a:ext cx="2232025" cy="936625"/>
          </a:xfrm>
          <a:custGeom>
            <a:avLst/>
            <a:gdLst/>
            <a:ahLst/>
            <a:cxnLst>
              <a:cxn ang="0">
                <a:pos x="1024783" y="1551"/>
              </a:cxn>
              <a:cxn ang="0">
                <a:pos x="848087" y="13601"/>
              </a:cxn>
              <a:cxn ang="0">
                <a:pos x="681835" y="36778"/>
              </a:cxn>
              <a:cxn ang="0">
                <a:pos x="528327" y="70116"/>
              </a:cxn>
              <a:cxn ang="0">
                <a:pos x="389864" y="112650"/>
              </a:cxn>
              <a:cxn ang="0">
                <a:pos x="268745" y="163416"/>
              </a:cxn>
              <a:cxn ang="0">
                <a:pos x="167269" y="221449"/>
              </a:cxn>
              <a:cxn ang="0">
                <a:pos x="87737" y="285785"/>
              </a:cxn>
              <a:cxn ang="0">
                <a:pos x="32447" y="355459"/>
              </a:cxn>
              <a:cxn ang="0">
                <a:pos x="3701" y="429506"/>
              </a:cxn>
              <a:cxn ang="0">
                <a:pos x="3701" y="506338"/>
              </a:cxn>
              <a:cxn ang="0">
                <a:pos x="32447" y="580570"/>
              </a:cxn>
              <a:cxn ang="0">
                <a:pos x="87737" y="650390"/>
              </a:cxn>
              <a:cxn ang="0">
                <a:pos x="167269" y="714838"/>
              </a:cxn>
              <a:cxn ang="0">
                <a:pos x="268745" y="772954"/>
              </a:cxn>
              <a:cxn ang="0">
                <a:pos x="389864" y="823778"/>
              </a:cxn>
              <a:cxn ang="0">
                <a:pos x="528327" y="866349"/>
              </a:cxn>
              <a:cxn ang="0">
                <a:pos x="681835" y="899707"/>
              </a:cxn>
              <a:cxn ang="0">
                <a:pos x="848087" y="922893"/>
              </a:cxn>
              <a:cxn ang="0">
                <a:pos x="1024783" y="934946"/>
              </a:cxn>
              <a:cxn ang="0">
                <a:pos x="1207870" y="934946"/>
              </a:cxn>
              <a:cxn ang="0">
                <a:pos x="1384526" y="922893"/>
              </a:cxn>
              <a:cxn ang="0">
                <a:pos x="1550705" y="899707"/>
              </a:cxn>
              <a:cxn ang="0">
                <a:pos x="1704117" y="866349"/>
              </a:cxn>
              <a:cxn ang="0">
                <a:pos x="1842471" y="823778"/>
              </a:cxn>
              <a:cxn ang="0">
                <a:pos x="1963476" y="772954"/>
              </a:cxn>
              <a:cxn ang="0">
                <a:pos x="2064843" y="714838"/>
              </a:cxn>
              <a:cxn ang="0">
                <a:pos x="2144279" y="650390"/>
              </a:cxn>
              <a:cxn ang="0">
                <a:pos x="2199496" y="580570"/>
              </a:cxn>
              <a:cxn ang="0">
                <a:pos x="2228202" y="506338"/>
              </a:cxn>
              <a:cxn ang="0">
                <a:pos x="2228202" y="429506"/>
              </a:cxn>
              <a:cxn ang="0">
                <a:pos x="2199496" y="355459"/>
              </a:cxn>
              <a:cxn ang="0">
                <a:pos x="2144279" y="285785"/>
              </a:cxn>
              <a:cxn ang="0">
                <a:pos x="2064843" y="221449"/>
              </a:cxn>
              <a:cxn ang="0">
                <a:pos x="1963476" y="163416"/>
              </a:cxn>
              <a:cxn ang="0">
                <a:pos x="1842471" y="112650"/>
              </a:cxn>
              <a:cxn ang="0">
                <a:pos x="1704117" y="70116"/>
              </a:cxn>
              <a:cxn ang="0">
                <a:pos x="1550705" y="36778"/>
              </a:cxn>
              <a:cxn ang="0">
                <a:pos x="1384526" y="13601"/>
              </a:cxn>
              <a:cxn ang="0">
                <a:pos x="1207870" y="1551"/>
              </a:cxn>
            </a:cxnLst>
            <a:rect l="0" t="0" r="0" b="0"/>
            <a:pathLst>
              <a:path w="2232025" h="936625">
                <a:moveTo>
                  <a:pt x="1116330" y="0"/>
                </a:moveTo>
                <a:lnTo>
                  <a:pt x="1024783" y="1551"/>
                </a:lnTo>
                <a:lnTo>
                  <a:pt x="935273" y="6125"/>
                </a:lnTo>
                <a:lnTo>
                  <a:pt x="848087" y="13601"/>
                </a:lnTo>
                <a:lnTo>
                  <a:pt x="763511" y="23859"/>
                </a:lnTo>
                <a:lnTo>
                  <a:pt x="681835" y="36778"/>
                </a:lnTo>
                <a:lnTo>
                  <a:pt x="603344" y="52237"/>
                </a:lnTo>
                <a:lnTo>
                  <a:pt x="528327" y="70116"/>
                </a:lnTo>
                <a:lnTo>
                  <a:pt x="457071" y="90293"/>
                </a:lnTo>
                <a:lnTo>
                  <a:pt x="389864" y="112650"/>
                </a:lnTo>
                <a:lnTo>
                  <a:pt x="326993" y="137064"/>
                </a:lnTo>
                <a:lnTo>
                  <a:pt x="268745" y="163416"/>
                </a:lnTo>
                <a:lnTo>
                  <a:pt x="215408" y="191585"/>
                </a:lnTo>
                <a:lnTo>
                  <a:pt x="167269" y="221449"/>
                </a:lnTo>
                <a:lnTo>
                  <a:pt x="124616" y="252890"/>
                </a:lnTo>
                <a:lnTo>
                  <a:pt x="87737" y="285785"/>
                </a:lnTo>
                <a:lnTo>
                  <a:pt x="56918" y="320015"/>
                </a:lnTo>
                <a:lnTo>
                  <a:pt x="32447" y="355459"/>
                </a:lnTo>
                <a:lnTo>
                  <a:pt x="14612" y="391996"/>
                </a:lnTo>
                <a:lnTo>
                  <a:pt x="3701" y="429506"/>
                </a:lnTo>
                <a:lnTo>
                  <a:pt x="0" y="467868"/>
                </a:lnTo>
                <a:lnTo>
                  <a:pt x="3701" y="506338"/>
                </a:lnTo>
                <a:lnTo>
                  <a:pt x="14612" y="543946"/>
                </a:lnTo>
                <a:lnTo>
                  <a:pt x="32447" y="580570"/>
                </a:lnTo>
                <a:lnTo>
                  <a:pt x="56918" y="616092"/>
                </a:lnTo>
                <a:lnTo>
                  <a:pt x="87737" y="650390"/>
                </a:lnTo>
                <a:lnTo>
                  <a:pt x="124616" y="683346"/>
                </a:lnTo>
                <a:lnTo>
                  <a:pt x="167269" y="714838"/>
                </a:lnTo>
                <a:lnTo>
                  <a:pt x="215408" y="744748"/>
                </a:lnTo>
                <a:lnTo>
                  <a:pt x="268745" y="772954"/>
                </a:lnTo>
                <a:lnTo>
                  <a:pt x="326993" y="799338"/>
                </a:lnTo>
                <a:lnTo>
                  <a:pt x="389864" y="823778"/>
                </a:lnTo>
                <a:lnTo>
                  <a:pt x="457071" y="846155"/>
                </a:lnTo>
                <a:lnTo>
                  <a:pt x="528327" y="866349"/>
                </a:lnTo>
                <a:lnTo>
                  <a:pt x="603344" y="884240"/>
                </a:lnTo>
                <a:lnTo>
                  <a:pt x="681835" y="899707"/>
                </a:lnTo>
                <a:lnTo>
                  <a:pt x="763511" y="912632"/>
                </a:lnTo>
                <a:lnTo>
                  <a:pt x="848087" y="922893"/>
                </a:lnTo>
                <a:lnTo>
                  <a:pt x="935273" y="930371"/>
                </a:lnTo>
                <a:lnTo>
                  <a:pt x="1024783" y="934946"/>
                </a:lnTo>
                <a:lnTo>
                  <a:pt x="1116330" y="936497"/>
                </a:lnTo>
                <a:lnTo>
                  <a:pt x="1207870" y="934946"/>
                </a:lnTo>
                <a:lnTo>
                  <a:pt x="1297365" y="930371"/>
                </a:lnTo>
                <a:lnTo>
                  <a:pt x="1384526" y="922893"/>
                </a:lnTo>
                <a:lnTo>
                  <a:pt x="1469068" y="912632"/>
                </a:lnTo>
                <a:lnTo>
                  <a:pt x="1550705" y="899707"/>
                </a:lnTo>
                <a:lnTo>
                  <a:pt x="1629150" y="884240"/>
                </a:lnTo>
                <a:lnTo>
                  <a:pt x="1704117" y="866349"/>
                </a:lnTo>
                <a:lnTo>
                  <a:pt x="1775319" y="846155"/>
                </a:lnTo>
                <a:lnTo>
                  <a:pt x="1842471" y="823778"/>
                </a:lnTo>
                <a:lnTo>
                  <a:pt x="1905285" y="799337"/>
                </a:lnTo>
                <a:lnTo>
                  <a:pt x="1963476" y="772954"/>
                </a:lnTo>
                <a:lnTo>
                  <a:pt x="2016757" y="744748"/>
                </a:lnTo>
                <a:lnTo>
                  <a:pt x="2064843" y="714838"/>
                </a:lnTo>
                <a:lnTo>
                  <a:pt x="2107445" y="683346"/>
                </a:lnTo>
                <a:lnTo>
                  <a:pt x="2144279" y="650390"/>
                </a:lnTo>
                <a:lnTo>
                  <a:pt x="2175058" y="616092"/>
                </a:lnTo>
                <a:lnTo>
                  <a:pt x="2199496" y="580570"/>
                </a:lnTo>
                <a:lnTo>
                  <a:pt x="2217306" y="543946"/>
                </a:lnTo>
                <a:lnTo>
                  <a:pt x="2228202" y="506338"/>
                </a:lnTo>
                <a:lnTo>
                  <a:pt x="2231898" y="467867"/>
                </a:lnTo>
                <a:lnTo>
                  <a:pt x="2228202" y="429506"/>
                </a:lnTo>
                <a:lnTo>
                  <a:pt x="2217306" y="391996"/>
                </a:lnTo>
                <a:lnTo>
                  <a:pt x="2199496" y="355459"/>
                </a:lnTo>
                <a:lnTo>
                  <a:pt x="2175058" y="320015"/>
                </a:lnTo>
                <a:lnTo>
                  <a:pt x="2144279" y="285785"/>
                </a:lnTo>
                <a:lnTo>
                  <a:pt x="2107445" y="252890"/>
                </a:lnTo>
                <a:lnTo>
                  <a:pt x="2064843" y="221449"/>
                </a:lnTo>
                <a:lnTo>
                  <a:pt x="2016757" y="191585"/>
                </a:lnTo>
                <a:lnTo>
                  <a:pt x="1963476" y="163416"/>
                </a:lnTo>
                <a:lnTo>
                  <a:pt x="1905285" y="137064"/>
                </a:lnTo>
                <a:lnTo>
                  <a:pt x="1842471" y="112650"/>
                </a:lnTo>
                <a:lnTo>
                  <a:pt x="1775319" y="90293"/>
                </a:lnTo>
                <a:lnTo>
                  <a:pt x="1704117" y="70116"/>
                </a:lnTo>
                <a:lnTo>
                  <a:pt x="1629150" y="52237"/>
                </a:lnTo>
                <a:lnTo>
                  <a:pt x="1550705" y="36778"/>
                </a:lnTo>
                <a:lnTo>
                  <a:pt x="1469068" y="23859"/>
                </a:lnTo>
                <a:lnTo>
                  <a:pt x="1384526" y="13601"/>
                </a:lnTo>
                <a:lnTo>
                  <a:pt x="1297365" y="6125"/>
                </a:lnTo>
                <a:lnTo>
                  <a:pt x="1207870" y="1551"/>
                </a:lnTo>
                <a:lnTo>
                  <a:pt x="1116330" y="0"/>
                </a:lnTo>
                <a:close/>
              </a:path>
            </a:pathLst>
          </a:custGeom>
          <a:noFill/>
          <a:ln w="19049" cap="flat" cmpd="sng">
            <a:solidFill>
              <a:srgbClr val="000000">
                <a:alpha val="100000"/>
              </a:srgbClr>
            </a:solidFill>
            <a:prstDash val="solid"/>
            <a:round/>
            <a:headEnd type="none" w="med" len="med"/>
            <a:tailEnd type="none" w="med" len="med"/>
          </a:ln>
        </p:spPr>
        <p:txBody>
          <a:bodyPr/>
          <a:lstStyle/>
          <a:p>
            <a:endParaRPr lang="zh-CN" altLang="en-US"/>
          </a:p>
        </p:txBody>
      </p:sp>
      <p:sp>
        <p:nvSpPr>
          <p:cNvPr id="18" name="object 9"/>
          <p:cNvSpPr txBox="1"/>
          <p:nvPr/>
        </p:nvSpPr>
        <p:spPr>
          <a:xfrm>
            <a:off x="3295650" y="5707063"/>
            <a:ext cx="1408113" cy="293688"/>
          </a:xfrm>
          <a:prstGeom prst="rect">
            <a:avLst/>
          </a:prstGeom>
        </p:spPr>
        <p:txBody>
          <a:bodyPr lIns="0" tIns="0" rIns="0" bIns="0">
            <a:spAutoFit/>
          </a:bodyPr>
          <a:lstStyle/>
          <a:p>
            <a:pPr marL="12700" marR="0" defTabSz="914400">
              <a:buClrTx/>
              <a:buSzTx/>
              <a:buFontTx/>
              <a:buNone/>
              <a:defRPr/>
            </a:pPr>
            <a:r>
              <a:rPr kumimoji="0" sz="2000" b="1" kern="1200" cap="none" spc="-15" normalizeH="0" baseline="0" noProof="0" dirty="0">
                <a:solidFill>
                  <a:srgbClr val="FFFFFF"/>
                </a:solidFill>
                <a:latin typeface="宋体" panose="02010600030101010101" pitchFamily="2" charset="-122"/>
                <a:ea typeface="宋体" panose="02010600030101010101" pitchFamily="2" charset="-122"/>
                <a:cs typeface="宋体" panose="02010600030101010101" pitchFamily="2" charset="-122"/>
              </a:rPr>
              <a:t>外</a:t>
            </a:r>
            <a:r>
              <a:rPr kumimoji="0" sz="2000" b="1" kern="1200" cap="none" spc="-20" normalizeH="0" baseline="0" noProof="0" dirty="0">
                <a:solidFill>
                  <a:srgbClr val="FFFFFF"/>
                </a:solidFill>
                <a:latin typeface="宋体" panose="02010600030101010101" pitchFamily="2" charset="-122"/>
                <a:ea typeface="宋体" panose="02010600030101010101" pitchFamily="2" charset="-122"/>
                <a:cs typeface="宋体" panose="02010600030101010101" pitchFamily="2" charset="-122"/>
              </a:rPr>
              <a:t>部</a:t>
            </a:r>
            <a:r>
              <a:rPr kumimoji="0" sz="2000" b="1" kern="1200" cap="none" spc="-15" normalizeH="0" baseline="0" noProof="0" dirty="0">
                <a:solidFill>
                  <a:srgbClr val="FFFFFF"/>
                </a:solidFill>
                <a:latin typeface="Times New Roman" panose="02020603050405020304"/>
                <a:ea typeface="宋体" panose="02010600030101010101" pitchFamily="2" charset="-122"/>
                <a:cs typeface="Times New Roman" panose="02020603050405020304"/>
              </a:rPr>
              <a:t>I/O</a:t>
            </a:r>
            <a:r>
              <a:rPr kumimoji="0" sz="2000" b="1" kern="1200" cap="none" spc="-20" normalizeH="0" baseline="0" noProof="0" dirty="0">
                <a:solidFill>
                  <a:srgbClr val="FFFFFF"/>
                </a:solidFill>
                <a:latin typeface="宋体" panose="02010600030101010101" pitchFamily="2" charset="-122"/>
                <a:ea typeface="宋体" panose="02010600030101010101" pitchFamily="2" charset="-122"/>
                <a:cs typeface="宋体" panose="02010600030101010101" pitchFamily="2" charset="-122"/>
              </a:rPr>
              <a:t>设备</a:t>
            </a:r>
            <a:endParaRPr kumimoji="0" sz="2000" kern="1200" cap="none" spc="0" normalizeH="0" baseline="0" noProof="0">
              <a:latin typeface="宋体" panose="02010600030101010101" pitchFamily="2" charset="-122"/>
              <a:ea typeface="宋体" panose="02010600030101010101" pitchFamily="2" charset="-122"/>
              <a:cs typeface="宋体" panose="02010600030101010101" pitchFamily="2" charset="-122"/>
            </a:endParaRPr>
          </a:p>
        </p:txBody>
      </p:sp>
      <p:sp>
        <p:nvSpPr>
          <p:cNvPr id="55303" name="object 10"/>
          <p:cNvSpPr/>
          <p:nvPr/>
        </p:nvSpPr>
        <p:spPr>
          <a:xfrm>
            <a:off x="614363" y="1820863"/>
            <a:ext cx="1117600" cy="1071562"/>
          </a:xfrm>
          <a:prstGeom prst="rect">
            <a:avLst/>
          </a:prstGeom>
          <a:blipFill rotWithShape="1">
            <a:blip r:embed="rId2"/>
            <a:stretch>
              <a:fillRect/>
            </a:stretch>
          </a:blipFill>
          <a:ln w="9525">
            <a:noFill/>
          </a:ln>
        </p:spPr>
        <p:txBody>
          <a:bodyPr lIns="0" tIns="0" rIns="0" bIns="0"/>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0" lvl="0" indent="0">
              <a:spcBef>
                <a:spcPct val="0"/>
              </a:spcBef>
              <a:buClrTx/>
              <a:buFontTx/>
              <a:buNone/>
            </a:pPr>
            <a:endParaRPr lang="zh-CN" altLang="zh-CN" sz="2400" b="0">
              <a:ea typeface="宋体" panose="02010600030101010101" pitchFamily="2" charset="-122"/>
            </a:endParaRPr>
          </a:p>
        </p:txBody>
      </p:sp>
      <p:sp>
        <p:nvSpPr>
          <p:cNvPr id="55304" name="object 11"/>
          <p:cNvSpPr txBox="1"/>
          <p:nvPr/>
        </p:nvSpPr>
        <p:spPr>
          <a:xfrm>
            <a:off x="946150" y="2971800"/>
            <a:ext cx="534988" cy="279400"/>
          </a:xfrm>
          <a:prstGeom prst="rect">
            <a:avLst/>
          </a:prstGeom>
          <a:noFill/>
          <a:ln w="9525">
            <a:noFill/>
          </a:ln>
        </p:spPr>
        <p:txBody>
          <a:bodyPr lIns="0" tIns="0" rIns="0" bIns="0">
            <a:spAutoFit/>
          </a:bodyPr>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12700" lvl="0" indent="0">
              <a:lnSpc>
                <a:spcPts val="2375"/>
              </a:lnSpc>
              <a:spcBef>
                <a:spcPct val="0"/>
              </a:spcBef>
              <a:buClrTx/>
              <a:buFontTx/>
              <a:buNone/>
            </a:pPr>
            <a:r>
              <a:rPr lang="zh-CN" altLang="zh-CN" sz="2000">
                <a:latin typeface="宋体" panose="02010600030101010101" pitchFamily="2" charset="-122"/>
                <a:ea typeface="宋体" panose="02010600030101010101" pitchFamily="2" charset="-122"/>
              </a:rPr>
              <a:t>用户</a:t>
            </a:r>
            <a:endParaRPr lang="zh-CN" altLang="zh-CN" sz="2000" b="0">
              <a:latin typeface="宋体" panose="02010600030101010101" pitchFamily="2" charset="-122"/>
              <a:ea typeface="宋体" panose="02010600030101010101" pitchFamily="2" charset="-122"/>
            </a:endParaRPr>
          </a:p>
        </p:txBody>
      </p:sp>
      <p:sp>
        <p:nvSpPr>
          <p:cNvPr id="55305" name="object 12"/>
          <p:cNvSpPr/>
          <p:nvPr/>
        </p:nvSpPr>
        <p:spPr>
          <a:xfrm>
            <a:off x="2740025" y="3722688"/>
            <a:ext cx="2592388" cy="431800"/>
          </a:xfrm>
          <a:custGeom>
            <a:avLst/>
            <a:gdLst/>
            <a:ahLst/>
            <a:cxnLst>
              <a:cxn ang="0">
                <a:pos x="0" y="0"/>
              </a:cxn>
              <a:cxn ang="0">
                <a:pos x="0" y="406790"/>
              </a:cxn>
              <a:cxn ang="0">
                <a:pos x="2579400" y="406789"/>
              </a:cxn>
              <a:cxn ang="0">
                <a:pos x="2579400" y="0"/>
              </a:cxn>
              <a:cxn ang="0">
                <a:pos x="0" y="0"/>
              </a:cxn>
            </a:cxnLst>
            <a:rect l="0" t="0" r="0" b="0"/>
            <a:pathLst>
              <a:path w="2592704" h="432435">
                <a:moveTo>
                  <a:pt x="0" y="0"/>
                </a:moveTo>
                <a:lnTo>
                  <a:pt x="0" y="432054"/>
                </a:lnTo>
                <a:lnTo>
                  <a:pt x="2592324" y="432053"/>
                </a:lnTo>
                <a:lnTo>
                  <a:pt x="2592324" y="0"/>
                </a:lnTo>
                <a:lnTo>
                  <a:pt x="0" y="0"/>
                </a:lnTo>
                <a:close/>
              </a:path>
            </a:pathLst>
          </a:custGeom>
          <a:solidFill>
            <a:srgbClr val="FF9900">
              <a:alpha val="100000"/>
            </a:srgbClr>
          </a:solidFill>
          <a:ln w="9525">
            <a:noFill/>
          </a:ln>
        </p:spPr>
        <p:txBody>
          <a:bodyPr/>
          <a:lstStyle/>
          <a:p>
            <a:endParaRPr lang="zh-CN" altLang="en-US"/>
          </a:p>
        </p:txBody>
      </p:sp>
      <p:sp>
        <p:nvSpPr>
          <p:cNvPr id="55306" name="object 13"/>
          <p:cNvSpPr/>
          <p:nvPr/>
        </p:nvSpPr>
        <p:spPr>
          <a:xfrm>
            <a:off x="2740025" y="3722688"/>
            <a:ext cx="2592388" cy="431800"/>
          </a:xfrm>
          <a:custGeom>
            <a:avLst/>
            <a:gdLst/>
            <a:ahLst/>
            <a:cxnLst>
              <a:cxn ang="0">
                <a:pos x="0" y="0"/>
              </a:cxn>
              <a:cxn ang="0">
                <a:pos x="0" y="406790"/>
              </a:cxn>
              <a:cxn ang="0">
                <a:pos x="2579400" y="406789"/>
              </a:cxn>
              <a:cxn ang="0">
                <a:pos x="2579400" y="0"/>
              </a:cxn>
              <a:cxn ang="0">
                <a:pos x="0" y="0"/>
              </a:cxn>
            </a:cxnLst>
            <a:rect l="0" t="0" r="0" b="0"/>
            <a:pathLst>
              <a:path w="2592704" h="432435">
                <a:moveTo>
                  <a:pt x="0" y="0"/>
                </a:moveTo>
                <a:lnTo>
                  <a:pt x="0" y="432054"/>
                </a:lnTo>
                <a:lnTo>
                  <a:pt x="2592324" y="432053"/>
                </a:lnTo>
                <a:lnTo>
                  <a:pt x="2592324" y="0"/>
                </a:lnTo>
                <a:lnTo>
                  <a:pt x="0" y="0"/>
                </a:lnTo>
                <a:close/>
              </a:path>
            </a:pathLst>
          </a:custGeom>
          <a:noFill/>
          <a:ln w="19049" cap="flat" cmpd="sng">
            <a:solidFill>
              <a:srgbClr val="000000">
                <a:alpha val="100000"/>
              </a:srgbClr>
            </a:solidFill>
            <a:prstDash val="solid"/>
            <a:round/>
            <a:headEnd type="none" w="med" len="med"/>
            <a:tailEnd type="none" w="med" len="med"/>
          </a:ln>
        </p:spPr>
        <p:txBody>
          <a:bodyPr/>
          <a:lstStyle/>
          <a:p>
            <a:endParaRPr lang="zh-CN" altLang="en-US"/>
          </a:p>
        </p:txBody>
      </p:sp>
      <p:sp>
        <p:nvSpPr>
          <p:cNvPr id="55307" name="object 14"/>
          <p:cNvSpPr/>
          <p:nvPr/>
        </p:nvSpPr>
        <p:spPr>
          <a:xfrm>
            <a:off x="3892550" y="4189413"/>
            <a:ext cx="215900" cy="287337"/>
          </a:xfrm>
          <a:custGeom>
            <a:avLst/>
            <a:gdLst/>
            <a:ahLst/>
            <a:cxnLst>
              <a:cxn ang="0">
                <a:pos x="215646" y="206114"/>
              </a:cxn>
              <a:cxn ang="0">
                <a:pos x="162306" y="206114"/>
              </a:cxn>
              <a:cxn ang="0">
                <a:pos x="162305" y="0"/>
              </a:cxn>
              <a:cxn ang="0">
                <a:pos x="54101" y="0"/>
              </a:cxn>
              <a:cxn ang="0">
                <a:pos x="54102" y="206114"/>
              </a:cxn>
              <a:cxn ang="0">
                <a:pos x="0" y="206114"/>
              </a:cxn>
              <a:cxn ang="0">
                <a:pos x="108204" y="274575"/>
              </a:cxn>
              <a:cxn ang="0">
                <a:pos x="215646" y="206114"/>
              </a:cxn>
            </a:cxnLst>
            <a:rect l="0" t="0" r="0" b="0"/>
            <a:pathLst>
              <a:path w="215900" h="287654">
                <a:moveTo>
                  <a:pt x="215646" y="215645"/>
                </a:moveTo>
                <a:lnTo>
                  <a:pt x="162306" y="215645"/>
                </a:lnTo>
                <a:lnTo>
                  <a:pt x="162305" y="0"/>
                </a:lnTo>
                <a:lnTo>
                  <a:pt x="54101" y="0"/>
                </a:lnTo>
                <a:lnTo>
                  <a:pt x="54102" y="215645"/>
                </a:lnTo>
                <a:lnTo>
                  <a:pt x="0" y="215645"/>
                </a:lnTo>
                <a:lnTo>
                  <a:pt x="108204" y="287273"/>
                </a:lnTo>
                <a:lnTo>
                  <a:pt x="215646" y="215645"/>
                </a:lnTo>
                <a:close/>
              </a:path>
            </a:pathLst>
          </a:custGeom>
          <a:solidFill>
            <a:srgbClr val="FFFF00">
              <a:alpha val="100000"/>
            </a:srgbClr>
          </a:solidFill>
          <a:ln w="9525">
            <a:noFill/>
          </a:ln>
        </p:spPr>
        <p:txBody>
          <a:bodyPr/>
          <a:lstStyle/>
          <a:p>
            <a:endParaRPr lang="zh-CN" altLang="en-US"/>
          </a:p>
        </p:txBody>
      </p:sp>
      <p:sp>
        <p:nvSpPr>
          <p:cNvPr id="55308" name="object 15"/>
          <p:cNvSpPr/>
          <p:nvPr/>
        </p:nvSpPr>
        <p:spPr>
          <a:xfrm>
            <a:off x="3892550" y="4189413"/>
            <a:ext cx="215900" cy="287337"/>
          </a:xfrm>
          <a:custGeom>
            <a:avLst/>
            <a:gdLst/>
            <a:ahLst/>
            <a:cxnLst>
              <a:cxn ang="0">
                <a:pos x="0" y="206114"/>
              </a:cxn>
              <a:cxn ang="0">
                <a:pos x="54102" y="206114"/>
              </a:cxn>
              <a:cxn ang="0">
                <a:pos x="54101" y="0"/>
              </a:cxn>
              <a:cxn ang="0">
                <a:pos x="162305" y="0"/>
              </a:cxn>
              <a:cxn ang="0">
                <a:pos x="162306" y="206114"/>
              </a:cxn>
              <a:cxn ang="0">
                <a:pos x="215646" y="206114"/>
              </a:cxn>
              <a:cxn ang="0">
                <a:pos x="108204" y="274575"/>
              </a:cxn>
              <a:cxn ang="0">
                <a:pos x="0" y="206114"/>
              </a:cxn>
            </a:cxnLst>
            <a:rect l="0" t="0" r="0" b="0"/>
            <a:pathLst>
              <a:path w="215900" h="287654">
                <a:moveTo>
                  <a:pt x="0" y="215645"/>
                </a:moveTo>
                <a:lnTo>
                  <a:pt x="54102" y="215645"/>
                </a:lnTo>
                <a:lnTo>
                  <a:pt x="54101" y="0"/>
                </a:lnTo>
                <a:lnTo>
                  <a:pt x="162305" y="0"/>
                </a:lnTo>
                <a:lnTo>
                  <a:pt x="162306" y="215645"/>
                </a:lnTo>
                <a:lnTo>
                  <a:pt x="215646" y="215645"/>
                </a:lnTo>
                <a:lnTo>
                  <a:pt x="108204" y="287273"/>
                </a:lnTo>
                <a:lnTo>
                  <a:pt x="0" y="215645"/>
                </a:lnTo>
                <a:close/>
              </a:path>
            </a:pathLst>
          </a:custGeom>
          <a:noFill/>
          <a:ln w="19050" cap="flat" cmpd="sng">
            <a:solidFill>
              <a:srgbClr val="000000">
                <a:alpha val="100000"/>
              </a:srgbClr>
            </a:solidFill>
            <a:prstDash val="solid"/>
            <a:round/>
            <a:headEnd type="none" w="med" len="med"/>
            <a:tailEnd type="none" w="med" len="med"/>
          </a:ln>
        </p:spPr>
        <p:txBody>
          <a:bodyPr/>
          <a:lstStyle/>
          <a:p>
            <a:endParaRPr lang="zh-CN" altLang="en-US"/>
          </a:p>
        </p:txBody>
      </p:sp>
      <p:sp>
        <p:nvSpPr>
          <p:cNvPr id="55309" name="object 16"/>
          <p:cNvSpPr/>
          <p:nvPr/>
        </p:nvSpPr>
        <p:spPr>
          <a:xfrm>
            <a:off x="2740025" y="2930525"/>
            <a:ext cx="2592388" cy="431800"/>
          </a:xfrm>
          <a:custGeom>
            <a:avLst/>
            <a:gdLst/>
            <a:ahLst/>
            <a:cxnLst>
              <a:cxn ang="0">
                <a:pos x="0" y="0"/>
              </a:cxn>
              <a:cxn ang="0">
                <a:pos x="0" y="406790"/>
              </a:cxn>
              <a:cxn ang="0">
                <a:pos x="2579400" y="406789"/>
              </a:cxn>
              <a:cxn ang="0">
                <a:pos x="2579400" y="0"/>
              </a:cxn>
              <a:cxn ang="0">
                <a:pos x="0" y="0"/>
              </a:cxn>
            </a:cxnLst>
            <a:rect l="0" t="0" r="0" b="0"/>
            <a:pathLst>
              <a:path w="2592704" h="432435">
                <a:moveTo>
                  <a:pt x="0" y="0"/>
                </a:moveTo>
                <a:lnTo>
                  <a:pt x="0" y="432054"/>
                </a:lnTo>
                <a:lnTo>
                  <a:pt x="2592324" y="432053"/>
                </a:lnTo>
                <a:lnTo>
                  <a:pt x="2592324" y="0"/>
                </a:lnTo>
                <a:lnTo>
                  <a:pt x="0" y="0"/>
                </a:lnTo>
                <a:close/>
              </a:path>
            </a:pathLst>
          </a:custGeom>
          <a:solidFill>
            <a:srgbClr val="FF9900">
              <a:alpha val="100000"/>
            </a:srgbClr>
          </a:solidFill>
          <a:ln w="9525">
            <a:noFill/>
          </a:ln>
        </p:spPr>
        <p:txBody>
          <a:bodyPr/>
          <a:lstStyle/>
          <a:p>
            <a:endParaRPr lang="zh-CN" altLang="en-US"/>
          </a:p>
        </p:txBody>
      </p:sp>
      <p:sp>
        <p:nvSpPr>
          <p:cNvPr id="55310" name="object 17"/>
          <p:cNvSpPr/>
          <p:nvPr/>
        </p:nvSpPr>
        <p:spPr>
          <a:xfrm>
            <a:off x="2740025" y="2930525"/>
            <a:ext cx="2592388" cy="431800"/>
          </a:xfrm>
          <a:custGeom>
            <a:avLst/>
            <a:gdLst/>
            <a:ahLst/>
            <a:cxnLst>
              <a:cxn ang="0">
                <a:pos x="0" y="0"/>
              </a:cxn>
              <a:cxn ang="0">
                <a:pos x="0" y="406790"/>
              </a:cxn>
              <a:cxn ang="0">
                <a:pos x="2579400" y="406789"/>
              </a:cxn>
              <a:cxn ang="0">
                <a:pos x="2579400" y="0"/>
              </a:cxn>
              <a:cxn ang="0">
                <a:pos x="0" y="0"/>
              </a:cxn>
            </a:cxnLst>
            <a:rect l="0" t="0" r="0" b="0"/>
            <a:pathLst>
              <a:path w="2592704" h="432435">
                <a:moveTo>
                  <a:pt x="0" y="0"/>
                </a:moveTo>
                <a:lnTo>
                  <a:pt x="0" y="432054"/>
                </a:lnTo>
                <a:lnTo>
                  <a:pt x="2592324" y="432053"/>
                </a:lnTo>
                <a:lnTo>
                  <a:pt x="2592324" y="0"/>
                </a:lnTo>
                <a:lnTo>
                  <a:pt x="0" y="0"/>
                </a:lnTo>
                <a:close/>
              </a:path>
            </a:pathLst>
          </a:custGeom>
          <a:noFill/>
          <a:ln w="19049" cap="flat" cmpd="sng">
            <a:solidFill>
              <a:srgbClr val="000000">
                <a:alpha val="100000"/>
              </a:srgbClr>
            </a:solidFill>
            <a:prstDash val="solid"/>
            <a:round/>
            <a:headEnd type="none" w="med" len="med"/>
            <a:tailEnd type="none" w="med" len="med"/>
          </a:ln>
        </p:spPr>
        <p:txBody>
          <a:bodyPr/>
          <a:lstStyle/>
          <a:p>
            <a:endParaRPr lang="zh-CN" altLang="en-US"/>
          </a:p>
        </p:txBody>
      </p:sp>
      <p:sp>
        <p:nvSpPr>
          <p:cNvPr id="55311" name="object 18"/>
          <p:cNvSpPr/>
          <p:nvPr/>
        </p:nvSpPr>
        <p:spPr>
          <a:xfrm>
            <a:off x="3892550" y="3400425"/>
            <a:ext cx="215900" cy="287338"/>
          </a:xfrm>
          <a:custGeom>
            <a:avLst/>
            <a:gdLst/>
            <a:ahLst/>
            <a:cxnLst>
              <a:cxn ang="0">
                <a:pos x="215646" y="206144"/>
              </a:cxn>
              <a:cxn ang="0">
                <a:pos x="162306" y="206144"/>
              </a:cxn>
              <a:cxn ang="0">
                <a:pos x="162305" y="0"/>
              </a:cxn>
              <a:cxn ang="0">
                <a:pos x="54101" y="0"/>
              </a:cxn>
              <a:cxn ang="0">
                <a:pos x="54102" y="206144"/>
              </a:cxn>
              <a:cxn ang="0">
                <a:pos x="0" y="206144"/>
              </a:cxn>
              <a:cxn ang="0">
                <a:pos x="108204" y="274616"/>
              </a:cxn>
              <a:cxn ang="0">
                <a:pos x="215646" y="206144"/>
              </a:cxn>
            </a:cxnLst>
            <a:rect l="0" t="0" r="0" b="0"/>
            <a:pathLst>
              <a:path w="215900" h="287654">
                <a:moveTo>
                  <a:pt x="215646" y="215646"/>
                </a:moveTo>
                <a:lnTo>
                  <a:pt x="162306" y="215646"/>
                </a:lnTo>
                <a:lnTo>
                  <a:pt x="162305" y="0"/>
                </a:lnTo>
                <a:lnTo>
                  <a:pt x="54101" y="0"/>
                </a:lnTo>
                <a:lnTo>
                  <a:pt x="54102" y="215646"/>
                </a:lnTo>
                <a:lnTo>
                  <a:pt x="0" y="215646"/>
                </a:lnTo>
                <a:lnTo>
                  <a:pt x="108204" y="287274"/>
                </a:lnTo>
                <a:lnTo>
                  <a:pt x="215646" y="215646"/>
                </a:lnTo>
                <a:close/>
              </a:path>
            </a:pathLst>
          </a:custGeom>
          <a:solidFill>
            <a:srgbClr val="FFFF00">
              <a:alpha val="100000"/>
            </a:srgbClr>
          </a:solidFill>
          <a:ln w="9525">
            <a:noFill/>
          </a:ln>
        </p:spPr>
        <p:txBody>
          <a:bodyPr/>
          <a:lstStyle/>
          <a:p>
            <a:endParaRPr lang="zh-CN" altLang="en-US"/>
          </a:p>
        </p:txBody>
      </p:sp>
      <p:sp>
        <p:nvSpPr>
          <p:cNvPr id="55312" name="object 19"/>
          <p:cNvSpPr/>
          <p:nvPr/>
        </p:nvSpPr>
        <p:spPr>
          <a:xfrm>
            <a:off x="3892550" y="3400425"/>
            <a:ext cx="215900" cy="287338"/>
          </a:xfrm>
          <a:custGeom>
            <a:avLst/>
            <a:gdLst/>
            <a:ahLst/>
            <a:cxnLst>
              <a:cxn ang="0">
                <a:pos x="0" y="206144"/>
              </a:cxn>
              <a:cxn ang="0">
                <a:pos x="54102" y="206144"/>
              </a:cxn>
              <a:cxn ang="0">
                <a:pos x="54101" y="0"/>
              </a:cxn>
              <a:cxn ang="0">
                <a:pos x="162305" y="0"/>
              </a:cxn>
              <a:cxn ang="0">
                <a:pos x="162306" y="206144"/>
              </a:cxn>
              <a:cxn ang="0">
                <a:pos x="215646" y="206144"/>
              </a:cxn>
              <a:cxn ang="0">
                <a:pos x="108204" y="274616"/>
              </a:cxn>
              <a:cxn ang="0">
                <a:pos x="0" y="206144"/>
              </a:cxn>
            </a:cxnLst>
            <a:rect l="0" t="0" r="0" b="0"/>
            <a:pathLst>
              <a:path w="215900" h="287654">
                <a:moveTo>
                  <a:pt x="0" y="215646"/>
                </a:moveTo>
                <a:lnTo>
                  <a:pt x="54102" y="215646"/>
                </a:lnTo>
                <a:lnTo>
                  <a:pt x="54101" y="0"/>
                </a:lnTo>
                <a:lnTo>
                  <a:pt x="162305" y="0"/>
                </a:lnTo>
                <a:lnTo>
                  <a:pt x="162306" y="215646"/>
                </a:lnTo>
                <a:lnTo>
                  <a:pt x="215646" y="215646"/>
                </a:lnTo>
                <a:lnTo>
                  <a:pt x="108204" y="287274"/>
                </a:lnTo>
                <a:lnTo>
                  <a:pt x="0" y="215646"/>
                </a:lnTo>
                <a:close/>
              </a:path>
            </a:pathLst>
          </a:custGeom>
          <a:noFill/>
          <a:ln w="19050" cap="flat" cmpd="sng">
            <a:solidFill>
              <a:srgbClr val="000000">
                <a:alpha val="100000"/>
              </a:srgbClr>
            </a:solidFill>
            <a:prstDash val="solid"/>
            <a:round/>
            <a:headEnd type="none" w="med" len="med"/>
            <a:tailEnd type="none" w="med" len="med"/>
          </a:ln>
        </p:spPr>
        <p:txBody>
          <a:bodyPr/>
          <a:lstStyle/>
          <a:p>
            <a:endParaRPr lang="zh-CN" altLang="en-US"/>
          </a:p>
        </p:txBody>
      </p:sp>
      <p:sp>
        <p:nvSpPr>
          <p:cNvPr id="55313" name="object 20"/>
          <p:cNvSpPr/>
          <p:nvPr/>
        </p:nvSpPr>
        <p:spPr>
          <a:xfrm>
            <a:off x="3892550" y="2595563"/>
            <a:ext cx="215900" cy="287337"/>
          </a:xfrm>
          <a:custGeom>
            <a:avLst/>
            <a:gdLst/>
            <a:ahLst/>
            <a:cxnLst>
              <a:cxn ang="0">
                <a:pos x="215646" y="206115"/>
              </a:cxn>
              <a:cxn ang="0">
                <a:pos x="162306" y="206115"/>
              </a:cxn>
              <a:cxn ang="0">
                <a:pos x="162305" y="0"/>
              </a:cxn>
              <a:cxn ang="0">
                <a:pos x="54101" y="0"/>
              </a:cxn>
              <a:cxn ang="0">
                <a:pos x="54102" y="206115"/>
              </a:cxn>
              <a:cxn ang="0">
                <a:pos x="0" y="206115"/>
              </a:cxn>
              <a:cxn ang="0">
                <a:pos x="108204" y="274576"/>
              </a:cxn>
              <a:cxn ang="0">
                <a:pos x="215646" y="206115"/>
              </a:cxn>
            </a:cxnLst>
            <a:rect l="0" t="0" r="0" b="0"/>
            <a:pathLst>
              <a:path w="215900" h="287654">
                <a:moveTo>
                  <a:pt x="215646" y="215646"/>
                </a:moveTo>
                <a:lnTo>
                  <a:pt x="162306" y="215646"/>
                </a:lnTo>
                <a:lnTo>
                  <a:pt x="162305" y="0"/>
                </a:lnTo>
                <a:lnTo>
                  <a:pt x="54101" y="0"/>
                </a:lnTo>
                <a:lnTo>
                  <a:pt x="54102" y="215646"/>
                </a:lnTo>
                <a:lnTo>
                  <a:pt x="0" y="215646"/>
                </a:lnTo>
                <a:lnTo>
                  <a:pt x="108204" y="287274"/>
                </a:lnTo>
                <a:lnTo>
                  <a:pt x="215646" y="215646"/>
                </a:lnTo>
                <a:close/>
              </a:path>
            </a:pathLst>
          </a:custGeom>
          <a:solidFill>
            <a:srgbClr val="FFFF00">
              <a:alpha val="100000"/>
            </a:srgbClr>
          </a:solidFill>
          <a:ln w="9525">
            <a:noFill/>
          </a:ln>
        </p:spPr>
        <p:txBody>
          <a:bodyPr/>
          <a:lstStyle/>
          <a:p>
            <a:endParaRPr lang="zh-CN" altLang="en-US"/>
          </a:p>
        </p:txBody>
      </p:sp>
      <p:sp>
        <p:nvSpPr>
          <p:cNvPr id="55314" name="object 21"/>
          <p:cNvSpPr/>
          <p:nvPr/>
        </p:nvSpPr>
        <p:spPr>
          <a:xfrm>
            <a:off x="3892550" y="2595563"/>
            <a:ext cx="215900" cy="287337"/>
          </a:xfrm>
          <a:custGeom>
            <a:avLst/>
            <a:gdLst/>
            <a:ahLst/>
            <a:cxnLst>
              <a:cxn ang="0">
                <a:pos x="0" y="206115"/>
              </a:cxn>
              <a:cxn ang="0">
                <a:pos x="54102" y="206115"/>
              </a:cxn>
              <a:cxn ang="0">
                <a:pos x="54101" y="0"/>
              </a:cxn>
              <a:cxn ang="0">
                <a:pos x="162305" y="0"/>
              </a:cxn>
              <a:cxn ang="0">
                <a:pos x="162306" y="206115"/>
              </a:cxn>
              <a:cxn ang="0">
                <a:pos x="215646" y="206115"/>
              </a:cxn>
              <a:cxn ang="0">
                <a:pos x="108204" y="274576"/>
              </a:cxn>
              <a:cxn ang="0">
                <a:pos x="0" y="206115"/>
              </a:cxn>
            </a:cxnLst>
            <a:rect l="0" t="0" r="0" b="0"/>
            <a:pathLst>
              <a:path w="215900" h="287654">
                <a:moveTo>
                  <a:pt x="0" y="215646"/>
                </a:moveTo>
                <a:lnTo>
                  <a:pt x="54102" y="215646"/>
                </a:lnTo>
                <a:lnTo>
                  <a:pt x="54101" y="0"/>
                </a:lnTo>
                <a:lnTo>
                  <a:pt x="162305" y="0"/>
                </a:lnTo>
                <a:lnTo>
                  <a:pt x="162306" y="215646"/>
                </a:lnTo>
                <a:lnTo>
                  <a:pt x="215646" y="215646"/>
                </a:lnTo>
                <a:lnTo>
                  <a:pt x="108204" y="287274"/>
                </a:lnTo>
                <a:lnTo>
                  <a:pt x="0" y="215646"/>
                </a:lnTo>
                <a:close/>
              </a:path>
            </a:pathLst>
          </a:custGeom>
          <a:noFill/>
          <a:ln w="19050" cap="flat" cmpd="sng">
            <a:solidFill>
              <a:srgbClr val="000000">
                <a:alpha val="100000"/>
              </a:srgbClr>
            </a:solidFill>
            <a:prstDash val="solid"/>
            <a:round/>
            <a:headEnd type="none" w="med" len="med"/>
            <a:tailEnd type="none" w="med" len="med"/>
          </a:ln>
        </p:spPr>
        <p:txBody>
          <a:bodyPr/>
          <a:lstStyle/>
          <a:p>
            <a:endParaRPr lang="zh-CN" altLang="en-US"/>
          </a:p>
        </p:txBody>
      </p:sp>
      <p:sp>
        <p:nvSpPr>
          <p:cNvPr id="55315" name="object 22"/>
          <p:cNvSpPr/>
          <p:nvPr/>
        </p:nvSpPr>
        <p:spPr>
          <a:xfrm>
            <a:off x="5403850" y="2138363"/>
            <a:ext cx="287338" cy="2736850"/>
          </a:xfrm>
          <a:custGeom>
            <a:avLst/>
            <a:gdLst/>
            <a:ahLst/>
            <a:cxnLst>
              <a:cxn ang="0">
                <a:pos x="0" y="0"/>
              </a:cxn>
              <a:cxn ang="0">
                <a:pos x="39906" y="11625"/>
              </a:cxn>
              <a:cxn ang="0">
                <a:pos x="74445" y="43988"/>
              </a:cxn>
              <a:cxn ang="0">
                <a:pos x="95619" y="79604"/>
              </a:cxn>
              <a:cxn ang="0">
                <a:pos x="111795" y="123178"/>
              </a:cxn>
              <a:cxn ang="0">
                <a:pos x="122123" y="173118"/>
              </a:cxn>
              <a:cxn ang="0">
                <a:pos x="125751" y="227838"/>
              </a:cxn>
              <a:cxn ang="0">
                <a:pos x="125751" y="1139952"/>
              </a:cxn>
              <a:cxn ang="0">
                <a:pos x="126166" y="1158733"/>
              </a:cxn>
              <a:cxn ang="0">
                <a:pos x="132125" y="1212299"/>
              </a:cxn>
              <a:cxn ang="0">
                <a:pos x="144497" y="1260475"/>
              </a:cxn>
              <a:cxn ang="0">
                <a:pos x="162433" y="1301686"/>
              </a:cxn>
              <a:cxn ang="0">
                <a:pos x="185084" y="1334359"/>
              </a:cxn>
              <a:cxn ang="0">
                <a:pos x="221153" y="1361922"/>
              </a:cxn>
              <a:cxn ang="0">
                <a:pos x="251510" y="1368552"/>
              </a:cxn>
              <a:cxn ang="0">
                <a:pos x="241136" y="1369307"/>
              </a:cxn>
              <a:cxn ang="0">
                <a:pos x="202384" y="1386470"/>
              </a:cxn>
              <a:cxn ang="0">
                <a:pos x="177063" y="1412540"/>
              </a:cxn>
              <a:cxn ang="0">
                <a:pos x="155886" y="1448156"/>
              </a:cxn>
              <a:cxn ang="0">
                <a:pos x="139712" y="1491730"/>
              </a:cxn>
              <a:cxn ang="0">
                <a:pos x="129383" y="1541670"/>
              </a:cxn>
              <a:cxn ang="0">
                <a:pos x="125751" y="1596390"/>
              </a:cxn>
              <a:cxn ang="0">
                <a:pos x="125751" y="2508504"/>
              </a:cxn>
              <a:cxn ang="0">
                <a:pos x="125337" y="2527176"/>
              </a:cxn>
              <a:cxn ang="0">
                <a:pos x="119382" y="2580479"/>
              </a:cxn>
              <a:cxn ang="0">
                <a:pos x="107010" y="2628474"/>
              </a:cxn>
              <a:cxn ang="0">
                <a:pos x="89077" y="2669571"/>
              </a:cxn>
              <a:cxn ang="0">
                <a:pos x="66424" y="2702182"/>
              </a:cxn>
              <a:cxn ang="0">
                <a:pos x="30352" y="2729714"/>
              </a:cxn>
              <a:cxn ang="0">
                <a:pos x="10369" y="2735586"/>
              </a:cxn>
              <a:cxn ang="0">
                <a:pos x="0" y="2736342"/>
              </a:cxn>
            </a:cxnLst>
            <a:rect l="0" t="0" r="0" b="0"/>
            <a:pathLst>
              <a:path w="288290" h="2736850">
                <a:moveTo>
                  <a:pt x="0" y="0"/>
                </a:moveTo>
                <a:lnTo>
                  <a:pt x="45701" y="11625"/>
                </a:lnTo>
                <a:lnTo>
                  <a:pt x="85258" y="43988"/>
                </a:lnTo>
                <a:lnTo>
                  <a:pt x="109507" y="79604"/>
                </a:lnTo>
                <a:lnTo>
                  <a:pt x="128032" y="123178"/>
                </a:lnTo>
                <a:lnTo>
                  <a:pt x="139859" y="173118"/>
                </a:lnTo>
                <a:lnTo>
                  <a:pt x="144018" y="227838"/>
                </a:lnTo>
                <a:lnTo>
                  <a:pt x="144018" y="1139952"/>
                </a:lnTo>
                <a:lnTo>
                  <a:pt x="144492" y="1158733"/>
                </a:lnTo>
                <a:lnTo>
                  <a:pt x="151314" y="1212299"/>
                </a:lnTo>
                <a:lnTo>
                  <a:pt x="165482" y="1260475"/>
                </a:lnTo>
                <a:lnTo>
                  <a:pt x="186023" y="1301686"/>
                </a:lnTo>
                <a:lnTo>
                  <a:pt x="211964" y="1334359"/>
                </a:lnTo>
                <a:lnTo>
                  <a:pt x="253273" y="1361922"/>
                </a:lnTo>
                <a:lnTo>
                  <a:pt x="288036" y="1368552"/>
                </a:lnTo>
                <a:lnTo>
                  <a:pt x="276160" y="1369307"/>
                </a:lnTo>
                <a:lnTo>
                  <a:pt x="231778" y="1386470"/>
                </a:lnTo>
                <a:lnTo>
                  <a:pt x="202777" y="1412540"/>
                </a:lnTo>
                <a:lnTo>
                  <a:pt x="178528" y="1448156"/>
                </a:lnTo>
                <a:lnTo>
                  <a:pt x="160003" y="1491730"/>
                </a:lnTo>
                <a:lnTo>
                  <a:pt x="148176" y="1541670"/>
                </a:lnTo>
                <a:lnTo>
                  <a:pt x="144018" y="1596390"/>
                </a:lnTo>
                <a:lnTo>
                  <a:pt x="144018" y="2508504"/>
                </a:lnTo>
                <a:lnTo>
                  <a:pt x="143543" y="2527176"/>
                </a:lnTo>
                <a:lnTo>
                  <a:pt x="136721" y="2580479"/>
                </a:lnTo>
                <a:lnTo>
                  <a:pt x="122553" y="2628474"/>
                </a:lnTo>
                <a:lnTo>
                  <a:pt x="102012" y="2669571"/>
                </a:lnTo>
                <a:lnTo>
                  <a:pt x="76071" y="2702182"/>
                </a:lnTo>
                <a:lnTo>
                  <a:pt x="34762" y="2729714"/>
                </a:lnTo>
                <a:lnTo>
                  <a:pt x="11875" y="2735586"/>
                </a:lnTo>
                <a:lnTo>
                  <a:pt x="0" y="2736342"/>
                </a:lnTo>
              </a:path>
            </a:pathLst>
          </a:custGeom>
          <a:noFill/>
          <a:ln w="28574" cap="flat" cmpd="sng">
            <a:solidFill>
              <a:srgbClr val="000000">
                <a:alpha val="100000"/>
              </a:srgbClr>
            </a:solidFill>
            <a:prstDash val="solid"/>
            <a:round/>
            <a:headEnd type="none" w="med" len="med"/>
            <a:tailEnd type="none" w="med" len="med"/>
          </a:ln>
        </p:spPr>
        <p:txBody>
          <a:bodyPr/>
          <a:lstStyle/>
          <a:p>
            <a:endParaRPr lang="zh-CN" altLang="en-US"/>
          </a:p>
        </p:txBody>
      </p:sp>
      <p:sp>
        <p:nvSpPr>
          <p:cNvPr id="55316" name="object 23"/>
          <p:cNvSpPr/>
          <p:nvPr/>
        </p:nvSpPr>
        <p:spPr>
          <a:xfrm>
            <a:off x="3892550" y="4994275"/>
            <a:ext cx="214313" cy="312738"/>
          </a:xfrm>
          <a:custGeom>
            <a:avLst/>
            <a:gdLst/>
            <a:ahLst/>
            <a:cxnLst>
              <a:cxn ang="0">
                <a:pos x="201570" y="243898"/>
              </a:cxn>
              <a:cxn ang="0">
                <a:pos x="151357" y="243898"/>
              </a:cxn>
              <a:cxn ang="0">
                <a:pos x="151356" y="0"/>
              </a:cxn>
              <a:cxn ang="0">
                <a:pos x="50214" y="0"/>
              </a:cxn>
              <a:cxn ang="0">
                <a:pos x="50215" y="243898"/>
              </a:cxn>
              <a:cxn ang="0">
                <a:pos x="0" y="243898"/>
              </a:cxn>
              <a:cxn ang="0">
                <a:pos x="101144" y="325731"/>
              </a:cxn>
              <a:cxn ang="0">
                <a:pos x="201570" y="243898"/>
              </a:cxn>
            </a:cxnLst>
            <a:rect l="0" t="0" r="0" b="0"/>
            <a:pathLst>
              <a:path w="214629" h="312420">
                <a:moveTo>
                  <a:pt x="214122" y="233934"/>
                </a:moveTo>
                <a:lnTo>
                  <a:pt x="160782" y="233934"/>
                </a:lnTo>
                <a:lnTo>
                  <a:pt x="160781" y="0"/>
                </a:lnTo>
                <a:lnTo>
                  <a:pt x="53339" y="0"/>
                </a:lnTo>
                <a:lnTo>
                  <a:pt x="53340" y="233934"/>
                </a:lnTo>
                <a:lnTo>
                  <a:pt x="0" y="233934"/>
                </a:lnTo>
                <a:lnTo>
                  <a:pt x="107442" y="312420"/>
                </a:lnTo>
                <a:lnTo>
                  <a:pt x="214122" y="233934"/>
                </a:lnTo>
                <a:close/>
              </a:path>
            </a:pathLst>
          </a:custGeom>
          <a:solidFill>
            <a:srgbClr val="FFFF00">
              <a:alpha val="100000"/>
            </a:srgbClr>
          </a:solidFill>
          <a:ln w="9525">
            <a:noFill/>
          </a:ln>
        </p:spPr>
        <p:txBody>
          <a:bodyPr/>
          <a:lstStyle/>
          <a:p>
            <a:endParaRPr lang="zh-CN" altLang="en-US"/>
          </a:p>
        </p:txBody>
      </p:sp>
      <p:sp>
        <p:nvSpPr>
          <p:cNvPr id="55317" name="object 24"/>
          <p:cNvSpPr/>
          <p:nvPr/>
        </p:nvSpPr>
        <p:spPr>
          <a:xfrm>
            <a:off x="3892550" y="4994275"/>
            <a:ext cx="214313" cy="312738"/>
          </a:xfrm>
          <a:custGeom>
            <a:avLst/>
            <a:gdLst/>
            <a:ahLst/>
            <a:cxnLst>
              <a:cxn ang="0">
                <a:pos x="0" y="243898"/>
              </a:cxn>
              <a:cxn ang="0">
                <a:pos x="50215" y="243898"/>
              </a:cxn>
              <a:cxn ang="0">
                <a:pos x="50214" y="0"/>
              </a:cxn>
              <a:cxn ang="0">
                <a:pos x="151356" y="0"/>
              </a:cxn>
              <a:cxn ang="0">
                <a:pos x="151357" y="243898"/>
              </a:cxn>
              <a:cxn ang="0">
                <a:pos x="201570" y="243898"/>
              </a:cxn>
              <a:cxn ang="0">
                <a:pos x="101144" y="325731"/>
              </a:cxn>
              <a:cxn ang="0">
                <a:pos x="0" y="243898"/>
              </a:cxn>
            </a:cxnLst>
            <a:rect l="0" t="0" r="0" b="0"/>
            <a:pathLst>
              <a:path w="214629" h="312420">
                <a:moveTo>
                  <a:pt x="0" y="233934"/>
                </a:moveTo>
                <a:lnTo>
                  <a:pt x="53340" y="233934"/>
                </a:lnTo>
                <a:lnTo>
                  <a:pt x="53339" y="0"/>
                </a:lnTo>
                <a:lnTo>
                  <a:pt x="160781" y="0"/>
                </a:lnTo>
                <a:lnTo>
                  <a:pt x="160782" y="233934"/>
                </a:lnTo>
                <a:lnTo>
                  <a:pt x="214122" y="233934"/>
                </a:lnTo>
                <a:lnTo>
                  <a:pt x="107442" y="312420"/>
                </a:lnTo>
                <a:lnTo>
                  <a:pt x="0" y="233934"/>
                </a:lnTo>
                <a:close/>
              </a:path>
            </a:pathLst>
          </a:custGeom>
          <a:noFill/>
          <a:ln w="19050" cap="flat" cmpd="sng">
            <a:solidFill>
              <a:srgbClr val="000000">
                <a:alpha val="100000"/>
              </a:srgbClr>
            </a:solidFill>
            <a:prstDash val="solid"/>
            <a:round/>
            <a:headEnd type="none" w="med" len="med"/>
            <a:tailEnd type="none" w="med" len="med"/>
          </a:ln>
        </p:spPr>
        <p:txBody>
          <a:bodyPr/>
          <a:lstStyle/>
          <a:p>
            <a:endParaRPr lang="zh-CN" altLang="en-US"/>
          </a:p>
        </p:txBody>
      </p:sp>
      <p:sp>
        <p:nvSpPr>
          <p:cNvPr id="55318" name="object 25"/>
          <p:cNvSpPr/>
          <p:nvPr/>
        </p:nvSpPr>
        <p:spPr>
          <a:xfrm>
            <a:off x="2740025" y="4514850"/>
            <a:ext cx="2592388" cy="431800"/>
          </a:xfrm>
          <a:custGeom>
            <a:avLst/>
            <a:gdLst/>
            <a:ahLst/>
            <a:cxnLst>
              <a:cxn ang="0">
                <a:pos x="0" y="0"/>
              </a:cxn>
              <a:cxn ang="0">
                <a:pos x="0" y="431292"/>
              </a:cxn>
              <a:cxn ang="0">
                <a:pos x="2579400" y="431291"/>
              </a:cxn>
              <a:cxn ang="0">
                <a:pos x="2579400" y="0"/>
              </a:cxn>
              <a:cxn ang="0">
                <a:pos x="0" y="0"/>
              </a:cxn>
            </a:cxnLst>
            <a:rect l="0" t="0" r="0" b="0"/>
            <a:pathLst>
              <a:path w="2592704" h="431800">
                <a:moveTo>
                  <a:pt x="0" y="0"/>
                </a:moveTo>
                <a:lnTo>
                  <a:pt x="0" y="431292"/>
                </a:lnTo>
                <a:lnTo>
                  <a:pt x="2592324" y="431291"/>
                </a:lnTo>
                <a:lnTo>
                  <a:pt x="2592324" y="0"/>
                </a:lnTo>
                <a:lnTo>
                  <a:pt x="0" y="0"/>
                </a:lnTo>
                <a:close/>
              </a:path>
            </a:pathLst>
          </a:custGeom>
          <a:solidFill>
            <a:srgbClr val="FF9900">
              <a:alpha val="100000"/>
            </a:srgbClr>
          </a:solidFill>
          <a:ln w="9525">
            <a:noFill/>
          </a:ln>
        </p:spPr>
        <p:txBody>
          <a:bodyPr/>
          <a:lstStyle/>
          <a:p>
            <a:endParaRPr lang="zh-CN" altLang="en-US"/>
          </a:p>
        </p:txBody>
      </p:sp>
      <p:sp>
        <p:nvSpPr>
          <p:cNvPr id="55319" name="object 26"/>
          <p:cNvSpPr/>
          <p:nvPr/>
        </p:nvSpPr>
        <p:spPr>
          <a:xfrm>
            <a:off x="2740025" y="4514850"/>
            <a:ext cx="2592388" cy="431800"/>
          </a:xfrm>
          <a:custGeom>
            <a:avLst/>
            <a:gdLst/>
            <a:ahLst/>
            <a:cxnLst>
              <a:cxn ang="0">
                <a:pos x="0" y="0"/>
              </a:cxn>
              <a:cxn ang="0">
                <a:pos x="0" y="406790"/>
              </a:cxn>
              <a:cxn ang="0">
                <a:pos x="2579400" y="406789"/>
              </a:cxn>
              <a:cxn ang="0">
                <a:pos x="2579400" y="0"/>
              </a:cxn>
              <a:cxn ang="0">
                <a:pos x="0" y="0"/>
              </a:cxn>
            </a:cxnLst>
            <a:rect l="0" t="0" r="0" b="0"/>
            <a:pathLst>
              <a:path w="2592704" h="432435">
                <a:moveTo>
                  <a:pt x="0" y="0"/>
                </a:moveTo>
                <a:lnTo>
                  <a:pt x="0" y="432054"/>
                </a:lnTo>
                <a:lnTo>
                  <a:pt x="2592324" y="432053"/>
                </a:lnTo>
                <a:lnTo>
                  <a:pt x="2592324" y="0"/>
                </a:lnTo>
                <a:lnTo>
                  <a:pt x="0" y="0"/>
                </a:lnTo>
                <a:close/>
              </a:path>
            </a:pathLst>
          </a:custGeom>
          <a:noFill/>
          <a:ln w="19049" cap="flat" cmpd="sng">
            <a:solidFill>
              <a:srgbClr val="000000">
                <a:alpha val="100000"/>
              </a:srgbClr>
            </a:solidFill>
            <a:prstDash val="solid"/>
            <a:round/>
            <a:headEnd type="none" w="med" len="med"/>
            <a:tailEnd type="none" w="med" len="med"/>
          </a:ln>
        </p:spPr>
        <p:txBody>
          <a:bodyPr/>
          <a:lstStyle/>
          <a:p>
            <a:endParaRPr lang="zh-CN" altLang="en-US"/>
          </a:p>
        </p:txBody>
      </p:sp>
      <p:sp>
        <p:nvSpPr>
          <p:cNvPr id="55320" name="object 27"/>
          <p:cNvSpPr txBox="1"/>
          <p:nvPr/>
        </p:nvSpPr>
        <p:spPr>
          <a:xfrm>
            <a:off x="900113" y="3332163"/>
            <a:ext cx="4059237" cy="1603375"/>
          </a:xfrm>
          <a:prstGeom prst="rect">
            <a:avLst/>
          </a:prstGeom>
          <a:noFill/>
          <a:ln w="9525">
            <a:noFill/>
          </a:ln>
        </p:spPr>
        <p:txBody>
          <a:bodyPr lIns="0" tIns="0" rIns="0" bIns="0">
            <a:spAutoFit/>
          </a:bodyPr>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2520950" lvl="0" indent="0">
              <a:spcBef>
                <a:spcPts val="1425"/>
              </a:spcBef>
              <a:buClrTx/>
              <a:buFontTx/>
              <a:buNone/>
            </a:pPr>
            <a:endParaRPr lang="en-US" altLang="zh-CN" sz="2000">
              <a:latin typeface="宋体" panose="02010600030101010101" pitchFamily="2" charset="-122"/>
              <a:ea typeface="宋体" panose="02010600030101010101" pitchFamily="2" charset="-122"/>
            </a:endParaRPr>
          </a:p>
          <a:p>
            <a:pPr marL="2520950" lvl="0" indent="0">
              <a:spcBef>
                <a:spcPts val="1425"/>
              </a:spcBef>
              <a:buClrTx/>
              <a:buFontTx/>
              <a:buNone/>
            </a:pPr>
            <a:r>
              <a:rPr lang="zh-CN" altLang="zh-CN" sz="2000">
                <a:latin typeface="宋体" panose="02010600030101010101" pitchFamily="2" charset="-122"/>
                <a:ea typeface="宋体" panose="02010600030101010101" pitchFamily="2" charset="-122"/>
              </a:rPr>
              <a:t>设备驱动程序</a:t>
            </a:r>
            <a:endParaRPr lang="zh-CN" altLang="zh-CN" sz="2000" b="0">
              <a:latin typeface="宋体" panose="02010600030101010101" pitchFamily="2" charset="-122"/>
              <a:ea typeface="宋体" panose="02010600030101010101" pitchFamily="2" charset="-122"/>
            </a:endParaRPr>
          </a:p>
          <a:p>
            <a:pPr marL="2520950" lvl="0" indent="0">
              <a:spcBef>
                <a:spcPct val="0"/>
              </a:spcBef>
              <a:buClrTx/>
              <a:buFontTx/>
              <a:buNone/>
            </a:pPr>
            <a:endParaRPr lang="zh-CN" altLang="zh-CN" sz="2000" b="0">
              <a:ea typeface="宋体" panose="02010600030101010101" pitchFamily="2" charset="-122"/>
            </a:endParaRPr>
          </a:p>
          <a:p>
            <a:pPr marL="2520950" lvl="0" indent="0">
              <a:lnSpc>
                <a:spcPts val="2375"/>
              </a:lnSpc>
              <a:spcBef>
                <a:spcPts val="1540"/>
              </a:spcBef>
              <a:buClrTx/>
              <a:buFontTx/>
              <a:buNone/>
            </a:pPr>
            <a:r>
              <a:rPr lang="zh-CN" altLang="zh-CN" sz="2000">
                <a:latin typeface="宋体" panose="02010600030101010101" pitchFamily="2" charset="-122"/>
                <a:ea typeface="宋体" panose="02010600030101010101" pitchFamily="2" charset="-122"/>
              </a:rPr>
              <a:t>中断处理程序</a:t>
            </a:r>
            <a:endParaRPr lang="zh-CN" altLang="zh-CN" sz="2000" b="0">
              <a:latin typeface="宋体" panose="02010600030101010101" pitchFamily="2" charset="-122"/>
              <a:ea typeface="宋体" panose="02010600030101010101" pitchFamily="2" charset="-122"/>
            </a:endParaRPr>
          </a:p>
        </p:txBody>
      </p:sp>
      <p:sp>
        <p:nvSpPr>
          <p:cNvPr id="55321" name="object 28"/>
          <p:cNvSpPr txBox="1"/>
          <p:nvPr/>
        </p:nvSpPr>
        <p:spPr>
          <a:xfrm>
            <a:off x="2754313" y="3025775"/>
            <a:ext cx="2565400" cy="279400"/>
          </a:xfrm>
          <a:prstGeom prst="rect">
            <a:avLst/>
          </a:prstGeom>
          <a:noFill/>
          <a:ln w="9525">
            <a:noFill/>
          </a:ln>
        </p:spPr>
        <p:txBody>
          <a:bodyPr lIns="0" tIns="0" rIns="0" bIns="0">
            <a:spAutoFit/>
          </a:bodyPr>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12700" lvl="0" indent="0">
              <a:lnSpc>
                <a:spcPts val="2375"/>
              </a:lnSpc>
              <a:spcBef>
                <a:spcPct val="0"/>
              </a:spcBef>
              <a:buClrTx/>
              <a:buFontTx/>
              <a:buNone/>
            </a:pPr>
            <a:r>
              <a:rPr lang="zh-CN" altLang="zh-CN" sz="2000">
                <a:latin typeface="宋体" panose="02010600030101010101" pitchFamily="2" charset="-122"/>
                <a:ea typeface="宋体" panose="02010600030101010101" pitchFamily="2" charset="-122"/>
              </a:rPr>
              <a:t>与设备无关的系统软件</a:t>
            </a:r>
            <a:endParaRPr lang="zh-CN" altLang="zh-CN" sz="2000" b="0">
              <a:latin typeface="宋体" panose="02010600030101010101" pitchFamily="2" charset="-122"/>
              <a:ea typeface="宋体" panose="02010600030101010101" pitchFamily="2" charset="-122"/>
            </a:endParaRPr>
          </a:p>
        </p:txBody>
      </p:sp>
      <p:sp>
        <p:nvSpPr>
          <p:cNvPr id="55322" name="object 29"/>
          <p:cNvSpPr txBox="1"/>
          <p:nvPr/>
        </p:nvSpPr>
        <p:spPr>
          <a:xfrm>
            <a:off x="2740025" y="2066925"/>
            <a:ext cx="2592388" cy="431800"/>
          </a:xfrm>
          <a:prstGeom prst="rect">
            <a:avLst/>
          </a:prstGeom>
          <a:solidFill>
            <a:srgbClr val="FF9900"/>
          </a:solidFill>
          <a:ln w="19050" cap="flat" cmpd="sng">
            <a:solidFill>
              <a:srgbClr val="000000"/>
            </a:solidFill>
            <a:prstDash val="solid"/>
            <a:miter/>
            <a:headEnd type="none" w="med" len="med"/>
            <a:tailEnd type="none" w="med" len="med"/>
          </a:ln>
        </p:spPr>
        <p:txBody>
          <a:bodyPr lIns="0" tIns="0" rIns="0" bIns="0">
            <a:spAutoFit/>
          </a:bodyPr>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649605" lvl="0" indent="0">
              <a:spcBef>
                <a:spcPct val="0"/>
              </a:spcBef>
              <a:buClrTx/>
              <a:buFontTx/>
              <a:buNone/>
            </a:pPr>
            <a:r>
              <a:rPr lang="zh-CN" altLang="zh-CN" sz="2000">
                <a:latin typeface="宋体" panose="02010600030101010101" pitchFamily="2" charset="-122"/>
                <a:ea typeface="宋体" panose="02010600030101010101" pitchFamily="2" charset="-122"/>
              </a:rPr>
              <a:t>用户级软件</a:t>
            </a:r>
            <a:endParaRPr lang="zh-CN" altLang="zh-CN" sz="2000" b="0">
              <a:latin typeface="宋体" panose="02010600030101010101" pitchFamily="2" charset="-122"/>
              <a:ea typeface="宋体" panose="02010600030101010101" pitchFamily="2" charset="-122"/>
            </a:endParaRPr>
          </a:p>
        </p:txBody>
      </p:sp>
      <p:sp>
        <p:nvSpPr>
          <p:cNvPr id="55323" name="object 30"/>
          <p:cNvSpPr/>
          <p:nvPr/>
        </p:nvSpPr>
        <p:spPr>
          <a:xfrm>
            <a:off x="1874838" y="2209800"/>
            <a:ext cx="863600" cy="215900"/>
          </a:xfrm>
          <a:custGeom>
            <a:avLst/>
            <a:gdLst/>
            <a:ahLst/>
            <a:cxnLst>
              <a:cxn ang="0">
                <a:pos x="628472" y="143894"/>
              </a:cxn>
              <a:cxn ang="0">
                <a:pos x="628472" y="47965"/>
              </a:cxn>
              <a:cxn ang="0">
                <a:pos x="0" y="47965"/>
              </a:cxn>
              <a:cxn ang="0">
                <a:pos x="0" y="143894"/>
              </a:cxn>
              <a:cxn ang="0">
                <a:pos x="628472" y="143894"/>
              </a:cxn>
              <a:cxn ang="0">
                <a:pos x="838454" y="95928"/>
              </a:cxn>
              <a:cxn ang="0">
                <a:pos x="628472" y="0"/>
              </a:cxn>
              <a:cxn ang="0">
                <a:pos x="628472" y="191858"/>
              </a:cxn>
              <a:cxn ang="0">
                <a:pos x="838454" y="95928"/>
              </a:cxn>
            </a:cxnLst>
            <a:rect l="0" t="0" r="0" b="0"/>
            <a:pathLst>
              <a:path w="864235" h="216535">
                <a:moveTo>
                  <a:pt x="647700" y="162306"/>
                </a:moveTo>
                <a:lnTo>
                  <a:pt x="647700" y="54102"/>
                </a:lnTo>
                <a:lnTo>
                  <a:pt x="0" y="54102"/>
                </a:lnTo>
                <a:lnTo>
                  <a:pt x="0" y="162306"/>
                </a:lnTo>
                <a:lnTo>
                  <a:pt x="647700" y="162306"/>
                </a:lnTo>
                <a:close/>
              </a:path>
              <a:path w="864235" h="216535">
                <a:moveTo>
                  <a:pt x="864107" y="108203"/>
                </a:moveTo>
                <a:lnTo>
                  <a:pt x="647700" y="0"/>
                </a:lnTo>
                <a:lnTo>
                  <a:pt x="647700" y="216408"/>
                </a:lnTo>
                <a:lnTo>
                  <a:pt x="864107" y="108203"/>
                </a:lnTo>
                <a:close/>
              </a:path>
            </a:pathLst>
          </a:custGeom>
          <a:solidFill>
            <a:srgbClr val="FFFF00">
              <a:alpha val="100000"/>
            </a:srgbClr>
          </a:solidFill>
          <a:ln w="9525">
            <a:noFill/>
          </a:ln>
        </p:spPr>
        <p:txBody>
          <a:bodyPr/>
          <a:lstStyle/>
          <a:p>
            <a:endParaRPr lang="zh-CN" altLang="en-US"/>
          </a:p>
        </p:txBody>
      </p:sp>
      <p:sp>
        <p:nvSpPr>
          <p:cNvPr id="55324" name="object 31"/>
          <p:cNvSpPr/>
          <p:nvPr/>
        </p:nvSpPr>
        <p:spPr>
          <a:xfrm>
            <a:off x="1874838" y="2209800"/>
            <a:ext cx="863600" cy="215900"/>
          </a:xfrm>
          <a:custGeom>
            <a:avLst/>
            <a:gdLst/>
            <a:ahLst/>
            <a:cxnLst>
              <a:cxn ang="0">
                <a:pos x="628472" y="0"/>
              </a:cxn>
              <a:cxn ang="0">
                <a:pos x="628472" y="47965"/>
              </a:cxn>
              <a:cxn ang="0">
                <a:pos x="0" y="47965"/>
              </a:cxn>
              <a:cxn ang="0">
                <a:pos x="0" y="143894"/>
              </a:cxn>
              <a:cxn ang="0">
                <a:pos x="628472" y="143894"/>
              </a:cxn>
              <a:cxn ang="0">
                <a:pos x="628472" y="191858"/>
              </a:cxn>
              <a:cxn ang="0">
                <a:pos x="838454" y="95928"/>
              </a:cxn>
              <a:cxn ang="0">
                <a:pos x="628472" y="0"/>
              </a:cxn>
            </a:cxnLst>
            <a:rect l="0" t="0" r="0" b="0"/>
            <a:pathLst>
              <a:path w="864235" h="216535">
                <a:moveTo>
                  <a:pt x="647700" y="0"/>
                </a:moveTo>
                <a:lnTo>
                  <a:pt x="647700" y="54102"/>
                </a:lnTo>
                <a:lnTo>
                  <a:pt x="0" y="54102"/>
                </a:lnTo>
                <a:lnTo>
                  <a:pt x="0" y="162306"/>
                </a:lnTo>
                <a:lnTo>
                  <a:pt x="647700" y="162306"/>
                </a:lnTo>
                <a:lnTo>
                  <a:pt x="647700" y="216408"/>
                </a:lnTo>
                <a:lnTo>
                  <a:pt x="864107" y="108203"/>
                </a:lnTo>
                <a:lnTo>
                  <a:pt x="647700" y="0"/>
                </a:lnTo>
                <a:close/>
              </a:path>
            </a:pathLst>
          </a:custGeom>
          <a:noFill/>
          <a:ln w="19050" cap="flat" cmpd="sng">
            <a:solidFill>
              <a:srgbClr val="000000">
                <a:alpha val="100000"/>
              </a:srgbClr>
            </a:solidFill>
            <a:prstDash val="solid"/>
            <a:round/>
            <a:headEnd type="none" w="med" len="med"/>
            <a:tailEnd type="none" w="med" len="med"/>
          </a:ln>
        </p:spPr>
        <p:txBody>
          <a:bodyPr/>
          <a:lstStyle/>
          <a:p>
            <a:endParaRPr lang="zh-CN" altLang="en-US"/>
          </a:p>
        </p:txBody>
      </p:sp>
      <p:sp>
        <p:nvSpPr>
          <p:cNvPr id="55325" name="object 32"/>
          <p:cNvSpPr/>
          <p:nvPr/>
        </p:nvSpPr>
        <p:spPr>
          <a:xfrm>
            <a:off x="552450" y="2784475"/>
            <a:ext cx="2259013" cy="3127375"/>
          </a:xfrm>
          <a:custGeom>
            <a:avLst/>
            <a:gdLst/>
            <a:ahLst/>
            <a:cxnLst>
              <a:cxn ang="0">
                <a:pos x="86557" y="526712"/>
              </a:cxn>
              <a:cxn ang="0">
                <a:pos x="19002" y="1160674"/>
              </a:cxn>
              <a:cxn ang="0">
                <a:pos x="2378" y="1450278"/>
              </a:cxn>
              <a:cxn ang="0">
                <a:pos x="0" y="1623705"/>
              </a:cxn>
              <a:cxn ang="0">
                <a:pos x="8382" y="1817419"/>
              </a:cxn>
              <a:cxn ang="0">
                <a:pos x="29043" y="1565863"/>
              </a:cxn>
              <a:cxn ang="0">
                <a:pos x="33395" y="1392938"/>
              </a:cxn>
              <a:cxn ang="0">
                <a:pos x="52949" y="1098504"/>
              </a:cxn>
              <a:cxn ang="0">
                <a:pos x="131780" y="399757"/>
              </a:cxn>
              <a:cxn ang="0">
                <a:pos x="2139780" y="3038604"/>
              </a:cxn>
              <a:cxn ang="0">
                <a:pos x="1756201" y="2975582"/>
              </a:cxn>
              <a:cxn ang="0">
                <a:pos x="1580404" y="2944854"/>
              </a:cxn>
              <a:cxn ang="0">
                <a:pos x="1403668" y="2912059"/>
              </a:cxn>
              <a:cxn ang="0">
                <a:pos x="1227140" y="2875965"/>
              </a:cxn>
              <a:cxn ang="0">
                <a:pos x="1051985" y="2835341"/>
              </a:cxn>
              <a:cxn ang="0">
                <a:pos x="879358" y="2788953"/>
              </a:cxn>
              <a:cxn ang="0">
                <a:pos x="710428" y="2735574"/>
              </a:cxn>
              <a:cxn ang="0">
                <a:pos x="576018" y="2683319"/>
              </a:cxn>
              <a:cxn ang="0">
                <a:pos x="425212" y="2607630"/>
              </a:cxn>
              <a:cxn ang="0">
                <a:pos x="279834" y="2510212"/>
              </a:cxn>
              <a:cxn ang="0">
                <a:pos x="170107" y="2394760"/>
              </a:cxn>
              <a:cxn ang="0">
                <a:pos x="107319" y="2261169"/>
              </a:cxn>
              <a:cxn ang="0">
                <a:pos x="70371" y="2100602"/>
              </a:cxn>
              <a:cxn ang="0">
                <a:pos x="33692" y="1772078"/>
              </a:cxn>
              <a:cxn ang="0">
                <a:pos x="29046" y="1623312"/>
              </a:cxn>
              <a:cxn ang="0">
                <a:pos x="38264" y="2078886"/>
              </a:cxn>
              <a:cxn ang="0">
                <a:pos x="58002" y="2190178"/>
              </a:cxn>
              <a:cxn ang="0">
                <a:pos x="98831" y="2322971"/>
              </a:cxn>
              <a:cxn ang="0">
                <a:pos x="177763" y="2451812"/>
              </a:cxn>
              <a:cxn ang="0">
                <a:pos x="306106" y="2565743"/>
              </a:cxn>
              <a:cxn ang="0">
                <a:pos x="460138" y="2659201"/>
              </a:cxn>
              <a:cxn ang="0">
                <a:pos x="611561" y="2728773"/>
              </a:cxn>
              <a:cxn ang="0">
                <a:pos x="756698" y="2781400"/>
              </a:cxn>
              <a:cxn ang="0">
                <a:pos x="928004" y="2832314"/>
              </a:cxn>
              <a:cxn ang="0">
                <a:pos x="1102349" y="2876733"/>
              </a:cxn>
              <a:cxn ang="0">
                <a:pos x="1278692" y="2915861"/>
              </a:cxn>
              <a:cxn ang="0">
                <a:pos x="1456007" y="2950897"/>
              </a:cxn>
              <a:cxn ang="0">
                <a:pos x="1633259" y="2983043"/>
              </a:cxn>
              <a:cxn ang="0">
                <a:pos x="1867705" y="3023488"/>
              </a:cxn>
              <a:cxn ang="0">
                <a:pos x="2184226" y="3074138"/>
              </a:cxn>
              <a:cxn ang="0">
                <a:pos x="2203392" y="3048428"/>
              </a:cxn>
              <a:cxn ang="0">
                <a:pos x="2179631" y="3102080"/>
              </a:cxn>
              <a:cxn ang="0">
                <a:pos x="2188828" y="3046175"/>
              </a:cxn>
              <a:cxn ang="0">
                <a:pos x="2203392" y="3048428"/>
              </a:cxn>
              <a:cxn ang="0">
                <a:pos x="2188828" y="3046175"/>
              </a:cxn>
              <a:cxn ang="0">
                <a:pos x="2271601" y="3073365"/>
              </a:cxn>
            </a:cxnLst>
            <a:rect l="0" t="0" r="0" b="0"/>
            <a:pathLst>
              <a:path w="2258695" h="3128010">
                <a:moveTo>
                  <a:pt x="183601" y="3810"/>
                </a:moveTo>
                <a:lnTo>
                  <a:pt x="108154" y="359003"/>
                </a:lnTo>
                <a:lnTo>
                  <a:pt x="86065" y="531114"/>
                </a:lnTo>
                <a:lnTo>
                  <a:pt x="52656" y="820579"/>
                </a:lnTo>
                <a:lnTo>
                  <a:pt x="28879" y="1053302"/>
                </a:lnTo>
                <a:lnTo>
                  <a:pt x="18879" y="1170375"/>
                </a:lnTo>
                <a:lnTo>
                  <a:pt x="10659" y="1287210"/>
                </a:lnTo>
                <a:lnTo>
                  <a:pt x="4541" y="1404026"/>
                </a:lnTo>
                <a:lnTo>
                  <a:pt x="2378" y="1462402"/>
                </a:lnTo>
                <a:lnTo>
                  <a:pt x="871" y="1520742"/>
                </a:lnTo>
                <a:lnTo>
                  <a:pt x="64" y="1579037"/>
                </a:lnTo>
                <a:lnTo>
                  <a:pt x="0" y="1637276"/>
                </a:lnTo>
                <a:lnTo>
                  <a:pt x="721" y="1695450"/>
                </a:lnTo>
                <a:lnTo>
                  <a:pt x="5293" y="1788414"/>
                </a:lnTo>
                <a:lnTo>
                  <a:pt x="8341" y="1832610"/>
                </a:lnTo>
                <a:lnTo>
                  <a:pt x="25207" y="1990846"/>
                </a:lnTo>
                <a:lnTo>
                  <a:pt x="28879" y="2022035"/>
                </a:lnTo>
                <a:lnTo>
                  <a:pt x="28879" y="1578950"/>
                </a:lnTo>
                <a:lnTo>
                  <a:pt x="29624" y="1520912"/>
                </a:lnTo>
                <a:lnTo>
                  <a:pt x="31076" y="1462783"/>
                </a:lnTo>
                <a:lnTo>
                  <a:pt x="33190" y="1404581"/>
                </a:lnTo>
                <a:lnTo>
                  <a:pt x="39232" y="1288022"/>
                </a:lnTo>
                <a:lnTo>
                  <a:pt x="47407" y="1171371"/>
                </a:lnTo>
                <a:lnTo>
                  <a:pt x="52662" y="1107685"/>
                </a:lnTo>
                <a:lnTo>
                  <a:pt x="68767" y="938330"/>
                </a:lnTo>
                <a:lnTo>
                  <a:pt x="108163" y="591371"/>
                </a:lnTo>
                <a:lnTo>
                  <a:pt x="131023" y="403098"/>
                </a:lnTo>
                <a:lnTo>
                  <a:pt x="183601" y="3810"/>
                </a:lnTo>
                <a:close/>
              </a:path>
              <a:path w="2258695" h="3128010">
                <a:moveTo>
                  <a:pt x="2176229" y="3071639"/>
                </a:moveTo>
                <a:lnTo>
                  <a:pt x="2127463" y="3064002"/>
                </a:lnTo>
                <a:lnTo>
                  <a:pt x="1994113" y="3041904"/>
                </a:lnTo>
                <a:lnTo>
                  <a:pt x="1861525" y="3020568"/>
                </a:lnTo>
                <a:lnTo>
                  <a:pt x="1746094" y="3000455"/>
                </a:lnTo>
                <a:lnTo>
                  <a:pt x="1688009" y="2990281"/>
                </a:lnTo>
                <a:lnTo>
                  <a:pt x="1629734" y="2979968"/>
                </a:lnTo>
                <a:lnTo>
                  <a:pt x="1571311" y="2969469"/>
                </a:lnTo>
                <a:lnTo>
                  <a:pt x="1512784" y="2958739"/>
                </a:lnTo>
                <a:lnTo>
                  <a:pt x="1454196" y="2947731"/>
                </a:lnTo>
                <a:lnTo>
                  <a:pt x="1395588" y="2936400"/>
                </a:lnTo>
                <a:lnTo>
                  <a:pt x="1337004" y="2924699"/>
                </a:lnTo>
                <a:lnTo>
                  <a:pt x="1278486" y="2912583"/>
                </a:lnTo>
                <a:lnTo>
                  <a:pt x="1220077" y="2900004"/>
                </a:lnTo>
                <a:lnTo>
                  <a:pt x="1161819" y="2886919"/>
                </a:lnTo>
                <a:lnTo>
                  <a:pt x="1103756" y="2873280"/>
                </a:lnTo>
                <a:lnTo>
                  <a:pt x="1045929" y="2859041"/>
                </a:lnTo>
                <a:lnTo>
                  <a:pt x="988382" y="2844156"/>
                </a:lnTo>
                <a:lnTo>
                  <a:pt x="931158" y="2828580"/>
                </a:lnTo>
                <a:lnTo>
                  <a:pt x="874298" y="2812266"/>
                </a:lnTo>
                <a:lnTo>
                  <a:pt x="817845" y="2795169"/>
                </a:lnTo>
                <a:lnTo>
                  <a:pt x="761843" y="2777242"/>
                </a:lnTo>
                <a:lnTo>
                  <a:pt x="706333" y="2758440"/>
                </a:lnTo>
                <a:lnTo>
                  <a:pt x="662137" y="2742438"/>
                </a:lnTo>
                <a:lnTo>
                  <a:pt x="618703" y="2725674"/>
                </a:lnTo>
                <a:lnTo>
                  <a:pt x="572697" y="2705747"/>
                </a:lnTo>
                <a:lnTo>
                  <a:pt x="523963" y="2682972"/>
                </a:lnTo>
                <a:lnTo>
                  <a:pt x="473611" y="2657486"/>
                </a:lnTo>
                <a:lnTo>
                  <a:pt x="422752" y="2629427"/>
                </a:lnTo>
                <a:lnTo>
                  <a:pt x="372496" y="2598934"/>
                </a:lnTo>
                <a:lnTo>
                  <a:pt x="323954" y="2566144"/>
                </a:lnTo>
                <a:lnTo>
                  <a:pt x="278235" y="2531195"/>
                </a:lnTo>
                <a:lnTo>
                  <a:pt x="236450" y="2494225"/>
                </a:lnTo>
                <a:lnTo>
                  <a:pt x="199709" y="2455374"/>
                </a:lnTo>
                <a:lnTo>
                  <a:pt x="169123" y="2414778"/>
                </a:lnTo>
                <a:lnTo>
                  <a:pt x="144739" y="2375154"/>
                </a:lnTo>
                <a:lnTo>
                  <a:pt x="124927" y="2332482"/>
                </a:lnTo>
                <a:lnTo>
                  <a:pt x="106704" y="2280069"/>
                </a:lnTo>
                <a:lnTo>
                  <a:pt x="91792" y="2226778"/>
                </a:lnTo>
                <a:lnTo>
                  <a:pt x="79706" y="2172759"/>
                </a:lnTo>
                <a:lnTo>
                  <a:pt x="69961" y="2118162"/>
                </a:lnTo>
                <a:lnTo>
                  <a:pt x="62072" y="2063138"/>
                </a:lnTo>
                <a:lnTo>
                  <a:pt x="52656" y="1980126"/>
                </a:lnTo>
                <a:lnTo>
                  <a:pt x="33487" y="1786890"/>
                </a:lnTo>
                <a:lnTo>
                  <a:pt x="31201" y="1741170"/>
                </a:lnTo>
                <a:lnTo>
                  <a:pt x="29677" y="1694688"/>
                </a:lnTo>
                <a:lnTo>
                  <a:pt x="28882" y="1636881"/>
                </a:lnTo>
                <a:lnTo>
                  <a:pt x="28879" y="1578950"/>
                </a:lnTo>
                <a:lnTo>
                  <a:pt x="28882" y="2022062"/>
                </a:lnTo>
                <a:lnTo>
                  <a:pt x="38059" y="2096262"/>
                </a:lnTo>
                <a:lnTo>
                  <a:pt x="43393" y="2128266"/>
                </a:lnTo>
                <a:lnTo>
                  <a:pt x="47988" y="2158866"/>
                </a:lnTo>
                <a:lnTo>
                  <a:pt x="57674" y="2208486"/>
                </a:lnTo>
                <a:lnTo>
                  <a:pt x="66210" y="2246211"/>
                </a:lnTo>
                <a:lnTo>
                  <a:pt x="76493" y="2283294"/>
                </a:lnTo>
                <a:lnTo>
                  <a:pt x="98257" y="2342388"/>
                </a:lnTo>
                <a:lnTo>
                  <a:pt x="119593" y="2388108"/>
                </a:lnTo>
                <a:lnTo>
                  <a:pt x="144739" y="2430018"/>
                </a:lnTo>
                <a:lnTo>
                  <a:pt x="176738" y="2472306"/>
                </a:lnTo>
                <a:lnTo>
                  <a:pt x="214700" y="2512682"/>
                </a:lnTo>
                <a:lnTo>
                  <a:pt x="257582" y="2551019"/>
                </a:lnTo>
                <a:lnTo>
                  <a:pt x="304343" y="2587189"/>
                </a:lnTo>
                <a:lnTo>
                  <a:pt x="353942" y="2621065"/>
                </a:lnTo>
                <a:lnTo>
                  <a:pt x="405336" y="2652520"/>
                </a:lnTo>
                <a:lnTo>
                  <a:pt x="457484" y="2681427"/>
                </a:lnTo>
                <a:lnTo>
                  <a:pt x="509345" y="2707657"/>
                </a:lnTo>
                <a:lnTo>
                  <a:pt x="559876" y="2731085"/>
                </a:lnTo>
                <a:lnTo>
                  <a:pt x="608035" y="2751582"/>
                </a:lnTo>
                <a:lnTo>
                  <a:pt x="651469" y="2769108"/>
                </a:lnTo>
                <a:lnTo>
                  <a:pt x="696427" y="2785872"/>
                </a:lnTo>
                <a:lnTo>
                  <a:pt x="752350" y="2804649"/>
                </a:lnTo>
                <a:lnTo>
                  <a:pt x="808723" y="2822564"/>
                </a:lnTo>
                <a:lnTo>
                  <a:pt x="865507" y="2839662"/>
                </a:lnTo>
                <a:lnTo>
                  <a:pt x="922666" y="2855988"/>
                </a:lnTo>
                <a:lnTo>
                  <a:pt x="980160" y="2871586"/>
                </a:lnTo>
                <a:lnTo>
                  <a:pt x="1037952" y="2886501"/>
                </a:lnTo>
                <a:lnTo>
                  <a:pt x="1096003" y="2900779"/>
                </a:lnTo>
                <a:lnTo>
                  <a:pt x="1154275" y="2914464"/>
                </a:lnTo>
                <a:lnTo>
                  <a:pt x="1212731" y="2927600"/>
                </a:lnTo>
                <a:lnTo>
                  <a:pt x="1271333" y="2940234"/>
                </a:lnTo>
                <a:lnTo>
                  <a:pt x="1330041" y="2952409"/>
                </a:lnTo>
                <a:lnTo>
                  <a:pt x="1388818" y="2964170"/>
                </a:lnTo>
                <a:lnTo>
                  <a:pt x="1447627" y="2975563"/>
                </a:lnTo>
                <a:lnTo>
                  <a:pt x="1506428" y="2986633"/>
                </a:lnTo>
                <a:lnTo>
                  <a:pt x="1565184" y="2997423"/>
                </a:lnTo>
                <a:lnTo>
                  <a:pt x="1623857" y="3007979"/>
                </a:lnTo>
                <a:lnTo>
                  <a:pt x="1682408" y="3018346"/>
                </a:lnTo>
                <a:lnTo>
                  <a:pt x="1740800" y="3028569"/>
                </a:lnTo>
                <a:lnTo>
                  <a:pt x="1856953" y="3048762"/>
                </a:lnTo>
                <a:lnTo>
                  <a:pt x="1989541" y="3070098"/>
                </a:lnTo>
                <a:lnTo>
                  <a:pt x="2122891" y="3092196"/>
                </a:lnTo>
                <a:lnTo>
                  <a:pt x="2171657" y="3099833"/>
                </a:lnTo>
                <a:lnTo>
                  <a:pt x="2176229" y="3071639"/>
                </a:lnTo>
                <a:close/>
              </a:path>
              <a:path w="2258695" h="3128010">
                <a:moveTo>
                  <a:pt x="2190709" y="3120529"/>
                </a:moveTo>
                <a:lnTo>
                  <a:pt x="2190709" y="3073908"/>
                </a:lnTo>
                <a:lnTo>
                  <a:pt x="2186137" y="3102102"/>
                </a:lnTo>
                <a:lnTo>
                  <a:pt x="2171657" y="3099833"/>
                </a:lnTo>
                <a:lnTo>
                  <a:pt x="2167087" y="3128010"/>
                </a:lnTo>
                <a:lnTo>
                  <a:pt x="2190709" y="3120529"/>
                </a:lnTo>
                <a:close/>
              </a:path>
              <a:path w="2258695" h="3128010">
                <a:moveTo>
                  <a:pt x="2190709" y="3073908"/>
                </a:moveTo>
                <a:lnTo>
                  <a:pt x="2176229" y="3071639"/>
                </a:lnTo>
                <a:lnTo>
                  <a:pt x="2171657" y="3099833"/>
                </a:lnTo>
                <a:lnTo>
                  <a:pt x="2186137" y="3102102"/>
                </a:lnTo>
                <a:lnTo>
                  <a:pt x="2190709" y="3073908"/>
                </a:lnTo>
                <a:close/>
              </a:path>
              <a:path w="2258695" h="3128010">
                <a:moveTo>
                  <a:pt x="2258527" y="3099054"/>
                </a:moveTo>
                <a:lnTo>
                  <a:pt x="2180803" y="3043428"/>
                </a:lnTo>
                <a:lnTo>
                  <a:pt x="2176229" y="3071639"/>
                </a:lnTo>
                <a:lnTo>
                  <a:pt x="2190709" y="3073908"/>
                </a:lnTo>
                <a:lnTo>
                  <a:pt x="2190709" y="3120529"/>
                </a:lnTo>
                <a:lnTo>
                  <a:pt x="2258527" y="3099054"/>
                </a:lnTo>
                <a:close/>
              </a:path>
            </a:pathLst>
          </a:custGeom>
          <a:solidFill>
            <a:srgbClr val="3333CC">
              <a:alpha val="100000"/>
            </a:srgbClr>
          </a:solidFill>
          <a:ln w="9525">
            <a:noFill/>
          </a:ln>
        </p:spPr>
        <p:txBody>
          <a:bodyPr/>
          <a:lstStyle/>
          <a:p>
            <a:endParaRPr lang="zh-CN" altLang="en-US"/>
          </a:p>
        </p:txBody>
      </p:sp>
      <p:sp>
        <p:nvSpPr>
          <p:cNvPr id="55326" name="object 33"/>
          <p:cNvSpPr/>
          <p:nvPr/>
        </p:nvSpPr>
        <p:spPr>
          <a:xfrm>
            <a:off x="74613" y="4441825"/>
            <a:ext cx="1079500" cy="1008063"/>
          </a:xfrm>
          <a:custGeom>
            <a:avLst/>
            <a:gdLst/>
            <a:ahLst/>
            <a:cxnLst>
              <a:cxn ang="0">
                <a:pos x="0" y="995254"/>
              </a:cxn>
              <a:cxn ang="0">
                <a:pos x="1078992" y="0"/>
              </a:cxn>
            </a:cxnLst>
            <a:rect l="0" t="0" r="0" b="0"/>
            <a:pathLst>
              <a:path w="1079500" h="1008379">
                <a:moveTo>
                  <a:pt x="0" y="1008126"/>
                </a:moveTo>
                <a:lnTo>
                  <a:pt x="1078992" y="0"/>
                </a:lnTo>
              </a:path>
            </a:pathLst>
          </a:custGeom>
          <a:noFill/>
          <a:ln w="57150" cap="flat" cmpd="sng">
            <a:solidFill>
              <a:srgbClr val="FF3300">
                <a:alpha val="100000"/>
              </a:srgbClr>
            </a:solidFill>
            <a:prstDash val="solid"/>
            <a:round/>
            <a:headEnd type="none" w="med" len="med"/>
            <a:tailEnd type="none" w="med" len="med"/>
          </a:ln>
        </p:spPr>
        <p:txBody>
          <a:bodyPr/>
          <a:lstStyle/>
          <a:p>
            <a:endParaRPr lang="zh-CN" altLang="en-US"/>
          </a:p>
        </p:txBody>
      </p:sp>
      <p:sp>
        <p:nvSpPr>
          <p:cNvPr id="55327" name="object 34"/>
          <p:cNvSpPr/>
          <p:nvPr/>
        </p:nvSpPr>
        <p:spPr>
          <a:xfrm>
            <a:off x="219075" y="4441825"/>
            <a:ext cx="792163" cy="1008063"/>
          </a:xfrm>
          <a:custGeom>
            <a:avLst/>
            <a:gdLst/>
            <a:ahLst/>
            <a:cxnLst>
              <a:cxn ang="0">
                <a:pos x="779588" y="995254"/>
              </a:cxn>
              <a:cxn ang="0">
                <a:pos x="0" y="0"/>
              </a:cxn>
            </a:cxnLst>
            <a:rect l="0" t="0" r="0" b="0"/>
            <a:pathLst>
              <a:path w="792480" h="1008379">
                <a:moveTo>
                  <a:pt x="792480" y="1008126"/>
                </a:moveTo>
                <a:lnTo>
                  <a:pt x="0" y="0"/>
                </a:lnTo>
              </a:path>
            </a:pathLst>
          </a:custGeom>
          <a:noFill/>
          <a:ln w="57150" cap="flat" cmpd="sng">
            <a:solidFill>
              <a:srgbClr val="FF3300">
                <a:alpha val="100000"/>
              </a:srgbClr>
            </a:solidFill>
            <a:prstDash val="solid"/>
            <a:round/>
            <a:headEnd type="none" w="med" len="med"/>
            <a:tailEnd type="none" w="med" len="med"/>
          </a:ln>
        </p:spPr>
        <p:txBody>
          <a:bodyPr/>
          <a:lstStyle/>
          <a:p>
            <a:endParaRPr lang="zh-CN" altLang="en-US"/>
          </a:p>
        </p:txBody>
      </p:sp>
      <p:sp>
        <p:nvSpPr>
          <p:cNvPr id="55328" name="object 35"/>
          <p:cNvSpPr/>
          <p:nvPr/>
        </p:nvSpPr>
        <p:spPr>
          <a:xfrm>
            <a:off x="2917825" y="5018088"/>
            <a:ext cx="76200" cy="576262"/>
          </a:xfrm>
          <a:custGeom>
            <a:avLst/>
            <a:gdLst/>
            <a:ahLst/>
            <a:cxnLst>
              <a:cxn ang="0">
                <a:pos x="76200" y="74501"/>
              </a:cxn>
              <a:cxn ang="0">
                <a:pos x="38100" y="0"/>
              </a:cxn>
              <a:cxn ang="0">
                <a:pos x="0" y="74501"/>
              </a:cxn>
              <a:cxn ang="0">
                <a:pos x="32003" y="74501"/>
              </a:cxn>
              <a:cxn ang="0">
                <a:pos x="32003" y="61837"/>
              </a:cxn>
              <a:cxn ang="0">
                <a:pos x="44196" y="61837"/>
              </a:cxn>
              <a:cxn ang="0">
                <a:pos x="44196" y="74501"/>
              </a:cxn>
              <a:cxn ang="0">
                <a:pos x="76200" y="74501"/>
              </a:cxn>
              <a:cxn ang="0">
                <a:pos x="44196" y="74501"/>
              </a:cxn>
              <a:cxn ang="0">
                <a:pos x="44196" y="61837"/>
              </a:cxn>
              <a:cxn ang="0">
                <a:pos x="32003" y="61837"/>
              </a:cxn>
              <a:cxn ang="0">
                <a:pos x="32003" y="74501"/>
              </a:cxn>
              <a:cxn ang="0">
                <a:pos x="44196" y="74501"/>
              </a:cxn>
              <a:cxn ang="0">
                <a:pos x="44196" y="563227"/>
              </a:cxn>
              <a:cxn ang="0">
                <a:pos x="44196" y="74501"/>
              </a:cxn>
              <a:cxn ang="0">
                <a:pos x="32003" y="74501"/>
              </a:cxn>
              <a:cxn ang="0">
                <a:pos x="32004" y="563227"/>
              </a:cxn>
              <a:cxn ang="0">
                <a:pos x="44196" y="563227"/>
              </a:cxn>
            </a:cxnLst>
            <a:rect l="0" t="0" r="0" b="0"/>
            <a:pathLst>
              <a:path w="76200" h="576579">
                <a:moveTo>
                  <a:pt x="76200" y="76200"/>
                </a:moveTo>
                <a:lnTo>
                  <a:pt x="38100" y="0"/>
                </a:lnTo>
                <a:lnTo>
                  <a:pt x="0" y="76200"/>
                </a:lnTo>
                <a:lnTo>
                  <a:pt x="32003" y="76200"/>
                </a:lnTo>
                <a:lnTo>
                  <a:pt x="32003" y="63246"/>
                </a:lnTo>
                <a:lnTo>
                  <a:pt x="44196" y="63246"/>
                </a:lnTo>
                <a:lnTo>
                  <a:pt x="44196" y="76200"/>
                </a:lnTo>
                <a:lnTo>
                  <a:pt x="76200" y="76200"/>
                </a:lnTo>
                <a:close/>
              </a:path>
              <a:path w="76200" h="576579">
                <a:moveTo>
                  <a:pt x="44196" y="76200"/>
                </a:moveTo>
                <a:lnTo>
                  <a:pt x="44196" y="63246"/>
                </a:lnTo>
                <a:lnTo>
                  <a:pt x="32003" y="63246"/>
                </a:lnTo>
                <a:lnTo>
                  <a:pt x="32003" y="76200"/>
                </a:lnTo>
                <a:lnTo>
                  <a:pt x="44196" y="76200"/>
                </a:lnTo>
                <a:close/>
              </a:path>
              <a:path w="76200" h="576579">
                <a:moveTo>
                  <a:pt x="44196" y="576072"/>
                </a:moveTo>
                <a:lnTo>
                  <a:pt x="44196" y="76200"/>
                </a:lnTo>
                <a:lnTo>
                  <a:pt x="32003" y="76200"/>
                </a:lnTo>
                <a:lnTo>
                  <a:pt x="32004" y="576072"/>
                </a:lnTo>
                <a:lnTo>
                  <a:pt x="44196" y="576072"/>
                </a:lnTo>
                <a:close/>
              </a:path>
            </a:pathLst>
          </a:custGeom>
          <a:solidFill>
            <a:srgbClr val="000000">
              <a:alpha val="100000"/>
            </a:srgbClr>
          </a:solidFill>
          <a:ln w="9525">
            <a:noFill/>
          </a:ln>
        </p:spPr>
        <p:txBody>
          <a:bodyPr/>
          <a:lstStyle/>
          <a:p>
            <a:endParaRPr lang="zh-CN" altLang="en-US"/>
          </a:p>
        </p:txBody>
      </p:sp>
      <p:sp>
        <p:nvSpPr>
          <p:cNvPr id="2" name="矩形 1"/>
          <p:cNvSpPr/>
          <p:nvPr/>
        </p:nvSpPr>
        <p:spPr>
          <a:xfrm>
            <a:off x="5724525" y="1744663"/>
            <a:ext cx="3335338" cy="4399915"/>
          </a:xfrm>
          <a:prstGeom prst="rect">
            <a:avLst/>
          </a:prstGeom>
        </p:spPr>
        <p:txBody>
          <a:bodyPr>
            <a:spAutoFit/>
          </a:bodyPr>
          <a:lstStyle/>
          <a:p>
            <a:r>
              <a:rPr lang="zh-CN" altLang="en-US" sz="2000">
                <a:solidFill>
                  <a:srgbClr val="0033CC"/>
                </a:solidFill>
                <a:latin typeface="宋体" panose="02010600030101010101" pitchFamily="2" charset="-122"/>
                <a:ea typeface="宋体" panose="02010600030101010101" pitchFamily="2" charset="-122"/>
              </a:rPr>
              <a:t>分层设计思想</a:t>
            </a:r>
            <a:r>
              <a:rPr lang="zh-CN" altLang="en-US" sz="2000">
                <a:latin typeface="宋体" panose="02010600030101010101" pitchFamily="2" charset="-122"/>
                <a:ea typeface="宋体" panose="02010600030101010101" pitchFamily="2" charset="-122"/>
              </a:rPr>
              <a:t>：</a:t>
            </a:r>
            <a:endParaRPr lang="en-US" altLang="zh-CN" sz="2000">
              <a:latin typeface="宋体" panose="02010600030101010101" pitchFamily="2" charset="-122"/>
              <a:ea typeface="宋体" panose="02010600030101010101" pitchFamily="2" charset="-122"/>
            </a:endParaRPr>
          </a:p>
          <a:p>
            <a:pPr>
              <a:buFont typeface="Arial" panose="020B0604020202020204" pitchFamily="34" charset="0"/>
              <a:buChar char="•"/>
            </a:pPr>
            <a:r>
              <a:rPr lang="zh-CN" altLang="zh-CN" sz="2000" b="1">
                <a:solidFill>
                  <a:srgbClr val="333333"/>
                </a:solidFill>
                <a:latin typeface="宋体" panose="02010600030101010101" pitchFamily="2" charset="-122"/>
                <a:ea typeface="宋体" panose="02010600030101010101" pitchFamily="2" charset="-122"/>
              </a:rPr>
              <a:t>把软件组织成多个层次</a:t>
            </a:r>
            <a:r>
              <a:rPr lang="zh-CN" altLang="en-US" sz="2000" b="1">
                <a:solidFill>
                  <a:srgbClr val="333333"/>
                </a:solidFill>
                <a:latin typeface="宋体" panose="02010600030101010101" pitchFamily="2" charset="-122"/>
                <a:ea typeface="宋体" panose="02010600030101010101" pitchFamily="2" charset="-122"/>
              </a:rPr>
              <a:t>。</a:t>
            </a:r>
            <a:endParaRPr lang="en-US" altLang="zh-CN" sz="2000" b="1">
              <a:solidFill>
                <a:srgbClr val="333333"/>
              </a:solidFill>
              <a:latin typeface="宋体" panose="02010600030101010101" pitchFamily="2" charset="-122"/>
              <a:ea typeface="宋体" panose="02010600030101010101" pitchFamily="2" charset="-122"/>
            </a:endParaRPr>
          </a:p>
          <a:p>
            <a:pPr>
              <a:buFont typeface="Arial" panose="020B0604020202020204" pitchFamily="34" charset="0"/>
              <a:buChar char="•"/>
            </a:pPr>
            <a:r>
              <a:rPr lang="zh-CN" altLang="zh-CN" sz="2000" b="1">
                <a:solidFill>
                  <a:srgbClr val="333333"/>
                </a:solidFill>
                <a:latin typeface="宋体" panose="02010600030101010101" pitchFamily="2" charset="-122"/>
                <a:ea typeface="宋体" panose="02010600030101010101" pitchFamily="2" charset="-122"/>
              </a:rPr>
              <a:t>每一层都执行操作系统所需要的功能的一个相关子集，它依赖于更低一层所执行的更原始的功能，从而可以隐藏这些功能的细节；同时，它又给高一层提供服务</a:t>
            </a:r>
            <a:r>
              <a:rPr lang="zh-CN" altLang="en-US" sz="2000" b="1">
                <a:solidFill>
                  <a:srgbClr val="333333"/>
                </a:solidFill>
                <a:latin typeface="宋体" panose="02010600030101010101" pitchFamily="2" charset="-122"/>
                <a:ea typeface="宋体" panose="02010600030101010101" pitchFamily="2" charset="-122"/>
              </a:rPr>
              <a:t>。</a:t>
            </a:r>
            <a:endParaRPr lang="en-US" altLang="zh-CN" sz="2000" b="1">
              <a:solidFill>
                <a:srgbClr val="333333"/>
              </a:solidFill>
              <a:latin typeface="宋体" panose="02010600030101010101" pitchFamily="2" charset="-122"/>
              <a:ea typeface="宋体" panose="02010600030101010101" pitchFamily="2" charset="-122"/>
            </a:endParaRPr>
          </a:p>
          <a:p>
            <a:pPr>
              <a:buFont typeface="Arial" panose="020B0604020202020204" pitchFamily="34" charset="0"/>
              <a:buChar char="•"/>
            </a:pPr>
            <a:r>
              <a:rPr lang="zh-CN" altLang="zh-CN" sz="2000" b="1">
                <a:solidFill>
                  <a:srgbClr val="333333"/>
                </a:solidFill>
                <a:latin typeface="宋体" panose="02010600030101010101" pitchFamily="2" charset="-122"/>
                <a:ea typeface="宋体" panose="02010600030101010101" pitchFamily="2" charset="-122"/>
              </a:rPr>
              <a:t>较低层考虑硬件的特性，并向较高层软件提供接口</a:t>
            </a:r>
            <a:r>
              <a:rPr lang="zh-CN" altLang="en-US" sz="2000" b="1">
                <a:solidFill>
                  <a:srgbClr val="333333"/>
                </a:solidFill>
                <a:latin typeface="宋体" panose="02010600030101010101" pitchFamily="2" charset="-122"/>
                <a:ea typeface="宋体" panose="02010600030101010101" pitchFamily="2" charset="-122"/>
              </a:rPr>
              <a:t>。</a:t>
            </a:r>
            <a:endParaRPr lang="en-US" altLang="zh-CN" sz="2000" b="1">
              <a:solidFill>
                <a:srgbClr val="333333"/>
              </a:solidFill>
              <a:latin typeface="宋体" panose="02010600030101010101" pitchFamily="2" charset="-122"/>
              <a:ea typeface="宋体" panose="02010600030101010101" pitchFamily="2" charset="-122"/>
            </a:endParaRPr>
          </a:p>
          <a:p>
            <a:pPr>
              <a:buFont typeface="Arial" panose="020B0604020202020204" pitchFamily="34" charset="0"/>
              <a:buChar char="•"/>
            </a:pPr>
            <a:r>
              <a:rPr lang="zh-CN" altLang="zh-CN" sz="2000" b="1">
                <a:solidFill>
                  <a:srgbClr val="333333"/>
                </a:solidFill>
                <a:latin typeface="宋体" panose="02010600030101010101" pitchFamily="2" charset="-122"/>
                <a:ea typeface="宋体" panose="02010600030101010101" pitchFamily="2" charset="-122"/>
              </a:rPr>
              <a:t>较高层不依赖于硬件，并向用户提供一个友好的、清晰的、简单的、功能更强的接口</a:t>
            </a:r>
            <a:r>
              <a:rPr lang="zh-CN" altLang="en-US" sz="2000" b="1">
                <a:solidFill>
                  <a:srgbClr val="333333"/>
                </a:solidFill>
                <a:latin typeface="宋体" panose="02010600030101010101" pitchFamily="2" charset="-122"/>
                <a:ea typeface="宋体" panose="02010600030101010101" pitchFamily="2" charset="-122"/>
              </a:rPr>
              <a:t>。</a:t>
            </a:r>
            <a:endParaRPr lang="zh-CN" altLang="zh-CN" sz="2000" b="1">
              <a:solidFill>
                <a:srgbClr val="333333"/>
              </a:solidFill>
              <a:latin typeface="宋体" panose="02010600030101010101" pitchFamily="2" charset="-122"/>
              <a:ea typeface="宋体" panose="02010600030101010101" pitchFamily="2" charset="-122"/>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1" name="灯片编号占位符 3"/>
          <p:cNvSpPr txBox="1">
            <a:spLocks noGrp="1"/>
          </p:cNvSpPr>
          <p:nvPr>
            <p:ph type="sldNum" sz="quarter" idx="12"/>
          </p:nvPr>
        </p:nvSpPr>
        <p:spPr>
          <a:xfrm>
            <a:off x="431800" y="6229350"/>
            <a:ext cx="2311400" cy="457200"/>
          </a:xfrm>
        </p:spPr>
        <p:txBody>
          <a:bodyPr anchor="b" anchorCtr="0"/>
          <a:lstStyle/>
          <a:p>
            <a:pPr marL="0" indent="0">
              <a:spcBef>
                <a:spcPct val="50000"/>
              </a:spcBef>
              <a:buClrTx/>
              <a:buFontTx/>
              <a:buNone/>
            </a:pPr>
            <a:r>
              <a:rPr lang="zh-CN" altLang="en-US" sz="1200" b="0">
                <a:solidFill>
                  <a:srgbClr val="3366CC"/>
                </a:solidFill>
                <a:ea typeface="宋体" panose="02010600030101010101" pitchFamily="2" charset="-122"/>
              </a:rPr>
              <a:t>第</a:t>
            </a:r>
            <a:fld id="{9A0DB2DC-4C9A-4742-B13C-FB6460FD3503}" type="slidenum">
              <a:rPr lang="zh-TW" altLang="en-US" sz="1200" b="0">
                <a:solidFill>
                  <a:srgbClr val="3366CC"/>
                </a:solidFill>
                <a:ea typeface="PMingLiU" pitchFamily="18" charset="-120"/>
              </a:rPr>
              <a:t>40</a:t>
            </a:fld>
            <a:r>
              <a:rPr lang="zh-CN" altLang="en-US" sz="1200" b="0">
                <a:solidFill>
                  <a:srgbClr val="3366CC"/>
                </a:solidFill>
                <a:ea typeface="宋体" panose="02010600030101010101" pitchFamily="2" charset="-122"/>
              </a:rPr>
              <a:t>页</a:t>
            </a:r>
            <a:endParaRPr lang="zh-TW" altLang="en-US" sz="1200" b="0">
              <a:solidFill>
                <a:srgbClr val="3366CC"/>
              </a:solidFill>
              <a:ea typeface="宋体" panose="02010600030101010101" pitchFamily="2" charset="-122"/>
            </a:endParaRPr>
          </a:p>
        </p:txBody>
      </p:sp>
      <p:sp>
        <p:nvSpPr>
          <p:cNvPr id="56322" name="Rectangle 2"/>
          <p:cNvSpPr>
            <a:spLocks noGrp="1"/>
          </p:cNvSpPr>
          <p:nvPr>
            <p:ph type="title"/>
          </p:nvPr>
        </p:nvSpPr>
        <p:spPr/>
        <p:txBody>
          <a:bodyPr vert="horz" wrap="square" lIns="91440" tIns="45720" rIns="91440" bIns="45720" anchor="b" anchorCtr="0"/>
          <a:lstStyle/>
          <a:p>
            <a:pPr eaLnBrk="1" hangingPunct="1"/>
            <a:r>
              <a:rPr lang="en-US" altLang="zh-CN"/>
              <a:t>7.5</a:t>
            </a:r>
            <a:r>
              <a:rPr lang="zh-CN" altLang="en-US"/>
              <a:t> </a:t>
            </a:r>
            <a:r>
              <a:rPr lang="en-US" altLang="zh-CN"/>
              <a:t>I/O</a:t>
            </a:r>
            <a:r>
              <a:rPr lang="zh-CN" altLang="en-US"/>
              <a:t>软件的组成</a:t>
            </a:r>
          </a:p>
        </p:txBody>
      </p:sp>
      <p:sp>
        <p:nvSpPr>
          <p:cNvPr id="56323" name="object 7"/>
          <p:cNvSpPr txBox="1">
            <a:spLocks noChangeArrowheads="1"/>
          </p:cNvSpPr>
          <p:nvPr/>
        </p:nvSpPr>
        <p:spPr bwMode="auto">
          <a:xfrm>
            <a:off x="539750" y="1598613"/>
            <a:ext cx="8208963" cy="3692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0" lvl="0" indent="0">
              <a:spcBef>
                <a:spcPct val="0"/>
              </a:spcBef>
              <a:buClrTx/>
              <a:buFontTx/>
              <a:buNone/>
            </a:pPr>
            <a:r>
              <a:rPr lang="zh-CN" altLang="zh-CN" sz="2400" b="0">
                <a:latin typeface="黑体" panose="02010609060101010101" pitchFamily="49" charset="-122"/>
              </a:rPr>
              <a:t>中断处理程序</a:t>
            </a:r>
            <a:endParaRPr lang="en-US" altLang="zh-CN" sz="2400" b="0">
              <a:latin typeface="黑体" panose="02010609060101010101" pitchFamily="49" charset="-122"/>
            </a:endParaRPr>
          </a:p>
          <a:p>
            <a:pPr marL="0" lvl="0" indent="0">
              <a:spcBef>
                <a:spcPct val="0"/>
              </a:spcBef>
              <a:buClrTx/>
              <a:buFontTx/>
              <a:buNone/>
            </a:pPr>
            <a:r>
              <a:rPr lang="zh-CN" altLang="en-US" sz="2400" b="0">
                <a:latin typeface="黑体" panose="02010609060101010101" pitchFamily="49" charset="-122"/>
              </a:rPr>
              <a:t> </a:t>
            </a:r>
            <a:r>
              <a:rPr lang="en-US" altLang="zh-CN" sz="2400" b="0">
                <a:latin typeface="黑体" panose="02010609060101010101" pitchFamily="49" charset="-122"/>
              </a:rPr>
              <a:t>1)</a:t>
            </a:r>
            <a:r>
              <a:rPr lang="zh-CN" altLang="en-US" sz="2400" b="0">
                <a:latin typeface="黑体" panose="02010609060101010101" pitchFamily="49" charset="-122"/>
              </a:rPr>
              <a:t>每个进程在启动一个</a:t>
            </a:r>
            <a:r>
              <a:rPr lang="en-US" altLang="zh-CN" sz="2400" b="0">
                <a:latin typeface="黑体" panose="02010609060101010101" pitchFamily="49" charset="-122"/>
              </a:rPr>
              <a:t>I/O</a:t>
            </a:r>
            <a:r>
              <a:rPr lang="zh-CN" altLang="en-US" sz="2400" b="0">
                <a:latin typeface="黑体" panose="02010609060101010101" pitchFamily="49" charset="-122"/>
              </a:rPr>
              <a:t>操作后阻塞起来，</a:t>
            </a:r>
            <a:r>
              <a:rPr lang="en-US" altLang="zh-CN" sz="2400" b="0">
                <a:latin typeface="黑体" panose="02010609060101010101" pitchFamily="49" charset="-122"/>
              </a:rPr>
              <a:t>I/O</a:t>
            </a:r>
            <a:r>
              <a:rPr lang="zh-CN" altLang="en-US" sz="2400" b="0">
                <a:latin typeface="黑体" panose="02010609060101010101" pitchFamily="49" charset="-122"/>
              </a:rPr>
              <a:t>操作完成，控制器产生一个中断。    </a:t>
            </a:r>
            <a:endParaRPr lang="en-US" altLang="zh-CN" sz="2400" b="0">
              <a:latin typeface="黑体" panose="02010609060101010101" pitchFamily="49" charset="-122"/>
            </a:endParaRPr>
          </a:p>
          <a:p>
            <a:pPr marL="0" lvl="0" indent="0">
              <a:spcBef>
                <a:spcPct val="0"/>
              </a:spcBef>
              <a:buClrTx/>
              <a:buFontTx/>
              <a:buNone/>
            </a:pPr>
            <a:r>
              <a:rPr lang="en-US" altLang="zh-CN" sz="2400" b="0">
                <a:latin typeface="黑体" panose="02010609060101010101" pitchFamily="49" charset="-122"/>
              </a:rPr>
              <a:t>2)CPU</a:t>
            </a:r>
            <a:r>
              <a:rPr lang="zh-CN" altLang="en-US" sz="2400" b="0">
                <a:latin typeface="黑体" panose="02010609060101010101" pitchFamily="49" charset="-122"/>
              </a:rPr>
              <a:t>响应中断，执行中断处理程序。   </a:t>
            </a:r>
            <a:endParaRPr lang="en-US" altLang="zh-CN" sz="2400" b="0">
              <a:latin typeface="黑体" panose="02010609060101010101" pitchFamily="49" charset="-122"/>
            </a:endParaRPr>
          </a:p>
          <a:p>
            <a:pPr marL="0" lvl="0" indent="0">
              <a:spcBef>
                <a:spcPct val="0"/>
              </a:spcBef>
              <a:buClrTx/>
              <a:buFontTx/>
              <a:buNone/>
            </a:pPr>
            <a:r>
              <a:rPr lang="zh-CN" altLang="en-US" sz="2400" b="0">
                <a:latin typeface="黑体" panose="02010609060101010101" pitchFamily="49" charset="-122"/>
              </a:rPr>
              <a:t> </a:t>
            </a:r>
            <a:r>
              <a:rPr lang="en-US" altLang="zh-CN" sz="2400" b="0">
                <a:latin typeface="黑体" panose="02010609060101010101" pitchFamily="49" charset="-122"/>
              </a:rPr>
              <a:t>3)</a:t>
            </a:r>
            <a:r>
              <a:rPr lang="zh-CN" altLang="en-US" sz="2400" b="0">
                <a:latin typeface="黑体" panose="02010609060101010101" pitchFamily="49" charset="-122"/>
              </a:rPr>
              <a:t>检查设备状态。若是正常完成，就唤醒等待该</a:t>
            </a:r>
            <a:r>
              <a:rPr lang="en-US" altLang="zh-CN" sz="2400" b="0">
                <a:latin typeface="黑体" panose="02010609060101010101" pitchFamily="49" charset="-122"/>
              </a:rPr>
              <a:t>I/O</a:t>
            </a:r>
            <a:r>
              <a:rPr lang="zh-CN" altLang="en-US" sz="2400" b="0">
                <a:latin typeface="黑体" panose="02010609060101010101" pitchFamily="49" charset="-122"/>
              </a:rPr>
              <a:t>的进程。然后检查是否还有</a:t>
            </a:r>
            <a:r>
              <a:rPr lang="en-US" altLang="zh-CN" sz="2400" b="0">
                <a:latin typeface="黑体" panose="02010609060101010101" pitchFamily="49" charset="-122"/>
              </a:rPr>
              <a:t>I/0</a:t>
            </a:r>
            <a:r>
              <a:rPr lang="zh-CN" altLang="en-US" sz="2400" b="0">
                <a:latin typeface="黑体" panose="02010609060101010101" pitchFamily="49" charset="-122"/>
              </a:rPr>
              <a:t>请求，若有，就启动下一个请求。若传输出错，再发启动传输命令，或向上层报告“设备错误”的信息。</a:t>
            </a:r>
            <a:endParaRPr lang="en-US" altLang="zh-CN" sz="2400" b="0">
              <a:latin typeface="黑体" panose="02010609060101010101" pitchFamily="49" charset="-122"/>
            </a:endParaRPr>
          </a:p>
          <a:p>
            <a:pPr marL="0" lvl="0" indent="0">
              <a:spcBef>
                <a:spcPct val="0"/>
              </a:spcBef>
              <a:buClrTx/>
              <a:buFontTx/>
              <a:buNone/>
            </a:pPr>
            <a:r>
              <a:rPr lang="zh-CN" altLang="zh-CN" sz="2400" b="0">
                <a:latin typeface="黑体" panose="02010609060101010101" pitchFamily="49" charset="-122"/>
              </a:rPr>
              <a:t>设置中断的目的</a:t>
            </a:r>
            <a:r>
              <a:rPr lang="zh-CN" altLang="en-US" sz="2400" b="0">
                <a:latin typeface="黑体" panose="02010609060101010101" pitchFamily="49" charset="-122"/>
              </a:rPr>
              <a:t>是</a:t>
            </a:r>
            <a:r>
              <a:rPr lang="zh-CN" altLang="zh-CN" sz="2400" b="0">
                <a:latin typeface="黑体" panose="02010609060101010101" pitchFamily="49" charset="-122"/>
              </a:rPr>
              <a:t>解决高速处理设备和低速输入输出设备之间的矛盾，提高系统工作效率。</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5" name="灯片编号占位符 3"/>
          <p:cNvSpPr txBox="1">
            <a:spLocks noGrp="1"/>
          </p:cNvSpPr>
          <p:nvPr>
            <p:ph type="sldNum" sz="quarter" idx="12"/>
          </p:nvPr>
        </p:nvSpPr>
        <p:spPr>
          <a:xfrm>
            <a:off x="431800" y="6229350"/>
            <a:ext cx="2311400" cy="457200"/>
          </a:xfrm>
        </p:spPr>
        <p:txBody>
          <a:bodyPr anchor="b" anchorCtr="0"/>
          <a:lstStyle/>
          <a:p>
            <a:pPr marL="0" indent="0">
              <a:spcBef>
                <a:spcPct val="50000"/>
              </a:spcBef>
              <a:buClrTx/>
              <a:buFontTx/>
              <a:buNone/>
            </a:pPr>
            <a:r>
              <a:rPr lang="zh-CN" altLang="en-US" sz="1200" b="0">
                <a:solidFill>
                  <a:srgbClr val="3366CC"/>
                </a:solidFill>
                <a:ea typeface="宋体" panose="02010600030101010101" pitchFamily="2" charset="-122"/>
              </a:rPr>
              <a:t>第</a:t>
            </a:r>
            <a:fld id="{9A0DB2DC-4C9A-4742-B13C-FB6460FD3503}" type="slidenum">
              <a:rPr lang="zh-TW" altLang="en-US" sz="1200" b="0">
                <a:solidFill>
                  <a:srgbClr val="3366CC"/>
                </a:solidFill>
                <a:ea typeface="PMingLiU" pitchFamily="18" charset="-120"/>
              </a:rPr>
              <a:t>41</a:t>
            </a:fld>
            <a:r>
              <a:rPr lang="zh-CN" altLang="en-US" sz="1200" b="0">
                <a:solidFill>
                  <a:srgbClr val="3366CC"/>
                </a:solidFill>
                <a:ea typeface="宋体" panose="02010600030101010101" pitchFamily="2" charset="-122"/>
              </a:rPr>
              <a:t>页</a:t>
            </a:r>
            <a:endParaRPr lang="zh-TW" altLang="en-US" sz="1200" b="0">
              <a:solidFill>
                <a:srgbClr val="3366CC"/>
              </a:solidFill>
              <a:ea typeface="宋体" panose="02010600030101010101" pitchFamily="2" charset="-122"/>
            </a:endParaRPr>
          </a:p>
        </p:txBody>
      </p:sp>
      <p:sp>
        <p:nvSpPr>
          <p:cNvPr id="57346" name="Rectangle 2"/>
          <p:cNvSpPr>
            <a:spLocks noGrp="1"/>
          </p:cNvSpPr>
          <p:nvPr>
            <p:ph type="title"/>
          </p:nvPr>
        </p:nvSpPr>
        <p:spPr/>
        <p:txBody>
          <a:bodyPr vert="horz" wrap="square" lIns="91440" tIns="45720" rIns="91440" bIns="45720" anchor="b" anchorCtr="0"/>
          <a:lstStyle/>
          <a:p>
            <a:pPr eaLnBrk="1" hangingPunct="1"/>
            <a:r>
              <a:rPr lang="en-US" altLang="zh-CN"/>
              <a:t>7.5</a:t>
            </a:r>
            <a:r>
              <a:rPr lang="zh-CN" altLang="en-US"/>
              <a:t> </a:t>
            </a:r>
            <a:r>
              <a:rPr lang="en-US" altLang="zh-CN"/>
              <a:t>I/O</a:t>
            </a:r>
            <a:r>
              <a:rPr lang="zh-CN" altLang="en-US"/>
              <a:t>软件的组成</a:t>
            </a:r>
          </a:p>
        </p:txBody>
      </p:sp>
      <p:sp>
        <p:nvSpPr>
          <p:cNvPr id="3" name="矩形 2"/>
          <p:cNvSpPr/>
          <p:nvPr/>
        </p:nvSpPr>
        <p:spPr>
          <a:xfrm>
            <a:off x="341313" y="1452563"/>
            <a:ext cx="8551863" cy="3786188"/>
          </a:xfrm>
          <a:prstGeom prst="rect">
            <a:avLst/>
          </a:prstGeom>
        </p:spPr>
        <p:txBody>
          <a:bodyPr>
            <a:spAutoFit/>
          </a:bodyPr>
          <a:lstStyle/>
          <a:p>
            <a:r>
              <a:rPr lang="zh-CN" altLang="en-US">
                <a:latin typeface="黑体" panose="02010609060101010101" pitchFamily="49" charset="-122"/>
              </a:rPr>
              <a:t>设备驱动程序</a:t>
            </a:r>
            <a:endParaRPr lang="en-US" altLang="zh-CN">
              <a:latin typeface="黑体" panose="02010609060101010101" pitchFamily="49" charset="-122"/>
            </a:endParaRPr>
          </a:p>
          <a:p>
            <a:r>
              <a:rPr lang="zh-CN" altLang="en-US">
                <a:latin typeface="黑体" panose="02010609060101010101" pitchFamily="49" charset="-122"/>
              </a:rPr>
              <a:t>设备驱动程序是直接同硬件打交道的软件模块。一般而言，设备驱动程序的任务为：接受来自与设备无关的上层软件的抽象请求；进行与设备相关的处理。</a:t>
            </a:r>
            <a:endParaRPr lang="en-US" altLang="zh-CN">
              <a:latin typeface="黑体" panose="02010609060101010101" pitchFamily="49" charset="-122"/>
            </a:endParaRPr>
          </a:p>
          <a:p>
            <a:r>
              <a:rPr lang="zh-CN" altLang="en-US">
                <a:latin typeface="黑体" panose="02010609060101010101" pitchFamily="49" charset="-122"/>
              </a:rPr>
              <a:t>功能主要有：控制和监督各I/O控制器的正确执行，并进行必要的错误处理。处理和设备相关的操作，如排队、挂起、唤醒等缓冲区管理。进行一些较为底层的和具体设备相关的处理工作。</a:t>
            </a:r>
            <a:endParaRPr lang="en-US" altLang="zh-CN">
              <a:latin typeface="黑体" panose="02010609060101010101" pitchFamily="49" charset="-122"/>
            </a:endParaRPr>
          </a:p>
          <a:p>
            <a:r>
              <a:rPr lang="zh-CN" altLang="en-US">
                <a:latin typeface="黑体" panose="02010609060101010101" pitchFamily="49" charset="-122"/>
              </a:rPr>
              <a:t>总之，设备驱动程序处理的都是和底层硬件设备紧密相关的操作和错误处理。</a:t>
            </a: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69" name="灯片编号占位符 3"/>
          <p:cNvSpPr txBox="1">
            <a:spLocks noGrp="1"/>
          </p:cNvSpPr>
          <p:nvPr>
            <p:ph type="sldNum" sz="quarter" idx="12"/>
          </p:nvPr>
        </p:nvSpPr>
        <p:spPr>
          <a:xfrm>
            <a:off x="431800" y="6229350"/>
            <a:ext cx="2311400" cy="457200"/>
          </a:xfrm>
        </p:spPr>
        <p:txBody>
          <a:bodyPr anchor="b" anchorCtr="0"/>
          <a:lstStyle/>
          <a:p>
            <a:pPr marL="0" indent="0">
              <a:spcBef>
                <a:spcPct val="50000"/>
              </a:spcBef>
              <a:buClrTx/>
              <a:buFontTx/>
              <a:buNone/>
            </a:pPr>
            <a:r>
              <a:rPr lang="zh-CN" altLang="en-US" sz="1200" b="0">
                <a:solidFill>
                  <a:srgbClr val="3366CC"/>
                </a:solidFill>
                <a:ea typeface="宋体" panose="02010600030101010101" pitchFamily="2" charset="-122"/>
              </a:rPr>
              <a:t>第</a:t>
            </a:r>
            <a:fld id="{9A0DB2DC-4C9A-4742-B13C-FB6460FD3503}" type="slidenum">
              <a:rPr lang="zh-TW" altLang="en-US" sz="1200" b="0">
                <a:solidFill>
                  <a:srgbClr val="3366CC"/>
                </a:solidFill>
                <a:ea typeface="PMingLiU" pitchFamily="18" charset="-120"/>
              </a:rPr>
              <a:t>42</a:t>
            </a:fld>
            <a:r>
              <a:rPr lang="zh-CN" altLang="en-US" sz="1200" b="0">
                <a:solidFill>
                  <a:srgbClr val="3366CC"/>
                </a:solidFill>
                <a:ea typeface="宋体" panose="02010600030101010101" pitchFamily="2" charset="-122"/>
              </a:rPr>
              <a:t>页</a:t>
            </a:r>
            <a:endParaRPr lang="zh-TW" altLang="en-US" sz="1200" b="0">
              <a:solidFill>
                <a:srgbClr val="3366CC"/>
              </a:solidFill>
              <a:ea typeface="宋体" panose="02010600030101010101" pitchFamily="2" charset="-122"/>
            </a:endParaRPr>
          </a:p>
        </p:txBody>
      </p:sp>
      <p:sp>
        <p:nvSpPr>
          <p:cNvPr id="58370" name="Rectangle 2"/>
          <p:cNvSpPr>
            <a:spLocks noGrp="1"/>
          </p:cNvSpPr>
          <p:nvPr>
            <p:ph type="title"/>
          </p:nvPr>
        </p:nvSpPr>
        <p:spPr/>
        <p:txBody>
          <a:bodyPr vert="horz" wrap="square" lIns="91440" tIns="45720" rIns="91440" bIns="45720" anchor="b" anchorCtr="0"/>
          <a:lstStyle/>
          <a:p>
            <a:pPr eaLnBrk="1" hangingPunct="1"/>
            <a:r>
              <a:rPr lang="en-US" altLang="zh-CN"/>
              <a:t>7.5</a:t>
            </a:r>
            <a:r>
              <a:rPr lang="zh-CN" altLang="en-US"/>
              <a:t> </a:t>
            </a:r>
            <a:r>
              <a:rPr lang="en-US" altLang="zh-CN"/>
              <a:t>I/O</a:t>
            </a:r>
            <a:r>
              <a:rPr lang="zh-CN" altLang="en-US"/>
              <a:t>软件的组成</a:t>
            </a:r>
          </a:p>
        </p:txBody>
      </p:sp>
      <p:sp>
        <p:nvSpPr>
          <p:cNvPr id="58371" name="object 3"/>
          <p:cNvSpPr txBox="1"/>
          <p:nvPr/>
        </p:nvSpPr>
        <p:spPr>
          <a:xfrm>
            <a:off x="325438" y="1484313"/>
            <a:ext cx="8783637" cy="4930775"/>
          </a:xfrm>
          <a:prstGeom prst="rect">
            <a:avLst/>
          </a:prstGeom>
          <a:noFill/>
          <a:ln w="9525">
            <a:noFill/>
          </a:ln>
        </p:spPr>
        <p:txBody>
          <a:bodyPr lIns="0" tIns="0" rIns="0" bIns="0">
            <a:spAutoFit/>
          </a:bodyPr>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12700" lvl="0" indent="0" defTabSz="914400">
              <a:spcBef>
                <a:spcPct val="0"/>
              </a:spcBef>
              <a:buClrTx/>
              <a:buNone/>
              <a:tabLst>
                <a:tab pos="544830" algn="l"/>
              </a:tabLst>
            </a:pPr>
            <a:r>
              <a:rPr lang="zh-CN" altLang="zh-CN" sz="2400">
                <a:solidFill>
                  <a:srgbClr val="0033CC"/>
                </a:solidFill>
                <a:latin typeface="宋体" panose="02010600030101010101" pitchFamily="2" charset="-122"/>
                <a:ea typeface="宋体" panose="02010600030101010101" pitchFamily="2" charset="-122"/>
              </a:rPr>
              <a:t>设备驱动程序的特点</a:t>
            </a:r>
            <a:endParaRPr lang="en-US" altLang="zh-CN" sz="2400">
              <a:solidFill>
                <a:srgbClr val="0033CC"/>
              </a:solidFill>
              <a:latin typeface="宋体" panose="02010600030101010101" pitchFamily="2" charset="-122"/>
              <a:ea typeface="宋体" panose="02010600030101010101" pitchFamily="2" charset="-122"/>
            </a:endParaRPr>
          </a:p>
          <a:p>
            <a:pPr marL="12700" lvl="0" indent="0" defTabSz="914400">
              <a:spcBef>
                <a:spcPct val="0"/>
              </a:spcBef>
              <a:buClrTx/>
              <a:buNone/>
              <a:tabLst>
                <a:tab pos="544830" algn="l"/>
              </a:tabLst>
            </a:pPr>
            <a:r>
              <a:rPr lang="zh-CN" altLang="zh-CN" sz="2400">
                <a:latin typeface="宋体" panose="02010600030101010101" pitchFamily="2" charset="-122"/>
                <a:ea typeface="宋体" panose="02010600030101010101" pitchFamily="2" charset="-122"/>
              </a:rPr>
              <a:t>与</a:t>
            </a:r>
            <a:r>
              <a:rPr lang="zh-CN" altLang="zh-CN" sz="2400">
                <a:latin typeface="Arial" panose="020B0604020202020204" pitchFamily="34" charset="0"/>
                <a:ea typeface="宋体" panose="02010600030101010101" pitchFamily="2" charset="-122"/>
              </a:rPr>
              <a:t>I/O</a:t>
            </a:r>
            <a:r>
              <a:rPr lang="zh-CN" altLang="zh-CN" sz="2400">
                <a:latin typeface="宋体" panose="02010600030101010101" pitchFamily="2" charset="-122"/>
                <a:ea typeface="宋体" panose="02010600030101010101" pitchFamily="2" charset="-122"/>
              </a:rPr>
              <a:t>设备的硬件结构密切联系，是操作系统底层中唯一知道各种</a:t>
            </a:r>
            <a:r>
              <a:rPr lang="zh-CN" altLang="zh-CN" sz="2400">
                <a:latin typeface="Arial" panose="020B0604020202020204" pitchFamily="34" charset="0"/>
                <a:ea typeface="宋体" panose="02010600030101010101" pitchFamily="2" charset="-122"/>
              </a:rPr>
              <a:t>I/O</a:t>
            </a:r>
            <a:r>
              <a:rPr lang="zh-CN" altLang="zh-CN" sz="2400">
                <a:latin typeface="宋体" panose="02010600030101010101" pitchFamily="2" charset="-122"/>
                <a:ea typeface="宋体" panose="02010600030101010101" pitchFamily="2" charset="-122"/>
              </a:rPr>
              <a:t>设备的控制器细节及其用途的部分。</a:t>
            </a:r>
            <a:endParaRPr lang="en-US" altLang="zh-CN" sz="2400">
              <a:latin typeface="宋体" panose="02010600030101010101" pitchFamily="2" charset="-122"/>
              <a:ea typeface="宋体" panose="02010600030101010101" pitchFamily="2" charset="-122"/>
            </a:endParaRPr>
          </a:p>
          <a:p>
            <a:pPr marL="12700" lvl="0" indent="0" defTabSz="914400">
              <a:spcBef>
                <a:spcPct val="0"/>
              </a:spcBef>
              <a:buClrTx/>
              <a:buNone/>
              <a:tabLst>
                <a:tab pos="544830" algn="l"/>
              </a:tabLst>
            </a:pPr>
            <a:r>
              <a:rPr lang="zh-CN" altLang="zh-CN" sz="2400">
                <a:latin typeface="宋体" panose="02010600030101010101" pitchFamily="2" charset="-122"/>
                <a:ea typeface="宋体" panose="02010600030101010101" pitchFamily="2" charset="-122"/>
              </a:rPr>
              <a:t>例如，只有磁盘驱动程序具体了解磁盘的区段、磁道、柱面、磁 头、磁臂的运动、交错访问系数、马达驱动器、磁头定位次数以及所有保证磁盘正常工作的机制，其他软件根本不过问这些硬件操作的细节。</a:t>
            </a:r>
            <a:endParaRPr lang="en-US" altLang="zh-CN" sz="2400" b="0">
              <a:latin typeface="宋体" panose="02010600030101010101" pitchFamily="2" charset="-122"/>
              <a:ea typeface="宋体" panose="02010600030101010101" pitchFamily="2" charset="-122"/>
            </a:endParaRPr>
          </a:p>
          <a:p>
            <a:pPr marL="12700" lvl="0" indent="0" defTabSz="914400">
              <a:spcBef>
                <a:spcPct val="0"/>
              </a:spcBef>
              <a:buClrTx/>
              <a:buNone/>
              <a:tabLst>
                <a:tab pos="544830" algn="l"/>
              </a:tabLst>
            </a:pPr>
            <a:r>
              <a:rPr lang="zh-CN" altLang="zh-CN" sz="2400">
                <a:solidFill>
                  <a:srgbClr val="0033CC"/>
                </a:solidFill>
                <a:latin typeface="宋体" panose="02010600030101010101" pitchFamily="2" charset="-122"/>
                <a:ea typeface="宋体" panose="02010600030101010101" pitchFamily="2" charset="-122"/>
              </a:rPr>
              <a:t>设备驱动程序的结构</a:t>
            </a:r>
            <a:endParaRPr lang="zh-CN" altLang="zh-CN" sz="2400" b="0">
              <a:latin typeface="宋体" panose="02010600030101010101" pitchFamily="2" charset="-122"/>
              <a:ea typeface="宋体" panose="02010600030101010101" pitchFamily="2" charset="-122"/>
            </a:endParaRPr>
          </a:p>
          <a:p>
            <a:pPr marL="12700" lvl="0" indent="0" defTabSz="914400">
              <a:spcBef>
                <a:spcPts val="475"/>
              </a:spcBef>
              <a:buClrTx/>
              <a:buFontTx/>
              <a:buNone/>
              <a:tabLst>
                <a:tab pos="544830" algn="l"/>
              </a:tabLst>
            </a:pPr>
            <a:r>
              <a:rPr lang="zh-CN" altLang="zh-CN" sz="2400" b="0">
                <a:solidFill>
                  <a:srgbClr val="3333CC"/>
                </a:solidFill>
                <a:latin typeface="Wingdings" panose="05000000000000000000" pitchFamily="2" charset="2"/>
                <a:ea typeface="宋体" panose="02010600030101010101" pitchFamily="2" charset="-122"/>
              </a:rPr>
              <a:t></a:t>
            </a:r>
            <a:r>
              <a:rPr lang="zh-CN" altLang="zh-CN" sz="2400" b="0">
                <a:solidFill>
                  <a:srgbClr val="3333CC"/>
                </a:solidFill>
                <a:ea typeface="宋体" panose="02010600030101010101" pitchFamily="2" charset="-122"/>
              </a:rPr>
              <a:t>	</a:t>
            </a:r>
            <a:r>
              <a:rPr lang="zh-CN" altLang="zh-CN" sz="2400">
                <a:latin typeface="宋体" panose="02010600030101010101" pitchFamily="2" charset="-122"/>
                <a:ea typeface="宋体" panose="02010600030101010101" pitchFamily="2" charset="-122"/>
              </a:rPr>
              <a:t>由于驱动程序和硬件的结构有着密切的联系，因此不同的硬件其启动程序的结构以也不同。</a:t>
            </a:r>
            <a:endParaRPr lang="zh-CN" altLang="zh-CN" sz="2400" b="0">
              <a:latin typeface="宋体" panose="02010600030101010101" pitchFamily="2" charset="-122"/>
              <a:ea typeface="宋体" panose="02010600030101010101" pitchFamily="2" charset="-122"/>
            </a:endParaRPr>
          </a:p>
          <a:p>
            <a:pPr marL="12700" lvl="0" indent="0" algn="just" defTabSz="914400">
              <a:spcBef>
                <a:spcPts val="475"/>
              </a:spcBef>
              <a:buClrTx/>
              <a:buFontTx/>
              <a:buNone/>
              <a:tabLst>
                <a:tab pos="544830" algn="l"/>
              </a:tabLst>
            </a:pPr>
            <a:r>
              <a:rPr lang="zh-CN" altLang="zh-CN" sz="2400" b="0">
                <a:solidFill>
                  <a:srgbClr val="3333CC"/>
                </a:solidFill>
                <a:latin typeface="Wingdings" panose="05000000000000000000" pitchFamily="2" charset="2"/>
                <a:ea typeface="宋体" panose="02010600030101010101" pitchFamily="2" charset="-122"/>
              </a:rPr>
              <a:t></a:t>
            </a:r>
            <a:r>
              <a:rPr lang="zh-CN" altLang="zh-CN" sz="2400" b="0">
                <a:solidFill>
                  <a:srgbClr val="3333CC"/>
                </a:solidFill>
                <a:ea typeface="宋体" panose="02010600030101010101" pitchFamily="2" charset="-122"/>
              </a:rPr>
              <a:t>   </a:t>
            </a:r>
            <a:r>
              <a:rPr lang="zh-CN" altLang="zh-CN" sz="2400">
                <a:latin typeface="宋体" panose="02010600030101010101" pitchFamily="2" charset="-122"/>
                <a:ea typeface="宋体" panose="02010600030101010101" pitchFamily="2" charset="-122"/>
              </a:rPr>
              <a:t>但是对于略有差异的同一类设备，为了方面使用，系统往往会提供一个通用的设备驱动程序。当然为了追求更好的性能，用户可以使用厂家提供的专门为该设备编写的设备驱动程序。</a:t>
            </a:r>
            <a:endParaRPr lang="zh-CN" altLang="zh-CN" sz="2400" b="0">
              <a:latin typeface="宋体" panose="02010600030101010101" pitchFamily="2" charset="-122"/>
              <a:ea typeface="宋体" panose="02010600030101010101" pitchFamily="2" charset="-122"/>
            </a:endParaRP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3" name="Rectangle 2"/>
          <p:cNvSpPr>
            <a:spLocks noGrp="1"/>
          </p:cNvSpPr>
          <p:nvPr>
            <p:ph type="title"/>
          </p:nvPr>
        </p:nvSpPr>
        <p:spPr/>
        <p:txBody>
          <a:bodyPr vert="horz" wrap="square" lIns="91440" tIns="45720" rIns="91440" bIns="45720" anchor="b" anchorCtr="0"/>
          <a:lstStyle/>
          <a:p>
            <a:pPr eaLnBrk="1" hangingPunct="1"/>
            <a:r>
              <a:rPr lang="en-US" altLang="zh-CN"/>
              <a:t>7.5</a:t>
            </a:r>
            <a:r>
              <a:rPr lang="zh-CN" altLang="en-US"/>
              <a:t> </a:t>
            </a:r>
            <a:r>
              <a:rPr lang="en-US" altLang="zh-CN"/>
              <a:t>I/O</a:t>
            </a:r>
            <a:r>
              <a:rPr lang="zh-CN" altLang="en-US"/>
              <a:t>软件的组成</a:t>
            </a:r>
          </a:p>
        </p:txBody>
      </p:sp>
      <p:sp>
        <p:nvSpPr>
          <p:cNvPr id="59394" name="object 7"/>
          <p:cNvSpPr txBox="1"/>
          <p:nvPr/>
        </p:nvSpPr>
        <p:spPr>
          <a:xfrm>
            <a:off x="144463" y="1363663"/>
            <a:ext cx="8964612" cy="5149850"/>
          </a:xfrm>
          <a:prstGeom prst="rect">
            <a:avLst/>
          </a:prstGeom>
          <a:noFill/>
          <a:ln w="9525">
            <a:noFill/>
          </a:ln>
        </p:spPr>
        <p:txBody>
          <a:bodyPr lIns="0" tIns="0" rIns="0" bIns="0">
            <a:spAutoFit/>
          </a:bodyPr>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163830" lvl="0" indent="0">
              <a:spcBef>
                <a:spcPct val="0"/>
              </a:spcBef>
              <a:buClrTx/>
              <a:buFontTx/>
              <a:buNone/>
            </a:pPr>
            <a:r>
              <a:rPr lang="zh-CN" altLang="zh-CN" sz="2400">
                <a:solidFill>
                  <a:srgbClr val="9A3300"/>
                </a:solidFill>
                <a:latin typeface="宋体" panose="02010600030101010101" pitchFamily="2" charset="-122"/>
                <a:ea typeface="宋体" panose="02010600030101010101" pitchFamily="2" charset="-122"/>
              </a:rPr>
              <a:t>与设备无关的系统软件</a:t>
            </a:r>
            <a:r>
              <a:rPr lang="zh-CN" altLang="en-US" sz="2400">
                <a:solidFill>
                  <a:srgbClr val="9A3300"/>
                </a:solidFill>
                <a:latin typeface="宋体" panose="02010600030101010101" pitchFamily="2" charset="-122"/>
                <a:ea typeface="宋体" panose="02010600030101010101" pitchFamily="2" charset="-122"/>
              </a:rPr>
              <a:t>（设备独立性软件）</a:t>
            </a:r>
            <a:endParaRPr lang="zh-CN" altLang="zh-CN" sz="2400" b="0">
              <a:latin typeface="宋体" panose="02010600030101010101" pitchFamily="2" charset="-122"/>
              <a:ea typeface="宋体" panose="02010600030101010101" pitchFamily="2" charset="-122"/>
            </a:endParaRPr>
          </a:p>
          <a:p>
            <a:pPr marL="163830" lvl="0" indent="0">
              <a:lnSpc>
                <a:spcPts val="2165"/>
              </a:lnSpc>
              <a:spcBef>
                <a:spcPts val="375"/>
              </a:spcBef>
              <a:buClrTx/>
              <a:buNone/>
            </a:pPr>
            <a:r>
              <a:rPr lang="zh-CN" altLang="zh-CN" sz="2400">
                <a:latin typeface="宋体" panose="02010600030101010101" pitchFamily="2" charset="-122"/>
                <a:ea typeface="宋体" panose="02010600030101010101" pitchFamily="2" charset="-122"/>
              </a:rPr>
              <a:t>建立在设备驱动程序之上，与具体设备无关的I/O功能的集合(例如所有设备都需要的I/O功能)。</a:t>
            </a:r>
            <a:r>
              <a:rPr lang="zh-CN" altLang="en-US" sz="2400">
                <a:latin typeface="宋体" panose="02010600030101010101" pitchFamily="2" charset="-122"/>
                <a:ea typeface="宋体" panose="02010600030101010101" pitchFamily="2" charset="-122"/>
              </a:rPr>
              <a:t>功能具体包括：</a:t>
            </a:r>
            <a:endParaRPr lang="en-US" altLang="zh-CN" sz="2400">
              <a:latin typeface="宋体" panose="02010600030101010101" pitchFamily="2" charset="-122"/>
              <a:ea typeface="宋体" panose="02010600030101010101" pitchFamily="2" charset="-122"/>
            </a:endParaRPr>
          </a:p>
          <a:p>
            <a:pPr marL="163830" lvl="0" indent="0">
              <a:lnSpc>
                <a:spcPts val="2165"/>
              </a:lnSpc>
              <a:spcBef>
                <a:spcPts val="375"/>
              </a:spcBef>
              <a:buClrTx/>
              <a:buFontTx/>
              <a:buNone/>
            </a:pPr>
            <a:r>
              <a:rPr lang="en-US" altLang="zh-CN" sz="2400" b="0">
                <a:latin typeface="宋体" panose="02010600030101010101" pitchFamily="2" charset="-122"/>
                <a:ea typeface="宋体" panose="02010600030101010101" pitchFamily="2" charset="-122"/>
              </a:rPr>
              <a:t>1</a:t>
            </a:r>
            <a:r>
              <a:rPr lang="zh-CN" altLang="en-US" sz="2400" b="0">
                <a:latin typeface="宋体" panose="02010600030101010101" pitchFamily="2" charset="-122"/>
                <a:ea typeface="宋体" panose="02010600030101010101" pitchFamily="2" charset="-122"/>
              </a:rPr>
              <a:t> </a:t>
            </a:r>
            <a:r>
              <a:rPr lang="zh-CN" altLang="zh-CN" sz="2400">
                <a:latin typeface="宋体" panose="02010600030101010101" pitchFamily="2" charset="-122"/>
                <a:ea typeface="宋体" panose="02010600030101010101" pitchFamily="2" charset="-122"/>
              </a:rPr>
              <a:t>统一命名：将设备的符号名映射到相应的设备驱动程序上，对外</a:t>
            </a:r>
            <a:r>
              <a:rPr lang="zh-CN" altLang="en-US" sz="2400">
                <a:latin typeface="宋体" panose="02010600030101010101" pitchFamily="2" charset="-122"/>
                <a:ea typeface="宋体" panose="02010600030101010101" pitchFamily="2" charset="-122"/>
              </a:rPr>
              <a:t>提供统</a:t>
            </a:r>
            <a:r>
              <a:rPr lang="zh-CN" altLang="zh-CN" sz="2400">
                <a:latin typeface="宋体" panose="02010600030101010101" pitchFamily="2" charset="-122"/>
                <a:ea typeface="宋体" panose="02010600030101010101" pitchFamily="2" charset="-122"/>
              </a:rPr>
              <a:t>一的命名方式。</a:t>
            </a:r>
            <a:endParaRPr lang="en-US" altLang="zh-CN" sz="2400" b="0">
              <a:latin typeface="宋体" panose="02010600030101010101" pitchFamily="2" charset="-122"/>
              <a:ea typeface="宋体" panose="02010600030101010101" pitchFamily="2" charset="-122"/>
            </a:endParaRPr>
          </a:p>
          <a:p>
            <a:pPr marL="163830" lvl="0" indent="0">
              <a:lnSpc>
                <a:spcPts val="2165"/>
              </a:lnSpc>
              <a:spcBef>
                <a:spcPts val="375"/>
              </a:spcBef>
              <a:buClrTx/>
              <a:buFontTx/>
              <a:buNone/>
            </a:pPr>
            <a:r>
              <a:rPr lang="en-US" altLang="zh-CN" sz="2400" b="0">
                <a:latin typeface="宋体" panose="02010600030101010101" pitchFamily="2" charset="-122"/>
                <a:ea typeface="宋体" panose="02010600030101010101" pitchFamily="2" charset="-122"/>
              </a:rPr>
              <a:t>2</a:t>
            </a:r>
            <a:r>
              <a:rPr lang="zh-CN" altLang="en-US" sz="2400" b="0">
                <a:latin typeface="宋体" panose="02010600030101010101" pitchFamily="2" charset="-122"/>
                <a:ea typeface="宋体" panose="02010600030101010101" pitchFamily="2" charset="-122"/>
              </a:rPr>
              <a:t> </a:t>
            </a:r>
            <a:r>
              <a:rPr lang="zh-CN" altLang="zh-CN" sz="2400">
                <a:latin typeface="宋体" panose="02010600030101010101" pitchFamily="2" charset="-122"/>
                <a:ea typeface="宋体" panose="02010600030101010101" pitchFamily="2" charset="-122"/>
              </a:rPr>
              <a:t>设备保护：对设备进行保护，防止无授权的应用或用户的非法使用。</a:t>
            </a:r>
            <a:endParaRPr lang="en-US" altLang="zh-CN" sz="2400" b="0">
              <a:latin typeface="宋体" panose="02010600030101010101" pitchFamily="2" charset="-122"/>
              <a:ea typeface="宋体" panose="02010600030101010101" pitchFamily="2" charset="-122"/>
            </a:endParaRPr>
          </a:p>
          <a:p>
            <a:pPr marL="163830" lvl="0" indent="0">
              <a:lnSpc>
                <a:spcPts val="2165"/>
              </a:lnSpc>
              <a:spcBef>
                <a:spcPts val="375"/>
              </a:spcBef>
              <a:buClrTx/>
              <a:buFontTx/>
              <a:buNone/>
            </a:pPr>
            <a:r>
              <a:rPr lang="en-US" altLang="zh-CN" sz="2400" b="0">
                <a:latin typeface="宋体" panose="02010600030101010101" pitchFamily="2" charset="-122"/>
                <a:ea typeface="宋体" panose="02010600030101010101" pitchFamily="2" charset="-122"/>
              </a:rPr>
              <a:t>3</a:t>
            </a:r>
            <a:r>
              <a:rPr lang="zh-CN" altLang="en-US" sz="2400" b="0">
                <a:latin typeface="宋体" panose="02010600030101010101" pitchFamily="2" charset="-122"/>
                <a:ea typeface="宋体" panose="02010600030101010101" pitchFamily="2" charset="-122"/>
              </a:rPr>
              <a:t> </a:t>
            </a:r>
            <a:r>
              <a:rPr lang="zh-CN" altLang="zh-CN" sz="2400">
                <a:latin typeface="宋体" panose="02010600030101010101" pitchFamily="2" charset="-122"/>
                <a:ea typeface="宋体" panose="02010600030101010101" pitchFamily="2" charset="-122"/>
              </a:rPr>
              <a:t>提供与设备无关的逻辑块：屏蔽底层各种</a:t>
            </a:r>
            <a:r>
              <a:rPr lang="zh-CN" altLang="zh-CN" sz="2400">
                <a:latin typeface="Arial" panose="020B0604020202020204" pitchFamily="34" charset="0"/>
                <a:ea typeface="宋体" panose="02010600030101010101" pitchFamily="2" charset="-122"/>
              </a:rPr>
              <a:t>I/O</a:t>
            </a:r>
            <a:r>
              <a:rPr lang="zh-CN" altLang="zh-CN" sz="2400">
                <a:latin typeface="宋体" panose="02010600030101010101" pitchFamily="2" charset="-122"/>
                <a:ea typeface="宋体" panose="02010600030101010101" pitchFamily="2" charset="-122"/>
              </a:rPr>
              <a:t>设备空间大小、处理速度和传输速率差异，只向上层提供大小统一</a:t>
            </a:r>
            <a:r>
              <a:rPr lang="zh-CN" altLang="en-US" sz="2400">
                <a:latin typeface="宋体" panose="02010600030101010101" pitchFamily="2" charset="-122"/>
                <a:ea typeface="宋体" panose="02010600030101010101" pitchFamily="2" charset="-122"/>
              </a:rPr>
              <a:t>的</a:t>
            </a:r>
            <a:r>
              <a:rPr lang="zh-CN" altLang="zh-CN" sz="2400">
                <a:latin typeface="宋体" panose="02010600030101010101" pitchFamily="2" charset="-122"/>
                <a:ea typeface="宋体" panose="02010600030101010101" pitchFamily="2" charset="-122"/>
              </a:rPr>
              <a:t>逻辑块尺寸。</a:t>
            </a:r>
            <a:endParaRPr lang="en-US" altLang="zh-CN" sz="2400" b="0">
              <a:latin typeface="宋体" panose="02010600030101010101" pitchFamily="2" charset="-122"/>
              <a:ea typeface="宋体" panose="02010600030101010101" pitchFamily="2" charset="-122"/>
            </a:endParaRPr>
          </a:p>
          <a:p>
            <a:pPr marL="163830" lvl="0" indent="0">
              <a:lnSpc>
                <a:spcPts val="2165"/>
              </a:lnSpc>
              <a:spcBef>
                <a:spcPts val="375"/>
              </a:spcBef>
              <a:buClrTx/>
              <a:buFontTx/>
              <a:buNone/>
            </a:pPr>
            <a:r>
              <a:rPr lang="en-US" altLang="zh-CN" sz="2400" b="0">
                <a:latin typeface="宋体" panose="02010600030101010101" pitchFamily="2" charset="-122"/>
                <a:ea typeface="宋体" panose="02010600030101010101" pitchFamily="2" charset="-122"/>
              </a:rPr>
              <a:t>4</a:t>
            </a:r>
            <a:r>
              <a:rPr lang="zh-CN" altLang="en-US" sz="2400" b="0">
                <a:latin typeface="宋体" panose="02010600030101010101" pitchFamily="2" charset="-122"/>
                <a:ea typeface="宋体" panose="02010600030101010101" pitchFamily="2" charset="-122"/>
              </a:rPr>
              <a:t> </a:t>
            </a:r>
            <a:r>
              <a:rPr lang="zh-CN" altLang="zh-CN" sz="2400">
                <a:latin typeface="宋体" panose="02010600030101010101" pitchFamily="2" charset="-122"/>
                <a:ea typeface="宋体" panose="02010600030101010101" pitchFamily="2" charset="-122"/>
              </a:rPr>
              <a:t>缓冲管理</a:t>
            </a:r>
            <a:endParaRPr lang="en-US" altLang="zh-CN" sz="2400" b="0">
              <a:latin typeface="宋体" panose="02010600030101010101" pitchFamily="2" charset="-122"/>
              <a:ea typeface="宋体" panose="02010600030101010101" pitchFamily="2" charset="-122"/>
            </a:endParaRPr>
          </a:p>
          <a:p>
            <a:pPr marL="163830" lvl="0" indent="0">
              <a:lnSpc>
                <a:spcPts val="2165"/>
              </a:lnSpc>
              <a:spcBef>
                <a:spcPts val="375"/>
              </a:spcBef>
              <a:buClrTx/>
              <a:buFontTx/>
              <a:buNone/>
            </a:pPr>
            <a:r>
              <a:rPr lang="en-US" altLang="zh-CN" sz="2400" b="0">
                <a:latin typeface="宋体" panose="02010600030101010101" pitchFamily="2" charset="-122"/>
                <a:ea typeface="宋体" panose="02010600030101010101" pitchFamily="2" charset="-122"/>
              </a:rPr>
              <a:t>5</a:t>
            </a:r>
            <a:r>
              <a:rPr lang="zh-CN" altLang="en-US" sz="2400" b="0">
                <a:latin typeface="宋体" panose="02010600030101010101" pitchFamily="2" charset="-122"/>
                <a:ea typeface="宋体" panose="02010600030101010101" pitchFamily="2" charset="-122"/>
              </a:rPr>
              <a:t> </a:t>
            </a:r>
            <a:r>
              <a:rPr lang="zh-CN" altLang="zh-CN" sz="2400">
                <a:latin typeface="宋体" panose="02010600030101010101" pitchFamily="2" charset="-122"/>
                <a:ea typeface="宋体" panose="02010600030101010101" pitchFamily="2" charset="-122"/>
              </a:rPr>
              <a:t>存储设备的块分配：查找一个存储设备的空闲块并进行分配。</a:t>
            </a:r>
            <a:endParaRPr lang="en-US" altLang="zh-CN" sz="2400" b="0">
              <a:latin typeface="宋体" panose="02010600030101010101" pitchFamily="2" charset="-122"/>
              <a:ea typeface="宋体" panose="02010600030101010101" pitchFamily="2" charset="-122"/>
            </a:endParaRPr>
          </a:p>
          <a:p>
            <a:pPr marL="163830" lvl="0" indent="0">
              <a:lnSpc>
                <a:spcPts val="2165"/>
              </a:lnSpc>
              <a:spcBef>
                <a:spcPts val="375"/>
              </a:spcBef>
              <a:buClrTx/>
              <a:buFontTx/>
              <a:buNone/>
            </a:pPr>
            <a:r>
              <a:rPr lang="en-US" altLang="zh-CN" sz="2400" b="0">
                <a:latin typeface="宋体" panose="02010600030101010101" pitchFamily="2" charset="-122"/>
                <a:ea typeface="宋体" panose="02010600030101010101" pitchFamily="2" charset="-122"/>
              </a:rPr>
              <a:t>6</a:t>
            </a:r>
            <a:r>
              <a:rPr lang="zh-CN" altLang="en-US" sz="2400" b="0">
                <a:latin typeface="宋体" panose="02010600030101010101" pitchFamily="2" charset="-122"/>
                <a:ea typeface="宋体" panose="02010600030101010101" pitchFamily="2" charset="-122"/>
              </a:rPr>
              <a:t> </a:t>
            </a:r>
            <a:r>
              <a:rPr lang="zh-CN" altLang="zh-CN" sz="2400">
                <a:latin typeface="宋体" panose="02010600030101010101" pitchFamily="2" charset="-122"/>
                <a:ea typeface="宋体" panose="02010600030101010101" pitchFamily="2" charset="-122"/>
              </a:rPr>
              <a:t>独占设备的分配和释放</a:t>
            </a:r>
            <a:endParaRPr lang="en-US" altLang="zh-CN" sz="2400" b="0">
              <a:latin typeface="宋体" panose="02010600030101010101" pitchFamily="2" charset="-122"/>
              <a:ea typeface="宋体" panose="02010600030101010101" pitchFamily="2" charset="-122"/>
            </a:endParaRPr>
          </a:p>
          <a:p>
            <a:pPr marL="163830" lvl="0" indent="0">
              <a:lnSpc>
                <a:spcPts val="2165"/>
              </a:lnSpc>
              <a:spcBef>
                <a:spcPts val="375"/>
              </a:spcBef>
              <a:buClrTx/>
              <a:buFontTx/>
              <a:buNone/>
            </a:pPr>
            <a:r>
              <a:rPr lang="en-US" altLang="zh-CN" sz="2400" b="0">
                <a:latin typeface="宋体" panose="02010600030101010101" pitchFamily="2" charset="-122"/>
                <a:ea typeface="宋体" panose="02010600030101010101" pitchFamily="2" charset="-122"/>
              </a:rPr>
              <a:t>7</a:t>
            </a:r>
            <a:r>
              <a:rPr lang="zh-CN" altLang="en-US" sz="2400" b="0">
                <a:latin typeface="宋体" panose="02010600030101010101" pitchFamily="2" charset="-122"/>
                <a:ea typeface="宋体" panose="02010600030101010101" pitchFamily="2" charset="-122"/>
              </a:rPr>
              <a:t> </a:t>
            </a:r>
            <a:r>
              <a:rPr lang="zh-CN" altLang="zh-CN" sz="2400">
                <a:latin typeface="宋体" panose="02010600030101010101" pitchFamily="2" charset="-122"/>
                <a:ea typeface="宋体" panose="02010600030101010101" pitchFamily="2" charset="-122"/>
              </a:rPr>
              <a:t>出错处理：一般来说</a:t>
            </a:r>
            <a:r>
              <a:rPr lang="zh-CN" altLang="zh-CN" sz="2400">
                <a:latin typeface="Arial" panose="020B0604020202020204" pitchFamily="34" charset="0"/>
                <a:ea typeface="宋体" panose="02010600030101010101" pitchFamily="2" charset="-122"/>
              </a:rPr>
              <a:t>I/O</a:t>
            </a:r>
            <a:r>
              <a:rPr lang="zh-CN" altLang="zh-CN" sz="2400">
                <a:latin typeface="宋体" panose="02010600030101010101" pitchFamily="2" charset="-122"/>
                <a:ea typeface="宋体" panose="02010600030101010101" pitchFamily="2" charset="-122"/>
              </a:rPr>
              <a:t>错误有两种</a:t>
            </a:r>
            <a:endParaRPr lang="zh-CN" altLang="zh-CN" sz="2400" b="0">
              <a:latin typeface="宋体" panose="02010600030101010101" pitchFamily="2" charset="-122"/>
              <a:ea typeface="宋体" panose="02010600030101010101" pitchFamily="2" charset="-122"/>
            </a:endParaRPr>
          </a:p>
          <a:p>
            <a:pPr marL="163830" lvl="0" indent="0">
              <a:spcBef>
                <a:spcPts val="325"/>
              </a:spcBef>
              <a:buClrTx/>
              <a:buFontTx/>
              <a:buNone/>
            </a:pPr>
            <a:r>
              <a:rPr lang="zh-CN" altLang="zh-CN" sz="2400">
                <a:latin typeface="宋体" panose="02010600030101010101" pitchFamily="2" charset="-122"/>
                <a:ea typeface="宋体" panose="02010600030101010101" pitchFamily="2" charset="-122"/>
              </a:rPr>
              <a:t>①操作故障：由驱动程序处理。</a:t>
            </a:r>
            <a:endParaRPr lang="zh-CN" altLang="zh-CN" sz="2400" b="0">
              <a:latin typeface="宋体" panose="02010600030101010101" pitchFamily="2" charset="-122"/>
              <a:ea typeface="宋体" panose="02010600030101010101" pitchFamily="2" charset="-122"/>
            </a:endParaRPr>
          </a:p>
          <a:p>
            <a:pPr marL="163830" lvl="0" indent="0">
              <a:lnSpc>
                <a:spcPts val="1950"/>
              </a:lnSpc>
              <a:spcBef>
                <a:spcPts val="465"/>
              </a:spcBef>
              <a:buClrTx/>
              <a:buFontTx/>
              <a:buNone/>
            </a:pPr>
            <a:r>
              <a:rPr lang="zh-CN" altLang="zh-CN" sz="2400">
                <a:latin typeface="宋体" panose="02010600030101010101" pitchFamily="2" charset="-122"/>
                <a:ea typeface="宋体" panose="02010600030101010101" pitchFamily="2" charset="-122"/>
              </a:rPr>
              <a:t>②非操作故障：如磁盘受损而不能再读，由与设备无关的系统软件处理，并向上层返回出错信息。</a:t>
            </a:r>
            <a:endParaRPr lang="zh-CN" altLang="zh-CN" sz="2400" b="0">
              <a:latin typeface="宋体" panose="02010600030101010101" pitchFamily="2" charset="-122"/>
              <a:ea typeface="宋体" panose="02010600030101010101" pitchFamily="2" charset="-122"/>
            </a:endParaRP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3"/>
          <p:cNvSpPr/>
          <p:nvPr/>
        </p:nvSpPr>
        <p:spPr>
          <a:xfrm>
            <a:off x="539750" y="1341438"/>
            <a:ext cx="8193088" cy="5616575"/>
          </a:xfrm>
          <a:prstGeom prst="rect">
            <a:avLst/>
          </a:prstGeom>
          <a:noFill/>
          <a:ln w="9525">
            <a:noFill/>
          </a:ln>
        </p:spPr>
        <p:txBody>
          <a:bodyPr/>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342900" lvl="0" indent="-342900">
              <a:lnSpc>
                <a:spcPct val="110000"/>
              </a:lnSpc>
              <a:buClrTx/>
              <a:buSzPct val="70000"/>
              <a:buFont typeface="Wingdings" panose="05000000000000000000" pitchFamily="2" charset="2"/>
              <a:buNone/>
            </a:pPr>
            <a:r>
              <a:rPr lang="zh-CN" altLang="en-US" sz="2400" b="0">
                <a:latin typeface="黑体" panose="02010609060101010101" pitchFamily="49" charset="-122"/>
              </a:rPr>
              <a:t>逻辑设备名到物理设备名映射的实现 </a:t>
            </a:r>
          </a:p>
          <a:p>
            <a:pPr marL="342900" lvl="0" indent="-342900">
              <a:lnSpc>
                <a:spcPct val="110000"/>
              </a:lnSpc>
              <a:buClrTx/>
              <a:buSzPct val="70000"/>
              <a:buFont typeface="Wingdings" panose="05000000000000000000" pitchFamily="2" charset="2"/>
              <a:buNone/>
            </a:pPr>
            <a:r>
              <a:rPr lang="en-US" altLang="zh-CN" sz="2400" b="0">
                <a:latin typeface="黑体" panose="02010609060101010101" pitchFamily="49" charset="-122"/>
              </a:rPr>
              <a:t>(1)</a:t>
            </a:r>
            <a:r>
              <a:rPr lang="zh-CN" altLang="en-US" sz="2400" b="0">
                <a:latin typeface="黑体" panose="02010609060101010101" pitchFamily="49" charset="-122"/>
              </a:rPr>
              <a:t>逻辑设备表</a:t>
            </a:r>
            <a:r>
              <a:rPr lang="en-US" altLang="zh-CN" sz="2400" b="0">
                <a:latin typeface="黑体" panose="02010609060101010101" pitchFamily="49" charset="-122"/>
              </a:rPr>
              <a:t>(LUT)</a:t>
            </a:r>
          </a:p>
          <a:p>
            <a:pPr marL="342900" lvl="0" indent="-342900">
              <a:lnSpc>
                <a:spcPct val="110000"/>
              </a:lnSpc>
              <a:buClrTx/>
              <a:buSzPct val="70000"/>
              <a:buFont typeface="Wingdings" panose="05000000000000000000" pitchFamily="2" charset="2"/>
              <a:buNone/>
            </a:pPr>
            <a:r>
              <a:rPr lang="zh-CN" altLang="en-US" sz="2400" b="0">
                <a:latin typeface="黑体" panose="02010609060101010101" pitchFamily="49" charset="-122"/>
              </a:rPr>
              <a:t>实现将应用程序中的逻辑设备名映射为物理设备名。</a:t>
            </a:r>
            <a:endParaRPr lang="en-US" altLang="zh-CN" sz="2400" b="0">
              <a:latin typeface="黑体" panose="02010609060101010101" pitchFamily="49" charset="-122"/>
            </a:endParaRPr>
          </a:p>
          <a:p>
            <a:pPr marL="742950" lvl="1" indent="-285750">
              <a:lnSpc>
                <a:spcPct val="110000"/>
              </a:lnSpc>
              <a:buClr>
                <a:srgbClr val="33CCFF"/>
              </a:buClr>
              <a:buFont typeface="Wingdings" panose="05000000000000000000" pitchFamily="2" charset="2"/>
              <a:buNone/>
            </a:pPr>
            <a:endParaRPr lang="zh-CN" altLang="en-US" b="0">
              <a:latin typeface="黑体" panose="02010609060101010101" pitchFamily="49" charset="-122"/>
            </a:endParaRPr>
          </a:p>
          <a:p>
            <a:pPr marL="1143000" lvl="2" indent="-228600">
              <a:lnSpc>
                <a:spcPct val="110000"/>
              </a:lnSpc>
              <a:buClrTx/>
              <a:buFontTx/>
              <a:buNone/>
            </a:pPr>
            <a:endParaRPr lang="zh-CN" altLang="en-US" sz="2400" b="0">
              <a:latin typeface="黑体" panose="02010609060101010101" pitchFamily="49" charset="-122"/>
            </a:endParaRPr>
          </a:p>
          <a:p>
            <a:pPr marL="1143000" lvl="2" indent="-228600">
              <a:lnSpc>
                <a:spcPct val="110000"/>
              </a:lnSpc>
              <a:buClrTx/>
              <a:buFontTx/>
              <a:buNone/>
            </a:pPr>
            <a:endParaRPr lang="zh-CN" altLang="en-US" sz="2400" b="0">
              <a:latin typeface="黑体" panose="02010609060101010101" pitchFamily="49" charset="-122"/>
            </a:endParaRPr>
          </a:p>
          <a:p>
            <a:pPr marL="1143000" lvl="2" indent="-228600">
              <a:lnSpc>
                <a:spcPct val="110000"/>
              </a:lnSpc>
              <a:buClrTx/>
              <a:buFontTx/>
              <a:buNone/>
            </a:pPr>
            <a:endParaRPr lang="zh-CN" altLang="en-US" sz="2400" b="0">
              <a:latin typeface="黑体" panose="02010609060101010101" pitchFamily="49" charset="-122"/>
            </a:endParaRPr>
          </a:p>
          <a:p>
            <a:pPr marL="1143000" lvl="2" indent="-228600">
              <a:lnSpc>
                <a:spcPct val="110000"/>
              </a:lnSpc>
              <a:buClrTx/>
              <a:buFontTx/>
              <a:buNone/>
            </a:pPr>
            <a:endParaRPr lang="zh-CN" altLang="en-US" sz="2400" b="0">
              <a:latin typeface="黑体" panose="02010609060101010101" pitchFamily="49" charset="-122"/>
            </a:endParaRPr>
          </a:p>
          <a:p>
            <a:pPr marL="342900" lvl="0" indent="-342900">
              <a:lnSpc>
                <a:spcPct val="110000"/>
              </a:lnSpc>
              <a:buClrTx/>
              <a:buSzPct val="70000"/>
              <a:buFont typeface="Wingdings" panose="05000000000000000000" pitchFamily="2" charset="2"/>
              <a:buNone/>
            </a:pPr>
            <a:r>
              <a:rPr lang="en-US" altLang="zh-CN" sz="2400" b="0">
                <a:latin typeface="黑体" panose="02010609060101010101" pitchFamily="49" charset="-122"/>
              </a:rPr>
              <a:t>(2)</a:t>
            </a:r>
            <a:r>
              <a:rPr lang="zh-CN" altLang="en-US" sz="2400" b="0">
                <a:latin typeface="黑体" panose="02010609060101010101" pitchFamily="49" charset="-122"/>
              </a:rPr>
              <a:t>逻辑设备表的设置</a:t>
            </a:r>
          </a:p>
          <a:p>
            <a:pPr marL="742950" lvl="1" indent="-285750">
              <a:lnSpc>
                <a:spcPct val="110000"/>
              </a:lnSpc>
              <a:buClr>
                <a:srgbClr val="33CCFF"/>
              </a:buClr>
              <a:buFont typeface="Wingdings" panose="05000000000000000000" pitchFamily="2" charset="2"/>
              <a:buChar char="Ø"/>
            </a:pPr>
            <a:r>
              <a:rPr lang="zh-CN" altLang="en-US" b="0">
                <a:latin typeface="黑体" panose="02010609060101010101" pitchFamily="49" charset="-122"/>
              </a:rPr>
              <a:t>整个系统中设置一张</a:t>
            </a:r>
            <a:r>
              <a:rPr lang="en-US" altLang="zh-CN" b="0">
                <a:latin typeface="黑体" panose="02010609060101010101" pitchFamily="49" charset="-122"/>
              </a:rPr>
              <a:t>LUT</a:t>
            </a:r>
          </a:p>
          <a:p>
            <a:pPr marL="742950" lvl="1" indent="-285750">
              <a:lnSpc>
                <a:spcPct val="110000"/>
              </a:lnSpc>
              <a:buClr>
                <a:srgbClr val="33CCFF"/>
              </a:buClr>
              <a:buFont typeface="Wingdings" panose="05000000000000000000" pitchFamily="2" charset="2"/>
              <a:buChar char="Ø"/>
            </a:pPr>
            <a:r>
              <a:rPr lang="zh-CN" altLang="en-US" b="0">
                <a:latin typeface="黑体" panose="02010609060101010101" pitchFamily="49" charset="-122"/>
              </a:rPr>
              <a:t>为每个用户设置一张</a:t>
            </a:r>
            <a:r>
              <a:rPr lang="en-US" altLang="zh-CN" b="0">
                <a:latin typeface="黑体" panose="02010609060101010101" pitchFamily="49" charset="-122"/>
              </a:rPr>
              <a:t>LUT</a:t>
            </a:r>
          </a:p>
        </p:txBody>
      </p:sp>
      <p:graphicFrame>
        <p:nvGraphicFramePr>
          <p:cNvPr id="60419" name="Object 4"/>
          <p:cNvGraphicFramePr>
            <a:graphicFrameLocks noChangeAspect="1"/>
          </p:cNvGraphicFramePr>
          <p:nvPr/>
        </p:nvGraphicFramePr>
        <p:xfrm>
          <a:off x="684213" y="2781300"/>
          <a:ext cx="8304212" cy="2508250"/>
        </p:xfrm>
        <a:graphic>
          <a:graphicData uri="http://schemas.openxmlformats.org/presentationml/2006/ole">
            <mc:AlternateContent xmlns:mc="http://schemas.openxmlformats.org/markup-compatibility/2006">
              <mc:Choice xmlns:v="urn:schemas-microsoft-com:vml" Requires="v">
                <p:oleObj spid="_x0000_s10253" r:id="rId3" imgW="4470400" imgH="1365885" progId="Visio.Drawing.11">
                  <p:embed/>
                </p:oleObj>
              </mc:Choice>
              <mc:Fallback>
                <p:oleObj r:id="rId3" imgW="4470400" imgH="1365885" progId="Visio.Drawing.11">
                  <p:embed/>
                  <p:pic>
                    <p:nvPicPr>
                      <p:cNvPr id="0" name="图片 3082"/>
                      <p:cNvPicPr/>
                      <p:nvPr/>
                    </p:nvPicPr>
                    <p:blipFill>
                      <a:blip r:embed="rId4"/>
                      <a:stretch>
                        <a:fillRect/>
                      </a:stretch>
                    </p:blipFill>
                    <p:spPr>
                      <a:xfrm>
                        <a:off x="684213" y="2781300"/>
                        <a:ext cx="8304212" cy="2508250"/>
                      </a:xfrm>
                      <a:prstGeom prst="rect">
                        <a:avLst/>
                      </a:prstGeom>
                      <a:noFill/>
                      <a:ln w="38100">
                        <a:noFill/>
                        <a:miter/>
                      </a:ln>
                    </p:spPr>
                  </p:pic>
                </p:oleObj>
              </mc:Fallback>
            </mc:AlternateContent>
          </a:graphicData>
        </a:graphic>
      </p:graphicFrame>
      <p:sp>
        <p:nvSpPr>
          <p:cNvPr id="5" name="Rectangle 2"/>
          <p:cNvSpPr txBox="1">
            <a:spLocks noChangeArrowheads="1"/>
          </p:cNvSpPr>
          <p:nvPr/>
        </p:nvSpPr>
        <p:spPr>
          <a:xfrm>
            <a:off x="406400" y="657225"/>
            <a:ext cx="8204200" cy="684213"/>
          </a:xfrm>
          <a:prstGeom prst="rect">
            <a:avLst/>
          </a:prstGeom>
        </p:spPr>
        <p:txBody>
          <a:bodyPr/>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0" lvl="0" indent="0" eaLnBrk="1" hangingPunct="1">
              <a:spcBef>
                <a:spcPct val="0"/>
              </a:spcBef>
              <a:buClrTx/>
              <a:buFontTx/>
              <a:buNone/>
            </a:pPr>
            <a:r>
              <a:rPr lang="en-US" altLang="zh-CN" sz="3600" b="0">
                <a:solidFill>
                  <a:schemeClr val="tx2"/>
                </a:solidFill>
                <a:latin typeface="Arial Black" panose="020B0A04020102020204" pitchFamily="34" charset="0"/>
              </a:rPr>
              <a:t>7.5</a:t>
            </a:r>
            <a:r>
              <a:rPr lang="zh-CN" altLang="en-US" sz="3600" b="0">
                <a:solidFill>
                  <a:schemeClr val="tx2"/>
                </a:solidFill>
                <a:latin typeface="Arial Black" panose="020B0A04020102020204" pitchFamily="34" charset="0"/>
              </a:rPr>
              <a:t> </a:t>
            </a:r>
            <a:r>
              <a:rPr lang="en-US" altLang="zh-CN" sz="3600" b="0">
                <a:solidFill>
                  <a:schemeClr val="tx2"/>
                </a:solidFill>
                <a:latin typeface="Arial Black" panose="020B0A04020102020204" pitchFamily="34" charset="0"/>
              </a:rPr>
              <a:t>I/O</a:t>
            </a:r>
            <a:r>
              <a:rPr lang="zh-CN" altLang="en-US" sz="3600" b="0">
                <a:solidFill>
                  <a:schemeClr val="tx2"/>
                </a:solidFill>
                <a:latin typeface="Arial Black" panose="020B0A04020102020204" pitchFamily="34" charset="0"/>
              </a:rPr>
              <a:t>软件的组成</a:t>
            </a:r>
            <a:endParaRPr lang="en-US" altLang="zh-CN" sz="3600" b="0">
              <a:solidFill>
                <a:schemeClr val="tx2"/>
              </a:solidFill>
              <a:latin typeface="Arial Black" panose="020B0A04020102020204" pitchFamily="34" charset="0"/>
            </a:endParaRPr>
          </a:p>
        </p:txBody>
      </p:sp>
    </p:spTree>
  </p:cSld>
  <p:clrMapOvr>
    <a:masterClrMapping/>
  </p:clrMapOvr>
  <p:transition spd="slow"/>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1" name="灯片编号占位符 3"/>
          <p:cNvSpPr txBox="1">
            <a:spLocks noGrp="1"/>
          </p:cNvSpPr>
          <p:nvPr>
            <p:ph type="sldNum" sz="quarter" idx="12"/>
          </p:nvPr>
        </p:nvSpPr>
        <p:spPr>
          <a:xfrm>
            <a:off x="431800" y="6229350"/>
            <a:ext cx="2311400" cy="457200"/>
          </a:xfrm>
        </p:spPr>
        <p:txBody>
          <a:bodyPr anchor="b" anchorCtr="0"/>
          <a:lstStyle/>
          <a:p>
            <a:pPr marL="0" indent="0">
              <a:spcBef>
                <a:spcPct val="50000"/>
              </a:spcBef>
              <a:buClrTx/>
              <a:buFontTx/>
              <a:buNone/>
            </a:pPr>
            <a:r>
              <a:rPr lang="zh-CN" altLang="en-US" sz="1200" b="0">
                <a:solidFill>
                  <a:srgbClr val="3366CC"/>
                </a:solidFill>
                <a:ea typeface="宋体" panose="02010600030101010101" pitchFamily="2" charset="-122"/>
              </a:rPr>
              <a:t>第</a:t>
            </a:r>
            <a:fld id="{9A0DB2DC-4C9A-4742-B13C-FB6460FD3503}" type="slidenum">
              <a:rPr lang="zh-TW" altLang="en-US" sz="1200" b="0">
                <a:solidFill>
                  <a:srgbClr val="3366CC"/>
                </a:solidFill>
                <a:ea typeface="PMingLiU" pitchFamily="18" charset="-120"/>
              </a:rPr>
              <a:t>45</a:t>
            </a:fld>
            <a:r>
              <a:rPr lang="zh-CN" altLang="en-US" sz="1200" b="0">
                <a:solidFill>
                  <a:srgbClr val="3366CC"/>
                </a:solidFill>
                <a:ea typeface="宋体" panose="02010600030101010101" pitchFamily="2" charset="-122"/>
              </a:rPr>
              <a:t>页</a:t>
            </a:r>
            <a:endParaRPr lang="zh-TW" altLang="en-US" sz="1200" b="0">
              <a:solidFill>
                <a:srgbClr val="3366CC"/>
              </a:solidFill>
              <a:ea typeface="宋体" panose="02010600030101010101" pitchFamily="2" charset="-122"/>
            </a:endParaRPr>
          </a:p>
        </p:txBody>
      </p:sp>
      <p:sp>
        <p:nvSpPr>
          <p:cNvPr id="61442" name="Rectangle 2"/>
          <p:cNvSpPr>
            <a:spLocks noGrp="1"/>
          </p:cNvSpPr>
          <p:nvPr>
            <p:ph type="title"/>
          </p:nvPr>
        </p:nvSpPr>
        <p:spPr/>
        <p:txBody>
          <a:bodyPr vert="horz" wrap="square" lIns="91440" tIns="45720" rIns="91440" bIns="45720" anchor="b" anchorCtr="0"/>
          <a:lstStyle/>
          <a:p>
            <a:pPr eaLnBrk="1" hangingPunct="1"/>
            <a:r>
              <a:rPr lang="en-US" altLang="zh-CN"/>
              <a:t>7.5</a:t>
            </a:r>
            <a:r>
              <a:rPr lang="zh-CN" altLang="en-US"/>
              <a:t> </a:t>
            </a:r>
            <a:r>
              <a:rPr lang="en-US" altLang="zh-CN"/>
              <a:t>I/O</a:t>
            </a:r>
            <a:r>
              <a:rPr lang="zh-CN" altLang="en-US"/>
              <a:t>软件的组成</a:t>
            </a:r>
          </a:p>
        </p:txBody>
      </p:sp>
      <p:sp>
        <p:nvSpPr>
          <p:cNvPr id="61443" name="object 6"/>
          <p:cNvSpPr txBox="1">
            <a:spLocks noChangeArrowheads="1"/>
          </p:cNvSpPr>
          <p:nvPr/>
        </p:nvSpPr>
        <p:spPr bwMode="auto">
          <a:xfrm>
            <a:off x="539750" y="1381125"/>
            <a:ext cx="8424863" cy="4994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0" lvl="0" indent="0">
              <a:spcBef>
                <a:spcPct val="0"/>
              </a:spcBef>
              <a:buClrTx/>
              <a:buFontTx/>
              <a:buNone/>
            </a:pPr>
            <a:r>
              <a:rPr lang="zh-CN" altLang="zh-CN" sz="2400" b="0">
                <a:latin typeface="黑体" panose="02010609060101010101" pitchFamily="49" charset="-122"/>
              </a:rPr>
              <a:t>用户空间的I/O软件</a:t>
            </a:r>
            <a:endParaRPr lang="en-US" altLang="zh-CN" sz="2400" b="0">
              <a:latin typeface="黑体" panose="02010609060101010101" pitchFamily="49" charset="-122"/>
            </a:endParaRPr>
          </a:p>
          <a:p>
            <a:pPr marL="0" lvl="0" indent="0">
              <a:spcBef>
                <a:spcPct val="0"/>
              </a:spcBef>
              <a:buClrTx/>
              <a:buFontTx/>
              <a:buNone/>
            </a:pPr>
            <a:r>
              <a:rPr lang="zh-CN" altLang="zh-CN" sz="2400" b="0">
                <a:latin typeface="黑体" panose="02010609060101010101" pitchFamily="49" charset="-122"/>
              </a:rPr>
              <a:t>I/O系统调用</a:t>
            </a:r>
            <a:endParaRPr lang="en-US" altLang="zh-CN" sz="2400" b="0">
              <a:latin typeface="黑体" panose="02010609060101010101" pitchFamily="49" charset="-122"/>
            </a:endParaRPr>
          </a:p>
          <a:p>
            <a:pPr marL="0" lvl="0" indent="0">
              <a:spcBef>
                <a:spcPct val="0"/>
              </a:spcBef>
              <a:buClrTx/>
              <a:buFontTx/>
              <a:buNone/>
            </a:pPr>
            <a:r>
              <a:rPr lang="zh-CN" altLang="en-US" sz="2400" b="0">
                <a:latin typeface="黑体" panose="02010609060101010101" pitchFamily="49" charset="-122"/>
              </a:rPr>
              <a:t>大部分</a:t>
            </a:r>
            <a:r>
              <a:rPr lang="en-US" altLang="zh-CN" sz="2400" b="0">
                <a:latin typeface="黑体" panose="02010609060101010101" pitchFamily="49" charset="-122"/>
              </a:rPr>
              <a:t>I/O</a:t>
            </a:r>
            <a:r>
              <a:rPr lang="zh-CN" altLang="en-US" sz="2400" b="0">
                <a:latin typeface="黑体" panose="02010609060101010101" pitchFamily="49" charset="-122"/>
              </a:rPr>
              <a:t>软件都在操作系统内部，只有一小部分在用户层。用户层软件必须通过一组系统调用来取得操作系统服务。现代高级语言通常提供了与各系统调用一一对应的库函数，用户程序通过调用对应的库函数使用系统调用。</a:t>
            </a:r>
            <a:r>
              <a:rPr lang="zh-CN" altLang="zh-CN" sz="2400" b="0">
                <a:solidFill>
                  <a:srgbClr val="3333CC"/>
                </a:solidFill>
                <a:latin typeface="黑体" panose="02010609060101010101" pitchFamily="49" charset="-122"/>
              </a:rPr>
              <a:t>	</a:t>
            </a:r>
            <a:endParaRPr lang="zh-CN" altLang="zh-CN" sz="2400" b="0">
              <a:latin typeface="黑体" panose="02010609060101010101" pitchFamily="49" charset="-122"/>
            </a:endParaRPr>
          </a:p>
          <a:p>
            <a:pPr marL="0" lvl="0" indent="0">
              <a:spcBef>
                <a:spcPts val="475"/>
              </a:spcBef>
              <a:buClrTx/>
              <a:buFontTx/>
              <a:buNone/>
            </a:pPr>
            <a:r>
              <a:rPr lang="zh-CN" altLang="zh-CN" sz="2400" b="0">
                <a:latin typeface="黑体" panose="02010609060101010101" pitchFamily="49" charset="-122"/>
              </a:rPr>
              <a:t>Spooling系统：构成虚拟设备。</a:t>
            </a:r>
            <a:endParaRPr lang="en-US" altLang="zh-CN" sz="2400" b="0">
              <a:latin typeface="黑体" panose="02010609060101010101" pitchFamily="49" charset="-122"/>
            </a:endParaRPr>
          </a:p>
          <a:p>
            <a:pPr marL="0" lvl="0" indent="0">
              <a:spcBef>
                <a:spcPts val="475"/>
              </a:spcBef>
              <a:buClrTx/>
              <a:buNone/>
            </a:pPr>
            <a:r>
              <a:rPr lang="zh-CN" altLang="en-US" sz="2400">
                <a:latin typeface="宋体" panose="02010600030101010101" pitchFamily="2" charset="-122"/>
                <a:ea typeface="宋体" panose="02010600030101010101" pitchFamily="2" charset="-122"/>
              </a:rPr>
              <a:t>利用一道程序模拟脱机输入时的外围控制机功能，把低速</a:t>
            </a:r>
            <a:r>
              <a:rPr lang="en-US" altLang="zh-CN" sz="2400">
                <a:latin typeface="宋体" panose="02010600030101010101" pitchFamily="2" charset="-122"/>
                <a:ea typeface="宋体" panose="02010600030101010101" pitchFamily="2" charset="-122"/>
              </a:rPr>
              <a:t>I/O</a:t>
            </a:r>
            <a:r>
              <a:rPr lang="zh-CN" altLang="en-US" sz="2400">
                <a:latin typeface="宋体" panose="02010600030101010101" pitchFamily="2" charset="-122"/>
                <a:ea typeface="宋体" panose="02010600030101010101" pitchFamily="2" charset="-122"/>
              </a:rPr>
              <a:t>设备上的数据传送到高速磁盘上；再用另一道程序来模拟脱机输出时的外围控制机功能，把数据从磁盘传送到低速设备上。这样，便可以在主机的直接控制下，实现脱机输入、输出功能。此时的外围操作与</a:t>
            </a:r>
            <a:r>
              <a:rPr lang="en-US" altLang="zh-CN" sz="2400">
                <a:latin typeface="宋体" panose="02010600030101010101" pitchFamily="2" charset="-122"/>
                <a:ea typeface="宋体" panose="02010600030101010101" pitchFamily="2" charset="-122"/>
              </a:rPr>
              <a:t>CPU</a:t>
            </a:r>
            <a:r>
              <a:rPr lang="zh-CN" altLang="en-US" sz="2400">
                <a:latin typeface="宋体" panose="02010600030101010101" pitchFamily="2" charset="-122"/>
                <a:ea typeface="宋体" panose="02010600030101010101" pitchFamily="2" charset="-122"/>
              </a:rPr>
              <a:t>对数据的处理同时进行。</a:t>
            </a:r>
          </a:p>
          <a:p>
            <a:pPr marL="0" lvl="0" indent="0">
              <a:spcBef>
                <a:spcPts val="475"/>
              </a:spcBef>
              <a:buClrTx/>
              <a:buFontTx/>
              <a:buNone/>
            </a:pPr>
            <a:endParaRPr lang="zh-CN" altLang="zh-CN" sz="2400" b="0">
              <a:latin typeface="黑体" panose="02010609060101010101" pitchFamily="49" charset="-122"/>
            </a:endParaRP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3" name="Rectangle 4"/>
          <p:cNvSpPr>
            <a:spLocks noGrp="1" noChangeArrowheads="1"/>
          </p:cNvSpPr>
          <p:nvPr>
            <p:ph idx="1"/>
          </p:nvPr>
        </p:nvSpPr>
        <p:spPr>
          <a:xfrm>
            <a:off x="468313" y="1323975"/>
            <a:ext cx="8496300" cy="4913313"/>
          </a:xfrm>
        </p:spPr>
        <p:txBody>
          <a:bodyPr vert="horz" wrap="square" lIns="91440" tIns="45720" rIns="91440" bIns="45720" numCol="1" anchor="t" anchorCtr="0" compatLnSpc="1"/>
          <a:lstStyle/>
          <a:p>
            <a:pPr marL="0" indent="0">
              <a:buNone/>
            </a:pPr>
            <a:r>
              <a:rPr lang="en-US" altLang="zh-CN" sz="2000" b="0">
                <a:latin typeface="黑体" panose="02010609060101010101" pitchFamily="49" charset="-122"/>
              </a:rPr>
              <a:t> 2.SPOOLing</a:t>
            </a:r>
            <a:r>
              <a:rPr lang="zh-CN" altLang="en-US" sz="2000" b="0">
                <a:latin typeface="黑体" panose="02010609060101010101" pitchFamily="49" charset="-122"/>
              </a:rPr>
              <a:t>系统的组成</a:t>
            </a:r>
          </a:p>
          <a:p>
            <a:pPr lvl="1">
              <a:buClr>
                <a:srgbClr val="33CCFF"/>
              </a:buClr>
              <a:buFont typeface="Wingdings" panose="05000000000000000000" pitchFamily="2" charset="2"/>
              <a:buChar char="Ø"/>
            </a:pPr>
            <a:r>
              <a:rPr lang="zh-CN" altLang="en-US" sz="2000" b="0">
                <a:latin typeface="黑体" panose="02010609060101010101" pitchFamily="49" charset="-122"/>
              </a:rPr>
              <a:t>输入井和输出井</a:t>
            </a:r>
            <a:r>
              <a:rPr lang="en-US" altLang="zh-CN" sz="2000" b="0">
                <a:latin typeface="黑体" panose="02010609060101010101" pitchFamily="49" charset="-122"/>
              </a:rPr>
              <a:t>,</a:t>
            </a:r>
            <a:r>
              <a:rPr lang="zh-CN" altLang="en-US" sz="2000" b="0">
                <a:latin typeface="黑体" panose="02010609060101010101" pitchFamily="49" charset="-122"/>
              </a:rPr>
              <a:t>在磁盘上的两个存储空间</a:t>
            </a:r>
          </a:p>
          <a:p>
            <a:pPr lvl="2">
              <a:buClr>
                <a:srgbClr val="33CCFF"/>
              </a:buClr>
              <a:buFont typeface="Wingdings" panose="05000000000000000000" pitchFamily="2" charset="2"/>
              <a:buChar char="ü"/>
            </a:pPr>
            <a:r>
              <a:rPr lang="zh-CN" altLang="en-US" b="0">
                <a:latin typeface="黑体" panose="02010609060101010101" pitchFamily="49" charset="-122"/>
              </a:rPr>
              <a:t>输入井模拟脱机输入</a:t>
            </a:r>
            <a:r>
              <a:rPr lang="en-US" altLang="zh-CN" b="0">
                <a:latin typeface="黑体" panose="02010609060101010101" pitchFamily="49" charset="-122"/>
              </a:rPr>
              <a:t>,</a:t>
            </a:r>
            <a:r>
              <a:rPr lang="zh-CN" altLang="en-US" b="0">
                <a:latin typeface="黑体" panose="02010609060101010101" pitchFamily="49" charset="-122"/>
              </a:rPr>
              <a:t>暂存输入数据</a:t>
            </a:r>
          </a:p>
          <a:p>
            <a:pPr lvl="2">
              <a:buClr>
                <a:srgbClr val="33CCFF"/>
              </a:buClr>
              <a:buFont typeface="Wingdings" panose="05000000000000000000" pitchFamily="2" charset="2"/>
              <a:buChar char="ü"/>
            </a:pPr>
            <a:r>
              <a:rPr lang="zh-CN" altLang="en-US" b="0">
                <a:latin typeface="黑体" panose="02010609060101010101" pitchFamily="49" charset="-122"/>
              </a:rPr>
              <a:t>输出井模拟脱机输出</a:t>
            </a:r>
            <a:r>
              <a:rPr lang="en-US" altLang="zh-CN" b="0">
                <a:latin typeface="黑体" panose="02010609060101010101" pitchFamily="49" charset="-122"/>
              </a:rPr>
              <a:t>,</a:t>
            </a:r>
            <a:r>
              <a:rPr lang="zh-CN" altLang="en-US" b="0">
                <a:latin typeface="黑体" panose="02010609060101010101" pitchFamily="49" charset="-122"/>
              </a:rPr>
              <a:t>暂存输出数据</a:t>
            </a:r>
          </a:p>
          <a:p>
            <a:pPr lvl="1">
              <a:buClr>
                <a:srgbClr val="33CCFF"/>
              </a:buClr>
              <a:buFont typeface="Wingdings" panose="05000000000000000000" pitchFamily="2" charset="2"/>
              <a:buChar char="Ø"/>
            </a:pPr>
            <a:r>
              <a:rPr lang="zh-CN" altLang="en-US" sz="2000" b="0">
                <a:latin typeface="黑体" panose="02010609060101010101" pitchFamily="49" charset="-122"/>
              </a:rPr>
              <a:t>输入缓冲区和输出缓冲区</a:t>
            </a:r>
            <a:r>
              <a:rPr lang="en-US" altLang="zh-CN" sz="2000" b="0">
                <a:latin typeface="黑体" panose="02010609060101010101" pitchFamily="49" charset="-122"/>
              </a:rPr>
              <a:t>(</a:t>
            </a:r>
            <a:r>
              <a:rPr lang="zh-CN" altLang="en-US" sz="2000" b="0">
                <a:latin typeface="黑体" panose="02010609060101010101" pitchFamily="49" charset="-122"/>
              </a:rPr>
              <a:t>内存中</a:t>
            </a:r>
            <a:r>
              <a:rPr lang="en-US" altLang="zh-CN" sz="2000" b="0">
                <a:latin typeface="黑体" panose="02010609060101010101" pitchFamily="49" charset="-122"/>
              </a:rPr>
              <a:t>)</a:t>
            </a:r>
          </a:p>
          <a:p>
            <a:pPr lvl="2">
              <a:buClr>
                <a:srgbClr val="33CCFF"/>
              </a:buClr>
              <a:buFont typeface="Wingdings" panose="05000000000000000000" pitchFamily="2" charset="2"/>
              <a:buChar char="ü"/>
            </a:pPr>
            <a:r>
              <a:rPr lang="zh-CN" altLang="en-US" b="0">
                <a:latin typeface="黑体" panose="02010609060101010101" pitchFamily="49" charset="-122"/>
              </a:rPr>
              <a:t>用来缓和</a:t>
            </a:r>
            <a:r>
              <a:rPr lang="en-US" altLang="zh-CN" b="0">
                <a:latin typeface="黑体" panose="02010609060101010101" pitchFamily="49" charset="-122"/>
              </a:rPr>
              <a:t>CPU</a:t>
            </a:r>
            <a:r>
              <a:rPr lang="zh-CN" altLang="en-US" b="0">
                <a:latin typeface="黑体" panose="02010609060101010101" pitchFamily="49" charset="-122"/>
              </a:rPr>
              <a:t>与磁盘之间的速度的矛盾</a:t>
            </a:r>
          </a:p>
          <a:p>
            <a:pPr lvl="1">
              <a:buClr>
                <a:srgbClr val="33CCFF"/>
              </a:buClr>
              <a:buFont typeface="Wingdings" panose="05000000000000000000" pitchFamily="2" charset="2"/>
              <a:buChar char="Ø"/>
            </a:pPr>
            <a:r>
              <a:rPr lang="zh-CN" altLang="en-US" sz="2000" b="0">
                <a:latin typeface="黑体" panose="02010609060101010101" pitchFamily="49" charset="-122"/>
              </a:rPr>
              <a:t>输入进程</a:t>
            </a:r>
            <a:r>
              <a:rPr lang="en-US" altLang="zh-CN" sz="2000" b="0">
                <a:latin typeface="黑体" panose="02010609060101010101" pitchFamily="49" charset="-122"/>
              </a:rPr>
              <a:t>SP</a:t>
            </a:r>
            <a:r>
              <a:rPr lang="en-US" altLang="zh-CN" sz="2000" b="0" baseline="-25000">
                <a:latin typeface="黑体" panose="02010609060101010101" pitchFamily="49" charset="-122"/>
              </a:rPr>
              <a:t>i</a:t>
            </a:r>
            <a:r>
              <a:rPr lang="zh-CN" altLang="en-US" sz="2000" b="0">
                <a:latin typeface="黑体" panose="02010609060101010101" pitchFamily="49" charset="-122"/>
              </a:rPr>
              <a:t>和输出进程</a:t>
            </a:r>
            <a:r>
              <a:rPr lang="en-US" altLang="zh-CN" sz="2000" b="0">
                <a:latin typeface="黑体" panose="02010609060101010101" pitchFamily="49" charset="-122"/>
              </a:rPr>
              <a:t>SP</a:t>
            </a:r>
            <a:r>
              <a:rPr lang="en-US" altLang="zh-CN" sz="2000" b="0" baseline="-25000">
                <a:latin typeface="黑体" panose="02010609060101010101" pitchFamily="49" charset="-122"/>
              </a:rPr>
              <a:t>o</a:t>
            </a:r>
          </a:p>
          <a:p>
            <a:pPr lvl="2">
              <a:buClr>
                <a:srgbClr val="33CCFF"/>
              </a:buClr>
              <a:buFont typeface="Wingdings" panose="05000000000000000000" pitchFamily="2" charset="2"/>
              <a:buChar char="ü"/>
            </a:pPr>
            <a:r>
              <a:rPr lang="zh-CN" altLang="en-US" b="0">
                <a:latin typeface="黑体" panose="02010609060101010101" pitchFamily="49" charset="-122"/>
              </a:rPr>
              <a:t>模拟脱机</a:t>
            </a:r>
            <a:r>
              <a:rPr lang="en-US" altLang="zh-CN" b="0">
                <a:latin typeface="黑体" panose="02010609060101010101" pitchFamily="49" charset="-122"/>
              </a:rPr>
              <a:t>I/O</a:t>
            </a:r>
            <a:r>
              <a:rPr lang="zh-CN" altLang="en-US" b="0">
                <a:latin typeface="黑体" panose="02010609060101010101" pitchFamily="49" charset="-122"/>
              </a:rPr>
              <a:t>时的外围控制机</a:t>
            </a:r>
          </a:p>
        </p:txBody>
      </p:sp>
      <p:graphicFrame>
        <p:nvGraphicFramePr>
          <p:cNvPr id="62466" name="Object 4"/>
          <p:cNvGraphicFramePr>
            <a:graphicFrameLocks noChangeAspect="1"/>
          </p:cNvGraphicFramePr>
          <p:nvPr/>
        </p:nvGraphicFramePr>
        <p:xfrm>
          <a:off x="827088" y="4268788"/>
          <a:ext cx="6516687" cy="2400300"/>
        </p:xfrm>
        <a:graphic>
          <a:graphicData uri="http://schemas.openxmlformats.org/presentationml/2006/ole">
            <mc:AlternateContent xmlns:mc="http://schemas.openxmlformats.org/markup-compatibility/2006">
              <mc:Choice xmlns:v="urn:schemas-microsoft-com:vml" Requires="v">
                <p:oleObj spid="_x0000_s11277" r:id="rId3" imgW="3691255" imgH="1365885" progId="Visio.Drawing.11">
                  <p:embed/>
                </p:oleObj>
              </mc:Choice>
              <mc:Fallback>
                <p:oleObj r:id="rId3" imgW="3691255" imgH="1365885" progId="Visio.Drawing.11">
                  <p:embed/>
                  <p:pic>
                    <p:nvPicPr>
                      <p:cNvPr id="0" name="图片 3081"/>
                      <p:cNvPicPr/>
                      <p:nvPr/>
                    </p:nvPicPr>
                    <p:blipFill>
                      <a:blip r:embed="rId4"/>
                      <a:stretch>
                        <a:fillRect/>
                      </a:stretch>
                    </p:blipFill>
                    <p:spPr>
                      <a:xfrm>
                        <a:off x="827088" y="4268788"/>
                        <a:ext cx="6516687" cy="2400300"/>
                      </a:xfrm>
                      <a:prstGeom prst="rect">
                        <a:avLst/>
                      </a:prstGeom>
                      <a:noFill/>
                      <a:ln w="38100">
                        <a:noFill/>
                        <a:miter/>
                      </a:ln>
                    </p:spPr>
                  </p:pic>
                </p:oleObj>
              </mc:Fallback>
            </mc:AlternateContent>
          </a:graphicData>
        </a:graphic>
      </p:graphicFrame>
      <p:sp>
        <p:nvSpPr>
          <p:cNvPr id="62467" name="Rectangle 2"/>
          <p:cNvSpPr>
            <a:spLocks noGrp="1"/>
          </p:cNvSpPr>
          <p:nvPr>
            <p:ph type="title"/>
          </p:nvPr>
        </p:nvSpPr>
        <p:spPr/>
        <p:txBody>
          <a:bodyPr vert="horz" wrap="square" lIns="91440" tIns="45720" rIns="91440" bIns="45720" anchor="b" anchorCtr="0"/>
          <a:lstStyle/>
          <a:p>
            <a:pPr eaLnBrk="1" hangingPunct="1"/>
            <a:r>
              <a:rPr lang="en-US" altLang="zh-CN"/>
              <a:t>7.5</a:t>
            </a:r>
            <a:r>
              <a:rPr lang="zh-CN" altLang="en-US"/>
              <a:t> </a:t>
            </a:r>
            <a:r>
              <a:rPr lang="en-US" altLang="zh-CN"/>
              <a:t>I/O</a:t>
            </a:r>
            <a:r>
              <a:rPr lang="zh-CN" altLang="en-US"/>
              <a:t>软件的组成</a:t>
            </a:r>
          </a:p>
        </p:txBody>
      </p:sp>
    </p:spTree>
  </p:cSld>
  <p:clrMapOvr>
    <a:masterClrMapping/>
  </p:clrMapOvr>
  <p:transition spd="slow"/>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89" name="灯片编号占位符 3"/>
          <p:cNvSpPr txBox="1">
            <a:spLocks noGrp="1"/>
          </p:cNvSpPr>
          <p:nvPr>
            <p:ph type="sldNum" sz="quarter" idx="12"/>
          </p:nvPr>
        </p:nvSpPr>
        <p:spPr>
          <a:xfrm>
            <a:off x="431800" y="6229350"/>
            <a:ext cx="2311400" cy="457200"/>
          </a:xfrm>
        </p:spPr>
        <p:txBody>
          <a:bodyPr anchor="b" anchorCtr="0"/>
          <a:lstStyle/>
          <a:p>
            <a:pPr marL="0" indent="0">
              <a:spcBef>
                <a:spcPct val="50000"/>
              </a:spcBef>
              <a:buClrTx/>
              <a:buFontTx/>
              <a:buNone/>
            </a:pPr>
            <a:r>
              <a:rPr lang="zh-CN" altLang="en-US" sz="1200" b="0">
                <a:solidFill>
                  <a:srgbClr val="3366CC"/>
                </a:solidFill>
                <a:ea typeface="宋体" panose="02010600030101010101" pitchFamily="2" charset="-122"/>
              </a:rPr>
              <a:t>第</a:t>
            </a:r>
            <a:fld id="{9A0DB2DC-4C9A-4742-B13C-FB6460FD3503}" type="slidenum">
              <a:rPr lang="zh-TW" altLang="en-US" sz="1200" b="0">
                <a:solidFill>
                  <a:srgbClr val="3366CC"/>
                </a:solidFill>
                <a:ea typeface="PMingLiU" pitchFamily="18" charset="-120"/>
              </a:rPr>
              <a:t>47</a:t>
            </a:fld>
            <a:r>
              <a:rPr lang="zh-CN" altLang="en-US" sz="1200" b="0">
                <a:solidFill>
                  <a:srgbClr val="3366CC"/>
                </a:solidFill>
                <a:ea typeface="宋体" panose="02010600030101010101" pitchFamily="2" charset="-122"/>
              </a:rPr>
              <a:t>页</a:t>
            </a:r>
            <a:endParaRPr lang="zh-TW" altLang="en-US" sz="1200" b="0">
              <a:solidFill>
                <a:srgbClr val="3366CC"/>
              </a:solidFill>
              <a:ea typeface="宋体" panose="02010600030101010101" pitchFamily="2" charset="-122"/>
            </a:endParaRPr>
          </a:p>
        </p:txBody>
      </p:sp>
      <p:sp>
        <p:nvSpPr>
          <p:cNvPr id="63490" name="Rectangle 2"/>
          <p:cNvSpPr>
            <a:spLocks noGrp="1"/>
          </p:cNvSpPr>
          <p:nvPr>
            <p:ph type="title"/>
          </p:nvPr>
        </p:nvSpPr>
        <p:spPr/>
        <p:txBody>
          <a:bodyPr vert="horz" wrap="square" lIns="91440" tIns="45720" rIns="91440" bIns="45720" anchor="b" anchorCtr="0"/>
          <a:lstStyle/>
          <a:p>
            <a:pPr eaLnBrk="1" hangingPunct="1"/>
            <a:r>
              <a:rPr lang="en-US" altLang="zh-CN"/>
              <a:t>7.5</a:t>
            </a:r>
            <a:r>
              <a:rPr lang="zh-CN" altLang="en-US"/>
              <a:t> </a:t>
            </a:r>
            <a:r>
              <a:rPr lang="en-US" altLang="zh-CN"/>
              <a:t>I/O</a:t>
            </a:r>
            <a:r>
              <a:rPr lang="zh-CN" altLang="en-US"/>
              <a:t>软件的组成</a:t>
            </a:r>
          </a:p>
        </p:txBody>
      </p:sp>
      <p:sp>
        <p:nvSpPr>
          <p:cNvPr id="67587" name="矩形 1"/>
          <p:cNvSpPr>
            <a:spLocks noChangeArrowheads="1"/>
          </p:cNvSpPr>
          <p:nvPr/>
        </p:nvSpPr>
        <p:spPr bwMode="auto">
          <a:xfrm>
            <a:off x="188913" y="1295400"/>
            <a:ext cx="8639175" cy="532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0" lvl="0" indent="0">
              <a:lnSpc>
                <a:spcPct val="120000"/>
              </a:lnSpc>
              <a:spcBef>
                <a:spcPct val="0"/>
              </a:spcBef>
              <a:buClrTx/>
              <a:buFontTx/>
              <a:buNone/>
            </a:pPr>
            <a:r>
              <a:rPr lang="en-US" altLang="zh-CN" sz="2000" b="0">
                <a:latin typeface="黑体" panose="02010609060101010101" pitchFamily="49" charset="-122"/>
              </a:rPr>
              <a:t>3.</a:t>
            </a:r>
            <a:r>
              <a:rPr lang="zh-CN" altLang="en-US" sz="2000" b="0">
                <a:latin typeface="黑体" panose="02010609060101010101" pitchFamily="49" charset="-122"/>
              </a:rPr>
              <a:t>共享打印机</a:t>
            </a:r>
          </a:p>
          <a:p>
            <a:pPr marL="457200" lvl="1" indent="0">
              <a:lnSpc>
                <a:spcPct val="120000"/>
              </a:lnSpc>
              <a:spcBef>
                <a:spcPct val="0"/>
              </a:spcBef>
              <a:buClr>
                <a:srgbClr val="33CCFF"/>
              </a:buClr>
              <a:buFont typeface="Wingdings" panose="05000000000000000000" pitchFamily="2" charset="2"/>
              <a:buChar char="Ø"/>
            </a:pPr>
            <a:r>
              <a:rPr lang="zh-CN" altLang="en-US" sz="2000" b="0">
                <a:latin typeface="黑体" panose="02010609060101010101" pitchFamily="49" charset="-122"/>
              </a:rPr>
              <a:t>用户请求打印时</a:t>
            </a:r>
            <a:r>
              <a:rPr lang="en-US" altLang="zh-CN" sz="2000" b="0">
                <a:latin typeface="黑体" panose="02010609060101010101" pitchFamily="49" charset="-122"/>
              </a:rPr>
              <a:t>,SPOOLing</a:t>
            </a:r>
            <a:r>
              <a:rPr lang="zh-CN" altLang="en-US" sz="2000" b="0">
                <a:latin typeface="黑体" panose="02010609060101010101" pitchFamily="49" charset="-122"/>
              </a:rPr>
              <a:t>系统处理如下：</a:t>
            </a:r>
          </a:p>
          <a:p>
            <a:pPr marL="914400" lvl="2" indent="0">
              <a:lnSpc>
                <a:spcPct val="120000"/>
              </a:lnSpc>
              <a:spcBef>
                <a:spcPct val="0"/>
              </a:spcBef>
              <a:buClr>
                <a:srgbClr val="33CCFF"/>
              </a:buClr>
              <a:buFont typeface="Wingdings" panose="05000000000000000000" pitchFamily="2" charset="2"/>
              <a:buChar char="ü"/>
            </a:pPr>
            <a:r>
              <a:rPr lang="zh-CN" altLang="en-US" b="0">
                <a:latin typeface="黑体" panose="02010609060101010101" pitchFamily="49" charset="-122"/>
              </a:rPr>
              <a:t>由输出进程在输出井中为之申请一个空闲磁盘块区</a:t>
            </a:r>
            <a:r>
              <a:rPr lang="en-US" altLang="zh-CN" b="0">
                <a:latin typeface="黑体" panose="02010609060101010101" pitchFamily="49" charset="-122"/>
              </a:rPr>
              <a:t>, </a:t>
            </a:r>
            <a:r>
              <a:rPr lang="zh-CN" altLang="en-US" b="0">
                <a:latin typeface="黑体" panose="02010609060101010101" pitchFamily="49" charset="-122"/>
              </a:rPr>
              <a:t>并将要打印的数据送入其中</a:t>
            </a:r>
          </a:p>
          <a:p>
            <a:pPr marL="914400" lvl="2" indent="0">
              <a:lnSpc>
                <a:spcPct val="120000"/>
              </a:lnSpc>
              <a:spcBef>
                <a:spcPct val="0"/>
              </a:spcBef>
              <a:buClr>
                <a:srgbClr val="33CCFF"/>
              </a:buClr>
              <a:buFont typeface="Wingdings" panose="05000000000000000000" pitchFamily="2" charset="2"/>
              <a:buChar char="ü"/>
            </a:pPr>
            <a:r>
              <a:rPr lang="zh-CN" altLang="en-US" b="0">
                <a:latin typeface="黑体" panose="02010609060101010101" pitchFamily="49" charset="-122"/>
              </a:rPr>
              <a:t>输出进程再为用户进程申请一张空白的用户请求打印表</a:t>
            </a:r>
            <a:r>
              <a:rPr lang="en-US" altLang="zh-CN" b="0">
                <a:latin typeface="黑体" panose="02010609060101010101" pitchFamily="49" charset="-122"/>
              </a:rPr>
              <a:t>,</a:t>
            </a:r>
            <a:r>
              <a:rPr lang="zh-CN" altLang="en-US" b="0">
                <a:latin typeface="黑体" panose="02010609060101010101" pitchFamily="49" charset="-122"/>
              </a:rPr>
              <a:t>并将用户的打印要求填入其中</a:t>
            </a:r>
            <a:r>
              <a:rPr lang="en-US" altLang="zh-CN" b="0">
                <a:latin typeface="黑体" panose="02010609060101010101" pitchFamily="49" charset="-122"/>
              </a:rPr>
              <a:t>, </a:t>
            </a:r>
            <a:r>
              <a:rPr lang="zh-CN" altLang="en-US" b="0">
                <a:latin typeface="黑体" panose="02010609060101010101" pitchFamily="49" charset="-122"/>
              </a:rPr>
              <a:t>再将该表挂到请求打印队列上</a:t>
            </a:r>
            <a:endParaRPr lang="en-US" altLang="zh-CN" b="0">
              <a:latin typeface="黑体" panose="02010609060101010101" pitchFamily="49" charset="-122"/>
            </a:endParaRPr>
          </a:p>
          <a:p>
            <a:pPr marL="914400" lvl="2" indent="0">
              <a:lnSpc>
                <a:spcPct val="120000"/>
              </a:lnSpc>
              <a:spcBef>
                <a:spcPct val="0"/>
              </a:spcBef>
              <a:buClr>
                <a:srgbClr val="33CCFF"/>
              </a:buClr>
              <a:buFont typeface="Wingdings" panose="05000000000000000000" pitchFamily="2" charset="2"/>
              <a:buChar char="ü"/>
            </a:pPr>
            <a:r>
              <a:rPr lang="zh-CN" altLang="en-US" b="0">
                <a:latin typeface="黑体" panose="02010609060101010101" pitchFamily="49" charset="-122"/>
              </a:rPr>
              <a:t>当打印机空闲时，输出进程将从</a:t>
            </a:r>
            <a:r>
              <a:rPr lang="zh-CN" altLang="en-US" b="0">
                <a:solidFill>
                  <a:schemeClr val="tx2"/>
                </a:solidFill>
                <a:latin typeface="黑体" panose="02010609060101010101" pitchFamily="49" charset="-122"/>
              </a:rPr>
              <a:t>请求打印队列</a:t>
            </a:r>
            <a:r>
              <a:rPr lang="zh-CN" altLang="en-US" b="0">
                <a:latin typeface="黑体" panose="02010609060101010101" pitchFamily="49" charset="-122"/>
              </a:rPr>
              <a:t>的队首取出一张请求打印表，再从</a:t>
            </a:r>
            <a:r>
              <a:rPr lang="zh-CN" altLang="en-US" b="0">
                <a:solidFill>
                  <a:schemeClr val="tx2"/>
                </a:solidFill>
                <a:latin typeface="黑体" panose="02010609060101010101" pitchFamily="49" charset="-122"/>
              </a:rPr>
              <a:t>输出井</a:t>
            </a:r>
            <a:r>
              <a:rPr lang="zh-CN" altLang="en-US" b="0">
                <a:latin typeface="黑体" panose="02010609060101010101" pitchFamily="49" charset="-122"/>
              </a:rPr>
              <a:t>把数据送到</a:t>
            </a:r>
            <a:r>
              <a:rPr lang="zh-CN" altLang="en-US" b="0">
                <a:solidFill>
                  <a:schemeClr val="tx2"/>
                </a:solidFill>
                <a:latin typeface="黑体" panose="02010609060101010101" pitchFamily="49" charset="-122"/>
              </a:rPr>
              <a:t>内存缓冲区</a:t>
            </a:r>
            <a:r>
              <a:rPr lang="zh-CN" altLang="en-US" b="0">
                <a:latin typeface="黑体" panose="02010609060101010101" pitchFamily="49" charset="-122"/>
              </a:rPr>
              <a:t>，启动打印机打印输出。打印完后，输出进程检查请求打印队列。</a:t>
            </a:r>
            <a:endParaRPr lang="en-US" altLang="zh-CN" b="0">
              <a:latin typeface="黑体" panose="02010609060101010101" pitchFamily="49" charset="-122"/>
            </a:endParaRPr>
          </a:p>
          <a:p>
            <a:pPr marL="0" lvl="0" indent="0" eaLnBrk="1" hangingPunct="1">
              <a:lnSpc>
                <a:spcPct val="125000"/>
              </a:lnSpc>
              <a:spcBef>
                <a:spcPct val="0"/>
              </a:spcBef>
              <a:buClrTx/>
              <a:buFontTx/>
              <a:buNone/>
            </a:pPr>
            <a:r>
              <a:rPr lang="en-US" altLang="zh-CN" sz="2000" b="0">
                <a:latin typeface="黑体" panose="02010609060101010101" pitchFamily="49" charset="-122"/>
              </a:rPr>
              <a:t>4. SPOOLing</a:t>
            </a:r>
            <a:r>
              <a:rPr lang="zh-CN" altLang="en-US" sz="2000" b="0">
                <a:latin typeface="黑体" panose="02010609060101010101" pitchFamily="49" charset="-122"/>
              </a:rPr>
              <a:t>系统的特点</a:t>
            </a:r>
            <a:r>
              <a:rPr lang="en-US" altLang="zh-CN" sz="2000" b="0">
                <a:latin typeface="黑体" panose="02010609060101010101" pitchFamily="49" charset="-122"/>
              </a:rPr>
              <a:t>:</a:t>
            </a:r>
          </a:p>
          <a:p>
            <a:pPr marL="457200" lvl="1" indent="0" eaLnBrk="1" hangingPunct="1">
              <a:lnSpc>
                <a:spcPct val="125000"/>
              </a:lnSpc>
              <a:spcBef>
                <a:spcPct val="0"/>
              </a:spcBef>
              <a:buClrTx/>
              <a:buFontTx/>
              <a:buNone/>
            </a:pPr>
            <a:r>
              <a:rPr lang="zh-CN" altLang="en-US" sz="2000" b="0">
                <a:latin typeface="黑体" panose="02010609060101010101" pitchFamily="49" charset="-122"/>
              </a:rPr>
              <a:t>提高了</a:t>
            </a:r>
            <a:r>
              <a:rPr lang="en-US" altLang="zh-CN" sz="2000" b="0">
                <a:latin typeface="黑体" panose="02010609060101010101" pitchFamily="49" charset="-122"/>
              </a:rPr>
              <a:t>I/O</a:t>
            </a:r>
            <a:r>
              <a:rPr lang="zh-CN" altLang="en-US" sz="2000" b="0">
                <a:latin typeface="黑体" panose="02010609060101010101" pitchFamily="49" charset="-122"/>
              </a:rPr>
              <a:t>的速度，缓和了</a:t>
            </a:r>
            <a:r>
              <a:rPr lang="en-US" altLang="zh-CN" sz="2000" b="0">
                <a:latin typeface="黑体" panose="02010609060101010101" pitchFamily="49" charset="-122"/>
              </a:rPr>
              <a:t>CPU</a:t>
            </a:r>
            <a:r>
              <a:rPr lang="zh-CN" altLang="en-US" sz="2000" b="0">
                <a:latin typeface="黑体" panose="02010609060101010101" pitchFamily="49" charset="-122"/>
              </a:rPr>
              <a:t>与低速</a:t>
            </a:r>
            <a:r>
              <a:rPr lang="en-US" altLang="zh-CN" sz="2000" b="0">
                <a:latin typeface="黑体" panose="02010609060101010101" pitchFamily="49" charset="-122"/>
              </a:rPr>
              <a:t>I/O</a:t>
            </a:r>
            <a:r>
              <a:rPr lang="zh-CN" altLang="en-US" sz="2000" b="0">
                <a:latin typeface="黑体" panose="02010609060101010101" pitchFamily="49" charset="-122"/>
              </a:rPr>
              <a:t>设备速度不匹配的矛盾。</a:t>
            </a:r>
          </a:p>
          <a:p>
            <a:pPr marL="457200" lvl="1" indent="0" eaLnBrk="1" hangingPunct="1">
              <a:lnSpc>
                <a:spcPct val="125000"/>
              </a:lnSpc>
              <a:spcBef>
                <a:spcPct val="0"/>
              </a:spcBef>
              <a:buClrTx/>
              <a:buFontTx/>
              <a:buNone/>
            </a:pPr>
            <a:r>
              <a:rPr lang="zh-CN" altLang="en-US" sz="2000" b="0">
                <a:latin typeface="黑体" panose="02010609060101010101" pitchFamily="49" charset="-122"/>
              </a:rPr>
              <a:t>利用高速共享设备，将独占设备改造为共享设备。</a:t>
            </a:r>
          </a:p>
          <a:p>
            <a:pPr marL="457200" lvl="1" indent="0" eaLnBrk="1" hangingPunct="1">
              <a:lnSpc>
                <a:spcPct val="125000"/>
              </a:lnSpc>
              <a:spcBef>
                <a:spcPct val="0"/>
              </a:spcBef>
              <a:buClrTx/>
              <a:buFontTx/>
              <a:buNone/>
            </a:pPr>
            <a:r>
              <a:rPr lang="zh-CN" altLang="en-US" sz="2000" b="0">
                <a:latin typeface="黑体" panose="02010609060101010101" pitchFamily="49" charset="-122"/>
              </a:rPr>
              <a:t>实现了虚拟设备功能：用户都感到独占了一台设备。</a:t>
            </a:r>
          </a:p>
          <a:p>
            <a:pPr marL="914400" lvl="2" indent="0">
              <a:lnSpc>
                <a:spcPct val="120000"/>
              </a:lnSpc>
              <a:spcBef>
                <a:spcPct val="0"/>
              </a:spcBef>
              <a:buClr>
                <a:srgbClr val="33CCFF"/>
              </a:buClr>
              <a:buFont typeface="Wingdings" panose="05000000000000000000" pitchFamily="2" charset="2"/>
              <a:buChar char="ü"/>
            </a:pPr>
            <a:endParaRPr lang="zh-CN" altLang="en-US" b="0">
              <a:latin typeface="黑体" panose="02010609060101010101" pitchFamily="49" charset="-122"/>
            </a:endParaRP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3" name="灯片编号占位符 3"/>
          <p:cNvSpPr txBox="1">
            <a:spLocks noGrp="1"/>
          </p:cNvSpPr>
          <p:nvPr>
            <p:ph type="sldNum" sz="quarter" idx="12"/>
          </p:nvPr>
        </p:nvSpPr>
        <p:spPr>
          <a:xfrm>
            <a:off x="431800" y="6229350"/>
            <a:ext cx="2311400" cy="457200"/>
          </a:xfrm>
        </p:spPr>
        <p:txBody>
          <a:bodyPr anchor="b" anchorCtr="0"/>
          <a:lstStyle/>
          <a:p>
            <a:pPr marL="0" indent="0">
              <a:spcBef>
                <a:spcPct val="50000"/>
              </a:spcBef>
              <a:buClrTx/>
              <a:buFontTx/>
              <a:buNone/>
            </a:pPr>
            <a:r>
              <a:rPr lang="zh-CN" altLang="en-US" sz="1200" b="0">
                <a:solidFill>
                  <a:srgbClr val="3366CC"/>
                </a:solidFill>
                <a:ea typeface="宋体" panose="02010600030101010101" pitchFamily="2" charset="-122"/>
              </a:rPr>
              <a:t>第</a:t>
            </a:r>
            <a:fld id="{9A0DB2DC-4C9A-4742-B13C-FB6460FD3503}" type="slidenum">
              <a:rPr lang="zh-TW" altLang="en-US" sz="1200" b="0">
                <a:solidFill>
                  <a:srgbClr val="3366CC"/>
                </a:solidFill>
                <a:ea typeface="PMingLiU" pitchFamily="18" charset="-120"/>
              </a:rPr>
              <a:t>48</a:t>
            </a:fld>
            <a:r>
              <a:rPr lang="zh-CN" altLang="en-US" sz="1200" b="0">
                <a:solidFill>
                  <a:srgbClr val="3366CC"/>
                </a:solidFill>
                <a:ea typeface="宋体" panose="02010600030101010101" pitchFamily="2" charset="-122"/>
              </a:rPr>
              <a:t>页</a:t>
            </a:r>
            <a:endParaRPr lang="zh-TW" altLang="en-US" sz="1200" b="0">
              <a:solidFill>
                <a:srgbClr val="3366CC"/>
              </a:solidFill>
              <a:ea typeface="宋体" panose="02010600030101010101" pitchFamily="2" charset="-122"/>
            </a:endParaRPr>
          </a:p>
        </p:txBody>
      </p:sp>
      <p:sp>
        <p:nvSpPr>
          <p:cNvPr id="64514" name="Rectangle 2"/>
          <p:cNvSpPr>
            <a:spLocks noGrp="1"/>
          </p:cNvSpPr>
          <p:nvPr>
            <p:ph type="title"/>
          </p:nvPr>
        </p:nvSpPr>
        <p:spPr/>
        <p:txBody>
          <a:bodyPr vert="horz" wrap="square" lIns="91440" tIns="45720" rIns="91440" bIns="45720" anchor="b" anchorCtr="0"/>
          <a:lstStyle/>
          <a:p>
            <a:pPr eaLnBrk="1" hangingPunct="1"/>
            <a:r>
              <a:rPr lang="en-US" altLang="zh-CN"/>
              <a:t>7.5 I/O</a:t>
            </a:r>
            <a:r>
              <a:rPr lang="zh-CN" altLang="en-US"/>
              <a:t>软件的组成</a:t>
            </a:r>
          </a:p>
        </p:txBody>
      </p:sp>
      <p:sp>
        <p:nvSpPr>
          <p:cNvPr id="64515" name="object 3"/>
          <p:cNvSpPr/>
          <p:nvPr/>
        </p:nvSpPr>
        <p:spPr>
          <a:xfrm>
            <a:off x="511175" y="1501775"/>
            <a:ext cx="14288" cy="0"/>
          </a:xfrm>
          <a:custGeom>
            <a:avLst/>
            <a:gdLst/>
            <a:ahLst/>
            <a:cxnLst>
              <a:cxn ang="0">
                <a:pos x="0" y="0"/>
              </a:cxn>
              <a:cxn ang="0">
                <a:pos x="5887" y="0"/>
              </a:cxn>
            </a:cxnLst>
            <a:rect l="0" t="0" r="0" b="0"/>
            <a:pathLst>
              <a:path w="14605">
                <a:moveTo>
                  <a:pt x="0" y="0"/>
                </a:moveTo>
                <a:lnTo>
                  <a:pt x="14477" y="0"/>
                </a:lnTo>
              </a:path>
            </a:pathLst>
          </a:custGeom>
          <a:noFill/>
          <a:ln w="14477" cap="flat" cmpd="sng">
            <a:solidFill>
              <a:srgbClr val="000000">
                <a:alpha val="100000"/>
              </a:srgbClr>
            </a:solidFill>
            <a:prstDash val="solid"/>
            <a:round/>
            <a:headEnd type="none" w="med" len="med"/>
            <a:tailEnd type="none" w="med" len="med"/>
          </a:ln>
        </p:spPr>
        <p:txBody>
          <a:bodyPr/>
          <a:lstStyle/>
          <a:p>
            <a:endParaRPr lang="zh-CN" altLang="en-US"/>
          </a:p>
        </p:txBody>
      </p:sp>
      <p:sp>
        <p:nvSpPr>
          <p:cNvPr id="64518" name="object 6"/>
          <p:cNvSpPr txBox="1">
            <a:spLocks noChangeArrowheads="1"/>
          </p:cNvSpPr>
          <p:nvPr/>
        </p:nvSpPr>
        <p:spPr bwMode="auto">
          <a:xfrm>
            <a:off x="395288" y="1412875"/>
            <a:ext cx="5832475"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12700" lvl="0" indent="0">
              <a:spcBef>
                <a:spcPct val="0"/>
              </a:spcBef>
              <a:buClrTx/>
              <a:buFontTx/>
              <a:buNone/>
            </a:pPr>
            <a:r>
              <a:rPr lang="zh-CN" altLang="zh-CN" sz="2400" b="0">
                <a:latin typeface="黑体" panose="02010609060101010101" pitchFamily="49" charset="-122"/>
              </a:rPr>
              <a:t>I/O系统的层次结构与每层的主要功能</a:t>
            </a:r>
          </a:p>
        </p:txBody>
      </p:sp>
      <p:sp>
        <p:nvSpPr>
          <p:cNvPr id="64517" name="object 7"/>
          <p:cNvSpPr/>
          <p:nvPr/>
        </p:nvSpPr>
        <p:spPr>
          <a:xfrm>
            <a:off x="488950" y="2274888"/>
            <a:ext cx="8208963" cy="3673475"/>
          </a:xfrm>
          <a:prstGeom prst="rect">
            <a:avLst/>
          </a:prstGeom>
          <a:blipFill rotWithShape="1">
            <a:blip r:embed="rId2"/>
            <a:stretch>
              <a:fillRect/>
            </a:stretch>
          </a:blipFill>
          <a:ln w="9525">
            <a:noFill/>
          </a:ln>
        </p:spPr>
        <p:txBody>
          <a:bodyPr lIns="0" tIns="0" rIns="0" bIns="0"/>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0" lvl="0" indent="0">
              <a:spcBef>
                <a:spcPct val="0"/>
              </a:spcBef>
              <a:buClrTx/>
              <a:buFontTx/>
              <a:buNone/>
            </a:pPr>
            <a:endParaRPr lang="zh-CN" altLang="zh-CN" sz="2400" b="0">
              <a:ea typeface="宋体" panose="02010600030101010101" pitchFamily="2" charset="-122"/>
            </a:endParaRPr>
          </a:p>
        </p:txBody>
      </p:sp>
      <p:sp>
        <p:nvSpPr>
          <p:cNvPr id="2" name="object 8"/>
          <p:cNvSpPr/>
          <p:nvPr/>
        </p:nvSpPr>
        <p:spPr>
          <a:xfrm>
            <a:off x="1368425" y="2709863"/>
            <a:ext cx="690563" cy="2957512"/>
          </a:xfrm>
          <a:custGeom>
            <a:avLst/>
            <a:gdLst/>
            <a:ahLst/>
            <a:cxnLst>
              <a:cxn ang="0">
                <a:pos x="41883" y="37608"/>
              </a:cxn>
              <a:cxn ang="0">
                <a:pos x="80016" y="47391"/>
              </a:cxn>
              <a:cxn ang="0">
                <a:pos x="121890" y="74453"/>
              </a:cxn>
              <a:cxn ang="0">
                <a:pos x="146570" y="105286"/>
              </a:cxn>
              <a:cxn ang="0">
                <a:pos x="267710" y="170705"/>
              </a:cxn>
              <a:cxn ang="0">
                <a:pos x="247518" y="172202"/>
              </a:cxn>
              <a:cxn ang="0">
                <a:pos x="335013" y="218079"/>
              </a:cxn>
              <a:cxn ang="0">
                <a:pos x="312577" y="217328"/>
              </a:cxn>
              <a:cxn ang="0">
                <a:pos x="409043" y="274478"/>
              </a:cxn>
              <a:cxn ang="0">
                <a:pos x="369409" y="243646"/>
              </a:cxn>
              <a:cxn ang="0">
                <a:pos x="400069" y="282753"/>
              </a:cxn>
              <a:cxn ang="0">
                <a:pos x="470361" y="325617"/>
              </a:cxn>
              <a:cxn ang="0">
                <a:pos x="438954" y="314336"/>
              </a:cxn>
              <a:cxn ang="0">
                <a:pos x="476345" y="330877"/>
              </a:cxn>
              <a:cxn ang="0">
                <a:pos x="521962" y="374495"/>
              </a:cxn>
              <a:cxn ang="0">
                <a:pos x="504014" y="375251"/>
              </a:cxn>
              <a:cxn ang="0">
                <a:pos x="601976" y="454208"/>
              </a:cxn>
              <a:cxn ang="0">
                <a:pos x="572063" y="421122"/>
              </a:cxn>
              <a:cxn ang="0">
                <a:pos x="579530" y="446094"/>
              </a:cxn>
              <a:cxn ang="0">
                <a:pos x="601976" y="454208"/>
              </a:cxn>
              <a:cxn ang="0">
                <a:pos x="626651" y="513614"/>
              </a:cxn>
              <a:cxn ang="0">
                <a:pos x="607958" y="493312"/>
              </a:cxn>
              <a:cxn ang="0">
                <a:pos x="616931" y="526400"/>
              </a:cxn>
              <a:cxn ang="0">
                <a:pos x="644600" y="626418"/>
              </a:cxn>
              <a:cxn ang="0">
                <a:pos x="637869" y="576031"/>
              </a:cxn>
              <a:cxn ang="0">
                <a:pos x="630603" y="613399"/>
              </a:cxn>
              <a:cxn ang="0">
                <a:pos x="652077" y="713649"/>
              </a:cxn>
              <a:cxn ang="0">
                <a:pos x="648338" y="663266"/>
              </a:cxn>
              <a:cxn ang="0">
                <a:pos x="639364" y="714401"/>
              </a:cxn>
              <a:cxn ang="0">
                <a:pos x="654320" y="757265"/>
              </a:cxn>
              <a:cxn ang="0">
                <a:pos x="643105" y="801634"/>
              </a:cxn>
              <a:cxn ang="0">
                <a:pos x="643851" y="839231"/>
              </a:cxn>
              <a:cxn ang="0">
                <a:pos x="656564" y="977601"/>
              </a:cxn>
              <a:cxn ang="0">
                <a:pos x="643851" y="976849"/>
              </a:cxn>
              <a:cxn ang="0">
                <a:pos x="643851" y="1014449"/>
              </a:cxn>
              <a:cxn ang="0">
                <a:pos x="642357" y="1102434"/>
              </a:cxn>
              <a:cxn ang="0">
                <a:pos x="654320" y="1146049"/>
              </a:cxn>
              <a:cxn ang="0">
                <a:pos x="640862" y="1190417"/>
              </a:cxn>
              <a:cxn ang="0">
                <a:pos x="651330" y="1283664"/>
              </a:cxn>
              <a:cxn ang="0">
                <a:pos x="637870" y="1328034"/>
              </a:cxn>
              <a:cxn ang="0">
                <a:pos x="637122" y="1365635"/>
              </a:cxn>
              <a:cxn ang="0">
                <a:pos x="648339" y="1453618"/>
              </a:cxn>
              <a:cxn ang="0">
                <a:pos x="647590" y="1504001"/>
              </a:cxn>
              <a:cxn ang="0">
                <a:pos x="646845" y="1541601"/>
              </a:cxn>
              <a:cxn ang="0">
                <a:pos x="646845" y="1628834"/>
              </a:cxn>
              <a:cxn ang="0">
                <a:pos x="646095" y="1639362"/>
              </a:cxn>
              <a:cxn ang="0">
                <a:pos x="634132" y="1716817"/>
              </a:cxn>
              <a:cxn ang="0">
                <a:pos x="646095" y="1804049"/>
              </a:cxn>
              <a:cxn ang="0">
                <a:pos x="646095" y="1942416"/>
              </a:cxn>
              <a:cxn ang="0">
                <a:pos x="646095" y="1942416"/>
              </a:cxn>
              <a:cxn ang="0">
                <a:pos x="634132" y="2029651"/>
              </a:cxn>
              <a:cxn ang="0">
                <a:pos x="634132" y="2067250"/>
              </a:cxn>
              <a:cxn ang="0">
                <a:pos x="646095" y="2155235"/>
              </a:cxn>
              <a:cxn ang="0">
                <a:pos x="646095" y="2292851"/>
              </a:cxn>
              <a:cxn ang="0">
                <a:pos x="646095" y="2292851"/>
              </a:cxn>
              <a:cxn ang="0">
                <a:pos x="634132" y="2380835"/>
              </a:cxn>
              <a:cxn ang="0">
                <a:pos x="634132" y="2418433"/>
              </a:cxn>
              <a:cxn ang="0">
                <a:pos x="646095" y="2506418"/>
              </a:cxn>
              <a:cxn ang="0">
                <a:pos x="646095" y="2644035"/>
              </a:cxn>
              <a:cxn ang="0">
                <a:pos x="646095" y="2644035"/>
              </a:cxn>
              <a:cxn ang="0">
                <a:pos x="634132" y="2732020"/>
              </a:cxn>
              <a:cxn ang="0">
                <a:pos x="634132" y="2769619"/>
              </a:cxn>
              <a:cxn ang="0">
                <a:pos x="602723" y="2844067"/>
              </a:cxn>
            </a:cxnLst>
            <a:rect l="0" t="0" r="0" b="0"/>
            <a:pathLst>
              <a:path w="690880" h="2958465">
                <a:moveTo>
                  <a:pt x="49529" y="27432"/>
                </a:moveTo>
                <a:lnTo>
                  <a:pt x="6857" y="0"/>
                </a:lnTo>
                <a:lnTo>
                  <a:pt x="0" y="10668"/>
                </a:lnTo>
                <a:lnTo>
                  <a:pt x="42671" y="38100"/>
                </a:lnTo>
                <a:lnTo>
                  <a:pt x="49529" y="27432"/>
                </a:lnTo>
                <a:close/>
              </a:path>
              <a:path w="690880" h="2958465">
                <a:moveTo>
                  <a:pt x="124205" y="75437"/>
                </a:moveTo>
                <a:lnTo>
                  <a:pt x="117347" y="70865"/>
                </a:lnTo>
                <a:lnTo>
                  <a:pt x="81533" y="48006"/>
                </a:lnTo>
                <a:lnTo>
                  <a:pt x="74675" y="58674"/>
                </a:lnTo>
                <a:lnTo>
                  <a:pt x="110489" y="81533"/>
                </a:lnTo>
                <a:lnTo>
                  <a:pt x="117347" y="86105"/>
                </a:lnTo>
                <a:lnTo>
                  <a:pt x="124205" y="75437"/>
                </a:lnTo>
                <a:close/>
              </a:path>
              <a:path w="690880" h="2958465">
                <a:moveTo>
                  <a:pt x="198881" y="123443"/>
                </a:moveTo>
                <a:lnTo>
                  <a:pt x="189737" y="117348"/>
                </a:lnTo>
                <a:lnTo>
                  <a:pt x="156209" y="96012"/>
                </a:lnTo>
                <a:lnTo>
                  <a:pt x="149351" y="106680"/>
                </a:lnTo>
                <a:lnTo>
                  <a:pt x="182879" y="128016"/>
                </a:lnTo>
                <a:lnTo>
                  <a:pt x="192023" y="134111"/>
                </a:lnTo>
                <a:lnTo>
                  <a:pt x="198881" y="123443"/>
                </a:lnTo>
                <a:close/>
              </a:path>
              <a:path w="690880" h="2958465">
                <a:moveTo>
                  <a:pt x="272795" y="172973"/>
                </a:moveTo>
                <a:lnTo>
                  <a:pt x="259841" y="163829"/>
                </a:lnTo>
                <a:lnTo>
                  <a:pt x="230885" y="144779"/>
                </a:lnTo>
                <a:lnTo>
                  <a:pt x="224027" y="155447"/>
                </a:lnTo>
                <a:lnTo>
                  <a:pt x="252221" y="174497"/>
                </a:lnTo>
                <a:lnTo>
                  <a:pt x="265937" y="183642"/>
                </a:lnTo>
                <a:lnTo>
                  <a:pt x="272795" y="172973"/>
                </a:lnTo>
                <a:close/>
              </a:path>
              <a:path w="690880" h="2958465">
                <a:moveTo>
                  <a:pt x="345947" y="224028"/>
                </a:moveTo>
                <a:lnTo>
                  <a:pt x="341375" y="220979"/>
                </a:lnTo>
                <a:lnTo>
                  <a:pt x="309371" y="198119"/>
                </a:lnTo>
                <a:lnTo>
                  <a:pt x="304037" y="195071"/>
                </a:lnTo>
                <a:lnTo>
                  <a:pt x="297179" y="204978"/>
                </a:lnTo>
                <a:lnTo>
                  <a:pt x="318515" y="220218"/>
                </a:lnTo>
                <a:lnTo>
                  <a:pt x="333755" y="231647"/>
                </a:lnTo>
                <a:lnTo>
                  <a:pt x="338327" y="234696"/>
                </a:lnTo>
                <a:lnTo>
                  <a:pt x="345947" y="224028"/>
                </a:lnTo>
                <a:close/>
              </a:path>
              <a:path w="690880" h="2958465">
                <a:moveTo>
                  <a:pt x="416813" y="278129"/>
                </a:moveTo>
                <a:lnTo>
                  <a:pt x="415289" y="276605"/>
                </a:lnTo>
                <a:lnTo>
                  <a:pt x="401573" y="265938"/>
                </a:lnTo>
                <a:lnTo>
                  <a:pt x="387095" y="254507"/>
                </a:lnTo>
                <a:lnTo>
                  <a:pt x="376427" y="246887"/>
                </a:lnTo>
                <a:lnTo>
                  <a:pt x="368807" y="256794"/>
                </a:lnTo>
                <a:lnTo>
                  <a:pt x="379475" y="264413"/>
                </a:lnTo>
                <a:lnTo>
                  <a:pt x="393191" y="275843"/>
                </a:lnTo>
                <a:lnTo>
                  <a:pt x="407669" y="286511"/>
                </a:lnTo>
                <a:lnTo>
                  <a:pt x="409193" y="288035"/>
                </a:lnTo>
                <a:lnTo>
                  <a:pt x="416813" y="278129"/>
                </a:lnTo>
                <a:close/>
              </a:path>
              <a:path w="690880" h="2958465">
                <a:moveTo>
                  <a:pt x="485393" y="335279"/>
                </a:moveTo>
                <a:lnTo>
                  <a:pt x="479297" y="329945"/>
                </a:lnTo>
                <a:lnTo>
                  <a:pt x="467867" y="319277"/>
                </a:lnTo>
                <a:lnTo>
                  <a:pt x="446531" y="301752"/>
                </a:lnTo>
                <a:lnTo>
                  <a:pt x="438911" y="311657"/>
                </a:lnTo>
                <a:lnTo>
                  <a:pt x="447293" y="318515"/>
                </a:lnTo>
                <a:lnTo>
                  <a:pt x="459485" y="329184"/>
                </a:lnTo>
                <a:lnTo>
                  <a:pt x="470915" y="339852"/>
                </a:lnTo>
                <a:lnTo>
                  <a:pt x="477011" y="345185"/>
                </a:lnTo>
                <a:lnTo>
                  <a:pt x="485393" y="335279"/>
                </a:lnTo>
                <a:close/>
              </a:path>
              <a:path w="690880" h="2958465">
                <a:moveTo>
                  <a:pt x="549401" y="397002"/>
                </a:moveTo>
                <a:lnTo>
                  <a:pt x="548639" y="395477"/>
                </a:lnTo>
                <a:lnTo>
                  <a:pt x="540257" y="387857"/>
                </a:lnTo>
                <a:lnTo>
                  <a:pt x="531876" y="379475"/>
                </a:lnTo>
                <a:lnTo>
                  <a:pt x="521969" y="371093"/>
                </a:lnTo>
                <a:lnTo>
                  <a:pt x="512825" y="361949"/>
                </a:lnTo>
                <a:lnTo>
                  <a:pt x="504443" y="371093"/>
                </a:lnTo>
                <a:lnTo>
                  <a:pt x="513587" y="380238"/>
                </a:lnTo>
                <a:lnTo>
                  <a:pt x="531876" y="397002"/>
                </a:lnTo>
                <a:lnTo>
                  <a:pt x="541019" y="406145"/>
                </a:lnTo>
                <a:lnTo>
                  <a:pt x="549401" y="397002"/>
                </a:lnTo>
                <a:close/>
              </a:path>
              <a:path w="690880" h="2958465">
                <a:moveTo>
                  <a:pt x="613409" y="460248"/>
                </a:moveTo>
                <a:lnTo>
                  <a:pt x="609695" y="454821"/>
                </a:lnTo>
                <a:lnTo>
                  <a:pt x="601481" y="444702"/>
                </a:lnTo>
                <a:lnTo>
                  <a:pt x="591948" y="434940"/>
                </a:lnTo>
                <a:lnTo>
                  <a:pt x="582929" y="426720"/>
                </a:lnTo>
                <a:lnTo>
                  <a:pt x="578357" y="422148"/>
                </a:lnTo>
                <a:lnTo>
                  <a:pt x="569213" y="431292"/>
                </a:lnTo>
                <a:lnTo>
                  <a:pt x="581879" y="443152"/>
                </a:lnTo>
                <a:lnTo>
                  <a:pt x="590537" y="452025"/>
                </a:lnTo>
                <a:lnTo>
                  <a:pt x="598931" y="461772"/>
                </a:lnTo>
                <a:lnTo>
                  <a:pt x="602741" y="467106"/>
                </a:lnTo>
                <a:lnTo>
                  <a:pt x="603503" y="467106"/>
                </a:lnTo>
                <a:lnTo>
                  <a:pt x="613409" y="460248"/>
                </a:lnTo>
                <a:close/>
              </a:path>
              <a:path w="690880" h="2958465">
                <a:moveTo>
                  <a:pt x="643889" y="545592"/>
                </a:moveTo>
                <a:lnTo>
                  <a:pt x="643127" y="542544"/>
                </a:lnTo>
                <a:lnTo>
                  <a:pt x="640841" y="531114"/>
                </a:lnTo>
                <a:lnTo>
                  <a:pt x="638555" y="520445"/>
                </a:lnTo>
                <a:lnTo>
                  <a:pt x="636269" y="510540"/>
                </a:lnTo>
                <a:lnTo>
                  <a:pt x="633221" y="501395"/>
                </a:lnTo>
                <a:lnTo>
                  <a:pt x="631697" y="496062"/>
                </a:lnTo>
                <a:lnTo>
                  <a:pt x="619505" y="499872"/>
                </a:lnTo>
                <a:lnTo>
                  <a:pt x="621791" y="505968"/>
                </a:lnTo>
                <a:lnTo>
                  <a:pt x="624077" y="514350"/>
                </a:lnTo>
                <a:lnTo>
                  <a:pt x="626363" y="523494"/>
                </a:lnTo>
                <a:lnTo>
                  <a:pt x="628649" y="533400"/>
                </a:lnTo>
                <a:lnTo>
                  <a:pt x="630935" y="544830"/>
                </a:lnTo>
                <a:lnTo>
                  <a:pt x="631697" y="547878"/>
                </a:lnTo>
                <a:lnTo>
                  <a:pt x="643889" y="545592"/>
                </a:lnTo>
                <a:close/>
              </a:path>
              <a:path w="690880" h="2958465">
                <a:moveTo>
                  <a:pt x="656843" y="634746"/>
                </a:moveTo>
                <a:lnTo>
                  <a:pt x="656036" y="627518"/>
                </a:lnTo>
                <a:lnTo>
                  <a:pt x="652767" y="602327"/>
                </a:lnTo>
                <a:lnTo>
                  <a:pt x="650747" y="589788"/>
                </a:lnTo>
                <a:lnTo>
                  <a:pt x="649985" y="583692"/>
                </a:lnTo>
                <a:lnTo>
                  <a:pt x="637793" y="585216"/>
                </a:lnTo>
                <a:lnTo>
                  <a:pt x="638998" y="596024"/>
                </a:lnTo>
                <a:lnTo>
                  <a:pt x="640695" y="608697"/>
                </a:lnTo>
                <a:lnTo>
                  <a:pt x="642581" y="621556"/>
                </a:lnTo>
                <a:lnTo>
                  <a:pt x="643889" y="633984"/>
                </a:lnTo>
                <a:lnTo>
                  <a:pt x="643889" y="635508"/>
                </a:lnTo>
                <a:lnTo>
                  <a:pt x="656843" y="634746"/>
                </a:lnTo>
                <a:close/>
              </a:path>
              <a:path w="690880" h="2958465">
                <a:moveTo>
                  <a:pt x="664463" y="723138"/>
                </a:moveTo>
                <a:lnTo>
                  <a:pt x="664463" y="718566"/>
                </a:lnTo>
                <a:lnTo>
                  <a:pt x="662939" y="694944"/>
                </a:lnTo>
                <a:lnTo>
                  <a:pt x="660653" y="673608"/>
                </a:lnTo>
                <a:lnTo>
                  <a:pt x="660653" y="672084"/>
                </a:lnTo>
                <a:lnTo>
                  <a:pt x="647699" y="673608"/>
                </a:lnTo>
                <a:lnTo>
                  <a:pt x="648461" y="674370"/>
                </a:lnTo>
                <a:lnTo>
                  <a:pt x="651509" y="719328"/>
                </a:lnTo>
                <a:lnTo>
                  <a:pt x="651509" y="723900"/>
                </a:lnTo>
                <a:lnTo>
                  <a:pt x="664463" y="723138"/>
                </a:lnTo>
                <a:close/>
              </a:path>
              <a:path w="690880" h="2958465">
                <a:moveTo>
                  <a:pt x="668274" y="812292"/>
                </a:moveTo>
                <a:lnTo>
                  <a:pt x="667512" y="793242"/>
                </a:lnTo>
                <a:lnTo>
                  <a:pt x="666750" y="767334"/>
                </a:lnTo>
                <a:lnTo>
                  <a:pt x="666750" y="761238"/>
                </a:lnTo>
                <a:lnTo>
                  <a:pt x="653796" y="762000"/>
                </a:lnTo>
                <a:lnTo>
                  <a:pt x="653796" y="768096"/>
                </a:lnTo>
                <a:lnTo>
                  <a:pt x="655320" y="812292"/>
                </a:lnTo>
                <a:lnTo>
                  <a:pt x="668274" y="812292"/>
                </a:lnTo>
                <a:close/>
              </a:path>
              <a:path w="690880" h="2958465">
                <a:moveTo>
                  <a:pt x="669036" y="901446"/>
                </a:moveTo>
                <a:lnTo>
                  <a:pt x="669036" y="850391"/>
                </a:lnTo>
                <a:lnTo>
                  <a:pt x="656082" y="850391"/>
                </a:lnTo>
                <a:lnTo>
                  <a:pt x="656082" y="876300"/>
                </a:lnTo>
                <a:lnTo>
                  <a:pt x="656844" y="901446"/>
                </a:lnTo>
                <a:lnTo>
                  <a:pt x="669036" y="901446"/>
                </a:lnTo>
                <a:close/>
              </a:path>
              <a:path w="690880" h="2958465">
                <a:moveTo>
                  <a:pt x="669036" y="990600"/>
                </a:moveTo>
                <a:lnTo>
                  <a:pt x="669036" y="939546"/>
                </a:lnTo>
                <a:lnTo>
                  <a:pt x="656844" y="939546"/>
                </a:lnTo>
                <a:lnTo>
                  <a:pt x="656844" y="965454"/>
                </a:lnTo>
                <a:lnTo>
                  <a:pt x="656082" y="989838"/>
                </a:lnTo>
                <a:lnTo>
                  <a:pt x="669036" y="990600"/>
                </a:lnTo>
                <a:close/>
              </a:path>
              <a:path w="690880" h="2958465">
                <a:moveTo>
                  <a:pt x="668274" y="1078992"/>
                </a:moveTo>
                <a:lnTo>
                  <a:pt x="668274" y="1028700"/>
                </a:lnTo>
                <a:lnTo>
                  <a:pt x="656082" y="1027938"/>
                </a:lnTo>
                <a:lnTo>
                  <a:pt x="655320" y="1078992"/>
                </a:lnTo>
                <a:lnTo>
                  <a:pt x="668274" y="1078992"/>
                </a:lnTo>
                <a:close/>
              </a:path>
              <a:path w="690880" h="2958465">
                <a:moveTo>
                  <a:pt x="667512" y="1117092"/>
                </a:moveTo>
                <a:lnTo>
                  <a:pt x="654558" y="1117092"/>
                </a:lnTo>
                <a:lnTo>
                  <a:pt x="653796" y="1161288"/>
                </a:lnTo>
                <a:lnTo>
                  <a:pt x="653796" y="1168146"/>
                </a:lnTo>
                <a:lnTo>
                  <a:pt x="665988" y="1168146"/>
                </a:lnTo>
                <a:lnTo>
                  <a:pt x="666750" y="1161288"/>
                </a:lnTo>
                <a:lnTo>
                  <a:pt x="667512" y="1117092"/>
                </a:lnTo>
                <a:close/>
              </a:path>
              <a:path w="690880" h="2958465">
                <a:moveTo>
                  <a:pt x="665226" y="1230630"/>
                </a:moveTo>
                <a:lnTo>
                  <a:pt x="665226" y="1206246"/>
                </a:lnTo>
                <a:lnTo>
                  <a:pt x="653034" y="1206246"/>
                </a:lnTo>
                <a:lnTo>
                  <a:pt x="651510" y="1256538"/>
                </a:lnTo>
                <a:lnTo>
                  <a:pt x="664464" y="1257300"/>
                </a:lnTo>
                <a:lnTo>
                  <a:pt x="665226" y="1230630"/>
                </a:lnTo>
                <a:close/>
              </a:path>
              <a:path w="690880" h="2958465">
                <a:moveTo>
                  <a:pt x="663702" y="1300734"/>
                </a:moveTo>
                <a:lnTo>
                  <a:pt x="663702" y="1295400"/>
                </a:lnTo>
                <a:lnTo>
                  <a:pt x="650748" y="1294638"/>
                </a:lnTo>
                <a:lnTo>
                  <a:pt x="650748" y="1300734"/>
                </a:lnTo>
                <a:lnTo>
                  <a:pt x="649986" y="1345692"/>
                </a:lnTo>
                <a:lnTo>
                  <a:pt x="662940" y="1345692"/>
                </a:lnTo>
                <a:lnTo>
                  <a:pt x="663702" y="1300734"/>
                </a:lnTo>
                <a:close/>
              </a:path>
              <a:path w="690880" h="2958465">
                <a:moveTo>
                  <a:pt x="662178" y="1383792"/>
                </a:moveTo>
                <a:lnTo>
                  <a:pt x="649224" y="1383792"/>
                </a:lnTo>
                <a:lnTo>
                  <a:pt x="648462" y="1434846"/>
                </a:lnTo>
                <a:lnTo>
                  <a:pt x="661416" y="1434846"/>
                </a:lnTo>
                <a:lnTo>
                  <a:pt x="662178" y="1383792"/>
                </a:lnTo>
                <a:close/>
              </a:path>
              <a:path w="690880" h="2958465">
                <a:moveTo>
                  <a:pt x="660654" y="1472946"/>
                </a:moveTo>
                <a:lnTo>
                  <a:pt x="647700" y="1472946"/>
                </a:lnTo>
                <a:lnTo>
                  <a:pt x="646938" y="1516380"/>
                </a:lnTo>
                <a:lnTo>
                  <a:pt x="646938" y="1523238"/>
                </a:lnTo>
                <a:lnTo>
                  <a:pt x="659892" y="1524000"/>
                </a:lnTo>
                <a:lnTo>
                  <a:pt x="659892" y="1516380"/>
                </a:lnTo>
                <a:lnTo>
                  <a:pt x="660654" y="1472946"/>
                </a:lnTo>
                <a:close/>
              </a:path>
              <a:path w="690880" h="2958465">
                <a:moveTo>
                  <a:pt x="659130" y="1612392"/>
                </a:moveTo>
                <a:lnTo>
                  <a:pt x="659130" y="1562100"/>
                </a:lnTo>
                <a:lnTo>
                  <a:pt x="646938" y="1561338"/>
                </a:lnTo>
                <a:lnTo>
                  <a:pt x="646176" y="1612392"/>
                </a:lnTo>
                <a:lnTo>
                  <a:pt x="659130" y="1612392"/>
                </a:lnTo>
                <a:close/>
              </a:path>
              <a:path w="690880" h="2958465">
                <a:moveTo>
                  <a:pt x="659130" y="1650492"/>
                </a:moveTo>
                <a:lnTo>
                  <a:pt x="646176" y="1650492"/>
                </a:lnTo>
                <a:lnTo>
                  <a:pt x="646176" y="1701545"/>
                </a:lnTo>
                <a:lnTo>
                  <a:pt x="658368" y="1701545"/>
                </a:lnTo>
                <a:lnTo>
                  <a:pt x="658368" y="1661160"/>
                </a:lnTo>
                <a:lnTo>
                  <a:pt x="659130" y="1650492"/>
                </a:lnTo>
                <a:close/>
              </a:path>
              <a:path w="690880" h="2958465">
                <a:moveTo>
                  <a:pt x="658368" y="1789938"/>
                </a:moveTo>
                <a:lnTo>
                  <a:pt x="658368" y="1739645"/>
                </a:lnTo>
                <a:lnTo>
                  <a:pt x="646176" y="1739645"/>
                </a:lnTo>
                <a:lnTo>
                  <a:pt x="646176" y="1789938"/>
                </a:lnTo>
                <a:lnTo>
                  <a:pt x="658368" y="1789938"/>
                </a:lnTo>
                <a:close/>
              </a:path>
              <a:path w="690880" h="2958465">
                <a:moveTo>
                  <a:pt x="658368" y="1879092"/>
                </a:moveTo>
                <a:lnTo>
                  <a:pt x="658368" y="1828038"/>
                </a:lnTo>
                <a:lnTo>
                  <a:pt x="646176" y="1828038"/>
                </a:lnTo>
                <a:lnTo>
                  <a:pt x="646176" y="1879092"/>
                </a:lnTo>
                <a:lnTo>
                  <a:pt x="658368" y="1879092"/>
                </a:lnTo>
                <a:close/>
              </a:path>
              <a:path w="690880" h="2958465">
                <a:moveTo>
                  <a:pt x="658368" y="1968246"/>
                </a:moveTo>
                <a:lnTo>
                  <a:pt x="658368" y="1917192"/>
                </a:lnTo>
                <a:lnTo>
                  <a:pt x="646176" y="1917192"/>
                </a:lnTo>
                <a:lnTo>
                  <a:pt x="646176" y="1968246"/>
                </a:lnTo>
                <a:lnTo>
                  <a:pt x="658368" y="1968246"/>
                </a:lnTo>
                <a:close/>
              </a:path>
              <a:path w="690880" h="2958465">
                <a:moveTo>
                  <a:pt x="658368" y="2056638"/>
                </a:moveTo>
                <a:lnTo>
                  <a:pt x="658368" y="2006345"/>
                </a:lnTo>
                <a:lnTo>
                  <a:pt x="646176" y="2006345"/>
                </a:lnTo>
                <a:lnTo>
                  <a:pt x="646176" y="2056638"/>
                </a:lnTo>
                <a:lnTo>
                  <a:pt x="658368" y="2056638"/>
                </a:lnTo>
                <a:close/>
              </a:path>
              <a:path w="690880" h="2958465">
                <a:moveTo>
                  <a:pt x="658368" y="2145792"/>
                </a:moveTo>
                <a:lnTo>
                  <a:pt x="658368" y="2094738"/>
                </a:lnTo>
                <a:lnTo>
                  <a:pt x="646176" y="2094738"/>
                </a:lnTo>
                <a:lnTo>
                  <a:pt x="646176" y="2145792"/>
                </a:lnTo>
                <a:lnTo>
                  <a:pt x="658368" y="2145792"/>
                </a:lnTo>
                <a:close/>
              </a:path>
              <a:path w="690880" h="2958465">
                <a:moveTo>
                  <a:pt x="658368" y="2234946"/>
                </a:moveTo>
                <a:lnTo>
                  <a:pt x="658368" y="2183892"/>
                </a:lnTo>
                <a:lnTo>
                  <a:pt x="646176" y="2183892"/>
                </a:lnTo>
                <a:lnTo>
                  <a:pt x="646176" y="2234946"/>
                </a:lnTo>
                <a:lnTo>
                  <a:pt x="658368" y="2234946"/>
                </a:lnTo>
                <a:close/>
              </a:path>
              <a:path w="690880" h="2958465">
                <a:moveTo>
                  <a:pt x="658368" y="2323338"/>
                </a:moveTo>
                <a:lnTo>
                  <a:pt x="658368" y="2273046"/>
                </a:lnTo>
                <a:lnTo>
                  <a:pt x="646176" y="2273046"/>
                </a:lnTo>
                <a:lnTo>
                  <a:pt x="646176" y="2323338"/>
                </a:lnTo>
                <a:lnTo>
                  <a:pt x="658368" y="2323338"/>
                </a:lnTo>
                <a:close/>
              </a:path>
              <a:path w="690880" h="2958465">
                <a:moveTo>
                  <a:pt x="658368" y="2412492"/>
                </a:moveTo>
                <a:lnTo>
                  <a:pt x="658368" y="2361438"/>
                </a:lnTo>
                <a:lnTo>
                  <a:pt x="646176" y="2361438"/>
                </a:lnTo>
                <a:lnTo>
                  <a:pt x="646176" y="2412492"/>
                </a:lnTo>
                <a:lnTo>
                  <a:pt x="658368" y="2412492"/>
                </a:lnTo>
                <a:close/>
              </a:path>
              <a:path w="690880" h="2958465">
                <a:moveTo>
                  <a:pt x="658368" y="2501646"/>
                </a:moveTo>
                <a:lnTo>
                  <a:pt x="658368" y="2450592"/>
                </a:lnTo>
                <a:lnTo>
                  <a:pt x="646176" y="2450592"/>
                </a:lnTo>
                <a:lnTo>
                  <a:pt x="646176" y="2501646"/>
                </a:lnTo>
                <a:lnTo>
                  <a:pt x="658368" y="2501646"/>
                </a:lnTo>
                <a:close/>
              </a:path>
              <a:path w="690880" h="2958465">
                <a:moveTo>
                  <a:pt x="658368" y="2590038"/>
                </a:moveTo>
                <a:lnTo>
                  <a:pt x="658368" y="2539746"/>
                </a:lnTo>
                <a:lnTo>
                  <a:pt x="646176" y="2539746"/>
                </a:lnTo>
                <a:lnTo>
                  <a:pt x="646176" y="2590038"/>
                </a:lnTo>
                <a:lnTo>
                  <a:pt x="658368" y="2590038"/>
                </a:lnTo>
                <a:close/>
              </a:path>
              <a:path w="690880" h="2958465">
                <a:moveTo>
                  <a:pt x="658368" y="2679192"/>
                </a:moveTo>
                <a:lnTo>
                  <a:pt x="658368" y="2628138"/>
                </a:lnTo>
                <a:lnTo>
                  <a:pt x="646176" y="2628138"/>
                </a:lnTo>
                <a:lnTo>
                  <a:pt x="646176" y="2679192"/>
                </a:lnTo>
                <a:lnTo>
                  <a:pt x="658368" y="2679192"/>
                </a:lnTo>
                <a:close/>
              </a:path>
              <a:path w="690880" h="2958465">
                <a:moveTo>
                  <a:pt x="658368" y="2768346"/>
                </a:moveTo>
                <a:lnTo>
                  <a:pt x="658368" y="2717292"/>
                </a:lnTo>
                <a:lnTo>
                  <a:pt x="646176" y="2717292"/>
                </a:lnTo>
                <a:lnTo>
                  <a:pt x="646176" y="2768346"/>
                </a:lnTo>
                <a:lnTo>
                  <a:pt x="658368" y="2768346"/>
                </a:lnTo>
                <a:close/>
              </a:path>
              <a:path w="690880" h="2958465">
                <a:moveTo>
                  <a:pt x="658368" y="2856738"/>
                </a:moveTo>
                <a:lnTo>
                  <a:pt x="658368" y="2806446"/>
                </a:lnTo>
                <a:lnTo>
                  <a:pt x="646176" y="2806446"/>
                </a:lnTo>
                <a:lnTo>
                  <a:pt x="646176" y="2856738"/>
                </a:lnTo>
                <a:lnTo>
                  <a:pt x="658368" y="2856738"/>
                </a:lnTo>
                <a:close/>
              </a:path>
              <a:path w="690880" h="2958465">
                <a:moveTo>
                  <a:pt x="690372" y="2881884"/>
                </a:moveTo>
                <a:lnTo>
                  <a:pt x="614172" y="2881884"/>
                </a:lnTo>
                <a:lnTo>
                  <a:pt x="652272" y="2958084"/>
                </a:lnTo>
                <a:lnTo>
                  <a:pt x="690372" y="2881884"/>
                </a:lnTo>
                <a:close/>
              </a:path>
            </a:pathLst>
          </a:custGeom>
          <a:solidFill>
            <a:srgbClr val="0000FF">
              <a:alpha val="100000"/>
            </a:srgbClr>
          </a:solidFill>
          <a:ln w="9525">
            <a:noFill/>
          </a:ln>
        </p:spPr>
        <p:txBody>
          <a:bodyPr/>
          <a:lstStyle/>
          <a:p>
            <a:endParaRPr lang="zh-CN" altLang="en-US"/>
          </a:p>
        </p:txBody>
      </p:sp>
      <p:sp>
        <p:nvSpPr>
          <p:cNvPr id="64519" name="object 9"/>
          <p:cNvSpPr/>
          <p:nvPr/>
        </p:nvSpPr>
        <p:spPr>
          <a:xfrm>
            <a:off x="4521200" y="2913063"/>
            <a:ext cx="523875" cy="2681287"/>
          </a:xfrm>
          <a:custGeom>
            <a:avLst/>
            <a:gdLst/>
            <a:ahLst/>
            <a:cxnLst>
              <a:cxn ang="0">
                <a:pos x="25933" y="2604924"/>
              </a:cxn>
              <a:cxn ang="0">
                <a:pos x="25933" y="2464030"/>
              </a:cxn>
              <a:cxn ang="0">
                <a:pos x="12322" y="2375213"/>
              </a:cxn>
              <a:cxn ang="0">
                <a:pos x="12322" y="2336924"/>
              </a:cxn>
              <a:cxn ang="0">
                <a:pos x="25933" y="2247340"/>
              </a:cxn>
              <a:cxn ang="0">
                <a:pos x="25933" y="2068930"/>
              </a:cxn>
              <a:cxn ang="0">
                <a:pos x="25933" y="1928040"/>
              </a:cxn>
              <a:cxn ang="0">
                <a:pos x="12322" y="1839217"/>
              </a:cxn>
              <a:cxn ang="0">
                <a:pos x="12322" y="1800933"/>
              </a:cxn>
              <a:cxn ang="0">
                <a:pos x="25933" y="1711346"/>
              </a:cxn>
              <a:cxn ang="0">
                <a:pos x="25933" y="1532939"/>
              </a:cxn>
              <a:cxn ang="0">
                <a:pos x="25933" y="1392044"/>
              </a:cxn>
              <a:cxn ang="0">
                <a:pos x="12322" y="1303229"/>
              </a:cxn>
              <a:cxn ang="0">
                <a:pos x="12322" y="1264936"/>
              </a:cxn>
              <a:cxn ang="0">
                <a:pos x="25933" y="1175356"/>
              </a:cxn>
              <a:cxn ang="0">
                <a:pos x="25933" y="996948"/>
              </a:cxn>
              <a:cxn ang="0">
                <a:pos x="25933" y="856057"/>
              </a:cxn>
              <a:cxn ang="0">
                <a:pos x="12322" y="767234"/>
              </a:cxn>
              <a:cxn ang="0">
                <a:pos x="12322" y="728950"/>
              </a:cxn>
              <a:cxn ang="0">
                <a:pos x="12322" y="588047"/>
              </a:cxn>
              <a:cxn ang="0">
                <a:pos x="22731" y="498481"/>
              </a:cxn>
              <a:cxn ang="0">
                <a:pos x="11522" y="549780"/>
              </a:cxn>
              <a:cxn ang="0">
                <a:pos x="0" y="464077"/>
              </a:cxn>
              <a:cxn ang="0">
                <a:pos x="2701" y="472449"/>
              </a:cxn>
              <a:cxn ang="0">
                <a:pos x="15523" y="447181"/>
              </a:cxn>
              <a:cxn ang="0">
                <a:pos x="4307" y="446419"/>
              </a:cxn>
              <a:cxn ang="0">
                <a:pos x="5913" y="455794"/>
              </a:cxn>
              <a:cxn ang="0">
                <a:pos x="5913" y="455603"/>
              </a:cxn>
              <a:cxn ang="0">
                <a:pos x="5110" y="455603"/>
              </a:cxn>
              <a:cxn ang="0">
                <a:pos x="5913" y="460938"/>
              </a:cxn>
              <a:cxn ang="0">
                <a:pos x="19531" y="460176"/>
              </a:cxn>
              <a:cxn ang="0">
                <a:pos x="5913" y="458652"/>
              </a:cxn>
              <a:cxn ang="0">
                <a:pos x="9125" y="464407"/>
              </a:cxn>
              <a:cxn ang="0">
                <a:pos x="14723" y="466313"/>
              </a:cxn>
              <a:cxn ang="0">
                <a:pos x="17927" y="471688"/>
              </a:cxn>
              <a:cxn ang="0">
                <a:pos x="6716" y="464789"/>
              </a:cxn>
              <a:cxn ang="0">
                <a:pos x="14723" y="467075"/>
              </a:cxn>
              <a:cxn ang="0">
                <a:pos x="8322" y="477021"/>
              </a:cxn>
              <a:cxn ang="0">
                <a:pos x="10533" y="456893"/>
              </a:cxn>
              <a:cxn ang="0">
                <a:pos x="9925" y="464027"/>
              </a:cxn>
              <a:cxn ang="0">
                <a:pos x="9125" y="464407"/>
              </a:cxn>
              <a:cxn ang="0">
                <a:pos x="25132" y="454067"/>
              </a:cxn>
              <a:cxn ang="0">
                <a:pos x="15523" y="454067"/>
              </a:cxn>
              <a:cxn ang="0">
                <a:pos x="19531" y="458652"/>
              </a:cxn>
              <a:cxn ang="0">
                <a:pos x="14723" y="466313"/>
              </a:cxn>
              <a:cxn ang="0">
                <a:pos x="13922" y="465986"/>
              </a:cxn>
              <a:cxn ang="0">
                <a:pos x="15523" y="460652"/>
              </a:cxn>
              <a:cxn ang="0">
                <a:pos x="19531" y="458652"/>
              </a:cxn>
              <a:cxn ang="0">
                <a:pos x="22555" y="464928"/>
              </a:cxn>
              <a:cxn ang="0">
                <a:pos x="34746" y="378272"/>
              </a:cxn>
              <a:cxn ang="0">
                <a:pos x="51566" y="369073"/>
              </a:cxn>
              <a:cxn ang="0">
                <a:pos x="77193" y="303989"/>
              </a:cxn>
              <a:cxn ang="0">
                <a:pos x="95617" y="241182"/>
              </a:cxn>
              <a:cxn ang="0">
                <a:pos x="132457" y="211336"/>
              </a:cxn>
              <a:cxn ang="0">
                <a:pos x="148477" y="173813"/>
              </a:cxn>
              <a:cxn ang="0">
                <a:pos x="198132" y="150089"/>
              </a:cxn>
              <a:cxn ang="0">
                <a:pos x="230968" y="130154"/>
              </a:cxn>
              <a:cxn ang="0">
                <a:pos x="336689" y="70431"/>
              </a:cxn>
              <a:cxn ang="0">
                <a:pos x="364721" y="75044"/>
              </a:cxn>
              <a:cxn ang="0">
                <a:pos x="402364" y="62770"/>
              </a:cxn>
              <a:cxn ang="0">
                <a:pos x="482457" y="74282"/>
              </a:cxn>
            </a:cxnLst>
            <a:rect l="0" t="0" r="0" b="0"/>
            <a:pathLst>
              <a:path w="523239" h="2680970">
                <a:moveTo>
                  <a:pt x="24676" y="2680716"/>
                </a:moveTo>
                <a:lnTo>
                  <a:pt x="24676" y="2630424"/>
                </a:lnTo>
                <a:lnTo>
                  <a:pt x="11722" y="2630424"/>
                </a:lnTo>
                <a:lnTo>
                  <a:pt x="11722" y="2680716"/>
                </a:lnTo>
                <a:lnTo>
                  <a:pt x="24676" y="2680716"/>
                </a:lnTo>
                <a:close/>
              </a:path>
              <a:path w="523239" h="2680970">
                <a:moveTo>
                  <a:pt x="24676" y="2592324"/>
                </a:moveTo>
                <a:lnTo>
                  <a:pt x="24676" y="2541270"/>
                </a:lnTo>
                <a:lnTo>
                  <a:pt x="11722" y="2541270"/>
                </a:lnTo>
                <a:lnTo>
                  <a:pt x="11722" y="2592324"/>
                </a:lnTo>
                <a:lnTo>
                  <a:pt x="24676" y="2592324"/>
                </a:lnTo>
                <a:close/>
              </a:path>
              <a:path w="523239" h="2680970">
                <a:moveTo>
                  <a:pt x="24676" y="2503170"/>
                </a:moveTo>
                <a:lnTo>
                  <a:pt x="24676" y="2452116"/>
                </a:lnTo>
                <a:lnTo>
                  <a:pt x="11722" y="2452116"/>
                </a:lnTo>
                <a:lnTo>
                  <a:pt x="11722" y="2503170"/>
                </a:lnTo>
                <a:lnTo>
                  <a:pt x="24676" y="2503170"/>
                </a:lnTo>
                <a:close/>
              </a:path>
              <a:path w="523239" h="2680970">
                <a:moveTo>
                  <a:pt x="24676" y="2414016"/>
                </a:moveTo>
                <a:lnTo>
                  <a:pt x="24676" y="2363724"/>
                </a:lnTo>
                <a:lnTo>
                  <a:pt x="11722" y="2363724"/>
                </a:lnTo>
                <a:lnTo>
                  <a:pt x="11722" y="2414016"/>
                </a:lnTo>
                <a:lnTo>
                  <a:pt x="24676" y="2414016"/>
                </a:lnTo>
                <a:close/>
              </a:path>
              <a:path w="523239" h="2680970">
                <a:moveTo>
                  <a:pt x="24676" y="2325624"/>
                </a:moveTo>
                <a:lnTo>
                  <a:pt x="24676" y="2274570"/>
                </a:lnTo>
                <a:lnTo>
                  <a:pt x="11722" y="2274570"/>
                </a:lnTo>
                <a:lnTo>
                  <a:pt x="11722" y="2325624"/>
                </a:lnTo>
                <a:lnTo>
                  <a:pt x="24676" y="2325624"/>
                </a:lnTo>
                <a:close/>
              </a:path>
              <a:path w="523239" h="2680970">
                <a:moveTo>
                  <a:pt x="24676" y="2236470"/>
                </a:moveTo>
                <a:lnTo>
                  <a:pt x="24676" y="2185416"/>
                </a:lnTo>
                <a:lnTo>
                  <a:pt x="11722" y="2185416"/>
                </a:lnTo>
                <a:lnTo>
                  <a:pt x="11722" y="2236470"/>
                </a:lnTo>
                <a:lnTo>
                  <a:pt x="24676" y="2236470"/>
                </a:lnTo>
                <a:close/>
              </a:path>
              <a:path w="523239" h="2680970">
                <a:moveTo>
                  <a:pt x="24676" y="2147316"/>
                </a:moveTo>
                <a:lnTo>
                  <a:pt x="24676" y="2097024"/>
                </a:lnTo>
                <a:lnTo>
                  <a:pt x="11722" y="2097024"/>
                </a:lnTo>
                <a:lnTo>
                  <a:pt x="11722" y="2147316"/>
                </a:lnTo>
                <a:lnTo>
                  <a:pt x="24676" y="2147316"/>
                </a:lnTo>
                <a:close/>
              </a:path>
              <a:path w="523239" h="2680970">
                <a:moveTo>
                  <a:pt x="24676" y="2058924"/>
                </a:moveTo>
                <a:lnTo>
                  <a:pt x="24676" y="2007870"/>
                </a:lnTo>
                <a:lnTo>
                  <a:pt x="11722" y="2007870"/>
                </a:lnTo>
                <a:lnTo>
                  <a:pt x="11722" y="2058924"/>
                </a:lnTo>
                <a:lnTo>
                  <a:pt x="24676" y="2058924"/>
                </a:lnTo>
                <a:close/>
              </a:path>
              <a:path w="523239" h="2680970">
                <a:moveTo>
                  <a:pt x="24676" y="1969770"/>
                </a:moveTo>
                <a:lnTo>
                  <a:pt x="24676" y="1918716"/>
                </a:lnTo>
                <a:lnTo>
                  <a:pt x="11722" y="1918716"/>
                </a:lnTo>
                <a:lnTo>
                  <a:pt x="11722" y="1969770"/>
                </a:lnTo>
                <a:lnTo>
                  <a:pt x="24676" y="1969770"/>
                </a:lnTo>
                <a:close/>
              </a:path>
              <a:path w="523239" h="2680970">
                <a:moveTo>
                  <a:pt x="24676" y="1880615"/>
                </a:moveTo>
                <a:lnTo>
                  <a:pt x="24676" y="1830324"/>
                </a:lnTo>
                <a:lnTo>
                  <a:pt x="11722" y="1830324"/>
                </a:lnTo>
                <a:lnTo>
                  <a:pt x="11722" y="1880615"/>
                </a:lnTo>
                <a:lnTo>
                  <a:pt x="24676" y="1880615"/>
                </a:lnTo>
                <a:close/>
              </a:path>
              <a:path w="523239" h="2680970">
                <a:moveTo>
                  <a:pt x="24676" y="1792224"/>
                </a:moveTo>
                <a:lnTo>
                  <a:pt x="24676" y="1741170"/>
                </a:lnTo>
                <a:lnTo>
                  <a:pt x="11722" y="1741170"/>
                </a:lnTo>
                <a:lnTo>
                  <a:pt x="11722" y="1792224"/>
                </a:lnTo>
                <a:lnTo>
                  <a:pt x="24676" y="1792224"/>
                </a:lnTo>
                <a:close/>
              </a:path>
              <a:path w="523239" h="2680970">
                <a:moveTo>
                  <a:pt x="24676" y="1703070"/>
                </a:moveTo>
                <a:lnTo>
                  <a:pt x="24676" y="1652016"/>
                </a:lnTo>
                <a:lnTo>
                  <a:pt x="11722" y="1652016"/>
                </a:lnTo>
                <a:lnTo>
                  <a:pt x="11722" y="1703070"/>
                </a:lnTo>
                <a:lnTo>
                  <a:pt x="24676" y="1703070"/>
                </a:lnTo>
                <a:close/>
              </a:path>
              <a:path w="523239" h="2680970">
                <a:moveTo>
                  <a:pt x="24676" y="1613915"/>
                </a:moveTo>
                <a:lnTo>
                  <a:pt x="24676" y="1563624"/>
                </a:lnTo>
                <a:lnTo>
                  <a:pt x="11722" y="1563624"/>
                </a:lnTo>
                <a:lnTo>
                  <a:pt x="11722" y="1613915"/>
                </a:lnTo>
                <a:lnTo>
                  <a:pt x="24676" y="1613915"/>
                </a:lnTo>
                <a:close/>
              </a:path>
              <a:path w="523239" h="2680970">
                <a:moveTo>
                  <a:pt x="24676" y="1525524"/>
                </a:moveTo>
                <a:lnTo>
                  <a:pt x="24676" y="1474470"/>
                </a:lnTo>
                <a:lnTo>
                  <a:pt x="11722" y="1474470"/>
                </a:lnTo>
                <a:lnTo>
                  <a:pt x="11722" y="1525524"/>
                </a:lnTo>
                <a:lnTo>
                  <a:pt x="24676" y="1525524"/>
                </a:lnTo>
                <a:close/>
              </a:path>
              <a:path w="523239" h="2680970">
                <a:moveTo>
                  <a:pt x="24676" y="1436370"/>
                </a:moveTo>
                <a:lnTo>
                  <a:pt x="24676" y="1385316"/>
                </a:lnTo>
                <a:lnTo>
                  <a:pt x="11722" y="1385316"/>
                </a:lnTo>
                <a:lnTo>
                  <a:pt x="11722" y="1436370"/>
                </a:lnTo>
                <a:lnTo>
                  <a:pt x="24676" y="1436370"/>
                </a:lnTo>
                <a:close/>
              </a:path>
              <a:path w="523239" h="2680970">
                <a:moveTo>
                  <a:pt x="24676" y="1347215"/>
                </a:moveTo>
                <a:lnTo>
                  <a:pt x="24676" y="1296924"/>
                </a:lnTo>
                <a:lnTo>
                  <a:pt x="11722" y="1296924"/>
                </a:lnTo>
                <a:lnTo>
                  <a:pt x="11722" y="1347215"/>
                </a:lnTo>
                <a:lnTo>
                  <a:pt x="24676" y="1347215"/>
                </a:lnTo>
                <a:close/>
              </a:path>
              <a:path w="523239" h="2680970">
                <a:moveTo>
                  <a:pt x="24676" y="1258824"/>
                </a:moveTo>
                <a:lnTo>
                  <a:pt x="24676" y="1207770"/>
                </a:lnTo>
                <a:lnTo>
                  <a:pt x="11722" y="1207770"/>
                </a:lnTo>
                <a:lnTo>
                  <a:pt x="11722" y="1258824"/>
                </a:lnTo>
                <a:lnTo>
                  <a:pt x="24676" y="1258824"/>
                </a:lnTo>
                <a:close/>
              </a:path>
              <a:path w="523239" h="2680970">
                <a:moveTo>
                  <a:pt x="24676" y="1169670"/>
                </a:moveTo>
                <a:lnTo>
                  <a:pt x="24676" y="1118616"/>
                </a:lnTo>
                <a:lnTo>
                  <a:pt x="11722" y="1118616"/>
                </a:lnTo>
                <a:lnTo>
                  <a:pt x="11722" y="1169670"/>
                </a:lnTo>
                <a:lnTo>
                  <a:pt x="24676" y="1169670"/>
                </a:lnTo>
                <a:close/>
              </a:path>
              <a:path w="523239" h="2680970">
                <a:moveTo>
                  <a:pt x="24676" y="1080515"/>
                </a:moveTo>
                <a:lnTo>
                  <a:pt x="24676" y="1030224"/>
                </a:lnTo>
                <a:lnTo>
                  <a:pt x="11722" y="1030224"/>
                </a:lnTo>
                <a:lnTo>
                  <a:pt x="11722" y="1080515"/>
                </a:lnTo>
                <a:lnTo>
                  <a:pt x="24676" y="1080515"/>
                </a:lnTo>
                <a:close/>
              </a:path>
              <a:path w="523239" h="2680970">
                <a:moveTo>
                  <a:pt x="24676" y="992124"/>
                </a:moveTo>
                <a:lnTo>
                  <a:pt x="24676" y="941070"/>
                </a:lnTo>
                <a:lnTo>
                  <a:pt x="11722" y="941070"/>
                </a:lnTo>
                <a:lnTo>
                  <a:pt x="11722" y="992124"/>
                </a:lnTo>
                <a:lnTo>
                  <a:pt x="24676" y="992124"/>
                </a:lnTo>
                <a:close/>
              </a:path>
              <a:path w="523239" h="2680970">
                <a:moveTo>
                  <a:pt x="24676" y="902970"/>
                </a:moveTo>
                <a:lnTo>
                  <a:pt x="24676" y="851916"/>
                </a:lnTo>
                <a:lnTo>
                  <a:pt x="11722" y="851916"/>
                </a:lnTo>
                <a:lnTo>
                  <a:pt x="11722" y="902970"/>
                </a:lnTo>
                <a:lnTo>
                  <a:pt x="24676" y="902970"/>
                </a:lnTo>
                <a:close/>
              </a:path>
              <a:path w="523239" h="2680970">
                <a:moveTo>
                  <a:pt x="24676" y="813815"/>
                </a:moveTo>
                <a:lnTo>
                  <a:pt x="24676" y="763524"/>
                </a:lnTo>
                <a:lnTo>
                  <a:pt x="11722" y="763524"/>
                </a:lnTo>
                <a:lnTo>
                  <a:pt x="11722" y="813815"/>
                </a:lnTo>
                <a:lnTo>
                  <a:pt x="24676" y="813815"/>
                </a:lnTo>
                <a:close/>
              </a:path>
              <a:path w="523239" h="2680970">
                <a:moveTo>
                  <a:pt x="24676" y="725424"/>
                </a:moveTo>
                <a:lnTo>
                  <a:pt x="24676" y="674370"/>
                </a:lnTo>
                <a:lnTo>
                  <a:pt x="11722" y="674370"/>
                </a:lnTo>
                <a:lnTo>
                  <a:pt x="11722" y="725424"/>
                </a:lnTo>
                <a:lnTo>
                  <a:pt x="24676" y="725424"/>
                </a:lnTo>
                <a:close/>
              </a:path>
              <a:path w="523239" h="2680970">
                <a:moveTo>
                  <a:pt x="24676" y="636270"/>
                </a:moveTo>
                <a:lnTo>
                  <a:pt x="24676" y="616458"/>
                </a:lnTo>
                <a:lnTo>
                  <a:pt x="23914" y="601980"/>
                </a:lnTo>
                <a:lnTo>
                  <a:pt x="23914" y="585215"/>
                </a:lnTo>
                <a:lnTo>
                  <a:pt x="11722" y="585215"/>
                </a:lnTo>
                <a:lnTo>
                  <a:pt x="11722" y="636270"/>
                </a:lnTo>
                <a:lnTo>
                  <a:pt x="24676" y="636270"/>
                </a:lnTo>
                <a:close/>
              </a:path>
              <a:path w="523239" h="2680970">
                <a:moveTo>
                  <a:pt x="23152" y="547115"/>
                </a:moveTo>
                <a:lnTo>
                  <a:pt x="22354" y="510725"/>
                </a:lnTo>
                <a:lnTo>
                  <a:pt x="21628" y="498348"/>
                </a:lnTo>
                <a:lnTo>
                  <a:pt x="21628" y="496062"/>
                </a:lnTo>
                <a:lnTo>
                  <a:pt x="8674" y="496824"/>
                </a:lnTo>
                <a:lnTo>
                  <a:pt x="9410" y="503615"/>
                </a:lnTo>
                <a:lnTo>
                  <a:pt x="9656" y="516340"/>
                </a:lnTo>
                <a:lnTo>
                  <a:pt x="10231" y="529205"/>
                </a:lnTo>
                <a:lnTo>
                  <a:pt x="10960" y="541782"/>
                </a:lnTo>
                <a:lnTo>
                  <a:pt x="10960" y="547115"/>
                </a:lnTo>
                <a:lnTo>
                  <a:pt x="23152" y="547115"/>
                </a:lnTo>
                <a:close/>
              </a:path>
              <a:path w="523239" h="2680970">
                <a:moveTo>
                  <a:pt x="2578" y="469392"/>
                </a:moveTo>
                <a:lnTo>
                  <a:pt x="2578" y="448056"/>
                </a:lnTo>
                <a:lnTo>
                  <a:pt x="1816" y="450342"/>
                </a:lnTo>
                <a:lnTo>
                  <a:pt x="1447" y="455498"/>
                </a:lnTo>
                <a:lnTo>
                  <a:pt x="0" y="461822"/>
                </a:lnTo>
                <a:lnTo>
                  <a:pt x="1816" y="467106"/>
                </a:lnTo>
                <a:lnTo>
                  <a:pt x="2578" y="469392"/>
                </a:lnTo>
                <a:close/>
              </a:path>
              <a:path w="523239" h="2680970">
                <a:moveTo>
                  <a:pt x="3340" y="470915"/>
                </a:moveTo>
                <a:lnTo>
                  <a:pt x="3340" y="447294"/>
                </a:lnTo>
                <a:lnTo>
                  <a:pt x="2578" y="447294"/>
                </a:lnTo>
                <a:lnTo>
                  <a:pt x="2578" y="470153"/>
                </a:lnTo>
                <a:lnTo>
                  <a:pt x="3340" y="470915"/>
                </a:lnTo>
                <a:close/>
              </a:path>
              <a:path w="523239" h="2680970">
                <a:moveTo>
                  <a:pt x="17056" y="450151"/>
                </a:moveTo>
                <a:lnTo>
                  <a:pt x="17056" y="448818"/>
                </a:lnTo>
                <a:lnTo>
                  <a:pt x="15532" y="445770"/>
                </a:lnTo>
                <a:lnTo>
                  <a:pt x="14770" y="445770"/>
                </a:lnTo>
                <a:lnTo>
                  <a:pt x="14770" y="445008"/>
                </a:lnTo>
                <a:lnTo>
                  <a:pt x="13246" y="442722"/>
                </a:lnTo>
                <a:lnTo>
                  <a:pt x="10960" y="441960"/>
                </a:lnTo>
                <a:lnTo>
                  <a:pt x="8674" y="442722"/>
                </a:lnTo>
                <a:lnTo>
                  <a:pt x="7912" y="442722"/>
                </a:lnTo>
                <a:lnTo>
                  <a:pt x="5626" y="443484"/>
                </a:lnTo>
                <a:lnTo>
                  <a:pt x="4102" y="444246"/>
                </a:lnTo>
                <a:lnTo>
                  <a:pt x="3340" y="445770"/>
                </a:lnTo>
                <a:lnTo>
                  <a:pt x="3340" y="471677"/>
                </a:lnTo>
                <a:lnTo>
                  <a:pt x="4864" y="473201"/>
                </a:lnTo>
                <a:lnTo>
                  <a:pt x="4864" y="452627"/>
                </a:lnTo>
                <a:lnTo>
                  <a:pt x="5626" y="453389"/>
                </a:lnTo>
                <a:lnTo>
                  <a:pt x="5626" y="453580"/>
                </a:lnTo>
                <a:lnTo>
                  <a:pt x="10022" y="454679"/>
                </a:lnTo>
                <a:lnTo>
                  <a:pt x="10198" y="454151"/>
                </a:lnTo>
                <a:lnTo>
                  <a:pt x="10960" y="451103"/>
                </a:lnTo>
                <a:lnTo>
                  <a:pt x="11722" y="448818"/>
                </a:lnTo>
                <a:lnTo>
                  <a:pt x="17056" y="450151"/>
                </a:lnTo>
                <a:close/>
              </a:path>
              <a:path w="523239" h="2680970">
                <a:moveTo>
                  <a:pt x="5626" y="453389"/>
                </a:moveTo>
                <a:lnTo>
                  <a:pt x="4864" y="452627"/>
                </a:lnTo>
                <a:lnTo>
                  <a:pt x="4864" y="453389"/>
                </a:lnTo>
                <a:lnTo>
                  <a:pt x="5626" y="453389"/>
                </a:lnTo>
                <a:close/>
              </a:path>
              <a:path w="523239" h="2680970">
                <a:moveTo>
                  <a:pt x="5626" y="453580"/>
                </a:moveTo>
                <a:lnTo>
                  <a:pt x="5626" y="453389"/>
                </a:lnTo>
                <a:lnTo>
                  <a:pt x="4864" y="453389"/>
                </a:lnTo>
                <a:lnTo>
                  <a:pt x="5626" y="453580"/>
                </a:lnTo>
                <a:close/>
              </a:path>
              <a:path w="523239" h="2680970">
                <a:moveTo>
                  <a:pt x="10022" y="454679"/>
                </a:moveTo>
                <a:lnTo>
                  <a:pt x="4864" y="453389"/>
                </a:lnTo>
                <a:lnTo>
                  <a:pt x="4864" y="454913"/>
                </a:lnTo>
                <a:lnTo>
                  <a:pt x="5626" y="456438"/>
                </a:lnTo>
                <a:lnTo>
                  <a:pt x="5626" y="458724"/>
                </a:lnTo>
                <a:lnTo>
                  <a:pt x="6388" y="459486"/>
                </a:lnTo>
                <a:lnTo>
                  <a:pt x="8129" y="459268"/>
                </a:lnTo>
                <a:lnTo>
                  <a:pt x="8674" y="458724"/>
                </a:lnTo>
                <a:lnTo>
                  <a:pt x="10022" y="454679"/>
                </a:lnTo>
                <a:close/>
              </a:path>
              <a:path w="523239" h="2680970">
                <a:moveTo>
                  <a:pt x="18580" y="467068"/>
                </a:moveTo>
                <a:lnTo>
                  <a:pt x="18580" y="457962"/>
                </a:lnTo>
                <a:lnTo>
                  <a:pt x="8129" y="459268"/>
                </a:lnTo>
                <a:lnTo>
                  <a:pt x="7150" y="460248"/>
                </a:lnTo>
                <a:lnTo>
                  <a:pt x="7150" y="461772"/>
                </a:lnTo>
                <a:lnTo>
                  <a:pt x="6388" y="462534"/>
                </a:lnTo>
                <a:lnTo>
                  <a:pt x="5626" y="464058"/>
                </a:lnTo>
                <a:lnTo>
                  <a:pt x="5626" y="456438"/>
                </a:lnTo>
                <a:lnTo>
                  <a:pt x="4864" y="454913"/>
                </a:lnTo>
                <a:lnTo>
                  <a:pt x="4864" y="473201"/>
                </a:lnTo>
                <a:lnTo>
                  <a:pt x="5626" y="473963"/>
                </a:lnTo>
                <a:lnTo>
                  <a:pt x="6388" y="474217"/>
                </a:lnTo>
                <a:lnTo>
                  <a:pt x="6388" y="463296"/>
                </a:lnTo>
                <a:lnTo>
                  <a:pt x="8674" y="462152"/>
                </a:lnTo>
                <a:lnTo>
                  <a:pt x="8674" y="461772"/>
                </a:lnTo>
                <a:lnTo>
                  <a:pt x="9436" y="461772"/>
                </a:lnTo>
                <a:lnTo>
                  <a:pt x="9436" y="462098"/>
                </a:lnTo>
                <a:lnTo>
                  <a:pt x="13246" y="463731"/>
                </a:lnTo>
                <a:lnTo>
                  <a:pt x="13246" y="463296"/>
                </a:lnTo>
                <a:lnTo>
                  <a:pt x="14008" y="464058"/>
                </a:lnTo>
                <a:lnTo>
                  <a:pt x="14008" y="464439"/>
                </a:lnTo>
                <a:lnTo>
                  <a:pt x="14770" y="465582"/>
                </a:lnTo>
                <a:lnTo>
                  <a:pt x="14770" y="472439"/>
                </a:lnTo>
                <a:lnTo>
                  <a:pt x="16294" y="471677"/>
                </a:lnTo>
                <a:lnTo>
                  <a:pt x="16294" y="470153"/>
                </a:lnTo>
                <a:lnTo>
                  <a:pt x="17056" y="469392"/>
                </a:lnTo>
                <a:lnTo>
                  <a:pt x="18580" y="467068"/>
                </a:lnTo>
                <a:close/>
              </a:path>
              <a:path w="523239" h="2680970">
                <a:moveTo>
                  <a:pt x="8129" y="459268"/>
                </a:moveTo>
                <a:lnTo>
                  <a:pt x="6388" y="459486"/>
                </a:lnTo>
                <a:lnTo>
                  <a:pt x="5626" y="458724"/>
                </a:lnTo>
                <a:lnTo>
                  <a:pt x="5626" y="464058"/>
                </a:lnTo>
                <a:lnTo>
                  <a:pt x="6388" y="462534"/>
                </a:lnTo>
                <a:lnTo>
                  <a:pt x="7150" y="461772"/>
                </a:lnTo>
                <a:lnTo>
                  <a:pt x="7150" y="460248"/>
                </a:lnTo>
                <a:lnTo>
                  <a:pt x="8129" y="459268"/>
                </a:lnTo>
                <a:close/>
              </a:path>
              <a:path w="523239" h="2680970">
                <a:moveTo>
                  <a:pt x="14770" y="472439"/>
                </a:moveTo>
                <a:lnTo>
                  <a:pt x="14770" y="465582"/>
                </a:lnTo>
                <a:lnTo>
                  <a:pt x="14008" y="464820"/>
                </a:lnTo>
                <a:lnTo>
                  <a:pt x="14008" y="464439"/>
                </a:lnTo>
                <a:lnTo>
                  <a:pt x="13652" y="463905"/>
                </a:lnTo>
                <a:lnTo>
                  <a:pt x="9084" y="461947"/>
                </a:lnTo>
                <a:lnTo>
                  <a:pt x="6388" y="463296"/>
                </a:lnTo>
                <a:lnTo>
                  <a:pt x="6388" y="474217"/>
                </a:lnTo>
                <a:lnTo>
                  <a:pt x="7912" y="474725"/>
                </a:lnTo>
                <a:lnTo>
                  <a:pt x="11722" y="474725"/>
                </a:lnTo>
                <a:lnTo>
                  <a:pt x="13246" y="473963"/>
                </a:lnTo>
                <a:lnTo>
                  <a:pt x="14770" y="472439"/>
                </a:lnTo>
                <a:close/>
              </a:path>
              <a:path w="523239" h="2680970">
                <a:moveTo>
                  <a:pt x="14770" y="451865"/>
                </a:moveTo>
                <a:lnTo>
                  <a:pt x="10960" y="454913"/>
                </a:lnTo>
                <a:lnTo>
                  <a:pt x="10022" y="454679"/>
                </a:lnTo>
                <a:lnTo>
                  <a:pt x="8674" y="458724"/>
                </a:lnTo>
                <a:lnTo>
                  <a:pt x="8129" y="459268"/>
                </a:lnTo>
                <a:lnTo>
                  <a:pt x="14008" y="458533"/>
                </a:lnTo>
                <a:lnTo>
                  <a:pt x="14008" y="453389"/>
                </a:lnTo>
                <a:lnTo>
                  <a:pt x="14770" y="451865"/>
                </a:lnTo>
                <a:close/>
              </a:path>
              <a:path w="523239" h="2680970">
                <a:moveTo>
                  <a:pt x="9436" y="461772"/>
                </a:moveTo>
                <a:lnTo>
                  <a:pt x="8674" y="461772"/>
                </a:lnTo>
                <a:lnTo>
                  <a:pt x="9084" y="461947"/>
                </a:lnTo>
                <a:lnTo>
                  <a:pt x="9436" y="461772"/>
                </a:lnTo>
                <a:close/>
              </a:path>
              <a:path w="523239" h="2680970">
                <a:moveTo>
                  <a:pt x="9084" y="461947"/>
                </a:moveTo>
                <a:lnTo>
                  <a:pt x="8674" y="461772"/>
                </a:lnTo>
                <a:lnTo>
                  <a:pt x="8674" y="462152"/>
                </a:lnTo>
                <a:lnTo>
                  <a:pt x="9084" y="461947"/>
                </a:lnTo>
                <a:close/>
              </a:path>
              <a:path w="523239" h="2680970">
                <a:moveTo>
                  <a:pt x="9436" y="462098"/>
                </a:moveTo>
                <a:lnTo>
                  <a:pt x="9436" y="461772"/>
                </a:lnTo>
                <a:lnTo>
                  <a:pt x="9084" y="461947"/>
                </a:lnTo>
                <a:lnTo>
                  <a:pt x="9436" y="462098"/>
                </a:lnTo>
                <a:close/>
              </a:path>
              <a:path w="523239" h="2680970">
                <a:moveTo>
                  <a:pt x="23914" y="451865"/>
                </a:moveTo>
                <a:lnTo>
                  <a:pt x="11722" y="448818"/>
                </a:lnTo>
                <a:lnTo>
                  <a:pt x="10960" y="451103"/>
                </a:lnTo>
                <a:lnTo>
                  <a:pt x="10198" y="454151"/>
                </a:lnTo>
                <a:lnTo>
                  <a:pt x="10022" y="454679"/>
                </a:lnTo>
                <a:lnTo>
                  <a:pt x="10960" y="454913"/>
                </a:lnTo>
                <a:lnTo>
                  <a:pt x="14770" y="451865"/>
                </a:lnTo>
                <a:lnTo>
                  <a:pt x="14770" y="458438"/>
                </a:lnTo>
                <a:lnTo>
                  <a:pt x="17056" y="458152"/>
                </a:lnTo>
                <a:lnTo>
                  <a:pt x="17056" y="450342"/>
                </a:lnTo>
                <a:lnTo>
                  <a:pt x="17818" y="452627"/>
                </a:lnTo>
                <a:lnTo>
                  <a:pt x="17818" y="454151"/>
                </a:lnTo>
                <a:lnTo>
                  <a:pt x="18580" y="456438"/>
                </a:lnTo>
                <a:lnTo>
                  <a:pt x="18580" y="467068"/>
                </a:lnTo>
                <a:lnTo>
                  <a:pt x="20053" y="464822"/>
                </a:lnTo>
                <a:lnTo>
                  <a:pt x="20053" y="460984"/>
                </a:lnTo>
                <a:lnTo>
                  <a:pt x="23152" y="454151"/>
                </a:lnTo>
                <a:lnTo>
                  <a:pt x="23914" y="451865"/>
                </a:lnTo>
                <a:close/>
              </a:path>
              <a:path w="523239" h="2680970">
                <a:moveTo>
                  <a:pt x="14008" y="464058"/>
                </a:moveTo>
                <a:lnTo>
                  <a:pt x="13246" y="463296"/>
                </a:lnTo>
                <a:lnTo>
                  <a:pt x="13652" y="463905"/>
                </a:lnTo>
                <a:lnTo>
                  <a:pt x="14008" y="464058"/>
                </a:lnTo>
                <a:close/>
              </a:path>
              <a:path w="523239" h="2680970">
                <a:moveTo>
                  <a:pt x="13652" y="463905"/>
                </a:moveTo>
                <a:lnTo>
                  <a:pt x="13246" y="463296"/>
                </a:lnTo>
                <a:lnTo>
                  <a:pt x="13246" y="463731"/>
                </a:lnTo>
                <a:lnTo>
                  <a:pt x="13652" y="463905"/>
                </a:lnTo>
                <a:close/>
              </a:path>
              <a:path w="523239" h="2680970">
                <a:moveTo>
                  <a:pt x="14008" y="464439"/>
                </a:moveTo>
                <a:lnTo>
                  <a:pt x="14008" y="464058"/>
                </a:lnTo>
                <a:lnTo>
                  <a:pt x="13652" y="463905"/>
                </a:lnTo>
                <a:lnTo>
                  <a:pt x="14008" y="464439"/>
                </a:lnTo>
                <a:close/>
              </a:path>
              <a:path w="523239" h="2680970">
                <a:moveTo>
                  <a:pt x="14770" y="458438"/>
                </a:moveTo>
                <a:lnTo>
                  <a:pt x="14770" y="451865"/>
                </a:lnTo>
                <a:lnTo>
                  <a:pt x="14008" y="453389"/>
                </a:lnTo>
                <a:lnTo>
                  <a:pt x="14008" y="458533"/>
                </a:lnTo>
                <a:lnTo>
                  <a:pt x="14770" y="458438"/>
                </a:lnTo>
                <a:close/>
              </a:path>
              <a:path w="523239" h="2680970">
                <a:moveTo>
                  <a:pt x="18580" y="457962"/>
                </a:moveTo>
                <a:lnTo>
                  <a:pt x="18580" y="456438"/>
                </a:lnTo>
                <a:lnTo>
                  <a:pt x="17818" y="454151"/>
                </a:lnTo>
                <a:lnTo>
                  <a:pt x="17818" y="452627"/>
                </a:lnTo>
                <a:lnTo>
                  <a:pt x="17056" y="450342"/>
                </a:lnTo>
                <a:lnTo>
                  <a:pt x="17056" y="458152"/>
                </a:lnTo>
                <a:lnTo>
                  <a:pt x="18580" y="457962"/>
                </a:lnTo>
                <a:close/>
              </a:path>
              <a:path w="523239" h="2680970">
                <a:moveTo>
                  <a:pt x="21462" y="462673"/>
                </a:moveTo>
                <a:lnTo>
                  <a:pt x="20053" y="460984"/>
                </a:lnTo>
                <a:lnTo>
                  <a:pt x="20053" y="464822"/>
                </a:lnTo>
                <a:lnTo>
                  <a:pt x="21462" y="462673"/>
                </a:lnTo>
                <a:close/>
              </a:path>
              <a:path w="523239" h="2680970">
                <a:moveTo>
                  <a:pt x="49060" y="367284"/>
                </a:moveTo>
                <a:lnTo>
                  <a:pt x="37630" y="363474"/>
                </a:lnTo>
                <a:lnTo>
                  <a:pt x="33058" y="376427"/>
                </a:lnTo>
                <a:lnTo>
                  <a:pt x="26962" y="395477"/>
                </a:lnTo>
                <a:lnTo>
                  <a:pt x="22390" y="412242"/>
                </a:lnTo>
                <a:lnTo>
                  <a:pt x="34582" y="415289"/>
                </a:lnTo>
                <a:lnTo>
                  <a:pt x="39154" y="399288"/>
                </a:lnTo>
                <a:lnTo>
                  <a:pt x="45250" y="380238"/>
                </a:lnTo>
                <a:lnTo>
                  <a:pt x="49060" y="367284"/>
                </a:lnTo>
                <a:close/>
              </a:path>
              <a:path w="523239" h="2680970">
                <a:moveTo>
                  <a:pt x="81826" y="284988"/>
                </a:moveTo>
                <a:lnTo>
                  <a:pt x="69634" y="279653"/>
                </a:lnTo>
                <a:lnTo>
                  <a:pt x="49822" y="326898"/>
                </a:lnTo>
                <a:lnTo>
                  <a:pt x="62014" y="331470"/>
                </a:lnTo>
                <a:lnTo>
                  <a:pt x="65824" y="322325"/>
                </a:lnTo>
                <a:lnTo>
                  <a:pt x="73444" y="302513"/>
                </a:lnTo>
                <a:lnTo>
                  <a:pt x="81826" y="284988"/>
                </a:lnTo>
                <a:close/>
              </a:path>
              <a:path w="523239" h="2680970">
                <a:moveTo>
                  <a:pt x="126022" y="210311"/>
                </a:moveTo>
                <a:lnTo>
                  <a:pt x="116116" y="201929"/>
                </a:lnTo>
                <a:lnTo>
                  <a:pt x="114592" y="203453"/>
                </a:lnTo>
                <a:lnTo>
                  <a:pt x="102400" y="221741"/>
                </a:lnTo>
                <a:lnTo>
                  <a:pt x="90970" y="240029"/>
                </a:lnTo>
                <a:lnTo>
                  <a:pt x="87922" y="245363"/>
                </a:lnTo>
                <a:lnTo>
                  <a:pt x="98590" y="252221"/>
                </a:lnTo>
                <a:lnTo>
                  <a:pt x="102400" y="246125"/>
                </a:lnTo>
                <a:lnTo>
                  <a:pt x="113068" y="227837"/>
                </a:lnTo>
                <a:lnTo>
                  <a:pt x="125260" y="211073"/>
                </a:lnTo>
                <a:lnTo>
                  <a:pt x="126022" y="210311"/>
                </a:lnTo>
                <a:close/>
              </a:path>
              <a:path w="523239" h="2680970">
                <a:moveTo>
                  <a:pt x="188506" y="149351"/>
                </a:moveTo>
                <a:lnTo>
                  <a:pt x="180886" y="139445"/>
                </a:lnTo>
                <a:lnTo>
                  <a:pt x="174790" y="143255"/>
                </a:lnTo>
                <a:lnTo>
                  <a:pt x="158026" y="156971"/>
                </a:lnTo>
                <a:lnTo>
                  <a:pt x="150406" y="163829"/>
                </a:lnTo>
                <a:lnTo>
                  <a:pt x="141262" y="172973"/>
                </a:lnTo>
                <a:lnTo>
                  <a:pt x="150406" y="181355"/>
                </a:lnTo>
                <a:lnTo>
                  <a:pt x="151930" y="179831"/>
                </a:lnTo>
                <a:lnTo>
                  <a:pt x="159550" y="172973"/>
                </a:lnTo>
                <a:lnTo>
                  <a:pt x="166408" y="166115"/>
                </a:lnTo>
                <a:lnTo>
                  <a:pt x="183172" y="153923"/>
                </a:lnTo>
                <a:lnTo>
                  <a:pt x="188506" y="149351"/>
                </a:lnTo>
                <a:close/>
              </a:path>
              <a:path w="523239" h="2680970">
                <a:moveTo>
                  <a:pt x="264706" y="106679"/>
                </a:moveTo>
                <a:lnTo>
                  <a:pt x="259372" y="95249"/>
                </a:lnTo>
                <a:lnTo>
                  <a:pt x="252514" y="98297"/>
                </a:lnTo>
                <a:lnTo>
                  <a:pt x="231940" y="108203"/>
                </a:lnTo>
                <a:lnTo>
                  <a:pt x="213652" y="118871"/>
                </a:lnTo>
                <a:lnTo>
                  <a:pt x="219748" y="129539"/>
                </a:lnTo>
                <a:lnTo>
                  <a:pt x="238036" y="119633"/>
                </a:lnTo>
                <a:lnTo>
                  <a:pt x="258610" y="109727"/>
                </a:lnTo>
                <a:lnTo>
                  <a:pt x="264706" y="106679"/>
                </a:lnTo>
                <a:close/>
              </a:path>
              <a:path w="523239" h="2680970">
                <a:moveTo>
                  <a:pt x="347002" y="74675"/>
                </a:moveTo>
                <a:lnTo>
                  <a:pt x="342430" y="62483"/>
                </a:lnTo>
                <a:lnTo>
                  <a:pt x="320332" y="70103"/>
                </a:lnTo>
                <a:lnTo>
                  <a:pt x="296710" y="79247"/>
                </a:lnTo>
                <a:lnTo>
                  <a:pt x="294424" y="80009"/>
                </a:lnTo>
                <a:lnTo>
                  <a:pt x="298996" y="92201"/>
                </a:lnTo>
                <a:lnTo>
                  <a:pt x="302044" y="90677"/>
                </a:lnTo>
                <a:lnTo>
                  <a:pt x="324904" y="82295"/>
                </a:lnTo>
                <a:lnTo>
                  <a:pt x="347002" y="74675"/>
                </a:lnTo>
                <a:close/>
              </a:path>
              <a:path w="523239" h="2680970">
                <a:moveTo>
                  <a:pt x="431584" y="48767"/>
                </a:moveTo>
                <a:lnTo>
                  <a:pt x="427774" y="36575"/>
                </a:lnTo>
                <a:lnTo>
                  <a:pt x="418630" y="38861"/>
                </a:lnTo>
                <a:lnTo>
                  <a:pt x="393484" y="46481"/>
                </a:lnTo>
                <a:lnTo>
                  <a:pt x="379006" y="51053"/>
                </a:lnTo>
                <a:lnTo>
                  <a:pt x="382816" y="62483"/>
                </a:lnTo>
                <a:lnTo>
                  <a:pt x="397294" y="58673"/>
                </a:lnTo>
                <a:lnTo>
                  <a:pt x="421678" y="51053"/>
                </a:lnTo>
                <a:lnTo>
                  <a:pt x="431584" y="48767"/>
                </a:lnTo>
                <a:close/>
              </a:path>
              <a:path w="523239" h="2680970">
                <a:moveTo>
                  <a:pt x="523024" y="16763"/>
                </a:moveTo>
                <a:lnTo>
                  <a:pt x="439204" y="0"/>
                </a:lnTo>
                <a:lnTo>
                  <a:pt x="459016" y="73913"/>
                </a:lnTo>
                <a:lnTo>
                  <a:pt x="523024" y="16763"/>
                </a:lnTo>
                <a:close/>
              </a:path>
            </a:pathLst>
          </a:custGeom>
          <a:solidFill>
            <a:srgbClr val="0000FF">
              <a:alpha val="100000"/>
            </a:srgbClr>
          </a:solidFill>
          <a:ln w="9525">
            <a:noFill/>
          </a:ln>
        </p:spPr>
        <p:txBody>
          <a:bodyPr/>
          <a:lstStyle/>
          <a:p>
            <a:endParaRPr lang="zh-CN" alt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7" name="灯片编号占位符 3"/>
          <p:cNvSpPr txBox="1">
            <a:spLocks noGrp="1"/>
          </p:cNvSpPr>
          <p:nvPr>
            <p:ph type="sldNum" sz="quarter" idx="12"/>
          </p:nvPr>
        </p:nvSpPr>
        <p:spPr>
          <a:xfrm>
            <a:off x="431800" y="6229350"/>
            <a:ext cx="2311400" cy="457200"/>
          </a:xfrm>
        </p:spPr>
        <p:txBody>
          <a:bodyPr anchor="b" anchorCtr="0"/>
          <a:lstStyle/>
          <a:p>
            <a:pPr marL="0" indent="0">
              <a:spcBef>
                <a:spcPct val="50000"/>
              </a:spcBef>
              <a:buClrTx/>
              <a:buFontTx/>
              <a:buNone/>
            </a:pPr>
            <a:r>
              <a:rPr lang="zh-CN" altLang="en-US" sz="1200" b="0">
                <a:solidFill>
                  <a:srgbClr val="3366CC"/>
                </a:solidFill>
                <a:ea typeface="宋体" panose="02010600030101010101" pitchFamily="2" charset="-122"/>
              </a:rPr>
              <a:t>第</a:t>
            </a:r>
            <a:fld id="{9A0DB2DC-4C9A-4742-B13C-FB6460FD3503}" type="slidenum">
              <a:rPr lang="zh-TW" altLang="en-US" sz="1200" b="0">
                <a:solidFill>
                  <a:srgbClr val="3366CC"/>
                </a:solidFill>
                <a:ea typeface="PMingLiU" pitchFamily="18" charset="-120"/>
              </a:rPr>
              <a:t>49</a:t>
            </a:fld>
            <a:r>
              <a:rPr lang="zh-CN" altLang="en-US" sz="1200" b="0">
                <a:solidFill>
                  <a:srgbClr val="3366CC"/>
                </a:solidFill>
                <a:ea typeface="宋体" panose="02010600030101010101" pitchFamily="2" charset="-122"/>
              </a:rPr>
              <a:t>页</a:t>
            </a:r>
            <a:endParaRPr lang="zh-TW" altLang="en-US" sz="1200" b="0">
              <a:solidFill>
                <a:srgbClr val="3366CC"/>
              </a:solidFill>
              <a:ea typeface="宋体" panose="02010600030101010101" pitchFamily="2" charset="-122"/>
            </a:endParaRPr>
          </a:p>
        </p:txBody>
      </p:sp>
      <p:sp>
        <p:nvSpPr>
          <p:cNvPr id="65538" name="Rectangle 2"/>
          <p:cNvSpPr>
            <a:spLocks noGrp="1"/>
          </p:cNvSpPr>
          <p:nvPr>
            <p:ph type="title"/>
          </p:nvPr>
        </p:nvSpPr>
        <p:spPr/>
        <p:txBody>
          <a:bodyPr vert="horz" wrap="square" lIns="91440" tIns="45720" rIns="91440" bIns="45720" anchor="b" anchorCtr="0"/>
          <a:lstStyle/>
          <a:p>
            <a:pPr eaLnBrk="1" hangingPunct="1"/>
            <a:r>
              <a:rPr lang="en-US" altLang="zh-CN"/>
              <a:t>7.5 I/O</a:t>
            </a:r>
            <a:r>
              <a:rPr lang="zh-CN" altLang="en-US"/>
              <a:t>软件的组成</a:t>
            </a:r>
          </a:p>
        </p:txBody>
      </p:sp>
      <p:sp>
        <p:nvSpPr>
          <p:cNvPr id="69635" name="矩形 1"/>
          <p:cNvSpPr>
            <a:spLocks noChangeArrowheads="1"/>
          </p:cNvSpPr>
          <p:nvPr/>
        </p:nvSpPr>
        <p:spPr bwMode="auto">
          <a:xfrm>
            <a:off x="301625" y="1403350"/>
            <a:ext cx="4918075" cy="4400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0" lvl="0" indent="0">
              <a:spcBef>
                <a:spcPct val="0"/>
              </a:spcBef>
              <a:buClrTx/>
              <a:buFontTx/>
              <a:buNone/>
            </a:pPr>
            <a:r>
              <a:rPr lang="en-US" altLang="zh-CN" sz="2000" b="0">
                <a:solidFill>
                  <a:srgbClr val="333333"/>
                </a:solidFill>
                <a:latin typeface="黑体" panose="02010609060101010101" pitchFamily="49" charset="-122"/>
              </a:rPr>
              <a:t>I/O</a:t>
            </a:r>
            <a:r>
              <a:rPr lang="zh-CN" altLang="en-US" sz="2000" b="0">
                <a:solidFill>
                  <a:srgbClr val="333333"/>
                </a:solidFill>
                <a:latin typeface="黑体" panose="02010609060101010101" pitchFamily="49" charset="-122"/>
              </a:rPr>
              <a:t>软件通常分为四个层次：用户级软件，与设备无关的系统软件，设备驱动程序，中断处理程序，问以下各项工作是在哪个层次上完成的</a:t>
            </a:r>
            <a:br>
              <a:rPr lang="zh-CN" altLang="en-US" sz="2000" b="0">
                <a:latin typeface="黑体" panose="02010609060101010101" pitchFamily="49" charset="-122"/>
              </a:rPr>
            </a:br>
            <a:r>
              <a:rPr lang="en-US" altLang="zh-CN" sz="2000" b="0">
                <a:solidFill>
                  <a:srgbClr val="333333"/>
                </a:solidFill>
                <a:latin typeface="黑体" panose="02010609060101010101" pitchFamily="49" charset="-122"/>
              </a:rPr>
              <a:t>(1)</a:t>
            </a:r>
            <a:r>
              <a:rPr lang="zh-CN" altLang="en-US" sz="2000" b="0">
                <a:solidFill>
                  <a:srgbClr val="333333"/>
                </a:solidFill>
                <a:latin typeface="黑体" panose="02010609060101010101" pitchFamily="49" charset="-122"/>
              </a:rPr>
              <a:t>用户进程请求打印一个输出文件。</a:t>
            </a:r>
            <a:br>
              <a:rPr lang="zh-CN" altLang="en-US" sz="2000" b="0">
                <a:latin typeface="黑体" panose="02010609060101010101" pitchFamily="49" charset="-122"/>
              </a:rPr>
            </a:br>
            <a:r>
              <a:rPr lang="en-US" altLang="zh-CN" sz="2000" b="0">
                <a:solidFill>
                  <a:srgbClr val="333333"/>
                </a:solidFill>
                <a:latin typeface="黑体" panose="02010609060101010101" pitchFamily="49" charset="-122"/>
              </a:rPr>
              <a:t>(2)</a:t>
            </a:r>
            <a:r>
              <a:rPr lang="zh-CN" altLang="en-US" sz="2000" b="0">
                <a:solidFill>
                  <a:srgbClr val="333333"/>
                </a:solidFill>
                <a:latin typeface="黑体" panose="02010609060101010101" pitchFamily="49" charset="-122"/>
              </a:rPr>
              <a:t>将一维磁盘块号转换为三维物理地址</a:t>
            </a:r>
            <a:r>
              <a:rPr lang="en-US" altLang="zh-CN" sz="2000" b="0">
                <a:solidFill>
                  <a:srgbClr val="333333"/>
                </a:solidFill>
                <a:latin typeface="黑体" panose="02010609060101010101" pitchFamily="49" charset="-122"/>
              </a:rPr>
              <a:t>(</a:t>
            </a:r>
            <a:r>
              <a:rPr lang="zh-CN" altLang="en-US" sz="2000" b="0">
                <a:solidFill>
                  <a:srgbClr val="333333"/>
                </a:solidFill>
                <a:latin typeface="黑体" panose="02010609060101010101" pitchFamily="49" charset="-122"/>
              </a:rPr>
              <a:t>柱面、磁道和扇区</a:t>
            </a:r>
            <a:r>
              <a:rPr lang="en-US" altLang="zh-CN" sz="2000" b="0">
                <a:solidFill>
                  <a:srgbClr val="333333"/>
                </a:solidFill>
                <a:latin typeface="黑体" panose="02010609060101010101" pitchFamily="49" charset="-122"/>
              </a:rPr>
              <a:t>)</a:t>
            </a:r>
            <a:r>
              <a:rPr lang="zh-CN" altLang="en-US" sz="2000" b="0">
                <a:solidFill>
                  <a:srgbClr val="333333"/>
                </a:solidFill>
                <a:latin typeface="黑体" panose="02010609060101010101" pitchFamily="49" charset="-122"/>
              </a:rPr>
              <a:t>。</a:t>
            </a:r>
            <a:br>
              <a:rPr lang="zh-CN" altLang="en-US" sz="2000" b="0">
                <a:latin typeface="黑体" panose="02010609060101010101" pitchFamily="49" charset="-122"/>
              </a:rPr>
            </a:br>
            <a:r>
              <a:rPr lang="en-US" altLang="zh-CN" sz="2000" b="0">
                <a:solidFill>
                  <a:srgbClr val="333333"/>
                </a:solidFill>
                <a:latin typeface="黑体" panose="02010609060101010101" pitchFamily="49" charset="-122"/>
              </a:rPr>
              <a:t>(3)</a:t>
            </a:r>
            <a:r>
              <a:rPr lang="zh-CN" altLang="en-US" sz="2000" b="0">
                <a:solidFill>
                  <a:srgbClr val="333333"/>
                </a:solidFill>
                <a:latin typeface="黑体" panose="02010609060101010101" pitchFamily="49" charset="-122"/>
              </a:rPr>
              <a:t>获得设备驱动程序的入口地址。</a:t>
            </a:r>
            <a:endParaRPr lang="en-US" altLang="zh-CN" sz="2000" b="0">
              <a:solidFill>
                <a:srgbClr val="333333"/>
              </a:solidFill>
              <a:latin typeface="黑体" panose="02010609060101010101" pitchFamily="49" charset="-122"/>
            </a:endParaRPr>
          </a:p>
          <a:p>
            <a:pPr marL="0" lvl="0" indent="0">
              <a:spcBef>
                <a:spcPct val="0"/>
              </a:spcBef>
              <a:buClrTx/>
              <a:buFontTx/>
              <a:buNone/>
            </a:pPr>
            <a:r>
              <a:rPr lang="en-US" altLang="zh-CN" sz="2000" b="0">
                <a:solidFill>
                  <a:srgbClr val="333333"/>
                </a:solidFill>
                <a:latin typeface="黑体" panose="02010609060101010101" pitchFamily="49" charset="-122"/>
              </a:rPr>
              <a:t>(4)</a:t>
            </a:r>
            <a:r>
              <a:rPr lang="zh-CN" altLang="en-US" sz="2000" b="0">
                <a:solidFill>
                  <a:srgbClr val="333333"/>
                </a:solidFill>
                <a:latin typeface="黑体" panose="02010609060101010101" pitchFamily="49" charset="-122"/>
              </a:rPr>
              <a:t>维护一个最近使用块的缓存。</a:t>
            </a:r>
            <a:br>
              <a:rPr lang="zh-CN" altLang="en-US" sz="2000" b="0">
                <a:latin typeface="黑体" panose="02010609060101010101" pitchFamily="49" charset="-122"/>
              </a:rPr>
            </a:br>
            <a:r>
              <a:rPr lang="en-US" altLang="zh-CN" sz="2000" b="0">
                <a:solidFill>
                  <a:srgbClr val="333333"/>
                </a:solidFill>
                <a:latin typeface="黑体" panose="02010609060101010101" pitchFamily="49" charset="-122"/>
              </a:rPr>
              <a:t>(5)</a:t>
            </a:r>
            <a:r>
              <a:rPr lang="zh-CN" altLang="en-US" sz="2000" b="0">
                <a:solidFill>
                  <a:srgbClr val="333333"/>
                </a:solidFill>
                <a:latin typeface="黑体" panose="02010609060101010101" pitchFamily="49" charset="-122"/>
              </a:rPr>
              <a:t>设备驱动进程被唤醒。</a:t>
            </a:r>
            <a:br>
              <a:rPr lang="zh-CN" altLang="en-US" sz="2000" b="0">
                <a:latin typeface="黑体" panose="02010609060101010101" pitchFamily="49" charset="-122"/>
              </a:rPr>
            </a:br>
            <a:r>
              <a:rPr lang="en-US" altLang="zh-CN" sz="2000" b="0">
                <a:solidFill>
                  <a:srgbClr val="333333"/>
                </a:solidFill>
                <a:latin typeface="黑体" panose="02010609060101010101" pitchFamily="49" charset="-122"/>
              </a:rPr>
              <a:t>(6)</a:t>
            </a:r>
            <a:r>
              <a:rPr lang="zh-CN" altLang="en-US" sz="2000" b="0">
                <a:solidFill>
                  <a:srgbClr val="333333"/>
                </a:solidFill>
                <a:latin typeface="黑体" panose="02010609060101010101" pitchFamily="49" charset="-122"/>
              </a:rPr>
              <a:t>向设备寄存器写命令。</a:t>
            </a:r>
            <a:br>
              <a:rPr lang="zh-CN" altLang="en-US" sz="2000" b="0">
                <a:latin typeface="黑体" panose="02010609060101010101" pitchFamily="49" charset="-122"/>
              </a:rPr>
            </a:br>
            <a:r>
              <a:rPr lang="en-US" altLang="zh-CN" sz="2000" b="0">
                <a:solidFill>
                  <a:srgbClr val="333333"/>
                </a:solidFill>
                <a:latin typeface="黑体" panose="02010609060101010101" pitchFamily="49" charset="-122"/>
              </a:rPr>
              <a:t>(7)</a:t>
            </a:r>
            <a:r>
              <a:rPr lang="zh-CN" altLang="en-US" sz="2000" b="0">
                <a:solidFill>
                  <a:srgbClr val="333333"/>
                </a:solidFill>
                <a:latin typeface="黑体" panose="02010609060101010101" pitchFamily="49" charset="-122"/>
              </a:rPr>
              <a:t>检查用户是否有权使用设备。</a:t>
            </a:r>
            <a:br>
              <a:rPr lang="zh-CN" altLang="en-US" sz="2000" b="0">
                <a:latin typeface="黑体" panose="02010609060101010101" pitchFamily="49" charset="-122"/>
              </a:rPr>
            </a:br>
            <a:br>
              <a:rPr lang="zh-CN" altLang="en-US" sz="2000" b="0">
                <a:latin typeface="宋体" panose="02010600030101010101" pitchFamily="2" charset="-122"/>
                <a:ea typeface="宋体" panose="02010600030101010101" pitchFamily="2" charset="-122"/>
              </a:rPr>
            </a:br>
            <a:endParaRPr lang="zh-CN" altLang="en-US" sz="2000" b="0">
              <a:latin typeface="宋体" panose="02010600030101010101" pitchFamily="2" charset="-122"/>
              <a:ea typeface="宋体" panose="02010600030101010101" pitchFamily="2" charset="-122"/>
            </a:endParaRPr>
          </a:p>
        </p:txBody>
      </p:sp>
      <p:sp>
        <p:nvSpPr>
          <p:cNvPr id="41989" name="矩形 4"/>
          <p:cNvSpPr>
            <a:spLocks noChangeArrowheads="1"/>
          </p:cNvSpPr>
          <p:nvPr/>
        </p:nvSpPr>
        <p:spPr bwMode="auto">
          <a:xfrm>
            <a:off x="5329238" y="2654300"/>
            <a:ext cx="3513138" cy="3170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0" lvl="0" indent="0">
              <a:spcBef>
                <a:spcPct val="0"/>
              </a:spcBef>
              <a:buClrTx/>
              <a:buFontTx/>
              <a:buNone/>
            </a:pPr>
            <a:r>
              <a:rPr lang="en-US" altLang="zh-CN" sz="2000" b="0">
                <a:solidFill>
                  <a:srgbClr val="333333"/>
                </a:solidFill>
                <a:latin typeface="黑体" panose="02010609060101010101" pitchFamily="49" charset="-122"/>
              </a:rPr>
              <a:t>(1)</a:t>
            </a:r>
            <a:r>
              <a:rPr lang="zh-CN" altLang="en-US" sz="2000" b="0">
                <a:solidFill>
                  <a:srgbClr val="333333"/>
                </a:solidFill>
                <a:latin typeface="黑体" panose="02010609060101010101" pitchFamily="49" charset="-122"/>
              </a:rPr>
              <a:t>用户级软件。</a:t>
            </a:r>
            <a:br>
              <a:rPr lang="zh-CN" altLang="en-US" sz="2000" b="0">
                <a:latin typeface="黑体" panose="02010609060101010101" pitchFamily="49" charset="-122"/>
              </a:rPr>
            </a:br>
            <a:r>
              <a:rPr lang="en-US" altLang="zh-CN" sz="2000" b="0">
                <a:solidFill>
                  <a:srgbClr val="333333"/>
                </a:solidFill>
                <a:latin typeface="黑体" panose="02010609060101010101" pitchFamily="49" charset="-122"/>
              </a:rPr>
              <a:t>(2)</a:t>
            </a:r>
            <a:r>
              <a:rPr lang="zh-CN" altLang="en-US" sz="2000" b="0">
                <a:solidFill>
                  <a:srgbClr val="333333"/>
                </a:solidFill>
                <a:latin typeface="黑体" panose="02010609060101010101" pitchFamily="49" charset="-122"/>
              </a:rPr>
              <a:t>设备驱动程序。</a:t>
            </a:r>
            <a:endParaRPr lang="en-US" altLang="zh-CN" sz="2000" b="0">
              <a:solidFill>
                <a:srgbClr val="333333"/>
              </a:solidFill>
              <a:latin typeface="黑体" panose="02010609060101010101" pitchFamily="49" charset="-122"/>
            </a:endParaRPr>
          </a:p>
          <a:p>
            <a:pPr marL="0" lvl="0" indent="0">
              <a:spcBef>
                <a:spcPct val="0"/>
              </a:spcBef>
              <a:buClrTx/>
              <a:buFontTx/>
              <a:buNone/>
            </a:pPr>
            <a:br>
              <a:rPr lang="zh-CN" altLang="en-US" sz="2000" b="0">
                <a:latin typeface="黑体" panose="02010609060101010101" pitchFamily="49" charset="-122"/>
              </a:rPr>
            </a:br>
            <a:r>
              <a:rPr lang="en-US" altLang="zh-CN" sz="2000" b="0">
                <a:solidFill>
                  <a:srgbClr val="333333"/>
                </a:solidFill>
                <a:latin typeface="黑体" panose="02010609060101010101" pitchFamily="49" charset="-122"/>
              </a:rPr>
              <a:t>(3)</a:t>
            </a:r>
            <a:r>
              <a:rPr lang="zh-CN" altLang="en-US" sz="2000" b="0">
                <a:solidFill>
                  <a:srgbClr val="333333"/>
                </a:solidFill>
                <a:latin typeface="黑体" panose="02010609060101010101" pitchFamily="49" charset="-122"/>
              </a:rPr>
              <a:t>设备独立性软件。</a:t>
            </a:r>
            <a:br>
              <a:rPr lang="zh-CN" altLang="en-US" sz="2000" b="0">
                <a:latin typeface="黑体" panose="02010609060101010101" pitchFamily="49" charset="-122"/>
              </a:rPr>
            </a:br>
            <a:r>
              <a:rPr lang="en-US" altLang="zh-CN" sz="2000" b="0">
                <a:solidFill>
                  <a:srgbClr val="333333"/>
                </a:solidFill>
                <a:latin typeface="黑体" panose="02010609060101010101" pitchFamily="49" charset="-122"/>
              </a:rPr>
              <a:t>(4)</a:t>
            </a:r>
            <a:r>
              <a:rPr lang="zh-CN" altLang="en-US" sz="2000" b="0">
                <a:solidFill>
                  <a:srgbClr val="333333"/>
                </a:solidFill>
                <a:latin typeface="黑体" panose="02010609060101010101" pitchFamily="49" charset="-122"/>
              </a:rPr>
              <a:t>设备独立性软件。</a:t>
            </a:r>
            <a:br>
              <a:rPr lang="zh-CN" altLang="en-US" sz="2000" b="0">
                <a:latin typeface="黑体" panose="02010609060101010101" pitchFamily="49" charset="-122"/>
              </a:rPr>
            </a:br>
            <a:r>
              <a:rPr lang="en-US" altLang="zh-CN" sz="2000" b="0">
                <a:solidFill>
                  <a:srgbClr val="333333"/>
                </a:solidFill>
                <a:latin typeface="黑体" panose="02010609060101010101" pitchFamily="49" charset="-122"/>
              </a:rPr>
              <a:t>(5)</a:t>
            </a:r>
            <a:r>
              <a:rPr lang="zh-CN" altLang="en-US" sz="2000" b="0">
                <a:solidFill>
                  <a:srgbClr val="333333"/>
                </a:solidFill>
                <a:latin typeface="黑体" panose="02010609060101010101" pitchFamily="49" charset="-122"/>
              </a:rPr>
              <a:t>中断处理程序。</a:t>
            </a:r>
            <a:br>
              <a:rPr lang="zh-CN" altLang="en-US" sz="2000" b="0">
                <a:latin typeface="黑体" panose="02010609060101010101" pitchFamily="49" charset="-122"/>
              </a:rPr>
            </a:br>
            <a:r>
              <a:rPr lang="en-US" altLang="zh-CN" sz="2000" b="0">
                <a:solidFill>
                  <a:srgbClr val="333333"/>
                </a:solidFill>
                <a:latin typeface="黑体" panose="02010609060101010101" pitchFamily="49" charset="-122"/>
              </a:rPr>
              <a:t>(6)</a:t>
            </a:r>
            <a:r>
              <a:rPr lang="zh-CN" altLang="en-US" sz="2000" b="0">
                <a:solidFill>
                  <a:srgbClr val="333333"/>
                </a:solidFill>
                <a:latin typeface="黑体" panose="02010609060101010101" pitchFamily="49" charset="-122"/>
              </a:rPr>
              <a:t>设备驱动程序。</a:t>
            </a:r>
            <a:br>
              <a:rPr lang="zh-CN" altLang="en-US" sz="2000" b="0">
                <a:latin typeface="黑体" panose="02010609060101010101" pitchFamily="49" charset="-122"/>
              </a:rPr>
            </a:br>
            <a:r>
              <a:rPr lang="en-US" altLang="zh-CN" sz="2000" b="0">
                <a:solidFill>
                  <a:srgbClr val="333333"/>
                </a:solidFill>
                <a:latin typeface="黑体" panose="02010609060101010101" pitchFamily="49" charset="-122"/>
              </a:rPr>
              <a:t>(7)</a:t>
            </a:r>
            <a:r>
              <a:rPr lang="zh-CN" altLang="en-US" sz="2000" b="0">
                <a:solidFill>
                  <a:srgbClr val="333333"/>
                </a:solidFill>
                <a:latin typeface="黑体" panose="02010609060101010101" pitchFamily="49" charset="-122"/>
              </a:rPr>
              <a:t>设备独立性软件。</a:t>
            </a:r>
            <a:br>
              <a:rPr lang="zh-CN" altLang="en-US" sz="2000" b="0">
                <a:latin typeface="黑体" panose="02010609060101010101" pitchFamily="49" charset="-122"/>
              </a:rPr>
            </a:br>
            <a:br>
              <a:rPr lang="zh-CN" altLang="en-US" sz="2000" b="0">
                <a:latin typeface="黑体" panose="02010609060101010101" pitchFamily="49" charset="-122"/>
              </a:rPr>
            </a:br>
            <a:endParaRPr lang="zh-CN" altLang="en-US" sz="2000" b="0">
              <a:latin typeface="黑体" panose="02010609060101010101"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198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1989" grpId="0"/>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1" name="灯片编号占位符 1"/>
          <p:cNvSpPr txBox="1">
            <a:spLocks noGrp="1"/>
          </p:cNvSpPr>
          <p:nvPr>
            <p:ph type="sldNum" sz="quarter" idx="12"/>
          </p:nvPr>
        </p:nvSpPr>
        <p:spPr>
          <a:xfrm>
            <a:off x="431800" y="6229350"/>
            <a:ext cx="2311400" cy="457200"/>
          </a:xfrm>
        </p:spPr>
        <p:txBody>
          <a:bodyPr anchor="b" anchorCtr="0"/>
          <a:lstStyle/>
          <a:p>
            <a:pPr marL="0" indent="0">
              <a:spcBef>
                <a:spcPct val="50000"/>
              </a:spcBef>
              <a:buClrTx/>
              <a:buFontTx/>
              <a:buNone/>
            </a:pPr>
            <a:r>
              <a:rPr lang="zh-CN" altLang="en-US" sz="1200" b="0">
                <a:solidFill>
                  <a:srgbClr val="3366CC"/>
                </a:solidFill>
                <a:ea typeface="宋体" panose="02010600030101010101" pitchFamily="2" charset="-122"/>
              </a:rPr>
              <a:t>第</a:t>
            </a:r>
            <a:fld id="{9A0DB2DC-4C9A-4742-B13C-FB6460FD3503}" type="slidenum">
              <a:rPr lang="zh-TW" altLang="en-US" sz="1200" b="0">
                <a:solidFill>
                  <a:srgbClr val="3366CC"/>
                </a:solidFill>
                <a:ea typeface="PMingLiU" pitchFamily="18" charset="-120"/>
              </a:rPr>
              <a:t>50</a:t>
            </a:fld>
            <a:r>
              <a:rPr lang="zh-CN" altLang="en-US" sz="1200" b="0">
                <a:solidFill>
                  <a:srgbClr val="3366CC"/>
                </a:solidFill>
                <a:ea typeface="宋体" panose="02010600030101010101" pitchFamily="2" charset="-122"/>
              </a:rPr>
              <a:t>页</a:t>
            </a:r>
            <a:endParaRPr lang="zh-TW" altLang="en-US" sz="1200" b="0">
              <a:solidFill>
                <a:srgbClr val="3366CC"/>
              </a:solidFill>
              <a:ea typeface="宋体" panose="02010600030101010101" pitchFamily="2" charset="-122"/>
            </a:endParaRPr>
          </a:p>
        </p:txBody>
      </p:sp>
      <p:sp>
        <p:nvSpPr>
          <p:cNvPr id="66562" name="文本框 4"/>
          <p:cNvSpPr txBox="1"/>
          <p:nvPr>
            <p:custDataLst>
              <p:tags r:id="rId2"/>
            </p:custDataLst>
          </p:nvPr>
        </p:nvSpPr>
        <p:spPr>
          <a:xfrm>
            <a:off x="914400" y="781050"/>
            <a:ext cx="7315200" cy="2143125"/>
          </a:xfrm>
          <a:prstGeom prst="rect">
            <a:avLst/>
          </a:prstGeom>
          <a:noFill/>
          <a:ln w="9525">
            <a:noFill/>
          </a:ln>
        </p:spPr>
        <p:txBody>
          <a:bodyPr anchor="ctr" anchorCtr="0"/>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0" lvl="0" indent="0">
              <a:spcBef>
                <a:spcPct val="0"/>
              </a:spcBef>
              <a:buClrTx/>
              <a:buFontTx/>
              <a:buNone/>
            </a:pPr>
            <a:r>
              <a:rPr lang="zh-CN" altLang="en-US" b="0">
                <a:latin typeface="宋体" panose="02010600030101010101" pitchFamily="2" charset="-122"/>
                <a:ea typeface="宋体" panose="02010600030101010101" pitchFamily="2" charset="-122"/>
              </a:rPr>
              <a:t>计算数据所在磁盘的柱面号、磁头号、扇区号的程序是</a:t>
            </a:r>
            <a:endParaRPr lang="zh-CN" altLang="en-US" sz="2600" b="0">
              <a:solidFill>
                <a:srgbClr val="000000"/>
              </a:solidFill>
              <a:latin typeface="微软雅黑" panose="020B0503020204020204" charset="-122"/>
              <a:ea typeface="微软雅黑" panose="020B0503020204020204" charset="-122"/>
              <a:sym typeface="微软雅黑" panose="020B0503020204020204" charset="-122"/>
            </a:endParaRPr>
          </a:p>
        </p:txBody>
      </p:sp>
      <p:sp>
        <p:nvSpPr>
          <p:cNvPr id="66563" name="文本框 5"/>
          <p:cNvSpPr txBox="1"/>
          <p:nvPr>
            <p:custDataLst>
              <p:tags r:id="rId3"/>
            </p:custDataLst>
          </p:nvPr>
        </p:nvSpPr>
        <p:spPr>
          <a:xfrm>
            <a:off x="1828800" y="2786063"/>
            <a:ext cx="6400800" cy="642937"/>
          </a:xfrm>
          <a:prstGeom prst="rect">
            <a:avLst/>
          </a:prstGeom>
          <a:noFill/>
          <a:ln w="9525">
            <a:noFill/>
          </a:ln>
        </p:spPr>
        <p:txBody>
          <a:bodyPr anchor="ctr" anchorCtr="0"/>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0" lvl="0" indent="0">
              <a:spcBef>
                <a:spcPct val="0"/>
              </a:spcBef>
              <a:buClrTx/>
              <a:buFontTx/>
              <a:buNone/>
            </a:pPr>
            <a:r>
              <a:rPr lang="zh-CN" altLang="en-US" b="0">
                <a:latin typeface="宋体" panose="02010600030101010101" pitchFamily="2" charset="-122"/>
                <a:ea typeface="宋体" panose="02010600030101010101" pitchFamily="2" charset="-122"/>
              </a:rPr>
              <a:t>用户程序</a:t>
            </a:r>
            <a:endParaRPr lang="zh-CN" altLang="en-US" sz="2600" b="0">
              <a:solidFill>
                <a:srgbClr val="000000"/>
              </a:solidFill>
              <a:latin typeface="微软雅黑" panose="020B0503020204020204" charset="-122"/>
              <a:ea typeface="微软雅黑" panose="020B0503020204020204" charset="-122"/>
              <a:sym typeface="微软雅黑" panose="020B0503020204020204" charset="-122"/>
            </a:endParaRPr>
          </a:p>
        </p:txBody>
      </p:sp>
      <p:sp>
        <p:nvSpPr>
          <p:cNvPr id="66564" name="文本框 6"/>
          <p:cNvSpPr txBox="1"/>
          <p:nvPr>
            <p:custDataLst>
              <p:tags r:id="rId4"/>
            </p:custDataLst>
          </p:nvPr>
        </p:nvSpPr>
        <p:spPr>
          <a:xfrm>
            <a:off x="1828800" y="3643313"/>
            <a:ext cx="6400800" cy="642937"/>
          </a:xfrm>
          <a:prstGeom prst="rect">
            <a:avLst/>
          </a:prstGeom>
          <a:noFill/>
          <a:ln w="9525">
            <a:noFill/>
          </a:ln>
        </p:spPr>
        <p:txBody>
          <a:bodyPr anchor="ctr" anchorCtr="0"/>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0" lvl="0" indent="0">
              <a:spcBef>
                <a:spcPct val="0"/>
              </a:spcBef>
              <a:buClrTx/>
              <a:buFontTx/>
              <a:buNone/>
            </a:pPr>
            <a:r>
              <a:rPr lang="zh-CN" altLang="en-US" b="0">
                <a:latin typeface="宋体" panose="02010600030101010101" pitchFamily="2" charset="-122"/>
                <a:ea typeface="宋体" panose="02010600030101010101" pitchFamily="2" charset="-122"/>
              </a:rPr>
              <a:t>系统调用处理程序</a:t>
            </a:r>
            <a:endParaRPr lang="zh-CN" altLang="en-US" sz="2600" b="0">
              <a:solidFill>
                <a:srgbClr val="000000"/>
              </a:solidFill>
              <a:latin typeface="微软雅黑" panose="020B0503020204020204" charset="-122"/>
              <a:ea typeface="微软雅黑" panose="020B0503020204020204" charset="-122"/>
              <a:sym typeface="微软雅黑" panose="020B0503020204020204" charset="-122"/>
            </a:endParaRPr>
          </a:p>
        </p:txBody>
      </p:sp>
      <p:sp>
        <p:nvSpPr>
          <p:cNvPr id="66565" name="文本框 7"/>
          <p:cNvSpPr txBox="1"/>
          <p:nvPr>
            <p:custDataLst>
              <p:tags r:id="rId5"/>
            </p:custDataLst>
          </p:nvPr>
        </p:nvSpPr>
        <p:spPr>
          <a:xfrm>
            <a:off x="1828800" y="4500563"/>
            <a:ext cx="6400800" cy="642937"/>
          </a:xfrm>
          <a:prstGeom prst="rect">
            <a:avLst/>
          </a:prstGeom>
          <a:noFill/>
          <a:ln w="9525">
            <a:noFill/>
          </a:ln>
        </p:spPr>
        <p:txBody>
          <a:bodyPr anchor="ctr" anchorCtr="0"/>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0" lvl="0" indent="0">
              <a:spcBef>
                <a:spcPct val="0"/>
              </a:spcBef>
              <a:buClrTx/>
              <a:buFontTx/>
              <a:buNone/>
            </a:pPr>
            <a:r>
              <a:rPr lang="zh-CN" altLang="en-US" b="0">
                <a:latin typeface="宋体" panose="02010600030101010101" pitchFamily="2" charset="-122"/>
                <a:ea typeface="宋体" panose="02010600030101010101" pitchFamily="2" charset="-122"/>
              </a:rPr>
              <a:t>设备驱动程序</a:t>
            </a:r>
            <a:endParaRPr lang="zh-CN" altLang="en-US" sz="2600" b="0">
              <a:solidFill>
                <a:srgbClr val="000000"/>
              </a:solidFill>
              <a:latin typeface="微软雅黑" panose="020B0503020204020204" charset="-122"/>
              <a:ea typeface="微软雅黑" panose="020B0503020204020204" charset="-122"/>
              <a:sym typeface="微软雅黑" panose="020B0503020204020204" charset="-122"/>
            </a:endParaRPr>
          </a:p>
        </p:txBody>
      </p:sp>
      <p:sp>
        <p:nvSpPr>
          <p:cNvPr id="66566" name="文本框 8"/>
          <p:cNvSpPr txBox="1"/>
          <p:nvPr>
            <p:custDataLst>
              <p:tags r:id="rId6"/>
            </p:custDataLst>
          </p:nvPr>
        </p:nvSpPr>
        <p:spPr>
          <a:xfrm>
            <a:off x="1828800" y="5357813"/>
            <a:ext cx="6400800" cy="642937"/>
          </a:xfrm>
          <a:prstGeom prst="rect">
            <a:avLst/>
          </a:prstGeom>
          <a:noFill/>
          <a:ln w="9525">
            <a:noFill/>
          </a:ln>
        </p:spPr>
        <p:txBody>
          <a:bodyPr anchor="ctr" anchorCtr="0"/>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0" lvl="0" indent="0">
              <a:spcBef>
                <a:spcPct val="0"/>
              </a:spcBef>
              <a:buClrTx/>
              <a:buFontTx/>
              <a:buNone/>
            </a:pPr>
            <a:r>
              <a:rPr lang="zh-CN" altLang="en-US" b="0">
                <a:latin typeface="宋体" panose="02010600030101010101" pitchFamily="2" charset="-122"/>
                <a:ea typeface="宋体" panose="02010600030101010101" pitchFamily="2" charset="-122"/>
              </a:rPr>
              <a:t>中断处理程序</a:t>
            </a:r>
            <a:endParaRPr lang="zh-CN" altLang="en-US" sz="2600" b="0">
              <a:solidFill>
                <a:srgbClr val="000000"/>
              </a:solidFill>
              <a:latin typeface="微软雅黑" panose="020B0503020204020204" charset="-122"/>
              <a:ea typeface="微软雅黑" panose="020B0503020204020204" charset="-122"/>
              <a:sym typeface="微软雅黑" panose="020B0503020204020204" charset="-122"/>
            </a:endParaRPr>
          </a:p>
        </p:txBody>
      </p:sp>
      <p:sp>
        <p:nvSpPr>
          <p:cNvPr id="66567" name="椭圆 9"/>
          <p:cNvSpPr>
            <a:spLocks noChangeAspect="1"/>
          </p:cNvSpPr>
          <p:nvPr>
            <p:custDataLst>
              <p:tags r:id="rId7"/>
            </p:custDataLst>
          </p:nvPr>
        </p:nvSpPr>
        <p:spPr>
          <a:xfrm>
            <a:off x="1114425" y="2849563"/>
            <a:ext cx="514350" cy="514350"/>
          </a:xfrm>
          <a:prstGeom prst="ellipse">
            <a:avLst/>
          </a:prstGeom>
          <a:solidFill>
            <a:srgbClr val="808080"/>
          </a:solidFill>
          <a:ln w="12700" cap="flat" cmpd="sng">
            <a:solidFill>
              <a:srgbClr val="000000"/>
            </a:solidFill>
            <a:prstDash val="solid"/>
            <a:headEnd type="none" w="med" len="med"/>
            <a:tailEnd type="none" w="med" len="med"/>
          </a:ln>
        </p:spPr>
        <p:txBody>
          <a:bodyPr wrap="none" anchor="ctr" anchorCtr="1"/>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0" lvl="0" indent="0" algn="ctr" eaLnBrk="1" hangingPunct="1">
              <a:spcBef>
                <a:spcPct val="0"/>
              </a:spcBef>
              <a:buClrTx/>
              <a:buFontTx/>
              <a:buNone/>
            </a:pPr>
            <a:r>
              <a:rPr lang="en-US" altLang="zh-CN" sz="1600" b="0">
                <a:solidFill>
                  <a:srgbClr val="FFFFFF"/>
                </a:solidFill>
                <a:latin typeface="微软雅黑" panose="020B0503020204020204" charset="-122"/>
                <a:ea typeface="微软雅黑" panose="020B0503020204020204" charset="-122"/>
                <a:sym typeface="微软雅黑" panose="020B0503020204020204" charset="-122"/>
              </a:rPr>
              <a:t>A</a:t>
            </a:r>
            <a:endParaRPr lang="zh-CN" altLang="en-US" sz="1600" b="0">
              <a:solidFill>
                <a:srgbClr val="FFFFFF"/>
              </a:solidFill>
              <a:latin typeface="微软雅黑" panose="020B0503020204020204" charset="-122"/>
              <a:ea typeface="微软雅黑" panose="020B0503020204020204" charset="-122"/>
              <a:sym typeface="微软雅黑" panose="020B0503020204020204" charset="-122"/>
            </a:endParaRPr>
          </a:p>
        </p:txBody>
      </p:sp>
      <p:sp>
        <p:nvSpPr>
          <p:cNvPr id="66568" name="椭圆 10"/>
          <p:cNvSpPr>
            <a:spLocks noChangeAspect="1"/>
          </p:cNvSpPr>
          <p:nvPr>
            <p:custDataLst>
              <p:tags r:id="rId8"/>
            </p:custDataLst>
          </p:nvPr>
        </p:nvSpPr>
        <p:spPr>
          <a:xfrm>
            <a:off x="1114425" y="3706813"/>
            <a:ext cx="514350" cy="514350"/>
          </a:xfrm>
          <a:prstGeom prst="ellipse">
            <a:avLst/>
          </a:prstGeom>
          <a:solidFill>
            <a:srgbClr val="808080"/>
          </a:solidFill>
          <a:ln w="12700" cap="flat" cmpd="sng">
            <a:solidFill>
              <a:srgbClr val="000000"/>
            </a:solidFill>
            <a:prstDash val="solid"/>
            <a:headEnd type="none" w="med" len="med"/>
            <a:tailEnd type="none" w="med" len="med"/>
          </a:ln>
        </p:spPr>
        <p:txBody>
          <a:bodyPr wrap="none" anchor="ctr" anchorCtr="1"/>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0" lvl="0" indent="0" algn="ctr" eaLnBrk="1" hangingPunct="1">
              <a:spcBef>
                <a:spcPct val="0"/>
              </a:spcBef>
              <a:buClrTx/>
              <a:buFontTx/>
              <a:buNone/>
            </a:pPr>
            <a:r>
              <a:rPr lang="en-US" altLang="zh-CN" sz="1600" b="0">
                <a:solidFill>
                  <a:srgbClr val="FFFFFF"/>
                </a:solidFill>
                <a:latin typeface="微软雅黑" panose="020B0503020204020204" charset="-122"/>
                <a:ea typeface="微软雅黑" panose="020B0503020204020204" charset="-122"/>
                <a:sym typeface="微软雅黑" panose="020B0503020204020204" charset="-122"/>
              </a:rPr>
              <a:t>B</a:t>
            </a:r>
            <a:endParaRPr lang="zh-CN" altLang="en-US" sz="1600" b="0">
              <a:solidFill>
                <a:srgbClr val="FFFFFF"/>
              </a:solidFill>
              <a:latin typeface="微软雅黑" panose="020B0503020204020204" charset="-122"/>
              <a:ea typeface="微软雅黑" panose="020B0503020204020204" charset="-122"/>
              <a:sym typeface="微软雅黑" panose="020B0503020204020204" charset="-122"/>
            </a:endParaRPr>
          </a:p>
        </p:txBody>
      </p:sp>
      <p:sp>
        <p:nvSpPr>
          <p:cNvPr id="66569" name="椭圆 11"/>
          <p:cNvSpPr>
            <a:spLocks noChangeAspect="1"/>
          </p:cNvSpPr>
          <p:nvPr>
            <p:custDataLst>
              <p:tags r:id="rId9"/>
            </p:custDataLst>
          </p:nvPr>
        </p:nvSpPr>
        <p:spPr>
          <a:xfrm>
            <a:off x="1114425" y="4564063"/>
            <a:ext cx="514350" cy="514350"/>
          </a:xfrm>
          <a:prstGeom prst="ellipse">
            <a:avLst/>
          </a:prstGeom>
          <a:solidFill>
            <a:srgbClr val="00FF00"/>
          </a:solidFill>
          <a:ln w="25400" cap="flat" cmpd="sng">
            <a:solidFill>
              <a:srgbClr val="000000"/>
            </a:solidFill>
            <a:prstDash val="solid"/>
            <a:headEnd type="none" w="med" len="med"/>
            <a:tailEnd type="none" w="med" len="med"/>
          </a:ln>
        </p:spPr>
        <p:txBody>
          <a:bodyPr wrap="none" anchor="ctr" anchorCtr="1"/>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0" lvl="0" indent="0" algn="ctr" eaLnBrk="1" hangingPunct="1">
              <a:spcBef>
                <a:spcPct val="0"/>
              </a:spcBef>
              <a:buClrTx/>
              <a:buFontTx/>
              <a:buNone/>
            </a:pPr>
            <a:r>
              <a:rPr lang="en-US" altLang="zh-CN" sz="1600" b="0">
                <a:solidFill>
                  <a:srgbClr val="FFFFFF"/>
                </a:solidFill>
                <a:latin typeface="微软雅黑" panose="020B0503020204020204" charset="-122"/>
                <a:ea typeface="微软雅黑" panose="020B0503020204020204" charset="-122"/>
                <a:sym typeface="微软雅黑" panose="020B0503020204020204" charset="-122"/>
              </a:rPr>
              <a:t>C</a:t>
            </a:r>
            <a:endParaRPr lang="zh-CN" altLang="en-US" sz="1600" b="0">
              <a:solidFill>
                <a:srgbClr val="FFFFFF"/>
              </a:solidFill>
              <a:latin typeface="微软雅黑" panose="020B0503020204020204" charset="-122"/>
              <a:ea typeface="微软雅黑" panose="020B0503020204020204" charset="-122"/>
              <a:sym typeface="微软雅黑" panose="020B0503020204020204" charset="-122"/>
            </a:endParaRPr>
          </a:p>
        </p:txBody>
      </p:sp>
      <p:sp>
        <p:nvSpPr>
          <p:cNvPr id="66570" name="椭圆 12"/>
          <p:cNvSpPr>
            <a:spLocks noChangeAspect="1"/>
          </p:cNvSpPr>
          <p:nvPr>
            <p:custDataLst>
              <p:tags r:id="rId10"/>
            </p:custDataLst>
          </p:nvPr>
        </p:nvSpPr>
        <p:spPr>
          <a:xfrm>
            <a:off x="1114425" y="5421313"/>
            <a:ext cx="514350" cy="514350"/>
          </a:xfrm>
          <a:prstGeom prst="ellipse">
            <a:avLst/>
          </a:prstGeom>
          <a:solidFill>
            <a:srgbClr val="808080"/>
          </a:solidFill>
          <a:ln w="12700" cap="flat" cmpd="sng">
            <a:solidFill>
              <a:srgbClr val="000000"/>
            </a:solidFill>
            <a:prstDash val="solid"/>
            <a:headEnd type="none" w="med" len="med"/>
            <a:tailEnd type="none" w="med" len="med"/>
          </a:ln>
        </p:spPr>
        <p:txBody>
          <a:bodyPr wrap="none" anchor="ctr" anchorCtr="1"/>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0" lvl="0" indent="0" algn="ctr" eaLnBrk="1" hangingPunct="1">
              <a:spcBef>
                <a:spcPct val="0"/>
              </a:spcBef>
              <a:buClrTx/>
              <a:buFontTx/>
              <a:buNone/>
            </a:pPr>
            <a:r>
              <a:rPr lang="en-US" altLang="zh-CN" sz="1600" b="0">
                <a:solidFill>
                  <a:srgbClr val="FFFFFF"/>
                </a:solidFill>
                <a:latin typeface="微软雅黑" panose="020B0503020204020204" charset="-122"/>
                <a:ea typeface="微软雅黑" panose="020B0503020204020204" charset="-122"/>
                <a:sym typeface="微软雅黑" panose="020B0503020204020204" charset="-122"/>
              </a:rPr>
              <a:t>D</a:t>
            </a:r>
            <a:endParaRPr lang="zh-CN" altLang="en-US" sz="1600" b="0">
              <a:solidFill>
                <a:srgbClr val="FFFFFF"/>
              </a:solidFill>
              <a:latin typeface="微软雅黑" panose="020B0503020204020204" charset="-122"/>
              <a:ea typeface="微软雅黑" panose="020B0503020204020204" charset="-122"/>
              <a:sym typeface="微软雅黑" panose="020B0503020204020204" charset="-122"/>
            </a:endParaRPr>
          </a:p>
        </p:txBody>
      </p:sp>
      <p:sp>
        <p:nvSpPr>
          <p:cNvPr id="66571" name="矩形: 圆角 13"/>
          <p:cNvSpPr/>
          <p:nvPr>
            <p:custDataLst>
              <p:tags r:id="rId11"/>
            </p:custDataLst>
          </p:nvPr>
        </p:nvSpPr>
        <p:spPr>
          <a:xfrm>
            <a:off x="6172200" y="6215063"/>
            <a:ext cx="1543050" cy="411162"/>
          </a:xfrm>
          <a:prstGeom prst="roundRect">
            <a:avLst>
              <a:gd name="adj" fmla="val 16667"/>
            </a:avLst>
          </a:prstGeom>
          <a:solidFill>
            <a:srgbClr val="808080"/>
          </a:solidFill>
          <a:ln w="38100" cap="flat" cmpd="sng">
            <a:solidFill>
              <a:srgbClr val="000000"/>
            </a:solidFill>
            <a:prstDash val="solid"/>
            <a:headEnd type="none" w="med" len="med"/>
            <a:tailEnd type="none" w="med" len="med"/>
          </a:ln>
        </p:spPr>
        <p:txBody>
          <a:bodyPr wrap="none" anchor="ctr" anchorCtr="1"/>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0" lvl="0" indent="0" algn="ctr" eaLnBrk="1" hangingPunct="1">
              <a:spcBef>
                <a:spcPct val="0"/>
              </a:spcBef>
              <a:buClrTx/>
              <a:buFontTx/>
              <a:buNone/>
            </a:pPr>
            <a:r>
              <a:rPr lang="zh-CN" altLang="en-US" sz="1600" b="0">
                <a:solidFill>
                  <a:srgbClr val="FFFFFF"/>
                </a:solidFill>
                <a:latin typeface="微软雅黑" panose="020B0503020204020204" charset="-122"/>
                <a:ea typeface="微软雅黑" panose="020B0503020204020204" charset="-122"/>
                <a:sym typeface="微软雅黑" panose="020B0503020204020204" charset="-122"/>
              </a:rPr>
              <a:t>提交</a:t>
            </a:r>
          </a:p>
        </p:txBody>
      </p:sp>
      <p:grpSp>
        <p:nvGrpSpPr>
          <p:cNvPr id="66572" name="组合 18"/>
          <p:cNvGrpSpPr/>
          <p:nvPr/>
        </p:nvGrpSpPr>
        <p:grpSpPr>
          <a:xfrm>
            <a:off x="0" y="0"/>
            <a:ext cx="9144000" cy="635000"/>
            <a:chOff x="0" y="0"/>
            <a:chExt cx="9144000" cy="635000"/>
          </a:xfrm>
        </p:grpSpPr>
        <p:sp>
          <p:nvSpPr>
            <p:cNvPr id="66574" name="TitleBackground"/>
            <p:cNvSpPr/>
            <p:nvPr>
              <p:custDataLst>
                <p:tags r:id="rId13"/>
              </p:custDataLst>
            </p:nvPr>
          </p:nvSpPr>
          <p:spPr>
            <a:xfrm>
              <a:off x="0" y="0"/>
              <a:ext cx="9144000" cy="635000"/>
            </a:xfrm>
            <a:prstGeom prst="rect">
              <a:avLst/>
            </a:prstGeom>
            <a:solidFill>
              <a:srgbClr val="F6F7F8"/>
            </a:solidFill>
            <a:ln w="19050">
              <a:noFill/>
            </a:ln>
          </p:spPr>
          <p:txBody>
            <a:bodyPr wrap="none" anchor="ctr" anchorCtr="0"/>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0" lvl="0" indent="0" algn="ctr" eaLnBrk="1" hangingPunct="1">
                <a:spcBef>
                  <a:spcPct val="0"/>
                </a:spcBef>
                <a:buClrTx/>
                <a:buFontTx/>
                <a:buNone/>
              </a:pPr>
              <a:endParaRPr lang="zh-CN" altLang="en-US" sz="2400" b="0">
                <a:ea typeface="宋体" panose="02010600030101010101" pitchFamily="2" charset="-122"/>
              </a:endParaRPr>
            </a:p>
          </p:txBody>
        </p:sp>
        <p:sp>
          <p:nvSpPr>
            <p:cNvPr id="66575" name="ColorBlock"/>
            <p:cNvSpPr/>
            <p:nvPr>
              <p:custDataLst>
                <p:tags r:id="rId14"/>
              </p:custDataLst>
            </p:nvPr>
          </p:nvSpPr>
          <p:spPr>
            <a:xfrm>
              <a:off x="0" y="0"/>
              <a:ext cx="190500" cy="635000"/>
            </a:xfrm>
            <a:prstGeom prst="rect">
              <a:avLst/>
            </a:prstGeom>
            <a:solidFill>
              <a:srgbClr val="639EF4"/>
            </a:solidFill>
            <a:ln w="19050">
              <a:noFill/>
            </a:ln>
          </p:spPr>
          <p:txBody>
            <a:bodyPr wrap="none" anchor="ctr" anchorCtr="0"/>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0" lvl="0" indent="0" algn="ctr" eaLnBrk="1" hangingPunct="1">
                <a:spcBef>
                  <a:spcPct val="0"/>
                </a:spcBef>
                <a:buClrTx/>
                <a:buFontTx/>
                <a:buNone/>
              </a:pPr>
              <a:endParaRPr lang="zh-CN" altLang="en-US" sz="2400" b="0">
                <a:ea typeface="宋体" panose="02010600030101010101" pitchFamily="2" charset="-122"/>
              </a:endParaRPr>
            </a:p>
          </p:txBody>
        </p:sp>
        <p:sp>
          <p:nvSpPr>
            <p:cNvPr id="66576" name="TypeText"/>
            <p:cNvSpPr txBox="1"/>
            <p:nvPr>
              <p:custDataLst>
                <p:tags r:id="rId15"/>
              </p:custDataLst>
            </p:nvPr>
          </p:nvSpPr>
          <p:spPr>
            <a:xfrm>
              <a:off x="254000" y="0"/>
              <a:ext cx="1905000" cy="635000"/>
            </a:xfrm>
            <a:prstGeom prst="rect">
              <a:avLst/>
            </a:prstGeom>
            <a:noFill/>
            <a:ln w="9525">
              <a:noFill/>
            </a:ln>
          </p:spPr>
          <p:txBody>
            <a:bodyPr wrap="none" anchor="ctr" anchorCtr="0"/>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0" lvl="0" indent="0">
                <a:spcBef>
                  <a:spcPct val="0"/>
                </a:spcBef>
                <a:buClrTx/>
                <a:buFontTx/>
                <a:buNone/>
              </a:pPr>
              <a:r>
                <a:rPr lang="zh-CN" altLang="en-US" sz="2600" b="0">
                  <a:solidFill>
                    <a:srgbClr val="000000"/>
                  </a:solidFill>
                  <a:latin typeface="微软雅黑" panose="020B0503020204020204" charset="-122"/>
                  <a:ea typeface="微软雅黑" panose="020B0503020204020204" charset="-122"/>
                  <a:sym typeface="微软雅黑" panose="020B0503020204020204" charset="-122"/>
                </a:rPr>
                <a:t>单选题</a:t>
              </a:r>
            </a:p>
          </p:txBody>
        </p:sp>
        <p:sp>
          <p:nvSpPr>
            <p:cNvPr id="66577" name="TipText"/>
            <p:cNvSpPr txBox="1"/>
            <p:nvPr>
              <p:custDataLst>
                <p:tags r:id="rId16"/>
              </p:custDataLst>
            </p:nvPr>
          </p:nvSpPr>
          <p:spPr>
            <a:xfrm>
              <a:off x="1525905" y="109220"/>
              <a:ext cx="2286000" cy="508000"/>
            </a:xfrm>
            <a:prstGeom prst="rect">
              <a:avLst/>
            </a:prstGeom>
            <a:noFill/>
            <a:ln w="9525">
              <a:noFill/>
            </a:ln>
          </p:spPr>
          <p:txBody>
            <a:bodyPr wrap="none" anchor="ctr" anchorCtr="0"/>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0" lvl="0" indent="0">
                <a:spcBef>
                  <a:spcPct val="0"/>
                </a:spcBef>
                <a:buClrTx/>
                <a:buFontTx/>
                <a:buNone/>
              </a:pPr>
              <a:r>
                <a:rPr lang="en-US" altLang="zh-CN" sz="2000" b="0">
                  <a:solidFill>
                    <a:srgbClr val="808080"/>
                  </a:solidFill>
                  <a:latin typeface="微软雅黑" panose="020B0503020204020204" charset="-122"/>
                  <a:ea typeface="微软雅黑" panose="020B0503020204020204" charset="-122"/>
                  <a:sym typeface="微软雅黑" panose="020B0503020204020204" charset="-122"/>
                </a:rPr>
                <a:t>1</a:t>
              </a:r>
              <a:r>
                <a:rPr lang="zh-CN" altLang="en-US" sz="2000" b="0">
                  <a:solidFill>
                    <a:srgbClr val="808080"/>
                  </a:solidFill>
                  <a:latin typeface="微软雅黑" panose="020B0503020204020204" charset="-122"/>
                  <a:ea typeface="微软雅黑" panose="020B0503020204020204" charset="-122"/>
                  <a:sym typeface="微软雅黑" panose="020B0503020204020204" charset="-122"/>
                </a:rPr>
                <a:t>分</a:t>
              </a:r>
            </a:p>
          </p:txBody>
        </p:sp>
      </p:grpSp>
      <p:pic>
        <p:nvPicPr>
          <p:cNvPr id="66573" name="图片 3"/>
          <p:cNvPicPr/>
          <p:nvPr>
            <p:custDataLst>
              <p:tags r:id="rId12"/>
            </p:custDataLst>
          </p:nvPr>
        </p:nvPicPr>
        <p:blipFill>
          <a:blip r:embed="rId18"/>
          <a:stretch>
            <a:fillRect/>
          </a:stretch>
        </p:blipFill>
        <p:spPr>
          <a:xfrm>
            <a:off x="7594600" y="63500"/>
            <a:ext cx="1422400" cy="508000"/>
          </a:xfrm>
          <a:prstGeom prst="rect">
            <a:avLst/>
          </a:prstGeom>
          <a:noFill/>
          <a:ln w="9525">
            <a:noFill/>
          </a:ln>
        </p:spPr>
      </p:pic>
    </p:spTree>
    <p:custDataLst>
      <p:tags r:id="rId1"/>
    </p:custData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5" name="灯片编号占位符 3"/>
          <p:cNvSpPr txBox="1">
            <a:spLocks noGrp="1"/>
          </p:cNvSpPr>
          <p:nvPr>
            <p:ph type="sldNum" sz="quarter" idx="12"/>
          </p:nvPr>
        </p:nvSpPr>
        <p:spPr>
          <a:xfrm>
            <a:off x="431800" y="6229350"/>
            <a:ext cx="2311400" cy="457200"/>
          </a:xfrm>
        </p:spPr>
        <p:txBody>
          <a:bodyPr anchor="b" anchorCtr="0"/>
          <a:lstStyle/>
          <a:p>
            <a:pPr marL="0" indent="0">
              <a:spcBef>
                <a:spcPct val="50000"/>
              </a:spcBef>
              <a:buClrTx/>
              <a:buFontTx/>
              <a:buNone/>
            </a:pPr>
            <a:r>
              <a:rPr lang="zh-CN" altLang="en-US" sz="1200" b="0">
                <a:solidFill>
                  <a:srgbClr val="3366CC"/>
                </a:solidFill>
                <a:ea typeface="宋体" panose="02010600030101010101" pitchFamily="2" charset="-122"/>
              </a:rPr>
              <a:t>第</a:t>
            </a:r>
            <a:fld id="{9A0DB2DC-4C9A-4742-B13C-FB6460FD3503}" type="slidenum">
              <a:rPr lang="zh-TW" altLang="en-US" sz="1200" b="0">
                <a:solidFill>
                  <a:srgbClr val="3366CC"/>
                </a:solidFill>
                <a:ea typeface="PMingLiU" pitchFamily="18" charset="-120"/>
              </a:rPr>
              <a:t>51</a:t>
            </a:fld>
            <a:r>
              <a:rPr lang="zh-CN" altLang="en-US" sz="1200" b="0">
                <a:solidFill>
                  <a:srgbClr val="3366CC"/>
                </a:solidFill>
                <a:ea typeface="宋体" panose="02010600030101010101" pitchFamily="2" charset="-122"/>
              </a:rPr>
              <a:t>页</a:t>
            </a:r>
            <a:endParaRPr lang="zh-TW" altLang="en-US" sz="1200" b="0">
              <a:solidFill>
                <a:srgbClr val="3366CC"/>
              </a:solidFill>
              <a:ea typeface="宋体" panose="02010600030101010101" pitchFamily="2" charset="-122"/>
            </a:endParaRPr>
          </a:p>
        </p:txBody>
      </p:sp>
      <p:sp>
        <p:nvSpPr>
          <p:cNvPr id="67586" name="文本框 6"/>
          <p:cNvSpPr txBox="1"/>
          <p:nvPr>
            <p:custDataLst>
              <p:tags r:id="rId2"/>
            </p:custDataLst>
          </p:nvPr>
        </p:nvSpPr>
        <p:spPr>
          <a:xfrm>
            <a:off x="914400" y="571500"/>
            <a:ext cx="7315200" cy="2143125"/>
          </a:xfrm>
          <a:prstGeom prst="rect">
            <a:avLst/>
          </a:prstGeom>
          <a:noFill/>
          <a:ln w="9525">
            <a:noFill/>
          </a:ln>
        </p:spPr>
        <p:txBody>
          <a:bodyPr anchor="ctr" anchorCtr="0"/>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0" lvl="0" indent="0">
              <a:spcBef>
                <a:spcPct val="0"/>
              </a:spcBef>
              <a:buClrTx/>
              <a:buFontTx/>
              <a:buNone/>
            </a:pPr>
            <a:r>
              <a:rPr lang="zh-CN" altLang="en-US" sz="2400" b="0">
                <a:solidFill>
                  <a:srgbClr val="333333"/>
                </a:solidFill>
                <a:latin typeface="宋体" panose="02010600030101010101" pitchFamily="2" charset="-122"/>
                <a:ea typeface="宋体" panose="02010600030101010101" pitchFamily="2" charset="-122"/>
              </a:rPr>
              <a:t>用户程序发出磁盘</a:t>
            </a:r>
            <a:r>
              <a:rPr lang="en-US" altLang="zh-CN" sz="2400" b="0">
                <a:solidFill>
                  <a:srgbClr val="333333"/>
                </a:solidFill>
                <a:latin typeface="宋体" panose="02010600030101010101" pitchFamily="2" charset="-122"/>
                <a:ea typeface="宋体" panose="02010600030101010101" pitchFamily="2" charset="-122"/>
              </a:rPr>
              <a:t>I/O</a:t>
            </a:r>
            <a:r>
              <a:rPr lang="zh-CN" altLang="en-US" sz="2400" b="0">
                <a:solidFill>
                  <a:srgbClr val="333333"/>
                </a:solidFill>
                <a:latin typeface="宋体" panose="02010600030101010101" pitchFamily="2" charset="-122"/>
                <a:ea typeface="宋体" panose="02010600030101010101" pitchFamily="2" charset="-122"/>
              </a:rPr>
              <a:t>请求后，系统的处理流程是</a:t>
            </a:r>
            <a:endParaRPr lang="en-US" altLang="zh-CN" sz="2400" b="0">
              <a:solidFill>
                <a:srgbClr val="333333"/>
              </a:solidFill>
              <a:latin typeface="宋体" panose="02010600030101010101" pitchFamily="2" charset="-122"/>
              <a:ea typeface="宋体" panose="02010600030101010101" pitchFamily="2" charset="-122"/>
            </a:endParaRPr>
          </a:p>
        </p:txBody>
      </p:sp>
      <p:sp>
        <p:nvSpPr>
          <p:cNvPr id="67587" name="文本框 7"/>
          <p:cNvSpPr txBox="1"/>
          <p:nvPr>
            <p:custDataLst>
              <p:tags r:id="rId3"/>
            </p:custDataLst>
          </p:nvPr>
        </p:nvSpPr>
        <p:spPr>
          <a:xfrm>
            <a:off x="1828800" y="2786063"/>
            <a:ext cx="6400800" cy="642937"/>
          </a:xfrm>
          <a:prstGeom prst="rect">
            <a:avLst/>
          </a:prstGeom>
          <a:noFill/>
          <a:ln w="9525">
            <a:noFill/>
          </a:ln>
        </p:spPr>
        <p:txBody>
          <a:bodyPr anchor="ctr" anchorCtr="0"/>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0" lvl="0" indent="0">
              <a:spcBef>
                <a:spcPct val="0"/>
              </a:spcBef>
              <a:buClrTx/>
              <a:buFontTx/>
              <a:buNone/>
            </a:pPr>
            <a:r>
              <a:rPr lang="zh-CN" altLang="en-US" sz="2400" b="0">
                <a:latin typeface="宋体" panose="02010600030101010101" pitchFamily="2" charset="-122"/>
                <a:ea typeface="宋体" panose="02010600030101010101" pitchFamily="2" charset="-122"/>
              </a:rPr>
              <a:t>用户程序→系统调用处理程序→中断处理程序→设备驱动程序</a:t>
            </a:r>
            <a:endParaRPr lang="en-US" altLang="zh-CN" sz="2400" b="0">
              <a:latin typeface="宋体" panose="02010600030101010101" pitchFamily="2" charset="-122"/>
              <a:ea typeface="宋体" panose="02010600030101010101" pitchFamily="2" charset="-122"/>
            </a:endParaRPr>
          </a:p>
        </p:txBody>
      </p:sp>
      <p:sp>
        <p:nvSpPr>
          <p:cNvPr id="67588" name="文本框 8"/>
          <p:cNvSpPr txBox="1"/>
          <p:nvPr>
            <p:custDataLst>
              <p:tags r:id="rId4"/>
            </p:custDataLst>
          </p:nvPr>
        </p:nvSpPr>
        <p:spPr>
          <a:xfrm>
            <a:off x="1828800" y="3643313"/>
            <a:ext cx="6400800" cy="642937"/>
          </a:xfrm>
          <a:prstGeom prst="rect">
            <a:avLst/>
          </a:prstGeom>
          <a:noFill/>
          <a:ln w="9525">
            <a:noFill/>
          </a:ln>
        </p:spPr>
        <p:txBody>
          <a:bodyPr anchor="ctr" anchorCtr="0"/>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0" lvl="0" indent="0">
              <a:spcBef>
                <a:spcPct val="0"/>
              </a:spcBef>
              <a:buClrTx/>
              <a:buFontTx/>
              <a:buNone/>
            </a:pPr>
            <a:r>
              <a:rPr lang="zh-CN" altLang="en-US" sz="2400" b="0">
                <a:latin typeface="宋体" panose="02010600030101010101" pitchFamily="2" charset="-122"/>
                <a:ea typeface="宋体" panose="02010600030101010101" pitchFamily="2" charset="-122"/>
              </a:rPr>
              <a:t>用户程序→系统调用处理程序→设备驱动程序→中断处理程序 </a:t>
            </a:r>
            <a:endParaRPr lang="en-US" altLang="zh-CN" sz="2400" b="0">
              <a:latin typeface="宋体" panose="02010600030101010101" pitchFamily="2" charset="-122"/>
              <a:ea typeface="宋体" panose="02010600030101010101" pitchFamily="2" charset="-122"/>
            </a:endParaRPr>
          </a:p>
        </p:txBody>
      </p:sp>
      <p:sp>
        <p:nvSpPr>
          <p:cNvPr id="67589" name="文本框 9"/>
          <p:cNvSpPr txBox="1"/>
          <p:nvPr>
            <p:custDataLst>
              <p:tags r:id="rId5"/>
            </p:custDataLst>
          </p:nvPr>
        </p:nvSpPr>
        <p:spPr>
          <a:xfrm>
            <a:off x="1828800" y="4500563"/>
            <a:ext cx="6400800" cy="642937"/>
          </a:xfrm>
          <a:prstGeom prst="rect">
            <a:avLst/>
          </a:prstGeom>
          <a:noFill/>
          <a:ln w="9525">
            <a:noFill/>
          </a:ln>
        </p:spPr>
        <p:txBody>
          <a:bodyPr anchor="ctr" anchorCtr="0"/>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0" lvl="0" indent="0">
              <a:spcBef>
                <a:spcPct val="0"/>
              </a:spcBef>
              <a:buClrTx/>
              <a:buFontTx/>
              <a:buNone/>
            </a:pPr>
            <a:r>
              <a:rPr lang="zh-CN" altLang="en-US" sz="2400" b="0">
                <a:latin typeface="宋体" panose="02010600030101010101" pitchFamily="2" charset="-122"/>
                <a:ea typeface="宋体" panose="02010600030101010101" pitchFamily="2" charset="-122"/>
              </a:rPr>
              <a:t>用户程序→设备驱动程序→系统调用处理程序→中断处理程序 </a:t>
            </a:r>
            <a:endParaRPr lang="en-US" altLang="zh-CN" sz="2400" b="0">
              <a:latin typeface="宋体" panose="02010600030101010101" pitchFamily="2" charset="-122"/>
              <a:ea typeface="宋体" panose="02010600030101010101" pitchFamily="2" charset="-122"/>
            </a:endParaRPr>
          </a:p>
        </p:txBody>
      </p:sp>
      <p:sp>
        <p:nvSpPr>
          <p:cNvPr id="67590" name="文本框 10"/>
          <p:cNvSpPr txBox="1"/>
          <p:nvPr>
            <p:custDataLst>
              <p:tags r:id="rId6"/>
            </p:custDataLst>
          </p:nvPr>
        </p:nvSpPr>
        <p:spPr>
          <a:xfrm>
            <a:off x="1828800" y="5357813"/>
            <a:ext cx="6400800" cy="642937"/>
          </a:xfrm>
          <a:prstGeom prst="rect">
            <a:avLst/>
          </a:prstGeom>
          <a:noFill/>
          <a:ln w="9525">
            <a:noFill/>
          </a:ln>
        </p:spPr>
        <p:txBody>
          <a:bodyPr anchor="ctr" anchorCtr="0"/>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0" lvl="0" indent="0">
              <a:spcBef>
                <a:spcPct val="0"/>
              </a:spcBef>
              <a:buClrTx/>
              <a:buFontTx/>
              <a:buNone/>
            </a:pPr>
            <a:r>
              <a:rPr lang="zh-CN" altLang="en-US" sz="2400" b="0">
                <a:latin typeface="宋体" panose="02010600030101010101" pitchFamily="2" charset="-122"/>
                <a:ea typeface="宋体" panose="02010600030101010101" pitchFamily="2" charset="-122"/>
              </a:rPr>
              <a:t>用户程序→设备驱动程序→中断处理程序→系统调用处理程序</a:t>
            </a:r>
            <a:endParaRPr lang="en-US" altLang="zh-CN" sz="2400" b="0">
              <a:latin typeface="宋体" panose="02010600030101010101" pitchFamily="2" charset="-122"/>
              <a:ea typeface="宋体" panose="02010600030101010101" pitchFamily="2" charset="-122"/>
            </a:endParaRPr>
          </a:p>
        </p:txBody>
      </p:sp>
      <p:sp>
        <p:nvSpPr>
          <p:cNvPr id="67591" name="椭圆 11"/>
          <p:cNvSpPr>
            <a:spLocks noChangeAspect="1"/>
          </p:cNvSpPr>
          <p:nvPr>
            <p:custDataLst>
              <p:tags r:id="rId7"/>
            </p:custDataLst>
          </p:nvPr>
        </p:nvSpPr>
        <p:spPr>
          <a:xfrm>
            <a:off x="1114425" y="2849563"/>
            <a:ext cx="514350" cy="514350"/>
          </a:xfrm>
          <a:prstGeom prst="ellipse">
            <a:avLst/>
          </a:prstGeom>
          <a:solidFill>
            <a:srgbClr val="808080"/>
          </a:solidFill>
          <a:ln w="12700" cap="flat" cmpd="sng">
            <a:solidFill>
              <a:srgbClr val="000000"/>
            </a:solidFill>
            <a:prstDash val="solid"/>
            <a:headEnd type="none" w="med" len="med"/>
            <a:tailEnd type="none" w="med" len="med"/>
          </a:ln>
        </p:spPr>
        <p:txBody>
          <a:bodyPr wrap="none" anchor="ctr" anchorCtr="1"/>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0" lvl="0" indent="0" algn="ctr" eaLnBrk="1" hangingPunct="1">
              <a:spcBef>
                <a:spcPct val="0"/>
              </a:spcBef>
              <a:buClrTx/>
              <a:buFontTx/>
              <a:buNone/>
            </a:pPr>
            <a:r>
              <a:rPr lang="en-US" altLang="zh-CN" sz="1600" b="0">
                <a:solidFill>
                  <a:srgbClr val="FFFFFF"/>
                </a:solidFill>
                <a:latin typeface="微软雅黑" panose="020B0503020204020204" charset="-122"/>
                <a:ea typeface="微软雅黑" panose="020B0503020204020204" charset="-122"/>
                <a:sym typeface="微软雅黑" panose="020B0503020204020204" charset="-122"/>
              </a:rPr>
              <a:t>A</a:t>
            </a:r>
            <a:endParaRPr lang="zh-CN" altLang="en-US" sz="1600" b="0">
              <a:solidFill>
                <a:srgbClr val="FFFFFF"/>
              </a:solidFill>
              <a:latin typeface="微软雅黑" panose="020B0503020204020204" charset="-122"/>
              <a:ea typeface="微软雅黑" panose="020B0503020204020204" charset="-122"/>
              <a:sym typeface="微软雅黑" panose="020B0503020204020204" charset="-122"/>
            </a:endParaRPr>
          </a:p>
        </p:txBody>
      </p:sp>
      <p:sp>
        <p:nvSpPr>
          <p:cNvPr id="67592" name="椭圆 12"/>
          <p:cNvSpPr>
            <a:spLocks noChangeAspect="1"/>
          </p:cNvSpPr>
          <p:nvPr>
            <p:custDataLst>
              <p:tags r:id="rId8"/>
            </p:custDataLst>
          </p:nvPr>
        </p:nvSpPr>
        <p:spPr>
          <a:xfrm>
            <a:off x="1114425" y="3706813"/>
            <a:ext cx="514350" cy="514350"/>
          </a:xfrm>
          <a:prstGeom prst="ellipse">
            <a:avLst/>
          </a:prstGeom>
          <a:solidFill>
            <a:srgbClr val="00FF00"/>
          </a:solidFill>
          <a:ln w="25400" cap="flat" cmpd="sng">
            <a:solidFill>
              <a:srgbClr val="000000"/>
            </a:solidFill>
            <a:prstDash val="solid"/>
            <a:headEnd type="none" w="med" len="med"/>
            <a:tailEnd type="none" w="med" len="med"/>
          </a:ln>
        </p:spPr>
        <p:txBody>
          <a:bodyPr wrap="none" anchor="ctr" anchorCtr="1"/>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0" lvl="0" indent="0" algn="ctr" eaLnBrk="1" hangingPunct="1">
              <a:spcBef>
                <a:spcPct val="0"/>
              </a:spcBef>
              <a:buClrTx/>
              <a:buFontTx/>
              <a:buNone/>
            </a:pPr>
            <a:r>
              <a:rPr lang="en-US" altLang="zh-CN" sz="1600" b="0">
                <a:solidFill>
                  <a:srgbClr val="FFFFFF"/>
                </a:solidFill>
                <a:latin typeface="微软雅黑" panose="020B0503020204020204" charset="-122"/>
                <a:ea typeface="微软雅黑" panose="020B0503020204020204" charset="-122"/>
                <a:sym typeface="微软雅黑" panose="020B0503020204020204" charset="-122"/>
              </a:rPr>
              <a:t>B</a:t>
            </a:r>
            <a:endParaRPr lang="zh-CN" altLang="en-US" sz="1600" b="0">
              <a:solidFill>
                <a:srgbClr val="FFFFFF"/>
              </a:solidFill>
              <a:latin typeface="微软雅黑" panose="020B0503020204020204" charset="-122"/>
              <a:ea typeface="微软雅黑" panose="020B0503020204020204" charset="-122"/>
              <a:sym typeface="微软雅黑" panose="020B0503020204020204" charset="-122"/>
            </a:endParaRPr>
          </a:p>
        </p:txBody>
      </p:sp>
      <p:sp>
        <p:nvSpPr>
          <p:cNvPr id="67593" name="椭圆 13"/>
          <p:cNvSpPr>
            <a:spLocks noChangeAspect="1"/>
          </p:cNvSpPr>
          <p:nvPr>
            <p:custDataLst>
              <p:tags r:id="rId9"/>
            </p:custDataLst>
          </p:nvPr>
        </p:nvSpPr>
        <p:spPr>
          <a:xfrm>
            <a:off x="1114425" y="4564063"/>
            <a:ext cx="514350" cy="514350"/>
          </a:xfrm>
          <a:prstGeom prst="ellipse">
            <a:avLst/>
          </a:prstGeom>
          <a:solidFill>
            <a:srgbClr val="808080"/>
          </a:solidFill>
          <a:ln w="12700" cap="flat" cmpd="sng">
            <a:solidFill>
              <a:srgbClr val="000000"/>
            </a:solidFill>
            <a:prstDash val="solid"/>
            <a:headEnd type="none" w="med" len="med"/>
            <a:tailEnd type="none" w="med" len="med"/>
          </a:ln>
        </p:spPr>
        <p:txBody>
          <a:bodyPr wrap="none" anchor="ctr" anchorCtr="1"/>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0" lvl="0" indent="0" algn="ctr" eaLnBrk="1" hangingPunct="1">
              <a:spcBef>
                <a:spcPct val="0"/>
              </a:spcBef>
              <a:buClrTx/>
              <a:buFontTx/>
              <a:buNone/>
            </a:pPr>
            <a:r>
              <a:rPr lang="en-US" altLang="zh-CN" sz="1600" b="0">
                <a:solidFill>
                  <a:srgbClr val="FFFFFF"/>
                </a:solidFill>
                <a:latin typeface="微软雅黑" panose="020B0503020204020204" charset="-122"/>
                <a:ea typeface="微软雅黑" panose="020B0503020204020204" charset="-122"/>
                <a:sym typeface="微软雅黑" panose="020B0503020204020204" charset="-122"/>
              </a:rPr>
              <a:t>C</a:t>
            </a:r>
            <a:endParaRPr lang="zh-CN" altLang="en-US" sz="1600" b="0">
              <a:solidFill>
                <a:srgbClr val="FFFFFF"/>
              </a:solidFill>
              <a:latin typeface="微软雅黑" panose="020B0503020204020204" charset="-122"/>
              <a:ea typeface="微软雅黑" panose="020B0503020204020204" charset="-122"/>
              <a:sym typeface="微软雅黑" panose="020B0503020204020204" charset="-122"/>
            </a:endParaRPr>
          </a:p>
        </p:txBody>
      </p:sp>
      <p:sp>
        <p:nvSpPr>
          <p:cNvPr id="67594" name="椭圆 14"/>
          <p:cNvSpPr>
            <a:spLocks noChangeAspect="1"/>
          </p:cNvSpPr>
          <p:nvPr>
            <p:custDataLst>
              <p:tags r:id="rId10"/>
            </p:custDataLst>
          </p:nvPr>
        </p:nvSpPr>
        <p:spPr>
          <a:xfrm>
            <a:off x="1114425" y="5421313"/>
            <a:ext cx="514350" cy="514350"/>
          </a:xfrm>
          <a:prstGeom prst="ellipse">
            <a:avLst/>
          </a:prstGeom>
          <a:solidFill>
            <a:srgbClr val="808080"/>
          </a:solidFill>
          <a:ln w="12700" cap="flat" cmpd="sng">
            <a:solidFill>
              <a:srgbClr val="000000"/>
            </a:solidFill>
            <a:prstDash val="solid"/>
            <a:headEnd type="none" w="med" len="med"/>
            <a:tailEnd type="none" w="med" len="med"/>
          </a:ln>
        </p:spPr>
        <p:txBody>
          <a:bodyPr wrap="none" anchor="ctr" anchorCtr="1"/>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0" lvl="0" indent="0" algn="ctr" eaLnBrk="1" hangingPunct="1">
              <a:spcBef>
                <a:spcPct val="0"/>
              </a:spcBef>
              <a:buClrTx/>
              <a:buFontTx/>
              <a:buNone/>
            </a:pPr>
            <a:r>
              <a:rPr lang="en-US" altLang="zh-CN" sz="1600" b="0">
                <a:solidFill>
                  <a:srgbClr val="FFFFFF"/>
                </a:solidFill>
                <a:latin typeface="微软雅黑" panose="020B0503020204020204" charset="-122"/>
                <a:ea typeface="微软雅黑" panose="020B0503020204020204" charset="-122"/>
                <a:sym typeface="微软雅黑" panose="020B0503020204020204" charset="-122"/>
              </a:rPr>
              <a:t>D</a:t>
            </a:r>
            <a:endParaRPr lang="zh-CN" altLang="en-US" sz="1600" b="0">
              <a:solidFill>
                <a:srgbClr val="FFFFFF"/>
              </a:solidFill>
              <a:latin typeface="微软雅黑" panose="020B0503020204020204" charset="-122"/>
              <a:ea typeface="微软雅黑" panose="020B0503020204020204" charset="-122"/>
              <a:sym typeface="微软雅黑" panose="020B0503020204020204" charset="-122"/>
            </a:endParaRPr>
          </a:p>
        </p:txBody>
      </p:sp>
      <p:sp>
        <p:nvSpPr>
          <p:cNvPr id="67595" name="矩形: 圆角 15"/>
          <p:cNvSpPr/>
          <p:nvPr>
            <p:custDataLst>
              <p:tags r:id="rId11"/>
            </p:custDataLst>
          </p:nvPr>
        </p:nvSpPr>
        <p:spPr>
          <a:xfrm>
            <a:off x="6172200" y="6215063"/>
            <a:ext cx="1543050" cy="411162"/>
          </a:xfrm>
          <a:prstGeom prst="roundRect">
            <a:avLst>
              <a:gd name="adj" fmla="val 16667"/>
            </a:avLst>
          </a:prstGeom>
          <a:solidFill>
            <a:srgbClr val="808080"/>
          </a:solidFill>
          <a:ln w="38100" cap="flat" cmpd="sng">
            <a:solidFill>
              <a:srgbClr val="000000"/>
            </a:solidFill>
            <a:prstDash val="solid"/>
            <a:headEnd type="none" w="med" len="med"/>
            <a:tailEnd type="none" w="med" len="med"/>
          </a:ln>
        </p:spPr>
        <p:txBody>
          <a:bodyPr wrap="none" anchor="ctr" anchorCtr="1"/>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0" lvl="0" indent="0" algn="ctr" eaLnBrk="1" hangingPunct="1">
              <a:spcBef>
                <a:spcPct val="0"/>
              </a:spcBef>
              <a:buClrTx/>
              <a:buFontTx/>
              <a:buNone/>
            </a:pPr>
            <a:r>
              <a:rPr lang="zh-CN" altLang="en-US" sz="1600" b="0">
                <a:solidFill>
                  <a:srgbClr val="FFFFFF"/>
                </a:solidFill>
                <a:latin typeface="微软雅黑" panose="020B0503020204020204" charset="-122"/>
                <a:ea typeface="微软雅黑" panose="020B0503020204020204" charset="-122"/>
                <a:sym typeface="微软雅黑" panose="020B0503020204020204" charset="-122"/>
              </a:rPr>
              <a:t>提交</a:t>
            </a:r>
          </a:p>
        </p:txBody>
      </p:sp>
      <p:grpSp>
        <p:nvGrpSpPr>
          <p:cNvPr id="67596" name="组合 20"/>
          <p:cNvGrpSpPr/>
          <p:nvPr/>
        </p:nvGrpSpPr>
        <p:grpSpPr>
          <a:xfrm>
            <a:off x="0" y="0"/>
            <a:ext cx="9144000" cy="635000"/>
            <a:chOff x="0" y="0"/>
            <a:chExt cx="9144000" cy="635000"/>
          </a:xfrm>
        </p:grpSpPr>
        <p:sp>
          <p:nvSpPr>
            <p:cNvPr id="67598" name="TitleBackground"/>
            <p:cNvSpPr/>
            <p:nvPr>
              <p:custDataLst>
                <p:tags r:id="rId13"/>
              </p:custDataLst>
            </p:nvPr>
          </p:nvSpPr>
          <p:spPr>
            <a:xfrm>
              <a:off x="0" y="0"/>
              <a:ext cx="9144000" cy="635000"/>
            </a:xfrm>
            <a:prstGeom prst="rect">
              <a:avLst/>
            </a:prstGeom>
            <a:solidFill>
              <a:srgbClr val="F6F7F8"/>
            </a:solidFill>
            <a:ln w="19050">
              <a:noFill/>
            </a:ln>
          </p:spPr>
          <p:txBody>
            <a:bodyPr wrap="none" anchor="ctr" anchorCtr="0"/>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0" lvl="0" indent="0" algn="ctr" eaLnBrk="1" hangingPunct="1">
                <a:spcBef>
                  <a:spcPct val="0"/>
                </a:spcBef>
                <a:buClrTx/>
                <a:buFontTx/>
                <a:buNone/>
              </a:pPr>
              <a:endParaRPr lang="zh-CN" altLang="en-US" sz="2400" b="0">
                <a:ea typeface="宋体" panose="02010600030101010101" pitchFamily="2" charset="-122"/>
              </a:endParaRPr>
            </a:p>
          </p:txBody>
        </p:sp>
        <p:sp>
          <p:nvSpPr>
            <p:cNvPr id="67599" name="ColorBlock"/>
            <p:cNvSpPr/>
            <p:nvPr>
              <p:custDataLst>
                <p:tags r:id="rId14"/>
              </p:custDataLst>
            </p:nvPr>
          </p:nvSpPr>
          <p:spPr>
            <a:xfrm>
              <a:off x="0" y="0"/>
              <a:ext cx="190500" cy="635000"/>
            </a:xfrm>
            <a:prstGeom prst="rect">
              <a:avLst/>
            </a:prstGeom>
            <a:solidFill>
              <a:srgbClr val="639EF4"/>
            </a:solidFill>
            <a:ln w="19050">
              <a:noFill/>
            </a:ln>
          </p:spPr>
          <p:txBody>
            <a:bodyPr wrap="none" anchor="ctr" anchorCtr="0"/>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0" lvl="0" indent="0" algn="ctr" eaLnBrk="1" hangingPunct="1">
                <a:spcBef>
                  <a:spcPct val="0"/>
                </a:spcBef>
                <a:buClrTx/>
                <a:buFontTx/>
                <a:buNone/>
              </a:pPr>
              <a:endParaRPr lang="zh-CN" altLang="en-US" sz="2400" b="0">
                <a:ea typeface="宋体" panose="02010600030101010101" pitchFamily="2" charset="-122"/>
              </a:endParaRPr>
            </a:p>
          </p:txBody>
        </p:sp>
        <p:sp>
          <p:nvSpPr>
            <p:cNvPr id="67600" name="TypeText"/>
            <p:cNvSpPr txBox="1"/>
            <p:nvPr>
              <p:custDataLst>
                <p:tags r:id="rId15"/>
              </p:custDataLst>
            </p:nvPr>
          </p:nvSpPr>
          <p:spPr>
            <a:xfrm>
              <a:off x="254000" y="0"/>
              <a:ext cx="1905000" cy="635000"/>
            </a:xfrm>
            <a:prstGeom prst="rect">
              <a:avLst/>
            </a:prstGeom>
            <a:noFill/>
            <a:ln w="9525">
              <a:noFill/>
            </a:ln>
          </p:spPr>
          <p:txBody>
            <a:bodyPr wrap="none" anchor="ctr" anchorCtr="0"/>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0" lvl="0" indent="0">
                <a:spcBef>
                  <a:spcPct val="0"/>
                </a:spcBef>
                <a:buClrTx/>
                <a:buFontTx/>
                <a:buNone/>
              </a:pPr>
              <a:r>
                <a:rPr lang="zh-CN" altLang="en-US" sz="2600" b="0">
                  <a:solidFill>
                    <a:srgbClr val="000000"/>
                  </a:solidFill>
                  <a:latin typeface="微软雅黑" panose="020B0503020204020204" charset="-122"/>
                  <a:ea typeface="微软雅黑" panose="020B0503020204020204" charset="-122"/>
                  <a:sym typeface="微软雅黑" panose="020B0503020204020204" charset="-122"/>
                </a:rPr>
                <a:t>单选题</a:t>
              </a:r>
            </a:p>
          </p:txBody>
        </p:sp>
        <p:sp>
          <p:nvSpPr>
            <p:cNvPr id="67601" name="TipText"/>
            <p:cNvSpPr txBox="1"/>
            <p:nvPr>
              <p:custDataLst>
                <p:tags r:id="rId16"/>
              </p:custDataLst>
            </p:nvPr>
          </p:nvSpPr>
          <p:spPr>
            <a:xfrm>
              <a:off x="1525905" y="109220"/>
              <a:ext cx="2286000" cy="508000"/>
            </a:xfrm>
            <a:prstGeom prst="rect">
              <a:avLst/>
            </a:prstGeom>
            <a:noFill/>
            <a:ln w="9525">
              <a:noFill/>
            </a:ln>
          </p:spPr>
          <p:txBody>
            <a:bodyPr wrap="none" anchor="ctr" anchorCtr="0"/>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0" lvl="0" indent="0">
                <a:spcBef>
                  <a:spcPct val="0"/>
                </a:spcBef>
                <a:buClrTx/>
                <a:buFontTx/>
                <a:buNone/>
              </a:pPr>
              <a:r>
                <a:rPr lang="en-US" altLang="zh-CN" sz="2000" b="0">
                  <a:solidFill>
                    <a:srgbClr val="808080"/>
                  </a:solidFill>
                  <a:latin typeface="微软雅黑" panose="020B0503020204020204" charset="-122"/>
                  <a:ea typeface="微软雅黑" panose="020B0503020204020204" charset="-122"/>
                  <a:sym typeface="微软雅黑" panose="020B0503020204020204" charset="-122"/>
                </a:rPr>
                <a:t>1</a:t>
              </a:r>
              <a:r>
                <a:rPr lang="zh-CN" altLang="en-US" sz="2000" b="0">
                  <a:solidFill>
                    <a:srgbClr val="808080"/>
                  </a:solidFill>
                  <a:latin typeface="微软雅黑" panose="020B0503020204020204" charset="-122"/>
                  <a:ea typeface="微软雅黑" panose="020B0503020204020204" charset="-122"/>
                  <a:sym typeface="微软雅黑" panose="020B0503020204020204" charset="-122"/>
                </a:rPr>
                <a:t>分</a:t>
              </a:r>
            </a:p>
          </p:txBody>
        </p:sp>
      </p:grpSp>
      <p:pic>
        <p:nvPicPr>
          <p:cNvPr id="67597" name="图片 5"/>
          <p:cNvPicPr/>
          <p:nvPr>
            <p:custDataLst>
              <p:tags r:id="rId12"/>
            </p:custDataLst>
          </p:nvPr>
        </p:nvPicPr>
        <p:blipFill>
          <a:blip r:embed="rId18"/>
          <a:stretch>
            <a:fillRect/>
          </a:stretch>
        </p:blipFill>
        <p:spPr>
          <a:xfrm>
            <a:off x="7594600" y="63500"/>
            <a:ext cx="1422400" cy="508000"/>
          </a:xfrm>
          <a:prstGeom prst="rect">
            <a:avLst/>
          </a:prstGeom>
          <a:noFill/>
          <a:ln w="9525">
            <a:noFill/>
          </a:ln>
        </p:spPr>
      </p:pic>
    </p:spTree>
    <p:custDataLst>
      <p:tags r:id="rId1"/>
    </p:custData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09" name="灯片编号占位符 3"/>
          <p:cNvSpPr txBox="1">
            <a:spLocks noGrp="1"/>
          </p:cNvSpPr>
          <p:nvPr>
            <p:ph type="sldNum" sz="quarter" idx="12"/>
          </p:nvPr>
        </p:nvSpPr>
        <p:spPr>
          <a:xfrm>
            <a:off x="431800" y="6229350"/>
            <a:ext cx="2311400" cy="457200"/>
          </a:xfrm>
        </p:spPr>
        <p:txBody>
          <a:bodyPr anchor="b" anchorCtr="0"/>
          <a:lstStyle/>
          <a:p>
            <a:pPr marL="0" indent="0">
              <a:spcBef>
                <a:spcPct val="50000"/>
              </a:spcBef>
              <a:buClrTx/>
              <a:buFontTx/>
              <a:buNone/>
            </a:pPr>
            <a:r>
              <a:rPr lang="zh-CN" altLang="en-US" sz="1200" b="0">
                <a:solidFill>
                  <a:srgbClr val="3366CC"/>
                </a:solidFill>
                <a:ea typeface="宋体" panose="02010600030101010101" pitchFamily="2" charset="-122"/>
              </a:rPr>
              <a:t>第</a:t>
            </a:r>
            <a:fld id="{9A0DB2DC-4C9A-4742-B13C-FB6460FD3503}" type="slidenum">
              <a:rPr lang="zh-TW" altLang="en-US" sz="1200" b="0">
                <a:solidFill>
                  <a:srgbClr val="3366CC"/>
                </a:solidFill>
                <a:ea typeface="PMingLiU" pitchFamily="18" charset="-120"/>
              </a:rPr>
              <a:t>52</a:t>
            </a:fld>
            <a:r>
              <a:rPr lang="zh-CN" altLang="en-US" sz="1200" b="0">
                <a:solidFill>
                  <a:srgbClr val="3366CC"/>
                </a:solidFill>
                <a:ea typeface="宋体" panose="02010600030101010101" pitchFamily="2" charset="-122"/>
              </a:rPr>
              <a:t>页</a:t>
            </a:r>
            <a:endParaRPr lang="zh-TW" altLang="en-US" sz="1200" b="0">
              <a:solidFill>
                <a:srgbClr val="3366CC"/>
              </a:solidFill>
              <a:ea typeface="宋体" panose="02010600030101010101" pitchFamily="2" charset="-122"/>
            </a:endParaRPr>
          </a:p>
        </p:txBody>
      </p:sp>
      <p:sp>
        <p:nvSpPr>
          <p:cNvPr id="68610" name="Rectangle 2"/>
          <p:cNvSpPr>
            <a:spLocks noGrp="1"/>
          </p:cNvSpPr>
          <p:nvPr>
            <p:ph type="title"/>
          </p:nvPr>
        </p:nvSpPr>
        <p:spPr/>
        <p:txBody>
          <a:bodyPr vert="horz" wrap="square" lIns="91440" tIns="45720" rIns="91440" bIns="45720" anchor="b" anchorCtr="0"/>
          <a:lstStyle/>
          <a:p>
            <a:pPr eaLnBrk="1" hangingPunct="1"/>
            <a:r>
              <a:rPr lang="en-US" altLang="zh-CN"/>
              <a:t>7.6 </a:t>
            </a:r>
            <a:r>
              <a:rPr lang="zh-CN" altLang="en-US"/>
              <a:t>与设备管理有关的技术</a:t>
            </a:r>
          </a:p>
        </p:txBody>
      </p:sp>
      <p:sp>
        <p:nvSpPr>
          <p:cNvPr id="68611" name="矩形 1"/>
          <p:cNvSpPr/>
          <p:nvPr/>
        </p:nvSpPr>
        <p:spPr>
          <a:xfrm>
            <a:off x="382588" y="1412875"/>
            <a:ext cx="8582025" cy="3863975"/>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0" lvl="0" indent="0">
              <a:lnSpc>
                <a:spcPts val="3275"/>
              </a:lnSpc>
              <a:spcBef>
                <a:spcPct val="0"/>
              </a:spcBef>
              <a:buClrTx/>
              <a:buFontTx/>
              <a:buNone/>
            </a:pPr>
            <a:r>
              <a:rPr lang="zh-CN" altLang="en-US" sz="2400" b="0"/>
              <a:t>缓冲技术</a:t>
            </a:r>
            <a:endParaRPr lang="en-US" altLang="zh-CN" sz="2400" b="0"/>
          </a:p>
          <a:p>
            <a:pPr marL="0" lvl="0" indent="0">
              <a:lnSpc>
                <a:spcPts val="3275"/>
              </a:lnSpc>
              <a:spcBef>
                <a:spcPct val="0"/>
              </a:spcBef>
              <a:buClrTx/>
              <a:buFontTx/>
              <a:buNone/>
            </a:pPr>
            <a:r>
              <a:rPr lang="zh-CN" altLang="en-US" sz="2400" b="0"/>
              <a:t>缓冲区是保存在设备和应用程序之间所传输数据的内存区域，积少成多，然后</a:t>
            </a:r>
            <a:r>
              <a:rPr lang="en-US" altLang="zh-CN" sz="2400" b="0"/>
              <a:t>CPU</a:t>
            </a:r>
            <a:r>
              <a:rPr lang="zh-CN" altLang="en-US" sz="2400" b="0"/>
              <a:t>对其进行处理。</a:t>
            </a:r>
            <a:endParaRPr lang="en-US" altLang="zh-CN" sz="2400" b="0"/>
          </a:p>
          <a:p>
            <a:pPr marL="0" lvl="0" indent="0">
              <a:lnSpc>
                <a:spcPts val="3275"/>
              </a:lnSpc>
              <a:spcBef>
                <a:spcPct val="0"/>
              </a:spcBef>
              <a:buClrTx/>
              <a:buFontTx/>
              <a:buNone/>
            </a:pPr>
            <a:r>
              <a:rPr lang="zh-CN" altLang="en-US" sz="2400" b="0"/>
              <a:t>缓冲技术可提高外设利用率，尽可能使外设处于忙状态；但限制是：进程的I/O请求不能超过外设的处理能力。</a:t>
            </a:r>
            <a:endParaRPr lang="en-US" altLang="zh-CN" sz="2400" b="0"/>
          </a:p>
          <a:p>
            <a:pPr marL="0" lvl="0" indent="0">
              <a:lnSpc>
                <a:spcPts val="3275"/>
              </a:lnSpc>
              <a:spcBef>
                <a:spcPct val="0"/>
              </a:spcBef>
              <a:buClrTx/>
              <a:buFontTx/>
              <a:buNone/>
            </a:pPr>
            <a:r>
              <a:rPr lang="zh-CN" altLang="en-US" sz="2400" b="0"/>
              <a:t>操作系统中最早引入的技术，引入缓冲的主要原因有以下几个方面：(1)缓和CPU与I/O设备间速度不匹配的矛盾</a:t>
            </a:r>
            <a:endParaRPr lang="en-US" altLang="zh-CN" sz="2400" b="0"/>
          </a:p>
          <a:p>
            <a:pPr marL="0" lvl="0" indent="0">
              <a:lnSpc>
                <a:spcPts val="3275"/>
              </a:lnSpc>
              <a:spcBef>
                <a:spcPct val="0"/>
              </a:spcBef>
              <a:buClrTx/>
              <a:buFontTx/>
              <a:buNone/>
            </a:pPr>
            <a:r>
              <a:rPr lang="zh-CN" altLang="en-US" sz="2400" b="0"/>
              <a:t>(2)减少对CPU的中断频率，放宽对中断响应时间的限制</a:t>
            </a:r>
            <a:endParaRPr lang="en-US" altLang="zh-CN" sz="2400" b="0"/>
          </a:p>
          <a:p>
            <a:pPr marL="0" lvl="0" indent="0">
              <a:lnSpc>
                <a:spcPts val="3275"/>
              </a:lnSpc>
              <a:spcBef>
                <a:spcPct val="0"/>
              </a:spcBef>
              <a:buClrTx/>
              <a:buFontTx/>
              <a:buNone/>
            </a:pPr>
            <a:r>
              <a:rPr lang="zh-CN" altLang="en-US" sz="2400" b="0"/>
              <a:t>(3)提高CPU和I/O设备之间的并行性。</a:t>
            </a:r>
          </a:p>
        </p:txBody>
      </p:sp>
    </p:spTree>
  </p:cSld>
  <p:clrMapOvr>
    <a:masterClrMapping/>
  </p:clrMapOvr>
  <p:transition spd="slow"/>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3" name="Rectangle 2"/>
          <p:cNvSpPr>
            <a:spLocks noGrp="1"/>
          </p:cNvSpPr>
          <p:nvPr>
            <p:ph type="title"/>
          </p:nvPr>
        </p:nvSpPr>
        <p:spPr/>
        <p:txBody>
          <a:bodyPr vert="horz" wrap="square" lIns="91440" tIns="45720" rIns="91440" bIns="45720" anchor="b" anchorCtr="0"/>
          <a:lstStyle/>
          <a:p>
            <a:pPr eaLnBrk="1" hangingPunct="1"/>
            <a:r>
              <a:rPr lang="en-US" altLang="zh-CN"/>
              <a:t>7.6.1</a:t>
            </a:r>
            <a:r>
              <a:rPr lang="zh-CN" altLang="en-US"/>
              <a:t> 缓冲</a:t>
            </a:r>
          </a:p>
        </p:txBody>
      </p:sp>
      <p:sp>
        <p:nvSpPr>
          <p:cNvPr id="69634" name="object 7"/>
          <p:cNvSpPr/>
          <p:nvPr/>
        </p:nvSpPr>
        <p:spPr>
          <a:xfrm>
            <a:off x="544513" y="2235200"/>
            <a:ext cx="14287" cy="0"/>
          </a:xfrm>
          <a:custGeom>
            <a:avLst/>
            <a:gdLst/>
            <a:ahLst/>
            <a:cxnLst>
              <a:cxn ang="0">
                <a:pos x="0" y="0"/>
              </a:cxn>
              <a:cxn ang="0">
                <a:pos x="5869" y="0"/>
              </a:cxn>
            </a:cxnLst>
            <a:rect l="0" t="0" r="0" b="0"/>
            <a:pathLst>
              <a:path w="14605">
                <a:moveTo>
                  <a:pt x="0" y="0"/>
                </a:moveTo>
                <a:lnTo>
                  <a:pt x="14477" y="0"/>
                </a:lnTo>
              </a:path>
            </a:pathLst>
          </a:custGeom>
          <a:noFill/>
          <a:ln w="14477" cap="flat" cmpd="sng">
            <a:solidFill>
              <a:srgbClr val="000000">
                <a:alpha val="100000"/>
              </a:srgbClr>
            </a:solidFill>
            <a:prstDash val="solid"/>
            <a:round/>
            <a:headEnd type="none" w="med" len="med"/>
            <a:tailEnd type="none" w="med" len="med"/>
          </a:ln>
        </p:spPr>
        <p:txBody>
          <a:bodyPr/>
          <a:lstStyle/>
          <a:p>
            <a:endParaRPr lang="zh-CN" altLang="en-US"/>
          </a:p>
        </p:txBody>
      </p:sp>
      <p:sp>
        <p:nvSpPr>
          <p:cNvPr id="83972" name="object 10"/>
          <p:cNvSpPr txBox="1">
            <a:spLocks noChangeArrowheads="1"/>
          </p:cNvSpPr>
          <p:nvPr/>
        </p:nvSpPr>
        <p:spPr bwMode="auto">
          <a:xfrm>
            <a:off x="250825" y="1341438"/>
            <a:ext cx="8204200" cy="790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163830" lvl="0" indent="0">
              <a:spcBef>
                <a:spcPts val="350"/>
              </a:spcBef>
              <a:buClr>
                <a:srgbClr val="3333CC"/>
              </a:buClr>
              <a:buSzPct val="110000"/>
              <a:buNone/>
            </a:pPr>
            <a:r>
              <a:rPr lang="zh-CN" altLang="zh-CN" sz="2400" b="0">
                <a:latin typeface="黑体" panose="02010609060101010101" pitchFamily="49" charset="-122"/>
              </a:rPr>
              <a:t>单缓冲技术(</a:t>
            </a:r>
            <a:r>
              <a:rPr lang="zh-CN" altLang="zh-CN" sz="2400" b="0"/>
              <a:t>single buffer</a:t>
            </a:r>
            <a:r>
              <a:rPr lang="zh-CN" altLang="zh-CN" sz="2400" b="0">
                <a:latin typeface="黑体" panose="02010609060101010101" pitchFamily="49" charset="-122"/>
              </a:rPr>
              <a:t>)</a:t>
            </a:r>
            <a:endParaRPr lang="en-US" altLang="zh-CN" sz="2400" b="0">
              <a:latin typeface="黑体" panose="02010609060101010101" pitchFamily="49" charset="-122"/>
            </a:endParaRPr>
          </a:p>
          <a:p>
            <a:pPr marL="163830" lvl="0" indent="0">
              <a:spcBef>
                <a:spcPts val="350"/>
              </a:spcBef>
              <a:buClr>
                <a:srgbClr val="3333CC"/>
              </a:buClr>
              <a:buSzPct val="110000"/>
              <a:buFontTx/>
              <a:buNone/>
            </a:pPr>
            <a:r>
              <a:rPr lang="zh-CN" altLang="en-US" sz="2400" b="0">
                <a:latin typeface="黑体" panose="02010609060101010101" pitchFamily="49" charset="-122"/>
              </a:rPr>
              <a:t>一个缓冲区，</a:t>
            </a:r>
            <a:r>
              <a:rPr lang="en-US" altLang="zh-CN" sz="2400" b="0">
                <a:latin typeface="黑体" panose="02010609060101010101" pitchFamily="49" charset="-122"/>
              </a:rPr>
              <a:t>CPU</a:t>
            </a:r>
            <a:r>
              <a:rPr lang="zh-CN" altLang="en-US" sz="2400" b="0">
                <a:latin typeface="黑体" panose="02010609060101010101" pitchFamily="49" charset="-122"/>
              </a:rPr>
              <a:t>和外设轮流使用。</a:t>
            </a:r>
            <a:endParaRPr lang="zh-CN" altLang="zh-CN" sz="2400" b="0">
              <a:latin typeface="黑体" panose="02010609060101010101" pitchFamily="49" charset="-122"/>
            </a:endParaRPr>
          </a:p>
        </p:txBody>
      </p:sp>
      <p:sp>
        <p:nvSpPr>
          <p:cNvPr id="69636" name="object 12"/>
          <p:cNvSpPr/>
          <p:nvPr/>
        </p:nvSpPr>
        <p:spPr>
          <a:xfrm>
            <a:off x="1081088" y="2205038"/>
            <a:ext cx="5507037" cy="1322387"/>
          </a:xfrm>
          <a:prstGeom prst="rect">
            <a:avLst/>
          </a:prstGeom>
          <a:blipFill rotWithShape="1">
            <a:blip r:embed="rId2"/>
            <a:stretch>
              <a:fillRect/>
            </a:stretch>
          </a:blipFill>
          <a:ln w="9525">
            <a:noFill/>
          </a:ln>
        </p:spPr>
        <p:txBody>
          <a:bodyPr lIns="0" tIns="0" rIns="0" bIns="0"/>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0" lvl="0" indent="0">
              <a:spcBef>
                <a:spcPct val="0"/>
              </a:spcBef>
              <a:buClrTx/>
              <a:buFontTx/>
              <a:buNone/>
            </a:pPr>
            <a:endParaRPr lang="zh-CN" altLang="zh-CN" sz="2400" b="0">
              <a:ea typeface="宋体" panose="02010600030101010101" pitchFamily="2" charset="-122"/>
            </a:endParaRPr>
          </a:p>
        </p:txBody>
      </p:sp>
      <p:sp>
        <p:nvSpPr>
          <p:cNvPr id="83979" name="object 18"/>
          <p:cNvSpPr txBox="1">
            <a:spLocks noChangeArrowheads="1"/>
          </p:cNvSpPr>
          <p:nvPr/>
        </p:nvSpPr>
        <p:spPr bwMode="auto">
          <a:xfrm>
            <a:off x="468313" y="6092825"/>
            <a:ext cx="7751763" cy="615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12700" lvl="0" indent="0">
              <a:lnSpc>
                <a:spcPts val="2375"/>
              </a:lnSpc>
              <a:spcBef>
                <a:spcPct val="0"/>
              </a:spcBef>
              <a:buClrTx/>
              <a:buFontTx/>
              <a:buNone/>
            </a:pPr>
            <a:r>
              <a:rPr lang="zh-CN" altLang="en-US" sz="2000" b="0">
                <a:latin typeface="黑体" panose="02010609060101010101" pitchFamily="49" charset="-122"/>
              </a:rPr>
              <a:t>每批数据时间是</a:t>
            </a:r>
            <a:r>
              <a:rPr lang="en-US" altLang="zh-CN" sz="2000" b="0">
                <a:latin typeface="黑体" panose="02010609060101010101" pitchFamily="49" charset="-122"/>
              </a:rPr>
              <a:t>Max(T,C)+M </a:t>
            </a:r>
          </a:p>
          <a:p>
            <a:pPr marL="12700" lvl="0" indent="0">
              <a:lnSpc>
                <a:spcPts val="2375"/>
              </a:lnSpc>
              <a:spcBef>
                <a:spcPct val="0"/>
              </a:spcBef>
              <a:buClrTx/>
              <a:buFontTx/>
              <a:buNone/>
            </a:pPr>
            <a:r>
              <a:rPr lang="zh-CN" altLang="zh-CN" sz="2000" b="0">
                <a:latin typeface="黑体" panose="02010609060101010101" pitchFamily="49" charset="-122"/>
              </a:rPr>
              <a:t>计算过程和数据输入缓冲</a:t>
            </a:r>
            <a:r>
              <a:rPr lang="zh-CN" altLang="en-US" sz="2000" b="0">
                <a:latin typeface="黑体" panose="02010609060101010101" pitchFamily="49" charset="-122"/>
              </a:rPr>
              <a:t>区</a:t>
            </a:r>
            <a:r>
              <a:rPr lang="zh-CN" altLang="zh-CN" sz="2000" b="0">
                <a:latin typeface="黑体" panose="02010609060101010101" pitchFamily="49" charset="-122"/>
              </a:rPr>
              <a:t>的过程可以并行。</a:t>
            </a:r>
          </a:p>
        </p:txBody>
      </p:sp>
      <p:sp>
        <p:nvSpPr>
          <p:cNvPr id="17" name="Line 4"/>
          <p:cNvSpPr>
            <a:spLocks noChangeShapeType="1"/>
          </p:cNvSpPr>
          <p:nvPr/>
        </p:nvSpPr>
        <p:spPr bwMode="auto">
          <a:xfrm>
            <a:off x="1298575" y="3573463"/>
            <a:ext cx="0" cy="2160588"/>
          </a:xfrm>
          <a:prstGeom prst="line">
            <a:avLst/>
          </a:prstGeom>
          <a:noFill/>
          <a:ln w="19050">
            <a:solidFill>
              <a:schemeClr val="tx1"/>
            </a:solidFill>
            <a:round/>
            <a:head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schemeClr val="tx1"/>
              </a:solidFill>
              <a:effectLst/>
              <a:uLnTx/>
              <a:uFillTx/>
              <a:latin typeface="Times New Roman" panose="02020603050405020304" pitchFamily="18" charset="0"/>
              <a:ea typeface="黑体" panose="02010609060101010101" pitchFamily="49" charset="-122"/>
              <a:cs typeface="+mn-cs"/>
            </a:endParaRPr>
          </a:p>
        </p:txBody>
      </p:sp>
      <p:sp>
        <p:nvSpPr>
          <p:cNvPr id="18" name="Line 5"/>
          <p:cNvSpPr>
            <a:spLocks noChangeShapeType="1"/>
          </p:cNvSpPr>
          <p:nvPr/>
        </p:nvSpPr>
        <p:spPr bwMode="auto">
          <a:xfrm flipH="1" flipV="1">
            <a:off x="1298575" y="5773738"/>
            <a:ext cx="7167563" cy="39688"/>
          </a:xfrm>
          <a:prstGeom prst="line">
            <a:avLst/>
          </a:prstGeom>
          <a:noFill/>
          <a:ln w="19050">
            <a:solidFill>
              <a:schemeClr val="tx1"/>
            </a:solidFill>
            <a:round/>
            <a:head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schemeClr val="tx1"/>
              </a:solidFill>
              <a:effectLst/>
              <a:uLnTx/>
              <a:uFillTx/>
              <a:latin typeface="Times New Roman" panose="02020603050405020304" pitchFamily="18" charset="0"/>
              <a:ea typeface="黑体" panose="02010609060101010101" pitchFamily="49" charset="-122"/>
              <a:cs typeface="+mn-cs"/>
            </a:endParaRPr>
          </a:p>
        </p:txBody>
      </p:sp>
      <p:sp>
        <p:nvSpPr>
          <p:cNvPr id="19" name="Line 6"/>
          <p:cNvSpPr>
            <a:spLocks noChangeShapeType="1"/>
          </p:cNvSpPr>
          <p:nvPr/>
        </p:nvSpPr>
        <p:spPr bwMode="auto">
          <a:xfrm flipH="1">
            <a:off x="1298575" y="5283200"/>
            <a:ext cx="7167563" cy="17463"/>
          </a:xfrm>
          <a:prstGeom prst="line">
            <a:avLst/>
          </a:prstGeom>
          <a:noFill/>
          <a:ln w="19050">
            <a:solidFill>
              <a:schemeClr val="folHlink"/>
            </a:solidFill>
            <a:prstDash val="dash"/>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schemeClr val="tx1"/>
              </a:solidFill>
              <a:effectLst/>
              <a:uLnTx/>
              <a:uFillTx/>
              <a:latin typeface="Times New Roman" panose="02020603050405020304" pitchFamily="18" charset="0"/>
              <a:ea typeface="黑体" panose="02010609060101010101" pitchFamily="49" charset="-122"/>
              <a:cs typeface="+mn-cs"/>
            </a:endParaRPr>
          </a:p>
        </p:txBody>
      </p:sp>
      <p:sp>
        <p:nvSpPr>
          <p:cNvPr id="20" name="Line 7"/>
          <p:cNvSpPr>
            <a:spLocks noChangeShapeType="1"/>
          </p:cNvSpPr>
          <p:nvPr/>
        </p:nvSpPr>
        <p:spPr bwMode="auto">
          <a:xfrm flipH="1">
            <a:off x="1298575" y="4867275"/>
            <a:ext cx="7167563" cy="1588"/>
          </a:xfrm>
          <a:prstGeom prst="line">
            <a:avLst/>
          </a:prstGeom>
          <a:noFill/>
          <a:ln w="19050">
            <a:solidFill>
              <a:schemeClr val="folHlink"/>
            </a:solidFill>
            <a:prstDash val="dash"/>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schemeClr val="tx1"/>
              </a:solidFill>
              <a:effectLst/>
              <a:uLnTx/>
              <a:uFillTx/>
              <a:latin typeface="Times New Roman" panose="02020603050405020304" pitchFamily="18" charset="0"/>
              <a:ea typeface="黑体" panose="02010609060101010101" pitchFamily="49" charset="-122"/>
              <a:cs typeface="+mn-cs"/>
            </a:endParaRPr>
          </a:p>
        </p:txBody>
      </p:sp>
      <p:sp>
        <p:nvSpPr>
          <p:cNvPr id="21" name="Line 8"/>
          <p:cNvSpPr>
            <a:spLocks noChangeShapeType="1"/>
          </p:cNvSpPr>
          <p:nvPr/>
        </p:nvSpPr>
        <p:spPr bwMode="auto">
          <a:xfrm flipH="1" flipV="1">
            <a:off x="1298575" y="4437063"/>
            <a:ext cx="7167563" cy="4763"/>
          </a:xfrm>
          <a:prstGeom prst="line">
            <a:avLst/>
          </a:prstGeom>
          <a:noFill/>
          <a:ln w="19050">
            <a:solidFill>
              <a:schemeClr val="folHlink"/>
            </a:solidFill>
            <a:prstDash val="dash"/>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schemeClr val="tx1"/>
              </a:solidFill>
              <a:effectLst/>
              <a:uLnTx/>
              <a:uFillTx/>
              <a:latin typeface="Times New Roman" panose="02020603050405020304" pitchFamily="18" charset="0"/>
              <a:ea typeface="黑体" panose="02010609060101010101" pitchFamily="49" charset="-122"/>
              <a:cs typeface="+mn-cs"/>
            </a:endParaRPr>
          </a:p>
        </p:txBody>
      </p:sp>
      <p:sp>
        <p:nvSpPr>
          <p:cNvPr id="22" name="Line 9"/>
          <p:cNvSpPr>
            <a:spLocks noChangeShapeType="1"/>
          </p:cNvSpPr>
          <p:nvPr/>
        </p:nvSpPr>
        <p:spPr bwMode="auto">
          <a:xfrm flipH="1" flipV="1">
            <a:off x="1298575" y="4005263"/>
            <a:ext cx="7167563" cy="61913"/>
          </a:xfrm>
          <a:prstGeom prst="line">
            <a:avLst/>
          </a:prstGeom>
          <a:noFill/>
          <a:ln w="19050">
            <a:solidFill>
              <a:schemeClr val="folHlink"/>
            </a:solidFill>
            <a:prstDash val="dash"/>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schemeClr val="tx1"/>
              </a:solidFill>
              <a:effectLst/>
              <a:uLnTx/>
              <a:uFillTx/>
              <a:latin typeface="Times New Roman" panose="02020603050405020304" pitchFamily="18" charset="0"/>
              <a:ea typeface="黑体" panose="02010609060101010101" pitchFamily="49" charset="-122"/>
              <a:cs typeface="+mn-cs"/>
            </a:endParaRPr>
          </a:p>
        </p:txBody>
      </p:sp>
      <p:sp>
        <p:nvSpPr>
          <p:cNvPr id="23" name="Line 10"/>
          <p:cNvSpPr>
            <a:spLocks noChangeShapeType="1"/>
          </p:cNvSpPr>
          <p:nvPr/>
        </p:nvSpPr>
        <p:spPr bwMode="auto">
          <a:xfrm flipH="1" flipV="1">
            <a:off x="2058988" y="4005263"/>
            <a:ext cx="0" cy="1727200"/>
          </a:xfrm>
          <a:prstGeom prst="line">
            <a:avLst/>
          </a:prstGeom>
          <a:noFill/>
          <a:ln w="19050">
            <a:solidFill>
              <a:schemeClr val="folHlink"/>
            </a:solidFill>
            <a:prstDash val="dash"/>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schemeClr val="tx1"/>
              </a:solidFill>
              <a:effectLst/>
              <a:uLnTx/>
              <a:uFillTx/>
              <a:latin typeface="Times New Roman" panose="02020603050405020304" pitchFamily="18" charset="0"/>
              <a:ea typeface="黑体" panose="02010609060101010101" pitchFamily="49" charset="-122"/>
              <a:cs typeface="+mn-cs"/>
            </a:endParaRPr>
          </a:p>
        </p:txBody>
      </p:sp>
      <p:sp>
        <p:nvSpPr>
          <p:cNvPr id="25" name="Line 12"/>
          <p:cNvSpPr>
            <a:spLocks noChangeShapeType="1"/>
          </p:cNvSpPr>
          <p:nvPr/>
        </p:nvSpPr>
        <p:spPr bwMode="auto">
          <a:xfrm flipH="1" flipV="1">
            <a:off x="3563938" y="4005263"/>
            <a:ext cx="0" cy="1727200"/>
          </a:xfrm>
          <a:prstGeom prst="line">
            <a:avLst/>
          </a:prstGeom>
          <a:noFill/>
          <a:ln w="19050">
            <a:solidFill>
              <a:schemeClr val="folHlink"/>
            </a:solidFill>
            <a:prstDash val="dash"/>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schemeClr val="tx1"/>
              </a:solidFill>
              <a:effectLst/>
              <a:uLnTx/>
              <a:uFillTx/>
              <a:latin typeface="Times New Roman" panose="02020603050405020304" pitchFamily="18" charset="0"/>
              <a:ea typeface="黑体" panose="02010609060101010101" pitchFamily="49" charset="-122"/>
              <a:cs typeface="+mn-cs"/>
            </a:endParaRPr>
          </a:p>
        </p:txBody>
      </p:sp>
      <p:sp>
        <p:nvSpPr>
          <p:cNvPr id="28" name="Text Box 15"/>
          <p:cNvSpPr txBox="1">
            <a:spLocks noChangeArrowheads="1"/>
          </p:cNvSpPr>
          <p:nvPr/>
        </p:nvSpPr>
        <p:spPr bwMode="auto">
          <a:xfrm>
            <a:off x="179388" y="5076825"/>
            <a:ext cx="1108075" cy="368300"/>
          </a:xfrm>
          <a:prstGeom prst="rect">
            <a:avLst/>
          </a:prstGeom>
          <a:noFill/>
          <a:ln>
            <a:noFill/>
          </a:ln>
          <a:effectLst/>
          <a:extLst>
            <a:ext uri="{909E8E84-426E-40DD-AFC4-6F175D3DCCD1}">
              <a14:hiddenFill xmlns:a14="http://schemas.microsoft.com/office/drawing/2010/main">
                <a:gradFill rotWithShape="0">
                  <a:gsLst>
                    <a:gs pos="0">
                      <a:schemeClr val="accent1"/>
                    </a:gs>
                    <a:gs pos="100000">
                      <a:srgbClr val="006A4E"/>
                    </a:gs>
                  </a:gsLst>
                  <a:lin ang="5400000" scaled="1"/>
                </a:gradFill>
              </a14:hiddenFill>
            </a:ext>
            <a:ext uri="{91240B29-F687-4F45-9708-019B960494DF}">
              <a14:hiddenLine xmlns:a14="http://schemas.microsoft.com/office/drawing/2010/main" w="19050">
                <a:solidFill>
                  <a:srgbClr val="FF3300"/>
                </a:solidFill>
                <a:prstDash val="dash"/>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0" lvl="0" indent="0" algn="ctr" eaLnBrk="1" hangingPunct="1">
              <a:spcBef>
                <a:spcPct val="0"/>
              </a:spcBef>
              <a:buClrTx/>
              <a:buFontTx/>
              <a:buNone/>
            </a:pPr>
            <a:r>
              <a:rPr lang="zh-CN" altLang="en-US" sz="1800" b="0">
                <a:latin typeface="Helvetica" pitchFamily="34" charset="0"/>
                <a:ea typeface="楷体_GB2312" pitchFamily="49" charset="-122"/>
              </a:rPr>
              <a:t>处理进程</a:t>
            </a:r>
            <a:endParaRPr lang="en-US" altLang="zh-CN" sz="1800" b="0">
              <a:latin typeface="Helvetica" pitchFamily="34" charset="0"/>
              <a:ea typeface="楷体_GB2312" pitchFamily="49" charset="-122"/>
            </a:endParaRPr>
          </a:p>
        </p:txBody>
      </p:sp>
      <p:sp>
        <p:nvSpPr>
          <p:cNvPr id="29" name="Text Box 16"/>
          <p:cNvSpPr txBox="1">
            <a:spLocks noChangeArrowheads="1"/>
          </p:cNvSpPr>
          <p:nvPr/>
        </p:nvSpPr>
        <p:spPr bwMode="auto">
          <a:xfrm>
            <a:off x="179388" y="4622800"/>
            <a:ext cx="1108075" cy="368300"/>
          </a:xfrm>
          <a:prstGeom prst="rect">
            <a:avLst/>
          </a:prstGeom>
          <a:noFill/>
          <a:ln>
            <a:noFill/>
          </a:ln>
          <a:effectLst/>
          <a:extLst>
            <a:ext uri="{909E8E84-426E-40DD-AFC4-6F175D3DCCD1}">
              <a14:hiddenFill xmlns:a14="http://schemas.microsoft.com/office/drawing/2010/main">
                <a:gradFill rotWithShape="0">
                  <a:gsLst>
                    <a:gs pos="0">
                      <a:schemeClr val="accent1"/>
                    </a:gs>
                    <a:gs pos="100000">
                      <a:srgbClr val="006A4E"/>
                    </a:gs>
                  </a:gsLst>
                  <a:lin ang="5400000" scaled="1"/>
                </a:gradFill>
              </a14:hiddenFill>
            </a:ext>
            <a:ext uri="{91240B29-F687-4F45-9708-019B960494DF}">
              <a14:hiddenLine xmlns:a14="http://schemas.microsoft.com/office/drawing/2010/main" w="19050">
                <a:solidFill>
                  <a:srgbClr val="FF3300"/>
                </a:solidFill>
                <a:prstDash val="dash"/>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0" lvl="0" indent="0" algn="ctr" eaLnBrk="1" hangingPunct="1">
              <a:spcBef>
                <a:spcPct val="0"/>
              </a:spcBef>
              <a:buClrTx/>
              <a:buFontTx/>
              <a:buNone/>
            </a:pPr>
            <a:r>
              <a:rPr lang="zh-CN" altLang="en-US" sz="1800" b="0">
                <a:latin typeface="Helvetica" pitchFamily="34" charset="0"/>
                <a:ea typeface="楷体_GB2312" pitchFamily="49" charset="-122"/>
              </a:rPr>
              <a:t>传送进程</a:t>
            </a:r>
            <a:endParaRPr lang="en-US" altLang="zh-CN" sz="1800" b="0">
              <a:latin typeface="Helvetica" pitchFamily="34" charset="0"/>
              <a:ea typeface="楷体_GB2312" pitchFamily="49" charset="-122"/>
            </a:endParaRPr>
          </a:p>
        </p:txBody>
      </p:sp>
      <p:sp>
        <p:nvSpPr>
          <p:cNvPr id="30" name="Text Box 17"/>
          <p:cNvSpPr txBox="1">
            <a:spLocks noChangeArrowheads="1"/>
          </p:cNvSpPr>
          <p:nvPr/>
        </p:nvSpPr>
        <p:spPr bwMode="auto">
          <a:xfrm>
            <a:off x="179388" y="4191000"/>
            <a:ext cx="1108075" cy="368300"/>
          </a:xfrm>
          <a:prstGeom prst="rect">
            <a:avLst/>
          </a:prstGeom>
          <a:noFill/>
          <a:ln>
            <a:noFill/>
          </a:ln>
          <a:effectLst/>
          <a:extLst>
            <a:ext uri="{909E8E84-426E-40DD-AFC4-6F175D3DCCD1}">
              <a14:hiddenFill xmlns:a14="http://schemas.microsoft.com/office/drawing/2010/main">
                <a:gradFill rotWithShape="0">
                  <a:gsLst>
                    <a:gs pos="0">
                      <a:schemeClr val="accent1"/>
                    </a:gs>
                    <a:gs pos="100000">
                      <a:srgbClr val="006A4E"/>
                    </a:gs>
                  </a:gsLst>
                  <a:lin ang="5400000" scaled="1"/>
                </a:gradFill>
              </a14:hiddenFill>
            </a:ext>
            <a:ext uri="{91240B29-F687-4F45-9708-019B960494DF}">
              <a14:hiddenLine xmlns:a14="http://schemas.microsoft.com/office/drawing/2010/main" w="19050">
                <a:solidFill>
                  <a:srgbClr val="FF3300"/>
                </a:solidFill>
                <a:prstDash val="dash"/>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0" lvl="0" indent="0" algn="ctr" eaLnBrk="1" hangingPunct="1">
              <a:spcBef>
                <a:spcPct val="0"/>
              </a:spcBef>
              <a:buClrTx/>
              <a:buFontTx/>
              <a:buNone/>
            </a:pPr>
            <a:r>
              <a:rPr lang="zh-CN" altLang="en-US" sz="1800" b="0">
                <a:latin typeface="Helvetica" pitchFamily="34" charset="0"/>
                <a:ea typeface="楷体_GB2312" pitchFamily="49" charset="-122"/>
              </a:rPr>
              <a:t>输入进程</a:t>
            </a:r>
            <a:endParaRPr lang="en-US" altLang="zh-CN" sz="1800" b="0">
              <a:latin typeface="Helvetica" pitchFamily="34" charset="0"/>
              <a:ea typeface="楷体_GB2312" pitchFamily="49" charset="-122"/>
            </a:endParaRPr>
          </a:p>
        </p:txBody>
      </p:sp>
      <p:sp>
        <p:nvSpPr>
          <p:cNvPr id="31" name="Text Box 19"/>
          <p:cNvSpPr txBox="1">
            <a:spLocks noChangeArrowheads="1"/>
          </p:cNvSpPr>
          <p:nvPr/>
        </p:nvSpPr>
        <p:spPr bwMode="auto">
          <a:xfrm>
            <a:off x="1150938" y="5732463"/>
            <a:ext cx="298450" cy="338138"/>
          </a:xfrm>
          <a:prstGeom prst="rect">
            <a:avLst/>
          </a:prstGeom>
          <a:noFill/>
          <a:ln>
            <a:noFill/>
          </a:ln>
          <a:effectLst/>
          <a:extLst>
            <a:ext uri="{909E8E84-426E-40DD-AFC4-6F175D3DCCD1}">
              <a14:hiddenFill xmlns:a14="http://schemas.microsoft.com/office/drawing/2010/main">
                <a:gradFill rotWithShape="0">
                  <a:gsLst>
                    <a:gs pos="0">
                      <a:schemeClr val="accent1"/>
                    </a:gs>
                    <a:gs pos="100000">
                      <a:srgbClr val="006A4E"/>
                    </a:gs>
                  </a:gsLst>
                  <a:lin ang="5400000" scaled="1"/>
                </a:gradFill>
              </a14:hiddenFill>
            </a:ext>
            <a:ext uri="{91240B29-F687-4F45-9708-019B960494DF}">
              <a14:hiddenLine xmlns:a14="http://schemas.microsoft.com/office/drawing/2010/main" w="19050">
                <a:solidFill>
                  <a:srgbClr val="FF3300"/>
                </a:solidFill>
                <a:prstDash val="dash"/>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spcBef>
                <a:spcPct val="20000"/>
              </a:spcBef>
              <a:buClr>
                <a:schemeClr val="folHlink"/>
              </a:buClr>
              <a:buSzPct val="60000"/>
              <a:buFont typeface="Wingdings" panose="05000000000000000000" pitchFamily="2" charset="2"/>
              <a:buChar char="n"/>
              <a:defRPr kumimoji="1" sz="3200">
                <a:solidFill>
                  <a:schemeClr val="tx1"/>
                </a:solidFill>
                <a:latin typeface="Times New Roman" panose="02020603050405020304" pitchFamily="18" charset="0"/>
                <a:ea typeface="楷体_GB2312" charset="0"/>
              </a:defRPr>
            </a:lvl1pPr>
            <a:lvl2pPr marL="742950" indent="-285750">
              <a:spcBef>
                <a:spcPct val="20000"/>
              </a:spcBef>
              <a:buClr>
                <a:schemeClr val="hlink"/>
              </a:buClr>
              <a:buSzPct val="55000"/>
              <a:buFont typeface="Wingdings" panose="05000000000000000000" pitchFamily="2" charset="2"/>
              <a:buChar char="Ø"/>
              <a:defRPr kumimoji="1" sz="2800">
                <a:solidFill>
                  <a:schemeClr val="tx1"/>
                </a:solidFill>
                <a:latin typeface="Times New Roman" panose="02020603050405020304" pitchFamily="18" charset="0"/>
                <a:ea typeface="楷体_GB2312" charset="0"/>
              </a:defRPr>
            </a:lvl2pPr>
            <a:lvl3pPr marL="1143000" indent="-228600">
              <a:spcBef>
                <a:spcPct val="20000"/>
              </a:spcBef>
              <a:buClr>
                <a:schemeClr val="folHlink"/>
              </a:buClr>
              <a:buSzPct val="50000"/>
              <a:buFont typeface="Wingdings" panose="05000000000000000000" pitchFamily="2" charset="2"/>
              <a:buChar char="v"/>
              <a:defRPr kumimoji="1" sz="2400">
                <a:solidFill>
                  <a:schemeClr val="tx1"/>
                </a:solidFill>
                <a:latin typeface="Times New Roman" panose="02020603050405020304" pitchFamily="18" charset="0"/>
                <a:ea typeface="楷体_GB2312" charset="0"/>
              </a:defRPr>
            </a:lvl3pPr>
            <a:lvl4pPr marL="1600200" indent="-228600">
              <a:spcBef>
                <a:spcPct val="20000"/>
              </a:spcBef>
              <a:buClr>
                <a:schemeClr val="accent2"/>
              </a:buClr>
              <a:buSzPct val="55000"/>
              <a:buChar char="•"/>
              <a:defRPr kumimoji="1" sz="2000">
                <a:solidFill>
                  <a:schemeClr val="tx1"/>
                </a:solidFill>
                <a:latin typeface="Times New Roman" panose="02020603050405020304" pitchFamily="18" charset="0"/>
                <a:ea typeface="楷体_GB2312" charset="0"/>
              </a:defRPr>
            </a:lvl4pPr>
            <a:lvl5pPr marL="2057400" indent="-228600">
              <a:spcBef>
                <a:spcPct val="20000"/>
              </a:spcBef>
              <a:buClr>
                <a:schemeClr val="accent1"/>
              </a:buClr>
              <a:buSzPct val="50000"/>
              <a:buFont typeface="Wingdings" panose="05000000000000000000" pitchFamily="2" charset="2"/>
              <a:buChar char="ü"/>
              <a:defRPr kumimoji="1" sz="2000">
                <a:solidFill>
                  <a:schemeClr val="tx1"/>
                </a:solidFill>
                <a:latin typeface="Times New Roman" panose="02020603050405020304" pitchFamily="18" charset="0"/>
                <a:ea typeface="楷体_GB2312"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ü"/>
              <a:defRPr kumimoji="1" sz="2000">
                <a:solidFill>
                  <a:schemeClr val="tx1"/>
                </a:solidFill>
                <a:latin typeface="Times New Roman" panose="02020603050405020304" pitchFamily="18" charset="0"/>
                <a:ea typeface="楷体_GB2312"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ü"/>
              <a:defRPr kumimoji="1" sz="2000">
                <a:solidFill>
                  <a:schemeClr val="tx1"/>
                </a:solidFill>
                <a:latin typeface="Times New Roman" panose="02020603050405020304" pitchFamily="18" charset="0"/>
                <a:ea typeface="楷体_GB2312"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ü"/>
              <a:defRPr kumimoji="1" sz="2000">
                <a:solidFill>
                  <a:schemeClr val="tx1"/>
                </a:solidFill>
                <a:latin typeface="Times New Roman" panose="02020603050405020304" pitchFamily="18" charset="0"/>
                <a:ea typeface="楷体_GB2312"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ü"/>
              <a:defRPr kumimoji="1" sz="2000">
                <a:solidFill>
                  <a:schemeClr val="tx1"/>
                </a:solidFill>
                <a:latin typeface="Times New Roman" panose="02020603050405020304" pitchFamily="18" charset="0"/>
                <a:ea typeface="楷体_GB2312" charset="0"/>
              </a:defRPr>
            </a:lvl9p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600" b="0" i="0" u="none" strike="noStrike" kern="1200" cap="none" spc="0" normalizeH="0" baseline="0" noProof="0">
                <a:ln>
                  <a:noFill/>
                </a:ln>
                <a:solidFill>
                  <a:schemeClr val="accent2"/>
                </a:solidFill>
                <a:effectLst/>
                <a:uLnTx/>
                <a:uFillTx/>
                <a:latin typeface="Helvetica" pitchFamily="34" charset="0"/>
                <a:ea typeface="楷体_GB2312" charset="0"/>
                <a:cs typeface="+mn-cs"/>
              </a:rPr>
              <a:t>0</a:t>
            </a:r>
          </a:p>
        </p:txBody>
      </p:sp>
      <p:sp>
        <p:nvSpPr>
          <p:cNvPr id="37" name="Text Box 25"/>
          <p:cNvSpPr txBox="1">
            <a:spLocks noChangeArrowheads="1"/>
          </p:cNvSpPr>
          <p:nvPr/>
        </p:nvSpPr>
        <p:spPr bwMode="auto">
          <a:xfrm>
            <a:off x="8172450" y="5434013"/>
            <a:ext cx="569913" cy="336550"/>
          </a:xfrm>
          <a:prstGeom prst="rect">
            <a:avLst/>
          </a:prstGeom>
          <a:noFill/>
          <a:ln>
            <a:noFill/>
          </a:ln>
          <a:effectLst/>
          <a:extLst>
            <a:ext uri="{909E8E84-426E-40DD-AFC4-6F175D3DCCD1}">
              <a14:hiddenFill xmlns:a14="http://schemas.microsoft.com/office/drawing/2010/main">
                <a:gradFill rotWithShape="0">
                  <a:gsLst>
                    <a:gs pos="0">
                      <a:schemeClr val="accent1"/>
                    </a:gs>
                    <a:gs pos="100000">
                      <a:srgbClr val="006A4E"/>
                    </a:gs>
                  </a:gsLst>
                  <a:lin ang="5400000" scaled="1"/>
                </a:gradFill>
              </a14:hiddenFill>
            </a:ext>
            <a:ext uri="{91240B29-F687-4F45-9708-019B960494DF}">
              <a14:hiddenLine xmlns:a14="http://schemas.microsoft.com/office/drawing/2010/main" w="19050">
                <a:solidFill>
                  <a:srgbClr val="FF3300"/>
                </a:solidFill>
                <a:prstDash val="dash"/>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spcBef>
                <a:spcPct val="20000"/>
              </a:spcBef>
              <a:buClr>
                <a:schemeClr val="folHlink"/>
              </a:buClr>
              <a:buSzPct val="60000"/>
              <a:buFont typeface="Wingdings" panose="05000000000000000000" pitchFamily="2" charset="2"/>
              <a:buChar char="n"/>
              <a:defRPr kumimoji="1" sz="3200">
                <a:solidFill>
                  <a:schemeClr val="tx1"/>
                </a:solidFill>
                <a:latin typeface="Times New Roman" panose="02020603050405020304" pitchFamily="18" charset="0"/>
                <a:ea typeface="楷体_GB2312" charset="0"/>
              </a:defRPr>
            </a:lvl1pPr>
            <a:lvl2pPr marL="742950" indent="-285750">
              <a:spcBef>
                <a:spcPct val="20000"/>
              </a:spcBef>
              <a:buClr>
                <a:schemeClr val="hlink"/>
              </a:buClr>
              <a:buSzPct val="55000"/>
              <a:buFont typeface="Wingdings" panose="05000000000000000000" pitchFamily="2" charset="2"/>
              <a:buChar char="Ø"/>
              <a:defRPr kumimoji="1" sz="2800">
                <a:solidFill>
                  <a:schemeClr val="tx1"/>
                </a:solidFill>
                <a:latin typeface="Times New Roman" panose="02020603050405020304" pitchFamily="18" charset="0"/>
                <a:ea typeface="楷体_GB2312" charset="0"/>
              </a:defRPr>
            </a:lvl2pPr>
            <a:lvl3pPr marL="1143000" indent="-228600">
              <a:spcBef>
                <a:spcPct val="20000"/>
              </a:spcBef>
              <a:buClr>
                <a:schemeClr val="folHlink"/>
              </a:buClr>
              <a:buSzPct val="50000"/>
              <a:buFont typeface="Wingdings" panose="05000000000000000000" pitchFamily="2" charset="2"/>
              <a:buChar char="v"/>
              <a:defRPr kumimoji="1" sz="2400">
                <a:solidFill>
                  <a:schemeClr val="tx1"/>
                </a:solidFill>
                <a:latin typeface="Times New Roman" panose="02020603050405020304" pitchFamily="18" charset="0"/>
                <a:ea typeface="楷体_GB2312" charset="0"/>
              </a:defRPr>
            </a:lvl3pPr>
            <a:lvl4pPr marL="1600200" indent="-228600">
              <a:spcBef>
                <a:spcPct val="20000"/>
              </a:spcBef>
              <a:buClr>
                <a:schemeClr val="accent2"/>
              </a:buClr>
              <a:buSzPct val="55000"/>
              <a:buChar char="•"/>
              <a:defRPr kumimoji="1" sz="2000">
                <a:solidFill>
                  <a:schemeClr val="tx1"/>
                </a:solidFill>
                <a:latin typeface="Times New Roman" panose="02020603050405020304" pitchFamily="18" charset="0"/>
                <a:ea typeface="楷体_GB2312" charset="0"/>
              </a:defRPr>
            </a:lvl4pPr>
            <a:lvl5pPr marL="2057400" indent="-228600">
              <a:spcBef>
                <a:spcPct val="20000"/>
              </a:spcBef>
              <a:buClr>
                <a:schemeClr val="accent1"/>
              </a:buClr>
              <a:buSzPct val="50000"/>
              <a:buFont typeface="Wingdings" panose="05000000000000000000" pitchFamily="2" charset="2"/>
              <a:buChar char="ü"/>
              <a:defRPr kumimoji="1" sz="2000">
                <a:solidFill>
                  <a:schemeClr val="tx1"/>
                </a:solidFill>
                <a:latin typeface="Times New Roman" panose="02020603050405020304" pitchFamily="18" charset="0"/>
                <a:ea typeface="楷体_GB2312"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ü"/>
              <a:defRPr kumimoji="1" sz="2000">
                <a:solidFill>
                  <a:schemeClr val="tx1"/>
                </a:solidFill>
                <a:latin typeface="Times New Roman" panose="02020603050405020304" pitchFamily="18" charset="0"/>
                <a:ea typeface="楷体_GB2312"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ü"/>
              <a:defRPr kumimoji="1" sz="2000">
                <a:solidFill>
                  <a:schemeClr val="tx1"/>
                </a:solidFill>
                <a:latin typeface="Times New Roman" panose="02020603050405020304" pitchFamily="18" charset="0"/>
                <a:ea typeface="楷体_GB2312"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ü"/>
              <a:defRPr kumimoji="1" sz="2000">
                <a:solidFill>
                  <a:schemeClr val="tx1"/>
                </a:solidFill>
                <a:latin typeface="Times New Roman" panose="02020603050405020304" pitchFamily="18" charset="0"/>
                <a:ea typeface="楷体_GB2312"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ü"/>
              <a:defRPr kumimoji="1" sz="2000">
                <a:solidFill>
                  <a:schemeClr val="tx1"/>
                </a:solidFill>
                <a:latin typeface="Times New Roman" panose="02020603050405020304" pitchFamily="18" charset="0"/>
                <a:ea typeface="楷体_GB2312" charset="0"/>
              </a:defRPr>
            </a:lvl9p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600" b="0" i="0" u="none" strike="noStrike" kern="1200" cap="none" spc="0" normalizeH="0" baseline="0" noProof="0">
                <a:ln>
                  <a:noFill/>
                </a:ln>
                <a:solidFill>
                  <a:schemeClr val="hlink"/>
                </a:solidFill>
                <a:effectLst/>
                <a:uLnTx/>
                <a:uFillTx/>
                <a:latin typeface="Helvetica" pitchFamily="34" charset="0"/>
                <a:ea typeface="楷体_GB2312" charset="0"/>
                <a:cs typeface="+mn-cs"/>
              </a:rPr>
              <a:t>time</a:t>
            </a:r>
          </a:p>
        </p:txBody>
      </p:sp>
      <p:sp>
        <p:nvSpPr>
          <p:cNvPr id="38" name="Text Box 26"/>
          <p:cNvSpPr txBox="1">
            <a:spLocks noChangeArrowheads="1"/>
          </p:cNvSpPr>
          <p:nvPr/>
        </p:nvSpPr>
        <p:spPr bwMode="auto">
          <a:xfrm>
            <a:off x="917575" y="3357563"/>
            <a:ext cx="339725" cy="369888"/>
          </a:xfrm>
          <a:prstGeom prst="rect">
            <a:avLst/>
          </a:prstGeom>
          <a:noFill/>
          <a:ln>
            <a:noFill/>
          </a:ln>
          <a:effectLst/>
          <a:extLst>
            <a:ext uri="{909E8E84-426E-40DD-AFC4-6F175D3DCCD1}">
              <a14:hiddenFill xmlns:a14="http://schemas.microsoft.com/office/drawing/2010/main">
                <a:gradFill rotWithShape="0">
                  <a:gsLst>
                    <a:gs pos="0">
                      <a:schemeClr val="accent1"/>
                    </a:gs>
                    <a:gs pos="100000">
                      <a:srgbClr val="006A4E"/>
                    </a:gs>
                  </a:gsLst>
                  <a:lin ang="5400000" scaled="1"/>
                </a:gradFill>
              </a14:hiddenFill>
            </a:ext>
            <a:ext uri="{91240B29-F687-4F45-9708-019B960494DF}">
              <a14:hiddenLine xmlns:a14="http://schemas.microsoft.com/office/drawing/2010/main" w="19050">
                <a:solidFill>
                  <a:srgbClr val="FF3300"/>
                </a:solidFill>
                <a:prstDash val="dash"/>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spcBef>
                <a:spcPct val="20000"/>
              </a:spcBef>
              <a:buClr>
                <a:schemeClr val="folHlink"/>
              </a:buClr>
              <a:buSzPct val="60000"/>
              <a:buFont typeface="Wingdings" panose="05000000000000000000" pitchFamily="2" charset="2"/>
              <a:buChar char="n"/>
              <a:defRPr kumimoji="1" sz="3200">
                <a:solidFill>
                  <a:schemeClr val="tx1"/>
                </a:solidFill>
                <a:latin typeface="Times New Roman" panose="02020603050405020304" pitchFamily="18" charset="0"/>
                <a:ea typeface="楷体_GB2312" charset="0"/>
              </a:defRPr>
            </a:lvl1pPr>
            <a:lvl2pPr marL="742950" indent="-285750">
              <a:spcBef>
                <a:spcPct val="20000"/>
              </a:spcBef>
              <a:buClr>
                <a:schemeClr val="hlink"/>
              </a:buClr>
              <a:buSzPct val="55000"/>
              <a:buFont typeface="Wingdings" panose="05000000000000000000" pitchFamily="2" charset="2"/>
              <a:buChar char="Ø"/>
              <a:defRPr kumimoji="1" sz="2800">
                <a:solidFill>
                  <a:schemeClr val="tx1"/>
                </a:solidFill>
                <a:latin typeface="Times New Roman" panose="02020603050405020304" pitchFamily="18" charset="0"/>
                <a:ea typeface="楷体_GB2312" charset="0"/>
              </a:defRPr>
            </a:lvl2pPr>
            <a:lvl3pPr marL="1143000" indent="-228600">
              <a:spcBef>
                <a:spcPct val="20000"/>
              </a:spcBef>
              <a:buClr>
                <a:schemeClr val="folHlink"/>
              </a:buClr>
              <a:buSzPct val="50000"/>
              <a:buFont typeface="Wingdings" panose="05000000000000000000" pitchFamily="2" charset="2"/>
              <a:buChar char="v"/>
              <a:defRPr kumimoji="1" sz="2400">
                <a:solidFill>
                  <a:schemeClr val="tx1"/>
                </a:solidFill>
                <a:latin typeface="Times New Roman" panose="02020603050405020304" pitchFamily="18" charset="0"/>
                <a:ea typeface="楷体_GB2312" charset="0"/>
              </a:defRPr>
            </a:lvl3pPr>
            <a:lvl4pPr marL="1600200" indent="-228600">
              <a:spcBef>
                <a:spcPct val="20000"/>
              </a:spcBef>
              <a:buClr>
                <a:schemeClr val="accent2"/>
              </a:buClr>
              <a:buSzPct val="55000"/>
              <a:buChar char="•"/>
              <a:defRPr kumimoji="1" sz="2000">
                <a:solidFill>
                  <a:schemeClr val="tx1"/>
                </a:solidFill>
                <a:latin typeface="Times New Roman" panose="02020603050405020304" pitchFamily="18" charset="0"/>
                <a:ea typeface="楷体_GB2312" charset="0"/>
              </a:defRPr>
            </a:lvl4pPr>
            <a:lvl5pPr marL="2057400" indent="-228600">
              <a:spcBef>
                <a:spcPct val="20000"/>
              </a:spcBef>
              <a:buClr>
                <a:schemeClr val="accent1"/>
              </a:buClr>
              <a:buSzPct val="50000"/>
              <a:buFont typeface="Wingdings" panose="05000000000000000000" pitchFamily="2" charset="2"/>
              <a:buChar char="ü"/>
              <a:defRPr kumimoji="1" sz="2000">
                <a:solidFill>
                  <a:schemeClr val="tx1"/>
                </a:solidFill>
                <a:latin typeface="Times New Roman" panose="02020603050405020304" pitchFamily="18" charset="0"/>
                <a:ea typeface="楷体_GB2312"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ü"/>
              <a:defRPr kumimoji="1" sz="2000">
                <a:solidFill>
                  <a:schemeClr val="tx1"/>
                </a:solidFill>
                <a:latin typeface="Times New Roman" panose="02020603050405020304" pitchFamily="18" charset="0"/>
                <a:ea typeface="楷体_GB2312"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ü"/>
              <a:defRPr kumimoji="1" sz="2000">
                <a:solidFill>
                  <a:schemeClr val="tx1"/>
                </a:solidFill>
                <a:latin typeface="Times New Roman" panose="02020603050405020304" pitchFamily="18" charset="0"/>
                <a:ea typeface="楷体_GB2312"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ü"/>
              <a:defRPr kumimoji="1" sz="2000">
                <a:solidFill>
                  <a:schemeClr val="tx1"/>
                </a:solidFill>
                <a:latin typeface="Times New Roman" panose="02020603050405020304" pitchFamily="18" charset="0"/>
                <a:ea typeface="楷体_GB2312"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ü"/>
              <a:defRPr kumimoji="1" sz="2000">
                <a:solidFill>
                  <a:schemeClr val="tx1"/>
                </a:solidFill>
                <a:latin typeface="Times New Roman" panose="02020603050405020304" pitchFamily="18" charset="0"/>
                <a:ea typeface="楷体_GB2312" charset="0"/>
              </a:defRPr>
            </a:lvl9p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800" b="0" i="0" u="none" strike="noStrike" kern="1200" cap="none" spc="0" normalizeH="0" baseline="0" noProof="0">
                <a:ln>
                  <a:noFill/>
                </a:ln>
                <a:solidFill>
                  <a:schemeClr val="hlink"/>
                </a:solidFill>
                <a:effectLst/>
                <a:uLnTx/>
                <a:uFillTx/>
                <a:latin typeface="Helvetica" pitchFamily="34" charset="0"/>
                <a:ea typeface="楷体_GB2312" charset="0"/>
                <a:cs typeface="+mn-cs"/>
              </a:rPr>
              <a:t>P</a:t>
            </a:r>
          </a:p>
        </p:txBody>
      </p:sp>
      <p:sp>
        <p:nvSpPr>
          <p:cNvPr id="41" name="Line 12"/>
          <p:cNvSpPr>
            <a:spLocks noChangeShapeType="1"/>
          </p:cNvSpPr>
          <p:nvPr/>
        </p:nvSpPr>
        <p:spPr bwMode="auto">
          <a:xfrm flipH="1" flipV="1">
            <a:off x="5003800" y="3975100"/>
            <a:ext cx="0" cy="1727200"/>
          </a:xfrm>
          <a:prstGeom prst="line">
            <a:avLst/>
          </a:prstGeom>
          <a:noFill/>
          <a:ln w="19050">
            <a:solidFill>
              <a:schemeClr val="folHlink"/>
            </a:solidFill>
            <a:prstDash val="dash"/>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schemeClr val="tx1"/>
              </a:solidFill>
              <a:effectLst/>
              <a:uLnTx/>
              <a:uFillTx/>
              <a:latin typeface="Times New Roman" panose="02020603050405020304" pitchFamily="18" charset="0"/>
              <a:ea typeface="黑体" panose="02010609060101010101" pitchFamily="49" charset="-122"/>
              <a:cs typeface="+mn-cs"/>
            </a:endParaRPr>
          </a:p>
        </p:txBody>
      </p:sp>
      <p:sp>
        <p:nvSpPr>
          <p:cNvPr id="48" name="Line 27"/>
          <p:cNvSpPr>
            <a:spLocks noChangeShapeType="1"/>
          </p:cNvSpPr>
          <p:nvPr/>
        </p:nvSpPr>
        <p:spPr bwMode="auto">
          <a:xfrm>
            <a:off x="1298575" y="4441825"/>
            <a:ext cx="792163" cy="0"/>
          </a:xfrm>
          <a:prstGeom prst="line">
            <a:avLst/>
          </a:prstGeom>
          <a:noFill/>
          <a:ln w="38100">
            <a:solidFill>
              <a:srgbClr val="FF33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schemeClr val="tx1"/>
              </a:solidFill>
              <a:effectLst/>
              <a:uLnTx/>
              <a:uFillTx/>
              <a:latin typeface="Times New Roman" panose="02020603050405020304" pitchFamily="18" charset="0"/>
              <a:ea typeface="黑体" panose="02010609060101010101" pitchFamily="49" charset="-122"/>
              <a:cs typeface="+mn-cs"/>
            </a:endParaRPr>
          </a:p>
        </p:txBody>
      </p:sp>
      <p:sp>
        <p:nvSpPr>
          <p:cNvPr id="49" name="Line 27"/>
          <p:cNvSpPr>
            <a:spLocks noChangeShapeType="1"/>
          </p:cNvSpPr>
          <p:nvPr/>
        </p:nvSpPr>
        <p:spPr bwMode="auto">
          <a:xfrm>
            <a:off x="2058988" y="4838700"/>
            <a:ext cx="608013" cy="6350"/>
          </a:xfrm>
          <a:prstGeom prst="line">
            <a:avLst/>
          </a:prstGeom>
          <a:noFill/>
          <a:ln w="38100">
            <a:solidFill>
              <a:srgbClr val="FF33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schemeClr val="tx1"/>
              </a:solidFill>
              <a:effectLst/>
              <a:uLnTx/>
              <a:uFillTx/>
              <a:latin typeface="Times New Roman" panose="02020603050405020304" pitchFamily="18" charset="0"/>
              <a:ea typeface="黑体" panose="02010609060101010101" pitchFamily="49" charset="-122"/>
              <a:cs typeface="+mn-cs"/>
            </a:endParaRPr>
          </a:p>
        </p:txBody>
      </p:sp>
      <p:sp>
        <p:nvSpPr>
          <p:cNvPr id="50" name="Line 27"/>
          <p:cNvSpPr>
            <a:spLocks noChangeShapeType="1"/>
          </p:cNvSpPr>
          <p:nvPr/>
        </p:nvSpPr>
        <p:spPr bwMode="auto">
          <a:xfrm>
            <a:off x="2732088" y="5270500"/>
            <a:ext cx="700088" cy="6350"/>
          </a:xfrm>
          <a:prstGeom prst="line">
            <a:avLst/>
          </a:prstGeom>
          <a:noFill/>
          <a:ln w="38100">
            <a:solidFill>
              <a:srgbClr val="FF33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schemeClr val="tx1"/>
              </a:solidFill>
              <a:effectLst/>
              <a:uLnTx/>
              <a:uFillTx/>
              <a:latin typeface="Times New Roman" panose="02020603050405020304" pitchFamily="18" charset="0"/>
              <a:ea typeface="黑体" panose="02010609060101010101" pitchFamily="49" charset="-122"/>
              <a:cs typeface="+mn-cs"/>
            </a:endParaRPr>
          </a:p>
        </p:txBody>
      </p:sp>
      <p:sp>
        <p:nvSpPr>
          <p:cNvPr id="59" name="Line 27"/>
          <p:cNvSpPr>
            <a:spLocks noChangeShapeType="1"/>
          </p:cNvSpPr>
          <p:nvPr/>
        </p:nvSpPr>
        <p:spPr bwMode="auto">
          <a:xfrm>
            <a:off x="2732088" y="4441825"/>
            <a:ext cx="792163" cy="0"/>
          </a:xfrm>
          <a:prstGeom prst="line">
            <a:avLst/>
          </a:prstGeom>
          <a:noFill/>
          <a:ln w="38100">
            <a:solidFill>
              <a:srgbClr val="FF33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schemeClr val="tx1"/>
              </a:solidFill>
              <a:effectLst/>
              <a:uLnTx/>
              <a:uFillTx/>
              <a:latin typeface="Times New Roman" panose="02020603050405020304" pitchFamily="18" charset="0"/>
              <a:ea typeface="黑体" panose="02010609060101010101" pitchFamily="49" charset="-122"/>
              <a:cs typeface="+mn-cs"/>
            </a:endParaRPr>
          </a:p>
        </p:txBody>
      </p:sp>
      <p:sp>
        <p:nvSpPr>
          <p:cNvPr id="60" name="Line 27"/>
          <p:cNvSpPr>
            <a:spLocks noChangeShapeType="1"/>
          </p:cNvSpPr>
          <p:nvPr/>
        </p:nvSpPr>
        <p:spPr bwMode="auto">
          <a:xfrm>
            <a:off x="3603625" y="4837113"/>
            <a:ext cx="608013" cy="6350"/>
          </a:xfrm>
          <a:prstGeom prst="line">
            <a:avLst/>
          </a:prstGeom>
          <a:noFill/>
          <a:ln w="38100">
            <a:solidFill>
              <a:srgbClr val="FF33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schemeClr val="tx1"/>
              </a:solidFill>
              <a:effectLst/>
              <a:uLnTx/>
              <a:uFillTx/>
              <a:latin typeface="Times New Roman" panose="02020603050405020304" pitchFamily="18" charset="0"/>
              <a:ea typeface="黑体" panose="02010609060101010101" pitchFamily="49" charset="-122"/>
              <a:cs typeface="+mn-cs"/>
            </a:endParaRPr>
          </a:p>
        </p:txBody>
      </p:sp>
      <p:sp>
        <p:nvSpPr>
          <p:cNvPr id="62" name="Line 27"/>
          <p:cNvSpPr>
            <a:spLocks noChangeShapeType="1"/>
          </p:cNvSpPr>
          <p:nvPr/>
        </p:nvSpPr>
        <p:spPr bwMode="auto">
          <a:xfrm>
            <a:off x="4211638" y="5264150"/>
            <a:ext cx="700088" cy="6350"/>
          </a:xfrm>
          <a:prstGeom prst="line">
            <a:avLst/>
          </a:prstGeom>
          <a:noFill/>
          <a:ln w="38100">
            <a:solidFill>
              <a:srgbClr val="FF33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schemeClr val="tx1"/>
              </a:solidFill>
              <a:effectLst/>
              <a:uLnTx/>
              <a:uFillTx/>
              <a:latin typeface="Times New Roman" panose="02020603050405020304" pitchFamily="18" charset="0"/>
              <a:ea typeface="黑体" panose="02010609060101010101" pitchFamily="49" charset="-122"/>
              <a:cs typeface="+mn-cs"/>
            </a:endParaRPr>
          </a:p>
        </p:txBody>
      </p:sp>
      <p:sp>
        <p:nvSpPr>
          <p:cNvPr id="63" name="Line 27"/>
          <p:cNvSpPr>
            <a:spLocks noChangeShapeType="1"/>
          </p:cNvSpPr>
          <p:nvPr/>
        </p:nvSpPr>
        <p:spPr bwMode="auto">
          <a:xfrm>
            <a:off x="4211638" y="4435475"/>
            <a:ext cx="792163" cy="0"/>
          </a:xfrm>
          <a:prstGeom prst="line">
            <a:avLst/>
          </a:prstGeom>
          <a:noFill/>
          <a:ln w="38100">
            <a:solidFill>
              <a:srgbClr val="FF33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schemeClr val="tx1"/>
              </a:solidFill>
              <a:effectLst/>
              <a:uLnTx/>
              <a:uFillTx/>
              <a:latin typeface="Times New Roman" panose="02020603050405020304" pitchFamily="18" charset="0"/>
              <a:ea typeface="黑体" panose="02010609060101010101" pitchFamily="49" charset="-122"/>
              <a:cs typeface="+mn-cs"/>
            </a:endParaRPr>
          </a:p>
        </p:txBody>
      </p:sp>
      <p:sp>
        <p:nvSpPr>
          <p:cNvPr id="64" name="Line 27"/>
          <p:cNvSpPr>
            <a:spLocks noChangeShapeType="1"/>
          </p:cNvSpPr>
          <p:nvPr/>
        </p:nvSpPr>
        <p:spPr bwMode="auto">
          <a:xfrm>
            <a:off x="5043488" y="4837113"/>
            <a:ext cx="608013" cy="6350"/>
          </a:xfrm>
          <a:prstGeom prst="line">
            <a:avLst/>
          </a:prstGeom>
          <a:noFill/>
          <a:ln w="38100">
            <a:solidFill>
              <a:srgbClr val="FF33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schemeClr val="tx1"/>
              </a:solidFill>
              <a:effectLst/>
              <a:uLnTx/>
              <a:uFillTx/>
              <a:latin typeface="Times New Roman" panose="02020603050405020304" pitchFamily="18" charset="0"/>
              <a:ea typeface="黑体" panose="02010609060101010101" pitchFamily="49" charset="-122"/>
              <a:cs typeface="+mn-cs"/>
            </a:endParaRPr>
          </a:p>
        </p:txBody>
      </p:sp>
      <p:sp>
        <p:nvSpPr>
          <p:cNvPr id="65" name="Line 12"/>
          <p:cNvSpPr>
            <a:spLocks noChangeShapeType="1"/>
          </p:cNvSpPr>
          <p:nvPr/>
        </p:nvSpPr>
        <p:spPr bwMode="auto">
          <a:xfrm flipH="1" flipV="1">
            <a:off x="6443663" y="3973513"/>
            <a:ext cx="0" cy="1727200"/>
          </a:xfrm>
          <a:prstGeom prst="line">
            <a:avLst/>
          </a:prstGeom>
          <a:noFill/>
          <a:ln w="19050">
            <a:solidFill>
              <a:schemeClr val="folHlink"/>
            </a:solidFill>
            <a:prstDash val="dash"/>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schemeClr val="tx1"/>
              </a:solidFill>
              <a:effectLst/>
              <a:uLnTx/>
              <a:uFillTx/>
              <a:latin typeface="Times New Roman" panose="02020603050405020304" pitchFamily="18" charset="0"/>
              <a:ea typeface="黑体" panose="02010609060101010101" pitchFamily="49" charset="-122"/>
              <a:cs typeface="+mn-cs"/>
            </a:endParaRPr>
          </a:p>
        </p:txBody>
      </p:sp>
      <p:sp>
        <p:nvSpPr>
          <p:cNvPr id="66" name="Line 27"/>
          <p:cNvSpPr>
            <a:spLocks noChangeShapeType="1"/>
          </p:cNvSpPr>
          <p:nvPr/>
        </p:nvSpPr>
        <p:spPr bwMode="auto">
          <a:xfrm>
            <a:off x="5651500" y="5262563"/>
            <a:ext cx="700088" cy="6350"/>
          </a:xfrm>
          <a:prstGeom prst="line">
            <a:avLst/>
          </a:prstGeom>
          <a:noFill/>
          <a:ln w="38100">
            <a:solidFill>
              <a:srgbClr val="FF33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schemeClr val="tx1"/>
              </a:solidFill>
              <a:effectLst/>
              <a:uLnTx/>
              <a:uFillTx/>
              <a:latin typeface="Times New Roman" panose="02020603050405020304" pitchFamily="18" charset="0"/>
              <a:ea typeface="黑体" panose="02010609060101010101" pitchFamily="49" charset="-122"/>
              <a:cs typeface="+mn-cs"/>
            </a:endParaRPr>
          </a:p>
        </p:txBody>
      </p:sp>
      <p:sp>
        <p:nvSpPr>
          <p:cNvPr id="67" name="Line 27"/>
          <p:cNvSpPr>
            <a:spLocks noChangeShapeType="1"/>
          </p:cNvSpPr>
          <p:nvPr/>
        </p:nvSpPr>
        <p:spPr bwMode="auto">
          <a:xfrm>
            <a:off x="5651500" y="4435475"/>
            <a:ext cx="792163" cy="0"/>
          </a:xfrm>
          <a:prstGeom prst="line">
            <a:avLst/>
          </a:prstGeom>
          <a:noFill/>
          <a:ln w="38100">
            <a:solidFill>
              <a:srgbClr val="FF33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schemeClr val="tx1"/>
              </a:solidFill>
              <a:effectLst/>
              <a:uLnTx/>
              <a:uFillTx/>
              <a:latin typeface="Times New Roman" panose="02020603050405020304" pitchFamily="18" charset="0"/>
              <a:ea typeface="黑体" panose="02010609060101010101" pitchFamily="49" charset="-122"/>
              <a:cs typeface="+mn-cs"/>
            </a:endParaRPr>
          </a:p>
        </p:txBody>
      </p:sp>
      <p:sp>
        <p:nvSpPr>
          <p:cNvPr id="2" name="文本框 1"/>
          <p:cNvSpPr txBox="1"/>
          <p:nvPr/>
        </p:nvSpPr>
        <p:spPr>
          <a:xfrm>
            <a:off x="1393825" y="4078288"/>
            <a:ext cx="441325" cy="40005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0" lvl="0" indent="0">
              <a:spcBef>
                <a:spcPct val="0"/>
              </a:spcBef>
              <a:buClrTx/>
              <a:buFontTx/>
              <a:buNone/>
            </a:pPr>
            <a:r>
              <a:rPr lang="zh-CN" altLang="en-US" sz="2000" b="0"/>
              <a:t>入</a:t>
            </a:r>
          </a:p>
        </p:txBody>
      </p:sp>
      <p:sp>
        <p:nvSpPr>
          <p:cNvPr id="69" name="文本框 68"/>
          <p:cNvSpPr txBox="1"/>
          <p:nvPr/>
        </p:nvSpPr>
        <p:spPr>
          <a:xfrm>
            <a:off x="2124075" y="4365625"/>
            <a:ext cx="436880" cy="39878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0" lvl="0" indent="0">
              <a:spcBef>
                <a:spcPct val="0"/>
              </a:spcBef>
              <a:buClrTx/>
              <a:buFontTx/>
              <a:buNone/>
            </a:pPr>
            <a:r>
              <a:rPr lang="zh-CN" altLang="en-US" sz="2000" b="0"/>
              <a:t>传</a:t>
            </a:r>
          </a:p>
        </p:txBody>
      </p:sp>
      <p:sp>
        <p:nvSpPr>
          <p:cNvPr id="70" name="文本框 69"/>
          <p:cNvSpPr txBox="1"/>
          <p:nvPr/>
        </p:nvSpPr>
        <p:spPr>
          <a:xfrm>
            <a:off x="2835275" y="4046538"/>
            <a:ext cx="441325" cy="40005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0" lvl="0" indent="0">
              <a:spcBef>
                <a:spcPct val="0"/>
              </a:spcBef>
              <a:buClrTx/>
              <a:buFontTx/>
              <a:buNone/>
            </a:pPr>
            <a:r>
              <a:rPr lang="zh-CN" altLang="en-US" sz="2000" b="0"/>
              <a:t>入</a:t>
            </a:r>
          </a:p>
        </p:txBody>
      </p:sp>
      <p:sp>
        <p:nvSpPr>
          <p:cNvPr id="71" name="文本框 70"/>
          <p:cNvSpPr txBox="1"/>
          <p:nvPr/>
        </p:nvSpPr>
        <p:spPr>
          <a:xfrm>
            <a:off x="4356100" y="4046538"/>
            <a:ext cx="441325" cy="40005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0" lvl="0" indent="0">
              <a:spcBef>
                <a:spcPct val="0"/>
              </a:spcBef>
              <a:buClrTx/>
              <a:buFontTx/>
              <a:buNone/>
            </a:pPr>
            <a:r>
              <a:rPr lang="zh-CN" altLang="en-US" sz="2000" b="0"/>
              <a:t>入</a:t>
            </a:r>
          </a:p>
        </p:txBody>
      </p:sp>
      <p:sp>
        <p:nvSpPr>
          <p:cNvPr id="72" name="文本框 71"/>
          <p:cNvSpPr txBox="1"/>
          <p:nvPr/>
        </p:nvSpPr>
        <p:spPr>
          <a:xfrm>
            <a:off x="5859463" y="4046538"/>
            <a:ext cx="441325" cy="40005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0" lvl="0" indent="0">
              <a:spcBef>
                <a:spcPct val="0"/>
              </a:spcBef>
              <a:buClrTx/>
              <a:buFontTx/>
              <a:buNone/>
            </a:pPr>
            <a:r>
              <a:rPr lang="zh-CN" altLang="en-US" sz="2000" b="0"/>
              <a:t>入</a:t>
            </a:r>
          </a:p>
        </p:txBody>
      </p:sp>
      <p:sp>
        <p:nvSpPr>
          <p:cNvPr id="73" name="文本框 72"/>
          <p:cNvSpPr txBox="1"/>
          <p:nvPr/>
        </p:nvSpPr>
        <p:spPr>
          <a:xfrm>
            <a:off x="3698875" y="4437063"/>
            <a:ext cx="436880" cy="39878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0" lvl="0" indent="0">
              <a:spcBef>
                <a:spcPct val="0"/>
              </a:spcBef>
              <a:buClrTx/>
              <a:buFontTx/>
              <a:buNone/>
            </a:pPr>
            <a:r>
              <a:rPr lang="zh-CN" altLang="en-US" sz="2000" b="0"/>
              <a:t>传</a:t>
            </a:r>
          </a:p>
        </p:txBody>
      </p:sp>
      <p:sp>
        <p:nvSpPr>
          <p:cNvPr id="74" name="文本框 73"/>
          <p:cNvSpPr txBox="1"/>
          <p:nvPr/>
        </p:nvSpPr>
        <p:spPr>
          <a:xfrm>
            <a:off x="5067300" y="4478338"/>
            <a:ext cx="436880" cy="39878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0" lvl="0" indent="0">
              <a:spcBef>
                <a:spcPct val="0"/>
              </a:spcBef>
              <a:buClrTx/>
              <a:buFontTx/>
              <a:buNone/>
            </a:pPr>
            <a:r>
              <a:rPr lang="zh-CN" altLang="en-US" sz="2000" b="0"/>
              <a:t>传</a:t>
            </a:r>
          </a:p>
        </p:txBody>
      </p:sp>
      <p:sp>
        <p:nvSpPr>
          <p:cNvPr id="75" name="文本框 74"/>
          <p:cNvSpPr txBox="1"/>
          <p:nvPr/>
        </p:nvSpPr>
        <p:spPr>
          <a:xfrm>
            <a:off x="2835275" y="4870450"/>
            <a:ext cx="441325" cy="40005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0" lvl="0" indent="0">
              <a:spcBef>
                <a:spcPct val="0"/>
              </a:spcBef>
              <a:buClrTx/>
              <a:buFontTx/>
              <a:buNone/>
            </a:pPr>
            <a:r>
              <a:rPr lang="zh-CN" altLang="en-US" sz="2000" b="0"/>
              <a:t>计</a:t>
            </a:r>
          </a:p>
        </p:txBody>
      </p:sp>
      <p:sp>
        <p:nvSpPr>
          <p:cNvPr id="76" name="文本框 75"/>
          <p:cNvSpPr txBox="1"/>
          <p:nvPr/>
        </p:nvSpPr>
        <p:spPr>
          <a:xfrm>
            <a:off x="4275138" y="4910138"/>
            <a:ext cx="441325" cy="40005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0" lvl="0" indent="0">
              <a:spcBef>
                <a:spcPct val="0"/>
              </a:spcBef>
              <a:buClrTx/>
              <a:buFontTx/>
              <a:buNone/>
            </a:pPr>
            <a:r>
              <a:rPr lang="zh-CN" altLang="en-US" sz="2000" b="0"/>
              <a:t>计</a:t>
            </a:r>
          </a:p>
        </p:txBody>
      </p:sp>
      <p:sp>
        <p:nvSpPr>
          <p:cNvPr id="77" name="文本框 76"/>
          <p:cNvSpPr txBox="1"/>
          <p:nvPr/>
        </p:nvSpPr>
        <p:spPr>
          <a:xfrm>
            <a:off x="5859463" y="4837113"/>
            <a:ext cx="441325" cy="401637"/>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0" lvl="0" indent="0">
              <a:spcBef>
                <a:spcPct val="0"/>
              </a:spcBef>
              <a:buClrTx/>
              <a:buFontTx/>
              <a:buNone/>
            </a:pPr>
            <a:r>
              <a:rPr lang="zh-CN" altLang="en-US" sz="2000" b="0"/>
              <a:t>计</a:t>
            </a:r>
          </a:p>
        </p:txBody>
      </p:sp>
      <p:sp>
        <p:nvSpPr>
          <p:cNvPr id="79" name="Line 27"/>
          <p:cNvSpPr>
            <a:spLocks noChangeShapeType="1"/>
          </p:cNvSpPr>
          <p:nvPr/>
        </p:nvSpPr>
        <p:spPr bwMode="auto">
          <a:xfrm>
            <a:off x="6443663" y="4837113"/>
            <a:ext cx="608013" cy="6350"/>
          </a:xfrm>
          <a:prstGeom prst="line">
            <a:avLst/>
          </a:prstGeom>
          <a:noFill/>
          <a:ln w="38100">
            <a:solidFill>
              <a:srgbClr val="FF33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schemeClr val="tx1"/>
              </a:solidFill>
              <a:effectLst/>
              <a:uLnTx/>
              <a:uFillTx/>
              <a:latin typeface="Times New Roman" panose="02020603050405020304" pitchFamily="18" charset="0"/>
              <a:ea typeface="黑体" panose="02010609060101010101" pitchFamily="49" charset="-122"/>
              <a:cs typeface="+mn-cs"/>
            </a:endParaRPr>
          </a:p>
        </p:txBody>
      </p:sp>
      <p:sp>
        <p:nvSpPr>
          <p:cNvPr id="80" name="Line 27"/>
          <p:cNvSpPr>
            <a:spLocks noChangeShapeType="1"/>
          </p:cNvSpPr>
          <p:nvPr/>
        </p:nvSpPr>
        <p:spPr bwMode="auto">
          <a:xfrm>
            <a:off x="7051675" y="5262563"/>
            <a:ext cx="700088" cy="6350"/>
          </a:xfrm>
          <a:prstGeom prst="line">
            <a:avLst/>
          </a:prstGeom>
          <a:noFill/>
          <a:ln w="38100">
            <a:solidFill>
              <a:srgbClr val="FF33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schemeClr val="tx1"/>
              </a:solidFill>
              <a:effectLst/>
              <a:uLnTx/>
              <a:uFillTx/>
              <a:latin typeface="Times New Roman" panose="02020603050405020304" pitchFamily="18" charset="0"/>
              <a:ea typeface="黑体" panose="02010609060101010101" pitchFamily="49" charset="-122"/>
              <a:cs typeface="+mn-cs"/>
            </a:endParaRPr>
          </a:p>
        </p:txBody>
      </p:sp>
      <p:sp>
        <p:nvSpPr>
          <p:cNvPr id="81" name="文本框 80"/>
          <p:cNvSpPr txBox="1"/>
          <p:nvPr/>
        </p:nvSpPr>
        <p:spPr>
          <a:xfrm>
            <a:off x="6467475" y="4478338"/>
            <a:ext cx="436880" cy="39878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0" lvl="0" indent="0">
              <a:spcBef>
                <a:spcPct val="0"/>
              </a:spcBef>
              <a:buClrTx/>
              <a:buFontTx/>
              <a:buNone/>
            </a:pPr>
            <a:r>
              <a:rPr lang="zh-CN" altLang="en-US" sz="2000" b="0"/>
              <a:t>传</a:t>
            </a:r>
          </a:p>
        </p:txBody>
      </p:sp>
      <p:sp>
        <p:nvSpPr>
          <p:cNvPr id="82" name="文本框 81"/>
          <p:cNvSpPr txBox="1"/>
          <p:nvPr/>
        </p:nvSpPr>
        <p:spPr>
          <a:xfrm>
            <a:off x="7259638" y="4837113"/>
            <a:ext cx="441325" cy="401637"/>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0" lvl="0" indent="0">
              <a:spcBef>
                <a:spcPct val="0"/>
              </a:spcBef>
              <a:buClrTx/>
              <a:buFontTx/>
              <a:buNone/>
            </a:pPr>
            <a:r>
              <a:rPr lang="zh-CN" altLang="en-US" sz="2000" b="0"/>
              <a:t>计</a:t>
            </a:r>
          </a:p>
        </p:txBody>
      </p:sp>
      <p:sp>
        <p:nvSpPr>
          <p:cNvPr id="69681" name="文本框 2"/>
          <p:cNvSpPr txBox="1"/>
          <p:nvPr/>
        </p:nvSpPr>
        <p:spPr>
          <a:xfrm>
            <a:off x="1365250" y="-708025"/>
            <a:ext cx="184150" cy="461963"/>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0" lvl="0" indent="0">
              <a:spcBef>
                <a:spcPct val="0"/>
              </a:spcBef>
              <a:buClrTx/>
              <a:buFontTx/>
              <a:buNone/>
            </a:pPr>
            <a:endParaRPr lang="zh-CN" altLang="en-US" sz="2400" b="0"/>
          </a:p>
        </p:txBody>
      </p:sp>
      <p:sp>
        <p:nvSpPr>
          <p:cNvPr id="69682" name="文本框 83"/>
          <p:cNvSpPr txBox="1"/>
          <p:nvPr/>
        </p:nvSpPr>
        <p:spPr>
          <a:xfrm>
            <a:off x="1403350" y="3460750"/>
            <a:ext cx="1171575" cy="40005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0" lvl="0" indent="0">
              <a:spcBef>
                <a:spcPct val="0"/>
              </a:spcBef>
              <a:buClrTx/>
              <a:buFontTx/>
              <a:buNone/>
            </a:pPr>
            <a:r>
              <a:rPr lang="zh-CN" altLang="en-US" sz="2000" b="0"/>
              <a:t>假如</a:t>
            </a:r>
            <a:r>
              <a:rPr lang="en-US" altLang="zh-CN" sz="2000" b="0"/>
              <a:t>T&gt;C</a:t>
            </a:r>
            <a:endParaRPr lang="zh-CN" altLang="en-US" sz="2000" b="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48"/>
                                        </p:tgtEl>
                                        <p:attrNameLst>
                                          <p:attrName>style.visibility</p:attrName>
                                        </p:attrNameLst>
                                      </p:cBhvr>
                                      <p:to>
                                        <p:strVal val="visible"/>
                                      </p:to>
                                    </p:set>
                                    <p:anim calcmode="lin" valueType="num">
                                      <p:cBhvr additive="base">
                                        <p:cTn id="11" dur="500" fill="hold"/>
                                        <p:tgtEl>
                                          <p:spTgt spid="48"/>
                                        </p:tgtEl>
                                        <p:attrNameLst>
                                          <p:attrName>ppt_x</p:attrName>
                                        </p:attrNameLst>
                                      </p:cBhvr>
                                      <p:tavLst>
                                        <p:tav tm="0">
                                          <p:val>
                                            <p:strVal val="#ppt_x"/>
                                          </p:val>
                                        </p:tav>
                                        <p:tav tm="100000">
                                          <p:val>
                                            <p:strVal val="#ppt_x"/>
                                          </p:val>
                                        </p:tav>
                                      </p:tavLst>
                                    </p:anim>
                                    <p:anim calcmode="lin" valueType="num">
                                      <p:cBhvr additive="base">
                                        <p:cTn id="12" dur="500" fill="hold"/>
                                        <p:tgtEl>
                                          <p:spTgt spid="48"/>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nodeType="clickEffect">
                                  <p:stCondLst>
                                    <p:cond delay="0"/>
                                  </p:stCondLst>
                                  <p:childTnLst>
                                    <p:set>
                                      <p:cBhvr>
                                        <p:cTn id="16" dur="1" fill="hold">
                                          <p:stCondLst>
                                            <p:cond delay="0"/>
                                          </p:stCondLst>
                                        </p:cTn>
                                        <p:tgtEl>
                                          <p:spTgt spid="49"/>
                                        </p:tgtEl>
                                        <p:attrNameLst>
                                          <p:attrName>style.visibility</p:attrName>
                                        </p:attrNameLst>
                                      </p:cBhvr>
                                      <p:to>
                                        <p:strVal val="visible"/>
                                      </p:to>
                                    </p:set>
                                    <p:anim calcmode="lin" valueType="num">
                                      <p:cBhvr additive="base">
                                        <p:cTn id="17" dur="500" fill="hold"/>
                                        <p:tgtEl>
                                          <p:spTgt spid="49"/>
                                        </p:tgtEl>
                                        <p:attrNameLst>
                                          <p:attrName>ppt_x</p:attrName>
                                        </p:attrNameLst>
                                      </p:cBhvr>
                                      <p:tavLst>
                                        <p:tav tm="0">
                                          <p:val>
                                            <p:strVal val="#ppt_x"/>
                                          </p:val>
                                        </p:tav>
                                        <p:tav tm="100000">
                                          <p:val>
                                            <p:strVal val="#ppt_x"/>
                                          </p:val>
                                        </p:tav>
                                      </p:tavLst>
                                    </p:anim>
                                    <p:anim calcmode="lin" valueType="num">
                                      <p:cBhvr additive="base">
                                        <p:cTn id="18" dur="500" fill="hold"/>
                                        <p:tgtEl>
                                          <p:spTgt spid="49"/>
                                        </p:tgtEl>
                                        <p:attrNameLst>
                                          <p:attrName>ppt_y</p:attrName>
                                        </p:attrNameLst>
                                      </p:cBhvr>
                                      <p:tavLst>
                                        <p:tav tm="0">
                                          <p:val>
                                            <p:strVal val="1+#ppt_h/2"/>
                                          </p:val>
                                        </p:tav>
                                        <p:tav tm="100000">
                                          <p:val>
                                            <p:strVal val="#ppt_y"/>
                                          </p:val>
                                        </p:tav>
                                      </p:tavLst>
                                    </p:anim>
                                  </p:childTnLst>
                                </p:cTn>
                              </p:par>
                              <p:par>
                                <p:cTn id="19" presetID="2" presetClass="entr" presetSubtype="4" fill="hold" grpId="0" nodeType="withEffect">
                                  <p:stCondLst>
                                    <p:cond delay="0"/>
                                  </p:stCondLst>
                                  <p:childTnLst>
                                    <p:set>
                                      <p:cBhvr>
                                        <p:cTn id="20" dur="1" fill="hold">
                                          <p:stCondLst>
                                            <p:cond delay="0"/>
                                          </p:stCondLst>
                                        </p:cTn>
                                        <p:tgtEl>
                                          <p:spTgt spid="69"/>
                                        </p:tgtEl>
                                        <p:attrNameLst>
                                          <p:attrName>style.visibility</p:attrName>
                                        </p:attrNameLst>
                                      </p:cBhvr>
                                      <p:to>
                                        <p:strVal val="visible"/>
                                      </p:to>
                                    </p:set>
                                    <p:anim calcmode="lin" valueType="num">
                                      <p:cBhvr additive="base">
                                        <p:cTn id="21" dur="500" fill="hold"/>
                                        <p:tgtEl>
                                          <p:spTgt spid="69"/>
                                        </p:tgtEl>
                                        <p:attrNameLst>
                                          <p:attrName>ppt_x</p:attrName>
                                        </p:attrNameLst>
                                      </p:cBhvr>
                                      <p:tavLst>
                                        <p:tav tm="0">
                                          <p:val>
                                            <p:strVal val="#ppt_x"/>
                                          </p:val>
                                        </p:tav>
                                        <p:tav tm="100000">
                                          <p:val>
                                            <p:strVal val="#ppt_x"/>
                                          </p:val>
                                        </p:tav>
                                      </p:tavLst>
                                    </p:anim>
                                    <p:anim calcmode="lin" valueType="num">
                                      <p:cBhvr additive="base">
                                        <p:cTn id="22" dur="500" fill="hold"/>
                                        <p:tgtEl>
                                          <p:spTgt spid="69"/>
                                        </p:tgtEl>
                                        <p:attrNameLst>
                                          <p:attrName>ppt_y</p:attrName>
                                        </p:attrNameLst>
                                      </p:cBhvr>
                                      <p:tavLst>
                                        <p:tav tm="0">
                                          <p:val>
                                            <p:strVal val="1+#ppt_h/2"/>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2" presetClass="entr" presetSubtype="4" fill="hold" nodeType="clickEffect">
                                  <p:stCondLst>
                                    <p:cond delay="0"/>
                                  </p:stCondLst>
                                  <p:childTnLst>
                                    <p:set>
                                      <p:cBhvr>
                                        <p:cTn id="26" dur="1" fill="hold">
                                          <p:stCondLst>
                                            <p:cond delay="0"/>
                                          </p:stCondLst>
                                        </p:cTn>
                                        <p:tgtEl>
                                          <p:spTgt spid="50"/>
                                        </p:tgtEl>
                                        <p:attrNameLst>
                                          <p:attrName>style.visibility</p:attrName>
                                        </p:attrNameLst>
                                      </p:cBhvr>
                                      <p:to>
                                        <p:strVal val="visible"/>
                                      </p:to>
                                    </p:set>
                                    <p:anim calcmode="lin" valueType="num">
                                      <p:cBhvr additive="base">
                                        <p:cTn id="27" dur="500" fill="hold"/>
                                        <p:tgtEl>
                                          <p:spTgt spid="50"/>
                                        </p:tgtEl>
                                        <p:attrNameLst>
                                          <p:attrName>ppt_x</p:attrName>
                                        </p:attrNameLst>
                                      </p:cBhvr>
                                      <p:tavLst>
                                        <p:tav tm="0">
                                          <p:val>
                                            <p:strVal val="#ppt_x"/>
                                          </p:val>
                                        </p:tav>
                                        <p:tav tm="100000">
                                          <p:val>
                                            <p:strVal val="#ppt_x"/>
                                          </p:val>
                                        </p:tav>
                                      </p:tavLst>
                                    </p:anim>
                                    <p:anim calcmode="lin" valueType="num">
                                      <p:cBhvr additive="base">
                                        <p:cTn id="28" dur="500" fill="hold"/>
                                        <p:tgtEl>
                                          <p:spTgt spid="50"/>
                                        </p:tgtEl>
                                        <p:attrNameLst>
                                          <p:attrName>ppt_y</p:attrName>
                                        </p:attrNameLst>
                                      </p:cBhvr>
                                      <p:tavLst>
                                        <p:tav tm="0">
                                          <p:val>
                                            <p:strVal val="1+#ppt_h/2"/>
                                          </p:val>
                                        </p:tav>
                                        <p:tav tm="100000">
                                          <p:val>
                                            <p:strVal val="#ppt_y"/>
                                          </p:val>
                                        </p:tav>
                                      </p:tavLst>
                                    </p:anim>
                                  </p:childTnLst>
                                </p:cTn>
                              </p:par>
                              <p:par>
                                <p:cTn id="29" presetID="2" presetClass="entr" presetSubtype="4" fill="hold" grpId="0" nodeType="withEffect">
                                  <p:stCondLst>
                                    <p:cond delay="0"/>
                                  </p:stCondLst>
                                  <p:childTnLst>
                                    <p:set>
                                      <p:cBhvr>
                                        <p:cTn id="30" dur="1" fill="hold">
                                          <p:stCondLst>
                                            <p:cond delay="0"/>
                                          </p:stCondLst>
                                        </p:cTn>
                                        <p:tgtEl>
                                          <p:spTgt spid="75"/>
                                        </p:tgtEl>
                                        <p:attrNameLst>
                                          <p:attrName>style.visibility</p:attrName>
                                        </p:attrNameLst>
                                      </p:cBhvr>
                                      <p:to>
                                        <p:strVal val="visible"/>
                                      </p:to>
                                    </p:set>
                                    <p:anim calcmode="lin" valueType="num">
                                      <p:cBhvr additive="base">
                                        <p:cTn id="31" dur="500" fill="hold"/>
                                        <p:tgtEl>
                                          <p:spTgt spid="75"/>
                                        </p:tgtEl>
                                        <p:attrNameLst>
                                          <p:attrName>ppt_x</p:attrName>
                                        </p:attrNameLst>
                                      </p:cBhvr>
                                      <p:tavLst>
                                        <p:tav tm="0">
                                          <p:val>
                                            <p:strVal val="#ppt_x"/>
                                          </p:val>
                                        </p:tav>
                                        <p:tav tm="100000">
                                          <p:val>
                                            <p:strVal val="#ppt_x"/>
                                          </p:val>
                                        </p:tav>
                                      </p:tavLst>
                                    </p:anim>
                                    <p:anim calcmode="lin" valueType="num">
                                      <p:cBhvr additive="base">
                                        <p:cTn id="32" dur="500" fill="hold"/>
                                        <p:tgtEl>
                                          <p:spTgt spid="75"/>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59"/>
                                        </p:tgtEl>
                                        <p:attrNameLst>
                                          <p:attrName>style.visibility</p:attrName>
                                        </p:attrNameLst>
                                      </p:cBhvr>
                                      <p:to>
                                        <p:strVal val="visible"/>
                                      </p:to>
                                    </p:set>
                                    <p:anim calcmode="lin" valueType="num">
                                      <p:cBhvr additive="base">
                                        <p:cTn id="37" dur="500" fill="hold"/>
                                        <p:tgtEl>
                                          <p:spTgt spid="59"/>
                                        </p:tgtEl>
                                        <p:attrNameLst>
                                          <p:attrName>ppt_x</p:attrName>
                                        </p:attrNameLst>
                                      </p:cBhvr>
                                      <p:tavLst>
                                        <p:tav tm="0">
                                          <p:val>
                                            <p:strVal val="#ppt_x"/>
                                          </p:val>
                                        </p:tav>
                                        <p:tav tm="100000">
                                          <p:val>
                                            <p:strVal val="#ppt_x"/>
                                          </p:val>
                                        </p:tav>
                                      </p:tavLst>
                                    </p:anim>
                                    <p:anim calcmode="lin" valueType="num">
                                      <p:cBhvr additive="base">
                                        <p:cTn id="38" dur="500" fill="hold"/>
                                        <p:tgtEl>
                                          <p:spTgt spid="59"/>
                                        </p:tgtEl>
                                        <p:attrNameLst>
                                          <p:attrName>ppt_y</p:attrName>
                                        </p:attrNameLst>
                                      </p:cBhvr>
                                      <p:tavLst>
                                        <p:tav tm="0">
                                          <p:val>
                                            <p:strVal val="1+#ppt_h/2"/>
                                          </p:val>
                                        </p:tav>
                                        <p:tav tm="100000">
                                          <p:val>
                                            <p:strVal val="#ppt_y"/>
                                          </p:val>
                                        </p:tav>
                                      </p:tavLst>
                                    </p:anim>
                                  </p:childTnLst>
                                </p:cTn>
                              </p:par>
                              <p:par>
                                <p:cTn id="39" presetID="2" presetClass="entr" presetSubtype="4" fill="hold" grpId="0" nodeType="withEffect">
                                  <p:stCondLst>
                                    <p:cond delay="0"/>
                                  </p:stCondLst>
                                  <p:childTnLst>
                                    <p:set>
                                      <p:cBhvr>
                                        <p:cTn id="40" dur="1" fill="hold">
                                          <p:stCondLst>
                                            <p:cond delay="0"/>
                                          </p:stCondLst>
                                        </p:cTn>
                                        <p:tgtEl>
                                          <p:spTgt spid="70"/>
                                        </p:tgtEl>
                                        <p:attrNameLst>
                                          <p:attrName>style.visibility</p:attrName>
                                        </p:attrNameLst>
                                      </p:cBhvr>
                                      <p:to>
                                        <p:strVal val="visible"/>
                                      </p:to>
                                    </p:set>
                                    <p:anim calcmode="lin" valueType="num">
                                      <p:cBhvr additive="base">
                                        <p:cTn id="41" dur="500" fill="hold"/>
                                        <p:tgtEl>
                                          <p:spTgt spid="70"/>
                                        </p:tgtEl>
                                        <p:attrNameLst>
                                          <p:attrName>ppt_x</p:attrName>
                                        </p:attrNameLst>
                                      </p:cBhvr>
                                      <p:tavLst>
                                        <p:tav tm="0">
                                          <p:val>
                                            <p:strVal val="#ppt_x"/>
                                          </p:val>
                                        </p:tav>
                                        <p:tav tm="100000">
                                          <p:val>
                                            <p:strVal val="#ppt_x"/>
                                          </p:val>
                                        </p:tav>
                                      </p:tavLst>
                                    </p:anim>
                                    <p:anim calcmode="lin" valueType="num">
                                      <p:cBhvr additive="base">
                                        <p:cTn id="42" dur="500" fill="hold"/>
                                        <p:tgtEl>
                                          <p:spTgt spid="70"/>
                                        </p:tgtEl>
                                        <p:attrNameLst>
                                          <p:attrName>ppt_y</p:attrName>
                                        </p:attrNameLst>
                                      </p:cBhvr>
                                      <p:tavLst>
                                        <p:tav tm="0">
                                          <p:val>
                                            <p:strVal val="1+#ppt_h/2"/>
                                          </p:val>
                                        </p:tav>
                                        <p:tav tm="100000">
                                          <p:val>
                                            <p:strVal val="#ppt_y"/>
                                          </p:val>
                                        </p:tav>
                                      </p:tavLst>
                                    </p:anim>
                                  </p:childTnLst>
                                </p:cTn>
                              </p:par>
                            </p:childTnLst>
                          </p:cTn>
                        </p:par>
                      </p:childTnLst>
                    </p:cTn>
                  </p:par>
                  <p:par>
                    <p:cTn id="43" fill="hold">
                      <p:stCondLst>
                        <p:cond delay="indefinite"/>
                      </p:stCondLst>
                      <p:childTnLst>
                        <p:par>
                          <p:cTn id="44" fill="hold">
                            <p:stCondLst>
                              <p:cond delay="0"/>
                            </p:stCondLst>
                            <p:childTnLst>
                              <p:par>
                                <p:cTn id="45" presetID="2" presetClass="entr" presetSubtype="4" fill="hold" nodeType="clickEffect">
                                  <p:stCondLst>
                                    <p:cond delay="0"/>
                                  </p:stCondLst>
                                  <p:childTnLst>
                                    <p:set>
                                      <p:cBhvr>
                                        <p:cTn id="46" dur="1" fill="hold">
                                          <p:stCondLst>
                                            <p:cond delay="0"/>
                                          </p:stCondLst>
                                        </p:cTn>
                                        <p:tgtEl>
                                          <p:spTgt spid="60"/>
                                        </p:tgtEl>
                                        <p:attrNameLst>
                                          <p:attrName>style.visibility</p:attrName>
                                        </p:attrNameLst>
                                      </p:cBhvr>
                                      <p:to>
                                        <p:strVal val="visible"/>
                                      </p:to>
                                    </p:set>
                                    <p:anim calcmode="lin" valueType="num">
                                      <p:cBhvr additive="base">
                                        <p:cTn id="47" dur="500" fill="hold"/>
                                        <p:tgtEl>
                                          <p:spTgt spid="60"/>
                                        </p:tgtEl>
                                        <p:attrNameLst>
                                          <p:attrName>ppt_x</p:attrName>
                                        </p:attrNameLst>
                                      </p:cBhvr>
                                      <p:tavLst>
                                        <p:tav tm="0">
                                          <p:val>
                                            <p:strVal val="#ppt_x"/>
                                          </p:val>
                                        </p:tav>
                                        <p:tav tm="100000">
                                          <p:val>
                                            <p:strVal val="#ppt_x"/>
                                          </p:val>
                                        </p:tav>
                                      </p:tavLst>
                                    </p:anim>
                                    <p:anim calcmode="lin" valueType="num">
                                      <p:cBhvr additive="base">
                                        <p:cTn id="48" dur="500" fill="hold"/>
                                        <p:tgtEl>
                                          <p:spTgt spid="60"/>
                                        </p:tgtEl>
                                        <p:attrNameLst>
                                          <p:attrName>ppt_y</p:attrName>
                                        </p:attrNameLst>
                                      </p:cBhvr>
                                      <p:tavLst>
                                        <p:tav tm="0">
                                          <p:val>
                                            <p:strVal val="1+#ppt_h/2"/>
                                          </p:val>
                                        </p:tav>
                                        <p:tav tm="100000">
                                          <p:val>
                                            <p:strVal val="#ppt_y"/>
                                          </p:val>
                                        </p:tav>
                                      </p:tavLst>
                                    </p:anim>
                                  </p:childTnLst>
                                </p:cTn>
                              </p:par>
                              <p:par>
                                <p:cTn id="49" presetID="2" presetClass="entr" presetSubtype="4" fill="hold" grpId="0" nodeType="withEffect">
                                  <p:stCondLst>
                                    <p:cond delay="0"/>
                                  </p:stCondLst>
                                  <p:childTnLst>
                                    <p:set>
                                      <p:cBhvr>
                                        <p:cTn id="50" dur="1" fill="hold">
                                          <p:stCondLst>
                                            <p:cond delay="0"/>
                                          </p:stCondLst>
                                        </p:cTn>
                                        <p:tgtEl>
                                          <p:spTgt spid="73"/>
                                        </p:tgtEl>
                                        <p:attrNameLst>
                                          <p:attrName>style.visibility</p:attrName>
                                        </p:attrNameLst>
                                      </p:cBhvr>
                                      <p:to>
                                        <p:strVal val="visible"/>
                                      </p:to>
                                    </p:set>
                                    <p:anim calcmode="lin" valueType="num">
                                      <p:cBhvr additive="base">
                                        <p:cTn id="51" dur="500" fill="hold"/>
                                        <p:tgtEl>
                                          <p:spTgt spid="73"/>
                                        </p:tgtEl>
                                        <p:attrNameLst>
                                          <p:attrName>ppt_x</p:attrName>
                                        </p:attrNameLst>
                                      </p:cBhvr>
                                      <p:tavLst>
                                        <p:tav tm="0">
                                          <p:val>
                                            <p:strVal val="#ppt_x"/>
                                          </p:val>
                                        </p:tav>
                                        <p:tav tm="100000">
                                          <p:val>
                                            <p:strVal val="#ppt_x"/>
                                          </p:val>
                                        </p:tav>
                                      </p:tavLst>
                                    </p:anim>
                                    <p:anim calcmode="lin" valueType="num">
                                      <p:cBhvr additive="base">
                                        <p:cTn id="52" dur="500" fill="hold"/>
                                        <p:tgtEl>
                                          <p:spTgt spid="73"/>
                                        </p:tgtEl>
                                        <p:attrNameLst>
                                          <p:attrName>ppt_y</p:attrName>
                                        </p:attrNameLst>
                                      </p:cBhvr>
                                      <p:tavLst>
                                        <p:tav tm="0">
                                          <p:val>
                                            <p:strVal val="1+#ppt_h/2"/>
                                          </p:val>
                                        </p:tav>
                                        <p:tav tm="100000">
                                          <p:val>
                                            <p:strVal val="#ppt_y"/>
                                          </p:val>
                                        </p:tav>
                                      </p:tavLst>
                                    </p:anim>
                                  </p:childTnLst>
                                </p:cTn>
                              </p:par>
                            </p:childTnLst>
                          </p:cTn>
                        </p:par>
                      </p:childTnLst>
                    </p:cTn>
                  </p:par>
                  <p:par>
                    <p:cTn id="53" fill="hold">
                      <p:stCondLst>
                        <p:cond delay="indefinite"/>
                      </p:stCondLst>
                      <p:childTnLst>
                        <p:par>
                          <p:cTn id="54" fill="hold">
                            <p:stCondLst>
                              <p:cond delay="0"/>
                            </p:stCondLst>
                            <p:childTnLst>
                              <p:par>
                                <p:cTn id="55" presetID="2" presetClass="entr" presetSubtype="4" fill="hold" nodeType="clickEffect">
                                  <p:stCondLst>
                                    <p:cond delay="0"/>
                                  </p:stCondLst>
                                  <p:childTnLst>
                                    <p:set>
                                      <p:cBhvr>
                                        <p:cTn id="56" dur="1" fill="hold">
                                          <p:stCondLst>
                                            <p:cond delay="0"/>
                                          </p:stCondLst>
                                        </p:cTn>
                                        <p:tgtEl>
                                          <p:spTgt spid="62"/>
                                        </p:tgtEl>
                                        <p:attrNameLst>
                                          <p:attrName>style.visibility</p:attrName>
                                        </p:attrNameLst>
                                      </p:cBhvr>
                                      <p:to>
                                        <p:strVal val="visible"/>
                                      </p:to>
                                    </p:set>
                                    <p:anim calcmode="lin" valueType="num">
                                      <p:cBhvr additive="base">
                                        <p:cTn id="57" dur="500" fill="hold"/>
                                        <p:tgtEl>
                                          <p:spTgt spid="62"/>
                                        </p:tgtEl>
                                        <p:attrNameLst>
                                          <p:attrName>ppt_x</p:attrName>
                                        </p:attrNameLst>
                                      </p:cBhvr>
                                      <p:tavLst>
                                        <p:tav tm="0">
                                          <p:val>
                                            <p:strVal val="#ppt_x"/>
                                          </p:val>
                                        </p:tav>
                                        <p:tav tm="100000">
                                          <p:val>
                                            <p:strVal val="#ppt_x"/>
                                          </p:val>
                                        </p:tav>
                                      </p:tavLst>
                                    </p:anim>
                                    <p:anim calcmode="lin" valueType="num">
                                      <p:cBhvr additive="base">
                                        <p:cTn id="58" dur="500" fill="hold"/>
                                        <p:tgtEl>
                                          <p:spTgt spid="62"/>
                                        </p:tgtEl>
                                        <p:attrNameLst>
                                          <p:attrName>ppt_y</p:attrName>
                                        </p:attrNameLst>
                                      </p:cBhvr>
                                      <p:tavLst>
                                        <p:tav tm="0">
                                          <p:val>
                                            <p:strVal val="1+#ppt_h/2"/>
                                          </p:val>
                                        </p:tav>
                                        <p:tav tm="100000">
                                          <p:val>
                                            <p:strVal val="#ppt_y"/>
                                          </p:val>
                                        </p:tav>
                                      </p:tavLst>
                                    </p:anim>
                                  </p:childTnLst>
                                </p:cTn>
                              </p:par>
                              <p:par>
                                <p:cTn id="59" presetID="2" presetClass="entr" presetSubtype="4" fill="hold" grpId="0" nodeType="withEffect">
                                  <p:stCondLst>
                                    <p:cond delay="0"/>
                                  </p:stCondLst>
                                  <p:childTnLst>
                                    <p:set>
                                      <p:cBhvr>
                                        <p:cTn id="60" dur="1" fill="hold">
                                          <p:stCondLst>
                                            <p:cond delay="0"/>
                                          </p:stCondLst>
                                        </p:cTn>
                                        <p:tgtEl>
                                          <p:spTgt spid="76"/>
                                        </p:tgtEl>
                                        <p:attrNameLst>
                                          <p:attrName>style.visibility</p:attrName>
                                        </p:attrNameLst>
                                      </p:cBhvr>
                                      <p:to>
                                        <p:strVal val="visible"/>
                                      </p:to>
                                    </p:set>
                                    <p:anim calcmode="lin" valueType="num">
                                      <p:cBhvr additive="base">
                                        <p:cTn id="61" dur="500" fill="hold"/>
                                        <p:tgtEl>
                                          <p:spTgt spid="76"/>
                                        </p:tgtEl>
                                        <p:attrNameLst>
                                          <p:attrName>ppt_x</p:attrName>
                                        </p:attrNameLst>
                                      </p:cBhvr>
                                      <p:tavLst>
                                        <p:tav tm="0">
                                          <p:val>
                                            <p:strVal val="#ppt_x"/>
                                          </p:val>
                                        </p:tav>
                                        <p:tav tm="100000">
                                          <p:val>
                                            <p:strVal val="#ppt_x"/>
                                          </p:val>
                                        </p:tav>
                                      </p:tavLst>
                                    </p:anim>
                                    <p:anim calcmode="lin" valueType="num">
                                      <p:cBhvr additive="base">
                                        <p:cTn id="62" dur="500" fill="hold"/>
                                        <p:tgtEl>
                                          <p:spTgt spid="76"/>
                                        </p:tgtEl>
                                        <p:attrNameLst>
                                          <p:attrName>ppt_y</p:attrName>
                                        </p:attrNameLst>
                                      </p:cBhvr>
                                      <p:tavLst>
                                        <p:tav tm="0">
                                          <p:val>
                                            <p:strVal val="1+#ppt_h/2"/>
                                          </p:val>
                                        </p:tav>
                                        <p:tav tm="100000">
                                          <p:val>
                                            <p:strVal val="#ppt_y"/>
                                          </p:val>
                                        </p:tav>
                                      </p:tavLst>
                                    </p:anim>
                                  </p:childTnLst>
                                </p:cTn>
                              </p:par>
                            </p:childTnLst>
                          </p:cTn>
                        </p:par>
                      </p:childTnLst>
                    </p:cTn>
                  </p:par>
                  <p:par>
                    <p:cTn id="63" fill="hold">
                      <p:stCondLst>
                        <p:cond delay="indefinite"/>
                      </p:stCondLst>
                      <p:childTnLst>
                        <p:par>
                          <p:cTn id="64" fill="hold">
                            <p:stCondLst>
                              <p:cond delay="0"/>
                            </p:stCondLst>
                            <p:childTnLst>
                              <p:par>
                                <p:cTn id="65" presetID="2" presetClass="entr" presetSubtype="4" fill="hold" nodeType="clickEffect">
                                  <p:stCondLst>
                                    <p:cond delay="0"/>
                                  </p:stCondLst>
                                  <p:childTnLst>
                                    <p:set>
                                      <p:cBhvr>
                                        <p:cTn id="66" dur="1" fill="hold">
                                          <p:stCondLst>
                                            <p:cond delay="0"/>
                                          </p:stCondLst>
                                        </p:cTn>
                                        <p:tgtEl>
                                          <p:spTgt spid="63"/>
                                        </p:tgtEl>
                                        <p:attrNameLst>
                                          <p:attrName>style.visibility</p:attrName>
                                        </p:attrNameLst>
                                      </p:cBhvr>
                                      <p:to>
                                        <p:strVal val="visible"/>
                                      </p:to>
                                    </p:set>
                                    <p:anim calcmode="lin" valueType="num">
                                      <p:cBhvr additive="base">
                                        <p:cTn id="67" dur="500" fill="hold"/>
                                        <p:tgtEl>
                                          <p:spTgt spid="63"/>
                                        </p:tgtEl>
                                        <p:attrNameLst>
                                          <p:attrName>ppt_x</p:attrName>
                                        </p:attrNameLst>
                                      </p:cBhvr>
                                      <p:tavLst>
                                        <p:tav tm="0">
                                          <p:val>
                                            <p:strVal val="#ppt_x"/>
                                          </p:val>
                                        </p:tav>
                                        <p:tav tm="100000">
                                          <p:val>
                                            <p:strVal val="#ppt_x"/>
                                          </p:val>
                                        </p:tav>
                                      </p:tavLst>
                                    </p:anim>
                                    <p:anim calcmode="lin" valueType="num">
                                      <p:cBhvr additive="base">
                                        <p:cTn id="68" dur="500" fill="hold"/>
                                        <p:tgtEl>
                                          <p:spTgt spid="63"/>
                                        </p:tgtEl>
                                        <p:attrNameLst>
                                          <p:attrName>ppt_y</p:attrName>
                                        </p:attrNameLst>
                                      </p:cBhvr>
                                      <p:tavLst>
                                        <p:tav tm="0">
                                          <p:val>
                                            <p:strVal val="1+#ppt_h/2"/>
                                          </p:val>
                                        </p:tav>
                                        <p:tav tm="100000">
                                          <p:val>
                                            <p:strVal val="#ppt_y"/>
                                          </p:val>
                                        </p:tav>
                                      </p:tavLst>
                                    </p:anim>
                                  </p:childTnLst>
                                </p:cTn>
                              </p:par>
                              <p:par>
                                <p:cTn id="69" presetID="2" presetClass="entr" presetSubtype="4" fill="hold" grpId="0" nodeType="withEffect">
                                  <p:stCondLst>
                                    <p:cond delay="0"/>
                                  </p:stCondLst>
                                  <p:childTnLst>
                                    <p:set>
                                      <p:cBhvr>
                                        <p:cTn id="70" dur="1" fill="hold">
                                          <p:stCondLst>
                                            <p:cond delay="0"/>
                                          </p:stCondLst>
                                        </p:cTn>
                                        <p:tgtEl>
                                          <p:spTgt spid="71"/>
                                        </p:tgtEl>
                                        <p:attrNameLst>
                                          <p:attrName>style.visibility</p:attrName>
                                        </p:attrNameLst>
                                      </p:cBhvr>
                                      <p:to>
                                        <p:strVal val="visible"/>
                                      </p:to>
                                    </p:set>
                                    <p:anim calcmode="lin" valueType="num">
                                      <p:cBhvr additive="base">
                                        <p:cTn id="71" dur="500" fill="hold"/>
                                        <p:tgtEl>
                                          <p:spTgt spid="71"/>
                                        </p:tgtEl>
                                        <p:attrNameLst>
                                          <p:attrName>ppt_x</p:attrName>
                                        </p:attrNameLst>
                                      </p:cBhvr>
                                      <p:tavLst>
                                        <p:tav tm="0">
                                          <p:val>
                                            <p:strVal val="#ppt_x"/>
                                          </p:val>
                                        </p:tav>
                                        <p:tav tm="100000">
                                          <p:val>
                                            <p:strVal val="#ppt_x"/>
                                          </p:val>
                                        </p:tav>
                                      </p:tavLst>
                                    </p:anim>
                                    <p:anim calcmode="lin" valueType="num">
                                      <p:cBhvr additive="base">
                                        <p:cTn id="72" dur="500" fill="hold"/>
                                        <p:tgtEl>
                                          <p:spTgt spid="71"/>
                                        </p:tgtEl>
                                        <p:attrNameLst>
                                          <p:attrName>ppt_y</p:attrName>
                                        </p:attrNameLst>
                                      </p:cBhvr>
                                      <p:tavLst>
                                        <p:tav tm="0">
                                          <p:val>
                                            <p:strVal val="1+#ppt_h/2"/>
                                          </p:val>
                                        </p:tav>
                                        <p:tav tm="100000">
                                          <p:val>
                                            <p:strVal val="#ppt_y"/>
                                          </p:val>
                                        </p:tav>
                                      </p:tavLst>
                                    </p:anim>
                                  </p:childTnLst>
                                </p:cTn>
                              </p:par>
                            </p:childTnLst>
                          </p:cTn>
                        </p:par>
                      </p:childTnLst>
                    </p:cTn>
                  </p:par>
                  <p:par>
                    <p:cTn id="73" fill="hold">
                      <p:stCondLst>
                        <p:cond delay="indefinite"/>
                      </p:stCondLst>
                      <p:childTnLst>
                        <p:par>
                          <p:cTn id="74" fill="hold">
                            <p:stCondLst>
                              <p:cond delay="0"/>
                            </p:stCondLst>
                            <p:childTnLst>
                              <p:par>
                                <p:cTn id="75" presetID="2" presetClass="entr" presetSubtype="4" fill="hold" nodeType="clickEffect">
                                  <p:stCondLst>
                                    <p:cond delay="0"/>
                                  </p:stCondLst>
                                  <p:childTnLst>
                                    <p:set>
                                      <p:cBhvr>
                                        <p:cTn id="76" dur="1" fill="hold">
                                          <p:stCondLst>
                                            <p:cond delay="0"/>
                                          </p:stCondLst>
                                        </p:cTn>
                                        <p:tgtEl>
                                          <p:spTgt spid="64"/>
                                        </p:tgtEl>
                                        <p:attrNameLst>
                                          <p:attrName>style.visibility</p:attrName>
                                        </p:attrNameLst>
                                      </p:cBhvr>
                                      <p:to>
                                        <p:strVal val="visible"/>
                                      </p:to>
                                    </p:set>
                                    <p:anim calcmode="lin" valueType="num">
                                      <p:cBhvr additive="base">
                                        <p:cTn id="77" dur="500" fill="hold"/>
                                        <p:tgtEl>
                                          <p:spTgt spid="64"/>
                                        </p:tgtEl>
                                        <p:attrNameLst>
                                          <p:attrName>ppt_x</p:attrName>
                                        </p:attrNameLst>
                                      </p:cBhvr>
                                      <p:tavLst>
                                        <p:tav tm="0">
                                          <p:val>
                                            <p:strVal val="#ppt_x"/>
                                          </p:val>
                                        </p:tav>
                                        <p:tav tm="100000">
                                          <p:val>
                                            <p:strVal val="#ppt_x"/>
                                          </p:val>
                                        </p:tav>
                                      </p:tavLst>
                                    </p:anim>
                                    <p:anim calcmode="lin" valueType="num">
                                      <p:cBhvr additive="base">
                                        <p:cTn id="78" dur="500" fill="hold"/>
                                        <p:tgtEl>
                                          <p:spTgt spid="64"/>
                                        </p:tgtEl>
                                        <p:attrNameLst>
                                          <p:attrName>ppt_y</p:attrName>
                                        </p:attrNameLst>
                                      </p:cBhvr>
                                      <p:tavLst>
                                        <p:tav tm="0">
                                          <p:val>
                                            <p:strVal val="1+#ppt_h/2"/>
                                          </p:val>
                                        </p:tav>
                                        <p:tav tm="100000">
                                          <p:val>
                                            <p:strVal val="#ppt_y"/>
                                          </p:val>
                                        </p:tav>
                                      </p:tavLst>
                                    </p:anim>
                                  </p:childTnLst>
                                </p:cTn>
                              </p:par>
                              <p:par>
                                <p:cTn id="79" presetID="2" presetClass="entr" presetSubtype="4" fill="hold" grpId="0" nodeType="withEffect">
                                  <p:stCondLst>
                                    <p:cond delay="0"/>
                                  </p:stCondLst>
                                  <p:childTnLst>
                                    <p:set>
                                      <p:cBhvr>
                                        <p:cTn id="80" dur="1" fill="hold">
                                          <p:stCondLst>
                                            <p:cond delay="0"/>
                                          </p:stCondLst>
                                        </p:cTn>
                                        <p:tgtEl>
                                          <p:spTgt spid="74"/>
                                        </p:tgtEl>
                                        <p:attrNameLst>
                                          <p:attrName>style.visibility</p:attrName>
                                        </p:attrNameLst>
                                      </p:cBhvr>
                                      <p:to>
                                        <p:strVal val="visible"/>
                                      </p:to>
                                    </p:set>
                                    <p:anim calcmode="lin" valueType="num">
                                      <p:cBhvr additive="base">
                                        <p:cTn id="81" dur="500" fill="hold"/>
                                        <p:tgtEl>
                                          <p:spTgt spid="74"/>
                                        </p:tgtEl>
                                        <p:attrNameLst>
                                          <p:attrName>ppt_x</p:attrName>
                                        </p:attrNameLst>
                                      </p:cBhvr>
                                      <p:tavLst>
                                        <p:tav tm="0">
                                          <p:val>
                                            <p:strVal val="#ppt_x"/>
                                          </p:val>
                                        </p:tav>
                                        <p:tav tm="100000">
                                          <p:val>
                                            <p:strVal val="#ppt_x"/>
                                          </p:val>
                                        </p:tav>
                                      </p:tavLst>
                                    </p:anim>
                                    <p:anim calcmode="lin" valueType="num">
                                      <p:cBhvr additive="base">
                                        <p:cTn id="82" dur="500" fill="hold"/>
                                        <p:tgtEl>
                                          <p:spTgt spid="74"/>
                                        </p:tgtEl>
                                        <p:attrNameLst>
                                          <p:attrName>ppt_y</p:attrName>
                                        </p:attrNameLst>
                                      </p:cBhvr>
                                      <p:tavLst>
                                        <p:tav tm="0">
                                          <p:val>
                                            <p:strVal val="1+#ppt_h/2"/>
                                          </p:val>
                                        </p:tav>
                                        <p:tav tm="100000">
                                          <p:val>
                                            <p:strVal val="#ppt_y"/>
                                          </p:val>
                                        </p:tav>
                                      </p:tavLst>
                                    </p:anim>
                                  </p:childTnLst>
                                </p:cTn>
                              </p:par>
                            </p:childTnLst>
                          </p:cTn>
                        </p:par>
                      </p:childTnLst>
                    </p:cTn>
                  </p:par>
                  <p:par>
                    <p:cTn id="83" fill="hold">
                      <p:stCondLst>
                        <p:cond delay="indefinite"/>
                      </p:stCondLst>
                      <p:childTnLst>
                        <p:par>
                          <p:cTn id="84" fill="hold">
                            <p:stCondLst>
                              <p:cond delay="0"/>
                            </p:stCondLst>
                            <p:childTnLst>
                              <p:par>
                                <p:cTn id="85" presetID="2" presetClass="entr" presetSubtype="4" fill="hold" nodeType="clickEffect">
                                  <p:stCondLst>
                                    <p:cond delay="0"/>
                                  </p:stCondLst>
                                  <p:childTnLst>
                                    <p:set>
                                      <p:cBhvr>
                                        <p:cTn id="86" dur="1" fill="hold">
                                          <p:stCondLst>
                                            <p:cond delay="0"/>
                                          </p:stCondLst>
                                        </p:cTn>
                                        <p:tgtEl>
                                          <p:spTgt spid="66"/>
                                        </p:tgtEl>
                                        <p:attrNameLst>
                                          <p:attrName>style.visibility</p:attrName>
                                        </p:attrNameLst>
                                      </p:cBhvr>
                                      <p:to>
                                        <p:strVal val="visible"/>
                                      </p:to>
                                    </p:set>
                                    <p:anim calcmode="lin" valueType="num">
                                      <p:cBhvr additive="base">
                                        <p:cTn id="87" dur="500" fill="hold"/>
                                        <p:tgtEl>
                                          <p:spTgt spid="66"/>
                                        </p:tgtEl>
                                        <p:attrNameLst>
                                          <p:attrName>ppt_x</p:attrName>
                                        </p:attrNameLst>
                                      </p:cBhvr>
                                      <p:tavLst>
                                        <p:tav tm="0">
                                          <p:val>
                                            <p:strVal val="#ppt_x"/>
                                          </p:val>
                                        </p:tav>
                                        <p:tav tm="100000">
                                          <p:val>
                                            <p:strVal val="#ppt_x"/>
                                          </p:val>
                                        </p:tav>
                                      </p:tavLst>
                                    </p:anim>
                                    <p:anim calcmode="lin" valueType="num">
                                      <p:cBhvr additive="base">
                                        <p:cTn id="88" dur="500" fill="hold"/>
                                        <p:tgtEl>
                                          <p:spTgt spid="66"/>
                                        </p:tgtEl>
                                        <p:attrNameLst>
                                          <p:attrName>ppt_y</p:attrName>
                                        </p:attrNameLst>
                                      </p:cBhvr>
                                      <p:tavLst>
                                        <p:tav tm="0">
                                          <p:val>
                                            <p:strVal val="1+#ppt_h/2"/>
                                          </p:val>
                                        </p:tav>
                                        <p:tav tm="100000">
                                          <p:val>
                                            <p:strVal val="#ppt_y"/>
                                          </p:val>
                                        </p:tav>
                                      </p:tavLst>
                                    </p:anim>
                                  </p:childTnLst>
                                </p:cTn>
                              </p:par>
                              <p:par>
                                <p:cTn id="89" presetID="2" presetClass="entr" presetSubtype="4" fill="hold" grpId="0" nodeType="withEffect">
                                  <p:stCondLst>
                                    <p:cond delay="0"/>
                                  </p:stCondLst>
                                  <p:childTnLst>
                                    <p:set>
                                      <p:cBhvr>
                                        <p:cTn id="90" dur="1" fill="hold">
                                          <p:stCondLst>
                                            <p:cond delay="0"/>
                                          </p:stCondLst>
                                        </p:cTn>
                                        <p:tgtEl>
                                          <p:spTgt spid="77"/>
                                        </p:tgtEl>
                                        <p:attrNameLst>
                                          <p:attrName>style.visibility</p:attrName>
                                        </p:attrNameLst>
                                      </p:cBhvr>
                                      <p:to>
                                        <p:strVal val="visible"/>
                                      </p:to>
                                    </p:set>
                                    <p:anim calcmode="lin" valueType="num">
                                      <p:cBhvr additive="base">
                                        <p:cTn id="91" dur="500" fill="hold"/>
                                        <p:tgtEl>
                                          <p:spTgt spid="77"/>
                                        </p:tgtEl>
                                        <p:attrNameLst>
                                          <p:attrName>ppt_x</p:attrName>
                                        </p:attrNameLst>
                                      </p:cBhvr>
                                      <p:tavLst>
                                        <p:tav tm="0">
                                          <p:val>
                                            <p:strVal val="#ppt_x"/>
                                          </p:val>
                                        </p:tav>
                                        <p:tav tm="100000">
                                          <p:val>
                                            <p:strVal val="#ppt_x"/>
                                          </p:val>
                                        </p:tav>
                                      </p:tavLst>
                                    </p:anim>
                                    <p:anim calcmode="lin" valueType="num">
                                      <p:cBhvr additive="base">
                                        <p:cTn id="92" dur="500" fill="hold"/>
                                        <p:tgtEl>
                                          <p:spTgt spid="77"/>
                                        </p:tgtEl>
                                        <p:attrNameLst>
                                          <p:attrName>ppt_y</p:attrName>
                                        </p:attrNameLst>
                                      </p:cBhvr>
                                      <p:tavLst>
                                        <p:tav tm="0">
                                          <p:val>
                                            <p:strVal val="1+#ppt_h/2"/>
                                          </p:val>
                                        </p:tav>
                                        <p:tav tm="100000">
                                          <p:val>
                                            <p:strVal val="#ppt_y"/>
                                          </p:val>
                                        </p:tav>
                                      </p:tavLst>
                                    </p:anim>
                                  </p:childTnLst>
                                </p:cTn>
                              </p:par>
                            </p:childTnLst>
                          </p:cTn>
                        </p:par>
                      </p:childTnLst>
                    </p:cTn>
                  </p:par>
                  <p:par>
                    <p:cTn id="93" fill="hold">
                      <p:stCondLst>
                        <p:cond delay="indefinite"/>
                      </p:stCondLst>
                      <p:childTnLst>
                        <p:par>
                          <p:cTn id="94" fill="hold">
                            <p:stCondLst>
                              <p:cond delay="0"/>
                            </p:stCondLst>
                            <p:childTnLst>
                              <p:par>
                                <p:cTn id="95" presetID="2" presetClass="entr" presetSubtype="4" fill="hold" nodeType="clickEffect">
                                  <p:stCondLst>
                                    <p:cond delay="0"/>
                                  </p:stCondLst>
                                  <p:childTnLst>
                                    <p:set>
                                      <p:cBhvr>
                                        <p:cTn id="96" dur="1" fill="hold">
                                          <p:stCondLst>
                                            <p:cond delay="0"/>
                                          </p:stCondLst>
                                        </p:cTn>
                                        <p:tgtEl>
                                          <p:spTgt spid="67"/>
                                        </p:tgtEl>
                                        <p:attrNameLst>
                                          <p:attrName>style.visibility</p:attrName>
                                        </p:attrNameLst>
                                      </p:cBhvr>
                                      <p:to>
                                        <p:strVal val="visible"/>
                                      </p:to>
                                    </p:set>
                                    <p:anim calcmode="lin" valueType="num">
                                      <p:cBhvr additive="base">
                                        <p:cTn id="97" dur="500" fill="hold"/>
                                        <p:tgtEl>
                                          <p:spTgt spid="67"/>
                                        </p:tgtEl>
                                        <p:attrNameLst>
                                          <p:attrName>ppt_x</p:attrName>
                                        </p:attrNameLst>
                                      </p:cBhvr>
                                      <p:tavLst>
                                        <p:tav tm="0">
                                          <p:val>
                                            <p:strVal val="#ppt_x"/>
                                          </p:val>
                                        </p:tav>
                                        <p:tav tm="100000">
                                          <p:val>
                                            <p:strVal val="#ppt_x"/>
                                          </p:val>
                                        </p:tav>
                                      </p:tavLst>
                                    </p:anim>
                                    <p:anim calcmode="lin" valueType="num">
                                      <p:cBhvr additive="base">
                                        <p:cTn id="98" dur="500" fill="hold"/>
                                        <p:tgtEl>
                                          <p:spTgt spid="67"/>
                                        </p:tgtEl>
                                        <p:attrNameLst>
                                          <p:attrName>ppt_y</p:attrName>
                                        </p:attrNameLst>
                                      </p:cBhvr>
                                      <p:tavLst>
                                        <p:tav tm="0">
                                          <p:val>
                                            <p:strVal val="1+#ppt_h/2"/>
                                          </p:val>
                                        </p:tav>
                                        <p:tav tm="100000">
                                          <p:val>
                                            <p:strVal val="#ppt_y"/>
                                          </p:val>
                                        </p:tav>
                                      </p:tavLst>
                                    </p:anim>
                                  </p:childTnLst>
                                </p:cTn>
                              </p:par>
                              <p:par>
                                <p:cTn id="99" presetID="2" presetClass="entr" presetSubtype="4" fill="hold" grpId="0" nodeType="withEffect">
                                  <p:stCondLst>
                                    <p:cond delay="0"/>
                                  </p:stCondLst>
                                  <p:childTnLst>
                                    <p:set>
                                      <p:cBhvr>
                                        <p:cTn id="100" dur="1" fill="hold">
                                          <p:stCondLst>
                                            <p:cond delay="0"/>
                                          </p:stCondLst>
                                        </p:cTn>
                                        <p:tgtEl>
                                          <p:spTgt spid="72"/>
                                        </p:tgtEl>
                                        <p:attrNameLst>
                                          <p:attrName>style.visibility</p:attrName>
                                        </p:attrNameLst>
                                      </p:cBhvr>
                                      <p:to>
                                        <p:strVal val="visible"/>
                                      </p:to>
                                    </p:set>
                                    <p:anim calcmode="lin" valueType="num">
                                      <p:cBhvr additive="base">
                                        <p:cTn id="101" dur="500" fill="hold"/>
                                        <p:tgtEl>
                                          <p:spTgt spid="72"/>
                                        </p:tgtEl>
                                        <p:attrNameLst>
                                          <p:attrName>ppt_x</p:attrName>
                                        </p:attrNameLst>
                                      </p:cBhvr>
                                      <p:tavLst>
                                        <p:tav tm="0">
                                          <p:val>
                                            <p:strVal val="#ppt_x"/>
                                          </p:val>
                                        </p:tav>
                                        <p:tav tm="100000">
                                          <p:val>
                                            <p:strVal val="#ppt_x"/>
                                          </p:val>
                                        </p:tav>
                                      </p:tavLst>
                                    </p:anim>
                                    <p:anim calcmode="lin" valueType="num">
                                      <p:cBhvr additive="base">
                                        <p:cTn id="102" dur="500" fill="hold"/>
                                        <p:tgtEl>
                                          <p:spTgt spid="72"/>
                                        </p:tgtEl>
                                        <p:attrNameLst>
                                          <p:attrName>ppt_y</p:attrName>
                                        </p:attrNameLst>
                                      </p:cBhvr>
                                      <p:tavLst>
                                        <p:tav tm="0">
                                          <p:val>
                                            <p:strVal val="1+#ppt_h/2"/>
                                          </p:val>
                                        </p:tav>
                                        <p:tav tm="100000">
                                          <p:val>
                                            <p:strVal val="#ppt_y"/>
                                          </p:val>
                                        </p:tav>
                                      </p:tavLst>
                                    </p:anim>
                                  </p:childTnLst>
                                </p:cTn>
                              </p:par>
                            </p:childTnLst>
                          </p:cTn>
                        </p:par>
                      </p:childTnLst>
                    </p:cTn>
                  </p:par>
                  <p:par>
                    <p:cTn id="103" fill="hold">
                      <p:stCondLst>
                        <p:cond delay="indefinite"/>
                      </p:stCondLst>
                      <p:childTnLst>
                        <p:par>
                          <p:cTn id="104" fill="hold">
                            <p:stCondLst>
                              <p:cond delay="0"/>
                            </p:stCondLst>
                            <p:childTnLst>
                              <p:par>
                                <p:cTn id="105" presetID="2" presetClass="entr" presetSubtype="4" fill="hold" nodeType="clickEffect">
                                  <p:stCondLst>
                                    <p:cond delay="0"/>
                                  </p:stCondLst>
                                  <p:childTnLst>
                                    <p:set>
                                      <p:cBhvr>
                                        <p:cTn id="106" dur="1" fill="hold">
                                          <p:stCondLst>
                                            <p:cond delay="0"/>
                                          </p:stCondLst>
                                        </p:cTn>
                                        <p:tgtEl>
                                          <p:spTgt spid="79"/>
                                        </p:tgtEl>
                                        <p:attrNameLst>
                                          <p:attrName>style.visibility</p:attrName>
                                        </p:attrNameLst>
                                      </p:cBhvr>
                                      <p:to>
                                        <p:strVal val="visible"/>
                                      </p:to>
                                    </p:set>
                                    <p:anim calcmode="lin" valueType="num">
                                      <p:cBhvr additive="base">
                                        <p:cTn id="107" dur="500" fill="hold"/>
                                        <p:tgtEl>
                                          <p:spTgt spid="79"/>
                                        </p:tgtEl>
                                        <p:attrNameLst>
                                          <p:attrName>ppt_x</p:attrName>
                                        </p:attrNameLst>
                                      </p:cBhvr>
                                      <p:tavLst>
                                        <p:tav tm="0">
                                          <p:val>
                                            <p:strVal val="#ppt_x"/>
                                          </p:val>
                                        </p:tav>
                                        <p:tav tm="100000">
                                          <p:val>
                                            <p:strVal val="#ppt_x"/>
                                          </p:val>
                                        </p:tav>
                                      </p:tavLst>
                                    </p:anim>
                                    <p:anim calcmode="lin" valueType="num">
                                      <p:cBhvr additive="base">
                                        <p:cTn id="108" dur="500" fill="hold"/>
                                        <p:tgtEl>
                                          <p:spTgt spid="79"/>
                                        </p:tgtEl>
                                        <p:attrNameLst>
                                          <p:attrName>ppt_y</p:attrName>
                                        </p:attrNameLst>
                                      </p:cBhvr>
                                      <p:tavLst>
                                        <p:tav tm="0">
                                          <p:val>
                                            <p:strVal val="1+#ppt_h/2"/>
                                          </p:val>
                                        </p:tav>
                                        <p:tav tm="100000">
                                          <p:val>
                                            <p:strVal val="#ppt_y"/>
                                          </p:val>
                                        </p:tav>
                                      </p:tavLst>
                                    </p:anim>
                                  </p:childTnLst>
                                </p:cTn>
                              </p:par>
                              <p:par>
                                <p:cTn id="109" presetID="2" presetClass="entr" presetSubtype="4" fill="hold" grpId="0" nodeType="withEffect">
                                  <p:stCondLst>
                                    <p:cond delay="0"/>
                                  </p:stCondLst>
                                  <p:childTnLst>
                                    <p:set>
                                      <p:cBhvr>
                                        <p:cTn id="110" dur="1" fill="hold">
                                          <p:stCondLst>
                                            <p:cond delay="0"/>
                                          </p:stCondLst>
                                        </p:cTn>
                                        <p:tgtEl>
                                          <p:spTgt spid="81"/>
                                        </p:tgtEl>
                                        <p:attrNameLst>
                                          <p:attrName>style.visibility</p:attrName>
                                        </p:attrNameLst>
                                      </p:cBhvr>
                                      <p:to>
                                        <p:strVal val="visible"/>
                                      </p:to>
                                    </p:set>
                                    <p:anim calcmode="lin" valueType="num">
                                      <p:cBhvr additive="base">
                                        <p:cTn id="111" dur="500" fill="hold"/>
                                        <p:tgtEl>
                                          <p:spTgt spid="81"/>
                                        </p:tgtEl>
                                        <p:attrNameLst>
                                          <p:attrName>ppt_x</p:attrName>
                                        </p:attrNameLst>
                                      </p:cBhvr>
                                      <p:tavLst>
                                        <p:tav tm="0">
                                          <p:val>
                                            <p:strVal val="#ppt_x"/>
                                          </p:val>
                                        </p:tav>
                                        <p:tav tm="100000">
                                          <p:val>
                                            <p:strVal val="#ppt_x"/>
                                          </p:val>
                                        </p:tav>
                                      </p:tavLst>
                                    </p:anim>
                                    <p:anim calcmode="lin" valueType="num">
                                      <p:cBhvr additive="base">
                                        <p:cTn id="112" dur="500" fill="hold"/>
                                        <p:tgtEl>
                                          <p:spTgt spid="81"/>
                                        </p:tgtEl>
                                        <p:attrNameLst>
                                          <p:attrName>ppt_y</p:attrName>
                                        </p:attrNameLst>
                                      </p:cBhvr>
                                      <p:tavLst>
                                        <p:tav tm="0">
                                          <p:val>
                                            <p:strVal val="1+#ppt_h/2"/>
                                          </p:val>
                                        </p:tav>
                                        <p:tav tm="100000">
                                          <p:val>
                                            <p:strVal val="#ppt_y"/>
                                          </p:val>
                                        </p:tav>
                                      </p:tavLst>
                                    </p:anim>
                                  </p:childTnLst>
                                </p:cTn>
                              </p:par>
                              <p:par>
                                <p:cTn id="113" presetID="2" presetClass="entr" presetSubtype="4" fill="hold" nodeType="withEffect">
                                  <p:stCondLst>
                                    <p:cond delay="0"/>
                                  </p:stCondLst>
                                  <p:childTnLst>
                                    <p:set>
                                      <p:cBhvr>
                                        <p:cTn id="114" dur="1" fill="hold">
                                          <p:stCondLst>
                                            <p:cond delay="0"/>
                                          </p:stCondLst>
                                        </p:cTn>
                                        <p:tgtEl>
                                          <p:spTgt spid="80"/>
                                        </p:tgtEl>
                                        <p:attrNameLst>
                                          <p:attrName>style.visibility</p:attrName>
                                        </p:attrNameLst>
                                      </p:cBhvr>
                                      <p:to>
                                        <p:strVal val="visible"/>
                                      </p:to>
                                    </p:set>
                                    <p:anim calcmode="lin" valueType="num">
                                      <p:cBhvr additive="base">
                                        <p:cTn id="115" dur="500" fill="hold"/>
                                        <p:tgtEl>
                                          <p:spTgt spid="80"/>
                                        </p:tgtEl>
                                        <p:attrNameLst>
                                          <p:attrName>ppt_x</p:attrName>
                                        </p:attrNameLst>
                                      </p:cBhvr>
                                      <p:tavLst>
                                        <p:tav tm="0">
                                          <p:val>
                                            <p:strVal val="#ppt_x"/>
                                          </p:val>
                                        </p:tav>
                                        <p:tav tm="100000">
                                          <p:val>
                                            <p:strVal val="#ppt_x"/>
                                          </p:val>
                                        </p:tav>
                                      </p:tavLst>
                                    </p:anim>
                                    <p:anim calcmode="lin" valueType="num">
                                      <p:cBhvr additive="base">
                                        <p:cTn id="116" dur="500" fill="hold"/>
                                        <p:tgtEl>
                                          <p:spTgt spid="80"/>
                                        </p:tgtEl>
                                        <p:attrNameLst>
                                          <p:attrName>ppt_y</p:attrName>
                                        </p:attrNameLst>
                                      </p:cBhvr>
                                      <p:tavLst>
                                        <p:tav tm="0">
                                          <p:val>
                                            <p:strVal val="1+#ppt_h/2"/>
                                          </p:val>
                                        </p:tav>
                                        <p:tav tm="100000">
                                          <p:val>
                                            <p:strVal val="#ppt_y"/>
                                          </p:val>
                                        </p:tav>
                                      </p:tavLst>
                                    </p:anim>
                                  </p:childTnLst>
                                </p:cTn>
                              </p:par>
                              <p:par>
                                <p:cTn id="117" presetID="2" presetClass="entr" presetSubtype="4" fill="hold" grpId="0" nodeType="withEffect">
                                  <p:stCondLst>
                                    <p:cond delay="0"/>
                                  </p:stCondLst>
                                  <p:childTnLst>
                                    <p:set>
                                      <p:cBhvr>
                                        <p:cTn id="118" dur="1" fill="hold">
                                          <p:stCondLst>
                                            <p:cond delay="0"/>
                                          </p:stCondLst>
                                        </p:cTn>
                                        <p:tgtEl>
                                          <p:spTgt spid="82"/>
                                        </p:tgtEl>
                                        <p:attrNameLst>
                                          <p:attrName>style.visibility</p:attrName>
                                        </p:attrNameLst>
                                      </p:cBhvr>
                                      <p:to>
                                        <p:strVal val="visible"/>
                                      </p:to>
                                    </p:set>
                                    <p:anim calcmode="lin" valueType="num">
                                      <p:cBhvr additive="base">
                                        <p:cTn id="119" dur="500" fill="hold"/>
                                        <p:tgtEl>
                                          <p:spTgt spid="82"/>
                                        </p:tgtEl>
                                        <p:attrNameLst>
                                          <p:attrName>ppt_x</p:attrName>
                                        </p:attrNameLst>
                                      </p:cBhvr>
                                      <p:tavLst>
                                        <p:tav tm="0">
                                          <p:val>
                                            <p:strVal val="#ppt_x"/>
                                          </p:val>
                                        </p:tav>
                                        <p:tav tm="100000">
                                          <p:val>
                                            <p:strVal val="#ppt_x"/>
                                          </p:val>
                                        </p:tav>
                                      </p:tavLst>
                                    </p:anim>
                                    <p:anim calcmode="lin" valueType="num">
                                      <p:cBhvr additive="base">
                                        <p:cTn id="120" dur="500" fill="hold"/>
                                        <p:tgtEl>
                                          <p:spTgt spid="8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69" grpId="0"/>
      <p:bldP spid="70" grpId="0"/>
      <p:bldP spid="71" grpId="0"/>
      <p:bldP spid="72" grpId="0"/>
      <p:bldP spid="73" grpId="0"/>
      <p:bldP spid="74" grpId="0"/>
      <p:bldP spid="75" grpId="0"/>
      <p:bldP spid="76" grpId="0"/>
      <p:bldP spid="77" grpId="0"/>
      <p:bldP spid="81" grpId="0"/>
      <p:bldP spid="82" grpId="0"/>
    </p:bld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7" name="Rectangle 2"/>
          <p:cNvSpPr>
            <a:spLocks noGrp="1"/>
          </p:cNvSpPr>
          <p:nvPr>
            <p:ph type="title"/>
          </p:nvPr>
        </p:nvSpPr>
        <p:spPr/>
        <p:txBody>
          <a:bodyPr vert="horz" wrap="square" lIns="91440" tIns="45720" rIns="91440" bIns="45720" anchor="b" anchorCtr="0"/>
          <a:lstStyle/>
          <a:p>
            <a:pPr eaLnBrk="1" hangingPunct="1"/>
            <a:r>
              <a:rPr lang="en-US" altLang="zh-CN"/>
              <a:t>7.6.1</a:t>
            </a:r>
            <a:r>
              <a:rPr lang="zh-CN" altLang="en-US"/>
              <a:t> 缓冲</a:t>
            </a:r>
          </a:p>
        </p:txBody>
      </p:sp>
      <p:sp>
        <p:nvSpPr>
          <p:cNvPr id="84995" name="object 3"/>
          <p:cNvSpPr txBox="1">
            <a:spLocks noChangeArrowheads="1"/>
          </p:cNvSpPr>
          <p:nvPr/>
        </p:nvSpPr>
        <p:spPr bwMode="auto">
          <a:xfrm>
            <a:off x="431800" y="1341438"/>
            <a:ext cx="8604250" cy="1108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12700" lvl="0" indent="0" defTabSz="914400">
              <a:spcBef>
                <a:spcPct val="0"/>
              </a:spcBef>
              <a:buClr>
                <a:srgbClr val="3333CC"/>
              </a:buClr>
              <a:buSzPct val="110000"/>
              <a:buNone/>
              <a:tabLst>
                <a:tab pos="546100" algn="l"/>
              </a:tabLst>
            </a:pPr>
            <a:r>
              <a:rPr lang="zh-CN" altLang="zh-CN" sz="2400" b="0">
                <a:latin typeface="黑体" panose="02010609060101010101" pitchFamily="49" charset="-122"/>
              </a:rPr>
              <a:t>双缓冲(</a:t>
            </a:r>
            <a:r>
              <a:rPr lang="zh-CN" altLang="zh-CN" sz="2400" b="0"/>
              <a:t>double buffer</a:t>
            </a:r>
            <a:r>
              <a:rPr lang="zh-CN" altLang="zh-CN" sz="2400" b="0">
                <a:latin typeface="黑体" panose="02010609060101010101" pitchFamily="49" charset="-122"/>
              </a:rPr>
              <a:t>)</a:t>
            </a:r>
            <a:endParaRPr lang="en-US" altLang="zh-CN" sz="2400" b="0">
              <a:latin typeface="黑体" panose="02010609060101010101" pitchFamily="49" charset="-122"/>
            </a:endParaRPr>
          </a:p>
          <a:p>
            <a:pPr marL="12700" lvl="0" indent="0" defTabSz="914400">
              <a:spcBef>
                <a:spcPct val="0"/>
              </a:spcBef>
              <a:buClr>
                <a:srgbClr val="3333CC"/>
              </a:buClr>
              <a:buSzPct val="110000"/>
              <a:buNone/>
              <a:tabLst>
                <a:tab pos="546100" algn="l"/>
              </a:tabLst>
            </a:pPr>
            <a:r>
              <a:rPr lang="en-US" altLang="zh-CN" sz="2400" b="0">
                <a:latin typeface="黑体" panose="02010609060101010101" pitchFamily="49" charset="-122"/>
              </a:rPr>
              <a:t>CPU</a:t>
            </a:r>
            <a:r>
              <a:rPr lang="zh-CN" altLang="en-US" sz="2400" b="0">
                <a:latin typeface="黑体" panose="02010609060101010101" pitchFamily="49" charset="-122"/>
              </a:rPr>
              <a:t>和外设都可以连续处理而无需等待对方。要求</a:t>
            </a:r>
            <a:r>
              <a:rPr lang="en-US" altLang="zh-CN" sz="2400" b="0">
                <a:latin typeface="黑体" panose="02010609060101010101" pitchFamily="49" charset="-122"/>
              </a:rPr>
              <a:t>CPU</a:t>
            </a:r>
            <a:r>
              <a:rPr lang="zh-CN" altLang="en-US" sz="2400" b="0">
                <a:latin typeface="黑体" panose="02010609060101010101" pitchFamily="49" charset="-122"/>
              </a:rPr>
              <a:t>和外设的速度相近。</a:t>
            </a:r>
            <a:endParaRPr lang="zh-CN" altLang="zh-CN" sz="2400" b="0">
              <a:latin typeface="黑体" panose="02010609060101010101" pitchFamily="49" charset="-122"/>
            </a:endParaRPr>
          </a:p>
        </p:txBody>
      </p:sp>
      <p:sp>
        <p:nvSpPr>
          <p:cNvPr id="70659" name="object 4"/>
          <p:cNvSpPr/>
          <p:nvPr/>
        </p:nvSpPr>
        <p:spPr>
          <a:xfrm>
            <a:off x="1619250" y="2159000"/>
            <a:ext cx="5184775" cy="1128713"/>
          </a:xfrm>
          <a:prstGeom prst="rect">
            <a:avLst/>
          </a:prstGeom>
          <a:blipFill rotWithShape="1">
            <a:blip r:embed="rId2"/>
            <a:stretch>
              <a:fillRect/>
            </a:stretch>
          </a:blipFill>
          <a:ln w="9525">
            <a:noFill/>
          </a:ln>
        </p:spPr>
        <p:txBody>
          <a:bodyPr lIns="0" tIns="0" rIns="0" bIns="0"/>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0" lvl="0" indent="0">
              <a:spcBef>
                <a:spcPct val="0"/>
              </a:spcBef>
              <a:buClrTx/>
              <a:buFontTx/>
              <a:buNone/>
            </a:pPr>
            <a:endParaRPr lang="zh-CN" altLang="zh-CN" sz="2400" b="0">
              <a:ea typeface="宋体" panose="02010600030101010101" pitchFamily="2" charset="-122"/>
            </a:endParaRPr>
          </a:p>
        </p:txBody>
      </p:sp>
      <p:sp>
        <p:nvSpPr>
          <p:cNvPr id="85001" name="object 9"/>
          <p:cNvSpPr txBox="1">
            <a:spLocks noChangeArrowheads="1"/>
          </p:cNvSpPr>
          <p:nvPr/>
        </p:nvSpPr>
        <p:spPr bwMode="auto">
          <a:xfrm>
            <a:off x="431800" y="6021388"/>
            <a:ext cx="8388350" cy="615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12700" lvl="0" indent="0">
              <a:spcBef>
                <a:spcPct val="0"/>
              </a:spcBef>
              <a:buClrTx/>
              <a:buNone/>
            </a:pPr>
            <a:r>
              <a:rPr lang="zh-CN" altLang="en-US" sz="2000" b="0">
                <a:latin typeface="黑体" panose="02010609060101010101" pitchFamily="49" charset="-122"/>
              </a:rPr>
              <a:t>每批数据时间是</a:t>
            </a:r>
            <a:r>
              <a:rPr lang="en-US" altLang="zh-CN" sz="2000" b="0">
                <a:latin typeface="黑体" panose="02010609060101010101" pitchFamily="49" charset="-122"/>
              </a:rPr>
              <a:t>T</a:t>
            </a:r>
            <a:r>
              <a:rPr lang="zh-CN" altLang="en-US" sz="2000" b="0">
                <a:latin typeface="黑体" panose="02010609060101010101" pitchFamily="49" charset="-122"/>
              </a:rPr>
              <a:t>，输入设备可以连续输入</a:t>
            </a:r>
            <a:endParaRPr lang="en-US" altLang="zh-CN" sz="2000" b="0">
              <a:latin typeface="黑体" panose="02010609060101010101" pitchFamily="49" charset="-122"/>
            </a:endParaRPr>
          </a:p>
          <a:p>
            <a:pPr marL="12700" lvl="0" indent="0">
              <a:spcBef>
                <a:spcPct val="0"/>
              </a:spcBef>
              <a:buClrTx/>
              <a:buFontTx/>
              <a:buNone/>
            </a:pPr>
            <a:r>
              <a:rPr lang="zh-CN" altLang="zh-CN" sz="2000" b="0">
                <a:latin typeface="黑体" panose="02010609060101010101" pitchFamily="49" charset="-122"/>
              </a:rPr>
              <a:t>计算过程、数据输入</a:t>
            </a:r>
            <a:r>
              <a:rPr lang="zh-CN" altLang="en-US" sz="2000" b="0">
                <a:latin typeface="黑体" panose="02010609060101010101" pitchFamily="49" charset="-122"/>
              </a:rPr>
              <a:t>和</a:t>
            </a:r>
            <a:r>
              <a:rPr lang="zh-CN" altLang="zh-CN" sz="2000" b="0">
                <a:latin typeface="黑体" panose="02010609060101010101" pitchFamily="49" charset="-122"/>
              </a:rPr>
              <a:t>数据传送可以并行。</a:t>
            </a:r>
          </a:p>
        </p:txBody>
      </p:sp>
      <p:sp>
        <p:nvSpPr>
          <p:cNvPr id="11" name="Line 4"/>
          <p:cNvSpPr>
            <a:spLocks noChangeShapeType="1"/>
          </p:cNvSpPr>
          <p:nvPr/>
        </p:nvSpPr>
        <p:spPr bwMode="auto">
          <a:xfrm>
            <a:off x="1554163" y="3573463"/>
            <a:ext cx="0" cy="2160588"/>
          </a:xfrm>
          <a:prstGeom prst="line">
            <a:avLst/>
          </a:prstGeom>
          <a:noFill/>
          <a:ln w="19050">
            <a:solidFill>
              <a:schemeClr val="tx1"/>
            </a:solidFill>
            <a:round/>
            <a:head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schemeClr val="tx1"/>
              </a:solidFill>
              <a:effectLst/>
              <a:uLnTx/>
              <a:uFillTx/>
              <a:latin typeface="Times New Roman" panose="02020603050405020304" pitchFamily="18" charset="0"/>
              <a:ea typeface="黑体" panose="02010609060101010101" pitchFamily="49" charset="-122"/>
              <a:cs typeface="+mn-cs"/>
            </a:endParaRPr>
          </a:p>
        </p:txBody>
      </p:sp>
      <p:sp>
        <p:nvSpPr>
          <p:cNvPr id="12" name="Line 5"/>
          <p:cNvSpPr>
            <a:spLocks noChangeShapeType="1"/>
          </p:cNvSpPr>
          <p:nvPr/>
        </p:nvSpPr>
        <p:spPr bwMode="auto">
          <a:xfrm flipH="1" flipV="1">
            <a:off x="1554163" y="5773738"/>
            <a:ext cx="7481888" cy="15875"/>
          </a:xfrm>
          <a:prstGeom prst="line">
            <a:avLst/>
          </a:prstGeom>
          <a:noFill/>
          <a:ln w="19050">
            <a:solidFill>
              <a:schemeClr val="tx1"/>
            </a:solidFill>
            <a:round/>
            <a:head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schemeClr val="tx1"/>
              </a:solidFill>
              <a:effectLst/>
              <a:uLnTx/>
              <a:uFillTx/>
              <a:latin typeface="Times New Roman" panose="02020603050405020304" pitchFamily="18" charset="0"/>
              <a:ea typeface="黑体" panose="02010609060101010101" pitchFamily="49" charset="-122"/>
              <a:cs typeface="+mn-cs"/>
            </a:endParaRPr>
          </a:p>
        </p:txBody>
      </p:sp>
      <p:sp>
        <p:nvSpPr>
          <p:cNvPr id="13" name="Line 6"/>
          <p:cNvSpPr>
            <a:spLocks noChangeShapeType="1"/>
          </p:cNvSpPr>
          <p:nvPr/>
        </p:nvSpPr>
        <p:spPr bwMode="auto">
          <a:xfrm flipH="1">
            <a:off x="1619250" y="5283200"/>
            <a:ext cx="7169150" cy="17463"/>
          </a:xfrm>
          <a:prstGeom prst="line">
            <a:avLst/>
          </a:prstGeom>
          <a:noFill/>
          <a:ln w="19050">
            <a:solidFill>
              <a:schemeClr val="folHlink"/>
            </a:solidFill>
            <a:prstDash val="dash"/>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schemeClr val="tx1"/>
              </a:solidFill>
              <a:effectLst/>
              <a:uLnTx/>
              <a:uFillTx/>
              <a:latin typeface="Times New Roman" panose="02020603050405020304" pitchFamily="18" charset="0"/>
              <a:ea typeface="黑体" panose="02010609060101010101" pitchFamily="49" charset="-122"/>
              <a:cs typeface="+mn-cs"/>
            </a:endParaRPr>
          </a:p>
        </p:txBody>
      </p:sp>
      <p:sp>
        <p:nvSpPr>
          <p:cNvPr id="14" name="Line 7"/>
          <p:cNvSpPr>
            <a:spLocks noChangeShapeType="1"/>
          </p:cNvSpPr>
          <p:nvPr/>
        </p:nvSpPr>
        <p:spPr bwMode="auto">
          <a:xfrm flipH="1">
            <a:off x="1619250" y="4867275"/>
            <a:ext cx="7169150" cy="1588"/>
          </a:xfrm>
          <a:prstGeom prst="line">
            <a:avLst/>
          </a:prstGeom>
          <a:noFill/>
          <a:ln w="19050">
            <a:solidFill>
              <a:schemeClr val="folHlink"/>
            </a:solidFill>
            <a:prstDash val="dash"/>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schemeClr val="tx1"/>
              </a:solidFill>
              <a:effectLst/>
              <a:uLnTx/>
              <a:uFillTx/>
              <a:latin typeface="Times New Roman" panose="02020603050405020304" pitchFamily="18" charset="0"/>
              <a:ea typeface="黑体" panose="02010609060101010101" pitchFamily="49" charset="-122"/>
              <a:cs typeface="+mn-cs"/>
            </a:endParaRPr>
          </a:p>
        </p:txBody>
      </p:sp>
      <p:sp>
        <p:nvSpPr>
          <p:cNvPr id="15" name="Line 8"/>
          <p:cNvSpPr>
            <a:spLocks noChangeShapeType="1"/>
          </p:cNvSpPr>
          <p:nvPr/>
        </p:nvSpPr>
        <p:spPr bwMode="auto">
          <a:xfrm flipH="1" flipV="1">
            <a:off x="1619250" y="4437063"/>
            <a:ext cx="7169150" cy="4763"/>
          </a:xfrm>
          <a:prstGeom prst="line">
            <a:avLst/>
          </a:prstGeom>
          <a:noFill/>
          <a:ln w="19050">
            <a:solidFill>
              <a:schemeClr val="folHlink"/>
            </a:solidFill>
            <a:prstDash val="dash"/>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schemeClr val="tx1"/>
              </a:solidFill>
              <a:effectLst/>
              <a:uLnTx/>
              <a:uFillTx/>
              <a:latin typeface="Times New Roman" panose="02020603050405020304" pitchFamily="18" charset="0"/>
              <a:ea typeface="黑体" panose="02010609060101010101" pitchFamily="49" charset="-122"/>
              <a:cs typeface="+mn-cs"/>
            </a:endParaRPr>
          </a:p>
        </p:txBody>
      </p:sp>
      <p:sp>
        <p:nvSpPr>
          <p:cNvPr id="16" name="Line 9"/>
          <p:cNvSpPr>
            <a:spLocks noChangeShapeType="1"/>
          </p:cNvSpPr>
          <p:nvPr/>
        </p:nvSpPr>
        <p:spPr bwMode="auto">
          <a:xfrm flipH="1" flipV="1">
            <a:off x="1619250" y="4005263"/>
            <a:ext cx="7169150" cy="61913"/>
          </a:xfrm>
          <a:prstGeom prst="line">
            <a:avLst/>
          </a:prstGeom>
          <a:noFill/>
          <a:ln w="19050">
            <a:solidFill>
              <a:schemeClr val="folHlink"/>
            </a:solidFill>
            <a:prstDash val="dash"/>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schemeClr val="tx1"/>
              </a:solidFill>
              <a:effectLst/>
              <a:uLnTx/>
              <a:uFillTx/>
              <a:latin typeface="Times New Roman" panose="02020603050405020304" pitchFamily="18" charset="0"/>
              <a:ea typeface="黑体" panose="02010609060101010101" pitchFamily="49" charset="-122"/>
              <a:cs typeface="+mn-cs"/>
            </a:endParaRPr>
          </a:p>
        </p:txBody>
      </p:sp>
      <p:sp>
        <p:nvSpPr>
          <p:cNvPr id="17" name="Line 10"/>
          <p:cNvSpPr>
            <a:spLocks noChangeShapeType="1"/>
          </p:cNvSpPr>
          <p:nvPr/>
        </p:nvSpPr>
        <p:spPr bwMode="auto">
          <a:xfrm flipH="1" flipV="1">
            <a:off x="3000375" y="4005263"/>
            <a:ext cx="0" cy="1727200"/>
          </a:xfrm>
          <a:prstGeom prst="line">
            <a:avLst/>
          </a:prstGeom>
          <a:noFill/>
          <a:ln w="19050">
            <a:solidFill>
              <a:schemeClr val="folHlink"/>
            </a:solidFill>
            <a:prstDash val="dash"/>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schemeClr val="tx1"/>
              </a:solidFill>
              <a:effectLst/>
              <a:uLnTx/>
              <a:uFillTx/>
              <a:latin typeface="Times New Roman" panose="02020603050405020304" pitchFamily="18" charset="0"/>
              <a:ea typeface="黑体" panose="02010609060101010101" pitchFamily="49" charset="-122"/>
              <a:cs typeface="+mn-cs"/>
            </a:endParaRPr>
          </a:p>
        </p:txBody>
      </p:sp>
      <p:sp>
        <p:nvSpPr>
          <p:cNvPr id="18" name="Line 11"/>
          <p:cNvSpPr>
            <a:spLocks noChangeShapeType="1"/>
          </p:cNvSpPr>
          <p:nvPr/>
        </p:nvSpPr>
        <p:spPr bwMode="auto">
          <a:xfrm flipH="1" flipV="1">
            <a:off x="3641725" y="4005263"/>
            <a:ext cx="0" cy="1727200"/>
          </a:xfrm>
          <a:prstGeom prst="line">
            <a:avLst/>
          </a:prstGeom>
          <a:noFill/>
          <a:ln w="19050">
            <a:solidFill>
              <a:schemeClr val="folHlink"/>
            </a:solidFill>
            <a:prstDash val="dash"/>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schemeClr val="tx1"/>
              </a:solidFill>
              <a:effectLst/>
              <a:uLnTx/>
              <a:uFillTx/>
              <a:latin typeface="Times New Roman" panose="02020603050405020304" pitchFamily="18" charset="0"/>
              <a:ea typeface="黑体" panose="02010609060101010101" pitchFamily="49" charset="-122"/>
              <a:cs typeface="+mn-cs"/>
            </a:endParaRPr>
          </a:p>
        </p:txBody>
      </p:sp>
      <p:sp>
        <p:nvSpPr>
          <p:cNvPr id="19" name="Line 12"/>
          <p:cNvSpPr>
            <a:spLocks noChangeShapeType="1"/>
          </p:cNvSpPr>
          <p:nvPr/>
        </p:nvSpPr>
        <p:spPr bwMode="auto">
          <a:xfrm flipH="1" flipV="1">
            <a:off x="4506913" y="4005263"/>
            <a:ext cx="0" cy="1727200"/>
          </a:xfrm>
          <a:prstGeom prst="line">
            <a:avLst/>
          </a:prstGeom>
          <a:noFill/>
          <a:ln w="19050">
            <a:solidFill>
              <a:schemeClr val="folHlink"/>
            </a:solidFill>
            <a:prstDash val="dash"/>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schemeClr val="tx1"/>
              </a:solidFill>
              <a:effectLst/>
              <a:uLnTx/>
              <a:uFillTx/>
              <a:latin typeface="Times New Roman" panose="02020603050405020304" pitchFamily="18" charset="0"/>
              <a:ea typeface="黑体" panose="02010609060101010101" pitchFamily="49" charset="-122"/>
              <a:cs typeface="+mn-cs"/>
            </a:endParaRPr>
          </a:p>
        </p:txBody>
      </p:sp>
      <p:sp>
        <p:nvSpPr>
          <p:cNvPr id="20" name="Line 13"/>
          <p:cNvSpPr>
            <a:spLocks noChangeShapeType="1"/>
          </p:cNvSpPr>
          <p:nvPr/>
        </p:nvSpPr>
        <p:spPr bwMode="auto">
          <a:xfrm flipH="1" flipV="1">
            <a:off x="6594475" y="4005263"/>
            <a:ext cx="0" cy="1727200"/>
          </a:xfrm>
          <a:prstGeom prst="line">
            <a:avLst/>
          </a:prstGeom>
          <a:noFill/>
          <a:ln w="19050">
            <a:solidFill>
              <a:schemeClr val="folHlink"/>
            </a:solidFill>
            <a:prstDash val="dash"/>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schemeClr val="tx1"/>
              </a:solidFill>
              <a:effectLst/>
              <a:uLnTx/>
              <a:uFillTx/>
              <a:latin typeface="Times New Roman" panose="02020603050405020304" pitchFamily="18" charset="0"/>
              <a:ea typeface="黑体" panose="02010609060101010101" pitchFamily="49" charset="-122"/>
              <a:cs typeface="+mn-cs"/>
            </a:endParaRPr>
          </a:p>
        </p:txBody>
      </p:sp>
      <p:sp>
        <p:nvSpPr>
          <p:cNvPr id="21" name="Text Box 15"/>
          <p:cNvSpPr txBox="1">
            <a:spLocks noChangeArrowheads="1"/>
          </p:cNvSpPr>
          <p:nvPr/>
        </p:nvSpPr>
        <p:spPr bwMode="auto">
          <a:xfrm>
            <a:off x="323850" y="5076825"/>
            <a:ext cx="1108075" cy="368300"/>
          </a:xfrm>
          <a:prstGeom prst="rect">
            <a:avLst/>
          </a:prstGeom>
          <a:noFill/>
          <a:ln>
            <a:noFill/>
          </a:ln>
          <a:effectLst/>
          <a:extLst>
            <a:ext uri="{909E8E84-426E-40DD-AFC4-6F175D3DCCD1}">
              <a14:hiddenFill xmlns:a14="http://schemas.microsoft.com/office/drawing/2010/main">
                <a:gradFill rotWithShape="0">
                  <a:gsLst>
                    <a:gs pos="0">
                      <a:schemeClr val="accent1"/>
                    </a:gs>
                    <a:gs pos="100000">
                      <a:srgbClr val="006A4E"/>
                    </a:gs>
                  </a:gsLst>
                  <a:lin ang="5400000" scaled="1"/>
                </a:gradFill>
              </a14:hiddenFill>
            </a:ext>
            <a:ext uri="{91240B29-F687-4F45-9708-019B960494DF}">
              <a14:hiddenLine xmlns:a14="http://schemas.microsoft.com/office/drawing/2010/main" w="19050">
                <a:solidFill>
                  <a:srgbClr val="FF3300"/>
                </a:solidFill>
                <a:prstDash val="dash"/>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0" lvl="0" indent="0" algn="ctr" eaLnBrk="1" hangingPunct="1">
              <a:spcBef>
                <a:spcPct val="0"/>
              </a:spcBef>
              <a:buClrTx/>
              <a:buFontTx/>
              <a:buNone/>
            </a:pPr>
            <a:r>
              <a:rPr lang="zh-CN" altLang="en-US" sz="1800" b="0">
                <a:latin typeface="Helvetica" pitchFamily="34" charset="0"/>
                <a:ea typeface="楷体_GB2312" pitchFamily="49" charset="-122"/>
              </a:rPr>
              <a:t>处理进程</a:t>
            </a:r>
            <a:endParaRPr lang="en-US" altLang="zh-CN" sz="1800" b="0">
              <a:latin typeface="Helvetica" pitchFamily="34" charset="0"/>
              <a:ea typeface="楷体_GB2312" pitchFamily="49" charset="-122"/>
            </a:endParaRPr>
          </a:p>
        </p:txBody>
      </p:sp>
      <p:sp>
        <p:nvSpPr>
          <p:cNvPr id="22" name="Text Box 16"/>
          <p:cNvSpPr txBox="1">
            <a:spLocks noChangeArrowheads="1"/>
          </p:cNvSpPr>
          <p:nvPr/>
        </p:nvSpPr>
        <p:spPr bwMode="auto">
          <a:xfrm>
            <a:off x="323850" y="4622800"/>
            <a:ext cx="1108075" cy="368300"/>
          </a:xfrm>
          <a:prstGeom prst="rect">
            <a:avLst/>
          </a:prstGeom>
          <a:noFill/>
          <a:ln>
            <a:noFill/>
          </a:ln>
          <a:effectLst/>
          <a:extLst>
            <a:ext uri="{909E8E84-426E-40DD-AFC4-6F175D3DCCD1}">
              <a14:hiddenFill xmlns:a14="http://schemas.microsoft.com/office/drawing/2010/main">
                <a:gradFill rotWithShape="0">
                  <a:gsLst>
                    <a:gs pos="0">
                      <a:schemeClr val="accent1"/>
                    </a:gs>
                    <a:gs pos="100000">
                      <a:srgbClr val="006A4E"/>
                    </a:gs>
                  </a:gsLst>
                  <a:lin ang="5400000" scaled="1"/>
                </a:gradFill>
              </a14:hiddenFill>
            </a:ext>
            <a:ext uri="{91240B29-F687-4F45-9708-019B960494DF}">
              <a14:hiddenLine xmlns:a14="http://schemas.microsoft.com/office/drawing/2010/main" w="19050">
                <a:solidFill>
                  <a:srgbClr val="FF3300"/>
                </a:solidFill>
                <a:prstDash val="dash"/>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0" lvl="0" indent="0" algn="ctr" eaLnBrk="1" hangingPunct="1">
              <a:spcBef>
                <a:spcPct val="0"/>
              </a:spcBef>
              <a:buClrTx/>
              <a:buFontTx/>
              <a:buNone/>
            </a:pPr>
            <a:r>
              <a:rPr lang="zh-CN" altLang="en-US" sz="1800" b="0">
                <a:latin typeface="Helvetica" pitchFamily="34" charset="0"/>
                <a:ea typeface="楷体_GB2312" pitchFamily="49" charset="-122"/>
              </a:rPr>
              <a:t>传送进程</a:t>
            </a:r>
            <a:endParaRPr lang="en-US" altLang="zh-CN" sz="1800" b="0">
              <a:latin typeface="Helvetica" pitchFamily="34" charset="0"/>
              <a:ea typeface="楷体_GB2312" pitchFamily="49" charset="-122"/>
            </a:endParaRPr>
          </a:p>
        </p:txBody>
      </p:sp>
      <p:sp>
        <p:nvSpPr>
          <p:cNvPr id="23" name="Text Box 17"/>
          <p:cNvSpPr txBox="1">
            <a:spLocks noChangeArrowheads="1"/>
          </p:cNvSpPr>
          <p:nvPr/>
        </p:nvSpPr>
        <p:spPr bwMode="auto">
          <a:xfrm>
            <a:off x="323850" y="4191000"/>
            <a:ext cx="1108075" cy="368300"/>
          </a:xfrm>
          <a:prstGeom prst="rect">
            <a:avLst/>
          </a:prstGeom>
          <a:noFill/>
          <a:ln>
            <a:noFill/>
          </a:ln>
          <a:effectLst/>
          <a:extLst>
            <a:ext uri="{909E8E84-426E-40DD-AFC4-6F175D3DCCD1}">
              <a14:hiddenFill xmlns:a14="http://schemas.microsoft.com/office/drawing/2010/main">
                <a:gradFill rotWithShape="0">
                  <a:gsLst>
                    <a:gs pos="0">
                      <a:schemeClr val="accent1"/>
                    </a:gs>
                    <a:gs pos="100000">
                      <a:srgbClr val="006A4E"/>
                    </a:gs>
                  </a:gsLst>
                  <a:lin ang="5400000" scaled="1"/>
                </a:gradFill>
              </a14:hiddenFill>
            </a:ext>
            <a:ext uri="{91240B29-F687-4F45-9708-019B960494DF}">
              <a14:hiddenLine xmlns:a14="http://schemas.microsoft.com/office/drawing/2010/main" w="19050">
                <a:solidFill>
                  <a:srgbClr val="FF3300"/>
                </a:solidFill>
                <a:prstDash val="dash"/>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0" lvl="0" indent="0" algn="ctr" eaLnBrk="1" hangingPunct="1">
              <a:spcBef>
                <a:spcPct val="0"/>
              </a:spcBef>
              <a:buClrTx/>
              <a:buFontTx/>
              <a:buNone/>
            </a:pPr>
            <a:r>
              <a:rPr lang="zh-CN" altLang="en-US" sz="1800" b="0">
                <a:latin typeface="Helvetica" pitchFamily="34" charset="0"/>
                <a:ea typeface="楷体_GB2312" pitchFamily="49" charset="-122"/>
              </a:rPr>
              <a:t>输入进程</a:t>
            </a:r>
            <a:endParaRPr lang="en-US" altLang="zh-CN" sz="1800" b="0">
              <a:latin typeface="Helvetica" pitchFamily="34" charset="0"/>
              <a:ea typeface="楷体_GB2312" pitchFamily="49" charset="-122"/>
            </a:endParaRPr>
          </a:p>
        </p:txBody>
      </p:sp>
      <p:sp>
        <p:nvSpPr>
          <p:cNvPr id="24" name="Text Box 19"/>
          <p:cNvSpPr txBox="1">
            <a:spLocks noChangeArrowheads="1"/>
          </p:cNvSpPr>
          <p:nvPr/>
        </p:nvSpPr>
        <p:spPr bwMode="auto">
          <a:xfrm>
            <a:off x="1320800" y="5732463"/>
            <a:ext cx="298450" cy="338138"/>
          </a:xfrm>
          <a:prstGeom prst="rect">
            <a:avLst/>
          </a:prstGeom>
          <a:noFill/>
          <a:ln>
            <a:noFill/>
          </a:ln>
          <a:effectLst/>
          <a:extLst>
            <a:ext uri="{909E8E84-426E-40DD-AFC4-6F175D3DCCD1}">
              <a14:hiddenFill xmlns:a14="http://schemas.microsoft.com/office/drawing/2010/main">
                <a:gradFill rotWithShape="0">
                  <a:gsLst>
                    <a:gs pos="0">
                      <a:schemeClr val="accent1"/>
                    </a:gs>
                    <a:gs pos="100000">
                      <a:srgbClr val="006A4E"/>
                    </a:gs>
                  </a:gsLst>
                  <a:lin ang="5400000" scaled="1"/>
                </a:gradFill>
              </a14:hiddenFill>
            </a:ext>
            <a:ext uri="{91240B29-F687-4F45-9708-019B960494DF}">
              <a14:hiddenLine xmlns:a14="http://schemas.microsoft.com/office/drawing/2010/main" w="19050">
                <a:solidFill>
                  <a:srgbClr val="FF3300"/>
                </a:solidFill>
                <a:prstDash val="dash"/>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spcBef>
                <a:spcPct val="20000"/>
              </a:spcBef>
              <a:buClr>
                <a:schemeClr val="folHlink"/>
              </a:buClr>
              <a:buSzPct val="60000"/>
              <a:buFont typeface="Wingdings" panose="05000000000000000000" pitchFamily="2" charset="2"/>
              <a:buChar char="n"/>
              <a:defRPr kumimoji="1" sz="3200">
                <a:solidFill>
                  <a:schemeClr val="tx1"/>
                </a:solidFill>
                <a:latin typeface="Times New Roman" panose="02020603050405020304" pitchFamily="18" charset="0"/>
                <a:ea typeface="楷体_GB2312" charset="0"/>
              </a:defRPr>
            </a:lvl1pPr>
            <a:lvl2pPr marL="742950" indent="-285750">
              <a:spcBef>
                <a:spcPct val="20000"/>
              </a:spcBef>
              <a:buClr>
                <a:schemeClr val="hlink"/>
              </a:buClr>
              <a:buSzPct val="55000"/>
              <a:buFont typeface="Wingdings" panose="05000000000000000000" pitchFamily="2" charset="2"/>
              <a:buChar char="Ø"/>
              <a:defRPr kumimoji="1" sz="2800">
                <a:solidFill>
                  <a:schemeClr val="tx1"/>
                </a:solidFill>
                <a:latin typeface="Times New Roman" panose="02020603050405020304" pitchFamily="18" charset="0"/>
                <a:ea typeface="楷体_GB2312" charset="0"/>
              </a:defRPr>
            </a:lvl2pPr>
            <a:lvl3pPr marL="1143000" indent="-228600">
              <a:spcBef>
                <a:spcPct val="20000"/>
              </a:spcBef>
              <a:buClr>
                <a:schemeClr val="folHlink"/>
              </a:buClr>
              <a:buSzPct val="50000"/>
              <a:buFont typeface="Wingdings" panose="05000000000000000000" pitchFamily="2" charset="2"/>
              <a:buChar char="v"/>
              <a:defRPr kumimoji="1" sz="2400">
                <a:solidFill>
                  <a:schemeClr val="tx1"/>
                </a:solidFill>
                <a:latin typeface="Times New Roman" panose="02020603050405020304" pitchFamily="18" charset="0"/>
                <a:ea typeface="楷体_GB2312" charset="0"/>
              </a:defRPr>
            </a:lvl3pPr>
            <a:lvl4pPr marL="1600200" indent="-228600">
              <a:spcBef>
                <a:spcPct val="20000"/>
              </a:spcBef>
              <a:buClr>
                <a:schemeClr val="accent2"/>
              </a:buClr>
              <a:buSzPct val="55000"/>
              <a:buChar char="•"/>
              <a:defRPr kumimoji="1" sz="2000">
                <a:solidFill>
                  <a:schemeClr val="tx1"/>
                </a:solidFill>
                <a:latin typeface="Times New Roman" panose="02020603050405020304" pitchFamily="18" charset="0"/>
                <a:ea typeface="楷体_GB2312" charset="0"/>
              </a:defRPr>
            </a:lvl4pPr>
            <a:lvl5pPr marL="2057400" indent="-228600">
              <a:spcBef>
                <a:spcPct val="20000"/>
              </a:spcBef>
              <a:buClr>
                <a:schemeClr val="accent1"/>
              </a:buClr>
              <a:buSzPct val="50000"/>
              <a:buFont typeface="Wingdings" panose="05000000000000000000" pitchFamily="2" charset="2"/>
              <a:buChar char="ü"/>
              <a:defRPr kumimoji="1" sz="2000">
                <a:solidFill>
                  <a:schemeClr val="tx1"/>
                </a:solidFill>
                <a:latin typeface="Times New Roman" panose="02020603050405020304" pitchFamily="18" charset="0"/>
                <a:ea typeface="楷体_GB2312"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ü"/>
              <a:defRPr kumimoji="1" sz="2000">
                <a:solidFill>
                  <a:schemeClr val="tx1"/>
                </a:solidFill>
                <a:latin typeface="Times New Roman" panose="02020603050405020304" pitchFamily="18" charset="0"/>
                <a:ea typeface="楷体_GB2312"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ü"/>
              <a:defRPr kumimoji="1" sz="2000">
                <a:solidFill>
                  <a:schemeClr val="tx1"/>
                </a:solidFill>
                <a:latin typeface="Times New Roman" panose="02020603050405020304" pitchFamily="18" charset="0"/>
                <a:ea typeface="楷体_GB2312"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ü"/>
              <a:defRPr kumimoji="1" sz="2000">
                <a:solidFill>
                  <a:schemeClr val="tx1"/>
                </a:solidFill>
                <a:latin typeface="Times New Roman" panose="02020603050405020304" pitchFamily="18" charset="0"/>
                <a:ea typeface="楷体_GB2312"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ü"/>
              <a:defRPr kumimoji="1" sz="2000">
                <a:solidFill>
                  <a:schemeClr val="tx1"/>
                </a:solidFill>
                <a:latin typeface="Times New Roman" panose="02020603050405020304" pitchFamily="18" charset="0"/>
                <a:ea typeface="楷体_GB2312" charset="0"/>
              </a:defRPr>
            </a:lvl9p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600" b="0" i="0" u="none" strike="noStrike" kern="1200" cap="none" spc="0" normalizeH="0" baseline="0" noProof="0">
                <a:ln>
                  <a:noFill/>
                </a:ln>
                <a:solidFill>
                  <a:schemeClr val="accent2"/>
                </a:solidFill>
                <a:effectLst/>
                <a:uLnTx/>
                <a:uFillTx/>
                <a:latin typeface="Helvetica" pitchFamily="34" charset="0"/>
                <a:ea typeface="楷体_GB2312" charset="0"/>
                <a:cs typeface="+mn-cs"/>
              </a:rPr>
              <a:t>0</a:t>
            </a:r>
          </a:p>
        </p:txBody>
      </p:sp>
      <p:sp>
        <p:nvSpPr>
          <p:cNvPr id="25" name="Text Box 25"/>
          <p:cNvSpPr txBox="1">
            <a:spLocks noChangeArrowheads="1"/>
          </p:cNvSpPr>
          <p:nvPr/>
        </p:nvSpPr>
        <p:spPr bwMode="auto">
          <a:xfrm>
            <a:off x="8604250" y="5434013"/>
            <a:ext cx="569913" cy="336550"/>
          </a:xfrm>
          <a:prstGeom prst="rect">
            <a:avLst/>
          </a:prstGeom>
          <a:noFill/>
          <a:ln>
            <a:noFill/>
          </a:ln>
          <a:effectLst/>
          <a:extLst>
            <a:ext uri="{909E8E84-426E-40DD-AFC4-6F175D3DCCD1}">
              <a14:hiddenFill xmlns:a14="http://schemas.microsoft.com/office/drawing/2010/main">
                <a:gradFill rotWithShape="0">
                  <a:gsLst>
                    <a:gs pos="0">
                      <a:schemeClr val="accent1"/>
                    </a:gs>
                    <a:gs pos="100000">
                      <a:srgbClr val="006A4E"/>
                    </a:gs>
                  </a:gsLst>
                  <a:lin ang="5400000" scaled="1"/>
                </a:gradFill>
              </a14:hiddenFill>
            </a:ext>
            <a:ext uri="{91240B29-F687-4F45-9708-019B960494DF}">
              <a14:hiddenLine xmlns:a14="http://schemas.microsoft.com/office/drawing/2010/main" w="19050">
                <a:solidFill>
                  <a:srgbClr val="FF3300"/>
                </a:solidFill>
                <a:prstDash val="dash"/>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spcBef>
                <a:spcPct val="20000"/>
              </a:spcBef>
              <a:buClr>
                <a:schemeClr val="folHlink"/>
              </a:buClr>
              <a:buSzPct val="60000"/>
              <a:buFont typeface="Wingdings" panose="05000000000000000000" pitchFamily="2" charset="2"/>
              <a:buChar char="n"/>
              <a:defRPr kumimoji="1" sz="3200">
                <a:solidFill>
                  <a:schemeClr val="tx1"/>
                </a:solidFill>
                <a:latin typeface="Times New Roman" panose="02020603050405020304" pitchFamily="18" charset="0"/>
                <a:ea typeface="楷体_GB2312" charset="0"/>
              </a:defRPr>
            </a:lvl1pPr>
            <a:lvl2pPr marL="742950" indent="-285750">
              <a:spcBef>
                <a:spcPct val="20000"/>
              </a:spcBef>
              <a:buClr>
                <a:schemeClr val="hlink"/>
              </a:buClr>
              <a:buSzPct val="55000"/>
              <a:buFont typeface="Wingdings" panose="05000000000000000000" pitchFamily="2" charset="2"/>
              <a:buChar char="Ø"/>
              <a:defRPr kumimoji="1" sz="2800">
                <a:solidFill>
                  <a:schemeClr val="tx1"/>
                </a:solidFill>
                <a:latin typeface="Times New Roman" panose="02020603050405020304" pitchFamily="18" charset="0"/>
                <a:ea typeface="楷体_GB2312" charset="0"/>
              </a:defRPr>
            </a:lvl2pPr>
            <a:lvl3pPr marL="1143000" indent="-228600">
              <a:spcBef>
                <a:spcPct val="20000"/>
              </a:spcBef>
              <a:buClr>
                <a:schemeClr val="folHlink"/>
              </a:buClr>
              <a:buSzPct val="50000"/>
              <a:buFont typeface="Wingdings" panose="05000000000000000000" pitchFamily="2" charset="2"/>
              <a:buChar char="v"/>
              <a:defRPr kumimoji="1" sz="2400">
                <a:solidFill>
                  <a:schemeClr val="tx1"/>
                </a:solidFill>
                <a:latin typeface="Times New Roman" panose="02020603050405020304" pitchFamily="18" charset="0"/>
                <a:ea typeface="楷体_GB2312" charset="0"/>
              </a:defRPr>
            </a:lvl3pPr>
            <a:lvl4pPr marL="1600200" indent="-228600">
              <a:spcBef>
                <a:spcPct val="20000"/>
              </a:spcBef>
              <a:buClr>
                <a:schemeClr val="accent2"/>
              </a:buClr>
              <a:buSzPct val="55000"/>
              <a:buChar char="•"/>
              <a:defRPr kumimoji="1" sz="2000">
                <a:solidFill>
                  <a:schemeClr val="tx1"/>
                </a:solidFill>
                <a:latin typeface="Times New Roman" panose="02020603050405020304" pitchFamily="18" charset="0"/>
                <a:ea typeface="楷体_GB2312" charset="0"/>
              </a:defRPr>
            </a:lvl4pPr>
            <a:lvl5pPr marL="2057400" indent="-228600">
              <a:spcBef>
                <a:spcPct val="20000"/>
              </a:spcBef>
              <a:buClr>
                <a:schemeClr val="accent1"/>
              </a:buClr>
              <a:buSzPct val="50000"/>
              <a:buFont typeface="Wingdings" panose="05000000000000000000" pitchFamily="2" charset="2"/>
              <a:buChar char="ü"/>
              <a:defRPr kumimoji="1" sz="2000">
                <a:solidFill>
                  <a:schemeClr val="tx1"/>
                </a:solidFill>
                <a:latin typeface="Times New Roman" panose="02020603050405020304" pitchFamily="18" charset="0"/>
                <a:ea typeface="楷体_GB2312"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ü"/>
              <a:defRPr kumimoji="1" sz="2000">
                <a:solidFill>
                  <a:schemeClr val="tx1"/>
                </a:solidFill>
                <a:latin typeface="Times New Roman" panose="02020603050405020304" pitchFamily="18" charset="0"/>
                <a:ea typeface="楷体_GB2312"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ü"/>
              <a:defRPr kumimoji="1" sz="2000">
                <a:solidFill>
                  <a:schemeClr val="tx1"/>
                </a:solidFill>
                <a:latin typeface="Times New Roman" panose="02020603050405020304" pitchFamily="18" charset="0"/>
                <a:ea typeface="楷体_GB2312"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ü"/>
              <a:defRPr kumimoji="1" sz="2000">
                <a:solidFill>
                  <a:schemeClr val="tx1"/>
                </a:solidFill>
                <a:latin typeface="Times New Roman" panose="02020603050405020304" pitchFamily="18" charset="0"/>
                <a:ea typeface="楷体_GB2312"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ü"/>
              <a:defRPr kumimoji="1" sz="2000">
                <a:solidFill>
                  <a:schemeClr val="tx1"/>
                </a:solidFill>
                <a:latin typeface="Times New Roman" panose="02020603050405020304" pitchFamily="18" charset="0"/>
                <a:ea typeface="楷体_GB2312" charset="0"/>
              </a:defRPr>
            </a:lvl9p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600" b="0" i="0" u="none" strike="noStrike" kern="1200" cap="none" spc="0" normalizeH="0" baseline="0" noProof="0">
                <a:ln>
                  <a:noFill/>
                </a:ln>
                <a:solidFill>
                  <a:schemeClr val="hlink"/>
                </a:solidFill>
                <a:effectLst/>
                <a:uLnTx/>
                <a:uFillTx/>
                <a:latin typeface="Helvetica" pitchFamily="34" charset="0"/>
                <a:ea typeface="楷体_GB2312" charset="0"/>
                <a:cs typeface="+mn-cs"/>
              </a:rPr>
              <a:t>time</a:t>
            </a:r>
          </a:p>
        </p:txBody>
      </p:sp>
      <p:sp>
        <p:nvSpPr>
          <p:cNvPr id="26" name="Text Box 26"/>
          <p:cNvSpPr txBox="1">
            <a:spLocks noChangeArrowheads="1"/>
          </p:cNvSpPr>
          <p:nvPr/>
        </p:nvSpPr>
        <p:spPr bwMode="auto">
          <a:xfrm>
            <a:off x="1858963" y="3357563"/>
            <a:ext cx="339725" cy="369888"/>
          </a:xfrm>
          <a:prstGeom prst="rect">
            <a:avLst/>
          </a:prstGeom>
          <a:noFill/>
          <a:ln>
            <a:noFill/>
          </a:ln>
          <a:effectLst/>
          <a:extLst>
            <a:ext uri="{909E8E84-426E-40DD-AFC4-6F175D3DCCD1}">
              <a14:hiddenFill xmlns:a14="http://schemas.microsoft.com/office/drawing/2010/main">
                <a:gradFill rotWithShape="0">
                  <a:gsLst>
                    <a:gs pos="0">
                      <a:schemeClr val="accent1"/>
                    </a:gs>
                    <a:gs pos="100000">
                      <a:srgbClr val="006A4E"/>
                    </a:gs>
                  </a:gsLst>
                  <a:lin ang="5400000" scaled="1"/>
                </a:gradFill>
              </a14:hiddenFill>
            </a:ext>
            <a:ext uri="{91240B29-F687-4F45-9708-019B960494DF}">
              <a14:hiddenLine xmlns:a14="http://schemas.microsoft.com/office/drawing/2010/main" w="19050">
                <a:solidFill>
                  <a:srgbClr val="FF3300"/>
                </a:solidFill>
                <a:prstDash val="dash"/>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spcBef>
                <a:spcPct val="20000"/>
              </a:spcBef>
              <a:buClr>
                <a:schemeClr val="folHlink"/>
              </a:buClr>
              <a:buSzPct val="60000"/>
              <a:buFont typeface="Wingdings" panose="05000000000000000000" pitchFamily="2" charset="2"/>
              <a:buChar char="n"/>
              <a:defRPr kumimoji="1" sz="3200">
                <a:solidFill>
                  <a:schemeClr val="tx1"/>
                </a:solidFill>
                <a:latin typeface="Times New Roman" panose="02020603050405020304" pitchFamily="18" charset="0"/>
                <a:ea typeface="楷体_GB2312" charset="0"/>
              </a:defRPr>
            </a:lvl1pPr>
            <a:lvl2pPr marL="742950" indent="-285750">
              <a:spcBef>
                <a:spcPct val="20000"/>
              </a:spcBef>
              <a:buClr>
                <a:schemeClr val="hlink"/>
              </a:buClr>
              <a:buSzPct val="55000"/>
              <a:buFont typeface="Wingdings" panose="05000000000000000000" pitchFamily="2" charset="2"/>
              <a:buChar char="Ø"/>
              <a:defRPr kumimoji="1" sz="2800">
                <a:solidFill>
                  <a:schemeClr val="tx1"/>
                </a:solidFill>
                <a:latin typeface="Times New Roman" panose="02020603050405020304" pitchFamily="18" charset="0"/>
                <a:ea typeface="楷体_GB2312" charset="0"/>
              </a:defRPr>
            </a:lvl2pPr>
            <a:lvl3pPr marL="1143000" indent="-228600">
              <a:spcBef>
                <a:spcPct val="20000"/>
              </a:spcBef>
              <a:buClr>
                <a:schemeClr val="folHlink"/>
              </a:buClr>
              <a:buSzPct val="50000"/>
              <a:buFont typeface="Wingdings" panose="05000000000000000000" pitchFamily="2" charset="2"/>
              <a:buChar char="v"/>
              <a:defRPr kumimoji="1" sz="2400">
                <a:solidFill>
                  <a:schemeClr val="tx1"/>
                </a:solidFill>
                <a:latin typeface="Times New Roman" panose="02020603050405020304" pitchFamily="18" charset="0"/>
                <a:ea typeface="楷体_GB2312" charset="0"/>
              </a:defRPr>
            </a:lvl3pPr>
            <a:lvl4pPr marL="1600200" indent="-228600">
              <a:spcBef>
                <a:spcPct val="20000"/>
              </a:spcBef>
              <a:buClr>
                <a:schemeClr val="accent2"/>
              </a:buClr>
              <a:buSzPct val="55000"/>
              <a:buChar char="•"/>
              <a:defRPr kumimoji="1" sz="2000">
                <a:solidFill>
                  <a:schemeClr val="tx1"/>
                </a:solidFill>
                <a:latin typeface="Times New Roman" panose="02020603050405020304" pitchFamily="18" charset="0"/>
                <a:ea typeface="楷体_GB2312" charset="0"/>
              </a:defRPr>
            </a:lvl4pPr>
            <a:lvl5pPr marL="2057400" indent="-228600">
              <a:spcBef>
                <a:spcPct val="20000"/>
              </a:spcBef>
              <a:buClr>
                <a:schemeClr val="accent1"/>
              </a:buClr>
              <a:buSzPct val="50000"/>
              <a:buFont typeface="Wingdings" panose="05000000000000000000" pitchFamily="2" charset="2"/>
              <a:buChar char="ü"/>
              <a:defRPr kumimoji="1" sz="2000">
                <a:solidFill>
                  <a:schemeClr val="tx1"/>
                </a:solidFill>
                <a:latin typeface="Times New Roman" panose="02020603050405020304" pitchFamily="18" charset="0"/>
                <a:ea typeface="楷体_GB2312"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ü"/>
              <a:defRPr kumimoji="1" sz="2000">
                <a:solidFill>
                  <a:schemeClr val="tx1"/>
                </a:solidFill>
                <a:latin typeface="Times New Roman" panose="02020603050405020304" pitchFamily="18" charset="0"/>
                <a:ea typeface="楷体_GB2312"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ü"/>
              <a:defRPr kumimoji="1" sz="2000">
                <a:solidFill>
                  <a:schemeClr val="tx1"/>
                </a:solidFill>
                <a:latin typeface="Times New Roman" panose="02020603050405020304" pitchFamily="18" charset="0"/>
                <a:ea typeface="楷体_GB2312"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ü"/>
              <a:defRPr kumimoji="1" sz="2000">
                <a:solidFill>
                  <a:schemeClr val="tx1"/>
                </a:solidFill>
                <a:latin typeface="Times New Roman" panose="02020603050405020304" pitchFamily="18" charset="0"/>
                <a:ea typeface="楷体_GB2312"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ü"/>
              <a:defRPr kumimoji="1" sz="2000">
                <a:solidFill>
                  <a:schemeClr val="tx1"/>
                </a:solidFill>
                <a:latin typeface="Times New Roman" panose="02020603050405020304" pitchFamily="18" charset="0"/>
                <a:ea typeface="楷体_GB2312" charset="0"/>
              </a:defRPr>
            </a:lvl9p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800" b="0" i="0" u="none" strike="noStrike" kern="1200" cap="none" spc="0" normalizeH="0" baseline="0" noProof="0">
                <a:ln>
                  <a:noFill/>
                </a:ln>
                <a:solidFill>
                  <a:schemeClr val="hlink"/>
                </a:solidFill>
                <a:effectLst/>
                <a:uLnTx/>
                <a:uFillTx/>
                <a:latin typeface="Helvetica" pitchFamily="34" charset="0"/>
                <a:ea typeface="楷体_GB2312" charset="0"/>
                <a:cs typeface="+mn-cs"/>
              </a:rPr>
              <a:t>P</a:t>
            </a:r>
          </a:p>
        </p:txBody>
      </p:sp>
      <p:sp>
        <p:nvSpPr>
          <p:cNvPr id="27" name="Line 12"/>
          <p:cNvSpPr>
            <a:spLocks noChangeShapeType="1"/>
          </p:cNvSpPr>
          <p:nvPr/>
        </p:nvSpPr>
        <p:spPr bwMode="auto">
          <a:xfrm flipH="1" flipV="1">
            <a:off x="5154613" y="3997325"/>
            <a:ext cx="0" cy="1727200"/>
          </a:xfrm>
          <a:prstGeom prst="line">
            <a:avLst/>
          </a:prstGeom>
          <a:noFill/>
          <a:ln w="19050">
            <a:solidFill>
              <a:schemeClr val="folHlink"/>
            </a:solidFill>
            <a:prstDash val="dash"/>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schemeClr val="tx1"/>
              </a:solidFill>
              <a:effectLst/>
              <a:uLnTx/>
              <a:uFillTx/>
              <a:latin typeface="Times New Roman" panose="02020603050405020304" pitchFamily="18" charset="0"/>
              <a:ea typeface="黑体" panose="02010609060101010101" pitchFamily="49" charset="-122"/>
              <a:cs typeface="+mn-cs"/>
            </a:endParaRPr>
          </a:p>
        </p:txBody>
      </p:sp>
      <p:sp>
        <p:nvSpPr>
          <p:cNvPr id="28" name="Line 12"/>
          <p:cNvSpPr>
            <a:spLocks noChangeShapeType="1"/>
          </p:cNvSpPr>
          <p:nvPr/>
        </p:nvSpPr>
        <p:spPr bwMode="auto">
          <a:xfrm flipH="1" flipV="1">
            <a:off x="5946775" y="3975100"/>
            <a:ext cx="0" cy="1727200"/>
          </a:xfrm>
          <a:prstGeom prst="line">
            <a:avLst/>
          </a:prstGeom>
          <a:noFill/>
          <a:ln w="19050">
            <a:solidFill>
              <a:schemeClr val="folHlink"/>
            </a:solidFill>
            <a:prstDash val="dash"/>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schemeClr val="tx1"/>
              </a:solidFill>
              <a:effectLst/>
              <a:uLnTx/>
              <a:uFillTx/>
              <a:latin typeface="Times New Roman" panose="02020603050405020304" pitchFamily="18" charset="0"/>
              <a:ea typeface="黑体" panose="02010609060101010101" pitchFamily="49" charset="-122"/>
              <a:cs typeface="+mn-cs"/>
            </a:endParaRPr>
          </a:p>
        </p:txBody>
      </p:sp>
      <p:sp>
        <p:nvSpPr>
          <p:cNvPr id="30" name="Line 27"/>
          <p:cNvSpPr>
            <a:spLocks noChangeShapeType="1"/>
          </p:cNvSpPr>
          <p:nvPr/>
        </p:nvSpPr>
        <p:spPr bwMode="auto">
          <a:xfrm>
            <a:off x="3000375" y="4838700"/>
            <a:ext cx="608013" cy="6350"/>
          </a:xfrm>
          <a:prstGeom prst="line">
            <a:avLst/>
          </a:prstGeom>
          <a:noFill/>
          <a:ln w="38100">
            <a:solidFill>
              <a:srgbClr val="FF33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schemeClr val="tx1"/>
              </a:solidFill>
              <a:effectLst/>
              <a:uLnTx/>
              <a:uFillTx/>
              <a:latin typeface="Times New Roman" panose="02020603050405020304" pitchFamily="18" charset="0"/>
              <a:ea typeface="黑体" panose="02010609060101010101" pitchFamily="49" charset="-122"/>
              <a:cs typeface="+mn-cs"/>
            </a:endParaRPr>
          </a:p>
        </p:txBody>
      </p:sp>
      <p:sp>
        <p:nvSpPr>
          <p:cNvPr id="31" name="Line 27"/>
          <p:cNvSpPr>
            <a:spLocks noChangeShapeType="1"/>
          </p:cNvSpPr>
          <p:nvPr/>
        </p:nvSpPr>
        <p:spPr bwMode="auto">
          <a:xfrm>
            <a:off x="3675063" y="5270500"/>
            <a:ext cx="623888" cy="11113"/>
          </a:xfrm>
          <a:prstGeom prst="line">
            <a:avLst/>
          </a:prstGeom>
          <a:noFill/>
          <a:ln w="38100">
            <a:solidFill>
              <a:srgbClr val="FF33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schemeClr val="tx1"/>
              </a:solidFill>
              <a:effectLst/>
              <a:uLnTx/>
              <a:uFillTx/>
              <a:latin typeface="Times New Roman" panose="02020603050405020304" pitchFamily="18" charset="0"/>
              <a:ea typeface="黑体" panose="02010609060101010101" pitchFamily="49" charset="-122"/>
              <a:cs typeface="+mn-cs"/>
            </a:endParaRPr>
          </a:p>
        </p:txBody>
      </p:sp>
      <p:sp>
        <p:nvSpPr>
          <p:cNvPr id="32" name="Line 27"/>
          <p:cNvSpPr>
            <a:spLocks noChangeShapeType="1"/>
          </p:cNvSpPr>
          <p:nvPr/>
        </p:nvSpPr>
        <p:spPr bwMode="auto">
          <a:xfrm>
            <a:off x="3065463" y="4441825"/>
            <a:ext cx="1447800" cy="12700"/>
          </a:xfrm>
          <a:prstGeom prst="line">
            <a:avLst/>
          </a:prstGeom>
        </p:spPr>
        <p:style>
          <a:lnRef idx="2">
            <a:schemeClr val="accent1"/>
          </a:lnRef>
          <a:fillRef idx="1">
            <a:schemeClr val="lt1"/>
          </a:fillRef>
          <a:effectRef idx="0">
            <a:schemeClr val="accent1"/>
          </a:effectRef>
          <a:fontRef idx="minor">
            <a:schemeClr val="dk1"/>
          </a:fontRef>
        </p:style>
        <p:txBody>
          <a:bodyPr wrap="none" anchor="ct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schemeClr val="dk1"/>
              </a:solidFill>
              <a:effectLst/>
              <a:uLnTx/>
              <a:uFillTx/>
              <a:latin typeface="+mn-lt"/>
              <a:ea typeface="+mn-ea"/>
              <a:cs typeface="+mn-cs"/>
            </a:endParaRPr>
          </a:p>
        </p:txBody>
      </p:sp>
      <p:sp>
        <p:nvSpPr>
          <p:cNvPr id="33" name="Line 27"/>
          <p:cNvSpPr>
            <a:spLocks noChangeShapeType="1"/>
          </p:cNvSpPr>
          <p:nvPr/>
        </p:nvSpPr>
        <p:spPr bwMode="auto">
          <a:xfrm>
            <a:off x="4546600" y="4837113"/>
            <a:ext cx="608013" cy="6350"/>
          </a:xfrm>
          <a:prstGeom prst="line">
            <a:avLst/>
          </a:prstGeom>
          <a:noFill/>
          <a:ln w="38100">
            <a:solidFill>
              <a:srgbClr val="FF33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schemeClr val="tx1"/>
              </a:solidFill>
              <a:effectLst/>
              <a:uLnTx/>
              <a:uFillTx/>
              <a:latin typeface="Times New Roman" panose="02020603050405020304" pitchFamily="18" charset="0"/>
              <a:ea typeface="黑体" panose="02010609060101010101" pitchFamily="49" charset="-122"/>
              <a:cs typeface="+mn-cs"/>
            </a:endParaRPr>
          </a:p>
        </p:txBody>
      </p:sp>
      <p:sp>
        <p:nvSpPr>
          <p:cNvPr id="34" name="Line 27"/>
          <p:cNvSpPr>
            <a:spLocks noChangeShapeType="1"/>
          </p:cNvSpPr>
          <p:nvPr/>
        </p:nvSpPr>
        <p:spPr bwMode="auto">
          <a:xfrm>
            <a:off x="5154613" y="5264150"/>
            <a:ext cx="582613" cy="17463"/>
          </a:xfrm>
          <a:prstGeom prst="line">
            <a:avLst/>
          </a:prstGeom>
          <a:noFill/>
          <a:ln w="38100">
            <a:solidFill>
              <a:srgbClr val="FF33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schemeClr val="tx1"/>
              </a:solidFill>
              <a:effectLst/>
              <a:uLnTx/>
              <a:uFillTx/>
              <a:latin typeface="Times New Roman" panose="02020603050405020304" pitchFamily="18" charset="0"/>
              <a:ea typeface="黑体" panose="02010609060101010101" pitchFamily="49" charset="-122"/>
              <a:cs typeface="+mn-cs"/>
            </a:endParaRPr>
          </a:p>
        </p:txBody>
      </p:sp>
      <p:sp>
        <p:nvSpPr>
          <p:cNvPr id="36" name="Line 27"/>
          <p:cNvSpPr>
            <a:spLocks noChangeShapeType="1"/>
          </p:cNvSpPr>
          <p:nvPr/>
        </p:nvSpPr>
        <p:spPr bwMode="auto">
          <a:xfrm>
            <a:off x="5986463" y="4837113"/>
            <a:ext cx="608013" cy="6350"/>
          </a:xfrm>
          <a:prstGeom prst="line">
            <a:avLst/>
          </a:prstGeom>
          <a:noFill/>
          <a:ln w="38100">
            <a:solidFill>
              <a:srgbClr val="FF33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schemeClr val="tx1"/>
              </a:solidFill>
              <a:effectLst/>
              <a:uLnTx/>
              <a:uFillTx/>
              <a:latin typeface="Times New Roman" panose="02020603050405020304" pitchFamily="18" charset="0"/>
              <a:ea typeface="黑体" panose="02010609060101010101" pitchFamily="49" charset="-122"/>
              <a:cs typeface="+mn-cs"/>
            </a:endParaRPr>
          </a:p>
        </p:txBody>
      </p:sp>
      <p:sp>
        <p:nvSpPr>
          <p:cNvPr id="37" name="Line 12"/>
          <p:cNvSpPr>
            <a:spLocks noChangeShapeType="1"/>
          </p:cNvSpPr>
          <p:nvPr/>
        </p:nvSpPr>
        <p:spPr bwMode="auto">
          <a:xfrm flipH="1" flipV="1">
            <a:off x="7458075" y="4005263"/>
            <a:ext cx="0" cy="1727200"/>
          </a:xfrm>
          <a:prstGeom prst="line">
            <a:avLst/>
          </a:prstGeom>
          <a:noFill/>
          <a:ln w="19050">
            <a:solidFill>
              <a:schemeClr val="folHlink"/>
            </a:solidFill>
            <a:prstDash val="dash"/>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schemeClr val="tx1"/>
              </a:solidFill>
              <a:effectLst/>
              <a:uLnTx/>
              <a:uFillTx/>
              <a:latin typeface="Times New Roman" panose="02020603050405020304" pitchFamily="18" charset="0"/>
              <a:ea typeface="黑体" panose="02010609060101010101" pitchFamily="49" charset="-122"/>
              <a:cs typeface="+mn-cs"/>
            </a:endParaRPr>
          </a:p>
        </p:txBody>
      </p:sp>
      <p:sp>
        <p:nvSpPr>
          <p:cNvPr id="38" name="Line 27"/>
          <p:cNvSpPr>
            <a:spLocks noChangeShapeType="1"/>
          </p:cNvSpPr>
          <p:nvPr/>
        </p:nvSpPr>
        <p:spPr bwMode="auto">
          <a:xfrm>
            <a:off x="6594475" y="5262563"/>
            <a:ext cx="608013" cy="7938"/>
          </a:xfrm>
          <a:prstGeom prst="line">
            <a:avLst/>
          </a:prstGeom>
          <a:noFill/>
          <a:ln w="38100">
            <a:solidFill>
              <a:srgbClr val="FF33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schemeClr val="tx1"/>
              </a:solidFill>
              <a:effectLst/>
              <a:uLnTx/>
              <a:uFillTx/>
              <a:latin typeface="Times New Roman" panose="02020603050405020304" pitchFamily="18" charset="0"/>
              <a:ea typeface="黑体" panose="02010609060101010101" pitchFamily="49" charset="-122"/>
              <a:cs typeface="+mn-cs"/>
            </a:endParaRPr>
          </a:p>
        </p:txBody>
      </p:sp>
      <p:sp>
        <p:nvSpPr>
          <p:cNvPr id="40" name="文本框 39"/>
          <p:cNvSpPr txBox="1"/>
          <p:nvPr/>
        </p:nvSpPr>
        <p:spPr>
          <a:xfrm>
            <a:off x="2336800" y="4078288"/>
            <a:ext cx="569913" cy="40005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0" lvl="0" indent="0">
              <a:spcBef>
                <a:spcPct val="0"/>
              </a:spcBef>
              <a:buClrTx/>
              <a:buFontTx/>
              <a:buNone/>
            </a:pPr>
            <a:r>
              <a:rPr lang="zh-CN" altLang="en-US" sz="2000" b="0"/>
              <a:t>入</a:t>
            </a:r>
            <a:r>
              <a:rPr lang="en-US" altLang="zh-CN" sz="2000" b="0"/>
              <a:t>1</a:t>
            </a:r>
            <a:endParaRPr lang="zh-CN" altLang="en-US" sz="2000" b="0"/>
          </a:p>
        </p:txBody>
      </p:sp>
      <p:sp>
        <p:nvSpPr>
          <p:cNvPr id="41" name="文本框 40"/>
          <p:cNvSpPr txBox="1"/>
          <p:nvPr/>
        </p:nvSpPr>
        <p:spPr>
          <a:xfrm>
            <a:off x="3065463" y="4478338"/>
            <a:ext cx="563880" cy="39878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0" lvl="0" indent="0">
              <a:spcBef>
                <a:spcPct val="0"/>
              </a:spcBef>
              <a:buClrTx/>
              <a:buFontTx/>
              <a:buNone/>
            </a:pPr>
            <a:r>
              <a:rPr lang="zh-CN" altLang="en-US" sz="2000" b="0"/>
              <a:t>传</a:t>
            </a:r>
            <a:r>
              <a:rPr lang="en-US" altLang="zh-CN" sz="2000" b="0"/>
              <a:t>1</a:t>
            </a:r>
            <a:endParaRPr lang="zh-CN" altLang="en-US" sz="2000" b="0"/>
          </a:p>
        </p:txBody>
      </p:sp>
      <p:sp>
        <p:nvSpPr>
          <p:cNvPr id="42" name="文本框 41"/>
          <p:cNvSpPr txBox="1"/>
          <p:nvPr/>
        </p:nvSpPr>
        <p:spPr>
          <a:xfrm>
            <a:off x="3576638" y="4005263"/>
            <a:ext cx="569913" cy="400050"/>
          </a:xfrm>
          <a:prstGeom prst="rect">
            <a:avLst/>
          </a:prstGeom>
          <a:noFill/>
          <a:ln>
            <a:noFill/>
          </a:ln>
        </p:spPr>
        <p:style>
          <a:lnRef idx="2">
            <a:schemeClr val="accent1"/>
          </a:lnRef>
          <a:fillRef idx="1">
            <a:schemeClr val="lt1"/>
          </a:fillRef>
          <a:effectRef idx="0">
            <a:schemeClr val="accent1"/>
          </a:effectRef>
          <a:fontRef idx="minor">
            <a:schemeClr val="dk1"/>
          </a:fontRef>
        </p:style>
        <p:txBody>
          <a:bodyPr wrap="none">
            <a:spAutoFit/>
          </a:bodyPr>
          <a:lstStyle/>
          <a:p>
            <a:pPr marL="0" marR="0" lvl="0" indent="0" algn="l" defTabSz="914400" rtl="0" eaLnBrk="0" fontAlgn="base" latinLnBrk="0" hangingPunct="0">
              <a:lnSpc>
                <a:spcPct val="100000"/>
              </a:lnSpc>
              <a:spcBef>
                <a:spcPct val="0"/>
              </a:spcBef>
              <a:spcAft>
                <a:spcPct val="0"/>
              </a:spcAft>
              <a:buClrTx/>
              <a:buSzTx/>
              <a:buFontTx/>
              <a:buNone/>
              <a:defRPr/>
            </a:pPr>
            <a:r>
              <a:rPr kumimoji="1" lang="zh-CN" altLang="en-US" sz="2000" b="0" i="0" u="none" strike="noStrike" kern="1200" cap="none" spc="0" normalizeH="0" baseline="0" noProof="0" dirty="0">
                <a:ln>
                  <a:noFill/>
                </a:ln>
                <a:solidFill>
                  <a:schemeClr val="dk1"/>
                </a:solidFill>
                <a:effectLst/>
                <a:uLnTx/>
                <a:uFillTx/>
                <a:latin typeface="+mn-lt"/>
                <a:ea typeface="+mn-ea"/>
                <a:cs typeface="+mn-cs"/>
              </a:rPr>
              <a:t>入</a:t>
            </a:r>
            <a:r>
              <a:rPr kumimoji="1" lang="en-US" altLang="zh-CN" sz="2000" b="0" i="0" u="none" strike="noStrike" kern="1200" cap="none" spc="0" normalizeH="0" baseline="0" noProof="0" dirty="0">
                <a:ln>
                  <a:noFill/>
                </a:ln>
                <a:solidFill>
                  <a:schemeClr val="dk1"/>
                </a:solidFill>
                <a:effectLst/>
                <a:uLnTx/>
                <a:uFillTx/>
                <a:latin typeface="+mn-lt"/>
                <a:ea typeface="+mn-ea"/>
                <a:cs typeface="+mn-cs"/>
              </a:rPr>
              <a:t>2</a:t>
            </a:r>
            <a:endParaRPr kumimoji="1" lang="zh-CN" altLang="en-US" sz="2000" b="0" i="0" u="none" strike="noStrike" kern="1200" cap="none" spc="0" normalizeH="0" baseline="0" noProof="0" dirty="0">
              <a:ln>
                <a:noFill/>
              </a:ln>
              <a:solidFill>
                <a:schemeClr val="dk1"/>
              </a:solidFill>
              <a:effectLst/>
              <a:uLnTx/>
              <a:uFillTx/>
              <a:latin typeface="+mn-lt"/>
              <a:ea typeface="+mn-ea"/>
              <a:cs typeface="+mn-cs"/>
            </a:endParaRPr>
          </a:p>
        </p:txBody>
      </p:sp>
      <p:sp>
        <p:nvSpPr>
          <p:cNvPr id="43" name="文本框 42"/>
          <p:cNvSpPr txBox="1"/>
          <p:nvPr/>
        </p:nvSpPr>
        <p:spPr>
          <a:xfrm>
            <a:off x="5297488" y="4046538"/>
            <a:ext cx="569912" cy="40005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0" lvl="0" indent="0">
              <a:spcBef>
                <a:spcPct val="0"/>
              </a:spcBef>
              <a:buClrTx/>
              <a:buFontTx/>
              <a:buNone/>
            </a:pPr>
            <a:r>
              <a:rPr lang="zh-CN" altLang="en-US" sz="2000" b="0"/>
              <a:t>入</a:t>
            </a:r>
            <a:r>
              <a:rPr lang="en-US" altLang="zh-CN" sz="2000" b="0"/>
              <a:t>1</a:t>
            </a:r>
            <a:endParaRPr lang="zh-CN" altLang="en-US" sz="2000" b="0"/>
          </a:p>
        </p:txBody>
      </p:sp>
      <p:sp>
        <p:nvSpPr>
          <p:cNvPr id="44" name="文本框 43"/>
          <p:cNvSpPr txBox="1"/>
          <p:nvPr/>
        </p:nvSpPr>
        <p:spPr>
          <a:xfrm>
            <a:off x="6800850" y="4046538"/>
            <a:ext cx="569913" cy="40005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0" lvl="0" indent="0">
              <a:spcBef>
                <a:spcPct val="0"/>
              </a:spcBef>
              <a:buClrTx/>
              <a:buFontTx/>
              <a:buNone/>
            </a:pPr>
            <a:r>
              <a:rPr lang="zh-CN" altLang="en-US" sz="2000" b="0"/>
              <a:t>入</a:t>
            </a:r>
            <a:r>
              <a:rPr lang="en-US" altLang="zh-CN" sz="2000" b="0"/>
              <a:t>2</a:t>
            </a:r>
            <a:endParaRPr lang="zh-CN" altLang="en-US" sz="2000" b="0"/>
          </a:p>
        </p:txBody>
      </p:sp>
      <p:sp>
        <p:nvSpPr>
          <p:cNvPr id="45" name="文本框 44"/>
          <p:cNvSpPr txBox="1"/>
          <p:nvPr/>
        </p:nvSpPr>
        <p:spPr>
          <a:xfrm>
            <a:off x="4641850" y="4437063"/>
            <a:ext cx="563880" cy="39878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0" lvl="0" indent="0">
              <a:spcBef>
                <a:spcPct val="0"/>
              </a:spcBef>
              <a:buClrTx/>
              <a:buFontTx/>
              <a:buNone/>
            </a:pPr>
            <a:r>
              <a:rPr lang="zh-CN" altLang="en-US" sz="2000" b="0"/>
              <a:t>传</a:t>
            </a:r>
            <a:r>
              <a:rPr lang="en-US" altLang="zh-CN" sz="2000" b="0"/>
              <a:t>2</a:t>
            </a:r>
            <a:endParaRPr lang="zh-CN" altLang="en-US" sz="2000" b="0"/>
          </a:p>
        </p:txBody>
      </p:sp>
      <p:sp>
        <p:nvSpPr>
          <p:cNvPr id="46" name="文本框 45"/>
          <p:cNvSpPr txBox="1"/>
          <p:nvPr/>
        </p:nvSpPr>
        <p:spPr>
          <a:xfrm>
            <a:off x="6008688" y="4397375"/>
            <a:ext cx="563880" cy="39878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0" lvl="0" indent="0">
              <a:spcBef>
                <a:spcPct val="0"/>
              </a:spcBef>
              <a:buClrTx/>
              <a:buFontTx/>
              <a:buNone/>
            </a:pPr>
            <a:r>
              <a:rPr lang="zh-CN" altLang="en-US" sz="2000" b="0"/>
              <a:t>传</a:t>
            </a:r>
            <a:r>
              <a:rPr lang="en-US" altLang="zh-CN" sz="2000" b="0"/>
              <a:t>1</a:t>
            </a:r>
            <a:endParaRPr lang="zh-CN" altLang="en-US" sz="2000" b="0"/>
          </a:p>
        </p:txBody>
      </p:sp>
      <p:sp>
        <p:nvSpPr>
          <p:cNvPr id="47" name="文本框 46"/>
          <p:cNvSpPr txBox="1"/>
          <p:nvPr/>
        </p:nvSpPr>
        <p:spPr>
          <a:xfrm>
            <a:off x="3776663" y="4870450"/>
            <a:ext cx="569912" cy="40005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0" lvl="0" indent="0">
              <a:spcBef>
                <a:spcPct val="0"/>
              </a:spcBef>
              <a:buClrTx/>
              <a:buFontTx/>
              <a:buNone/>
            </a:pPr>
            <a:r>
              <a:rPr lang="zh-CN" altLang="en-US" sz="2000" b="0"/>
              <a:t>计</a:t>
            </a:r>
            <a:r>
              <a:rPr lang="en-US" altLang="zh-CN" sz="2000" b="0"/>
              <a:t>1</a:t>
            </a:r>
            <a:endParaRPr lang="zh-CN" altLang="en-US" sz="2000" b="0"/>
          </a:p>
        </p:txBody>
      </p:sp>
      <p:sp>
        <p:nvSpPr>
          <p:cNvPr id="48" name="文本框 47"/>
          <p:cNvSpPr txBox="1"/>
          <p:nvPr/>
        </p:nvSpPr>
        <p:spPr>
          <a:xfrm>
            <a:off x="5216525" y="4797425"/>
            <a:ext cx="569913" cy="40005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0" lvl="0" indent="0">
              <a:spcBef>
                <a:spcPct val="0"/>
              </a:spcBef>
              <a:buClrTx/>
              <a:buFontTx/>
              <a:buNone/>
            </a:pPr>
            <a:r>
              <a:rPr lang="zh-CN" altLang="en-US" sz="2000" b="0"/>
              <a:t>计</a:t>
            </a:r>
            <a:r>
              <a:rPr lang="en-US" altLang="zh-CN" sz="2000" b="0"/>
              <a:t>2</a:t>
            </a:r>
            <a:endParaRPr lang="zh-CN" altLang="en-US" sz="2000" b="0"/>
          </a:p>
        </p:txBody>
      </p:sp>
      <p:sp>
        <p:nvSpPr>
          <p:cNvPr id="49" name="文本框 48"/>
          <p:cNvSpPr txBox="1"/>
          <p:nvPr/>
        </p:nvSpPr>
        <p:spPr>
          <a:xfrm>
            <a:off x="6800850" y="4837113"/>
            <a:ext cx="569913" cy="401637"/>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0" lvl="0" indent="0">
              <a:spcBef>
                <a:spcPct val="0"/>
              </a:spcBef>
              <a:buClrTx/>
              <a:buFontTx/>
              <a:buNone/>
            </a:pPr>
            <a:r>
              <a:rPr lang="zh-CN" altLang="en-US" sz="2000" b="0"/>
              <a:t>计</a:t>
            </a:r>
            <a:r>
              <a:rPr lang="en-US" altLang="zh-CN" sz="2000" b="0"/>
              <a:t>1</a:t>
            </a:r>
            <a:endParaRPr lang="zh-CN" altLang="en-US" sz="2000" b="0"/>
          </a:p>
        </p:txBody>
      </p:sp>
      <p:sp>
        <p:nvSpPr>
          <p:cNvPr id="50" name="Line 27"/>
          <p:cNvSpPr>
            <a:spLocks noChangeShapeType="1"/>
          </p:cNvSpPr>
          <p:nvPr/>
        </p:nvSpPr>
        <p:spPr bwMode="auto">
          <a:xfrm>
            <a:off x="7458075" y="4837113"/>
            <a:ext cx="608013" cy="6350"/>
          </a:xfrm>
          <a:prstGeom prst="line">
            <a:avLst/>
          </a:prstGeom>
          <a:noFill/>
          <a:ln w="38100">
            <a:solidFill>
              <a:srgbClr val="FF33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schemeClr val="tx1"/>
              </a:solidFill>
              <a:effectLst/>
              <a:uLnTx/>
              <a:uFillTx/>
              <a:latin typeface="Times New Roman" panose="02020603050405020304" pitchFamily="18" charset="0"/>
              <a:ea typeface="黑体" panose="02010609060101010101" pitchFamily="49" charset="-122"/>
              <a:cs typeface="+mn-cs"/>
            </a:endParaRPr>
          </a:p>
        </p:txBody>
      </p:sp>
      <p:sp>
        <p:nvSpPr>
          <p:cNvPr id="51" name="Line 27"/>
          <p:cNvSpPr>
            <a:spLocks noChangeShapeType="1"/>
          </p:cNvSpPr>
          <p:nvPr/>
        </p:nvSpPr>
        <p:spPr bwMode="auto">
          <a:xfrm flipV="1">
            <a:off x="7994650" y="5257800"/>
            <a:ext cx="538163" cy="4763"/>
          </a:xfrm>
          <a:prstGeom prst="line">
            <a:avLst/>
          </a:prstGeom>
          <a:noFill/>
          <a:ln w="38100">
            <a:solidFill>
              <a:srgbClr val="FF33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schemeClr val="tx1"/>
              </a:solidFill>
              <a:effectLst/>
              <a:uLnTx/>
              <a:uFillTx/>
              <a:latin typeface="Times New Roman" panose="02020603050405020304" pitchFamily="18" charset="0"/>
              <a:ea typeface="黑体" panose="02010609060101010101" pitchFamily="49" charset="-122"/>
              <a:cs typeface="+mn-cs"/>
            </a:endParaRPr>
          </a:p>
        </p:txBody>
      </p:sp>
      <p:sp>
        <p:nvSpPr>
          <p:cNvPr id="52" name="文本框 51"/>
          <p:cNvSpPr txBox="1"/>
          <p:nvPr/>
        </p:nvSpPr>
        <p:spPr>
          <a:xfrm>
            <a:off x="7408863" y="4478338"/>
            <a:ext cx="563880" cy="39878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0" lvl="0" indent="0">
              <a:spcBef>
                <a:spcPct val="0"/>
              </a:spcBef>
              <a:buClrTx/>
              <a:buFontTx/>
              <a:buNone/>
            </a:pPr>
            <a:r>
              <a:rPr lang="zh-CN" altLang="en-US" sz="2000" b="0"/>
              <a:t>传</a:t>
            </a:r>
            <a:r>
              <a:rPr lang="en-US" altLang="zh-CN" sz="2000" b="0"/>
              <a:t>2</a:t>
            </a:r>
            <a:endParaRPr lang="zh-CN" altLang="en-US" sz="2000" b="0"/>
          </a:p>
        </p:txBody>
      </p:sp>
      <p:sp>
        <p:nvSpPr>
          <p:cNvPr id="53" name="文本框 52"/>
          <p:cNvSpPr txBox="1"/>
          <p:nvPr/>
        </p:nvSpPr>
        <p:spPr>
          <a:xfrm>
            <a:off x="8027988" y="4837113"/>
            <a:ext cx="569912" cy="401637"/>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0" lvl="0" indent="0">
              <a:spcBef>
                <a:spcPct val="0"/>
              </a:spcBef>
              <a:buClrTx/>
              <a:buFontTx/>
              <a:buNone/>
            </a:pPr>
            <a:r>
              <a:rPr lang="zh-CN" altLang="en-US" sz="2000" b="0"/>
              <a:t>计</a:t>
            </a:r>
            <a:r>
              <a:rPr lang="en-US" altLang="zh-CN" sz="2000" b="0"/>
              <a:t>2</a:t>
            </a:r>
            <a:endParaRPr lang="zh-CN" altLang="en-US" sz="2000" b="0"/>
          </a:p>
        </p:txBody>
      </p:sp>
      <p:sp>
        <p:nvSpPr>
          <p:cNvPr id="70701" name="文本框 2"/>
          <p:cNvSpPr txBox="1"/>
          <p:nvPr/>
        </p:nvSpPr>
        <p:spPr>
          <a:xfrm>
            <a:off x="2562225" y="3357563"/>
            <a:ext cx="1541463" cy="40005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0" lvl="0" indent="0">
              <a:spcBef>
                <a:spcPct val="0"/>
              </a:spcBef>
              <a:buClrTx/>
              <a:buFontTx/>
              <a:buNone/>
            </a:pPr>
            <a:r>
              <a:rPr lang="zh-CN" altLang="en-US" sz="2000" b="0"/>
              <a:t>假如</a:t>
            </a:r>
            <a:r>
              <a:rPr lang="en-US" altLang="zh-CN" sz="2000" b="0"/>
              <a:t>T&gt;C+M</a:t>
            </a:r>
            <a:endParaRPr lang="zh-CN" altLang="en-US" sz="2000" b="0"/>
          </a:p>
        </p:txBody>
      </p:sp>
      <p:sp>
        <p:nvSpPr>
          <p:cNvPr id="56" name="Line 27"/>
          <p:cNvSpPr>
            <a:spLocks noChangeShapeType="1"/>
          </p:cNvSpPr>
          <p:nvPr/>
        </p:nvSpPr>
        <p:spPr bwMode="auto">
          <a:xfrm>
            <a:off x="4570413" y="4437063"/>
            <a:ext cx="1447800" cy="12700"/>
          </a:xfrm>
          <a:prstGeom prst="line">
            <a:avLst/>
          </a:prstGeom>
          <a:noFill/>
          <a:ln w="38100">
            <a:solidFill>
              <a:srgbClr val="FF33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schemeClr val="tx1"/>
              </a:solidFill>
              <a:effectLst/>
              <a:uLnTx/>
              <a:uFillTx/>
              <a:latin typeface="Times New Roman" panose="02020603050405020304" pitchFamily="18" charset="0"/>
              <a:ea typeface="黑体" panose="02010609060101010101" pitchFamily="49" charset="-122"/>
              <a:cs typeface="+mn-cs"/>
            </a:endParaRPr>
          </a:p>
        </p:txBody>
      </p:sp>
      <p:sp>
        <p:nvSpPr>
          <p:cNvPr id="57" name="Line 27"/>
          <p:cNvSpPr>
            <a:spLocks noChangeShapeType="1"/>
          </p:cNvSpPr>
          <p:nvPr/>
        </p:nvSpPr>
        <p:spPr bwMode="auto">
          <a:xfrm>
            <a:off x="1554163" y="4424363"/>
            <a:ext cx="1446213" cy="12700"/>
          </a:xfrm>
          <a:prstGeom prst="line">
            <a:avLst/>
          </a:prstGeom>
          <a:noFill/>
          <a:ln w="38100">
            <a:solidFill>
              <a:srgbClr val="FF33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schemeClr val="tx1"/>
              </a:solidFill>
              <a:effectLst/>
              <a:uLnTx/>
              <a:uFillTx/>
              <a:latin typeface="Times New Roman" panose="02020603050405020304" pitchFamily="18" charset="0"/>
              <a:ea typeface="黑体" panose="02010609060101010101" pitchFamily="49" charset="-122"/>
              <a:cs typeface="+mn-cs"/>
            </a:endParaRPr>
          </a:p>
        </p:txBody>
      </p:sp>
      <p:sp>
        <p:nvSpPr>
          <p:cNvPr id="58" name="Line 27"/>
          <p:cNvSpPr>
            <a:spLocks noChangeShapeType="1"/>
          </p:cNvSpPr>
          <p:nvPr/>
        </p:nvSpPr>
        <p:spPr bwMode="auto">
          <a:xfrm>
            <a:off x="6018213" y="4437063"/>
            <a:ext cx="1447800" cy="12700"/>
          </a:xfrm>
          <a:prstGeom prst="line">
            <a:avLst/>
          </a:prstGeom>
          <a:noFill/>
          <a:ln w="38100">
            <a:solidFill>
              <a:srgbClr val="FF33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schemeClr val="tx1"/>
              </a:solidFill>
              <a:effectLst/>
              <a:uLnTx/>
              <a:uFillTx/>
              <a:latin typeface="Times New Roman" panose="02020603050405020304" pitchFamily="18" charset="0"/>
              <a:ea typeface="黑体" panose="02010609060101010101" pitchFamily="49" charset="-122"/>
              <a:cs typeface="+mn-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57"/>
                                        </p:tgtEl>
                                        <p:attrNameLst>
                                          <p:attrName>style.visibility</p:attrName>
                                        </p:attrNameLst>
                                      </p:cBhvr>
                                      <p:to>
                                        <p:strVal val="visible"/>
                                      </p:to>
                                    </p:set>
                                    <p:anim calcmode="lin" valueType="num">
                                      <p:cBhvr additive="base">
                                        <p:cTn id="7" dur="500" fill="hold"/>
                                        <p:tgtEl>
                                          <p:spTgt spid="57"/>
                                        </p:tgtEl>
                                        <p:attrNameLst>
                                          <p:attrName>ppt_x</p:attrName>
                                        </p:attrNameLst>
                                      </p:cBhvr>
                                      <p:tavLst>
                                        <p:tav tm="0">
                                          <p:val>
                                            <p:strVal val="#ppt_x"/>
                                          </p:val>
                                        </p:tav>
                                        <p:tav tm="100000">
                                          <p:val>
                                            <p:strVal val="#ppt_x"/>
                                          </p:val>
                                        </p:tav>
                                      </p:tavLst>
                                    </p:anim>
                                    <p:anim calcmode="lin" valueType="num">
                                      <p:cBhvr additive="base">
                                        <p:cTn id="8" dur="500" fill="hold"/>
                                        <p:tgtEl>
                                          <p:spTgt spid="57"/>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40"/>
                                        </p:tgtEl>
                                        <p:attrNameLst>
                                          <p:attrName>style.visibility</p:attrName>
                                        </p:attrNameLst>
                                      </p:cBhvr>
                                      <p:to>
                                        <p:strVal val="visible"/>
                                      </p:to>
                                    </p:set>
                                    <p:anim calcmode="lin" valueType="num">
                                      <p:cBhvr additive="base">
                                        <p:cTn id="11" dur="500" fill="hold"/>
                                        <p:tgtEl>
                                          <p:spTgt spid="40"/>
                                        </p:tgtEl>
                                        <p:attrNameLst>
                                          <p:attrName>ppt_x</p:attrName>
                                        </p:attrNameLst>
                                      </p:cBhvr>
                                      <p:tavLst>
                                        <p:tav tm="0">
                                          <p:val>
                                            <p:strVal val="#ppt_x"/>
                                          </p:val>
                                        </p:tav>
                                        <p:tav tm="100000">
                                          <p:val>
                                            <p:strVal val="#ppt_x"/>
                                          </p:val>
                                        </p:tav>
                                      </p:tavLst>
                                    </p:anim>
                                    <p:anim calcmode="lin" valueType="num">
                                      <p:cBhvr additive="base">
                                        <p:cTn id="12" dur="500" fill="hold"/>
                                        <p:tgtEl>
                                          <p:spTgt spid="40"/>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nodeType="clickEffect">
                                  <p:stCondLst>
                                    <p:cond delay="0"/>
                                  </p:stCondLst>
                                  <p:childTnLst>
                                    <p:set>
                                      <p:cBhvr>
                                        <p:cTn id="16" dur="1" fill="hold">
                                          <p:stCondLst>
                                            <p:cond delay="0"/>
                                          </p:stCondLst>
                                        </p:cTn>
                                        <p:tgtEl>
                                          <p:spTgt spid="30"/>
                                        </p:tgtEl>
                                        <p:attrNameLst>
                                          <p:attrName>style.visibility</p:attrName>
                                        </p:attrNameLst>
                                      </p:cBhvr>
                                      <p:to>
                                        <p:strVal val="visible"/>
                                      </p:to>
                                    </p:set>
                                    <p:anim calcmode="lin" valueType="num">
                                      <p:cBhvr additive="base">
                                        <p:cTn id="17" dur="500" fill="hold"/>
                                        <p:tgtEl>
                                          <p:spTgt spid="30"/>
                                        </p:tgtEl>
                                        <p:attrNameLst>
                                          <p:attrName>ppt_x</p:attrName>
                                        </p:attrNameLst>
                                      </p:cBhvr>
                                      <p:tavLst>
                                        <p:tav tm="0">
                                          <p:val>
                                            <p:strVal val="#ppt_x"/>
                                          </p:val>
                                        </p:tav>
                                        <p:tav tm="100000">
                                          <p:val>
                                            <p:strVal val="#ppt_x"/>
                                          </p:val>
                                        </p:tav>
                                      </p:tavLst>
                                    </p:anim>
                                    <p:anim calcmode="lin" valueType="num">
                                      <p:cBhvr additive="base">
                                        <p:cTn id="18" dur="500" fill="hold"/>
                                        <p:tgtEl>
                                          <p:spTgt spid="30"/>
                                        </p:tgtEl>
                                        <p:attrNameLst>
                                          <p:attrName>ppt_y</p:attrName>
                                        </p:attrNameLst>
                                      </p:cBhvr>
                                      <p:tavLst>
                                        <p:tav tm="0">
                                          <p:val>
                                            <p:strVal val="1+#ppt_h/2"/>
                                          </p:val>
                                        </p:tav>
                                        <p:tav tm="100000">
                                          <p:val>
                                            <p:strVal val="#ppt_y"/>
                                          </p:val>
                                        </p:tav>
                                      </p:tavLst>
                                    </p:anim>
                                  </p:childTnLst>
                                </p:cTn>
                              </p:par>
                              <p:par>
                                <p:cTn id="19" presetID="2" presetClass="entr" presetSubtype="4" fill="hold" grpId="0" nodeType="withEffect">
                                  <p:stCondLst>
                                    <p:cond delay="0"/>
                                  </p:stCondLst>
                                  <p:childTnLst>
                                    <p:set>
                                      <p:cBhvr>
                                        <p:cTn id="20" dur="1" fill="hold">
                                          <p:stCondLst>
                                            <p:cond delay="0"/>
                                          </p:stCondLst>
                                        </p:cTn>
                                        <p:tgtEl>
                                          <p:spTgt spid="41"/>
                                        </p:tgtEl>
                                        <p:attrNameLst>
                                          <p:attrName>style.visibility</p:attrName>
                                        </p:attrNameLst>
                                      </p:cBhvr>
                                      <p:to>
                                        <p:strVal val="visible"/>
                                      </p:to>
                                    </p:set>
                                    <p:anim calcmode="lin" valueType="num">
                                      <p:cBhvr additive="base">
                                        <p:cTn id="21" dur="500" fill="hold"/>
                                        <p:tgtEl>
                                          <p:spTgt spid="41"/>
                                        </p:tgtEl>
                                        <p:attrNameLst>
                                          <p:attrName>ppt_x</p:attrName>
                                        </p:attrNameLst>
                                      </p:cBhvr>
                                      <p:tavLst>
                                        <p:tav tm="0">
                                          <p:val>
                                            <p:strVal val="#ppt_x"/>
                                          </p:val>
                                        </p:tav>
                                        <p:tav tm="100000">
                                          <p:val>
                                            <p:strVal val="#ppt_x"/>
                                          </p:val>
                                        </p:tav>
                                      </p:tavLst>
                                    </p:anim>
                                    <p:anim calcmode="lin" valueType="num">
                                      <p:cBhvr additive="base">
                                        <p:cTn id="22" dur="500" fill="hold"/>
                                        <p:tgtEl>
                                          <p:spTgt spid="41"/>
                                        </p:tgtEl>
                                        <p:attrNameLst>
                                          <p:attrName>ppt_y</p:attrName>
                                        </p:attrNameLst>
                                      </p:cBhvr>
                                      <p:tavLst>
                                        <p:tav tm="0">
                                          <p:val>
                                            <p:strVal val="1+#ppt_h/2"/>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2" presetClass="entr" presetSubtype="4" fill="hold" nodeType="clickEffect">
                                  <p:stCondLst>
                                    <p:cond delay="0"/>
                                  </p:stCondLst>
                                  <p:childTnLst>
                                    <p:set>
                                      <p:cBhvr>
                                        <p:cTn id="26" dur="1" fill="hold">
                                          <p:stCondLst>
                                            <p:cond delay="0"/>
                                          </p:stCondLst>
                                        </p:cTn>
                                        <p:tgtEl>
                                          <p:spTgt spid="31"/>
                                        </p:tgtEl>
                                        <p:attrNameLst>
                                          <p:attrName>style.visibility</p:attrName>
                                        </p:attrNameLst>
                                      </p:cBhvr>
                                      <p:to>
                                        <p:strVal val="visible"/>
                                      </p:to>
                                    </p:set>
                                    <p:anim calcmode="lin" valueType="num">
                                      <p:cBhvr additive="base">
                                        <p:cTn id="27" dur="500" fill="hold"/>
                                        <p:tgtEl>
                                          <p:spTgt spid="31"/>
                                        </p:tgtEl>
                                        <p:attrNameLst>
                                          <p:attrName>ppt_x</p:attrName>
                                        </p:attrNameLst>
                                      </p:cBhvr>
                                      <p:tavLst>
                                        <p:tav tm="0">
                                          <p:val>
                                            <p:strVal val="#ppt_x"/>
                                          </p:val>
                                        </p:tav>
                                        <p:tav tm="100000">
                                          <p:val>
                                            <p:strVal val="#ppt_x"/>
                                          </p:val>
                                        </p:tav>
                                      </p:tavLst>
                                    </p:anim>
                                    <p:anim calcmode="lin" valueType="num">
                                      <p:cBhvr additive="base">
                                        <p:cTn id="28" dur="500" fill="hold"/>
                                        <p:tgtEl>
                                          <p:spTgt spid="31"/>
                                        </p:tgtEl>
                                        <p:attrNameLst>
                                          <p:attrName>ppt_y</p:attrName>
                                        </p:attrNameLst>
                                      </p:cBhvr>
                                      <p:tavLst>
                                        <p:tav tm="0">
                                          <p:val>
                                            <p:strVal val="1+#ppt_h/2"/>
                                          </p:val>
                                        </p:tav>
                                        <p:tav tm="100000">
                                          <p:val>
                                            <p:strVal val="#ppt_y"/>
                                          </p:val>
                                        </p:tav>
                                      </p:tavLst>
                                    </p:anim>
                                  </p:childTnLst>
                                </p:cTn>
                              </p:par>
                              <p:par>
                                <p:cTn id="29" presetID="2" presetClass="entr" presetSubtype="4" fill="hold" grpId="0" nodeType="withEffect">
                                  <p:stCondLst>
                                    <p:cond delay="0"/>
                                  </p:stCondLst>
                                  <p:childTnLst>
                                    <p:set>
                                      <p:cBhvr>
                                        <p:cTn id="30" dur="1" fill="hold">
                                          <p:stCondLst>
                                            <p:cond delay="0"/>
                                          </p:stCondLst>
                                        </p:cTn>
                                        <p:tgtEl>
                                          <p:spTgt spid="47"/>
                                        </p:tgtEl>
                                        <p:attrNameLst>
                                          <p:attrName>style.visibility</p:attrName>
                                        </p:attrNameLst>
                                      </p:cBhvr>
                                      <p:to>
                                        <p:strVal val="visible"/>
                                      </p:to>
                                    </p:set>
                                    <p:anim calcmode="lin" valueType="num">
                                      <p:cBhvr additive="base">
                                        <p:cTn id="31" dur="500" fill="hold"/>
                                        <p:tgtEl>
                                          <p:spTgt spid="47"/>
                                        </p:tgtEl>
                                        <p:attrNameLst>
                                          <p:attrName>ppt_x</p:attrName>
                                        </p:attrNameLst>
                                      </p:cBhvr>
                                      <p:tavLst>
                                        <p:tav tm="0">
                                          <p:val>
                                            <p:strVal val="#ppt_x"/>
                                          </p:val>
                                        </p:tav>
                                        <p:tav tm="100000">
                                          <p:val>
                                            <p:strVal val="#ppt_x"/>
                                          </p:val>
                                        </p:tav>
                                      </p:tavLst>
                                    </p:anim>
                                    <p:anim calcmode="lin" valueType="num">
                                      <p:cBhvr additive="base">
                                        <p:cTn id="32" dur="500" fill="hold"/>
                                        <p:tgtEl>
                                          <p:spTgt spid="47"/>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32"/>
                                        </p:tgtEl>
                                        <p:attrNameLst>
                                          <p:attrName>style.visibility</p:attrName>
                                        </p:attrNameLst>
                                      </p:cBhvr>
                                      <p:to>
                                        <p:strVal val="visible"/>
                                      </p:to>
                                    </p:set>
                                    <p:anim calcmode="lin" valueType="num">
                                      <p:cBhvr additive="base">
                                        <p:cTn id="37" dur="500" fill="hold"/>
                                        <p:tgtEl>
                                          <p:spTgt spid="32"/>
                                        </p:tgtEl>
                                        <p:attrNameLst>
                                          <p:attrName>ppt_x</p:attrName>
                                        </p:attrNameLst>
                                      </p:cBhvr>
                                      <p:tavLst>
                                        <p:tav tm="0">
                                          <p:val>
                                            <p:strVal val="#ppt_x"/>
                                          </p:val>
                                        </p:tav>
                                        <p:tav tm="100000">
                                          <p:val>
                                            <p:strVal val="#ppt_x"/>
                                          </p:val>
                                        </p:tav>
                                      </p:tavLst>
                                    </p:anim>
                                    <p:anim calcmode="lin" valueType="num">
                                      <p:cBhvr additive="base">
                                        <p:cTn id="38" dur="500" fill="hold"/>
                                        <p:tgtEl>
                                          <p:spTgt spid="32"/>
                                        </p:tgtEl>
                                        <p:attrNameLst>
                                          <p:attrName>ppt_y</p:attrName>
                                        </p:attrNameLst>
                                      </p:cBhvr>
                                      <p:tavLst>
                                        <p:tav tm="0">
                                          <p:val>
                                            <p:strVal val="1+#ppt_h/2"/>
                                          </p:val>
                                        </p:tav>
                                        <p:tav tm="100000">
                                          <p:val>
                                            <p:strVal val="#ppt_y"/>
                                          </p:val>
                                        </p:tav>
                                      </p:tavLst>
                                    </p:anim>
                                  </p:childTnLst>
                                </p:cTn>
                              </p:par>
                              <p:par>
                                <p:cTn id="39" presetID="2" presetClass="entr" presetSubtype="4" fill="hold" grpId="0" nodeType="withEffect">
                                  <p:stCondLst>
                                    <p:cond delay="0"/>
                                  </p:stCondLst>
                                  <p:childTnLst>
                                    <p:set>
                                      <p:cBhvr>
                                        <p:cTn id="40" dur="1" fill="hold">
                                          <p:stCondLst>
                                            <p:cond delay="0"/>
                                          </p:stCondLst>
                                        </p:cTn>
                                        <p:tgtEl>
                                          <p:spTgt spid="42"/>
                                        </p:tgtEl>
                                        <p:attrNameLst>
                                          <p:attrName>style.visibility</p:attrName>
                                        </p:attrNameLst>
                                      </p:cBhvr>
                                      <p:to>
                                        <p:strVal val="visible"/>
                                      </p:to>
                                    </p:set>
                                    <p:anim calcmode="lin" valueType="num">
                                      <p:cBhvr additive="base">
                                        <p:cTn id="41" dur="500" fill="hold"/>
                                        <p:tgtEl>
                                          <p:spTgt spid="42"/>
                                        </p:tgtEl>
                                        <p:attrNameLst>
                                          <p:attrName>ppt_x</p:attrName>
                                        </p:attrNameLst>
                                      </p:cBhvr>
                                      <p:tavLst>
                                        <p:tav tm="0">
                                          <p:val>
                                            <p:strVal val="#ppt_x"/>
                                          </p:val>
                                        </p:tav>
                                        <p:tav tm="100000">
                                          <p:val>
                                            <p:strVal val="#ppt_x"/>
                                          </p:val>
                                        </p:tav>
                                      </p:tavLst>
                                    </p:anim>
                                    <p:anim calcmode="lin" valueType="num">
                                      <p:cBhvr additive="base">
                                        <p:cTn id="42" dur="500" fill="hold"/>
                                        <p:tgtEl>
                                          <p:spTgt spid="42"/>
                                        </p:tgtEl>
                                        <p:attrNameLst>
                                          <p:attrName>ppt_y</p:attrName>
                                        </p:attrNameLst>
                                      </p:cBhvr>
                                      <p:tavLst>
                                        <p:tav tm="0">
                                          <p:val>
                                            <p:strVal val="1+#ppt_h/2"/>
                                          </p:val>
                                        </p:tav>
                                        <p:tav tm="100000">
                                          <p:val>
                                            <p:strVal val="#ppt_y"/>
                                          </p:val>
                                        </p:tav>
                                      </p:tavLst>
                                    </p:anim>
                                  </p:childTnLst>
                                </p:cTn>
                              </p:par>
                            </p:childTnLst>
                          </p:cTn>
                        </p:par>
                      </p:childTnLst>
                    </p:cTn>
                  </p:par>
                  <p:par>
                    <p:cTn id="43" fill="hold">
                      <p:stCondLst>
                        <p:cond delay="indefinite"/>
                      </p:stCondLst>
                      <p:childTnLst>
                        <p:par>
                          <p:cTn id="44" fill="hold">
                            <p:stCondLst>
                              <p:cond delay="0"/>
                            </p:stCondLst>
                            <p:childTnLst>
                              <p:par>
                                <p:cTn id="45" presetID="2" presetClass="entr" presetSubtype="4" fill="hold" nodeType="clickEffect">
                                  <p:stCondLst>
                                    <p:cond delay="0"/>
                                  </p:stCondLst>
                                  <p:childTnLst>
                                    <p:set>
                                      <p:cBhvr>
                                        <p:cTn id="46" dur="1" fill="hold">
                                          <p:stCondLst>
                                            <p:cond delay="0"/>
                                          </p:stCondLst>
                                        </p:cTn>
                                        <p:tgtEl>
                                          <p:spTgt spid="33"/>
                                        </p:tgtEl>
                                        <p:attrNameLst>
                                          <p:attrName>style.visibility</p:attrName>
                                        </p:attrNameLst>
                                      </p:cBhvr>
                                      <p:to>
                                        <p:strVal val="visible"/>
                                      </p:to>
                                    </p:set>
                                    <p:anim calcmode="lin" valueType="num">
                                      <p:cBhvr additive="base">
                                        <p:cTn id="47" dur="500" fill="hold"/>
                                        <p:tgtEl>
                                          <p:spTgt spid="33"/>
                                        </p:tgtEl>
                                        <p:attrNameLst>
                                          <p:attrName>ppt_x</p:attrName>
                                        </p:attrNameLst>
                                      </p:cBhvr>
                                      <p:tavLst>
                                        <p:tav tm="0">
                                          <p:val>
                                            <p:strVal val="#ppt_x"/>
                                          </p:val>
                                        </p:tav>
                                        <p:tav tm="100000">
                                          <p:val>
                                            <p:strVal val="#ppt_x"/>
                                          </p:val>
                                        </p:tav>
                                      </p:tavLst>
                                    </p:anim>
                                    <p:anim calcmode="lin" valueType="num">
                                      <p:cBhvr additive="base">
                                        <p:cTn id="48" dur="500" fill="hold"/>
                                        <p:tgtEl>
                                          <p:spTgt spid="33"/>
                                        </p:tgtEl>
                                        <p:attrNameLst>
                                          <p:attrName>ppt_y</p:attrName>
                                        </p:attrNameLst>
                                      </p:cBhvr>
                                      <p:tavLst>
                                        <p:tav tm="0">
                                          <p:val>
                                            <p:strVal val="1+#ppt_h/2"/>
                                          </p:val>
                                        </p:tav>
                                        <p:tav tm="100000">
                                          <p:val>
                                            <p:strVal val="#ppt_y"/>
                                          </p:val>
                                        </p:tav>
                                      </p:tavLst>
                                    </p:anim>
                                  </p:childTnLst>
                                </p:cTn>
                              </p:par>
                              <p:par>
                                <p:cTn id="49" presetID="2" presetClass="entr" presetSubtype="4" fill="hold" grpId="0" nodeType="withEffect">
                                  <p:stCondLst>
                                    <p:cond delay="0"/>
                                  </p:stCondLst>
                                  <p:childTnLst>
                                    <p:set>
                                      <p:cBhvr>
                                        <p:cTn id="50" dur="1" fill="hold">
                                          <p:stCondLst>
                                            <p:cond delay="0"/>
                                          </p:stCondLst>
                                        </p:cTn>
                                        <p:tgtEl>
                                          <p:spTgt spid="45"/>
                                        </p:tgtEl>
                                        <p:attrNameLst>
                                          <p:attrName>style.visibility</p:attrName>
                                        </p:attrNameLst>
                                      </p:cBhvr>
                                      <p:to>
                                        <p:strVal val="visible"/>
                                      </p:to>
                                    </p:set>
                                    <p:anim calcmode="lin" valueType="num">
                                      <p:cBhvr additive="base">
                                        <p:cTn id="51" dur="500" fill="hold"/>
                                        <p:tgtEl>
                                          <p:spTgt spid="45"/>
                                        </p:tgtEl>
                                        <p:attrNameLst>
                                          <p:attrName>ppt_x</p:attrName>
                                        </p:attrNameLst>
                                      </p:cBhvr>
                                      <p:tavLst>
                                        <p:tav tm="0">
                                          <p:val>
                                            <p:strVal val="#ppt_x"/>
                                          </p:val>
                                        </p:tav>
                                        <p:tav tm="100000">
                                          <p:val>
                                            <p:strVal val="#ppt_x"/>
                                          </p:val>
                                        </p:tav>
                                      </p:tavLst>
                                    </p:anim>
                                    <p:anim calcmode="lin" valueType="num">
                                      <p:cBhvr additive="base">
                                        <p:cTn id="52" dur="500" fill="hold"/>
                                        <p:tgtEl>
                                          <p:spTgt spid="45"/>
                                        </p:tgtEl>
                                        <p:attrNameLst>
                                          <p:attrName>ppt_y</p:attrName>
                                        </p:attrNameLst>
                                      </p:cBhvr>
                                      <p:tavLst>
                                        <p:tav tm="0">
                                          <p:val>
                                            <p:strVal val="1+#ppt_h/2"/>
                                          </p:val>
                                        </p:tav>
                                        <p:tav tm="100000">
                                          <p:val>
                                            <p:strVal val="#ppt_y"/>
                                          </p:val>
                                        </p:tav>
                                      </p:tavLst>
                                    </p:anim>
                                  </p:childTnLst>
                                </p:cTn>
                              </p:par>
                            </p:childTnLst>
                          </p:cTn>
                        </p:par>
                      </p:childTnLst>
                    </p:cTn>
                  </p:par>
                  <p:par>
                    <p:cTn id="53" fill="hold">
                      <p:stCondLst>
                        <p:cond delay="indefinite"/>
                      </p:stCondLst>
                      <p:childTnLst>
                        <p:par>
                          <p:cTn id="54" fill="hold">
                            <p:stCondLst>
                              <p:cond delay="0"/>
                            </p:stCondLst>
                            <p:childTnLst>
                              <p:par>
                                <p:cTn id="55" presetID="2" presetClass="entr" presetSubtype="4" fill="hold" nodeType="clickEffect">
                                  <p:stCondLst>
                                    <p:cond delay="0"/>
                                  </p:stCondLst>
                                  <p:childTnLst>
                                    <p:set>
                                      <p:cBhvr>
                                        <p:cTn id="56" dur="1" fill="hold">
                                          <p:stCondLst>
                                            <p:cond delay="0"/>
                                          </p:stCondLst>
                                        </p:cTn>
                                        <p:tgtEl>
                                          <p:spTgt spid="34"/>
                                        </p:tgtEl>
                                        <p:attrNameLst>
                                          <p:attrName>style.visibility</p:attrName>
                                        </p:attrNameLst>
                                      </p:cBhvr>
                                      <p:to>
                                        <p:strVal val="visible"/>
                                      </p:to>
                                    </p:set>
                                    <p:anim calcmode="lin" valueType="num">
                                      <p:cBhvr additive="base">
                                        <p:cTn id="57" dur="500" fill="hold"/>
                                        <p:tgtEl>
                                          <p:spTgt spid="34"/>
                                        </p:tgtEl>
                                        <p:attrNameLst>
                                          <p:attrName>ppt_x</p:attrName>
                                        </p:attrNameLst>
                                      </p:cBhvr>
                                      <p:tavLst>
                                        <p:tav tm="0">
                                          <p:val>
                                            <p:strVal val="#ppt_x"/>
                                          </p:val>
                                        </p:tav>
                                        <p:tav tm="100000">
                                          <p:val>
                                            <p:strVal val="#ppt_x"/>
                                          </p:val>
                                        </p:tav>
                                      </p:tavLst>
                                    </p:anim>
                                    <p:anim calcmode="lin" valueType="num">
                                      <p:cBhvr additive="base">
                                        <p:cTn id="58" dur="500" fill="hold"/>
                                        <p:tgtEl>
                                          <p:spTgt spid="34"/>
                                        </p:tgtEl>
                                        <p:attrNameLst>
                                          <p:attrName>ppt_y</p:attrName>
                                        </p:attrNameLst>
                                      </p:cBhvr>
                                      <p:tavLst>
                                        <p:tav tm="0">
                                          <p:val>
                                            <p:strVal val="1+#ppt_h/2"/>
                                          </p:val>
                                        </p:tav>
                                        <p:tav tm="100000">
                                          <p:val>
                                            <p:strVal val="#ppt_y"/>
                                          </p:val>
                                        </p:tav>
                                      </p:tavLst>
                                    </p:anim>
                                  </p:childTnLst>
                                </p:cTn>
                              </p:par>
                              <p:par>
                                <p:cTn id="59" presetID="2" presetClass="entr" presetSubtype="4" fill="hold" grpId="0" nodeType="withEffect">
                                  <p:stCondLst>
                                    <p:cond delay="0"/>
                                  </p:stCondLst>
                                  <p:childTnLst>
                                    <p:set>
                                      <p:cBhvr>
                                        <p:cTn id="60" dur="1" fill="hold">
                                          <p:stCondLst>
                                            <p:cond delay="0"/>
                                          </p:stCondLst>
                                        </p:cTn>
                                        <p:tgtEl>
                                          <p:spTgt spid="48"/>
                                        </p:tgtEl>
                                        <p:attrNameLst>
                                          <p:attrName>style.visibility</p:attrName>
                                        </p:attrNameLst>
                                      </p:cBhvr>
                                      <p:to>
                                        <p:strVal val="visible"/>
                                      </p:to>
                                    </p:set>
                                    <p:anim calcmode="lin" valueType="num">
                                      <p:cBhvr additive="base">
                                        <p:cTn id="61" dur="500" fill="hold"/>
                                        <p:tgtEl>
                                          <p:spTgt spid="48"/>
                                        </p:tgtEl>
                                        <p:attrNameLst>
                                          <p:attrName>ppt_x</p:attrName>
                                        </p:attrNameLst>
                                      </p:cBhvr>
                                      <p:tavLst>
                                        <p:tav tm="0">
                                          <p:val>
                                            <p:strVal val="#ppt_x"/>
                                          </p:val>
                                        </p:tav>
                                        <p:tav tm="100000">
                                          <p:val>
                                            <p:strVal val="#ppt_x"/>
                                          </p:val>
                                        </p:tav>
                                      </p:tavLst>
                                    </p:anim>
                                    <p:anim calcmode="lin" valueType="num">
                                      <p:cBhvr additive="base">
                                        <p:cTn id="62" dur="500" fill="hold"/>
                                        <p:tgtEl>
                                          <p:spTgt spid="48"/>
                                        </p:tgtEl>
                                        <p:attrNameLst>
                                          <p:attrName>ppt_y</p:attrName>
                                        </p:attrNameLst>
                                      </p:cBhvr>
                                      <p:tavLst>
                                        <p:tav tm="0">
                                          <p:val>
                                            <p:strVal val="1+#ppt_h/2"/>
                                          </p:val>
                                        </p:tav>
                                        <p:tav tm="100000">
                                          <p:val>
                                            <p:strVal val="#ppt_y"/>
                                          </p:val>
                                        </p:tav>
                                      </p:tavLst>
                                    </p:anim>
                                  </p:childTnLst>
                                </p:cTn>
                              </p:par>
                            </p:childTnLst>
                          </p:cTn>
                        </p:par>
                      </p:childTnLst>
                    </p:cTn>
                  </p:par>
                  <p:par>
                    <p:cTn id="63" fill="hold">
                      <p:stCondLst>
                        <p:cond delay="indefinite"/>
                      </p:stCondLst>
                      <p:childTnLst>
                        <p:par>
                          <p:cTn id="64" fill="hold">
                            <p:stCondLst>
                              <p:cond delay="0"/>
                            </p:stCondLst>
                            <p:childTnLst>
                              <p:par>
                                <p:cTn id="65" presetID="2" presetClass="entr" presetSubtype="4" fill="hold" nodeType="clickEffect">
                                  <p:stCondLst>
                                    <p:cond delay="0"/>
                                  </p:stCondLst>
                                  <p:childTnLst>
                                    <p:set>
                                      <p:cBhvr>
                                        <p:cTn id="66" dur="1" fill="hold">
                                          <p:stCondLst>
                                            <p:cond delay="0"/>
                                          </p:stCondLst>
                                        </p:cTn>
                                        <p:tgtEl>
                                          <p:spTgt spid="56"/>
                                        </p:tgtEl>
                                        <p:attrNameLst>
                                          <p:attrName>style.visibility</p:attrName>
                                        </p:attrNameLst>
                                      </p:cBhvr>
                                      <p:to>
                                        <p:strVal val="visible"/>
                                      </p:to>
                                    </p:set>
                                    <p:anim calcmode="lin" valueType="num">
                                      <p:cBhvr additive="base">
                                        <p:cTn id="67" dur="500" fill="hold"/>
                                        <p:tgtEl>
                                          <p:spTgt spid="56"/>
                                        </p:tgtEl>
                                        <p:attrNameLst>
                                          <p:attrName>ppt_x</p:attrName>
                                        </p:attrNameLst>
                                      </p:cBhvr>
                                      <p:tavLst>
                                        <p:tav tm="0">
                                          <p:val>
                                            <p:strVal val="#ppt_x"/>
                                          </p:val>
                                        </p:tav>
                                        <p:tav tm="100000">
                                          <p:val>
                                            <p:strVal val="#ppt_x"/>
                                          </p:val>
                                        </p:tav>
                                      </p:tavLst>
                                    </p:anim>
                                    <p:anim calcmode="lin" valueType="num">
                                      <p:cBhvr additive="base">
                                        <p:cTn id="68" dur="500" fill="hold"/>
                                        <p:tgtEl>
                                          <p:spTgt spid="56"/>
                                        </p:tgtEl>
                                        <p:attrNameLst>
                                          <p:attrName>ppt_y</p:attrName>
                                        </p:attrNameLst>
                                      </p:cBhvr>
                                      <p:tavLst>
                                        <p:tav tm="0">
                                          <p:val>
                                            <p:strVal val="1+#ppt_h/2"/>
                                          </p:val>
                                        </p:tav>
                                        <p:tav tm="100000">
                                          <p:val>
                                            <p:strVal val="#ppt_y"/>
                                          </p:val>
                                        </p:tav>
                                      </p:tavLst>
                                    </p:anim>
                                  </p:childTnLst>
                                </p:cTn>
                              </p:par>
                              <p:par>
                                <p:cTn id="69" presetID="2" presetClass="entr" presetSubtype="4" fill="hold" grpId="0" nodeType="withEffect">
                                  <p:stCondLst>
                                    <p:cond delay="0"/>
                                  </p:stCondLst>
                                  <p:childTnLst>
                                    <p:set>
                                      <p:cBhvr>
                                        <p:cTn id="70" dur="1" fill="hold">
                                          <p:stCondLst>
                                            <p:cond delay="0"/>
                                          </p:stCondLst>
                                        </p:cTn>
                                        <p:tgtEl>
                                          <p:spTgt spid="43"/>
                                        </p:tgtEl>
                                        <p:attrNameLst>
                                          <p:attrName>style.visibility</p:attrName>
                                        </p:attrNameLst>
                                      </p:cBhvr>
                                      <p:to>
                                        <p:strVal val="visible"/>
                                      </p:to>
                                    </p:set>
                                    <p:anim calcmode="lin" valueType="num">
                                      <p:cBhvr additive="base">
                                        <p:cTn id="71" dur="500" fill="hold"/>
                                        <p:tgtEl>
                                          <p:spTgt spid="43"/>
                                        </p:tgtEl>
                                        <p:attrNameLst>
                                          <p:attrName>ppt_x</p:attrName>
                                        </p:attrNameLst>
                                      </p:cBhvr>
                                      <p:tavLst>
                                        <p:tav tm="0">
                                          <p:val>
                                            <p:strVal val="#ppt_x"/>
                                          </p:val>
                                        </p:tav>
                                        <p:tav tm="100000">
                                          <p:val>
                                            <p:strVal val="#ppt_x"/>
                                          </p:val>
                                        </p:tav>
                                      </p:tavLst>
                                    </p:anim>
                                    <p:anim calcmode="lin" valueType="num">
                                      <p:cBhvr additive="base">
                                        <p:cTn id="72" dur="500" fill="hold"/>
                                        <p:tgtEl>
                                          <p:spTgt spid="43"/>
                                        </p:tgtEl>
                                        <p:attrNameLst>
                                          <p:attrName>ppt_y</p:attrName>
                                        </p:attrNameLst>
                                      </p:cBhvr>
                                      <p:tavLst>
                                        <p:tav tm="0">
                                          <p:val>
                                            <p:strVal val="1+#ppt_h/2"/>
                                          </p:val>
                                        </p:tav>
                                        <p:tav tm="100000">
                                          <p:val>
                                            <p:strVal val="#ppt_y"/>
                                          </p:val>
                                        </p:tav>
                                      </p:tavLst>
                                    </p:anim>
                                  </p:childTnLst>
                                </p:cTn>
                              </p:par>
                            </p:childTnLst>
                          </p:cTn>
                        </p:par>
                      </p:childTnLst>
                    </p:cTn>
                  </p:par>
                  <p:par>
                    <p:cTn id="73" fill="hold">
                      <p:stCondLst>
                        <p:cond delay="indefinite"/>
                      </p:stCondLst>
                      <p:childTnLst>
                        <p:par>
                          <p:cTn id="74" fill="hold">
                            <p:stCondLst>
                              <p:cond delay="0"/>
                            </p:stCondLst>
                            <p:childTnLst>
                              <p:par>
                                <p:cTn id="75" presetID="2" presetClass="entr" presetSubtype="4" fill="hold" nodeType="clickEffect">
                                  <p:stCondLst>
                                    <p:cond delay="0"/>
                                  </p:stCondLst>
                                  <p:childTnLst>
                                    <p:set>
                                      <p:cBhvr>
                                        <p:cTn id="76" dur="1" fill="hold">
                                          <p:stCondLst>
                                            <p:cond delay="0"/>
                                          </p:stCondLst>
                                        </p:cTn>
                                        <p:tgtEl>
                                          <p:spTgt spid="36"/>
                                        </p:tgtEl>
                                        <p:attrNameLst>
                                          <p:attrName>style.visibility</p:attrName>
                                        </p:attrNameLst>
                                      </p:cBhvr>
                                      <p:to>
                                        <p:strVal val="visible"/>
                                      </p:to>
                                    </p:set>
                                    <p:anim calcmode="lin" valueType="num">
                                      <p:cBhvr additive="base">
                                        <p:cTn id="77" dur="500" fill="hold"/>
                                        <p:tgtEl>
                                          <p:spTgt spid="36"/>
                                        </p:tgtEl>
                                        <p:attrNameLst>
                                          <p:attrName>ppt_x</p:attrName>
                                        </p:attrNameLst>
                                      </p:cBhvr>
                                      <p:tavLst>
                                        <p:tav tm="0">
                                          <p:val>
                                            <p:strVal val="#ppt_x"/>
                                          </p:val>
                                        </p:tav>
                                        <p:tav tm="100000">
                                          <p:val>
                                            <p:strVal val="#ppt_x"/>
                                          </p:val>
                                        </p:tav>
                                      </p:tavLst>
                                    </p:anim>
                                    <p:anim calcmode="lin" valueType="num">
                                      <p:cBhvr additive="base">
                                        <p:cTn id="78" dur="500" fill="hold"/>
                                        <p:tgtEl>
                                          <p:spTgt spid="36"/>
                                        </p:tgtEl>
                                        <p:attrNameLst>
                                          <p:attrName>ppt_y</p:attrName>
                                        </p:attrNameLst>
                                      </p:cBhvr>
                                      <p:tavLst>
                                        <p:tav tm="0">
                                          <p:val>
                                            <p:strVal val="1+#ppt_h/2"/>
                                          </p:val>
                                        </p:tav>
                                        <p:tav tm="100000">
                                          <p:val>
                                            <p:strVal val="#ppt_y"/>
                                          </p:val>
                                        </p:tav>
                                      </p:tavLst>
                                    </p:anim>
                                  </p:childTnLst>
                                </p:cTn>
                              </p:par>
                              <p:par>
                                <p:cTn id="79" presetID="2" presetClass="entr" presetSubtype="4" fill="hold" grpId="0" nodeType="withEffect">
                                  <p:stCondLst>
                                    <p:cond delay="0"/>
                                  </p:stCondLst>
                                  <p:childTnLst>
                                    <p:set>
                                      <p:cBhvr>
                                        <p:cTn id="80" dur="1" fill="hold">
                                          <p:stCondLst>
                                            <p:cond delay="0"/>
                                          </p:stCondLst>
                                        </p:cTn>
                                        <p:tgtEl>
                                          <p:spTgt spid="46"/>
                                        </p:tgtEl>
                                        <p:attrNameLst>
                                          <p:attrName>style.visibility</p:attrName>
                                        </p:attrNameLst>
                                      </p:cBhvr>
                                      <p:to>
                                        <p:strVal val="visible"/>
                                      </p:to>
                                    </p:set>
                                    <p:anim calcmode="lin" valueType="num">
                                      <p:cBhvr additive="base">
                                        <p:cTn id="81" dur="500" fill="hold"/>
                                        <p:tgtEl>
                                          <p:spTgt spid="46"/>
                                        </p:tgtEl>
                                        <p:attrNameLst>
                                          <p:attrName>ppt_x</p:attrName>
                                        </p:attrNameLst>
                                      </p:cBhvr>
                                      <p:tavLst>
                                        <p:tav tm="0">
                                          <p:val>
                                            <p:strVal val="#ppt_x"/>
                                          </p:val>
                                        </p:tav>
                                        <p:tav tm="100000">
                                          <p:val>
                                            <p:strVal val="#ppt_x"/>
                                          </p:val>
                                        </p:tav>
                                      </p:tavLst>
                                    </p:anim>
                                    <p:anim calcmode="lin" valueType="num">
                                      <p:cBhvr additive="base">
                                        <p:cTn id="82" dur="500" fill="hold"/>
                                        <p:tgtEl>
                                          <p:spTgt spid="46"/>
                                        </p:tgtEl>
                                        <p:attrNameLst>
                                          <p:attrName>ppt_y</p:attrName>
                                        </p:attrNameLst>
                                      </p:cBhvr>
                                      <p:tavLst>
                                        <p:tav tm="0">
                                          <p:val>
                                            <p:strVal val="1+#ppt_h/2"/>
                                          </p:val>
                                        </p:tav>
                                        <p:tav tm="100000">
                                          <p:val>
                                            <p:strVal val="#ppt_y"/>
                                          </p:val>
                                        </p:tav>
                                      </p:tavLst>
                                    </p:anim>
                                  </p:childTnLst>
                                </p:cTn>
                              </p:par>
                            </p:childTnLst>
                          </p:cTn>
                        </p:par>
                      </p:childTnLst>
                    </p:cTn>
                  </p:par>
                  <p:par>
                    <p:cTn id="83" fill="hold">
                      <p:stCondLst>
                        <p:cond delay="indefinite"/>
                      </p:stCondLst>
                      <p:childTnLst>
                        <p:par>
                          <p:cTn id="84" fill="hold">
                            <p:stCondLst>
                              <p:cond delay="0"/>
                            </p:stCondLst>
                            <p:childTnLst>
                              <p:par>
                                <p:cTn id="85" presetID="2" presetClass="entr" presetSubtype="4" fill="hold" nodeType="clickEffect">
                                  <p:stCondLst>
                                    <p:cond delay="0"/>
                                  </p:stCondLst>
                                  <p:childTnLst>
                                    <p:set>
                                      <p:cBhvr>
                                        <p:cTn id="86" dur="1" fill="hold">
                                          <p:stCondLst>
                                            <p:cond delay="0"/>
                                          </p:stCondLst>
                                        </p:cTn>
                                        <p:tgtEl>
                                          <p:spTgt spid="38"/>
                                        </p:tgtEl>
                                        <p:attrNameLst>
                                          <p:attrName>style.visibility</p:attrName>
                                        </p:attrNameLst>
                                      </p:cBhvr>
                                      <p:to>
                                        <p:strVal val="visible"/>
                                      </p:to>
                                    </p:set>
                                    <p:anim calcmode="lin" valueType="num">
                                      <p:cBhvr additive="base">
                                        <p:cTn id="87" dur="500" fill="hold"/>
                                        <p:tgtEl>
                                          <p:spTgt spid="38"/>
                                        </p:tgtEl>
                                        <p:attrNameLst>
                                          <p:attrName>ppt_x</p:attrName>
                                        </p:attrNameLst>
                                      </p:cBhvr>
                                      <p:tavLst>
                                        <p:tav tm="0">
                                          <p:val>
                                            <p:strVal val="#ppt_x"/>
                                          </p:val>
                                        </p:tav>
                                        <p:tav tm="100000">
                                          <p:val>
                                            <p:strVal val="#ppt_x"/>
                                          </p:val>
                                        </p:tav>
                                      </p:tavLst>
                                    </p:anim>
                                    <p:anim calcmode="lin" valueType="num">
                                      <p:cBhvr additive="base">
                                        <p:cTn id="88" dur="500" fill="hold"/>
                                        <p:tgtEl>
                                          <p:spTgt spid="38"/>
                                        </p:tgtEl>
                                        <p:attrNameLst>
                                          <p:attrName>ppt_y</p:attrName>
                                        </p:attrNameLst>
                                      </p:cBhvr>
                                      <p:tavLst>
                                        <p:tav tm="0">
                                          <p:val>
                                            <p:strVal val="1+#ppt_h/2"/>
                                          </p:val>
                                        </p:tav>
                                        <p:tav tm="100000">
                                          <p:val>
                                            <p:strVal val="#ppt_y"/>
                                          </p:val>
                                        </p:tav>
                                      </p:tavLst>
                                    </p:anim>
                                  </p:childTnLst>
                                </p:cTn>
                              </p:par>
                              <p:par>
                                <p:cTn id="89" presetID="2" presetClass="entr" presetSubtype="4" fill="hold" grpId="0" nodeType="withEffect">
                                  <p:stCondLst>
                                    <p:cond delay="0"/>
                                  </p:stCondLst>
                                  <p:childTnLst>
                                    <p:set>
                                      <p:cBhvr>
                                        <p:cTn id="90" dur="1" fill="hold">
                                          <p:stCondLst>
                                            <p:cond delay="0"/>
                                          </p:stCondLst>
                                        </p:cTn>
                                        <p:tgtEl>
                                          <p:spTgt spid="49"/>
                                        </p:tgtEl>
                                        <p:attrNameLst>
                                          <p:attrName>style.visibility</p:attrName>
                                        </p:attrNameLst>
                                      </p:cBhvr>
                                      <p:to>
                                        <p:strVal val="visible"/>
                                      </p:to>
                                    </p:set>
                                    <p:anim calcmode="lin" valueType="num">
                                      <p:cBhvr additive="base">
                                        <p:cTn id="91" dur="500" fill="hold"/>
                                        <p:tgtEl>
                                          <p:spTgt spid="49"/>
                                        </p:tgtEl>
                                        <p:attrNameLst>
                                          <p:attrName>ppt_x</p:attrName>
                                        </p:attrNameLst>
                                      </p:cBhvr>
                                      <p:tavLst>
                                        <p:tav tm="0">
                                          <p:val>
                                            <p:strVal val="#ppt_x"/>
                                          </p:val>
                                        </p:tav>
                                        <p:tav tm="100000">
                                          <p:val>
                                            <p:strVal val="#ppt_x"/>
                                          </p:val>
                                        </p:tav>
                                      </p:tavLst>
                                    </p:anim>
                                    <p:anim calcmode="lin" valueType="num">
                                      <p:cBhvr additive="base">
                                        <p:cTn id="92" dur="500" fill="hold"/>
                                        <p:tgtEl>
                                          <p:spTgt spid="49"/>
                                        </p:tgtEl>
                                        <p:attrNameLst>
                                          <p:attrName>ppt_y</p:attrName>
                                        </p:attrNameLst>
                                      </p:cBhvr>
                                      <p:tavLst>
                                        <p:tav tm="0">
                                          <p:val>
                                            <p:strVal val="1+#ppt_h/2"/>
                                          </p:val>
                                        </p:tav>
                                        <p:tav tm="100000">
                                          <p:val>
                                            <p:strVal val="#ppt_y"/>
                                          </p:val>
                                        </p:tav>
                                      </p:tavLst>
                                    </p:anim>
                                  </p:childTnLst>
                                </p:cTn>
                              </p:par>
                            </p:childTnLst>
                          </p:cTn>
                        </p:par>
                      </p:childTnLst>
                    </p:cTn>
                  </p:par>
                  <p:par>
                    <p:cTn id="93" fill="hold">
                      <p:stCondLst>
                        <p:cond delay="indefinite"/>
                      </p:stCondLst>
                      <p:childTnLst>
                        <p:par>
                          <p:cTn id="94" fill="hold">
                            <p:stCondLst>
                              <p:cond delay="0"/>
                            </p:stCondLst>
                            <p:childTnLst>
                              <p:par>
                                <p:cTn id="95" presetID="2" presetClass="entr" presetSubtype="4" fill="hold" nodeType="clickEffect">
                                  <p:stCondLst>
                                    <p:cond delay="0"/>
                                  </p:stCondLst>
                                  <p:childTnLst>
                                    <p:set>
                                      <p:cBhvr>
                                        <p:cTn id="96" dur="1" fill="hold">
                                          <p:stCondLst>
                                            <p:cond delay="0"/>
                                          </p:stCondLst>
                                        </p:cTn>
                                        <p:tgtEl>
                                          <p:spTgt spid="58"/>
                                        </p:tgtEl>
                                        <p:attrNameLst>
                                          <p:attrName>style.visibility</p:attrName>
                                        </p:attrNameLst>
                                      </p:cBhvr>
                                      <p:to>
                                        <p:strVal val="visible"/>
                                      </p:to>
                                    </p:set>
                                    <p:anim calcmode="lin" valueType="num">
                                      <p:cBhvr additive="base">
                                        <p:cTn id="97" dur="500" fill="hold"/>
                                        <p:tgtEl>
                                          <p:spTgt spid="58"/>
                                        </p:tgtEl>
                                        <p:attrNameLst>
                                          <p:attrName>ppt_x</p:attrName>
                                        </p:attrNameLst>
                                      </p:cBhvr>
                                      <p:tavLst>
                                        <p:tav tm="0">
                                          <p:val>
                                            <p:strVal val="#ppt_x"/>
                                          </p:val>
                                        </p:tav>
                                        <p:tav tm="100000">
                                          <p:val>
                                            <p:strVal val="#ppt_x"/>
                                          </p:val>
                                        </p:tav>
                                      </p:tavLst>
                                    </p:anim>
                                    <p:anim calcmode="lin" valueType="num">
                                      <p:cBhvr additive="base">
                                        <p:cTn id="98" dur="500" fill="hold"/>
                                        <p:tgtEl>
                                          <p:spTgt spid="58"/>
                                        </p:tgtEl>
                                        <p:attrNameLst>
                                          <p:attrName>ppt_y</p:attrName>
                                        </p:attrNameLst>
                                      </p:cBhvr>
                                      <p:tavLst>
                                        <p:tav tm="0">
                                          <p:val>
                                            <p:strVal val="1+#ppt_h/2"/>
                                          </p:val>
                                        </p:tav>
                                        <p:tav tm="100000">
                                          <p:val>
                                            <p:strVal val="#ppt_y"/>
                                          </p:val>
                                        </p:tav>
                                      </p:tavLst>
                                    </p:anim>
                                  </p:childTnLst>
                                </p:cTn>
                              </p:par>
                              <p:par>
                                <p:cTn id="99" presetID="2" presetClass="entr" presetSubtype="4" fill="hold" grpId="0" nodeType="withEffect">
                                  <p:stCondLst>
                                    <p:cond delay="0"/>
                                  </p:stCondLst>
                                  <p:childTnLst>
                                    <p:set>
                                      <p:cBhvr>
                                        <p:cTn id="100" dur="1" fill="hold">
                                          <p:stCondLst>
                                            <p:cond delay="0"/>
                                          </p:stCondLst>
                                        </p:cTn>
                                        <p:tgtEl>
                                          <p:spTgt spid="44"/>
                                        </p:tgtEl>
                                        <p:attrNameLst>
                                          <p:attrName>style.visibility</p:attrName>
                                        </p:attrNameLst>
                                      </p:cBhvr>
                                      <p:to>
                                        <p:strVal val="visible"/>
                                      </p:to>
                                    </p:set>
                                    <p:anim calcmode="lin" valueType="num">
                                      <p:cBhvr additive="base">
                                        <p:cTn id="101" dur="500" fill="hold"/>
                                        <p:tgtEl>
                                          <p:spTgt spid="44"/>
                                        </p:tgtEl>
                                        <p:attrNameLst>
                                          <p:attrName>ppt_x</p:attrName>
                                        </p:attrNameLst>
                                      </p:cBhvr>
                                      <p:tavLst>
                                        <p:tav tm="0">
                                          <p:val>
                                            <p:strVal val="#ppt_x"/>
                                          </p:val>
                                        </p:tav>
                                        <p:tav tm="100000">
                                          <p:val>
                                            <p:strVal val="#ppt_x"/>
                                          </p:val>
                                        </p:tav>
                                      </p:tavLst>
                                    </p:anim>
                                    <p:anim calcmode="lin" valueType="num">
                                      <p:cBhvr additive="base">
                                        <p:cTn id="102" dur="500" fill="hold"/>
                                        <p:tgtEl>
                                          <p:spTgt spid="44"/>
                                        </p:tgtEl>
                                        <p:attrNameLst>
                                          <p:attrName>ppt_y</p:attrName>
                                        </p:attrNameLst>
                                      </p:cBhvr>
                                      <p:tavLst>
                                        <p:tav tm="0">
                                          <p:val>
                                            <p:strVal val="1+#ppt_h/2"/>
                                          </p:val>
                                        </p:tav>
                                        <p:tav tm="100000">
                                          <p:val>
                                            <p:strVal val="#ppt_y"/>
                                          </p:val>
                                        </p:tav>
                                      </p:tavLst>
                                    </p:anim>
                                  </p:childTnLst>
                                </p:cTn>
                              </p:par>
                            </p:childTnLst>
                          </p:cTn>
                        </p:par>
                      </p:childTnLst>
                    </p:cTn>
                  </p:par>
                  <p:par>
                    <p:cTn id="103" fill="hold">
                      <p:stCondLst>
                        <p:cond delay="indefinite"/>
                      </p:stCondLst>
                      <p:childTnLst>
                        <p:par>
                          <p:cTn id="104" fill="hold">
                            <p:stCondLst>
                              <p:cond delay="0"/>
                            </p:stCondLst>
                            <p:childTnLst>
                              <p:par>
                                <p:cTn id="105" presetID="2" presetClass="entr" presetSubtype="4" fill="hold" nodeType="clickEffect">
                                  <p:stCondLst>
                                    <p:cond delay="0"/>
                                  </p:stCondLst>
                                  <p:childTnLst>
                                    <p:set>
                                      <p:cBhvr>
                                        <p:cTn id="106" dur="1" fill="hold">
                                          <p:stCondLst>
                                            <p:cond delay="0"/>
                                          </p:stCondLst>
                                        </p:cTn>
                                        <p:tgtEl>
                                          <p:spTgt spid="50"/>
                                        </p:tgtEl>
                                        <p:attrNameLst>
                                          <p:attrName>style.visibility</p:attrName>
                                        </p:attrNameLst>
                                      </p:cBhvr>
                                      <p:to>
                                        <p:strVal val="visible"/>
                                      </p:to>
                                    </p:set>
                                    <p:anim calcmode="lin" valueType="num">
                                      <p:cBhvr additive="base">
                                        <p:cTn id="107" dur="500" fill="hold"/>
                                        <p:tgtEl>
                                          <p:spTgt spid="50"/>
                                        </p:tgtEl>
                                        <p:attrNameLst>
                                          <p:attrName>ppt_x</p:attrName>
                                        </p:attrNameLst>
                                      </p:cBhvr>
                                      <p:tavLst>
                                        <p:tav tm="0">
                                          <p:val>
                                            <p:strVal val="#ppt_x"/>
                                          </p:val>
                                        </p:tav>
                                        <p:tav tm="100000">
                                          <p:val>
                                            <p:strVal val="#ppt_x"/>
                                          </p:val>
                                        </p:tav>
                                      </p:tavLst>
                                    </p:anim>
                                    <p:anim calcmode="lin" valueType="num">
                                      <p:cBhvr additive="base">
                                        <p:cTn id="108" dur="500" fill="hold"/>
                                        <p:tgtEl>
                                          <p:spTgt spid="50"/>
                                        </p:tgtEl>
                                        <p:attrNameLst>
                                          <p:attrName>ppt_y</p:attrName>
                                        </p:attrNameLst>
                                      </p:cBhvr>
                                      <p:tavLst>
                                        <p:tav tm="0">
                                          <p:val>
                                            <p:strVal val="1+#ppt_h/2"/>
                                          </p:val>
                                        </p:tav>
                                        <p:tav tm="100000">
                                          <p:val>
                                            <p:strVal val="#ppt_y"/>
                                          </p:val>
                                        </p:tav>
                                      </p:tavLst>
                                    </p:anim>
                                  </p:childTnLst>
                                </p:cTn>
                              </p:par>
                              <p:par>
                                <p:cTn id="109" presetID="2" presetClass="entr" presetSubtype="4" fill="hold" grpId="0" nodeType="withEffect">
                                  <p:stCondLst>
                                    <p:cond delay="0"/>
                                  </p:stCondLst>
                                  <p:childTnLst>
                                    <p:set>
                                      <p:cBhvr>
                                        <p:cTn id="110" dur="1" fill="hold">
                                          <p:stCondLst>
                                            <p:cond delay="0"/>
                                          </p:stCondLst>
                                        </p:cTn>
                                        <p:tgtEl>
                                          <p:spTgt spid="52"/>
                                        </p:tgtEl>
                                        <p:attrNameLst>
                                          <p:attrName>style.visibility</p:attrName>
                                        </p:attrNameLst>
                                      </p:cBhvr>
                                      <p:to>
                                        <p:strVal val="visible"/>
                                      </p:to>
                                    </p:set>
                                    <p:anim calcmode="lin" valueType="num">
                                      <p:cBhvr additive="base">
                                        <p:cTn id="111" dur="500" fill="hold"/>
                                        <p:tgtEl>
                                          <p:spTgt spid="52"/>
                                        </p:tgtEl>
                                        <p:attrNameLst>
                                          <p:attrName>ppt_x</p:attrName>
                                        </p:attrNameLst>
                                      </p:cBhvr>
                                      <p:tavLst>
                                        <p:tav tm="0">
                                          <p:val>
                                            <p:strVal val="#ppt_x"/>
                                          </p:val>
                                        </p:tav>
                                        <p:tav tm="100000">
                                          <p:val>
                                            <p:strVal val="#ppt_x"/>
                                          </p:val>
                                        </p:tav>
                                      </p:tavLst>
                                    </p:anim>
                                    <p:anim calcmode="lin" valueType="num">
                                      <p:cBhvr additive="base">
                                        <p:cTn id="112" dur="500" fill="hold"/>
                                        <p:tgtEl>
                                          <p:spTgt spid="52"/>
                                        </p:tgtEl>
                                        <p:attrNameLst>
                                          <p:attrName>ppt_y</p:attrName>
                                        </p:attrNameLst>
                                      </p:cBhvr>
                                      <p:tavLst>
                                        <p:tav tm="0">
                                          <p:val>
                                            <p:strVal val="1+#ppt_h/2"/>
                                          </p:val>
                                        </p:tav>
                                        <p:tav tm="100000">
                                          <p:val>
                                            <p:strVal val="#ppt_y"/>
                                          </p:val>
                                        </p:tav>
                                      </p:tavLst>
                                    </p:anim>
                                  </p:childTnLst>
                                </p:cTn>
                              </p:par>
                              <p:par>
                                <p:cTn id="113" presetID="2" presetClass="entr" presetSubtype="4" fill="hold" nodeType="withEffect">
                                  <p:stCondLst>
                                    <p:cond delay="0"/>
                                  </p:stCondLst>
                                  <p:childTnLst>
                                    <p:set>
                                      <p:cBhvr>
                                        <p:cTn id="114" dur="1" fill="hold">
                                          <p:stCondLst>
                                            <p:cond delay="0"/>
                                          </p:stCondLst>
                                        </p:cTn>
                                        <p:tgtEl>
                                          <p:spTgt spid="51"/>
                                        </p:tgtEl>
                                        <p:attrNameLst>
                                          <p:attrName>style.visibility</p:attrName>
                                        </p:attrNameLst>
                                      </p:cBhvr>
                                      <p:to>
                                        <p:strVal val="visible"/>
                                      </p:to>
                                    </p:set>
                                    <p:anim calcmode="lin" valueType="num">
                                      <p:cBhvr additive="base">
                                        <p:cTn id="115" dur="500" fill="hold"/>
                                        <p:tgtEl>
                                          <p:spTgt spid="51"/>
                                        </p:tgtEl>
                                        <p:attrNameLst>
                                          <p:attrName>ppt_x</p:attrName>
                                        </p:attrNameLst>
                                      </p:cBhvr>
                                      <p:tavLst>
                                        <p:tav tm="0">
                                          <p:val>
                                            <p:strVal val="#ppt_x"/>
                                          </p:val>
                                        </p:tav>
                                        <p:tav tm="100000">
                                          <p:val>
                                            <p:strVal val="#ppt_x"/>
                                          </p:val>
                                        </p:tav>
                                      </p:tavLst>
                                    </p:anim>
                                    <p:anim calcmode="lin" valueType="num">
                                      <p:cBhvr additive="base">
                                        <p:cTn id="116" dur="500" fill="hold"/>
                                        <p:tgtEl>
                                          <p:spTgt spid="51"/>
                                        </p:tgtEl>
                                        <p:attrNameLst>
                                          <p:attrName>ppt_y</p:attrName>
                                        </p:attrNameLst>
                                      </p:cBhvr>
                                      <p:tavLst>
                                        <p:tav tm="0">
                                          <p:val>
                                            <p:strVal val="1+#ppt_h/2"/>
                                          </p:val>
                                        </p:tav>
                                        <p:tav tm="100000">
                                          <p:val>
                                            <p:strVal val="#ppt_y"/>
                                          </p:val>
                                        </p:tav>
                                      </p:tavLst>
                                    </p:anim>
                                  </p:childTnLst>
                                </p:cTn>
                              </p:par>
                              <p:par>
                                <p:cTn id="117" presetID="2" presetClass="entr" presetSubtype="4" fill="hold" grpId="0" nodeType="withEffect">
                                  <p:stCondLst>
                                    <p:cond delay="0"/>
                                  </p:stCondLst>
                                  <p:childTnLst>
                                    <p:set>
                                      <p:cBhvr>
                                        <p:cTn id="118" dur="1" fill="hold">
                                          <p:stCondLst>
                                            <p:cond delay="0"/>
                                          </p:stCondLst>
                                        </p:cTn>
                                        <p:tgtEl>
                                          <p:spTgt spid="53"/>
                                        </p:tgtEl>
                                        <p:attrNameLst>
                                          <p:attrName>style.visibility</p:attrName>
                                        </p:attrNameLst>
                                      </p:cBhvr>
                                      <p:to>
                                        <p:strVal val="visible"/>
                                      </p:to>
                                    </p:set>
                                    <p:anim calcmode="lin" valueType="num">
                                      <p:cBhvr additive="base">
                                        <p:cTn id="119" dur="500" fill="hold"/>
                                        <p:tgtEl>
                                          <p:spTgt spid="53"/>
                                        </p:tgtEl>
                                        <p:attrNameLst>
                                          <p:attrName>ppt_x</p:attrName>
                                        </p:attrNameLst>
                                      </p:cBhvr>
                                      <p:tavLst>
                                        <p:tav tm="0">
                                          <p:val>
                                            <p:strVal val="#ppt_x"/>
                                          </p:val>
                                        </p:tav>
                                        <p:tav tm="100000">
                                          <p:val>
                                            <p:strVal val="#ppt_x"/>
                                          </p:val>
                                        </p:tav>
                                      </p:tavLst>
                                    </p:anim>
                                    <p:anim calcmode="lin" valueType="num">
                                      <p:cBhvr additive="base">
                                        <p:cTn id="120" dur="500" fill="hold"/>
                                        <p:tgtEl>
                                          <p:spTgt spid="5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 grpId="0"/>
      <p:bldP spid="41" grpId="0"/>
      <p:bldP spid="42" grpId="0"/>
      <p:bldP spid="43" grpId="0"/>
      <p:bldP spid="44" grpId="0"/>
      <p:bldP spid="45" grpId="0"/>
      <p:bldP spid="46" grpId="0"/>
      <p:bldP spid="47" grpId="0"/>
      <p:bldP spid="48" grpId="0"/>
      <p:bldP spid="49" grpId="0"/>
      <p:bldP spid="52" grpId="0"/>
      <p:bldP spid="53" grpId="0"/>
    </p:bld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1" name="Rectangle 2"/>
          <p:cNvSpPr>
            <a:spLocks noGrp="1"/>
          </p:cNvSpPr>
          <p:nvPr>
            <p:ph type="title"/>
          </p:nvPr>
        </p:nvSpPr>
        <p:spPr/>
        <p:txBody>
          <a:bodyPr vert="horz" wrap="square" lIns="91440" tIns="45720" rIns="91440" bIns="45720" anchor="b" anchorCtr="0"/>
          <a:lstStyle/>
          <a:p>
            <a:pPr eaLnBrk="1" hangingPunct="1"/>
            <a:r>
              <a:rPr lang="en-US" altLang="zh-CN"/>
              <a:t>7.6.1</a:t>
            </a:r>
            <a:r>
              <a:rPr lang="zh-CN" altLang="en-US"/>
              <a:t> 缓冲</a:t>
            </a:r>
          </a:p>
        </p:txBody>
      </p:sp>
      <p:sp>
        <p:nvSpPr>
          <p:cNvPr id="85001" name="object 9"/>
          <p:cNvSpPr txBox="1">
            <a:spLocks noChangeArrowheads="1"/>
          </p:cNvSpPr>
          <p:nvPr/>
        </p:nvSpPr>
        <p:spPr bwMode="auto">
          <a:xfrm>
            <a:off x="431800" y="6197600"/>
            <a:ext cx="8388350" cy="615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12700" lvl="0" indent="0">
              <a:spcBef>
                <a:spcPct val="0"/>
              </a:spcBef>
              <a:buClrTx/>
              <a:buNone/>
            </a:pPr>
            <a:r>
              <a:rPr lang="zh-CN" altLang="en-US" sz="2000" b="0">
                <a:latin typeface="黑体" panose="02010609060101010101" pitchFamily="49" charset="-122"/>
              </a:rPr>
              <a:t>用户进程可以连续取数据计算。</a:t>
            </a:r>
            <a:endParaRPr lang="en-US" altLang="zh-CN" sz="2000" b="0">
              <a:latin typeface="黑体" panose="02010609060101010101" pitchFamily="49" charset="-122"/>
            </a:endParaRPr>
          </a:p>
          <a:p>
            <a:pPr marL="12700" lvl="0" indent="0">
              <a:spcBef>
                <a:spcPct val="0"/>
              </a:spcBef>
              <a:buClrTx/>
              <a:buNone/>
            </a:pPr>
            <a:r>
              <a:rPr lang="zh-CN" altLang="en-US" sz="2000" b="0">
                <a:latin typeface="黑体" panose="02010609060101010101" pitchFamily="49" charset="-122"/>
              </a:rPr>
              <a:t>总体，每批数据时间是</a:t>
            </a:r>
            <a:r>
              <a:rPr lang="en-US" altLang="zh-CN" sz="2000" b="0">
                <a:latin typeface="黑体" panose="02010609060101010101" pitchFamily="49" charset="-122"/>
              </a:rPr>
              <a:t>Max(T,C+M</a:t>
            </a:r>
            <a:r>
              <a:rPr lang="zh-CN" altLang="en-US" sz="2000" b="0">
                <a:latin typeface="黑体" panose="02010609060101010101" pitchFamily="49" charset="-122"/>
              </a:rPr>
              <a:t>）</a:t>
            </a:r>
            <a:endParaRPr lang="en-US" altLang="zh-CN" sz="2000" b="0">
              <a:latin typeface="黑体" panose="02010609060101010101" pitchFamily="49" charset="-122"/>
            </a:endParaRPr>
          </a:p>
        </p:txBody>
      </p:sp>
      <p:sp>
        <p:nvSpPr>
          <p:cNvPr id="11" name="Line 4"/>
          <p:cNvSpPr>
            <a:spLocks noChangeShapeType="1"/>
          </p:cNvSpPr>
          <p:nvPr/>
        </p:nvSpPr>
        <p:spPr bwMode="auto">
          <a:xfrm>
            <a:off x="1979613" y="3876675"/>
            <a:ext cx="0" cy="2160588"/>
          </a:xfrm>
          <a:prstGeom prst="line">
            <a:avLst/>
          </a:prstGeom>
          <a:noFill/>
          <a:ln w="19050">
            <a:solidFill>
              <a:schemeClr val="tx1"/>
            </a:solidFill>
            <a:round/>
            <a:head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schemeClr val="tx1"/>
              </a:solidFill>
              <a:effectLst/>
              <a:uLnTx/>
              <a:uFillTx/>
              <a:latin typeface="Times New Roman" panose="02020603050405020304" pitchFamily="18" charset="0"/>
              <a:ea typeface="黑体" panose="02010609060101010101" pitchFamily="49" charset="-122"/>
              <a:cs typeface="+mn-cs"/>
            </a:endParaRPr>
          </a:p>
        </p:txBody>
      </p:sp>
      <p:sp>
        <p:nvSpPr>
          <p:cNvPr id="12" name="Line 5"/>
          <p:cNvSpPr>
            <a:spLocks noChangeShapeType="1"/>
          </p:cNvSpPr>
          <p:nvPr/>
        </p:nvSpPr>
        <p:spPr bwMode="auto">
          <a:xfrm flipH="1" flipV="1">
            <a:off x="1914525" y="6075363"/>
            <a:ext cx="7050088" cy="6350"/>
          </a:xfrm>
          <a:prstGeom prst="line">
            <a:avLst/>
          </a:prstGeom>
          <a:noFill/>
          <a:ln w="19050">
            <a:solidFill>
              <a:schemeClr val="tx1"/>
            </a:solidFill>
            <a:round/>
            <a:head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schemeClr val="tx1"/>
              </a:solidFill>
              <a:effectLst/>
              <a:uLnTx/>
              <a:uFillTx/>
              <a:latin typeface="Times New Roman" panose="02020603050405020304" pitchFamily="18" charset="0"/>
              <a:ea typeface="黑体" panose="02010609060101010101" pitchFamily="49" charset="-122"/>
              <a:cs typeface="+mn-cs"/>
            </a:endParaRPr>
          </a:p>
        </p:txBody>
      </p:sp>
      <p:sp>
        <p:nvSpPr>
          <p:cNvPr id="13" name="Line 6"/>
          <p:cNvSpPr>
            <a:spLocks noChangeShapeType="1"/>
          </p:cNvSpPr>
          <p:nvPr/>
        </p:nvSpPr>
        <p:spPr bwMode="auto">
          <a:xfrm flipH="1">
            <a:off x="1979613" y="5586413"/>
            <a:ext cx="7167563" cy="17463"/>
          </a:xfrm>
          <a:prstGeom prst="line">
            <a:avLst/>
          </a:prstGeom>
          <a:noFill/>
          <a:ln w="19050">
            <a:solidFill>
              <a:schemeClr val="folHlink"/>
            </a:solidFill>
            <a:prstDash val="dash"/>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schemeClr val="tx1"/>
              </a:solidFill>
              <a:effectLst/>
              <a:uLnTx/>
              <a:uFillTx/>
              <a:latin typeface="Times New Roman" panose="02020603050405020304" pitchFamily="18" charset="0"/>
              <a:ea typeface="黑体" panose="02010609060101010101" pitchFamily="49" charset="-122"/>
              <a:cs typeface="+mn-cs"/>
            </a:endParaRPr>
          </a:p>
        </p:txBody>
      </p:sp>
      <p:sp>
        <p:nvSpPr>
          <p:cNvPr id="14" name="Line 7"/>
          <p:cNvSpPr>
            <a:spLocks noChangeShapeType="1"/>
          </p:cNvSpPr>
          <p:nvPr/>
        </p:nvSpPr>
        <p:spPr bwMode="auto">
          <a:xfrm flipH="1">
            <a:off x="1979613" y="5170488"/>
            <a:ext cx="7167563" cy="1588"/>
          </a:xfrm>
          <a:prstGeom prst="line">
            <a:avLst/>
          </a:prstGeom>
          <a:noFill/>
          <a:ln w="19050">
            <a:solidFill>
              <a:schemeClr val="folHlink"/>
            </a:solidFill>
            <a:prstDash val="dash"/>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schemeClr val="tx1"/>
              </a:solidFill>
              <a:effectLst/>
              <a:uLnTx/>
              <a:uFillTx/>
              <a:latin typeface="Times New Roman" panose="02020603050405020304" pitchFamily="18" charset="0"/>
              <a:ea typeface="黑体" panose="02010609060101010101" pitchFamily="49" charset="-122"/>
              <a:cs typeface="+mn-cs"/>
            </a:endParaRPr>
          </a:p>
        </p:txBody>
      </p:sp>
      <p:sp>
        <p:nvSpPr>
          <p:cNvPr id="15" name="Line 8"/>
          <p:cNvSpPr>
            <a:spLocks noChangeShapeType="1"/>
          </p:cNvSpPr>
          <p:nvPr/>
        </p:nvSpPr>
        <p:spPr bwMode="auto">
          <a:xfrm flipH="1" flipV="1">
            <a:off x="1979613" y="4740275"/>
            <a:ext cx="7167563" cy="4763"/>
          </a:xfrm>
          <a:prstGeom prst="line">
            <a:avLst/>
          </a:prstGeom>
          <a:noFill/>
          <a:ln w="19050">
            <a:solidFill>
              <a:schemeClr val="folHlink"/>
            </a:solidFill>
            <a:prstDash val="dash"/>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schemeClr val="tx1"/>
              </a:solidFill>
              <a:effectLst/>
              <a:uLnTx/>
              <a:uFillTx/>
              <a:latin typeface="Times New Roman" panose="02020603050405020304" pitchFamily="18" charset="0"/>
              <a:ea typeface="黑体" panose="02010609060101010101" pitchFamily="49" charset="-122"/>
              <a:cs typeface="+mn-cs"/>
            </a:endParaRPr>
          </a:p>
        </p:txBody>
      </p:sp>
      <p:sp>
        <p:nvSpPr>
          <p:cNvPr id="16" name="Line 9"/>
          <p:cNvSpPr>
            <a:spLocks noChangeShapeType="1"/>
          </p:cNvSpPr>
          <p:nvPr/>
        </p:nvSpPr>
        <p:spPr bwMode="auto">
          <a:xfrm flipH="1" flipV="1">
            <a:off x="1979613" y="4308475"/>
            <a:ext cx="7167563" cy="61913"/>
          </a:xfrm>
          <a:prstGeom prst="line">
            <a:avLst/>
          </a:prstGeom>
          <a:noFill/>
          <a:ln w="19050">
            <a:solidFill>
              <a:schemeClr val="folHlink"/>
            </a:solidFill>
            <a:prstDash val="dash"/>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schemeClr val="tx1"/>
              </a:solidFill>
              <a:effectLst/>
              <a:uLnTx/>
              <a:uFillTx/>
              <a:latin typeface="Times New Roman" panose="02020603050405020304" pitchFamily="18" charset="0"/>
              <a:ea typeface="黑体" panose="02010609060101010101" pitchFamily="49" charset="-122"/>
              <a:cs typeface="+mn-cs"/>
            </a:endParaRPr>
          </a:p>
        </p:txBody>
      </p:sp>
      <p:sp>
        <p:nvSpPr>
          <p:cNvPr id="17" name="Line 10"/>
          <p:cNvSpPr>
            <a:spLocks noChangeShapeType="1"/>
          </p:cNvSpPr>
          <p:nvPr/>
        </p:nvSpPr>
        <p:spPr bwMode="auto">
          <a:xfrm flipH="1" flipV="1">
            <a:off x="3000375" y="4308475"/>
            <a:ext cx="0" cy="1727200"/>
          </a:xfrm>
          <a:prstGeom prst="line">
            <a:avLst/>
          </a:prstGeom>
          <a:noFill/>
          <a:ln w="19050">
            <a:solidFill>
              <a:schemeClr val="folHlink"/>
            </a:solidFill>
            <a:prstDash val="dash"/>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schemeClr val="tx1"/>
              </a:solidFill>
              <a:effectLst/>
              <a:uLnTx/>
              <a:uFillTx/>
              <a:latin typeface="Times New Roman" panose="02020603050405020304" pitchFamily="18" charset="0"/>
              <a:ea typeface="黑体" panose="02010609060101010101" pitchFamily="49" charset="-122"/>
              <a:cs typeface="+mn-cs"/>
            </a:endParaRPr>
          </a:p>
        </p:txBody>
      </p:sp>
      <p:sp>
        <p:nvSpPr>
          <p:cNvPr id="18" name="Line 11"/>
          <p:cNvSpPr>
            <a:spLocks noChangeShapeType="1"/>
          </p:cNvSpPr>
          <p:nvPr/>
        </p:nvSpPr>
        <p:spPr bwMode="auto">
          <a:xfrm flipH="1" flipV="1">
            <a:off x="3641725" y="4308475"/>
            <a:ext cx="0" cy="1727200"/>
          </a:xfrm>
          <a:prstGeom prst="line">
            <a:avLst/>
          </a:prstGeom>
          <a:noFill/>
          <a:ln w="19050">
            <a:solidFill>
              <a:schemeClr val="folHlink"/>
            </a:solidFill>
            <a:prstDash val="dash"/>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schemeClr val="tx1"/>
              </a:solidFill>
              <a:effectLst/>
              <a:uLnTx/>
              <a:uFillTx/>
              <a:latin typeface="Times New Roman" panose="02020603050405020304" pitchFamily="18" charset="0"/>
              <a:ea typeface="黑体" panose="02010609060101010101" pitchFamily="49" charset="-122"/>
              <a:cs typeface="+mn-cs"/>
            </a:endParaRPr>
          </a:p>
        </p:txBody>
      </p:sp>
      <p:sp>
        <p:nvSpPr>
          <p:cNvPr id="19" name="Line 12"/>
          <p:cNvSpPr>
            <a:spLocks noChangeShapeType="1"/>
          </p:cNvSpPr>
          <p:nvPr/>
        </p:nvSpPr>
        <p:spPr bwMode="auto">
          <a:xfrm flipH="1" flipV="1">
            <a:off x="4427538" y="4308475"/>
            <a:ext cx="0" cy="1727200"/>
          </a:xfrm>
          <a:prstGeom prst="line">
            <a:avLst/>
          </a:prstGeom>
          <a:noFill/>
          <a:ln w="19050">
            <a:solidFill>
              <a:schemeClr val="folHlink"/>
            </a:solidFill>
            <a:prstDash val="dash"/>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schemeClr val="tx1"/>
              </a:solidFill>
              <a:effectLst/>
              <a:uLnTx/>
              <a:uFillTx/>
              <a:latin typeface="Times New Roman" panose="02020603050405020304" pitchFamily="18" charset="0"/>
              <a:ea typeface="黑体" panose="02010609060101010101" pitchFamily="49" charset="-122"/>
              <a:cs typeface="+mn-cs"/>
            </a:endParaRPr>
          </a:p>
        </p:txBody>
      </p:sp>
      <p:sp>
        <p:nvSpPr>
          <p:cNvPr id="20" name="Line 13"/>
          <p:cNvSpPr>
            <a:spLocks noChangeShapeType="1"/>
          </p:cNvSpPr>
          <p:nvPr/>
        </p:nvSpPr>
        <p:spPr bwMode="auto">
          <a:xfrm flipH="1" flipV="1">
            <a:off x="6372225" y="4308475"/>
            <a:ext cx="0" cy="1727200"/>
          </a:xfrm>
          <a:prstGeom prst="line">
            <a:avLst/>
          </a:prstGeom>
          <a:noFill/>
          <a:ln w="19050">
            <a:solidFill>
              <a:schemeClr val="folHlink"/>
            </a:solidFill>
            <a:prstDash val="dash"/>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schemeClr val="tx1"/>
              </a:solidFill>
              <a:effectLst/>
              <a:uLnTx/>
              <a:uFillTx/>
              <a:latin typeface="Times New Roman" panose="02020603050405020304" pitchFamily="18" charset="0"/>
              <a:ea typeface="黑体" panose="02010609060101010101" pitchFamily="49" charset="-122"/>
              <a:cs typeface="+mn-cs"/>
            </a:endParaRPr>
          </a:p>
        </p:txBody>
      </p:sp>
      <p:sp>
        <p:nvSpPr>
          <p:cNvPr id="21" name="Text Box 15"/>
          <p:cNvSpPr txBox="1">
            <a:spLocks noChangeArrowheads="1"/>
          </p:cNvSpPr>
          <p:nvPr/>
        </p:nvSpPr>
        <p:spPr bwMode="auto">
          <a:xfrm>
            <a:off x="800100" y="5380038"/>
            <a:ext cx="1108075" cy="368300"/>
          </a:xfrm>
          <a:prstGeom prst="rect">
            <a:avLst/>
          </a:prstGeom>
          <a:noFill/>
          <a:ln>
            <a:noFill/>
          </a:ln>
          <a:effectLst/>
          <a:extLst>
            <a:ext uri="{909E8E84-426E-40DD-AFC4-6F175D3DCCD1}">
              <a14:hiddenFill xmlns:a14="http://schemas.microsoft.com/office/drawing/2010/main">
                <a:gradFill rotWithShape="0">
                  <a:gsLst>
                    <a:gs pos="0">
                      <a:schemeClr val="accent1"/>
                    </a:gs>
                    <a:gs pos="100000">
                      <a:srgbClr val="006A4E"/>
                    </a:gs>
                  </a:gsLst>
                  <a:lin ang="5400000" scaled="1"/>
                </a:gradFill>
              </a14:hiddenFill>
            </a:ext>
            <a:ext uri="{91240B29-F687-4F45-9708-019B960494DF}">
              <a14:hiddenLine xmlns:a14="http://schemas.microsoft.com/office/drawing/2010/main" w="19050">
                <a:solidFill>
                  <a:srgbClr val="FF3300"/>
                </a:solidFill>
                <a:prstDash val="dash"/>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0" lvl="0" indent="0" algn="ctr" eaLnBrk="1" hangingPunct="1">
              <a:spcBef>
                <a:spcPct val="0"/>
              </a:spcBef>
              <a:buClrTx/>
              <a:buFontTx/>
              <a:buNone/>
            </a:pPr>
            <a:r>
              <a:rPr lang="zh-CN" altLang="en-US" sz="1800" b="0">
                <a:latin typeface="Helvetica" pitchFamily="34" charset="0"/>
                <a:ea typeface="楷体_GB2312" pitchFamily="49" charset="-122"/>
              </a:rPr>
              <a:t>处理进程</a:t>
            </a:r>
            <a:endParaRPr lang="en-US" altLang="zh-CN" sz="1800" b="0">
              <a:latin typeface="Helvetica" pitchFamily="34" charset="0"/>
              <a:ea typeface="楷体_GB2312" pitchFamily="49" charset="-122"/>
            </a:endParaRPr>
          </a:p>
        </p:txBody>
      </p:sp>
      <p:sp>
        <p:nvSpPr>
          <p:cNvPr id="22" name="Text Box 16"/>
          <p:cNvSpPr txBox="1">
            <a:spLocks noChangeArrowheads="1"/>
          </p:cNvSpPr>
          <p:nvPr/>
        </p:nvSpPr>
        <p:spPr bwMode="auto">
          <a:xfrm>
            <a:off x="800100" y="4926013"/>
            <a:ext cx="1108075" cy="368300"/>
          </a:xfrm>
          <a:prstGeom prst="rect">
            <a:avLst/>
          </a:prstGeom>
          <a:noFill/>
          <a:ln>
            <a:noFill/>
          </a:ln>
          <a:effectLst/>
          <a:extLst>
            <a:ext uri="{909E8E84-426E-40DD-AFC4-6F175D3DCCD1}">
              <a14:hiddenFill xmlns:a14="http://schemas.microsoft.com/office/drawing/2010/main">
                <a:gradFill rotWithShape="0">
                  <a:gsLst>
                    <a:gs pos="0">
                      <a:schemeClr val="accent1"/>
                    </a:gs>
                    <a:gs pos="100000">
                      <a:srgbClr val="006A4E"/>
                    </a:gs>
                  </a:gsLst>
                  <a:lin ang="5400000" scaled="1"/>
                </a:gradFill>
              </a14:hiddenFill>
            </a:ext>
            <a:ext uri="{91240B29-F687-4F45-9708-019B960494DF}">
              <a14:hiddenLine xmlns:a14="http://schemas.microsoft.com/office/drawing/2010/main" w="19050">
                <a:solidFill>
                  <a:srgbClr val="FF3300"/>
                </a:solidFill>
                <a:prstDash val="dash"/>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0" lvl="0" indent="0" algn="ctr" eaLnBrk="1" hangingPunct="1">
              <a:spcBef>
                <a:spcPct val="0"/>
              </a:spcBef>
              <a:buClrTx/>
              <a:buFontTx/>
              <a:buNone/>
            </a:pPr>
            <a:r>
              <a:rPr lang="zh-CN" altLang="en-US" sz="1800" b="0">
                <a:latin typeface="Helvetica" pitchFamily="34" charset="0"/>
                <a:ea typeface="楷体_GB2312" pitchFamily="49" charset="-122"/>
              </a:rPr>
              <a:t>传送进程</a:t>
            </a:r>
            <a:endParaRPr lang="en-US" altLang="zh-CN" sz="1800" b="0">
              <a:latin typeface="Helvetica" pitchFamily="34" charset="0"/>
              <a:ea typeface="楷体_GB2312" pitchFamily="49" charset="-122"/>
            </a:endParaRPr>
          </a:p>
        </p:txBody>
      </p:sp>
      <p:sp>
        <p:nvSpPr>
          <p:cNvPr id="23" name="Text Box 17"/>
          <p:cNvSpPr txBox="1">
            <a:spLocks noChangeArrowheads="1"/>
          </p:cNvSpPr>
          <p:nvPr/>
        </p:nvSpPr>
        <p:spPr bwMode="auto">
          <a:xfrm>
            <a:off x="800100" y="4494213"/>
            <a:ext cx="1108075" cy="368300"/>
          </a:xfrm>
          <a:prstGeom prst="rect">
            <a:avLst/>
          </a:prstGeom>
          <a:noFill/>
          <a:ln>
            <a:noFill/>
          </a:ln>
          <a:effectLst/>
          <a:extLst>
            <a:ext uri="{909E8E84-426E-40DD-AFC4-6F175D3DCCD1}">
              <a14:hiddenFill xmlns:a14="http://schemas.microsoft.com/office/drawing/2010/main">
                <a:gradFill rotWithShape="0">
                  <a:gsLst>
                    <a:gs pos="0">
                      <a:schemeClr val="accent1"/>
                    </a:gs>
                    <a:gs pos="100000">
                      <a:srgbClr val="006A4E"/>
                    </a:gs>
                  </a:gsLst>
                  <a:lin ang="5400000" scaled="1"/>
                </a:gradFill>
              </a14:hiddenFill>
            </a:ext>
            <a:ext uri="{91240B29-F687-4F45-9708-019B960494DF}">
              <a14:hiddenLine xmlns:a14="http://schemas.microsoft.com/office/drawing/2010/main" w="19050">
                <a:solidFill>
                  <a:srgbClr val="FF3300"/>
                </a:solidFill>
                <a:prstDash val="dash"/>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0" lvl="0" indent="0" algn="ctr" eaLnBrk="1" hangingPunct="1">
              <a:spcBef>
                <a:spcPct val="0"/>
              </a:spcBef>
              <a:buClrTx/>
              <a:buFontTx/>
              <a:buNone/>
            </a:pPr>
            <a:r>
              <a:rPr lang="zh-CN" altLang="en-US" sz="1800" b="0">
                <a:latin typeface="Helvetica" pitchFamily="34" charset="0"/>
                <a:ea typeface="楷体_GB2312" pitchFamily="49" charset="-122"/>
              </a:rPr>
              <a:t>输入进程</a:t>
            </a:r>
            <a:endParaRPr lang="en-US" altLang="zh-CN" sz="1800" b="0">
              <a:latin typeface="Helvetica" pitchFamily="34" charset="0"/>
              <a:ea typeface="楷体_GB2312" pitchFamily="49" charset="-122"/>
            </a:endParaRPr>
          </a:p>
        </p:txBody>
      </p:sp>
      <p:sp>
        <p:nvSpPr>
          <p:cNvPr id="24" name="Text Box 19"/>
          <p:cNvSpPr txBox="1">
            <a:spLocks noChangeArrowheads="1"/>
          </p:cNvSpPr>
          <p:nvPr/>
        </p:nvSpPr>
        <p:spPr bwMode="auto">
          <a:xfrm>
            <a:off x="1752600" y="5899150"/>
            <a:ext cx="298450" cy="338138"/>
          </a:xfrm>
          <a:prstGeom prst="rect">
            <a:avLst/>
          </a:prstGeom>
          <a:noFill/>
          <a:ln>
            <a:noFill/>
          </a:ln>
          <a:effectLst/>
          <a:extLst>
            <a:ext uri="{909E8E84-426E-40DD-AFC4-6F175D3DCCD1}">
              <a14:hiddenFill xmlns:a14="http://schemas.microsoft.com/office/drawing/2010/main">
                <a:gradFill rotWithShape="0">
                  <a:gsLst>
                    <a:gs pos="0">
                      <a:schemeClr val="accent1"/>
                    </a:gs>
                    <a:gs pos="100000">
                      <a:srgbClr val="006A4E"/>
                    </a:gs>
                  </a:gsLst>
                  <a:lin ang="5400000" scaled="1"/>
                </a:gradFill>
              </a14:hiddenFill>
            </a:ext>
            <a:ext uri="{91240B29-F687-4F45-9708-019B960494DF}">
              <a14:hiddenLine xmlns:a14="http://schemas.microsoft.com/office/drawing/2010/main" w="19050">
                <a:solidFill>
                  <a:srgbClr val="FF3300"/>
                </a:solidFill>
                <a:prstDash val="dash"/>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spcBef>
                <a:spcPct val="20000"/>
              </a:spcBef>
              <a:buClr>
                <a:schemeClr val="folHlink"/>
              </a:buClr>
              <a:buSzPct val="60000"/>
              <a:buFont typeface="Wingdings" panose="05000000000000000000" pitchFamily="2" charset="2"/>
              <a:buChar char="n"/>
              <a:defRPr kumimoji="1" sz="3200">
                <a:solidFill>
                  <a:schemeClr val="tx1"/>
                </a:solidFill>
                <a:latin typeface="Times New Roman" panose="02020603050405020304" pitchFamily="18" charset="0"/>
                <a:ea typeface="楷体_GB2312" charset="0"/>
              </a:defRPr>
            </a:lvl1pPr>
            <a:lvl2pPr marL="742950" indent="-285750">
              <a:spcBef>
                <a:spcPct val="20000"/>
              </a:spcBef>
              <a:buClr>
                <a:schemeClr val="hlink"/>
              </a:buClr>
              <a:buSzPct val="55000"/>
              <a:buFont typeface="Wingdings" panose="05000000000000000000" pitchFamily="2" charset="2"/>
              <a:buChar char="Ø"/>
              <a:defRPr kumimoji="1" sz="2800">
                <a:solidFill>
                  <a:schemeClr val="tx1"/>
                </a:solidFill>
                <a:latin typeface="Times New Roman" panose="02020603050405020304" pitchFamily="18" charset="0"/>
                <a:ea typeface="楷体_GB2312" charset="0"/>
              </a:defRPr>
            </a:lvl2pPr>
            <a:lvl3pPr marL="1143000" indent="-228600">
              <a:spcBef>
                <a:spcPct val="20000"/>
              </a:spcBef>
              <a:buClr>
                <a:schemeClr val="folHlink"/>
              </a:buClr>
              <a:buSzPct val="50000"/>
              <a:buFont typeface="Wingdings" panose="05000000000000000000" pitchFamily="2" charset="2"/>
              <a:buChar char="v"/>
              <a:defRPr kumimoji="1" sz="2400">
                <a:solidFill>
                  <a:schemeClr val="tx1"/>
                </a:solidFill>
                <a:latin typeface="Times New Roman" panose="02020603050405020304" pitchFamily="18" charset="0"/>
                <a:ea typeface="楷体_GB2312" charset="0"/>
              </a:defRPr>
            </a:lvl3pPr>
            <a:lvl4pPr marL="1600200" indent="-228600">
              <a:spcBef>
                <a:spcPct val="20000"/>
              </a:spcBef>
              <a:buClr>
                <a:schemeClr val="accent2"/>
              </a:buClr>
              <a:buSzPct val="55000"/>
              <a:buChar char="•"/>
              <a:defRPr kumimoji="1" sz="2000">
                <a:solidFill>
                  <a:schemeClr val="tx1"/>
                </a:solidFill>
                <a:latin typeface="Times New Roman" panose="02020603050405020304" pitchFamily="18" charset="0"/>
                <a:ea typeface="楷体_GB2312" charset="0"/>
              </a:defRPr>
            </a:lvl4pPr>
            <a:lvl5pPr marL="2057400" indent="-228600">
              <a:spcBef>
                <a:spcPct val="20000"/>
              </a:spcBef>
              <a:buClr>
                <a:schemeClr val="accent1"/>
              </a:buClr>
              <a:buSzPct val="50000"/>
              <a:buFont typeface="Wingdings" panose="05000000000000000000" pitchFamily="2" charset="2"/>
              <a:buChar char="ü"/>
              <a:defRPr kumimoji="1" sz="2000">
                <a:solidFill>
                  <a:schemeClr val="tx1"/>
                </a:solidFill>
                <a:latin typeface="Times New Roman" panose="02020603050405020304" pitchFamily="18" charset="0"/>
                <a:ea typeface="楷体_GB2312"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ü"/>
              <a:defRPr kumimoji="1" sz="2000">
                <a:solidFill>
                  <a:schemeClr val="tx1"/>
                </a:solidFill>
                <a:latin typeface="Times New Roman" panose="02020603050405020304" pitchFamily="18" charset="0"/>
                <a:ea typeface="楷体_GB2312"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ü"/>
              <a:defRPr kumimoji="1" sz="2000">
                <a:solidFill>
                  <a:schemeClr val="tx1"/>
                </a:solidFill>
                <a:latin typeface="Times New Roman" panose="02020603050405020304" pitchFamily="18" charset="0"/>
                <a:ea typeface="楷体_GB2312"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ü"/>
              <a:defRPr kumimoji="1" sz="2000">
                <a:solidFill>
                  <a:schemeClr val="tx1"/>
                </a:solidFill>
                <a:latin typeface="Times New Roman" panose="02020603050405020304" pitchFamily="18" charset="0"/>
                <a:ea typeface="楷体_GB2312"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ü"/>
              <a:defRPr kumimoji="1" sz="2000">
                <a:solidFill>
                  <a:schemeClr val="tx1"/>
                </a:solidFill>
                <a:latin typeface="Times New Roman" panose="02020603050405020304" pitchFamily="18" charset="0"/>
                <a:ea typeface="楷体_GB2312" charset="0"/>
              </a:defRPr>
            </a:lvl9p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600" b="0" i="0" u="none" strike="noStrike" kern="1200" cap="none" spc="0" normalizeH="0" baseline="0" noProof="0">
                <a:ln>
                  <a:noFill/>
                </a:ln>
                <a:solidFill>
                  <a:schemeClr val="accent2"/>
                </a:solidFill>
                <a:effectLst/>
                <a:uLnTx/>
                <a:uFillTx/>
                <a:latin typeface="Helvetica" pitchFamily="34" charset="0"/>
                <a:ea typeface="楷体_GB2312" charset="0"/>
                <a:cs typeface="+mn-cs"/>
              </a:rPr>
              <a:t>0</a:t>
            </a:r>
          </a:p>
        </p:txBody>
      </p:sp>
      <p:sp>
        <p:nvSpPr>
          <p:cNvPr id="25" name="Text Box 25"/>
          <p:cNvSpPr txBox="1">
            <a:spLocks noChangeArrowheads="1"/>
          </p:cNvSpPr>
          <p:nvPr/>
        </p:nvSpPr>
        <p:spPr bwMode="auto">
          <a:xfrm>
            <a:off x="8604250" y="5735638"/>
            <a:ext cx="569913" cy="336550"/>
          </a:xfrm>
          <a:prstGeom prst="rect">
            <a:avLst/>
          </a:prstGeom>
          <a:noFill/>
          <a:ln>
            <a:noFill/>
          </a:ln>
          <a:effectLst/>
          <a:extLst>
            <a:ext uri="{909E8E84-426E-40DD-AFC4-6F175D3DCCD1}">
              <a14:hiddenFill xmlns:a14="http://schemas.microsoft.com/office/drawing/2010/main">
                <a:gradFill rotWithShape="0">
                  <a:gsLst>
                    <a:gs pos="0">
                      <a:schemeClr val="accent1"/>
                    </a:gs>
                    <a:gs pos="100000">
                      <a:srgbClr val="006A4E"/>
                    </a:gs>
                  </a:gsLst>
                  <a:lin ang="5400000" scaled="1"/>
                </a:gradFill>
              </a14:hiddenFill>
            </a:ext>
            <a:ext uri="{91240B29-F687-4F45-9708-019B960494DF}">
              <a14:hiddenLine xmlns:a14="http://schemas.microsoft.com/office/drawing/2010/main" w="19050">
                <a:solidFill>
                  <a:srgbClr val="FF3300"/>
                </a:solidFill>
                <a:prstDash val="dash"/>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spcBef>
                <a:spcPct val="20000"/>
              </a:spcBef>
              <a:buClr>
                <a:schemeClr val="folHlink"/>
              </a:buClr>
              <a:buSzPct val="60000"/>
              <a:buFont typeface="Wingdings" panose="05000000000000000000" pitchFamily="2" charset="2"/>
              <a:buChar char="n"/>
              <a:defRPr kumimoji="1" sz="3200">
                <a:solidFill>
                  <a:schemeClr val="tx1"/>
                </a:solidFill>
                <a:latin typeface="Times New Roman" panose="02020603050405020304" pitchFamily="18" charset="0"/>
                <a:ea typeface="楷体_GB2312" charset="0"/>
              </a:defRPr>
            </a:lvl1pPr>
            <a:lvl2pPr marL="742950" indent="-285750">
              <a:spcBef>
                <a:spcPct val="20000"/>
              </a:spcBef>
              <a:buClr>
                <a:schemeClr val="hlink"/>
              </a:buClr>
              <a:buSzPct val="55000"/>
              <a:buFont typeface="Wingdings" panose="05000000000000000000" pitchFamily="2" charset="2"/>
              <a:buChar char="Ø"/>
              <a:defRPr kumimoji="1" sz="2800">
                <a:solidFill>
                  <a:schemeClr val="tx1"/>
                </a:solidFill>
                <a:latin typeface="Times New Roman" panose="02020603050405020304" pitchFamily="18" charset="0"/>
                <a:ea typeface="楷体_GB2312" charset="0"/>
              </a:defRPr>
            </a:lvl2pPr>
            <a:lvl3pPr marL="1143000" indent="-228600">
              <a:spcBef>
                <a:spcPct val="20000"/>
              </a:spcBef>
              <a:buClr>
                <a:schemeClr val="folHlink"/>
              </a:buClr>
              <a:buSzPct val="50000"/>
              <a:buFont typeface="Wingdings" panose="05000000000000000000" pitchFamily="2" charset="2"/>
              <a:buChar char="v"/>
              <a:defRPr kumimoji="1" sz="2400">
                <a:solidFill>
                  <a:schemeClr val="tx1"/>
                </a:solidFill>
                <a:latin typeface="Times New Roman" panose="02020603050405020304" pitchFamily="18" charset="0"/>
                <a:ea typeface="楷体_GB2312" charset="0"/>
              </a:defRPr>
            </a:lvl3pPr>
            <a:lvl4pPr marL="1600200" indent="-228600">
              <a:spcBef>
                <a:spcPct val="20000"/>
              </a:spcBef>
              <a:buClr>
                <a:schemeClr val="accent2"/>
              </a:buClr>
              <a:buSzPct val="55000"/>
              <a:buChar char="•"/>
              <a:defRPr kumimoji="1" sz="2000">
                <a:solidFill>
                  <a:schemeClr val="tx1"/>
                </a:solidFill>
                <a:latin typeface="Times New Roman" panose="02020603050405020304" pitchFamily="18" charset="0"/>
                <a:ea typeface="楷体_GB2312" charset="0"/>
              </a:defRPr>
            </a:lvl4pPr>
            <a:lvl5pPr marL="2057400" indent="-228600">
              <a:spcBef>
                <a:spcPct val="20000"/>
              </a:spcBef>
              <a:buClr>
                <a:schemeClr val="accent1"/>
              </a:buClr>
              <a:buSzPct val="50000"/>
              <a:buFont typeface="Wingdings" panose="05000000000000000000" pitchFamily="2" charset="2"/>
              <a:buChar char="ü"/>
              <a:defRPr kumimoji="1" sz="2000">
                <a:solidFill>
                  <a:schemeClr val="tx1"/>
                </a:solidFill>
                <a:latin typeface="Times New Roman" panose="02020603050405020304" pitchFamily="18" charset="0"/>
                <a:ea typeface="楷体_GB2312"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ü"/>
              <a:defRPr kumimoji="1" sz="2000">
                <a:solidFill>
                  <a:schemeClr val="tx1"/>
                </a:solidFill>
                <a:latin typeface="Times New Roman" panose="02020603050405020304" pitchFamily="18" charset="0"/>
                <a:ea typeface="楷体_GB2312"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ü"/>
              <a:defRPr kumimoji="1" sz="2000">
                <a:solidFill>
                  <a:schemeClr val="tx1"/>
                </a:solidFill>
                <a:latin typeface="Times New Roman" panose="02020603050405020304" pitchFamily="18" charset="0"/>
                <a:ea typeface="楷体_GB2312"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ü"/>
              <a:defRPr kumimoji="1" sz="2000">
                <a:solidFill>
                  <a:schemeClr val="tx1"/>
                </a:solidFill>
                <a:latin typeface="Times New Roman" panose="02020603050405020304" pitchFamily="18" charset="0"/>
                <a:ea typeface="楷体_GB2312"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ü"/>
              <a:defRPr kumimoji="1" sz="2000">
                <a:solidFill>
                  <a:schemeClr val="tx1"/>
                </a:solidFill>
                <a:latin typeface="Times New Roman" panose="02020603050405020304" pitchFamily="18" charset="0"/>
                <a:ea typeface="楷体_GB2312" charset="0"/>
              </a:defRPr>
            </a:lvl9p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600" b="0" i="0" u="none" strike="noStrike" kern="1200" cap="none" spc="0" normalizeH="0" baseline="0" noProof="0">
                <a:ln>
                  <a:noFill/>
                </a:ln>
                <a:solidFill>
                  <a:schemeClr val="hlink"/>
                </a:solidFill>
                <a:effectLst/>
                <a:uLnTx/>
                <a:uFillTx/>
                <a:latin typeface="Helvetica" pitchFamily="34" charset="0"/>
                <a:ea typeface="楷体_GB2312" charset="0"/>
                <a:cs typeface="+mn-cs"/>
              </a:rPr>
              <a:t>time</a:t>
            </a:r>
          </a:p>
        </p:txBody>
      </p:sp>
      <p:sp>
        <p:nvSpPr>
          <p:cNvPr id="27" name="Line 12"/>
          <p:cNvSpPr>
            <a:spLocks noChangeShapeType="1"/>
          </p:cNvSpPr>
          <p:nvPr/>
        </p:nvSpPr>
        <p:spPr bwMode="auto">
          <a:xfrm flipH="1" flipV="1">
            <a:off x="5076825" y="4300538"/>
            <a:ext cx="0" cy="1727200"/>
          </a:xfrm>
          <a:prstGeom prst="line">
            <a:avLst/>
          </a:prstGeom>
          <a:noFill/>
          <a:ln w="19050">
            <a:solidFill>
              <a:schemeClr val="folHlink"/>
            </a:solidFill>
            <a:prstDash val="dash"/>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schemeClr val="tx1"/>
              </a:solidFill>
              <a:effectLst/>
              <a:uLnTx/>
              <a:uFillTx/>
              <a:latin typeface="Times New Roman" panose="02020603050405020304" pitchFamily="18" charset="0"/>
              <a:ea typeface="黑体" panose="02010609060101010101" pitchFamily="49" charset="-122"/>
              <a:cs typeface="+mn-cs"/>
            </a:endParaRPr>
          </a:p>
        </p:txBody>
      </p:sp>
      <p:sp>
        <p:nvSpPr>
          <p:cNvPr id="28" name="Line 12"/>
          <p:cNvSpPr>
            <a:spLocks noChangeShapeType="1"/>
          </p:cNvSpPr>
          <p:nvPr/>
        </p:nvSpPr>
        <p:spPr bwMode="auto">
          <a:xfrm flipH="1" flipV="1">
            <a:off x="5795963" y="4278313"/>
            <a:ext cx="0" cy="1727200"/>
          </a:xfrm>
          <a:prstGeom prst="line">
            <a:avLst/>
          </a:prstGeom>
          <a:noFill/>
          <a:ln w="19050">
            <a:solidFill>
              <a:schemeClr val="folHlink"/>
            </a:solidFill>
            <a:prstDash val="dash"/>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schemeClr val="tx1"/>
              </a:solidFill>
              <a:effectLst/>
              <a:uLnTx/>
              <a:uFillTx/>
              <a:latin typeface="Times New Roman" panose="02020603050405020304" pitchFamily="18" charset="0"/>
              <a:ea typeface="黑体" panose="02010609060101010101" pitchFamily="49" charset="-122"/>
              <a:cs typeface="+mn-cs"/>
            </a:endParaRPr>
          </a:p>
        </p:txBody>
      </p:sp>
      <p:sp>
        <p:nvSpPr>
          <p:cNvPr id="30" name="Line 27"/>
          <p:cNvSpPr>
            <a:spLocks noChangeShapeType="1"/>
          </p:cNvSpPr>
          <p:nvPr/>
        </p:nvSpPr>
        <p:spPr bwMode="auto">
          <a:xfrm>
            <a:off x="3000375" y="5141913"/>
            <a:ext cx="608013" cy="6350"/>
          </a:xfrm>
          <a:prstGeom prst="line">
            <a:avLst/>
          </a:prstGeom>
          <a:noFill/>
          <a:ln w="38100">
            <a:solidFill>
              <a:srgbClr val="FF33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schemeClr val="tx1"/>
              </a:solidFill>
              <a:effectLst/>
              <a:uLnTx/>
              <a:uFillTx/>
              <a:latin typeface="Times New Roman" panose="02020603050405020304" pitchFamily="18" charset="0"/>
              <a:ea typeface="黑体" panose="02010609060101010101" pitchFamily="49" charset="-122"/>
              <a:cs typeface="+mn-cs"/>
            </a:endParaRPr>
          </a:p>
        </p:txBody>
      </p:sp>
      <p:sp>
        <p:nvSpPr>
          <p:cNvPr id="31" name="Line 27"/>
          <p:cNvSpPr>
            <a:spLocks noChangeShapeType="1"/>
          </p:cNvSpPr>
          <p:nvPr/>
        </p:nvSpPr>
        <p:spPr bwMode="auto">
          <a:xfrm flipV="1">
            <a:off x="3675063" y="5572125"/>
            <a:ext cx="773113" cy="1588"/>
          </a:xfrm>
          <a:prstGeom prst="line">
            <a:avLst/>
          </a:prstGeom>
          <a:noFill/>
          <a:ln w="38100">
            <a:solidFill>
              <a:srgbClr val="FF33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schemeClr val="tx1"/>
              </a:solidFill>
              <a:effectLst/>
              <a:uLnTx/>
              <a:uFillTx/>
              <a:latin typeface="Times New Roman" panose="02020603050405020304" pitchFamily="18" charset="0"/>
              <a:ea typeface="黑体" panose="02010609060101010101" pitchFamily="49" charset="-122"/>
              <a:cs typeface="+mn-cs"/>
            </a:endParaRPr>
          </a:p>
        </p:txBody>
      </p:sp>
      <p:sp>
        <p:nvSpPr>
          <p:cNvPr id="32" name="Line 27"/>
          <p:cNvSpPr>
            <a:spLocks noChangeShapeType="1"/>
          </p:cNvSpPr>
          <p:nvPr/>
        </p:nvSpPr>
        <p:spPr bwMode="auto">
          <a:xfrm>
            <a:off x="2987675" y="4745038"/>
            <a:ext cx="927100" cy="6350"/>
          </a:xfrm>
          <a:prstGeom prst="line">
            <a:avLst/>
          </a:prstGeom>
        </p:spPr>
        <p:style>
          <a:lnRef idx="2">
            <a:schemeClr val="accent1"/>
          </a:lnRef>
          <a:fillRef idx="1">
            <a:schemeClr val="lt1"/>
          </a:fillRef>
          <a:effectRef idx="0">
            <a:schemeClr val="accent1"/>
          </a:effectRef>
          <a:fontRef idx="minor">
            <a:schemeClr val="dk1"/>
          </a:fontRef>
        </p:style>
        <p:txBody>
          <a:bodyPr wrap="none" anchor="ct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schemeClr val="dk1"/>
              </a:solidFill>
              <a:effectLst/>
              <a:uLnTx/>
              <a:uFillTx/>
              <a:latin typeface="+mn-lt"/>
              <a:ea typeface="+mn-ea"/>
              <a:cs typeface="+mn-cs"/>
            </a:endParaRPr>
          </a:p>
        </p:txBody>
      </p:sp>
      <p:sp>
        <p:nvSpPr>
          <p:cNvPr id="33" name="Line 27"/>
          <p:cNvSpPr>
            <a:spLocks noChangeShapeType="1"/>
          </p:cNvSpPr>
          <p:nvPr/>
        </p:nvSpPr>
        <p:spPr bwMode="auto">
          <a:xfrm>
            <a:off x="4427538" y="5140325"/>
            <a:ext cx="628650" cy="12700"/>
          </a:xfrm>
          <a:prstGeom prst="line">
            <a:avLst/>
          </a:prstGeom>
          <a:noFill/>
          <a:ln w="38100">
            <a:solidFill>
              <a:srgbClr val="FF33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schemeClr val="tx1"/>
              </a:solidFill>
              <a:effectLst/>
              <a:uLnTx/>
              <a:uFillTx/>
              <a:latin typeface="Times New Roman" panose="02020603050405020304" pitchFamily="18" charset="0"/>
              <a:ea typeface="黑体" panose="02010609060101010101" pitchFamily="49" charset="-122"/>
              <a:cs typeface="+mn-cs"/>
            </a:endParaRPr>
          </a:p>
        </p:txBody>
      </p:sp>
      <p:sp>
        <p:nvSpPr>
          <p:cNvPr id="34" name="Line 27"/>
          <p:cNvSpPr>
            <a:spLocks noChangeShapeType="1"/>
          </p:cNvSpPr>
          <p:nvPr/>
        </p:nvSpPr>
        <p:spPr bwMode="auto">
          <a:xfrm>
            <a:off x="5076825" y="5567363"/>
            <a:ext cx="698500" cy="6350"/>
          </a:xfrm>
          <a:prstGeom prst="line">
            <a:avLst/>
          </a:prstGeom>
          <a:noFill/>
          <a:ln w="38100">
            <a:solidFill>
              <a:srgbClr val="FF33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schemeClr val="tx1"/>
              </a:solidFill>
              <a:effectLst/>
              <a:uLnTx/>
              <a:uFillTx/>
              <a:latin typeface="Times New Roman" panose="02020603050405020304" pitchFamily="18" charset="0"/>
              <a:ea typeface="黑体" panose="02010609060101010101" pitchFamily="49" charset="-122"/>
              <a:cs typeface="+mn-cs"/>
            </a:endParaRPr>
          </a:p>
        </p:txBody>
      </p:sp>
      <p:sp>
        <p:nvSpPr>
          <p:cNvPr id="36" name="Line 27"/>
          <p:cNvSpPr>
            <a:spLocks noChangeShapeType="1"/>
          </p:cNvSpPr>
          <p:nvPr/>
        </p:nvSpPr>
        <p:spPr bwMode="auto">
          <a:xfrm>
            <a:off x="5795963" y="5140325"/>
            <a:ext cx="608013" cy="6350"/>
          </a:xfrm>
          <a:prstGeom prst="line">
            <a:avLst/>
          </a:prstGeom>
          <a:noFill/>
          <a:ln w="38100">
            <a:solidFill>
              <a:srgbClr val="FF33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schemeClr val="tx1"/>
              </a:solidFill>
              <a:effectLst/>
              <a:uLnTx/>
              <a:uFillTx/>
              <a:latin typeface="Times New Roman" panose="02020603050405020304" pitchFamily="18" charset="0"/>
              <a:ea typeface="黑体" panose="02010609060101010101" pitchFamily="49" charset="-122"/>
              <a:cs typeface="+mn-cs"/>
            </a:endParaRPr>
          </a:p>
        </p:txBody>
      </p:sp>
      <p:sp>
        <p:nvSpPr>
          <p:cNvPr id="37" name="Line 12"/>
          <p:cNvSpPr>
            <a:spLocks noChangeShapeType="1"/>
          </p:cNvSpPr>
          <p:nvPr/>
        </p:nvSpPr>
        <p:spPr bwMode="auto">
          <a:xfrm flipH="1" flipV="1">
            <a:off x="7092950" y="4308475"/>
            <a:ext cx="0" cy="1727200"/>
          </a:xfrm>
          <a:prstGeom prst="line">
            <a:avLst/>
          </a:prstGeom>
          <a:noFill/>
          <a:ln w="19050">
            <a:solidFill>
              <a:schemeClr val="folHlink"/>
            </a:solidFill>
            <a:prstDash val="dash"/>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schemeClr val="tx1"/>
              </a:solidFill>
              <a:effectLst/>
              <a:uLnTx/>
              <a:uFillTx/>
              <a:latin typeface="Times New Roman" panose="02020603050405020304" pitchFamily="18" charset="0"/>
              <a:ea typeface="黑体" panose="02010609060101010101" pitchFamily="49" charset="-122"/>
              <a:cs typeface="+mn-cs"/>
            </a:endParaRPr>
          </a:p>
        </p:txBody>
      </p:sp>
      <p:sp>
        <p:nvSpPr>
          <p:cNvPr id="38" name="Line 27"/>
          <p:cNvSpPr>
            <a:spLocks noChangeShapeType="1"/>
          </p:cNvSpPr>
          <p:nvPr/>
        </p:nvSpPr>
        <p:spPr bwMode="auto">
          <a:xfrm>
            <a:off x="6372225" y="5565775"/>
            <a:ext cx="720725" cy="23813"/>
          </a:xfrm>
          <a:prstGeom prst="line">
            <a:avLst/>
          </a:prstGeom>
          <a:noFill/>
          <a:ln w="38100">
            <a:solidFill>
              <a:srgbClr val="FF33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schemeClr val="tx1"/>
              </a:solidFill>
              <a:effectLst/>
              <a:uLnTx/>
              <a:uFillTx/>
              <a:latin typeface="Times New Roman" panose="02020603050405020304" pitchFamily="18" charset="0"/>
              <a:ea typeface="黑体" panose="02010609060101010101" pitchFamily="49" charset="-122"/>
              <a:cs typeface="+mn-cs"/>
            </a:endParaRPr>
          </a:p>
        </p:txBody>
      </p:sp>
      <p:sp>
        <p:nvSpPr>
          <p:cNvPr id="40" name="文本框 39"/>
          <p:cNvSpPr txBox="1"/>
          <p:nvPr/>
        </p:nvSpPr>
        <p:spPr>
          <a:xfrm>
            <a:off x="2336800" y="4381500"/>
            <a:ext cx="569913" cy="40005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0" lvl="0" indent="0">
              <a:spcBef>
                <a:spcPct val="0"/>
              </a:spcBef>
              <a:buClrTx/>
              <a:buFontTx/>
              <a:buNone/>
            </a:pPr>
            <a:r>
              <a:rPr lang="zh-CN" altLang="en-US" sz="2000" b="0"/>
              <a:t>入</a:t>
            </a:r>
            <a:r>
              <a:rPr lang="en-US" altLang="zh-CN" sz="2000" b="0"/>
              <a:t>1</a:t>
            </a:r>
            <a:endParaRPr lang="zh-CN" altLang="en-US" sz="2000" b="0"/>
          </a:p>
        </p:txBody>
      </p:sp>
      <p:sp>
        <p:nvSpPr>
          <p:cNvPr id="41" name="文本框 40"/>
          <p:cNvSpPr txBox="1"/>
          <p:nvPr/>
        </p:nvSpPr>
        <p:spPr>
          <a:xfrm>
            <a:off x="3065463" y="4781550"/>
            <a:ext cx="569912" cy="40005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0" lvl="0" indent="0">
              <a:spcBef>
                <a:spcPct val="0"/>
              </a:spcBef>
              <a:buClrTx/>
              <a:buFontTx/>
              <a:buNone/>
            </a:pPr>
            <a:r>
              <a:rPr lang="zh-CN" altLang="en-US" sz="2000" b="0"/>
              <a:t>出</a:t>
            </a:r>
            <a:r>
              <a:rPr lang="en-US" altLang="zh-CN" sz="2000" b="0"/>
              <a:t>1</a:t>
            </a:r>
            <a:endParaRPr lang="zh-CN" altLang="en-US" sz="2000" b="0"/>
          </a:p>
        </p:txBody>
      </p:sp>
      <p:sp>
        <p:nvSpPr>
          <p:cNvPr id="42" name="文本框 41"/>
          <p:cNvSpPr txBox="1"/>
          <p:nvPr/>
        </p:nvSpPr>
        <p:spPr>
          <a:xfrm>
            <a:off x="3203575" y="4308475"/>
            <a:ext cx="569913" cy="400050"/>
          </a:xfrm>
          <a:prstGeom prst="rect">
            <a:avLst/>
          </a:prstGeom>
          <a:noFill/>
          <a:ln>
            <a:noFill/>
          </a:ln>
        </p:spPr>
        <p:style>
          <a:lnRef idx="2">
            <a:schemeClr val="accent1"/>
          </a:lnRef>
          <a:fillRef idx="1">
            <a:schemeClr val="lt1"/>
          </a:fillRef>
          <a:effectRef idx="0">
            <a:schemeClr val="accent1"/>
          </a:effectRef>
          <a:fontRef idx="minor">
            <a:schemeClr val="dk1"/>
          </a:fontRef>
        </p:style>
        <p:txBody>
          <a:bodyPr wrap="none">
            <a:spAutoFit/>
          </a:bodyPr>
          <a:lstStyle/>
          <a:p>
            <a:pPr marL="0" marR="0" lvl="0" indent="0" algn="l" defTabSz="914400" rtl="0" eaLnBrk="0" fontAlgn="base" latinLnBrk="0" hangingPunct="0">
              <a:lnSpc>
                <a:spcPct val="100000"/>
              </a:lnSpc>
              <a:spcBef>
                <a:spcPct val="0"/>
              </a:spcBef>
              <a:spcAft>
                <a:spcPct val="0"/>
              </a:spcAft>
              <a:buClrTx/>
              <a:buSzTx/>
              <a:buFontTx/>
              <a:buNone/>
              <a:defRPr/>
            </a:pPr>
            <a:r>
              <a:rPr kumimoji="1" lang="zh-CN" altLang="en-US" sz="2000" b="0" i="0" u="none" strike="noStrike" kern="1200" cap="none" spc="0" normalizeH="0" baseline="0" noProof="0" dirty="0">
                <a:ln>
                  <a:noFill/>
                </a:ln>
                <a:solidFill>
                  <a:schemeClr val="dk1"/>
                </a:solidFill>
                <a:effectLst/>
                <a:uLnTx/>
                <a:uFillTx/>
                <a:latin typeface="+mn-lt"/>
                <a:ea typeface="+mn-ea"/>
                <a:cs typeface="+mn-cs"/>
              </a:rPr>
              <a:t>入</a:t>
            </a:r>
            <a:r>
              <a:rPr kumimoji="1" lang="en-US" altLang="zh-CN" sz="2000" b="0" i="0" u="none" strike="noStrike" kern="1200" cap="none" spc="0" normalizeH="0" baseline="0" noProof="0" dirty="0">
                <a:ln>
                  <a:noFill/>
                </a:ln>
                <a:solidFill>
                  <a:schemeClr val="dk1"/>
                </a:solidFill>
                <a:effectLst/>
                <a:uLnTx/>
                <a:uFillTx/>
                <a:latin typeface="+mn-lt"/>
                <a:ea typeface="+mn-ea"/>
                <a:cs typeface="+mn-cs"/>
              </a:rPr>
              <a:t>2</a:t>
            </a:r>
            <a:endParaRPr kumimoji="1" lang="zh-CN" altLang="en-US" sz="2000" b="0" i="0" u="none" strike="noStrike" kern="1200" cap="none" spc="0" normalizeH="0" baseline="0" noProof="0" dirty="0">
              <a:ln>
                <a:noFill/>
              </a:ln>
              <a:solidFill>
                <a:schemeClr val="dk1"/>
              </a:solidFill>
              <a:effectLst/>
              <a:uLnTx/>
              <a:uFillTx/>
              <a:latin typeface="+mn-lt"/>
              <a:ea typeface="+mn-ea"/>
              <a:cs typeface="+mn-cs"/>
            </a:endParaRPr>
          </a:p>
        </p:txBody>
      </p:sp>
      <p:sp>
        <p:nvSpPr>
          <p:cNvPr id="43" name="文本框 42"/>
          <p:cNvSpPr txBox="1"/>
          <p:nvPr/>
        </p:nvSpPr>
        <p:spPr>
          <a:xfrm>
            <a:off x="4217988" y="4292600"/>
            <a:ext cx="569912" cy="40005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0" lvl="0" indent="0">
              <a:spcBef>
                <a:spcPct val="0"/>
              </a:spcBef>
              <a:buClrTx/>
              <a:buFontTx/>
              <a:buNone/>
            </a:pPr>
            <a:r>
              <a:rPr lang="zh-CN" altLang="en-US" sz="2000" b="0"/>
              <a:t>入</a:t>
            </a:r>
            <a:r>
              <a:rPr lang="en-US" altLang="zh-CN" sz="2000" b="0"/>
              <a:t>1</a:t>
            </a:r>
            <a:endParaRPr lang="zh-CN" altLang="en-US" sz="2000" b="0"/>
          </a:p>
        </p:txBody>
      </p:sp>
      <p:sp>
        <p:nvSpPr>
          <p:cNvPr id="44" name="文本框 43"/>
          <p:cNvSpPr txBox="1"/>
          <p:nvPr/>
        </p:nvSpPr>
        <p:spPr>
          <a:xfrm>
            <a:off x="5364163" y="4324350"/>
            <a:ext cx="569912" cy="40005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0" lvl="0" indent="0">
              <a:spcBef>
                <a:spcPct val="0"/>
              </a:spcBef>
              <a:buClrTx/>
              <a:buFontTx/>
              <a:buNone/>
            </a:pPr>
            <a:r>
              <a:rPr lang="zh-CN" altLang="en-US" sz="2000" b="0"/>
              <a:t>入</a:t>
            </a:r>
            <a:r>
              <a:rPr lang="en-US" altLang="zh-CN" sz="2000" b="0"/>
              <a:t>2</a:t>
            </a:r>
            <a:endParaRPr lang="zh-CN" altLang="en-US" sz="2000" b="0"/>
          </a:p>
        </p:txBody>
      </p:sp>
      <p:sp>
        <p:nvSpPr>
          <p:cNvPr id="45" name="文本框 44"/>
          <p:cNvSpPr txBox="1"/>
          <p:nvPr/>
        </p:nvSpPr>
        <p:spPr>
          <a:xfrm>
            <a:off x="4500563" y="4740275"/>
            <a:ext cx="568325" cy="40005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0" lvl="0" indent="0">
              <a:spcBef>
                <a:spcPct val="0"/>
              </a:spcBef>
              <a:buClrTx/>
              <a:buFontTx/>
              <a:buNone/>
            </a:pPr>
            <a:r>
              <a:rPr lang="zh-CN" altLang="en-US" sz="2000" b="0"/>
              <a:t>出</a:t>
            </a:r>
            <a:r>
              <a:rPr lang="en-US" altLang="zh-CN" sz="2000" b="0"/>
              <a:t>2</a:t>
            </a:r>
            <a:endParaRPr lang="zh-CN" altLang="en-US" sz="2000" b="0"/>
          </a:p>
        </p:txBody>
      </p:sp>
      <p:sp>
        <p:nvSpPr>
          <p:cNvPr id="46" name="文本框 45"/>
          <p:cNvSpPr txBox="1"/>
          <p:nvPr/>
        </p:nvSpPr>
        <p:spPr>
          <a:xfrm>
            <a:off x="5867400" y="4757738"/>
            <a:ext cx="569913" cy="40005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0" lvl="0" indent="0">
              <a:spcBef>
                <a:spcPct val="0"/>
              </a:spcBef>
              <a:buClrTx/>
              <a:buFontTx/>
              <a:buNone/>
            </a:pPr>
            <a:r>
              <a:rPr lang="zh-CN" altLang="en-US" sz="2000" b="0"/>
              <a:t>出</a:t>
            </a:r>
            <a:r>
              <a:rPr lang="en-US" altLang="zh-CN" sz="2000" b="0"/>
              <a:t>1</a:t>
            </a:r>
            <a:endParaRPr lang="zh-CN" altLang="en-US" sz="2000" b="0"/>
          </a:p>
        </p:txBody>
      </p:sp>
      <p:sp>
        <p:nvSpPr>
          <p:cNvPr id="47" name="文本框 46"/>
          <p:cNvSpPr txBox="1"/>
          <p:nvPr/>
        </p:nvSpPr>
        <p:spPr>
          <a:xfrm>
            <a:off x="3776663" y="5172075"/>
            <a:ext cx="569912" cy="401638"/>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0" lvl="0" indent="0">
              <a:spcBef>
                <a:spcPct val="0"/>
              </a:spcBef>
              <a:buClrTx/>
              <a:buFontTx/>
              <a:buNone/>
            </a:pPr>
            <a:r>
              <a:rPr lang="zh-CN" altLang="en-US" sz="2000" b="0"/>
              <a:t>计</a:t>
            </a:r>
            <a:r>
              <a:rPr lang="en-US" altLang="zh-CN" sz="2000" b="0"/>
              <a:t>1</a:t>
            </a:r>
            <a:endParaRPr lang="zh-CN" altLang="en-US" sz="2000" b="0"/>
          </a:p>
        </p:txBody>
      </p:sp>
      <p:sp>
        <p:nvSpPr>
          <p:cNvPr id="48" name="文本框 47"/>
          <p:cNvSpPr txBox="1"/>
          <p:nvPr/>
        </p:nvSpPr>
        <p:spPr>
          <a:xfrm>
            <a:off x="5216525" y="5100638"/>
            <a:ext cx="569913" cy="40005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0" lvl="0" indent="0">
              <a:spcBef>
                <a:spcPct val="0"/>
              </a:spcBef>
              <a:buClrTx/>
              <a:buFontTx/>
              <a:buNone/>
            </a:pPr>
            <a:r>
              <a:rPr lang="zh-CN" altLang="en-US" sz="2000" b="0"/>
              <a:t>计</a:t>
            </a:r>
            <a:r>
              <a:rPr lang="en-US" altLang="zh-CN" sz="2000" b="0"/>
              <a:t>2</a:t>
            </a:r>
            <a:endParaRPr lang="zh-CN" altLang="en-US" sz="2000" b="0"/>
          </a:p>
        </p:txBody>
      </p:sp>
      <p:sp>
        <p:nvSpPr>
          <p:cNvPr id="49" name="文本框 48"/>
          <p:cNvSpPr txBox="1"/>
          <p:nvPr/>
        </p:nvSpPr>
        <p:spPr>
          <a:xfrm>
            <a:off x="6588125" y="5140325"/>
            <a:ext cx="569913" cy="40005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0" lvl="0" indent="0">
              <a:spcBef>
                <a:spcPct val="0"/>
              </a:spcBef>
              <a:buClrTx/>
              <a:buFontTx/>
              <a:buNone/>
            </a:pPr>
            <a:r>
              <a:rPr lang="zh-CN" altLang="en-US" sz="2000" b="0"/>
              <a:t>计</a:t>
            </a:r>
            <a:r>
              <a:rPr lang="en-US" altLang="zh-CN" sz="2000" b="0"/>
              <a:t>1</a:t>
            </a:r>
            <a:endParaRPr lang="zh-CN" altLang="en-US" sz="2000" b="0"/>
          </a:p>
        </p:txBody>
      </p:sp>
      <p:sp>
        <p:nvSpPr>
          <p:cNvPr id="71718" name="文本框 2"/>
          <p:cNvSpPr txBox="1"/>
          <p:nvPr/>
        </p:nvSpPr>
        <p:spPr>
          <a:xfrm>
            <a:off x="2562225" y="3660775"/>
            <a:ext cx="1541463" cy="40005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0" lvl="0" indent="0">
              <a:spcBef>
                <a:spcPct val="0"/>
              </a:spcBef>
              <a:buClrTx/>
              <a:buFontTx/>
              <a:buNone/>
            </a:pPr>
            <a:r>
              <a:rPr lang="zh-CN" altLang="en-US" sz="2000" b="0"/>
              <a:t>假如</a:t>
            </a:r>
            <a:r>
              <a:rPr lang="en-US" altLang="zh-CN" sz="2000" b="0"/>
              <a:t>T&lt;C+M</a:t>
            </a:r>
            <a:endParaRPr lang="zh-CN" altLang="en-US" sz="2000" b="0"/>
          </a:p>
        </p:txBody>
      </p:sp>
      <p:sp>
        <p:nvSpPr>
          <p:cNvPr id="57" name="Line 27"/>
          <p:cNvSpPr>
            <a:spLocks noChangeShapeType="1"/>
          </p:cNvSpPr>
          <p:nvPr/>
        </p:nvSpPr>
        <p:spPr bwMode="auto">
          <a:xfrm>
            <a:off x="1944688" y="4725988"/>
            <a:ext cx="1055688" cy="14288"/>
          </a:xfrm>
          <a:prstGeom prst="line">
            <a:avLst/>
          </a:prstGeom>
          <a:noFill/>
          <a:ln w="38100">
            <a:solidFill>
              <a:srgbClr val="FF33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schemeClr val="tx1"/>
              </a:solidFill>
              <a:effectLst/>
              <a:uLnTx/>
              <a:uFillTx/>
              <a:latin typeface="Times New Roman" panose="02020603050405020304" pitchFamily="18" charset="0"/>
              <a:ea typeface="黑体" panose="02010609060101010101" pitchFamily="49" charset="-122"/>
              <a:cs typeface="+mn-cs"/>
            </a:endParaRPr>
          </a:p>
        </p:txBody>
      </p:sp>
      <p:sp>
        <p:nvSpPr>
          <p:cNvPr id="101" name="Line 27"/>
          <p:cNvSpPr>
            <a:spLocks noChangeShapeType="1"/>
          </p:cNvSpPr>
          <p:nvPr/>
        </p:nvSpPr>
        <p:spPr bwMode="auto">
          <a:xfrm>
            <a:off x="3863975" y="4727575"/>
            <a:ext cx="987425" cy="20638"/>
          </a:xfrm>
          <a:prstGeom prst="line">
            <a:avLst/>
          </a:prstGeom>
        </p:spPr>
        <p:style>
          <a:lnRef idx="2">
            <a:schemeClr val="accent1"/>
          </a:lnRef>
          <a:fillRef idx="1">
            <a:schemeClr val="lt1"/>
          </a:fillRef>
          <a:effectRef idx="0">
            <a:schemeClr val="accent1"/>
          </a:effectRef>
          <a:fontRef idx="minor">
            <a:schemeClr val="dk1"/>
          </a:fontRef>
        </p:style>
        <p:txBody>
          <a:bodyPr wrap="none" anchor="ct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schemeClr val="dk1"/>
              </a:solidFill>
              <a:effectLst/>
              <a:uLnTx/>
              <a:uFillTx/>
              <a:latin typeface="+mn-lt"/>
              <a:ea typeface="+mn-ea"/>
              <a:cs typeface="+mn-cs"/>
            </a:endParaRPr>
          </a:p>
        </p:txBody>
      </p:sp>
      <p:sp>
        <p:nvSpPr>
          <p:cNvPr id="102" name="Line 27"/>
          <p:cNvSpPr>
            <a:spLocks noChangeShapeType="1"/>
          </p:cNvSpPr>
          <p:nvPr/>
        </p:nvSpPr>
        <p:spPr bwMode="auto">
          <a:xfrm>
            <a:off x="5076825" y="4724400"/>
            <a:ext cx="985838" cy="20638"/>
          </a:xfrm>
          <a:prstGeom prst="line">
            <a:avLst/>
          </a:prstGeom>
        </p:spPr>
        <p:style>
          <a:lnRef idx="2">
            <a:schemeClr val="accent1"/>
          </a:lnRef>
          <a:fillRef idx="1">
            <a:schemeClr val="lt1"/>
          </a:fillRef>
          <a:effectRef idx="0">
            <a:schemeClr val="accent1"/>
          </a:effectRef>
          <a:fontRef idx="minor">
            <a:schemeClr val="dk1"/>
          </a:fontRef>
        </p:style>
        <p:txBody>
          <a:bodyPr wrap="none" anchor="ct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schemeClr val="dk1"/>
              </a:solidFill>
              <a:effectLst/>
              <a:uLnTx/>
              <a:uFillTx/>
              <a:latin typeface="+mn-lt"/>
              <a:ea typeface="+mn-ea"/>
              <a:cs typeface="+mn-cs"/>
            </a:endParaRPr>
          </a:p>
        </p:txBody>
      </p:sp>
      <p:sp>
        <p:nvSpPr>
          <p:cNvPr id="71722" name="object 4"/>
          <p:cNvSpPr/>
          <p:nvPr/>
        </p:nvSpPr>
        <p:spPr>
          <a:xfrm>
            <a:off x="1320800" y="1528763"/>
            <a:ext cx="5400675" cy="1744662"/>
          </a:xfrm>
          <a:prstGeom prst="rect">
            <a:avLst/>
          </a:prstGeom>
          <a:blipFill rotWithShape="1">
            <a:blip r:embed="rId2"/>
            <a:stretch>
              <a:fillRect/>
            </a:stretch>
          </a:blipFill>
          <a:ln w="9525">
            <a:noFill/>
          </a:ln>
        </p:spPr>
        <p:txBody>
          <a:bodyPr lIns="0" tIns="0" rIns="0" bIns="0"/>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0" lvl="0" indent="0">
              <a:spcBef>
                <a:spcPct val="0"/>
              </a:spcBef>
              <a:buClrTx/>
              <a:buFontTx/>
              <a:buNone/>
            </a:pPr>
            <a:endParaRPr lang="zh-CN" altLang="zh-CN" sz="2400" b="0">
              <a:ea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57"/>
                                        </p:tgtEl>
                                        <p:attrNameLst>
                                          <p:attrName>style.visibility</p:attrName>
                                        </p:attrNameLst>
                                      </p:cBhvr>
                                      <p:to>
                                        <p:strVal val="visible"/>
                                      </p:to>
                                    </p:set>
                                    <p:anim calcmode="lin" valueType="num">
                                      <p:cBhvr additive="base">
                                        <p:cTn id="7" dur="500" fill="hold"/>
                                        <p:tgtEl>
                                          <p:spTgt spid="57"/>
                                        </p:tgtEl>
                                        <p:attrNameLst>
                                          <p:attrName>ppt_x</p:attrName>
                                        </p:attrNameLst>
                                      </p:cBhvr>
                                      <p:tavLst>
                                        <p:tav tm="0">
                                          <p:val>
                                            <p:strVal val="#ppt_x"/>
                                          </p:val>
                                        </p:tav>
                                        <p:tav tm="100000">
                                          <p:val>
                                            <p:strVal val="#ppt_x"/>
                                          </p:val>
                                        </p:tav>
                                      </p:tavLst>
                                    </p:anim>
                                    <p:anim calcmode="lin" valueType="num">
                                      <p:cBhvr additive="base">
                                        <p:cTn id="8" dur="500" fill="hold"/>
                                        <p:tgtEl>
                                          <p:spTgt spid="57"/>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40"/>
                                        </p:tgtEl>
                                        <p:attrNameLst>
                                          <p:attrName>style.visibility</p:attrName>
                                        </p:attrNameLst>
                                      </p:cBhvr>
                                      <p:to>
                                        <p:strVal val="visible"/>
                                      </p:to>
                                    </p:set>
                                    <p:anim calcmode="lin" valueType="num">
                                      <p:cBhvr additive="base">
                                        <p:cTn id="11" dur="500" fill="hold"/>
                                        <p:tgtEl>
                                          <p:spTgt spid="40"/>
                                        </p:tgtEl>
                                        <p:attrNameLst>
                                          <p:attrName>ppt_x</p:attrName>
                                        </p:attrNameLst>
                                      </p:cBhvr>
                                      <p:tavLst>
                                        <p:tav tm="0">
                                          <p:val>
                                            <p:strVal val="#ppt_x"/>
                                          </p:val>
                                        </p:tav>
                                        <p:tav tm="100000">
                                          <p:val>
                                            <p:strVal val="#ppt_x"/>
                                          </p:val>
                                        </p:tav>
                                      </p:tavLst>
                                    </p:anim>
                                    <p:anim calcmode="lin" valueType="num">
                                      <p:cBhvr additive="base">
                                        <p:cTn id="12" dur="500" fill="hold"/>
                                        <p:tgtEl>
                                          <p:spTgt spid="40"/>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nodeType="clickEffect">
                                  <p:stCondLst>
                                    <p:cond delay="0"/>
                                  </p:stCondLst>
                                  <p:childTnLst>
                                    <p:set>
                                      <p:cBhvr>
                                        <p:cTn id="16" dur="1" fill="hold">
                                          <p:stCondLst>
                                            <p:cond delay="0"/>
                                          </p:stCondLst>
                                        </p:cTn>
                                        <p:tgtEl>
                                          <p:spTgt spid="30"/>
                                        </p:tgtEl>
                                        <p:attrNameLst>
                                          <p:attrName>style.visibility</p:attrName>
                                        </p:attrNameLst>
                                      </p:cBhvr>
                                      <p:to>
                                        <p:strVal val="visible"/>
                                      </p:to>
                                    </p:set>
                                    <p:anim calcmode="lin" valueType="num">
                                      <p:cBhvr additive="base">
                                        <p:cTn id="17" dur="500" fill="hold"/>
                                        <p:tgtEl>
                                          <p:spTgt spid="30"/>
                                        </p:tgtEl>
                                        <p:attrNameLst>
                                          <p:attrName>ppt_x</p:attrName>
                                        </p:attrNameLst>
                                      </p:cBhvr>
                                      <p:tavLst>
                                        <p:tav tm="0">
                                          <p:val>
                                            <p:strVal val="#ppt_x"/>
                                          </p:val>
                                        </p:tav>
                                        <p:tav tm="100000">
                                          <p:val>
                                            <p:strVal val="#ppt_x"/>
                                          </p:val>
                                        </p:tav>
                                      </p:tavLst>
                                    </p:anim>
                                    <p:anim calcmode="lin" valueType="num">
                                      <p:cBhvr additive="base">
                                        <p:cTn id="18" dur="500" fill="hold"/>
                                        <p:tgtEl>
                                          <p:spTgt spid="30"/>
                                        </p:tgtEl>
                                        <p:attrNameLst>
                                          <p:attrName>ppt_y</p:attrName>
                                        </p:attrNameLst>
                                      </p:cBhvr>
                                      <p:tavLst>
                                        <p:tav tm="0">
                                          <p:val>
                                            <p:strVal val="1+#ppt_h/2"/>
                                          </p:val>
                                        </p:tav>
                                        <p:tav tm="100000">
                                          <p:val>
                                            <p:strVal val="#ppt_y"/>
                                          </p:val>
                                        </p:tav>
                                      </p:tavLst>
                                    </p:anim>
                                  </p:childTnLst>
                                </p:cTn>
                              </p:par>
                              <p:par>
                                <p:cTn id="19" presetID="2" presetClass="entr" presetSubtype="4" fill="hold" grpId="0" nodeType="withEffect">
                                  <p:stCondLst>
                                    <p:cond delay="0"/>
                                  </p:stCondLst>
                                  <p:childTnLst>
                                    <p:set>
                                      <p:cBhvr>
                                        <p:cTn id="20" dur="1" fill="hold">
                                          <p:stCondLst>
                                            <p:cond delay="0"/>
                                          </p:stCondLst>
                                        </p:cTn>
                                        <p:tgtEl>
                                          <p:spTgt spid="41"/>
                                        </p:tgtEl>
                                        <p:attrNameLst>
                                          <p:attrName>style.visibility</p:attrName>
                                        </p:attrNameLst>
                                      </p:cBhvr>
                                      <p:to>
                                        <p:strVal val="visible"/>
                                      </p:to>
                                    </p:set>
                                    <p:anim calcmode="lin" valueType="num">
                                      <p:cBhvr additive="base">
                                        <p:cTn id="21" dur="500" fill="hold"/>
                                        <p:tgtEl>
                                          <p:spTgt spid="41"/>
                                        </p:tgtEl>
                                        <p:attrNameLst>
                                          <p:attrName>ppt_x</p:attrName>
                                        </p:attrNameLst>
                                      </p:cBhvr>
                                      <p:tavLst>
                                        <p:tav tm="0">
                                          <p:val>
                                            <p:strVal val="#ppt_x"/>
                                          </p:val>
                                        </p:tav>
                                        <p:tav tm="100000">
                                          <p:val>
                                            <p:strVal val="#ppt_x"/>
                                          </p:val>
                                        </p:tav>
                                      </p:tavLst>
                                    </p:anim>
                                    <p:anim calcmode="lin" valueType="num">
                                      <p:cBhvr additive="base">
                                        <p:cTn id="22" dur="500" fill="hold"/>
                                        <p:tgtEl>
                                          <p:spTgt spid="41"/>
                                        </p:tgtEl>
                                        <p:attrNameLst>
                                          <p:attrName>ppt_y</p:attrName>
                                        </p:attrNameLst>
                                      </p:cBhvr>
                                      <p:tavLst>
                                        <p:tav tm="0">
                                          <p:val>
                                            <p:strVal val="1+#ppt_h/2"/>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2" presetClass="entr" presetSubtype="4" fill="hold" nodeType="clickEffect">
                                  <p:stCondLst>
                                    <p:cond delay="0"/>
                                  </p:stCondLst>
                                  <p:childTnLst>
                                    <p:set>
                                      <p:cBhvr>
                                        <p:cTn id="26" dur="1" fill="hold">
                                          <p:stCondLst>
                                            <p:cond delay="0"/>
                                          </p:stCondLst>
                                        </p:cTn>
                                        <p:tgtEl>
                                          <p:spTgt spid="31"/>
                                        </p:tgtEl>
                                        <p:attrNameLst>
                                          <p:attrName>style.visibility</p:attrName>
                                        </p:attrNameLst>
                                      </p:cBhvr>
                                      <p:to>
                                        <p:strVal val="visible"/>
                                      </p:to>
                                    </p:set>
                                    <p:anim calcmode="lin" valueType="num">
                                      <p:cBhvr additive="base">
                                        <p:cTn id="27" dur="500" fill="hold"/>
                                        <p:tgtEl>
                                          <p:spTgt spid="31"/>
                                        </p:tgtEl>
                                        <p:attrNameLst>
                                          <p:attrName>ppt_x</p:attrName>
                                        </p:attrNameLst>
                                      </p:cBhvr>
                                      <p:tavLst>
                                        <p:tav tm="0">
                                          <p:val>
                                            <p:strVal val="#ppt_x"/>
                                          </p:val>
                                        </p:tav>
                                        <p:tav tm="100000">
                                          <p:val>
                                            <p:strVal val="#ppt_x"/>
                                          </p:val>
                                        </p:tav>
                                      </p:tavLst>
                                    </p:anim>
                                    <p:anim calcmode="lin" valueType="num">
                                      <p:cBhvr additive="base">
                                        <p:cTn id="28" dur="500" fill="hold"/>
                                        <p:tgtEl>
                                          <p:spTgt spid="31"/>
                                        </p:tgtEl>
                                        <p:attrNameLst>
                                          <p:attrName>ppt_y</p:attrName>
                                        </p:attrNameLst>
                                      </p:cBhvr>
                                      <p:tavLst>
                                        <p:tav tm="0">
                                          <p:val>
                                            <p:strVal val="1+#ppt_h/2"/>
                                          </p:val>
                                        </p:tav>
                                        <p:tav tm="100000">
                                          <p:val>
                                            <p:strVal val="#ppt_y"/>
                                          </p:val>
                                        </p:tav>
                                      </p:tavLst>
                                    </p:anim>
                                  </p:childTnLst>
                                </p:cTn>
                              </p:par>
                              <p:par>
                                <p:cTn id="29" presetID="2" presetClass="entr" presetSubtype="4" fill="hold" grpId="0" nodeType="withEffect">
                                  <p:stCondLst>
                                    <p:cond delay="0"/>
                                  </p:stCondLst>
                                  <p:childTnLst>
                                    <p:set>
                                      <p:cBhvr>
                                        <p:cTn id="30" dur="1" fill="hold">
                                          <p:stCondLst>
                                            <p:cond delay="0"/>
                                          </p:stCondLst>
                                        </p:cTn>
                                        <p:tgtEl>
                                          <p:spTgt spid="47"/>
                                        </p:tgtEl>
                                        <p:attrNameLst>
                                          <p:attrName>style.visibility</p:attrName>
                                        </p:attrNameLst>
                                      </p:cBhvr>
                                      <p:to>
                                        <p:strVal val="visible"/>
                                      </p:to>
                                    </p:set>
                                    <p:anim calcmode="lin" valueType="num">
                                      <p:cBhvr additive="base">
                                        <p:cTn id="31" dur="500" fill="hold"/>
                                        <p:tgtEl>
                                          <p:spTgt spid="47"/>
                                        </p:tgtEl>
                                        <p:attrNameLst>
                                          <p:attrName>ppt_x</p:attrName>
                                        </p:attrNameLst>
                                      </p:cBhvr>
                                      <p:tavLst>
                                        <p:tav tm="0">
                                          <p:val>
                                            <p:strVal val="#ppt_x"/>
                                          </p:val>
                                        </p:tav>
                                        <p:tav tm="100000">
                                          <p:val>
                                            <p:strVal val="#ppt_x"/>
                                          </p:val>
                                        </p:tav>
                                      </p:tavLst>
                                    </p:anim>
                                    <p:anim calcmode="lin" valueType="num">
                                      <p:cBhvr additive="base">
                                        <p:cTn id="32" dur="500" fill="hold"/>
                                        <p:tgtEl>
                                          <p:spTgt spid="47"/>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32"/>
                                        </p:tgtEl>
                                        <p:attrNameLst>
                                          <p:attrName>style.visibility</p:attrName>
                                        </p:attrNameLst>
                                      </p:cBhvr>
                                      <p:to>
                                        <p:strVal val="visible"/>
                                      </p:to>
                                    </p:set>
                                    <p:anim calcmode="lin" valueType="num">
                                      <p:cBhvr additive="base">
                                        <p:cTn id="37" dur="500" fill="hold"/>
                                        <p:tgtEl>
                                          <p:spTgt spid="32"/>
                                        </p:tgtEl>
                                        <p:attrNameLst>
                                          <p:attrName>ppt_x</p:attrName>
                                        </p:attrNameLst>
                                      </p:cBhvr>
                                      <p:tavLst>
                                        <p:tav tm="0">
                                          <p:val>
                                            <p:strVal val="#ppt_x"/>
                                          </p:val>
                                        </p:tav>
                                        <p:tav tm="100000">
                                          <p:val>
                                            <p:strVal val="#ppt_x"/>
                                          </p:val>
                                        </p:tav>
                                      </p:tavLst>
                                    </p:anim>
                                    <p:anim calcmode="lin" valueType="num">
                                      <p:cBhvr additive="base">
                                        <p:cTn id="38" dur="500" fill="hold"/>
                                        <p:tgtEl>
                                          <p:spTgt spid="32"/>
                                        </p:tgtEl>
                                        <p:attrNameLst>
                                          <p:attrName>ppt_y</p:attrName>
                                        </p:attrNameLst>
                                      </p:cBhvr>
                                      <p:tavLst>
                                        <p:tav tm="0">
                                          <p:val>
                                            <p:strVal val="1+#ppt_h/2"/>
                                          </p:val>
                                        </p:tav>
                                        <p:tav tm="100000">
                                          <p:val>
                                            <p:strVal val="#ppt_y"/>
                                          </p:val>
                                        </p:tav>
                                      </p:tavLst>
                                    </p:anim>
                                  </p:childTnLst>
                                </p:cTn>
                              </p:par>
                              <p:par>
                                <p:cTn id="39" presetID="2" presetClass="entr" presetSubtype="4" fill="hold" grpId="0" nodeType="withEffect">
                                  <p:stCondLst>
                                    <p:cond delay="0"/>
                                  </p:stCondLst>
                                  <p:childTnLst>
                                    <p:set>
                                      <p:cBhvr>
                                        <p:cTn id="40" dur="1" fill="hold">
                                          <p:stCondLst>
                                            <p:cond delay="0"/>
                                          </p:stCondLst>
                                        </p:cTn>
                                        <p:tgtEl>
                                          <p:spTgt spid="42"/>
                                        </p:tgtEl>
                                        <p:attrNameLst>
                                          <p:attrName>style.visibility</p:attrName>
                                        </p:attrNameLst>
                                      </p:cBhvr>
                                      <p:to>
                                        <p:strVal val="visible"/>
                                      </p:to>
                                    </p:set>
                                    <p:anim calcmode="lin" valueType="num">
                                      <p:cBhvr additive="base">
                                        <p:cTn id="41" dur="500" fill="hold"/>
                                        <p:tgtEl>
                                          <p:spTgt spid="42"/>
                                        </p:tgtEl>
                                        <p:attrNameLst>
                                          <p:attrName>ppt_x</p:attrName>
                                        </p:attrNameLst>
                                      </p:cBhvr>
                                      <p:tavLst>
                                        <p:tav tm="0">
                                          <p:val>
                                            <p:strVal val="#ppt_x"/>
                                          </p:val>
                                        </p:tav>
                                        <p:tav tm="100000">
                                          <p:val>
                                            <p:strVal val="#ppt_x"/>
                                          </p:val>
                                        </p:tav>
                                      </p:tavLst>
                                    </p:anim>
                                    <p:anim calcmode="lin" valueType="num">
                                      <p:cBhvr additive="base">
                                        <p:cTn id="42" dur="500" fill="hold"/>
                                        <p:tgtEl>
                                          <p:spTgt spid="42"/>
                                        </p:tgtEl>
                                        <p:attrNameLst>
                                          <p:attrName>ppt_y</p:attrName>
                                        </p:attrNameLst>
                                      </p:cBhvr>
                                      <p:tavLst>
                                        <p:tav tm="0">
                                          <p:val>
                                            <p:strVal val="1+#ppt_h/2"/>
                                          </p:val>
                                        </p:tav>
                                        <p:tav tm="100000">
                                          <p:val>
                                            <p:strVal val="#ppt_y"/>
                                          </p:val>
                                        </p:tav>
                                      </p:tavLst>
                                    </p:anim>
                                  </p:childTnLst>
                                </p:cTn>
                              </p:par>
                            </p:childTnLst>
                          </p:cTn>
                        </p:par>
                      </p:childTnLst>
                    </p:cTn>
                  </p:par>
                  <p:par>
                    <p:cTn id="43" fill="hold">
                      <p:stCondLst>
                        <p:cond delay="indefinite"/>
                      </p:stCondLst>
                      <p:childTnLst>
                        <p:par>
                          <p:cTn id="44" fill="hold">
                            <p:stCondLst>
                              <p:cond delay="0"/>
                            </p:stCondLst>
                            <p:childTnLst>
                              <p:par>
                                <p:cTn id="45" presetID="2" presetClass="entr" presetSubtype="4" fill="hold" nodeType="clickEffect">
                                  <p:stCondLst>
                                    <p:cond delay="0"/>
                                  </p:stCondLst>
                                  <p:childTnLst>
                                    <p:set>
                                      <p:cBhvr>
                                        <p:cTn id="46" dur="1" fill="hold">
                                          <p:stCondLst>
                                            <p:cond delay="0"/>
                                          </p:stCondLst>
                                        </p:cTn>
                                        <p:tgtEl>
                                          <p:spTgt spid="33"/>
                                        </p:tgtEl>
                                        <p:attrNameLst>
                                          <p:attrName>style.visibility</p:attrName>
                                        </p:attrNameLst>
                                      </p:cBhvr>
                                      <p:to>
                                        <p:strVal val="visible"/>
                                      </p:to>
                                    </p:set>
                                    <p:anim calcmode="lin" valueType="num">
                                      <p:cBhvr additive="base">
                                        <p:cTn id="47" dur="500" fill="hold"/>
                                        <p:tgtEl>
                                          <p:spTgt spid="33"/>
                                        </p:tgtEl>
                                        <p:attrNameLst>
                                          <p:attrName>ppt_x</p:attrName>
                                        </p:attrNameLst>
                                      </p:cBhvr>
                                      <p:tavLst>
                                        <p:tav tm="0">
                                          <p:val>
                                            <p:strVal val="#ppt_x"/>
                                          </p:val>
                                        </p:tav>
                                        <p:tav tm="100000">
                                          <p:val>
                                            <p:strVal val="#ppt_x"/>
                                          </p:val>
                                        </p:tav>
                                      </p:tavLst>
                                    </p:anim>
                                    <p:anim calcmode="lin" valueType="num">
                                      <p:cBhvr additive="base">
                                        <p:cTn id="48" dur="500" fill="hold"/>
                                        <p:tgtEl>
                                          <p:spTgt spid="33"/>
                                        </p:tgtEl>
                                        <p:attrNameLst>
                                          <p:attrName>ppt_y</p:attrName>
                                        </p:attrNameLst>
                                      </p:cBhvr>
                                      <p:tavLst>
                                        <p:tav tm="0">
                                          <p:val>
                                            <p:strVal val="1+#ppt_h/2"/>
                                          </p:val>
                                        </p:tav>
                                        <p:tav tm="100000">
                                          <p:val>
                                            <p:strVal val="#ppt_y"/>
                                          </p:val>
                                        </p:tav>
                                      </p:tavLst>
                                    </p:anim>
                                  </p:childTnLst>
                                </p:cTn>
                              </p:par>
                              <p:par>
                                <p:cTn id="49" presetID="2" presetClass="entr" presetSubtype="4" fill="hold" grpId="0" nodeType="withEffect">
                                  <p:stCondLst>
                                    <p:cond delay="0"/>
                                  </p:stCondLst>
                                  <p:childTnLst>
                                    <p:set>
                                      <p:cBhvr>
                                        <p:cTn id="50" dur="1" fill="hold">
                                          <p:stCondLst>
                                            <p:cond delay="0"/>
                                          </p:stCondLst>
                                        </p:cTn>
                                        <p:tgtEl>
                                          <p:spTgt spid="45"/>
                                        </p:tgtEl>
                                        <p:attrNameLst>
                                          <p:attrName>style.visibility</p:attrName>
                                        </p:attrNameLst>
                                      </p:cBhvr>
                                      <p:to>
                                        <p:strVal val="visible"/>
                                      </p:to>
                                    </p:set>
                                    <p:anim calcmode="lin" valueType="num">
                                      <p:cBhvr additive="base">
                                        <p:cTn id="51" dur="500" fill="hold"/>
                                        <p:tgtEl>
                                          <p:spTgt spid="45"/>
                                        </p:tgtEl>
                                        <p:attrNameLst>
                                          <p:attrName>ppt_x</p:attrName>
                                        </p:attrNameLst>
                                      </p:cBhvr>
                                      <p:tavLst>
                                        <p:tav tm="0">
                                          <p:val>
                                            <p:strVal val="#ppt_x"/>
                                          </p:val>
                                        </p:tav>
                                        <p:tav tm="100000">
                                          <p:val>
                                            <p:strVal val="#ppt_x"/>
                                          </p:val>
                                        </p:tav>
                                      </p:tavLst>
                                    </p:anim>
                                    <p:anim calcmode="lin" valueType="num">
                                      <p:cBhvr additive="base">
                                        <p:cTn id="52" dur="500" fill="hold"/>
                                        <p:tgtEl>
                                          <p:spTgt spid="45"/>
                                        </p:tgtEl>
                                        <p:attrNameLst>
                                          <p:attrName>ppt_y</p:attrName>
                                        </p:attrNameLst>
                                      </p:cBhvr>
                                      <p:tavLst>
                                        <p:tav tm="0">
                                          <p:val>
                                            <p:strVal val="1+#ppt_h/2"/>
                                          </p:val>
                                        </p:tav>
                                        <p:tav tm="100000">
                                          <p:val>
                                            <p:strVal val="#ppt_y"/>
                                          </p:val>
                                        </p:tav>
                                      </p:tavLst>
                                    </p:anim>
                                  </p:childTnLst>
                                </p:cTn>
                              </p:par>
                            </p:childTnLst>
                          </p:cTn>
                        </p:par>
                      </p:childTnLst>
                    </p:cTn>
                  </p:par>
                  <p:par>
                    <p:cTn id="53" fill="hold">
                      <p:stCondLst>
                        <p:cond delay="indefinite"/>
                      </p:stCondLst>
                      <p:childTnLst>
                        <p:par>
                          <p:cTn id="54" fill="hold">
                            <p:stCondLst>
                              <p:cond delay="0"/>
                            </p:stCondLst>
                            <p:childTnLst>
                              <p:par>
                                <p:cTn id="55" presetID="2" presetClass="entr" presetSubtype="4" fill="hold" nodeType="clickEffect">
                                  <p:stCondLst>
                                    <p:cond delay="0"/>
                                  </p:stCondLst>
                                  <p:childTnLst>
                                    <p:set>
                                      <p:cBhvr>
                                        <p:cTn id="56" dur="1" fill="hold">
                                          <p:stCondLst>
                                            <p:cond delay="0"/>
                                          </p:stCondLst>
                                        </p:cTn>
                                        <p:tgtEl>
                                          <p:spTgt spid="34"/>
                                        </p:tgtEl>
                                        <p:attrNameLst>
                                          <p:attrName>style.visibility</p:attrName>
                                        </p:attrNameLst>
                                      </p:cBhvr>
                                      <p:to>
                                        <p:strVal val="visible"/>
                                      </p:to>
                                    </p:set>
                                    <p:anim calcmode="lin" valueType="num">
                                      <p:cBhvr additive="base">
                                        <p:cTn id="57" dur="500" fill="hold"/>
                                        <p:tgtEl>
                                          <p:spTgt spid="34"/>
                                        </p:tgtEl>
                                        <p:attrNameLst>
                                          <p:attrName>ppt_x</p:attrName>
                                        </p:attrNameLst>
                                      </p:cBhvr>
                                      <p:tavLst>
                                        <p:tav tm="0">
                                          <p:val>
                                            <p:strVal val="#ppt_x"/>
                                          </p:val>
                                        </p:tav>
                                        <p:tav tm="100000">
                                          <p:val>
                                            <p:strVal val="#ppt_x"/>
                                          </p:val>
                                        </p:tav>
                                      </p:tavLst>
                                    </p:anim>
                                    <p:anim calcmode="lin" valueType="num">
                                      <p:cBhvr additive="base">
                                        <p:cTn id="58" dur="500" fill="hold"/>
                                        <p:tgtEl>
                                          <p:spTgt spid="34"/>
                                        </p:tgtEl>
                                        <p:attrNameLst>
                                          <p:attrName>ppt_y</p:attrName>
                                        </p:attrNameLst>
                                      </p:cBhvr>
                                      <p:tavLst>
                                        <p:tav tm="0">
                                          <p:val>
                                            <p:strVal val="1+#ppt_h/2"/>
                                          </p:val>
                                        </p:tav>
                                        <p:tav tm="100000">
                                          <p:val>
                                            <p:strVal val="#ppt_y"/>
                                          </p:val>
                                        </p:tav>
                                      </p:tavLst>
                                    </p:anim>
                                  </p:childTnLst>
                                </p:cTn>
                              </p:par>
                              <p:par>
                                <p:cTn id="59" presetID="2" presetClass="entr" presetSubtype="4" fill="hold" grpId="0" nodeType="withEffect">
                                  <p:stCondLst>
                                    <p:cond delay="0"/>
                                  </p:stCondLst>
                                  <p:childTnLst>
                                    <p:set>
                                      <p:cBhvr>
                                        <p:cTn id="60" dur="1" fill="hold">
                                          <p:stCondLst>
                                            <p:cond delay="0"/>
                                          </p:stCondLst>
                                        </p:cTn>
                                        <p:tgtEl>
                                          <p:spTgt spid="48"/>
                                        </p:tgtEl>
                                        <p:attrNameLst>
                                          <p:attrName>style.visibility</p:attrName>
                                        </p:attrNameLst>
                                      </p:cBhvr>
                                      <p:to>
                                        <p:strVal val="visible"/>
                                      </p:to>
                                    </p:set>
                                    <p:anim calcmode="lin" valueType="num">
                                      <p:cBhvr additive="base">
                                        <p:cTn id="61" dur="500" fill="hold"/>
                                        <p:tgtEl>
                                          <p:spTgt spid="48"/>
                                        </p:tgtEl>
                                        <p:attrNameLst>
                                          <p:attrName>ppt_x</p:attrName>
                                        </p:attrNameLst>
                                      </p:cBhvr>
                                      <p:tavLst>
                                        <p:tav tm="0">
                                          <p:val>
                                            <p:strVal val="#ppt_x"/>
                                          </p:val>
                                        </p:tav>
                                        <p:tav tm="100000">
                                          <p:val>
                                            <p:strVal val="#ppt_x"/>
                                          </p:val>
                                        </p:tav>
                                      </p:tavLst>
                                    </p:anim>
                                    <p:anim calcmode="lin" valueType="num">
                                      <p:cBhvr additive="base">
                                        <p:cTn id="62" dur="500" fill="hold"/>
                                        <p:tgtEl>
                                          <p:spTgt spid="48"/>
                                        </p:tgtEl>
                                        <p:attrNameLst>
                                          <p:attrName>ppt_y</p:attrName>
                                        </p:attrNameLst>
                                      </p:cBhvr>
                                      <p:tavLst>
                                        <p:tav tm="0">
                                          <p:val>
                                            <p:strVal val="1+#ppt_h/2"/>
                                          </p:val>
                                        </p:tav>
                                        <p:tav tm="100000">
                                          <p:val>
                                            <p:strVal val="#ppt_y"/>
                                          </p:val>
                                        </p:tav>
                                      </p:tavLst>
                                    </p:anim>
                                  </p:childTnLst>
                                </p:cTn>
                              </p:par>
                            </p:childTnLst>
                          </p:cTn>
                        </p:par>
                      </p:childTnLst>
                    </p:cTn>
                  </p:par>
                  <p:par>
                    <p:cTn id="63" fill="hold">
                      <p:stCondLst>
                        <p:cond delay="indefinite"/>
                      </p:stCondLst>
                      <p:childTnLst>
                        <p:par>
                          <p:cTn id="64" fill="hold">
                            <p:stCondLst>
                              <p:cond delay="0"/>
                            </p:stCondLst>
                            <p:childTnLst>
                              <p:par>
                                <p:cTn id="65" presetID="2" presetClass="entr" presetSubtype="4" fill="hold" nodeType="clickEffect">
                                  <p:stCondLst>
                                    <p:cond delay="0"/>
                                  </p:stCondLst>
                                  <p:childTnLst>
                                    <p:set>
                                      <p:cBhvr>
                                        <p:cTn id="66" dur="1" fill="hold">
                                          <p:stCondLst>
                                            <p:cond delay="0"/>
                                          </p:stCondLst>
                                        </p:cTn>
                                        <p:tgtEl>
                                          <p:spTgt spid="101"/>
                                        </p:tgtEl>
                                        <p:attrNameLst>
                                          <p:attrName>style.visibility</p:attrName>
                                        </p:attrNameLst>
                                      </p:cBhvr>
                                      <p:to>
                                        <p:strVal val="visible"/>
                                      </p:to>
                                    </p:set>
                                    <p:anim calcmode="lin" valueType="num">
                                      <p:cBhvr additive="base">
                                        <p:cTn id="67" dur="500" fill="hold"/>
                                        <p:tgtEl>
                                          <p:spTgt spid="101"/>
                                        </p:tgtEl>
                                        <p:attrNameLst>
                                          <p:attrName>ppt_x</p:attrName>
                                        </p:attrNameLst>
                                      </p:cBhvr>
                                      <p:tavLst>
                                        <p:tav tm="0">
                                          <p:val>
                                            <p:strVal val="#ppt_x"/>
                                          </p:val>
                                        </p:tav>
                                        <p:tav tm="100000">
                                          <p:val>
                                            <p:strVal val="#ppt_x"/>
                                          </p:val>
                                        </p:tav>
                                      </p:tavLst>
                                    </p:anim>
                                    <p:anim calcmode="lin" valueType="num">
                                      <p:cBhvr additive="base">
                                        <p:cTn id="68" dur="500" fill="hold"/>
                                        <p:tgtEl>
                                          <p:spTgt spid="101"/>
                                        </p:tgtEl>
                                        <p:attrNameLst>
                                          <p:attrName>ppt_y</p:attrName>
                                        </p:attrNameLst>
                                      </p:cBhvr>
                                      <p:tavLst>
                                        <p:tav tm="0">
                                          <p:val>
                                            <p:strVal val="1+#ppt_h/2"/>
                                          </p:val>
                                        </p:tav>
                                        <p:tav tm="100000">
                                          <p:val>
                                            <p:strVal val="#ppt_y"/>
                                          </p:val>
                                        </p:tav>
                                      </p:tavLst>
                                    </p:anim>
                                  </p:childTnLst>
                                </p:cTn>
                              </p:par>
                              <p:par>
                                <p:cTn id="69" presetID="2" presetClass="entr" presetSubtype="4" fill="hold" grpId="0" nodeType="withEffect">
                                  <p:stCondLst>
                                    <p:cond delay="0"/>
                                  </p:stCondLst>
                                  <p:childTnLst>
                                    <p:set>
                                      <p:cBhvr>
                                        <p:cTn id="70" dur="1" fill="hold">
                                          <p:stCondLst>
                                            <p:cond delay="0"/>
                                          </p:stCondLst>
                                        </p:cTn>
                                        <p:tgtEl>
                                          <p:spTgt spid="43"/>
                                        </p:tgtEl>
                                        <p:attrNameLst>
                                          <p:attrName>style.visibility</p:attrName>
                                        </p:attrNameLst>
                                      </p:cBhvr>
                                      <p:to>
                                        <p:strVal val="visible"/>
                                      </p:to>
                                    </p:set>
                                    <p:anim calcmode="lin" valueType="num">
                                      <p:cBhvr additive="base">
                                        <p:cTn id="71" dur="500" fill="hold"/>
                                        <p:tgtEl>
                                          <p:spTgt spid="43"/>
                                        </p:tgtEl>
                                        <p:attrNameLst>
                                          <p:attrName>ppt_x</p:attrName>
                                        </p:attrNameLst>
                                      </p:cBhvr>
                                      <p:tavLst>
                                        <p:tav tm="0">
                                          <p:val>
                                            <p:strVal val="#ppt_x"/>
                                          </p:val>
                                        </p:tav>
                                        <p:tav tm="100000">
                                          <p:val>
                                            <p:strVal val="#ppt_x"/>
                                          </p:val>
                                        </p:tav>
                                      </p:tavLst>
                                    </p:anim>
                                    <p:anim calcmode="lin" valueType="num">
                                      <p:cBhvr additive="base">
                                        <p:cTn id="72" dur="500" fill="hold"/>
                                        <p:tgtEl>
                                          <p:spTgt spid="43"/>
                                        </p:tgtEl>
                                        <p:attrNameLst>
                                          <p:attrName>ppt_y</p:attrName>
                                        </p:attrNameLst>
                                      </p:cBhvr>
                                      <p:tavLst>
                                        <p:tav tm="0">
                                          <p:val>
                                            <p:strVal val="1+#ppt_h/2"/>
                                          </p:val>
                                        </p:tav>
                                        <p:tav tm="100000">
                                          <p:val>
                                            <p:strVal val="#ppt_y"/>
                                          </p:val>
                                        </p:tav>
                                      </p:tavLst>
                                    </p:anim>
                                  </p:childTnLst>
                                </p:cTn>
                              </p:par>
                            </p:childTnLst>
                          </p:cTn>
                        </p:par>
                      </p:childTnLst>
                    </p:cTn>
                  </p:par>
                  <p:par>
                    <p:cTn id="73" fill="hold">
                      <p:stCondLst>
                        <p:cond delay="indefinite"/>
                      </p:stCondLst>
                      <p:childTnLst>
                        <p:par>
                          <p:cTn id="74" fill="hold">
                            <p:stCondLst>
                              <p:cond delay="0"/>
                            </p:stCondLst>
                            <p:childTnLst>
                              <p:par>
                                <p:cTn id="75" presetID="2" presetClass="entr" presetSubtype="4" fill="hold" nodeType="clickEffect">
                                  <p:stCondLst>
                                    <p:cond delay="0"/>
                                  </p:stCondLst>
                                  <p:childTnLst>
                                    <p:set>
                                      <p:cBhvr>
                                        <p:cTn id="76" dur="1" fill="hold">
                                          <p:stCondLst>
                                            <p:cond delay="0"/>
                                          </p:stCondLst>
                                        </p:cTn>
                                        <p:tgtEl>
                                          <p:spTgt spid="36"/>
                                        </p:tgtEl>
                                        <p:attrNameLst>
                                          <p:attrName>style.visibility</p:attrName>
                                        </p:attrNameLst>
                                      </p:cBhvr>
                                      <p:to>
                                        <p:strVal val="visible"/>
                                      </p:to>
                                    </p:set>
                                    <p:anim calcmode="lin" valueType="num">
                                      <p:cBhvr additive="base">
                                        <p:cTn id="77" dur="500" fill="hold"/>
                                        <p:tgtEl>
                                          <p:spTgt spid="36"/>
                                        </p:tgtEl>
                                        <p:attrNameLst>
                                          <p:attrName>ppt_x</p:attrName>
                                        </p:attrNameLst>
                                      </p:cBhvr>
                                      <p:tavLst>
                                        <p:tav tm="0">
                                          <p:val>
                                            <p:strVal val="#ppt_x"/>
                                          </p:val>
                                        </p:tav>
                                        <p:tav tm="100000">
                                          <p:val>
                                            <p:strVal val="#ppt_x"/>
                                          </p:val>
                                        </p:tav>
                                      </p:tavLst>
                                    </p:anim>
                                    <p:anim calcmode="lin" valueType="num">
                                      <p:cBhvr additive="base">
                                        <p:cTn id="78" dur="500" fill="hold"/>
                                        <p:tgtEl>
                                          <p:spTgt spid="36"/>
                                        </p:tgtEl>
                                        <p:attrNameLst>
                                          <p:attrName>ppt_y</p:attrName>
                                        </p:attrNameLst>
                                      </p:cBhvr>
                                      <p:tavLst>
                                        <p:tav tm="0">
                                          <p:val>
                                            <p:strVal val="1+#ppt_h/2"/>
                                          </p:val>
                                        </p:tav>
                                        <p:tav tm="100000">
                                          <p:val>
                                            <p:strVal val="#ppt_y"/>
                                          </p:val>
                                        </p:tav>
                                      </p:tavLst>
                                    </p:anim>
                                  </p:childTnLst>
                                </p:cTn>
                              </p:par>
                              <p:par>
                                <p:cTn id="79" presetID="2" presetClass="entr" presetSubtype="4" fill="hold" grpId="0" nodeType="withEffect">
                                  <p:stCondLst>
                                    <p:cond delay="0"/>
                                  </p:stCondLst>
                                  <p:childTnLst>
                                    <p:set>
                                      <p:cBhvr>
                                        <p:cTn id="80" dur="1" fill="hold">
                                          <p:stCondLst>
                                            <p:cond delay="0"/>
                                          </p:stCondLst>
                                        </p:cTn>
                                        <p:tgtEl>
                                          <p:spTgt spid="46"/>
                                        </p:tgtEl>
                                        <p:attrNameLst>
                                          <p:attrName>style.visibility</p:attrName>
                                        </p:attrNameLst>
                                      </p:cBhvr>
                                      <p:to>
                                        <p:strVal val="visible"/>
                                      </p:to>
                                    </p:set>
                                    <p:anim calcmode="lin" valueType="num">
                                      <p:cBhvr additive="base">
                                        <p:cTn id="81" dur="500" fill="hold"/>
                                        <p:tgtEl>
                                          <p:spTgt spid="46"/>
                                        </p:tgtEl>
                                        <p:attrNameLst>
                                          <p:attrName>ppt_x</p:attrName>
                                        </p:attrNameLst>
                                      </p:cBhvr>
                                      <p:tavLst>
                                        <p:tav tm="0">
                                          <p:val>
                                            <p:strVal val="#ppt_x"/>
                                          </p:val>
                                        </p:tav>
                                        <p:tav tm="100000">
                                          <p:val>
                                            <p:strVal val="#ppt_x"/>
                                          </p:val>
                                        </p:tav>
                                      </p:tavLst>
                                    </p:anim>
                                    <p:anim calcmode="lin" valueType="num">
                                      <p:cBhvr additive="base">
                                        <p:cTn id="82" dur="500" fill="hold"/>
                                        <p:tgtEl>
                                          <p:spTgt spid="46"/>
                                        </p:tgtEl>
                                        <p:attrNameLst>
                                          <p:attrName>ppt_y</p:attrName>
                                        </p:attrNameLst>
                                      </p:cBhvr>
                                      <p:tavLst>
                                        <p:tav tm="0">
                                          <p:val>
                                            <p:strVal val="1+#ppt_h/2"/>
                                          </p:val>
                                        </p:tav>
                                        <p:tav tm="100000">
                                          <p:val>
                                            <p:strVal val="#ppt_y"/>
                                          </p:val>
                                        </p:tav>
                                      </p:tavLst>
                                    </p:anim>
                                  </p:childTnLst>
                                </p:cTn>
                              </p:par>
                              <p:par>
                                <p:cTn id="83" presetID="2" presetClass="entr" presetSubtype="4" fill="hold" nodeType="withEffect">
                                  <p:stCondLst>
                                    <p:cond delay="0"/>
                                  </p:stCondLst>
                                  <p:childTnLst>
                                    <p:set>
                                      <p:cBhvr>
                                        <p:cTn id="84" dur="1" fill="hold">
                                          <p:stCondLst>
                                            <p:cond delay="0"/>
                                          </p:stCondLst>
                                        </p:cTn>
                                        <p:tgtEl>
                                          <p:spTgt spid="38"/>
                                        </p:tgtEl>
                                        <p:attrNameLst>
                                          <p:attrName>style.visibility</p:attrName>
                                        </p:attrNameLst>
                                      </p:cBhvr>
                                      <p:to>
                                        <p:strVal val="visible"/>
                                      </p:to>
                                    </p:set>
                                    <p:anim calcmode="lin" valueType="num">
                                      <p:cBhvr additive="base">
                                        <p:cTn id="85" dur="500" fill="hold"/>
                                        <p:tgtEl>
                                          <p:spTgt spid="38"/>
                                        </p:tgtEl>
                                        <p:attrNameLst>
                                          <p:attrName>ppt_x</p:attrName>
                                        </p:attrNameLst>
                                      </p:cBhvr>
                                      <p:tavLst>
                                        <p:tav tm="0">
                                          <p:val>
                                            <p:strVal val="#ppt_x"/>
                                          </p:val>
                                        </p:tav>
                                        <p:tav tm="100000">
                                          <p:val>
                                            <p:strVal val="#ppt_x"/>
                                          </p:val>
                                        </p:tav>
                                      </p:tavLst>
                                    </p:anim>
                                    <p:anim calcmode="lin" valueType="num">
                                      <p:cBhvr additive="base">
                                        <p:cTn id="86" dur="500" fill="hold"/>
                                        <p:tgtEl>
                                          <p:spTgt spid="38"/>
                                        </p:tgtEl>
                                        <p:attrNameLst>
                                          <p:attrName>ppt_y</p:attrName>
                                        </p:attrNameLst>
                                      </p:cBhvr>
                                      <p:tavLst>
                                        <p:tav tm="0">
                                          <p:val>
                                            <p:strVal val="1+#ppt_h/2"/>
                                          </p:val>
                                        </p:tav>
                                        <p:tav tm="100000">
                                          <p:val>
                                            <p:strVal val="#ppt_y"/>
                                          </p:val>
                                        </p:tav>
                                      </p:tavLst>
                                    </p:anim>
                                  </p:childTnLst>
                                </p:cTn>
                              </p:par>
                              <p:par>
                                <p:cTn id="87" presetID="2" presetClass="entr" presetSubtype="4" fill="hold" grpId="0" nodeType="withEffect">
                                  <p:stCondLst>
                                    <p:cond delay="0"/>
                                  </p:stCondLst>
                                  <p:childTnLst>
                                    <p:set>
                                      <p:cBhvr>
                                        <p:cTn id="88" dur="1" fill="hold">
                                          <p:stCondLst>
                                            <p:cond delay="0"/>
                                          </p:stCondLst>
                                        </p:cTn>
                                        <p:tgtEl>
                                          <p:spTgt spid="49"/>
                                        </p:tgtEl>
                                        <p:attrNameLst>
                                          <p:attrName>style.visibility</p:attrName>
                                        </p:attrNameLst>
                                      </p:cBhvr>
                                      <p:to>
                                        <p:strVal val="visible"/>
                                      </p:to>
                                    </p:set>
                                    <p:anim calcmode="lin" valueType="num">
                                      <p:cBhvr additive="base">
                                        <p:cTn id="89" dur="500" fill="hold"/>
                                        <p:tgtEl>
                                          <p:spTgt spid="49"/>
                                        </p:tgtEl>
                                        <p:attrNameLst>
                                          <p:attrName>ppt_x</p:attrName>
                                        </p:attrNameLst>
                                      </p:cBhvr>
                                      <p:tavLst>
                                        <p:tav tm="0">
                                          <p:val>
                                            <p:strVal val="#ppt_x"/>
                                          </p:val>
                                        </p:tav>
                                        <p:tav tm="100000">
                                          <p:val>
                                            <p:strVal val="#ppt_x"/>
                                          </p:val>
                                        </p:tav>
                                      </p:tavLst>
                                    </p:anim>
                                    <p:anim calcmode="lin" valueType="num">
                                      <p:cBhvr additive="base">
                                        <p:cTn id="90" dur="500" fill="hold"/>
                                        <p:tgtEl>
                                          <p:spTgt spid="49"/>
                                        </p:tgtEl>
                                        <p:attrNameLst>
                                          <p:attrName>ppt_y</p:attrName>
                                        </p:attrNameLst>
                                      </p:cBhvr>
                                      <p:tavLst>
                                        <p:tav tm="0">
                                          <p:val>
                                            <p:strVal val="1+#ppt_h/2"/>
                                          </p:val>
                                        </p:tav>
                                        <p:tav tm="100000">
                                          <p:val>
                                            <p:strVal val="#ppt_y"/>
                                          </p:val>
                                        </p:tav>
                                      </p:tavLst>
                                    </p:anim>
                                  </p:childTnLst>
                                </p:cTn>
                              </p:par>
                            </p:childTnLst>
                          </p:cTn>
                        </p:par>
                      </p:childTnLst>
                    </p:cTn>
                  </p:par>
                  <p:par>
                    <p:cTn id="91" fill="hold">
                      <p:stCondLst>
                        <p:cond delay="indefinite"/>
                      </p:stCondLst>
                      <p:childTnLst>
                        <p:par>
                          <p:cTn id="92" fill="hold">
                            <p:stCondLst>
                              <p:cond delay="0"/>
                            </p:stCondLst>
                            <p:childTnLst>
                              <p:par>
                                <p:cTn id="93" presetID="2" presetClass="entr" presetSubtype="4" fill="hold" nodeType="clickEffect">
                                  <p:stCondLst>
                                    <p:cond delay="0"/>
                                  </p:stCondLst>
                                  <p:childTnLst>
                                    <p:set>
                                      <p:cBhvr>
                                        <p:cTn id="94" dur="1" fill="hold">
                                          <p:stCondLst>
                                            <p:cond delay="0"/>
                                          </p:stCondLst>
                                        </p:cTn>
                                        <p:tgtEl>
                                          <p:spTgt spid="102"/>
                                        </p:tgtEl>
                                        <p:attrNameLst>
                                          <p:attrName>style.visibility</p:attrName>
                                        </p:attrNameLst>
                                      </p:cBhvr>
                                      <p:to>
                                        <p:strVal val="visible"/>
                                      </p:to>
                                    </p:set>
                                    <p:anim calcmode="lin" valueType="num">
                                      <p:cBhvr additive="base">
                                        <p:cTn id="95" dur="500" fill="hold"/>
                                        <p:tgtEl>
                                          <p:spTgt spid="102"/>
                                        </p:tgtEl>
                                        <p:attrNameLst>
                                          <p:attrName>ppt_x</p:attrName>
                                        </p:attrNameLst>
                                      </p:cBhvr>
                                      <p:tavLst>
                                        <p:tav tm="0">
                                          <p:val>
                                            <p:strVal val="#ppt_x"/>
                                          </p:val>
                                        </p:tav>
                                        <p:tav tm="100000">
                                          <p:val>
                                            <p:strVal val="#ppt_x"/>
                                          </p:val>
                                        </p:tav>
                                      </p:tavLst>
                                    </p:anim>
                                    <p:anim calcmode="lin" valueType="num">
                                      <p:cBhvr additive="base">
                                        <p:cTn id="96" dur="500" fill="hold"/>
                                        <p:tgtEl>
                                          <p:spTgt spid="102"/>
                                        </p:tgtEl>
                                        <p:attrNameLst>
                                          <p:attrName>ppt_y</p:attrName>
                                        </p:attrNameLst>
                                      </p:cBhvr>
                                      <p:tavLst>
                                        <p:tav tm="0">
                                          <p:val>
                                            <p:strVal val="1+#ppt_h/2"/>
                                          </p:val>
                                        </p:tav>
                                        <p:tav tm="100000">
                                          <p:val>
                                            <p:strVal val="#ppt_y"/>
                                          </p:val>
                                        </p:tav>
                                      </p:tavLst>
                                    </p:anim>
                                  </p:childTnLst>
                                </p:cTn>
                              </p:par>
                              <p:par>
                                <p:cTn id="97" presetID="2" presetClass="entr" presetSubtype="4" fill="hold" grpId="0" nodeType="withEffect">
                                  <p:stCondLst>
                                    <p:cond delay="0"/>
                                  </p:stCondLst>
                                  <p:childTnLst>
                                    <p:set>
                                      <p:cBhvr>
                                        <p:cTn id="98" dur="1" fill="hold">
                                          <p:stCondLst>
                                            <p:cond delay="0"/>
                                          </p:stCondLst>
                                        </p:cTn>
                                        <p:tgtEl>
                                          <p:spTgt spid="44"/>
                                        </p:tgtEl>
                                        <p:attrNameLst>
                                          <p:attrName>style.visibility</p:attrName>
                                        </p:attrNameLst>
                                      </p:cBhvr>
                                      <p:to>
                                        <p:strVal val="visible"/>
                                      </p:to>
                                    </p:set>
                                    <p:anim calcmode="lin" valueType="num">
                                      <p:cBhvr additive="base">
                                        <p:cTn id="99" dur="500" fill="hold"/>
                                        <p:tgtEl>
                                          <p:spTgt spid="44"/>
                                        </p:tgtEl>
                                        <p:attrNameLst>
                                          <p:attrName>ppt_x</p:attrName>
                                        </p:attrNameLst>
                                      </p:cBhvr>
                                      <p:tavLst>
                                        <p:tav tm="0">
                                          <p:val>
                                            <p:strVal val="#ppt_x"/>
                                          </p:val>
                                        </p:tav>
                                        <p:tav tm="100000">
                                          <p:val>
                                            <p:strVal val="#ppt_x"/>
                                          </p:val>
                                        </p:tav>
                                      </p:tavLst>
                                    </p:anim>
                                    <p:anim calcmode="lin" valueType="num">
                                      <p:cBhvr additive="base">
                                        <p:cTn id="100" dur="500" fill="hold"/>
                                        <p:tgtEl>
                                          <p:spTgt spid="4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 grpId="0"/>
      <p:bldP spid="41" grpId="0"/>
      <p:bldP spid="42" grpId="0"/>
      <p:bldP spid="43" grpId="0"/>
      <p:bldP spid="44" grpId="0"/>
      <p:bldP spid="45" grpId="0"/>
      <p:bldP spid="46" grpId="0"/>
      <p:bldP spid="47" grpId="0"/>
      <p:bldP spid="48" grpId="0"/>
      <p:bldP spid="49" grpId="0"/>
    </p:bld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1" name="灯片编号占位符 1"/>
          <p:cNvSpPr txBox="1">
            <a:spLocks noGrp="1"/>
          </p:cNvSpPr>
          <p:nvPr>
            <p:ph type="sldNum" sz="quarter" idx="12"/>
          </p:nvPr>
        </p:nvSpPr>
        <p:spPr>
          <a:xfrm>
            <a:off x="431800" y="6229350"/>
            <a:ext cx="2311400" cy="457200"/>
          </a:xfrm>
        </p:spPr>
        <p:txBody>
          <a:bodyPr anchor="b" anchorCtr="0"/>
          <a:lstStyle/>
          <a:p>
            <a:pPr marL="0" indent="0">
              <a:spcBef>
                <a:spcPct val="50000"/>
              </a:spcBef>
              <a:buClrTx/>
              <a:buFontTx/>
              <a:buNone/>
            </a:pPr>
            <a:r>
              <a:rPr lang="zh-CN" altLang="en-US" sz="1200" b="0">
                <a:solidFill>
                  <a:srgbClr val="3366CC"/>
                </a:solidFill>
                <a:ea typeface="宋体" panose="02010600030101010101" pitchFamily="2" charset="-122"/>
              </a:rPr>
              <a:t>第</a:t>
            </a:r>
            <a:fld id="{9A0DB2DC-4C9A-4742-B13C-FB6460FD3503}" type="slidenum">
              <a:rPr lang="zh-TW" altLang="en-US" sz="1200" b="0">
                <a:solidFill>
                  <a:srgbClr val="3366CC"/>
                </a:solidFill>
                <a:ea typeface="PMingLiU" pitchFamily="18" charset="-120"/>
              </a:rPr>
              <a:t>56</a:t>
            </a:fld>
            <a:r>
              <a:rPr lang="zh-CN" altLang="en-US" sz="1200" b="0">
                <a:solidFill>
                  <a:srgbClr val="3366CC"/>
                </a:solidFill>
                <a:ea typeface="宋体" panose="02010600030101010101" pitchFamily="2" charset="-122"/>
              </a:rPr>
              <a:t>页</a:t>
            </a:r>
            <a:endParaRPr lang="zh-TW" altLang="en-US" sz="1200" b="0">
              <a:solidFill>
                <a:srgbClr val="3366CC"/>
              </a:solidFill>
              <a:ea typeface="宋体" panose="02010600030101010101" pitchFamily="2" charset="-122"/>
            </a:endParaRPr>
          </a:p>
        </p:txBody>
      </p:sp>
      <p:sp>
        <p:nvSpPr>
          <p:cNvPr id="66562" name="文本框 4"/>
          <p:cNvSpPr txBox="1"/>
          <p:nvPr>
            <p:custDataLst>
              <p:tags r:id="rId2"/>
            </p:custDataLst>
          </p:nvPr>
        </p:nvSpPr>
        <p:spPr>
          <a:xfrm>
            <a:off x="914400" y="996315"/>
            <a:ext cx="7315200" cy="2143125"/>
          </a:xfrm>
          <a:prstGeom prst="rect">
            <a:avLst/>
          </a:prstGeom>
          <a:noFill/>
          <a:ln w="9525">
            <a:noFill/>
          </a:ln>
        </p:spPr>
        <p:txBody>
          <a:bodyPr anchor="ctr" anchorCtr="0"/>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0" lvl="0" indent="0">
              <a:spcBef>
                <a:spcPct val="0"/>
              </a:spcBef>
              <a:buClrTx/>
              <a:buFontTx/>
              <a:buNone/>
            </a:pPr>
            <a:r>
              <a:rPr lang="en-US" sz="1800">
                <a:latin typeface="宋体" panose="02010600030101010101" pitchFamily="2" charset="-122"/>
                <a:sym typeface="+mn-ea"/>
              </a:rPr>
              <a:t> </a:t>
            </a:r>
            <a:r>
              <a:rPr lang="zh-CN" sz="1800">
                <a:ea typeface="宋体" panose="02010600030101010101" pitchFamily="2" charset="-122"/>
                <a:sym typeface="+mn-ea"/>
              </a:rPr>
              <a:t>某文件占</a:t>
            </a:r>
            <a:r>
              <a:rPr lang="en-US" sz="1800">
                <a:sym typeface="+mn-ea"/>
              </a:rPr>
              <a:t>10</a:t>
            </a:r>
            <a:r>
              <a:rPr lang="zh-CN" sz="1800">
                <a:ea typeface="宋体" panose="02010600030101010101" pitchFamily="2" charset="-122"/>
                <a:sym typeface="+mn-ea"/>
              </a:rPr>
              <a:t>个磁盘块，现要把该文件磁盘块逐个读入主存缓冲区，并送用户区进行分析。假设一个缓冲区与一个磁盘块大小相同，把一个磁盘块读入缓冲区的时间为</a:t>
            </a:r>
            <a:r>
              <a:rPr lang="en-US" sz="1800">
                <a:sym typeface="+mn-ea"/>
              </a:rPr>
              <a:t>100</a:t>
            </a:r>
            <a:r>
              <a:rPr lang="en-US" sz="1800">
                <a:latin typeface="Batang" charset="0"/>
                <a:sym typeface="+mn-ea"/>
              </a:rPr>
              <a:t>μ</a:t>
            </a:r>
            <a:r>
              <a:rPr lang="en-US" sz="1800">
                <a:sym typeface="+mn-ea"/>
              </a:rPr>
              <a:t>s</a:t>
            </a:r>
            <a:r>
              <a:rPr lang="zh-CN" sz="1800">
                <a:ea typeface="宋体" panose="02010600030101010101" pitchFamily="2" charset="-122"/>
                <a:sym typeface="+mn-ea"/>
              </a:rPr>
              <a:t>，将缓冲区的数据传送到用户区的时间是</a:t>
            </a:r>
            <a:r>
              <a:rPr lang="en-US" sz="1800">
                <a:sym typeface="+mn-ea"/>
              </a:rPr>
              <a:t>50</a:t>
            </a:r>
            <a:r>
              <a:rPr lang="en-US" sz="1800">
                <a:latin typeface="Batang" charset="0"/>
                <a:sym typeface="+mn-ea"/>
              </a:rPr>
              <a:t>μ</a:t>
            </a:r>
            <a:r>
              <a:rPr lang="en-US" sz="1800">
                <a:sym typeface="+mn-ea"/>
              </a:rPr>
              <a:t>s</a:t>
            </a:r>
            <a:r>
              <a:rPr lang="zh-CN" sz="1800">
                <a:ea typeface="宋体" panose="02010600030101010101" pitchFamily="2" charset="-122"/>
                <a:sym typeface="+mn-ea"/>
              </a:rPr>
              <a:t>，</a:t>
            </a:r>
            <a:r>
              <a:rPr lang="en-US" sz="1800">
                <a:sym typeface="+mn-ea"/>
              </a:rPr>
              <a:t>CPU</a:t>
            </a:r>
            <a:r>
              <a:rPr lang="zh-CN" sz="1800">
                <a:ea typeface="宋体" panose="02010600030101010101" pitchFamily="2" charset="-122"/>
                <a:sym typeface="+mn-ea"/>
              </a:rPr>
              <a:t>对一块数据进行分析的时间为</a:t>
            </a:r>
            <a:r>
              <a:rPr lang="en-US" sz="1800">
                <a:sym typeface="+mn-ea"/>
              </a:rPr>
              <a:t>50</a:t>
            </a:r>
            <a:r>
              <a:rPr lang="en-US" sz="1800">
                <a:latin typeface="Batang" charset="0"/>
                <a:sym typeface="+mn-ea"/>
              </a:rPr>
              <a:t>μ</a:t>
            </a:r>
            <a:r>
              <a:rPr lang="en-US" sz="1800">
                <a:sym typeface="+mn-ea"/>
              </a:rPr>
              <a:t>s</a:t>
            </a:r>
            <a:r>
              <a:rPr lang="zh-CN" sz="1800">
                <a:ea typeface="宋体" panose="02010600030101010101" pitchFamily="2" charset="-122"/>
                <a:sym typeface="+mn-ea"/>
              </a:rPr>
              <a:t>。在单缓冲区和双缓冲区结构下，读入并分析该文件的时间分别是（）</a:t>
            </a:r>
            <a:endParaRPr lang="zh-CN" altLang="en-US" sz="1800" b="0">
              <a:solidFill>
                <a:srgbClr val="000000"/>
              </a:solidFill>
              <a:latin typeface="微软雅黑" panose="020B0503020204020204" charset="-122"/>
              <a:ea typeface="宋体" panose="02010600030101010101" pitchFamily="2" charset="-122"/>
              <a:sym typeface="+mn-ea"/>
            </a:endParaRPr>
          </a:p>
        </p:txBody>
      </p:sp>
      <p:sp>
        <p:nvSpPr>
          <p:cNvPr id="66563" name="文本框 5"/>
          <p:cNvSpPr txBox="1"/>
          <p:nvPr>
            <p:custDataLst>
              <p:tags r:id="rId3"/>
            </p:custDataLst>
          </p:nvPr>
        </p:nvSpPr>
        <p:spPr>
          <a:xfrm>
            <a:off x="1828800" y="2786063"/>
            <a:ext cx="6400800" cy="642937"/>
          </a:xfrm>
          <a:prstGeom prst="rect">
            <a:avLst/>
          </a:prstGeom>
          <a:noFill/>
          <a:ln w="9525">
            <a:noFill/>
          </a:ln>
        </p:spPr>
        <p:txBody>
          <a:bodyPr anchor="ctr" anchorCtr="0"/>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0" lvl="0" indent="0">
              <a:spcBef>
                <a:spcPct val="0"/>
              </a:spcBef>
              <a:buClrTx/>
              <a:buFontTx/>
              <a:buNone/>
            </a:pPr>
            <a:r>
              <a:rPr lang="en-US">
                <a:sym typeface="+mn-ea"/>
              </a:rPr>
              <a:t>1500</a:t>
            </a:r>
            <a:r>
              <a:rPr lang="en-US">
                <a:latin typeface="Batang" charset="0"/>
                <a:sym typeface="+mn-ea"/>
              </a:rPr>
              <a:t>μ</a:t>
            </a:r>
            <a:r>
              <a:rPr lang="en-US">
                <a:sym typeface="+mn-ea"/>
              </a:rPr>
              <a:t>s</a:t>
            </a:r>
            <a:r>
              <a:rPr lang="zh-CN">
                <a:ea typeface="宋体" panose="02010600030101010101" pitchFamily="2" charset="-122"/>
                <a:sym typeface="+mn-ea"/>
              </a:rPr>
              <a:t>、</a:t>
            </a:r>
            <a:r>
              <a:rPr lang="en-US">
                <a:sym typeface="+mn-ea"/>
              </a:rPr>
              <a:t>1000</a:t>
            </a:r>
            <a:r>
              <a:rPr lang="en-US">
                <a:latin typeface="Batang" charset="0"/>
                <a:sym typeface="+mn-ea"/>
              </a:rPr>
              <a:t>μ</a:t>
            </a:r>
            <a:r>
              <a:rPr lang="en-US">
                <a:sym typeface="+mn-ea"/>
              </a:rPr>
              <a:t>s</a:t>
            </a:r>
            <a:endParaRPr lang="zh-CN" altLang="en-US" sz="2600" b="0">
              <a:solidFill>
                <a:srgbClr val="000000"/>
              </a:solidFill>
              <a:latin typeface="微软雅黑" panose="020B0503020204020204" charset="-122"/>
              <a:ea typeface="微软雅黑" panose="020B0503020204020204" charset="-122"/>
              <a:sym typeface="微软雅黑" panose="020B0503020204020204" charset="-122"/>
            </a:endParaRPr>
          </a:p>
        </p:txBody>
      </p:sp>
      <p:sp>
        <p:nvSpPr>
          <p:cNvPr id="66564" name="文本框 6"/>
          <p:cNvSpPr txBox="1"/>
          <p:nvPr>
            <p:custDataLst>
              <p:tags r:id="rId4"/>
            </p:custDataLst>
          </p:nvPr>
        </p:nvSpPr>
        <p:spPr>
          <a:xfrm>
            <a:off x="1828800" y="3643313"/>
            <a:ext cx="6400800" cy="642937"/>
          </a:xfrm>
          <a:prstGeom prst="rect">
            <a:avLst/>
          </a:prstGeom>
          <a:noFill/>
          <a:ln w="9525">
            <a:noFill/>
          </a:ln>
        </p:spPr>
        <p:txBody>
          <a:bodyPr anchor="ctr" anchorCtr="0"/>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0" lvl="0" indent="0">
              <a:spcBef>
                <a:spcPct val="0"/>
              </a:spcBef>
              <a:buClrTx/>
              <a:buFontTx/>
              <a:buNone/>
            </a:pPr>
            <a:r>
              <a:rPr lang="en-US" sz="2600">
                <a:sym typeface="+mn-ea"/>
              </a:rPr>
              <a:t>1550</a:t>
            </a:r>
            <a:r>
              <a:rPr lang="en-US" sz="2600">
                <a:latin typeface="Batang" charset="0"/>
                <a:sym typeface="+mn-ea"/>
              </a:rPr>
              <a:t>μ</a:t>
            </a:r>
            <a:r>
              <a:rPr lang="en-US" sz="2600">
                <a:sym typeface="+mn-ea"/>
              </a:rPr>
              <a:t>s</a:t>
            </a:r>
            <a:r>
              <a:rPr lang="zh-CN" sz="2600">
                <a:ea typeface="宋体" panose="02010600030101010101" pitchFamily="2" charset="-122"/>
                <a:sym typeface="+mn-ea"/>
              </a:rPr>
              <a:t>、</a:t>
            </a:r>
            <a:r>
              <a:rPr lang="en-US" sz="2600">
                <a:sym typeface="+mn-ea"/>
              </a:rPr>
              <a:t>1550</a:t>
            </a:r>
            <a:r>
              <a:rPr lang="en-US" sz="2600">
                <a:latin typeface="Batang" charset="0"/>
                <a:sym typeface="+mn-ea"/>
              </a:rPr>
              <a:t>μ</a:t>
            </a:r>
            <a:r>
              <a:rPr lang="en-US" sz="2600">
                <a:sym typeface="+mn-ea"/>
              </a:rPr>
              <a:t>s</a:t>
            </a:r>
            <a:endParaRPr lang="zh-CN" altLang="en-US" sz="2600" b="0">
              <a:solidFill>
                <a:srgbClr val="000000"/>
              </a:solidFill>
              <a:latin typeface="微软雅黑" panose="020B0503020204020204" charset="-122"/>
              <a:ea typeface="微软雅黑" panose="020B0503020204020204" charset="-122"/>
              <a:sym typeface="微软雅黑" panose="020B0503020204020204" charset="-122"/>
            </a:endParaRPr>
          </a:p>
        </p:txBody>
      </p:sp>
      <p:sp>
        <p:nvSpPr>
          <p:cNvPr id="66565" name="文本框 7"/>
          <p:cNvSpPr txBox="1"/>
          <p:nvPr>
            <p:custDataLst>
              <p:tags r:id="rId5"/>
            </p:custDataLst>
          </p:nvPr>
        </p:nvSpPr>
        <p:spPr>
          <a:xfrm>
            <a:off x="1828800" y="4500563"/>
            <a:ext cx="6400800" cy="642937"/>
          </a:xfrm>
          <a:prstGeom prst="rect">
            <a:avLst/>
          </a:prstGeom>
          <a:noFill/>
          <a:ln w="9525">
            <a:noFill/>
          </a:ln>
        </p:spPr>
        <p:txBody>
          <a:bodyPr anchor="ctr" anchorCtr="0"/>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0" lvl="0" indent="0">
              <a:spcBef>
                <a:spcPct val="0"/>
              </a:spcBef>
              <a:buClrTx/>
              <a:buFontTx/>
              <a:buNone/>
            </a:pPr>
            <a:r>
              <a:rPr lang="en-US" sz="2600">
                <a:sym typeface="+mn-ea"/>
              </a:rPr>
              <a:t>1550</a:t>
            </a:r>
            <a:r>
              <a:rPr lang="en-US" sz="2600">
                <a:latin typeface="Batang" charset="0"/>
                <a:sym typeface="+mn-ea"/>
              </a:rPr>
              <a:t>μ</a:t>
            </a:r>
            <a:r>
              <a:rPr lang="en-US" sz="2600">
                <a:sym typeface="+mn-ea"/>
              </a:rPr>
              <a:t>s</a:t>
            </a:r>
            <a:r>
              <a:rPr lang="zh-CN" sz="2600">
                <a:ea typeface="宋体" panose="02010600030101010101" pitchFamily="2" charset="-122"/>
                <a:sym typeface="+mn-ea"/>
              </a:rPr>
              <a:t>、</a:t>
            </a:r>
            <a:r>
              <a:rPr lang="en-US" sz="2600">
                <a:sym typeface="+mn-ea"/>
              </a:rPr>
              <a:t>1100</a:t>
            </a:r>
            <a:r>
              <a:rPr lang="en-US" sz="2600">
                <a:latin typeface="Batang" charset="0"/>
                <a:sym typeface="+mn-ea"/>
              </a:rPr>
              <a:t>μ</a:t>
            </a:r>
            <a:r>
              <a:rPr lang="en-US" sz="2600">
                <a:sym typeface="+mn-ea"/>
              </a:rPr>
              <a:t>s</a:t>
            </a:r>
            <a:endParaRPr lang="zh-CN" altLang="en-US" sz="2600" b="0">
              <a:solidFill>
                <a:srgbClr val="000000"/>
              </a:solidFill>
              <a:latin typeface="微软雅黑" panose="020B0503020204020204" charset="-122"/>
              <a:ea typeface="微软雅黑" panose="020B0503020204020204" charset="-122"/>
              <a:sym typeface="微软雅黑" panose="020B0503020204020204" charset="-122"/>
            </a:endParaRPr>
          </a:p>
        </p:txBody>
      </p:sp>
      <p:sp>
        <p:nvSpPr>
          <p:cNvPr id="66566" name="文本框 8"/>
          <p:cNvSpPr txBox="1"/>
          <p:nvPr>
            <p:custDataLst>
              <p:tags r:id="rId6"/>
            </p:custDataLst>
          </p:nvPr>
        </p:nvSpPr>
        <p:spPr>
          <a:xfrm>
            <a:off x="1828800" y="5357813"/>
            <a:ext cx="6400800" cy="642937"/>
          </a:xfrm>
          <a:prstGeom prst="rect">
            <a:avLst/>
          </a:prstGeom>
          <a:noFill/>
          <a:ln w="9525">
            <a:noFill/>
          </a:ln>
        </p:spPr>
        <p:txBody>
          <a:bodyPr anchor="ctr" anchorCtr="0"/>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0" lvl="0" indent="0">
              <a:spcBef>
                <a:spcPct val="0"/>
              </a:spcBef>
              <a:buClrTx/>
              <a:buFontTx/>
              <a:buNone/>
            </a:pPr>
            <a:r>
              <a:rPr lang="en-US">
                <a:sym typeface="+mn-ea"/>
              </a:rPr>
              <a:t>2000</a:t>
            </a:r>
            <a:r>
              <a:rPr lang="en-US">
                <a:latin typeface="Batang" charset="0"/>
                <a:sym typeface="+mn-ea"/>
              </a:rPr>
              <a:t>μ</a:t>
            </a:r>
            <a:r>
              <a:rPr lang="en-US">
                <a:sym typeface="+mn-ea"/>
              </a:rPr>
              <a:t>s</a:t>
            </a:r>
            <a:r>
              <a:rPr lang="zh-CN">
                <a:ea typeface="宋体" panose="02010600030101010101" pitchFamily="2" charset="-122"/>
                <a:sym typeface="+mn-ea"/>
              </a:rPr>
              <a:t>、</a:t>
            </a:r>
            <a:r>
              <a:rPr lang="en-US">
                <a:sym typeface="+mn-ea"/>
              </a:rPr>
              <a:t>2000</a:t>
            </a:r>
            <a:r>
              <a:rPr lang="en-US">
                <a:latin typeface="Batang" charset="0"/>
                <a:sym typeface="+mn-ea"/>
              </a:rPr>
              <a:t>μ</a:t>
            </a:r>
            <a:r>
              <a:rPr lang="en-US">
                <a:sym typeface="+mn-ea"/>
              </a:rPr>
              <a:t>s</a:t>
            </a:r>
            <a:endParaRPr lang="zh-CN" altLang="en-US" sz="2600" b="0">
              <a:solidFill>
                <a:srgbClr val="000000"/>
              </a:solidFill>
              <a:latin typeface="微软雅黑" panose="020B0503020204020204" charset="-122"/>
              <a:ea typeface="微软雅黑" panose="020B0503020204020204" charset="-122"/>
              <a:sym typeface="微软雅黑" panose="020B0503020204020204" charset="-122"/>
            </a:endParaRPr>
          </a:p>
        </p:txBody>
      </p:sp>
      <p:sp>
        <p:nvSpPr>
          <p:cNvPr id="66567" name="椭圆 9"/>
          <p:cNvSpPr>
            <a:spLocks noChangeAspect="1"/>
          </p:cNvSpPr>
          <p:nvPr>
            <p:custDataLst>
              <p:tags r:id="rId7"/>
            </p:custDataLst>
          </p:nvPr>
        </p:nvSpPr>
        <p:spPr>
          <a:xfrm>
            <a:off x="1114425" y="2849563"/>
            <a:ext cx="514350" cy="514350"/>
          </a:xfrm>
          <a:prstGeom prst="ellipse">
            <a:avLst/>
          </a:prstGeom>
          <a:solidFill>
            <a:srgbClr val="808080"/>
          </a:solidFill>
          <a:ln w="12700" cap="flat" cmpd="sng">
            <a:solidFill>
              <a:srgbClr val="000000"/>
            </a:solidFill>
            <a:prstDash val="solid"/>
            <a:headEnd type="none" w="med" len="med"/>
            <a:tailEnd type="none" w="med" len="med"/>
          </a:ln>
        </p:spPr>
        <p:txBody>
          <a:bodyPr wrap="none" anchor="ctr" anchorCtr="1"/>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0" lvl="0" indent="0" algn="ctr" eaLnBrk="1" hangingPunct="1">
              <a:spcBef>
                <a:spcPct val="0"/>
              </a:spcBef>
              <a:buClrTx/>
              <a:buFontTx/>
              <a:buNone/>
            </a:pPr>
            <a:r>
              <a:rPr lang="en-US" altLang="zh-CN" sz="1600" b="0">
                <a:solidFill>
                  <a:srgbClr val="FFFFFF"/>
                </a:solidFill>
                <a:latin typeface="微软雅黑" panose="020B0503020204020204" charset="-122"/>
                <a:ea typeface="微软雅黑" panose="020B0503020204020204" charset="-122"/>
                <a:sym typeface="微软雅黑" panose="020B0503020204020204" charset="-122"/>
              </a:rPr>
              <a:t>A</a:t>
            </a:r>
            <a:endParaRPr lang="zh-CN" altLang="en-US" sz="1600" b="0">
              <a:solidFill>
                <a:srgbClr val="FFFFFF"/>
              </a:solidFill>
              <a:latin typeface="微软雅黑" panose="020B0503020204020204" charset="-122"/>
              <a:ea typeface="微软雅黑" panose="020B0503020204020204" charset="-122"/>
              <a:sym typeface="微软雅黑" panose="020B0503020204020204" charset="-122"/>
            </a:endParaRPr>
          </a:p>
        </p:txBody>
      </p:sp>
      <p:sp>
        <p:nvSpPr>
          <p:cNvPr id="66568" name="椭圆 10"/>
          <p:cNvSpPr>
            <a:spLocks noChangeAspect="1"/>
          </p:cNvSpPr>
          <p:nvPr>
            <p:custDataLst>
              <p:tags r:id="rId8"/>
            </p:custDataLst>
          </p:nvPr>
        </p:nvSpPr>
        <p:spPr>
          <a:xfrm>
            <a:off x="1114425" y="3706813"/>
            <a:ext cx="514350" cy="514350"/>
          </a:xfrm>
          <a:prstGeom prst="ellipse">
            <a:avLst/>
          </a:prstGeom>
          <a:solidFill>
            <a:srgbClr val="808080"/>
          </a:solidFill>
          <a:ln w="12700" cap="flat" cmpd="sng">
            <a:solidFill>
              <a:srgbClr val="000000"/>
            </a:solidFill>
            <a:prstDash val="solid"/>
            <a:headEnd type="none" w="med" len="med"/>
            <a:tailEnd type="none" w="med" len="med"/>
          </a:ln>
        </p:spPr>
        <p:txBody>
          <a:bodyPr wrap="none" anchor="ctr" anchorCtr="1"/>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0" lvl="0" indent="0" algn="ctr" eaLnBrk="1" hangingPunct="1">
              <a:spcBef>
                <a:spcPct val="0"/>
              </a:spcBef>
              <a:buClrTx/>
              <a:buFontTx/>
              <a:buNone/>
            </a:pPr>
            <a:r>
              <a:rPr lang="en-US" altLang="zh-CN" sz="1600" b="0">
                <a:solidFill>
                  <a:srgbClr val="FFFFFF"/>
                </a:solidFill>
                <a:latin typeface="微软雅黑" panose="020B0503020204020204" charset="-122"/>
                <a:ea typeface="微软雅黑" panose="020B0503020204020204" charset="-122"/>
                <a:sym typeface="微软雅黑" panose="020B0503020204020204" charset="-122"/>
              </a:rPr>
              <a:t>B</a:t>
            </a:r>
            <a:endParaRPr lang="zh-CN" altLang="en-US" sz="1600" b="0">
              <a:solidFill>
                <a:srgbClr val="FFFFFF"/>
              </a:solidFill>
              <a:latin typeface="微软雅黑" panose="020B0503020204020204" charset="-122"/>
              <a:ea typeface="微软雅黑" panose="020B0503020204020204" charset="-122"/>
              <a:sym typeface="微软雅黑" panose="020B0503020204020204" charset="-122"/>
            </a:endParaRPr>
          </a:p>
        </p:txBody>
      </p:sp>
      <p:sp>
        <p:nvSpPr>
          <p:cNvPr id="66569" name="椭圆 11"/>
          <p:cNvSpPr>
            <a:spLocks noChangeAspect="1"/>
          </p:cNvSpPr>
          <p:nvPr>
            <p:custDataLst>
              <p:tags r:id="rId9"/>
            </p:custDataLst>
          </p:nvPr>
        </p:nvSpPr>
        <p:spPr>
          <a:xfrm>
            <a:off x="1114425" y="4564063"/>
            <a:ext cx="514350" cy="514350"/>
          </a:xfrm>
          <a:prstGeom prst="ellipse">
            <a:avLst/>
          </a:prstGeom>
          <a:solidFill>
            <a:srgbClr val="00FF00"/>
          </a:solidFill>
          <a:ln w="25400" cap="flat" cmpd="sng">
            <a:solidFill>
              <a:srgbClr val="000000"/>
            </a:solidFill>
            <a:prstDash val="solid"/>
            <a:headEnd type="none" w="med" len="med"/>
            <a:tailEnd type="none" w="med" len="med"/>
          </a:ln>
        </p:spPr>
        <p:txBody>
          <a:bodyPr wrap="none" anchor="ctr" anchorCtr="1"/>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0" lvl="0" indent="0" algn="ctr" eaLnBrk="1" hangingPunct="1">
              <a:spcBef>
                <a:spcPct val="0"/>
              </a:spcBef>
              <a:buClrTx/>
              <a:buFontTx/>
              <a:buNone/>
            </a:pPr>
            <a:r>
              <a:rPr lang="en-US" altLang="zh-CN" sz="1600" b="0">
                <a:solidFill>
                  <a:srgbClr val="FFFFFF"/>
                </a:solidFill>
                <a:latin typeface="微软雅黑" panose="020B0503020204020204" charset="-122"/>
                <a:ea typeface="微软雅黑" panose="020B0503020204020204" charset="-122"/>
                <a:sym typeface="微软雅黑" panose="020B0503020204020204" charset="-122"/>
              </a:rPr>
              <a:t>C</a:t>
            </a:r>
            <a:endParaRPr lang="zh-CN" altLang="en-US" sz="1600" b="0">
              <a:solidFill>
                <a:srgbClr val="FFFFFF"/>
              </a:solidFill>
              <a:latin typeface="微软雅黑" panose="020B0503020204020204" charset="-122"/>
              <a:ea typeface="微软雅黑" panose="020B0503020204020204" charset="-122"/>
              <a:sym typeface="微软雅黑" panose="020B0503020204020204" charset="-122"/>
            </a:endParaRPr>
          </a:p>
        </p:txBody>
      </p:sp>
      <p:sp>
        <p:nvSpPr>
          <p:cNvPr id="66570" name="椭圆 12"/>
          <p:cNvSpPr>
            <a:spLocks noChangeAspect="1"/>
          </p:cNvSpPr>
          <p:nvPr>
            <p:custDataLst>
              <p:tags r:id="rId10"/>
            </p:custDataLst>
          </p:nvPr>
        </p:nvSpPr>
        <p:spPr>
          <a:xfrm>
            <a:off x="1114425" y="5421313"/>
            <a:ext cx="514350" cy="514350"/>
          </a:xfrm>
          <a:prstGeom prst="ellipse">
            <a:avLst/>
          </a:prstGeom>
          <a:solidFill>
            <a:srgbClr val="808080"/>
          </a:solidFill>
          <a:ln w="12700" cap="flat" cmpd="sng">
            <a:solidFill>
              <a:srgbClr val="000000"/>
            </a:solidFill>
            <a:prstDash val="solid"/>
            <a:headEnd type="none" w="med" len="med"/>
            <a:tailEnd type="none" w="med" len="med"/>
          </a:ln>
        </p:spPr>
        <p:txBody>
          <a:bodyPr wrap="none" anchor="ctr" anchorCtr="1"/>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0" lvl="0" indent="0" algn="ctr" eaLnBrk="1" hangingPunct="1">
              <a:spcBef>
                <a:spcPct val="0"/>
              </a:spcBef>
              <a:buClrTx/>
              <a:buFontTx/>
              <a:buNone/>
            </a:pPr>
            <a:r>
              <a:rPr lang="en-US" altLang="zh-CN" sz="1600" b="0">
                <a:solidFill>
                  <a:srgbClr val="FFFFFF"/>
                </a:solidFill>
                <a:latin typeface="微软雅黑" panose="020B0503020204020204" charset="-122"/>
                <a:ea typeface="微软雅黑" panose="020B0503020204020204" charset="-122"/>
                <a:sym typeface="微软雅黑" panose="020B0503020204020204" charset="-122"/>
              </a:rPr>
              <a:t>D</a:t>
            </a:r>
            <a:endParaRPr lang="zh-CN" altLang="en-US" sz="1600" b="0">
              <a:solidFill>
                <a:srgbClr val="FFFFFF"/>
              </a:solidFill>
              <a:latin typeface="微软雅黑" panose="020B0503020204020204" charset="-122"/>
              <a:ea typeface="微软雅黑" panose="020B0503020204020204" charset="-122"/>
              <a:sym typeface="微软雅黑" panose="020B0503020204020204" charset="-122"/>
            </a:endParaRPr>
          </a:p>
        </p:txBody>
      </p:sp>
      <p:sp>
        <p:nvSpPr>
          <p:cNvPr id="66571" name="矩形: 圆角 13"/>
          <p:cNvSpPr/>
          <p:nvPr>
            <p:custDataLst>
              <p:tags r:id="rId11"/>
            </p:custDataLst>
          </p:nvPr>
        </p:nvSpPr>
        <p:spPr>
          <a:xfrm>
            <a:off x="6172200" y="6215063"/>
            <a:ext cx="1543050" cy="411162"/>
          </a:xfrm>
          <a:prstGeom prst="roundRect">
            <a:avLst>
              <a:gd name="adj" fmla="val 16667"/>
            </a:avLst>
          </a:prstGeom>
          <a:solidFill>
            <a:srgbClr val="808080"/>
          </a:solidFill>
          <a:ln w="38100" cap="flat" cmpd="sng">
            <a:solidFill>
              <a:srgbClr val="000000"/>
            </a:solidFill>
            <a:prstDash val="solid"/>
            <a:headEnd type="none" w="med" len="med"/>
            <a:tailEnd type="none" w="med" len="med"/>
          </a:ln>
        </p:spPr>
        <p:txBody>
          <a:bodyPr wrap="none" anchor="ctr" anchorCtr="1"/>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0" lvl="0" indent="0" algn="ctr" eaLnBrk="1" hangingPunct="1">
              <a:spcBef>
                <a:spcPct val="0"/>
              </a:spcBef>
              <a:buClrTx/>
              <a:buFontTx/>
              <a:buNone/>
            </a:pPr>
            <a:r>
              <a:rPr lang="zh-CN" altLang="en-US" sz="1600" b="0">
                <a:solidFill>
                  <a:srgbClr val="FFFFFF"/>
                </a:solidFill>
                <a:latin typeface="微软雅黑" panose="020B0503020204020204" charset="-122"/>
                <a:ea typeface="微软雅黑" panose="020B0503020204020204" charset="-122"/>
                <a:sym typeface="微软雅黑" panose="020B0503020204020204" charset="-122"/>
              </a:rPr>
              <a:t>提交</a:t>
            </a:r>
          </a:p>
        </p:txBody>
      </p:sp>
      <p:grpSp>
        <p:nvGrpSpPr>
          <p:cNvPr id="66572" name="组合 18"/>
          <p:cNvGrpSpPr/>
          <p:nvPr/>
        </p:nvGrpSpPr>
        <p:grpSpPr>
          <a:xfrm>
            <a:off x="0" y="0"/>
            <a:ext cx="9144000" cy="635000"/>
            <a:chOff x="0" y="0"/>
            <a:chExt cx="9144000" cy="635000"/>
          </a:xfrm>
        </p:grpSpPr>
        <p:sp>
          <p:nvSpPr>
            <p:cNvPr id="66574" name="TitleBackground"/>
            <p:cNvSpPr/>
            <p:nvPr>
              <p:custDataLst>
                <p:tags r:id="rId13"/>
              </p:custDataLst>
            </p:nvPr>
          </p:nvSpPr>
          <p:spPr>
            <a:xfrm>
              <a:off x="0" y="0"/>
              <a:ext cx="9144000" cy="635000"/>
            </a:xfrm>
            <a:prstGeom prst="rect">
              <a:avLst/>
            </a:prstGeom>
            <a:solidFill>
              <a:srgbClr val="F6F7F8"/>
            </a:solidFill>
            <a:ln w="19050">
              <a:noFill/>
            </a:ln>
          </p:spPr>
          <p:txBody>
            <a:bodyPr wrap="none" anchor="ctr" anchorCtr="0"/>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0" lvl="0" indent="0" algn="ctr" eaLnBrk="1" hangingPunct="1">
                <a:spcBef>
                  <a:spcPct val="0"/>
                </a:spcBef>
                <a:buClrTx/>
                <a:buFontTx/>
                <a:buNone/>
              </a:pPr>
              <a:endParaRPr lang="zh-CN" altLang="en-US" sz="2400" b="0">
                <a:ea typeface="宋体" panose="02010600030101010101" pitchFamily="2" charset="-122"/>
              </a:endParaRPr>
            </a:p>
          </p:txBody>
        </p:sp>
        <p:sp>
          <p:nvSpPr>
            <p:cNvPr id="66575" name="ColorBlock"/>
            <p:cNvSpPr/>
            <p:nvPr>
              <p:custDataLst>
                <p:tags r:id="rId14"/>
              </p:custDataLst>
            </p:nvPr>
          </p:nvSpPr>
          <p:spPr>
            <a:xfrm>
              <a:off x="0" y="0"/>
              <a:ext cx="190500" cy="635000"/>
            </a:xfrm>
            <a:prstGeom prst="rect">
              <a:avLst/>
            </a:prstGeom>
            <a:solidFill>
              <a:srgbClr val="639EF4"/>
            </a:solidFill>
            <a:ln w="19050">
              <a:noFill/>
            </a:ln>
          </p:spPr>
          <p:txBody>
            <a:bodyPr wrap="none" anchor="ctr" anchorCtr="0"/>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0" lvl="0" indent="0" algn="ctr" eaLnBrk="1" hangingPunct="1">
                <a:spcBef>
                  <a:spcPct val="0"/>
                </a:spcBef>
                <a:buClrTx/>
                <a:buFontTx/>
                <a:buNone/>
              </a:pPr>
              <a:endParaRPr lang="zh-CN" altLang="en-US" sz="2400" b="0">
                <a:ea typeface="宋体" panose="02010600030101010101" pitchFamily="2" charset="-122"/>
              </a:endParaRPr>
            </a:p>
          </p:txBody>
        </p:sp>
        <p:sp>
          <p:nvSpPr>
            <p:cNvPr id="66576" name="TypeText"/>
            <p:cNvSpPr txBox="1"/>
            <p:nvPr>
              <p:custDataLst>
                <p:tags r:id="rId15"/>
              </p:custDataLst>
            </p:nvPr>
          </p:nvSpPr>
          <p:spPr>
            <a:xfrm>
              <a:off x="254000" y="0"/>
              <a:ext cx="1905000" cy="635000"/>
            </a:xfrm>
            <a:prstGeom prst="rect">
              <a:avLst/>
            </a:prstGeom>
            <a:noFill/>
            <a:ln w="9525">
              <a:noFill/>
            </a:ln>
          </p:spPr>
          <p:txBody>
            <a:bodyPr wrap="none" anchor="ctr" anchorCtr="0"/>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0" lvl="0" indent="0">
                <a:spcBef>
                  <a:spcPct val="0"/>
                </a:spcBef>
                <a:buClrTx/>
                <a:buFontTx/>
                <a:buNone/>
              </a:pPr>
              <a:r>
                <a:rPr lang="zh-CN" altLang="en-US" sz="2600" b="0">
                  <a:solidFill>
                    <a:srgbClr val="000000"/>
                  </a:solidFill>
                  <a:latin typeface="微软雅黑" panose="020B0503020204020204" charset="-122"/>
                  <a:ea typeface="微软雅黑" panose="020B0503020204020204" charset="-122"/>
                  <a:sym typeface="微软雅黑" panose="020B0503020204020204" charset="-122"/>
                </a:rPr>
                <a:t>单选题</a:t>
              </a:r>
            </a:p>
          </p:txBody>
        </p:sp>
        <p:sp>
          <p:nvSpPr>
            <p:cNvPr id="66577" name="TipText"/>
            <p:cNvSpPr txBox="1"/>
            <p:nvPr>
              <p:custDataLst>
                <p:tags r:id="rId16"/>
              </p:custDataLst>
            </p:nvPr>
          </p:nvSpPr>
          <p:spPr>
            <a:xfrm>
              <a:off x="1525905" y="109220"/>
              <a:ext cx="2286000" cy="508000"/>
            </a:xfrm>
            <a:prstGeom prst="rect">
              <a:avLst/>
            </a:prstGeom>
            <a:noFill/>
            <a:ln w="9525">
              <a:noFill/>
            </a:ln>
          </p:spPr>
          <p:txBody>
            <a:bodyPr wrap="none" anchor="ctr" anchorCtr="0"/>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0" lvl="0" indent="0">
                <a:spcBef>
                  <a:spcPct val="0"/>
                </a:spcBef>
                <a:buClrTx/>
                <a:buFontTx/>
                <a:buNone/>
              </a:pPr>
              <a:r>
                <a:rPr lang="en-US" altLang="zh-CN" sz="2000" b="0">
                  <a:solidFill>
                    <a:srgbClr val="808080"/>
                  </a:solidFill>
                  <a:latin typeface="微软雅黑" panose="020B0503020204020204" charset="-122"/>
                  <a:ea typeface="微软雅黑" panose="020B0503020204020204" charset="-122"/>
                  <a:sym typeface="微软雅黑" panose="020B0503020204020204" charset="-122"/>
                </a:rPr>
                <a:t>1</a:t>
              </a:r>
              <a:r>
                <a:rPr lang="zh-CN" altLang="en-US" sz="2000" b="0">
                  <a:solidFill>
                    <a:srgbClr val="808080"/>
                  </a:solidFill>
                  <a:latin typeface="微软雅黑" panose="020B0503020204020204" charset="-122"/>
                  <a:ea typeface="微软雅黑" panose="020B0503020204020204" charset="-122"/>
                  <a:sym typeface="微软雅黑" panose="020B0503020204020204" charset="-122"/>
                </a:rPr>
                <a:t>分</a:t>
              </a:r>
            </a:p>
          </p:txBody>
        </p:sp>
      </p:grpSp>
      <p:pic>
        <p:nvPicPr>
          <p:cNvPr id="66573" name="图片 3"/>
          <p:cNvPicPr/>
          <p:nvPr>
            <p:custDataLst>
              <p:tags r:id="rId12"/>
            </p:custDataLst>
          </p:nvPr>
        </p:nvPicPr>
        <p:blipFill>
          <a:blip r:embed="rId18"/>
          <a:stretch>
            <a:fillRect/>
          </a:stretch>
        </p:blipFill>
        <p:spPr>
          <a:xfrm>
            <a:off x="7594600" y="63500"/>
            <a:ext cx="1422400" cy="508000"/>
          </a:xfrm>
          <a:prstGeom prst="rect">
            <a:avLst/>
          </a:prstGeom>
          <a:noFill/>
          <a:ln w="9525">
            <a:noFill/>
          </a:ln>
        </p:spPr>
      </p:pic>
    </p:spTree>
    <p:custDataLst>
      <p:tags r:id="rId1"/>
    </p:custData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4" name="文本框 3"/>
          <p:cNvSpPr txBox="1"/>
          <p:nvPr/>
        </p:nvSpPr>
        <p:spPr>
          <a:xfrm>
            <a:off x="656590" y="1443990"/>
            <a:ext cx="7110095" cy="2584450"/>
          </a:xfrm>
          <a:prstGeom prst="rect">
            <a:avLst/>
          </a:prstGeom>
          <a:noFill/>
        </p:spPr>
        <p:txBody>
          <a:bodyPr wrap="square" rtlCol="0" anchor="t">
            <a:spAutoFit/>
          </a:bodyPr>
          <a:lstStyle/>
          <a:p>
            <a:r>
              <a:rPr lang="en-US" sz="1800">
                <a:latin typeface="宋体" panose="02010600030101010101" pitchFamily="2" charset="-122"/>
                <a:sym typeface="+mn-ea"/>
              </a:rPr>
              <a:t> </a:t>
            </a:r>
            <a:r>
              <a:rPr lang="zh-CN" sz="1800">
                <a:ea typeface="宋体" panose="02010600030101010101" pitchFamily="2" charset="-122"/>
                <a:sym typeface="+mn-ea"/>
              </a:rPr>
              <a:t>某文件占</a:t>
            </a:r>
            <a:r>
              <a:rPr lang="en-US" sz="1800">
                <a:sym typeface="+mn-ea"/>
              </a:rPr>
              <a:t>10</a:t>
            </a:r>
            <a:r>
              <a:rPr lang="zh-CN" sz="1800">
                <a:ea typeface="宋体" panose="02010600030101010101" pitchFamily="2" charset="-122"/>
                <a:sym typeface="+mn-ea"/>
              </a:rPr>
              <a:t>个磁盘块，现要把该文件磁盘块逐个读入主存缓冲区，并送用户区进行分析。假设一个缓冲区与一个磁盘块大小相同，把一个磁盘块读入缓冲区的时间为</a:t>
            </a:r>
            <a:r>
              <a:rPr lang="en-US" sz="1800">
                <a:sym typeface="+mn-ea"/>
              </a:rPr>
              <a:t>100</a:t>
            </a:r>
            <a:r>
              <a:rPr lang="en-US" sz="1800">
                <a:latin typeface="Batang" charset="0"/>
                <a:sym typeface="+mn-ea"/>
              </a:rPr>
              <a:t>μ</a:t>
            </a:r>
            <a:r>
              <a:rPr lang="en-US" sz="1800">
                <a:sym typeface="+mn-ea"/>
              </a:rPr>
              <a:t>s</a:t>
            </a:r>
            <a:r>
              <a:rPr lang="zh-CN" sz="1800">
                <a:ea typeface="宋体" panose="02010600030101010101" pitchFamily="2" charset="-122"/>
                <a:sym typeface="+mn-ea"/>
              </a:rPr>
              <a:t>，将缓冲区的数据传送到用户区的时间是</a:t>
            </a:r>
            <a:r>
              <a:rPr lang="en-US" sz="1800">
                <a:sym typeface="+mn-ea"/>
              </a:rPr>
              <a:t>50</a:t>
            </a:r>
            <a:r>
              <a:rPr lang="en-US" sz="1800">
                <a:latin typeface="Batang" charset="0"/>
                <a:sym typeface="+mn-ea"/>
              </a:rPr>
              <a:t>μ</a:t>
            </a:r>
            <a:r>
              <a:rPr lang="en-US" sz="1800">
                <a:sym typeface="+mn-ea"/>
              </a:rPr>
              <a:t>s</a:t>
            </a:r>
            <a:r>
              <a:rPr lang="zh-CN" sz="1800">
                <a:ea typeface="宋体" panose="02010600030101010101" pitchFamily="2" charset="-122"/>
                <a:sym typeface="+mn-ea"/>
              </a:rPr>
              <a:t>，</a:t>
            </a:r>
            <a:r>
              <a:rPr lang="en-US" sz="1800">
                <a:sym typeface="+mn-ea"/>
              </a:rPr>
              <a:t>CPU</a:t>
            </a:r>
            <a:r>
              <a:rPr lang="zh-CN" sz="1800">
                <a:ea typeface="宋体" panose="02010600030101010101" pitchFamily="2" charset="-122"/>
                <a:sym typeface="+mn-ea"/>
              </a:rPr>
              <a:t>对一块数据进行分析的时间为</a:t>
            </a:r>
            <a:r>
              <a:rPr lang="en-US" sz="1800">
                <a:sym typeface="+mn-ea"/>
              </a:rPr>
              <a:t>50</a:t>
            </a:r>
            <a:r>
              <a:rPr lang="en-US" sz="1800">
                <a:latin typeface="Batang" charset="0"/>
                <a:sym typeface="+mn-ea"/>
              </a:rPr>
              <a:t>μ</a:t>
            </a:r>
            <a:r>
              <a:rPr lang="en-US" sz="1800">
                <a:sym typeface="+mn-ea"/>
              </a:rPr>
              <a:t>s</a:t>
            </a:r>
            <a:r>
              <a:rPr lang="zh-CN" sz="1800">
                <a:ea typeface="宋体" panose="02010600030101010101" pitchFamily="2" charset="-122"/>
                <a:sym typeface="+mn-ea"/>
              </a:rPr>
              <a:t>。在单缓冲区和双缓冲区结构下，读入并分析该文件的时间分别是（）。</a:t>
            </a:r>
            <a:endParaRPr lang="en-US" sz="1800">
              <a:sym typeface="+mn-ea"/>
            </a:endParaRPr>
          </a:p>
          <a:p>
            <a:r>
              <a:rPr lang="en-US" sz="1800">
                <a:sym typeface="+mn-ea"/>
              </a:rPr>
              <a:t>A. 1500</a:t>
            </a:r>
            <a:r>
              <a:rPr lang="en-US" sz="1800">
                <a:latin typeface="Batang" charset="0"/>
                <a:sym typeface="+mn-ea"/>
              </a:rPr>
              <a:t>μ</a:t>
            </a:r>
            <a:r>
              <a:rPr lang="en-US" sz="1800">
                <a:sym typeface="+mn-ea"/>
              </a:rPr>
              <a:t>s</a:t>
            </a:r>
            <a:r>
              <a:rPr lang="zh-CN" sz="1800">
                <a:ea typeface="宋体" panose="02010600030101010101" pitchFamily="2" charset="-122"/>
                <a:sym typeface="+mn-ea"/>
              </a:rPr>
              <a:t>、</a:t>
            </a:r>
            <a:r>
              <a:rPr lang="en-US" sz="1800">
                <a:sym typeface="+mn-ea"/>
              </a:rPr>
              <a:t>1000</a:t>
            </a:r>
            <a:r>
              <a:rPr lang="en-US" sz="1800">
                <a:latin typeface="Batang" charset="0"/>
                <a:sym typeface="+mn-ea"/>
              </a:rPr>
              <a:t>μ</a:t>
            </a:r>
            <a:r>
              <a:rPr lang="en-US" sz="1800">
                <a:sym typeface="+mn-ea"/>
              </a:rPr>
              <a:t>s</a:t>
            </a:r>
            <a:r>
              <a:rPr lang="en-US" sz="1800">
                <a:latin typeface="宋体" panose="02010600030101010101" pitchFamily="2" charset="-122"/>
                <a:sym typeface="+mn-ea"/>
              </a:rPr>
              <a:t>					</a:t>
            </a:r>
            <a:endParaRPr lang="en-US" sz="1800">
              <a:latin typeface="宋体" panose="02010600030101010101" pitchFamily="2" charset="-122"/>
            </a:endParaRPr>
          </a:p>
          <a:p>
            <a:r>
              <a:rPr lang="en-US" sz="1800">
                <a:sym typeface="+mn-ea"/>
              </a:rPr>
              <a:t>B. 1550</a:t>
            </a:r>
            <a:r>
              <a:rPr lang="en-US" sz="1800">
                <a:latin typeface="Batang" charset="0"/>
                <a:sym typeface="+mn-ea"/>
              </a:rPr>
              <a:t>μ</a:t>
            </a:r>
            <a:r>
              <a:rPr lang="en-US" sz="1800">
                <a:sym typeface="+mn-ea"/>
              </a:rPr>
              <a:t>s</a:t>
            </a:r>
            <a:r>
              <a:rPr lang="zh-CN" sz="1800">
                <a:ea typeface="宋体" panose="02010600030101010101" pitchFamily="2" charset="-122"/>
                <a:sym typeface="+mn-ea"/>
              </a:rPr>
              <a:t>、</a:t>
            </a:r>
            <a:r>
              <a:rPr lang="en-US" sz="1800">
                <a:sym typeface="+mn-ea"/>
              </a:rPr>
              <a:t>1100</a:t>
            </a:r>
            <a:r>
              <a:rPr lang="en-US" sz="1800">
                <a:latin typeface="Batang" charset="0"/>
                <a:sym typeface="+mn-ea"/>
              </a:rPr>
              <a:t>μ</a:t>
            </a:r>
            <a:r>
              <a:rPr lang="en-US" sz="1800">
                <a:sym typeface="+mn-ea"/>
              </a:rPr>
              <a:t>s</a:t>
            </a:r>
          </a:p>
          <a:p>
            <a:r>
              <a:rPr lang="en-US" sz="1800">
                <a:sym typeface="+mn-ea"/>
              </a:rPr>
              <a:t>C. 1550</a:t>
            </a:r>
            <a:r>
              <a:rPr lang="en-US" sz="1800">
                <a:latin typeface="Batang" charset="0"/>
                <a:sym typeface="+mn-ea"/>
              </a:rPr>
              <a:t>μ</a:t>
            </a:r>
            <a:r>
              <a:rPr lang="en-US" sz="1800">
                <a:sym typeface="+mn-ea"/>
              </a:rPr>
              <a:t>s</a:t>
            </a:r>
            <a:r>
              <a:rPr lang="zh-CN" sz="1800">
                <a:ea typeface="宋体" panose="02010600030101010101" pitchFamily="2" charset="-122"/>
                <a:sym typeface="+mn-ea"/>
              </a:rPr>
              <a:t>、</a:t>
            </a:r>
            <a:r>
              <a:rPr lang="en-US" sz="1800">
                <a:sym typeface="+mn-ea"/>
              </a:rPr>
              <a:t>1550</a:t>
            </a:r>
            <a:r>
              <a:rPr lang="en-US" sz="1800">
                <a:latin typeface="Batang" charset="0"/>
                <a:sym typeface="+mn-ea"/>
              </a:rPr>
              <a:t>μ</a:t>
            </a:r>
            <a:r>
              <a:rPr lang="en-US" sz="1800">
                <a:sym typeface="+mn-ea"/>
              </a:rPr>
              <a:t>s</a:t>
            </a:r>
            <a:r>
              <a:rPr lang="en-US" sz="1800">
                <a:latin typeface="宋体" panose="02010600030101010101" pitchFamily="2" charset="-122"/>
                <a:sym typeface="+mn-ea"/>
              </a:rPr>
              <a:t>					</a:t>
            </a:r>
            <a:endParaRPr lang="en-US" sz="1800">
              <a:latin typeface="宋体" panose="02010600030101010101" pitchFamily="2" charset="-122"/>
            </a:endParaRPr>
          </a:p>
          <a:p>
            <a:r>
              <a:rPr lang="en-US" sz="1800">
                <a:sym typeface="+mn-ea"/>
              </a:rPr>
              <a:t>D. 2000</a:t>
            </a:r>
            <a:r>
              <a:rPr lang="en-US" sz="1800">
                <a:latin typeface="Batang" charset="0"/>
                <a:sym typeface="+mn-ea"/>
              </a:rPr>
              <a:t>μ</a:t>
            </a:r>
            <a:r>
              <a:rPr lang="en-US" sz="1800">
                <a:sym typeface="+mn-ea"/>
              </a:rPr>
              <a:t>s</a:t>
            </a:r>
            <a:r>
              <a:rPr lang="zh-CN" sz="1800">
                <a:ea typeface="宋体" panose="02010600030101010101" pitchFamily="2" charset="-122"/>
                <a:sym typeface="+mn-ea"/>
              </a:rPr>
              <a:t>、</a:t>
            </a:r>
            <a:r>
              <a:rPr lang="en-US" sz="1800">
                <a:sym typeface="+mn-ea"/>
              </a:rPr>
              <a:t>2000</a:t>
            </a:r>
            <a:r>
              <a:rPr lang="en-US" sz="1800">
                <a:latin typeface="Batang" charset="0"/>
                <a:sym typeface="+mn-ea"/>
              </a:rPr>
              <a:t>μ</a:t>
            </a:r>
            <a:r>
              <a:rPr lang="en-US" sz="1800">
                <a:sym typeface="+mn-ea"/>
              </a:rPr>
              <a:t>s</a:t>
            </a:r>
            <a:endParaRPr lang="en-US" altLang="en-US" sz="1800">
              <a:sym typeface="+mn-ea"/>
            </a:endParaRP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5" name="灯片编号占位符 3"/>
          <p:cNvSpPr txBox="1">
            <a:spLocks noGrp="1"/>
          </p:cNvSpPr>
          <p:nvPr>
            <p:ph type="sldNum" sz="quarter" idx="12"/>
          </p:nvPr>
        </p:nvSpPr>
        <p:spPr>
          <a:xfrm>
            <a:off x="431800" y="6229350"/>
            <a:ext cx="2311400" cy="457200"/>
          </a:xfrm>
        </p:spPr>
        <p:txBody>
          <a:bodyPr anchor="b" anchorCtr="0"/>
          <a:lstStyle/>
          <a:p>
            <a:pPr marL="0" indent="0">
              <a:spcBef>
                <a:spcPct val="50000"/>
              </a:spcBef>
              <a:buClrTx/>
              <a:buFontTx/>
              <a:buNone/>
            </a:pPr>
            <a:r>
              <a:rPr lang="zh-CN" altLang="en-US" sz="1200" b="0">
                <a:solidFill>
                  <a:srgbClr val="3366CC"/>
                </a:solidFill>
                <a:ea typeface="宋体" panose="02010600030101010101" pitchFamily="2" charset="-122"/>
              </a:rPr>
              <a:t>第</a:t>
            </a:r>
            <a:fld id="{9A0DB2DC-4C9A-4742-B13C-FB6460FD3503}" type="slidenum">
              <a:rPr lang="zh-TW" altLang="en-US" sz="1200" b="0">
                <a:solidFill>
                  <a:srgbClr val="3366CC"/>
                </a:solidFill>
                <a:ea typeface="PMingLiU" pitchFamily="18" charset="-120"/>
              </a:rPr>
              <a:t>58</a:t>
            </a:fld>
            <a:r>
              <a:rPr lang="zh-CN" altLang="en-US" sz="1200" b="0">
                <a:solidFill>
                  <a:srgbClr val="3366CC"/>
                </a:solidFill>
                <a:ea typeface="宋体" panose="02010600030101010101" pitchFamily="2" charset="-122"/>
              </a:rPr>
              <a:t>页</a:t>
            </a:r>
            <a:endParaRPr lang="zh-TW" altLang="en-US" sz="1200" b="0">
              <a:solidFill>
                <a:srgbClr val="3366CC"/>
              </a:solidFill>
              <a:ea typeface="宋体" panose="02010600030101010101" pitchFamily="2" charset="-122"/>
            </a:endParaRPr>
          </a:p>
        </p:txBody>
      </p:sp>
      <p:sp>
        <p:nvSpPr>
          <p:cNvPr id="72706" name="Rectangle 2"/>
          <p:cNvSpPr>
            <a:spLocks noGrp="1"/>
          </p:cNvSpPr>
          <p:nvPr>
            <p:ph type="title"/>
          </p:nvPr>
        </p:nvSpPr>
        <p:spPr/>
        <p:txBody>
          <a:bodyPr vert="horz" wrap="square" lIns="91440" tIns="45720" rIns="91440" bIns="45720" anchor="b" anchorCtr="0"/>
          <a:lstStyle/>
          <a:p>
            <a:pPr eaLnBrk="1" hangingPunct="1"/>
            <a:r>
              <a:rPr lang="en-US" altLang="zh-CN"/>
              <a:t>7.6.1</a:t>
            </a:r>
            <a:r>
              <a:rPr lang="zh-CN" altLang="en-US"/>
              <a:t> 缓冲</a:t>
            </a:r>
          </a:p>
        </p:txBody>
      </p:sp>
      <p:sp>
        <p:nvSpPr>
          <p:cNvPr id="86019" name="object 5"/>
          <p:cNvSpPr txBox="1">
            <a:spLocks noChangeArrowheads="1"/>
          </p:cNvSpPr>
          <p:nvPr/>
        </p:nvSpPr>
        <p:spPr bwMode="auto">
          <a:xfrm>
            <a:off x="468313" y="1444625"/>
            <a:ext cx="8712200" cy="4432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12700" lvl="0" indent="12700" defTabSz="914400">
              <a:spcBef>
                <a:spcPct val="0"/>
              </a:spcBef>
              <a:buClrTx/>
              <a:buFontTx/>
              <a:buNone/>
              <a:tabLst>
                <a:tab pos="544830" algn="l"/>
              </a:tabLst>
            </a:pPr>
            <a:r>
              <a:rPr lang="zh-CN" altLang="zh-CN" sz="2400" b="0">
                <a:latin typeface="黑体" panose="02010609060101010101" pitchFamily="49" charset="-122"/>
              </a:rPr>
              <a:t>环形缓冲</a:t>
            </a:r>
            <a:endParaRPr lang="en-US" altLang="zh-CN" sz="2400" b="0">
              <a:latin typeface="黑体" panose="02010609060101010101" pitchFamily="49" charset="-122"/>
            </a:endParaRPr>
          </a:p>
          <a:p>
            <a:pPr marL="12700" lvl="0" indent="12700" defTabSz="914400">
              <a:spcBef>
                <a:spcPct val="0"/>
              </a:spcBef>
              <a:buClrTx/>
              <a:buFontTx/>
              <a:buNone/>
              <a:tabLst>
                <a:tab pos="544830" algn="l"/>
              </a:tabLst>
            </a:pPr>
            <a:r>
              <a:rPr lang="en-US" altLang="zh-CN" sz="2400" b="0">
                <a:latin typeface="黑体" panose="02010609060101010101" pitchFamily="49" charset="-122"/>
              </a:rPr>
              <a:t>(1)</a:t>
            </a:r>
            <a:r>
              <a:rPr lang="zh-CN" altLang="en-US" sz="2400" b="0">
                <a:latin typeface="黑体" panose="02010609060101010101" pitchFamily="49" charset="-122"/>
              </a:rPr>
              <a:t>多个缓冲区</a:t>
            </a:r>
          </a:p>
          <a:p>
            <a:pPr marL="12700" lvl="0" indent="12700" defTabSz="914400">
              <a:spcBef>
                <a:spcPct val="0"/>
              </a:spcBef>
              <a:buClrTx/>
              <a:buFontTx/>
              <a:buNone/>
              <a:tabLst>
                <a:tab pos="544830" algn="l"/>
              </a:tabLst>
            </a:pPr>
            <a:r>
              <a:rPr lang="zh-CN" altLang="en-US" sz="2400" b="0">
                <a:latin typeface="黑体" panose="02010609060101010101" pitchFamily="49" charset="-122"/>
              </a:rPr>
              <a:t>在循环缓冲中含有多个缓冲区，每个缓冲区的大小相同。缓冲区可分成三种类型：</a:t>
            </a:r>
          </a:p>
          <a:p>
            <a:pPr marL="12700" lvl="0" indent="12700" defTabSz="914400">
              <a:spcBef>
                <a:spcPct val="0"/>
              </a:spcBef>
              <a:buClrTx/>
              <a:buFontTx/>
              <a:buNone/>
              <a:tabLst>
                <a:tab pos="544830" algn="l"/>
              </a:tabLst>
            </a:pPr>
            <a:r>
              <a:rPr lang="zh-CN" altLang="en-US" sz="2400" b="0">
                <a:latin typeface="黑体" panose="02010609060101010101" pitchFamily="49" charset="-122"/>
              </a:rPr>
              <a:t> 空缓冲区</a:t>
            </a:r>
            <a:r>
              <a:rPr lang="en-US" altLang="zh-CN" sz="2400" b="0">
                <a:latin typeface="黑体" panose="02010609060101010101" pitchFamily="49" charset="-122"/>
              </a:rPr>
              <a:t>R</a:t>
            </a:r>
            <a:r>
              <a:rPr lang="zh-CN" altLang="en-US" sz="2400" b="0">
                <a:latin typeface="黑体" panose="02010609060101010101" pitchFamily="49" charset="-122"/>
              </a:rPr>
              <a:t>。用于存放输入数据；</a:t>
            </a:r>
          </a:p>
          <a:p>
            <a:pPr marL="12700" lvl="0" indent="12700" defTabSz="914400">
              <a:spcBef>
                <a:spcPct val="0"/>
              </a:spcBef>
              <a:buClrTx/>
              <a:buFontTx/>
              <a:buNone/>
              <a:tabLst>
                <a:tab pos="544830" algn="l"/>
              </a:tabLst>
            </a:pPr>
            <a:r>
              <a:rPr lang="zh-CN" altLang="en-US" sz="2400" b="0">
                <a:latin typeface="黑体" panose="02010609060101010101" pitchFamily="49" charset="-122"/>
              </a:rPr>
              <a:t> 已装满数据的缓冲区</a:t>
            </a:r>
            <a:r>
              <a:rPr lang="en-US" altLang="zh-CN" sz="2400" b="0">
                <a:latin typeface="黑体" panose="02010609060101010101" pitchFamily="49" charset="-122"/>
              </a:rPr>
              <a:t>G</a:t>
            </a:r>
            <a:r>
              <a:rPr lang="zh-CN" altLang="en-US" sz="2400" b="0">
                <a:latin typeface="黑体" panose="02010609060101010101" pitchFamily="49" charset="-122"/>
              </a:rPr>
              <a:t>。其中的数据提供给计算进程使用</a:t>
            </a:r>
            <a:r>
              <a:rPr lang="en-US" altLang="zh-CN" sz="2400" b="0">
                <a:latin typeface="黑体" panose="02010609060101010101" pitchFamily="49" charset="-122"/>
              </a:rPr>
              <a:t>;</a:t>
            </a:r>
          </a:p>
          <a:p>
            <a:pPr marL="12700" lvl="0" indent="12700" defTabSz="914400">
              <a:spcBef>
                <a:spcPct val="0"/>
              </a:spcBef>
              <a:buClrTx/>
              <a:buFontTx/>
              <a:buNone/>
              <a:tabLst>
                <a:tab pos="544830" algn="l"/>
              </a:tabLst>
            </a:pPr>
            <a:r>
              <a:rPr lang="en-US" altLang="zh-CN" sz="2400" b="0">
                <a:latin typeface="黑体" panose="02010609060101010101" pitchFamily="49" charset="-122"/>
              </a:rPr>
              <a:t> </a:t>
            </a:r>
            <a:r>
              <a:rPr lang="zh-CN" altLang="en-US" sz="2400" b="0">
                <a:latin typeface="黑体" panose="02010609060101010101" pitchFamily="49" charset="-122"/>
              </a:rPr>
              <a:t>现行工作缓冲区</a:t>
            </a:r>
            <a:r>
              <a:rPr lang="en-US" altLang="zh-CN" sz="2400" b="0">
                <a:latin typeface="黑体" panose="02010609060101010101" pitchFamily="49" charset="-122"/>
              </a:rPr>
              <a:t>C</a:t>
            </a:r>
            <a:r>
              <a:rPr lang="zh-CN" altLang="en-US" sz="2400" b="0">
                <a:latin typeface="黑体" panose="02010609060101010101" pitchFamily="49" charset="-122"/>
              </a:rPr>
              <a:t>。这是计算进程正在使用的缓冲区。</a:t>
            </a:r>
            <a:endParaRPr lang="en-US" altLang="zh-CN" sz="2400" b="0">
              <a:latin typeface="黑体" panose="02010609060101010101" pitchFamily="49" charset="-122"/>
            </a:endParaRPr>
          </a:p>
          <a:p>
            <a:pPr marL="12700" lvl="0" indent="12700" defTabSz="914400">
              <a:spcBef>
                <a:spcPct val="0"/>
              </a:spcBef>
              <a:buClrTx/>
              <a:buFontTx/>
              <a:buNone/>
              <a:tabLst>
                <a:tab pos="544830" algn="l"/>
              </a:tabLst>
            </a:pPr>
            <a:r>
              <a:rPr lang="en-US" altLang="zh-CN" sz="2400" b="0">
                <a:latin typeface="黑体" panose="02010609060101010101" pitchFamily="49" charset="-122"/>
              </a:rPr>
              <a:t>(2)</a:t>
            </a:r>
            <a:r>
              <a:rPr lang="zh-CN" altLang="en-US" sz="2400" b="0">
                <a:latin typeface="黑体" panose="02010609060101010101" pitchFamily="49" charset="-122"/>
              </a:rPr>
              <a:t>多个指针</a:t>
            </a:r>
          </a:p>
          <a:p>
            <a:pPr marL="12700" lvl="0" indent="12700" defTabSz="914400">
              <a:spcBef>
                <a:spcPct val="0"/>
              </a:spcBef>
              <a:buClrTx/>
              <a:buNone/>
              <a:tabLst>
                <a:tab pos="544830" algn="l"/>
              </a:tabLst>
            </a:pPr>
            <a:r>
              <a:rPr lang="zh-CN" altLang="en-US" sz="2400" b="0">
                <a:latin typeface="黑体" panose="02010609060101010101" pitchFamily="49" charset="-122"/>
              </a:rPr>
              <a:t>对用于输入的多缓冲，应设置这样三个指针：</a:t>
            </a:r>
          </a:p>
          <a:p>
            <a:pPr marL="12700" lvl="0" indent="12700" defTabSz="914400">
              <a:spcBef>
                <a:spcPct val="0"/>
              </a:spcBef>
              <a:buClrTx/>
              <a:buNone/>
              <a:tabLst>
                <a:tab pos="544830" algn="l"/>
              </a:tabLst>
            </a:pPr>
            <a:r>
              <a:rPr lang="en-US" altLang="zh-CN" sz="2400" b="0">
                <a:latin typeface="黑体" panose="02010609060101010101" pitchFamily="49" charset="-122"/>
              </a:rPr>
              <a:t>Nextg</a:t>
            </a:r>
            <a:r>
              <a:rPr lang="zh-CN" altLang="en-US" sz="2400" b="0">
                <a:latin typeface="黑体" panose="02010609060101010101" pitchFamily="49" charset="-122"/>
              </a:rPr>
              <a:t>：指示计算进程下一个可用的满缓冲区</a:t>
            </a:r>
            <a:r>
              <a:rPr lang="en-US" altLang="zh-CN" sz="2400" b="0">
                <a:latin typeface="黑体" panose="02010609060101010101" pitchFamily="49" charset="-122"/>
              </a:rPr>
              <a:t>G</a:t>
            </a:r>
            <a:r>
              <a:rPr lang="zh-CN" altLang="en-US" sz="2400" b="0">
                <a:latin typeface="黑体" panose="02010609060101010101" pitchFamily="49" charset="-122"/>
              </a:rPr>
              <a:t>；</a:t>
            </a:r>
          </a:p>
          <a:p>
            <a:pPr marL="12700" lvl="0" indent="12700" defTabSz="914400">
              <a:spcBef>
                <a:spcPct val="0"/>
              </a:spcBef>
              <a:buClrTx/>
              <a:buNone/>
              <a:tabLst>
                <a:tab pos="544830" algn="l"/>
              </a:tabLst>
            </a:pPr>
            <a:r>
              <a:rPr lang="en-US" altLang="zh-CN" sz="2400" b="0">
                <a:latin typeface="黑体" panose="02010609060101010101" pitchFamily="49" charset="-122"/>
              </a:rPr>
              <a:t>Nexti</a:t>
            </a:r>
            <a:r>
              <a:rPr lang="zh-CN" altLang="en-US" sz="2400" b="0">
                <a:latin typeface="黑体" panose="02010609060101010101" pitchFamily="49" charset="-122"/>
              </a:rPr>
              <a:t>：指示输入进程下次可用的空缓冲区</a:t>
            </a:r>
            <a:r>
              <a:rPr lang="en-US" altLang="zh-CN" sz="2400" b="0">
                <a:latin typeface="黑体" panose="02010609060101010101" pitchFamily="49" charset="-122"/>
              </a:rPr>
              <a:t>R</a:t>
            </a:r>
            <a:r>
              <a:rPr lang="zh-CN" altLang="en-US" sz="2400" b="0">
                <a:latin typeface="黑体" panose="02010609060101010101" pitchFamily="49" charset="-122"/>
              </a:rPr>
              <a:t>；</a:t>
            </a:r>
          </a:p>
          <a:p>
            <a:pPr marL="12700" lvl="0" indent="12700" defTabSz="914400">
              <a:spcBef>
                <a:spcPct val="0"/>
              </a:spcBef>
              <a:buClrTx/>
              <a:buNone/>
              <a:tabLst>
                <a:tab pos="544830" algn="l"/>
              </a:tabLst>
            </a:pPr>
            <a:r>
              <a:rPr lang="en-US" altLang="zh-CN" sz="2400" b="0">
                <a:latin typeface="黑体" panose="02010609060101010101" pitchFamily="49" charset="-122"/>
              </a:rPr>
              <a:t>Current</a:t>
            </a:r>
            <a:r>
              <a:rPr lang="zh-CN" altLang="en-US" sz="2400" b="0">
                <a:latin typeface="黑体" panose="02010609060101010101" pitchFamily="49" charset="-122"/>
              </a:rPr>
              <a:t>：指示计算进程正在使用的缓冲区单元。</a:t>
            </a:r>
            <a:endParaRPr lang="zh-CN" altLang="zh-CN" sz="2400" b="0">
              <a:latin typeface="黑体" panose="02010609060101010101" pitchFamily="49" charset="-122"/>
            </a:endParaRP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29" name="灯片编号占位符 3"/>
          <p:cNvSpPr txBox="1">
            <a:spLocks noGrp="1"/>
          </p:cNvSpPr>
          <p:nvPr>
            <p:ph type="sldNum" sz="quarter" idx="12"/>
          </p:nvPr>
        </p:nvSpPr>
        <p:spPr>
          <a:xfrm>
            <a:off x="431800" y="6229350"/>
            <a:ext cx="2311400" cy="457200"/>
          </a:xfrm>
        </p:spPr>
        <p:txBody>
          <a:bodyPr anchor="b" anchorCtr="0"/>
          <a:lstStyle/>
          <a:p>
            <a:pPr marL="0" indent="0">
              <a:spcBef>
                <a:spcPct val="50000"/>
              </a:spcBef>
              <a:buClrTx/>
              <a:buFontTx/>
              <a:buNone/>
            </a:pPr>
            <a:r>
              <a:rPr lang="zh-CN" altLang="en-US" sz="1200" b="0">
                <a:solidFill>
                  <a:srgbClr val="3366CC"/>
                </a:solidFill>
                <a:ea typeface="宋体" panose="02010600030101010101" pitchFamily="2" charset="-122"/>
              </a:rPr>
              <a:t>第</a:t>
            </a:r>
            <a:fld id="{9A0DB2DC-4C9A-4742-B13C-FB6460FD3503}" type="slidenum">
              <a:rPr lang="zh-TW" altLang="en-US" sz="1200" b="0">
                <a:solidFill>
                  <a:srgbClr val="3366CC"/>
                </a:solidFill>
                <a:ea typeface="PMingLiU" pitchFamily="18" charset="-120"/>
              </a:rPr>
              <a:t>59</a:t>
            </a:fld>
            <a:r>
              <a:rPr lang="zh-CN" altLang="en-US" sz="1200" b="0">
                <a:solidFill>
                  <a:srgbClr val="3366CC"/>
                </a:solidFill>
                <a:ea typeface="宋体" panose="02010600030101010101" pitchFamily="2" charset="-122"/>
              </a:rPr>
              <a:t>页</a:t>
            </a:r>
            <a:endParaRPr lang="zh-TW" altLang="en-US" sz="1200" b="0">
              <a:solidFill>
                <a:srgbClr val="3366CC"/>
              </a:solidFill>
              <a:ea typeface="宋体" panose="02010600030101010101" pitchFamily="2" charset="-122"/>
            </a:endParaRPr>
          </a:p>
        </p:txBody>
      </p:sp>
      <p:sp>
        <p:nvSpPr>
          <p:cNvPr id="73730" name="Rectangle 2"/>
          <p:cNvSpPr>
            <a:spLocks noGrp="1"/>
          </p:cNvSpPr>
          <p:nvPr>
            <p:ph type="title"/>
          </p:nvPr>
        </p:nvSpPr>
        <p:spPr/>
        <p:txBody>
          <a:bodyPr vert="horz" wrap="square" lIns="91440" tIns="45720" rIns="91440" bIns="45720" anchor="b" anchorCtr="0"/>
          <a:lstStyle/>
          <a:p>
            <a:pPr eaLnBrk="1" hangingPunct="1"/>
            <a:r>
              <a:rPr lang="en-US" altLang="zh-CN"/>
              <a:t>7.6.1</a:t>
            </a:r>
            <a:r>
              <a:rPr lang="zh-CN" altLang="en-US"/>
              <a:t> 缓冲</a:t>
            </a:r>
          </a:p>
        </p:txBody>
      </p:sp>
      <p:sp>
        <p:nvSpPr>
          <p:cNvPr id="73731" name="object 3"/>
          <p:cNvSpPr/>
          <p:nvPr/>
        </p:nvSpPr>
        <p:spPr>
          <a:xfrm>
            <a:off x="755650" y="2151063"/>
            <a:ext cx="6913563" cy="3509962"/>
          </a:xfrm>
          <a:prstGeom prst="rect">
            <a:avLst/>
          </a:prstGeom>
          <a:blipFill rotWithShape="1">
            <a:blip r:embed="rId2"/>
            <a:stretch>
              <a:fillRect/>
            </a:stretch>
          </a:blipFill>
          <a:ln w="9525">
            <a:noFill/>
          </a:ln>
        </p:spPr>
        <p:txBody>
          <a:bodyPr lIns="0" tIns="0" rIns="0" bIns="0"/>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0" lvl="0" indent="0">
              <a:spcBef>
                <a:spcPct val="0"/>
              </a:spcBef>
              <a:buClrTx/>
              <a:buFontTx/>
              <a:buNone/>
            </a:pPr>
            <a:endParaRPr lang="zh-CN" altLang="zh-CN" sz="2400" b="0">
              <a:ea typeface="宋体" panose="02010600030101010101" pitchFamily="2" charset="-122"/>
            </a:endParaRPr>
          </a:p>
        </p:txBody>
      </p:sp>
      <p:sp>
        <p:nvSpPr>
          <p:cNvPr id="87045" name="object 5"/>
          <p:cNvSpPr txBox="1">
            <a:spLocks noChangeArrowheads="1"/>
          </p:cNvSpPr>
          <p:nvPr/>
        </p:nvSpPr>
        <p:spPr bwMode="auto">
          <a:xfrm>
            <a:off x="611188" y="1412875"/>
            <a:ext cx="2376488"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12700" lvl="0" indent="0" defTabSz="914400">
              <a:spcBef>
                <a:spcPct val="0"/>
              </a:spcBef>
              <a:buClrTx/>
              <a:buNone/>
              <a:tabLst>
                <a:tab pos="544830" algn="l"/>
              </a:tabLst>
            </a:pPr>
            <a:r>
              <a:rPr lang="zh-CN" altLang="zh-CN" sz="2400" b="0">
                <a:latin typeface="黑体" panose="02010609060101010101" pitchFamily="49" charset="-122"/>
              </a:rPr>
              <a:t>环形缓冲结构:</a:t>
            </a: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3" name="灯片编号占位符 3"/>
          <p:cNvSpPr txBox="1">
            <a:spLocks noGrp="1"/>
          </p:cNvSpPr>
          <p:nvPr>
            <p:ph type="sldNum" sz="quarter" idx="12"/>
          </p:nvPr>
        </p:nvSpPr>
        <p:spPr>
          <a:xfrm>
            <a:off x="431800" y="6229350"/>
            <a:ext cx="2311400" cy="457200"/>
          </a:xfrm>
        </p:spPr>
        <p:txBody>
          <a:bodyPr anchor="b" anchorCtr="0"/>
          <a:lstStyle/>
          <a:p>
            <a:pPr marL="0" indent="0">
              <a:spcBef>
                <a:spcPct val="50000"/>
              </a:spcBef>
              <a:buClrTx/>
              <a:buFontTx/>
              <a:buNone/>
            </a:pPr>
            <a:r>
              <a:rPr lang="zh-CN" altLang="en-US" sz="1200" b="0">
                <a:solidFill>
                  <a:srgbClr val="3366CC"/>
                </a:solidFill>
                <a:ea typeface="宋体" panose="02010600030101010101" pitchFamily="2" charset="-122"/>
              </a:rPr>
              <a:t>第</a:t>
            </a:r>
            <a:fld id="{9A0DB2DC-4C9A-4742-B13C-FB6460FD3503}" type="slidenum">
              <a:rPr lang="zh-TW" altLang="en-US" sz="1200" b="0">
                <a:solidFill>
                  <a:srgbClr val="3366CC"/>
                </a:solidFill>
                <a:ea typeface="PMingLiU" pitchFamily="18" charset="-120"/>
              </a:rPr>
              <a:t>60</a:t>
            </a:fld>
            <a:r>
              <a:rPr lang="zh-CN" altLang="en-US" sz="1200" b="0">
                <a:solidFill>
                  <a:srgbClr val="3366CC"/>
                </a:solidFill>
                <a:ea typeface="宋体" panose="02010600030101010101" pitchFamily="2" charset="-122"/>
              </a:rPr>
              <a:t>页</a:t>
            </a:r>
            <a:endParaRPr lang="zh-TW" altLang="en-US" sz="1200" b="0">
              <a:solidFill>
                <a:srgbClr val="3366CC"/>
              </a:solidFill>
              <a:ea typeface="宋体" panose="02010600030101010101" pitchFamily="2" charset="-122"/>
            </a:endParaRPr>
          </a:p>
        </p:txBody>
      </p:sp>
      <p:sp>
        <p:nvSpPr>
          <p:cNvPr id="74754" name="Rectangle 2"/>
          <p:cNvSpPr>
            <a:spLocks noGrp="1"/>
          </p:cNvSpPr>
          <p:nvPr>
            <p:ph type="title"/>
          </p:nvPr>
        </p:nvSpPr>
        <p:spPr/>
        <p:txBody>
          <a:bodyPr vert="horz" wrap="square" lIns="91440" tIns="45720" rIns="91440" bIns="45720" anchor="b" anchorCtr="0"/>
          <a:lstStyle/>
          <a:p>
            <a:pPr eaLnBrk="1" hangingPunct="1"/>
            <a:r>
              <a:rPr lang="en-US" altLang="zh-CN"/>
              <a:t>7.6.1</a:t>
            </a:r>
            <a:r>
              <a:rPr lang="zh-CN" altLang="en-US"/>
              <a:t> 缓冲</a:t>
            </a:r>
          </a:p>
        </p:txBody>
      </p:sp>
      <p:sp>
        <p:nvSpPr>
          <p:cNvPr id="88067" name="矩形 1"/>
          <p:cNvSpPr>
            <a:spLocks noChangeArrowheads="1"/>
          </p:cNvSpPr>
          <p:nvPr/>
        </p:nvSpPr>
        <p:spPr bwMode="auto">
          <a:xfrm>
            <a:off x="406400" y="1268413"/>
            <a:ext cx="8342313" cy="532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0" lvl="0" indent="0">
              <a:spcBef>
                <a:spcPct val="0"/>
              </a:spcBef>
              <a:buClrTx/>
              <a:buNone/>
            </a:pPr>
            <a:r>
              <a:rPr lang="zh-CN" altLang="en-US" sz="2000" b="0">
                <a:latin typeface="黑体" panose="02010609060101010101" pitchFamily="49" charset="-122"/>
              </a:rPr>
              <a:t>缓冲区的使用</a:t>
            </a:r>
          </a:p>
          <a:p>
            <a:pPr marL="0" lvl="0" indent="0">
              <a:spcBef>
                <a:spcPct val="0"/>
              </a:spcBef>
              <a:buClrTx/>
              <a:buNone/>
            </a:pPr>
            <a:r>
              <a:rPr lang="zh-CN" altLang="en-US" sz="2000" b="0">
                <a:latin typeface="黑体" panose="02010609060101010101" pitchFamily="49" charset="-122"/>
              </a:rPr>
              <a:t>计算进程和输入进程可利用下述两个过程使用循环缓冲区：</a:t>
            </a:r>
          </a:p>
          <a:p>
            <a:pPr marL="0" lvl="0" indent="0">
              <a:spcBef>
                <a:spcPct val="0"/>
              </a:spcBef>
              <a:buClrTx/>
              <a:buNone/>
            </a:pPr>
            <a:r>
              <a:rPr lang="zh-CN" altLang="en-US" sz="2000" b="0">
                <a:latin typeface="黑体" panose="02010609060101010101" pitchFamily="49" charset="-122"/>
              </a:rPr>
              <a:t> </a:t>
            </a:r>
            <a:r>
              <a:rPr lang="en-US" altLang="zh-CN" sz="2000" b="0">
                <a:latin typeface="黑体" panose="02010609060101010101" pitchFamily="49" charset="-122"/>
              </a:rPr>
              <a:t>(1) Getbuf</a:t>
            </a:r>
            <a:r>
              <a:rPr lang="zh-CN" altLang="en-US" sz="2000" b="0">
                <a:latin typeface="黑体" panose="02010609060101010101" pitchFamily="49" charset="-122"/>
              </a:rPr>
              <a:t>过程</a:t>
            </a:r>
          </a:p>
          <a:p>
            <a:pPr marL="0" lvl="0" indent="0">
              <a:spcBef>
                <a:spcPct val="0"/>
              </a:spcBef>
              <a:buClrTx/>
              <a:buNone/>
            </a:pPr>
            <a:r>
              <a:rPr lang="zh-CN" altLang="en-US" sz="2000" b="0">
                <a:latin typeface="黑体" panose="02010609060101010101" pitchFamily="49" charset="-122"/>
              </a:rPr>
              <a:t>计算进程：每当计算进程要使用缓冲区中的数据时，调用</a:t>
            </a:r>
            <a:r>
              <a:rPr lang="en-US" altLang="zh-CN" sz="2000" b="0">
                <a:latin typeface="黑体" panose="02010609060101010101" pitchFamily="49" charset="-122"/>
              </a:rPr>
              <a:t>Getbuf</a:t>
            </a:r>
            <a:r>
              <a:rPr lang="zh-CN" altLang="en-US" sz="2000" b="0">
                <a:latin typeface="黑体" panose="02010609060101010101" pitchFamily="49" charset="-122"/>
              </a:rPr>
              <a:t>过程。该过程将指针</a:t>
            </a:r>
            <a:r>
              <a:rPr lang="en-US" altLang="zh-CN" sz="2000" b="0">
                <a:latin typeface="黑体" panose="02010609060101010101" pitchFamily="49" charset="-122"/>
              </a:rPr>
              <a:t>Nextg</a:t>
            </a:r>
            <a:r>
              <a:rPr lang="zh-CN" altLang="en-US" sz="2000" b="0">
                <a:latin typeface="黑体" panose="02010609060101010101" pitchFamily="49" charset="-122"/>
              </a:rPr>
              <a:t>所指的缓冲区提供给进程使用，相应地，须把它改为现行工作缓冲区，用</a:t>
            </a:r>
            <a:r>
              <a:rPr lang="en-US" altLang="zh-CN" sz="2000" b="0">
                <a:latin typeface="黑体" panose="02010609060101010101" pitchFamily="49" charset="-122"/>
              </a:rPr>
              <a:t>Current</a:t>
            </a:r>
            <a:r>
              <a:rPr lang="zh-CN" altLang="en-US" sz="2000" b="0">
                <a:latin typeface="黑体" panose="02010609060101010101" pitchFamily="49" charset="-122"/>
              </a:rPr>
              <a:t>指针指简该缓冲区的第</a:t>
            </a:r>
            <a:r>
              <a:rPr lang="en-US" altLang="zh-CN" sz="2000" b="0">
                <a:latin typeface="黑体" panose="02010609060101010101" pitchFamily="49" charset="-122"/>
              </a:rPr>
              <a:t>1</a:t>
            </a:r>
            <a:r>
              <a:rPr lang="zh-CN" altLang="en-US" sz="2000" b="0">
                <a:latin typeface="黑体" panose="02010609060101010101" pitchFamily="49" charset="-122"/>
              </a:rPr>
              <a:t>个单元，同时将</a:t>
            </a:r>
            <a:r>
              <a:rPr lang="en-US" altLang="zh-CN" sz="2000" b="0">
                <a:latin typeface="黑体" panose="02010609060101010101" pitchFamily="49" charset="-122"/>
              </a:rPr>
              <a:t>Nextg</a:t>
            </a:r>
            <a:r>
              <a:rPr lang="zh-CN" altLang="en-US" sz="2000" b="0">
                <a:latin typeface="黑体" panose="02010609060101010101" pitchFamily="49" charset="-122"/>
              </a:rPr>
              <a:t>移向下一个满缓冲区。</a:t>
            </a:r>
          </a:p>
          <a:p>
            <a:pPr marL="0" lvl="0" indent="0">
              <a:spcBef>
                <a:spcPct val="0"/>
              </a:spcBef>
              <a:buClrTx/>
              <a:buNone/>
            </a:pPr>
            <a:r>
              <a:rPr lang="zh-CN" altLang="en-US" sz="2000" b="0">
                <a:latin typeface="黑体" panose="02010609060101010101" pitchFamily="49" charset="-122"/>
              </a:rPr>
              <a:t>输入进程：输入进程要使用空缓冲来装入数据时，调用</a:t>
            </a:r>
            <a:r>
              <a:rPr lang="en-US" altLang="zh-CN" sz="2000" b="0">
                <a:latin typeface="黑体" panose="02010609060101010101" pitchFamily="49" charset="-122"/>
              </a:rPr>
              <a:t>Getbuf</a:t>
            </a:r>
            <a:r>
              <a:rPr lang="zh-CN" altLang="en-US" sz="2000" b="0">
                <a:latin typeface="黑体" panose="02010609060101010101" pitchFamily="49" charset="-122"/>
              </a:rPr>
              <a:t>过程。该过程将指针</a:t>
            </a:r>
            <a:r>
              <a:rPr lang="en-US" altLang="zh-CN" sz="2000" b="0">
                <a:latin typeface="黑体" panose="02010609060101010101" pitchFamily="49" charset="-122"/>
              </a:rPr>
              <a:t>Nexti</a:t>
            </a:r>
            <a:r>
              <a:rPr lang="zh-CN" altLang="en-US" sz="2000" b="0">
                <a:latin typeface="黑体" panose="02010609060101010101" pitchFamily="49" charset="-122"/>
              </a:rPr>
              <a:t>所指缓冲区提供给输入进程使用，同时将</a:t>
            </a:r>
            <a:r>
              <a:rPr lang="en-US" altLang="zh-CN" sz="2000" b="0">
                <a:latin typeface="黑体" panose="02010609060101010101" pitchFamily="49" charset="-122"/>
              </a:rPr>
              <a:t>Nexti</a:t>
            </a:r>
            <a:r>
              <a:rPr lang="zh-CN" altLang="en-US" sz="2000" b="0">
                <a:latin typeface="黑体" panose="02010609060101010101" pitchFamily="49" charset="-122"/>
              </a:rPr>
              <a:t>指针移向下一个空缓冲区。</a:t>
            </a:r>
            <a:endParaRPr lang="en-US" altLang="zh-CN" sz="2000" b="0">
              <a:latin typeface="黑体" panose="02010609060101010101" pitchFamily="49" charset="-122"/>
            </a:endParaRPr>
          </a:p>
          <a:p>
            <a:pPr marL="0" lvl="0" indent="0">
              <a:spcBef>
                <a:spcPct val="0"/>
              </a:spcBef>
              <a:buClrTx/>
              <a:buNone/>
            </a:pPr>
            <a:r>
              <a:rPr lang="en-US" altLang="zh-CN" sz="2000" b="0">
                <a:latin typeface="黑体" panose="02010609060101010101" pitchFamily="49" charset="-122"/>
              </a:rPr>
              <a:t>(2) Releasebuf</a:t>
            </a:r>
            <a:r>
              <a:rPr lang="zh-CN" altLang="en-US" sz="2000" b="0">
                <a:latin typeface="黑体" panose="02010609060101010101" pitchFamily="49" charset="-122"/>
              </a:rPr>
              <a:t>过程</a:t>
            </a:r>
          </a:p>
          <a:p>
            <a:pPr marL="0" lvl="0" indent="0">
              <a:spcBef>
                <a:spcPct val="0"/>
              </a:spcBef>
              <a:buClrTx/>
              <a:buNone/>
            </a:pPr>
            <a:r>
              <a:rPr lang="zh-CN" altLang="en-US" sz="2000" b="0">
                <a:latin typeface="黑体" panose="02010609060101010101" pitchFamily="49" charset="-122"/>
              </a:rPr>
              <a:t>计算进程：计算进程把满缓冲区中的数据提取完时，便可调用</a:t>
            </a:r>
            <a:r>
              <a:rPr lang="en-US" altLang="zh-CN" sz="2000" b="0">
                <a:latin typeface="黑体" panose="02010609060101010101" pitchFamily="49" charset="-122"/>
              </a:rPr>
              <a:t>Releasebuf</a:t>
            </a:r>
            <a:r>
              <a:rPr lang="zh-CN" altLang="en-US" sz="2000" b="0">
                <a:latin typeface="黑体" panose="02010609060101010101" pitchFamily="49" charset="-122"/>
              </a:rPr>
              <a:t>过程，将该缓冲区释放。此时，把该缓冲区由当前</a:t>
            </a:r>
            <a:r>
              <a:rPr lang="en-US" altLang="zh-CN" sz="2000" b="0">
                <a:latin typeface="黑体" panose="02010609060101010101" pitchFamily="49" charset="-122"/>
              </a:rPr>
              <a:t>(</a:t>
            </a:r>
            <a:r>
              <a:rPr lang="zh-CN" altLang="en-US" sz="2000" b="0">
                <a:latin typeface="黑体" panose="02010609060101010101" pitchFamily="49" charset="-122"/>
              </a:rPr>
              <a:t>现行</a:t>
            </a:r>
            <a:r>
              <a:rPr lang="en-US" altLang="zh-CN" sz="2000" b="0">
                <a:latin typeface="黑体" panose="02010609060101010101" pitchFamily="49" charset="-122"/>
              </a:rPr>
              <a:t>)</a:t>
            </a:r>
            <a:r>
              <a:rPr lang="zh-CN" altLang="en-US" sz="2000" b="0">
                <a:latin typeface="黑体" panose="02010609060101010101" pitchFamily="49" charset="-122"/>
              </a:rPr>
              <a:t>工作缓冲区</a:t>
            </a:r>
            <a:r>
              <a:rPr lang="en-US" altLang="zh-CN" sz="2000" b="0">
                <a:latin typeface="黑体" panose="02010609060101010101" pitchFamily="49" charset="-122"/>
              </a:rPr>
              <a:t>C</a:t>
            </a:r>
            <a:r>
              <a:rPr lang="zh-CN" altLang="en-US" sz="2000" b="0">
                <a:latin typeface="黑体" panose="02010609060101010101" pitchFamily="49" charset="-122"/>
              </a:rPr>
              <a:t>改为空缓冲区</a:t>
            </a:r>
            <a:r>
              <a:rPr lang="en-US" altLang="zh-CN" sz="2000" b="0">
                <a:latin typeface="黑体" panose="02010609060101010101" pitchFamily="49" charset="-122"/>
              </a:rPr>
              <a:t>R</a:t>
            </a:r>
            <a:r>
              <a:rPr lang="zh-CN" altLang="en-US" sz="2000" b="0">
                <a:latin typeface="黑体" panose="02010609060101010101" pitchFamily="49" charset="-122"/>
              </a:rPr>
              <a:t>。</a:t>
            </a:r>
            <a:endParaRPr lang="en-US" altLang="zh-CN" sz="2000" b="0">
              <a:latin typeface="黑体" panose="02010609060101010101" pitchFamily="49" charset="-122"/>
            </a:endParaRPr>
          </a:p>
          <a:p>
            <a:pPr marL="0" lvl="0" indent="0">
              <a:spcBef>
                <a:spcPct val="0"/>
              </a:spcBef>
              <a:buClrTx/>
              <a:buNone/>
            </a:pPr>
            <a:r>
              <a:rPr lang="zh-CN" altLang="en-US" sz="2000" b="0">
                <a:latin typeface="黑体" panose="02010609060101010101" pitchFamily="49" charset="-122"/>
              </a:rPr>
              <a:t>输入进程：输入进程将缓冲区装满时，也调用</a:t>
            </a:r>
            <a:r>
              <a:rPr lang="en-US" altLang="zh-CN" sz="2000" b="0">
                <a:latin typeface="黑体" panose="02010609060101010101" pitchFamily="49" charset="-122"/>
              </a:rPr>
              <a:t>Releasebuf</a:t>
            </a:r>
            <a:r>
              <a:rPr lang="zh-CN" altLang="en-US" sz="2000" b="0">
                <a:latin typeface="黑体" panose="02010609060101010101" pitchFamily="49" charset="-122"/>
              </a:rPr>
              <a:t>过程，将该缓冲区释放，并改为满缓冲区</a:t>
            </a:r>
            <a:r>
              <a:rPr lang="en-US" altLang="zh-CN" sz="2000" b="0">
                <a:latin typeface="黑体" panose="02010609060101010101" pitchFamily="49" charset="-122"/>
              </a:rPr>
              <a:t>G</a:t>
            </a:r>
            <a:r>
              <a:rPr lang="zh-CN" altLang="en-US" sz="2000" b="0">
                <a:latin typeface="黑体" panose="02010609060101010101" pitchFamily="49" charset="-122"/>
              </a:rPr>
              <a:t>。</a:t>
            </a:r>
          </a:p>
          <a:p>
            <a:pPr marL="0" lvl="0" indent="0">
              <a:spcBef>
                <a:spcPct val="0"/>
              </a:spcBef>
              <a:buClrTx/>
              <a:buNone/>
            </a:pPr>
            <a:endParaRPr lang="zh-CN" altLang="en-US" sz="2000" b="0">
              <a:latin typeface="黑体" panose="02010609060101010101" pitchFamily="49" charset="-122"/>
            </a:endParaRP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7" name="灯片编号占位符 3"/>
          <p:cNvSpPr txBox="1">
            <a:spLocks noGrp="1"/>
          </p:cNvSpPr>
          <p:nvPr>
            <p:ph type="sldNum" sz="quarter" idx="12"/>
          </p:nvPr>
        </p:nvSpPr>
        <p:spPr>
          <a:xfrm>
            <a:off x="431800" y="6229350"/>
            <a:ext cx="2311400" cy="457200"/>
          </a:xfrm>
        </p:spPr>
        <p:txBody>
          <a:bodyPr anchor="b" anchorCtr="0"/>
          <a:lstStyle/>
          <a:p>
            <a:pPr marL="0" indent="0">
              <a:spcBef>
                <a:spcPct val="50000"/>
              </a:spcBef>
              <a:buClrTx/>
              <a:buFontTx/>
              <a:buNone/>
            </a:pPr>
            <a:r>
              <a:rPr lang="zh-CN" altLang="en-US" sz="1200" b="0">
                <a:solidFill>
                  <a:srgbClr val="3366CC"/>
                </a:solidFill>
                <a:ea typeface="宋体" panose="02010600030101010101" pitchFamily="2" charset="-122"/>
              </a:rPr>
              <a:t>第</a:t>
            </a:r>
            <a:fld id="{9A0DB2DC-4C9A-4742-B13C-FB6460FD3503}" type="slidenum">
              <a:rPr lang="zh-TW" altLang="en-US" sz="1200" b="0">
                <a:solidFill>
                  <a:srgbClr val="3366CC"/>
                </a:solidFill>
                <a:ea typeface="PMingLiU" pitchFamily="18" charset="-120"/>
              </a:rPr>
              <a:t>61</a:t>
            </a:fld>
            <a:r>
              <a:rPr lang="zh-CN" altLang="en-US" sz="1200" b="0">
                <a:solidFill>
                  <a:srgbClr val="3366CC"/>
                </a:solidFill>
                <a:ea typeface="宋体" panose="02010600030101010101" pitchFamily="2" charset="-122"/>
              </a:rPr>
              <a:t>页</a:t>
            </a:r>
            <a:endParaRPr lang="zh-TW" altLang="en-US" sz="1200" b="0">
              <a:solidFill>
                <a:srgbClr val="3366CC"/>
              </a:solidFill>
              <a:ea typeface="宋体" panose="02010600030101010101" pitchFamily="2" charset="-122"/>
            </a:endParaRPr>
          </a:p>
        </p:txBody>
      </p:sp>
      <p:sp>
        <p:nvSpPr>
          <p:cNvPr id="75778" name="Rectangle 2"/>
          <p:cNvSpPr>
            <a:spLocks noGrp="1"/>
          </p:cNvSpPr>
          <p:nvPr>
            <p:ph type="title"/>
          </p:nvPr>
        </p:nvSpPr>
        <p:spPr/>
        <p:txBody>
          <a:bodyPr vert="horz" wrap="square" lIns="91440" tIns="45720" rIns="91440" bIns="45720" anchor="b" anchorCtr="0"/>
          <a:lstStyle/>
          <a:p>
            <a:pPr eaLnBrk="1" hangingPunct="1"/>
            <a:r>
              <a:rPr lang="en-US" altLang="zh-CN"/>
              <a:t>7.6.1</a:t>
            </a:r>
            <a:r>
              <a:rPr lang="zh-CN" altLang="en-US"/>
              <a:t> 缓冲</a:t>
            </a:r>
          </a:p>
        </p:txBody>
      </p:sp>
      <p:sp>
        <p:nvSpPr>
          <p:cNvPr id="89091" name="Rectangle 3"/>
          <p:cNvSpPr txBox="1">
            <a:spLocks noChangeArrowheads="1"/>
          </p:cNvSpPr>
          <p:nvPr/>
        </p:nvSpPr>
        <p:spPr bwMode="auto">
          <a:xfrm>
            <a:off x="323850" y="1339850"/>
            <a:ext cx="8569325" cy="4968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609600" lvl="0" indent="-609600">
              <a:lnSpc>
                <a:spcPct val="90000"/>
              </a:lnSpc>
              <a:buClrTx/>
              <a:buNone/>
            </a:pPr>
            <a:r>
              <a:rPr lang="zh-CN" altLang="en-US" sz="2400" b="0">
                <a:latin typeface="黑体" panose="02010609060101010101" pitchFamily="49" charset="-122"/>
              </a:rPr>
              <a:t>进程的同步</a:t>
            </a:r>
          </a:p>
          <a:p>
            <a:pPr marL="609600" lvl="0" indent="-609600">
              <a:lnSpc>
                <a:spcPct val="90000"/>
              </a:lnSpc>
              <a:buClrTx/>
              <a:buNone/>
            </a:pPr>
            <a:r>
              <a:rPr lang="zh-CN" altLang="en-US" sz="2400" b="0">
                <a:latin typeface="黑体" panose="02010609060101010101" pitchFamily="49" charset="-122"/>
              </a:rPr>
              <a:t>使用输入缓冲可使输入进程和计算进程并行执行。</a:t>
            </a:r>
            <a:endParaRPr lang="en-US" altLang="zh-CN" sz="2400" b="0">
              <a:latin typeface="黑体" panose="02010609060101010101" pitchFamily="49" charset="-122"/>
            </a:endParaRPr>
          </a:p>
          <a:p>
            <a:pPr marL="609600" lvl="0" indent="-609600">
              <a:lnSpc>
                <a:spcPct val="90000"/>
              </a:lnSpc>
              <a:buClrTx/>
              <a:buNone/>
            </a:pPr>
            <a:r>
              <a:rPr lang="en-US" altLang="zh-CN" sz="2400" b="0">
                <a:latin typeface="黑体" panose="02010609060101010101" pitchFamily="49" charset="-122"/>
              </a:rPr>
              <a:t>(1)Nexti</a:t>
            </a:r>
            <a:r>
              <a:rPr lang="zh-CN" altLang="en-US" sz="2400" b="0">
                <a:latin typeface="黑体" panose="02010609060101010101" pitchFamily="49" charset="-122"/>
              </a:rPr>
              <a:t>指针追赶上</a:t>
            </a:r>
            <a:r>
              <a:rPr lang="en-US" altLang="zh-CN" sz="2400" b="0">
                <a:latin typeface="黑体" panose="02010609060101010101" pitchFamily="49" charset="-122"/>
              </a:rPr>
              <a:t>Nextg</a:t>
            </a:r>
            <a:r>
              <a:rPr lang="zh-CN" altLang="en-US" sz="2400" b="0">
                <a:latin typeface="黑体" panose="02010609060101010101" pitchFamily="49" charset="-122"/>
              </a:rPr>
              <a:t>指针</a:t>
            </a:r>
            <a:endParaRPr lang="en-US" altLang="zh-CN" sz="2400" b="0">
              <a:latin typeface="黑体" panose="02010609060101010101" pitchFamily="49" charset="-122"/>
            </a:endParaRPr>
          </a:p>
          <a:p>
            <a:pPr marL="609600" lvl="0" indent="-609600">
              <a:lnSpc>
                <a:spcPct val="90000"/>
              </a:lnSpc>
              <a:buClrTx/>
              <a:buNone/>
            </a:pPr>
            <a:r>
              <a:rPr lang="en-US" altLang="zh-CN" sz="2400" b="0">
                <a:latin typeface="黑体" panose="02010609060101010101" pitchFamily="49" charset="-122"/>
              </a:rPr>
              <a:t>    </a:t>
            </a:r>
            <a:r>
              <a:rPr lang="zh-CN" altLang="en-US" sz="2400" b="0">
                <a:latin typeface="黑体" panose="02010609060101010101" pitchFamily="49" charset="-122"/>
              </a:rPr>
              <a:t>输入进程输入数据的速度大于计算进程处理数据的速度，已把全部缓冲区装满。</a:t>
            </a:r>
            <a:r>
              <a:rPr lang="zh-CN" altLang="en-US" sz="2400">
                <a:latin typeface="黑体" panose="02010609060101010101" pitchFamily="49" charset="-122"/>
              </a:rPr>
              <a:t>输入进程应该阻塞</a:t>
            </a:r>
            <a:r>
              <a:rPr lang="zh-CN" altLang="en-US" sz="2400" b="0">
                <a:latin typeface="黑体" panose="02010609060101010101" pitchFamily="49" charset="-122"/>
              </a:rPr>
              <a:t>，直至计算进程把某个缓冲区中数据全部提取完，使之成为空缓冲</a:t>
            </a:r>
            <a:r>
              <a:rPr lang="en-US" altLang="zh-CN" sz="2400" b="0">
                <a:latin typeface="黑体" panose="02010609060101010101" pitchFamily="49" charset="-122"/>
              </a:rPr>
              <a:t>R</a:t>
            </a:r>
            <a:r>
              <a:rPr lang="zh-CN" altLang="en-US" sz="2400" b="0">
                <a:latin typeface="黑体" panose="02010609060101010101" pitchFamily="49" charset="-122"/>
              </a:rPr>
              <a:t>，并调用</a:t>
            </a:r>
            <a:r>
              <a:rPr lang="en-US" altLang="zh-CN" sz="2400" b="0">
                <a:latin typeface="黑体" panose="02010609060101010101" pitchFamily="49" charset="-122"/>
              </a:rPr>
              <a:t>Releasebuf</a:t>
            </a:r>
            <a:r>
              <a:rPr lang="zh-CN" altLang="en-US" sz="2400" b="0">
                <a:latin typeface="黑体" panose="02010609060101010101" pitchFamily="49" charset="-122"/>
              </a:rPr>
              <a:t>过程将它释放，这种情况被称为系统受计算限制。</a:t>
            </a:r>
            <a:endParaRPr lang="en-US" altLang="zh-CN" sz="2400" b="0">
              <a:latin typeface="黑体" panose="02010609060101010101" pitchFamily="49" charset="-122"/>
            </a:endParaRPr>
          </a:p>
          <a:p>
            <a:pPr marL="609600" lvl="0" indent="-609600">
              <a:lnSpc>
                <a:spcPct val="90000"/>
              </a:lnSpc>
              <a:buClrTx/>
              <a:buNone/>
            </a:pPr>
            <a:r>
              <a:rPr lang="en-US" altLang="zh-CN" sz="2400" b="0">
                <a:latin typeface="黑体" panose="02010609060101010101" pitchFamily="49" charset="-122"/>
              </a:rPr>
              <a:t>(2)Nextg</a:t>
            </a:r>
            <a:r>
              <a:rPr lang="zh-CN" altLang="en-US" sz="2400" b="0">
                <a:latin typeface="黑体" panose="02010609060101010101" pitchFamily="49" charset="-122"/>
              </a:rPr>
              <a:t>指针追赶上</a:t>
            </a:r>
            <a:r>
              <a:rPr lang="en-US" altLang="zh-CN" sz="2400" b="0">
                <a:latin typeface="黑体" panose="02010609060101010101" pitchFamily="49" charset="-122"/>
              </a:rPr>
              <a:t>Nexti</a:t>
            </a:r>
            <a:r>
              <a:rPr lang="zh-CN" altLang="en-US" sz="2400" b="0">
                <a:latin typeface="黑体" panose="02010609060101010101" pitchFamily="49" charset="-122"/>
              </a:rPr>
              <a:t>指针</a:t>
            </a:r>
          </a:p>
          <a:p>
            <a:pPr marL="457200" lvl="1" indent="0" eaLnBrk="1" hangingPunct="1">
              <a:lnSpc>
                <a:spcPct val="115000"/>
              </a:lnSpc>
              <a:buClr>
                <a:srgbClr val="0000CC"/>
              </a:buClr>
              <a:buSzPct val="110000"/>
              <a:buFont typeface="Wingdings" panose="05000000000000000000" pitchFamily="2" charset="2"/>
              <a:buNone/>
            </a:pPr>
            <a:r>
              <a:rPr lang="zh-CN" altLang="en-US" b="0">
                <a:latin typeface="黑体" panose="02010609060101010101" pitchFamily="49" charset="-122"/>
              </a:rPr>
              <a:t>意味着输入数据的速度低于计算进程处理数据的速度，没有装有数据的缓冲区可用。缓冲区全空，</a:t>
            </a:r>
            <a:r>
              <a:rPr lang="zh-CN" altLang="en-US">
                <a:latin typeface="黑体" panose="02010609060101010101" pitchFamily="49" charset="-122"/>
              </a:rPr>
              <a:t>计算进程应阻塞</a:t>
            </a:r>
            <a:r>
              <a:rPr lang="zh-CN" altLang="en-US" b="0">
                <a:latin typeface="黑体" panose="02010609060101010101" pitchFamily="49" charset="-122"/>
              </a:rPr>
              <a:t>。</a:t>
            </a:r>
          </a:p>
          <a:p>
            <a:pPr marL="609600" lvl="0" indent="-609600">
              <a:lnSpc>
                <a:spcPct val="90000"/>
              </a:lnSpc>
              <a:buClrTx/>
              <a:buNone/>
            </a:pPr>
            <a:endParaRPr lang="zh-CN" altLang="en-US" sz="2400" b="0">
              <a:latin typeface="黑体" panose="02010609060101010101" pitchFamily="49" charset="-122"/>
            </a:endParaRPr>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1" name="Rectangle 2"/>
          <p:cNvSpPr>
            <a:spLocks noGrp="1"/>
          </p:cNvSpPr>
          <p:nvPr>
            <p:ph type="title"/>
          </p:nvPr>
        </p:nvSpPr>
        <p:spPr/>
        <p:txBody>
          <a:bodyPr vert="horz" wrap="square" lIns="91440" tIns="45720" rIns="91440" bIns="45720" anchor="b" anchorCtr="0"/>
          <a:lstStyle/>
          <a:p>
            <a:pPr eaLnBrk="1" hangingPunct="1"/>
            <a:r>
              <a:rPr lang="en-US" altLang="zh-CN"/>
              <a:t>7.6.1</a:t>
            </a:r>
            <a:r>
              <a:rPr lang="zh-CN" altLang="en-US"/>
              <a:t> 缓冲</a:t>
            </a:r>
          </a:p>
        </p:txBody>
      </p:sp>
      <p:sp>
        <p:nvSpPr>
          <p:cNvPr id="90115" name="object 3"/>
          <p:cNvSpPr txBox="1">
            <a:spLocks noChangeArrowheads="1"/>
          </p:cNvSpPr>
          <p:nvPr/>
        </p:nvSpPr>
        <p:spPr bwMode="auto">
          <a:xfrm>
            <a:off x="250825" y="1519238"/>
            <a:ext cx="8642350" cy="1477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9525" lvl="0" indent="0" defTabSz="914400">
              <a:spcBef>
                <a:spcPct val="0"/>
              </a:spcBef>
              <a:buClr>
                <a:srgbClr val="3333CC"/>
              </a:buClr>
              <a:buSzPct val="110000"/>
              <a:buNone/>
              <a:tabLst>
                <a:tab pos="466725" algn="l"/>
              </a:tabLst>
            </a:pPr>
            <a:r>
              <a:rPr lang="zh-CN" altLang="zh-CN" sz="2400" b="0">
                <a:solidFill>
                  <a:srgbClr val="0033CC"/>
                </a:solidFill>
                <a:latin typeface="黑体" panose="02010609060101010101" pitchFamily="49" charset="-122"/>
              </a:rPr>
              <a:t>缓冲池(</a:t>
            </a:r>
            <a:r>
              <a:rPr lang="zh-CN" altLang="zh-CN" sz="2400" b="0">
                <a:solidFill>
                  <a:srgbClr val="0033CC"/>
                </a:solidFill>
              </a:rPr>
              <a:t>buffer pool</a:t>
            </a:r>
            <a:r>
              <a:rPr lang="zh-CN" altLang="zh-CN" sz="2400" b="0">
                <a:solidFill>
                  <a:srgbClr val="0033CC"/>
                </a:solidFill>
                <a:latin typeface="黑体" panose="02010609060101010101" pitchFamily="49" charset="-122"/>
              </a:rPr>
              <a:t>)</a:t>
            </a:r>
            <a:r>
              <a:rPr lang="zh-CN" altLang="en-US" sz="2400" b="0">
                <a:latin typeface="黑体" panose="02010609060101010101" pitchFamily="49" charset="-122"/>
              </a:rPr>
              <a:t> 以上介绍的缓冲仅适用于某个特定的</a:t>
            </a:r>
            <a:r>
              <a:rPr lang="en-US" altLang="zh-CN" sz="2400" b="0">
                <a:latin typeface="黑体" panose="02010609060101010101" pitchFamily="49" charset="-122"/>
              </a:rPr>
              <a:t>I/0</a:t>
            </a:r>
            <a:r>
              <a:rPr lang="zh-CN" altLang="en-US" sz="2400" b="0">
                <a:latin typeface="黑体" panose="02010609060101010101" pitchFamily="49" charset="-122"/>
              </a:rPr>
              <a:t>进程和计算进程</a:t>
            </a:r>
            <a:r>
              <a:rPr lang="en-US" altLang="zh-CN" sz="2400" b="0">
                <a:latin typeface="黑体" panose="02010609060101010101" pitchFamily="49" charset="-122"/>
              </a:rPr>
              <a:t>,</a:t>
            </a:r>
            <a:r>
              <a:rPr lang="zh-CN" altLang="en-US" sz="2400" b="0">
                <a:latin typeface="黑体" panose="02010609060101010101" pitchFamily="49" charset="-122"/>
              </a:rPr>
              <a:t>当系统配置较多的设备时</a:t>
            </a:r>
            <a:r>
              <a:rPr lang="en-US" altLang="zh-CN" sz="2400" b="0">
                <a:latin typeface="黑体" panose="02010609060101010101" pitchFamily="49" charset="-122"/>
              </a:rPr>
              <a:t>,</a:t>
            </a:r>
            <a:r>
              <a:rPr lang="zh-CN" altLang="en-US" sz="2400" b="0">
                <a:latin typeface="黑体" panose="02010609060101010101" pitchFamily="49" charset="-122"/>
              </a:rPr>
              <a:t>使用专用缓冲区就要消耗大量的内存空间且其利用率不高。为了提高缓冲区的利用率</a:t>
            </a:r>
            <a:r>
              <a:rPr lang="en-US" altLang="zh-CN" sz="2400" b="0">
                <a:latin typeface="黑体" panose="02010609060101010101" pitchFamily="49" charset="-122"/>
              </a:rPr>
              <a:t>,</a:t>
            </a:r>
            <a:r>
              <a:rPr lang="zh-CN" altLang="en-US" sz="2400" b="0">
                <a:latin typeface="黑体" panose="02010609060101010101" pitchFamily="49" charset="-122"/>
              </a:rPr>
              <a:t>目前广泛使用公用缓冲池，池中的缓冲区可供多个进程共享。</a:t>
            </a:r>
            <a:endParaRPr lang="zh-CN" altLang="zh-CN" sz="2400" b="0">
              <a:latin typeface="黑体" panose="02010609060101010101" pitchFamily="49" charset="-122"/>
            </a:endParaRPr>
          </a:p>
        </p:txBody>
      </p:sp>
      <p:sp>
        <p:nvSpPr>
          <p:cNvPr id="7" name="object 4"/>
          <p:cNvSpPr/>
          <p:nvPr/>
        </p:nvSpPr>
        <p:spPr>
          <a:xfrm>
            <a:off x="1000125" y="3621088"/>
            <a:ext cx="3325813" cy="2400300"/>
          </a:xfrm>
          <a:custGeom>
            <a:avLst/>
            <a:gdLst/>
            <a:ahLst/>
            <a:cxnLst/>
            <a:rect l="l" t="t" r="r" b="b"/>
            <a:pathLst>
              <a:path w="3888104" h="2807970">
                <a:moveTo>
                  <a:pt x="1943862" y="0"/>
                </a:moveTo>
                <a:lnTo>
                  <a:pt x="1784422" y="4654"/>
                </a:lnTo>
                <a:lnTo>
                  <a:pt x="1628534" y="18377"/>
                </a:lnTo>
                <a:lnTo>
                  <a:pt x="1476699" y="40808"/>
                </a:lnTo>
                <a:lnTo>
                  <a:pt x="1329415" y="71585"/>
                </a:lnTo>
                <a:lnTo>
                  <a:pt x="1187184" y="110347"/>
                </a:lnTo>
                <a:lnTo>
                  <a:pt x="1050504" y="156732"/>
                </a:lnTo>
                <a:lnTo>
                  <a:pt x="919877" y="210380"/>
                </a:lnTo>
                <a:lnTo>
                  <a:pt x="795802" y="270930"/>
                </a:lnTo>
                <a:lnTo>
                  <a:pt x="678779" y="338020"/>
                </a:lnTo>
                <a:lnTo>
                  <a:pt x="569309" y="411289"/>
                </a:lnTo>
                <a:lnTo>
                  <a:pt x="467891" y="490376"/>
                </a:lnTo>
                <a:lnTo>
                  <a:pt x="375025" y="574919"/>
                </a:lnTo>
                <a:lnTo>
                  <a:pt x="291213" y="664558"/>
                </a:lnTo>
                <a:lnTo>
                  <a:pt x="216952" y="758932"/>
                </a:lnTo>
                <a:lnTo>
                  <a:pt x="152745" y="857678"/>
                </a:lnTo>
                <a:lnTo>
                  <a:pt x="99090" y="960436"/>
                </a:lnTo>
                <a:lnTo>
                  <a:pt x="56488" y="1066846"/>
                </a:lnTo>
                <a:lnTo>
                  <a:pt x="25439" y="1176544"/>
                </a:lnTo>
                <a:lnTo>
                  <a:pt x="6443" y="1289171"/>
                </a:lnTo>
                <a:lnTo>
                  <a:pt x="0" y="1404366"/>
                </a:lnTo>
                <a:lnTo>
                  <a:pt x="6443" y="1519451"/>
                </a:lnTo>
                <a:lnTo>
                  <a:pt x="25439" y="1631980"/>
                </a:lnTo>
                <a:lnTo>
                  <a:pt x="56488" y="1741591"/>
                </a:lnTo>
                <a:lnTo>
                  <a:pt x="99090" y="1847923"/>
                </a:lnTo>
                <a:lnTo>
                  <a:pt x="152745" y="1950612"/>
                </a:lnTo>
                <a:lnTo>
                  <a:pt x="216952" y="2049299"/>
                </a:lnTo>
                <a:lnTo>
                  <a:pt x="291213" y="2143620"/>
                </a:lnTo>
                <a:lnTo>
                  <a:pt x="375025" y="2233214"/>
                </a:lnTo>
                <a:lnTo>
                  <a:pt x="467891" y="2317720"/>
                </a:lnTo>
                <a:lnTo>
                  <a:pt x="569309" y="2396775"/>
                </a:lnTo>
                <a:lnTo>
                  <a:pt x="678779" y="2470018"/>
                </a:lnTo>
                <a:lnTo>
                  <a:pt x="795802" y="2537088"/>
                </a:lnTo>
                <a:lnTo>
                  <a:pt x="919877" y="2597621"/>
                </a:lnTo>
                <a:lnTo>
                  <a:pt x="1050504" y="2651257"/>
                </a:lnTo>
                <a:lnTo>
                  <a:pt x="1187184" y="2697634"/>
                </a:lnTo>
                <a:lnTo>
                  <a:pt x="1329415" y="2736390"/>
                </a:lnTo>
                <a:lnTo>
                  <a:pt x="1476699" y="2767164"/>
                </a:lnTo>
                <a:lnTo>
                  <a:pt x="1628534" y="2789592"/>
                </a:lnTo>
                <a:lnTo>
                  <a:pt x="1784422" y="2803315"/>
                </a:lnTo>
                <a:lnTo>
                  <a:pt x="1943862" y="2807970"/>
                </a:lnTo>
                <a:lnTo>
                  <a:pt x="2103301" y="2803315"/>
                </a:lnTo>
                <a:lnTo>
                  <a:pt x="2259189" y="2789592"/>
                </a:lnTo>
                <a:lnTo>
                  <a:pt x="2411024" y="2767164"/>
                </a:lnTo>
                <a:lnTo>
                  <a:pt x="2558308" y="2736390"/>
                </a:lnTo>
                <a:lnTo>
                  <a:pt x="2700539" y="2697634"/>
                </a:lnTo>
                <a:lnTo>
                  <a:pt x="2837219" y="2651257"/>
                </a:lnTo>
                <a:lnTo>
                  <a:pt x="2967846" y="2597621"/>
                </a:lnTo>
                <a:lnTo>
                  <a:pt x="3091921" y="2537088"/>
                </a:lnTo>
                <a:lnTo>
                  <a:pt x="3208944" y="2470018"/>
                </a:lnTo>
                <a:lnTo>
                  <a:pt x="3318414" y="2396775"/>
                </a:lnTo>
                <a:lnTo>
                  <a:pt x="3419832" y="2317720"/>
                </a:lnTo>
                <a:lnTo>
                  <a:pt x="3512698" y="2233214"/>
                </a:lnTo>
                <a:lnTo>
                  <a:pt x="3596510" y="2143620"/>
                </a:lnTo>
                <a:lnTo>
                  <a:pt x="3670771" y="2049299"/>
                </a:lnTo>
                <a:lnTo>
                  <a:pt x="3734978" y="1950612"/>
                </a:lnTo>
                <a:lnTo>
                  <a:pt x="3788633" y="1847923"/>
                </a:lnTo>
                <a:lnTo>
                  <a:pt x="3831235" y="1741591"/>
                </a:lnTo>
                <a:lnTo>
                  <a:pt x="3862284" y="1631980"/>
                </a:lnTo>
                <a:lnTo>
                  <a:pt x="3881280" y="1519451"/>
                </a:lnTo>
                <a:lnTo>
                  <a:pt x="3887724" y="1404365"/>
                </a:lnTo>
                <a:lnTo>
                  <a:pt x="3881280" y="1289171"/>
                </a:lnTo>
                <a:lnTo>
                  <a:pt x="3862284" y="1176544"/>
                </a:lnTo>
                <a:lnTo>
                  <a:pt x="3831235" y="1066846"/>
                </a:lnTo>
                <a:lnTo>
                  <a:pt x="3788633" y="960436"/>
                </a:lnTo>
                <a:lnTo>
                  <a:pt x="3734978" y="857678"/>
                </a:lnTo>
                <a:lnTo>
                  <a:pt x="3670771" y="758932"/>
                </a:lnTo>
                <a:lnTo>
                  <a:pt x="3596510" y="664558"/>
                </a:lnTo>
                <a:lnTo>
                  <a:pt x="3512698" y="574919"/>
                </a:lnTo>
                <a:lnTo>
                  <a:pt x="3419832" y="490376"/>
                </a:lnTo>
                <a:lnTo>
                  <a:pt x="3318414" y="411289"/>
                </a:lnTo>
                <a:lnTo>
                  <a:pt x="3208944" y="338020"/>
                </a:lnTo>
                <a:lnTo>
                  <a:pt x="3091921" y="270930"/>
                </a:lnTo>
                <a:lnTo>
                  <a:pt x="2967846" y="210380"/>
                </a:lnTo>
                <a:lnTo>
                  <a:pt x="2837219" y="156732"/>
                </a:lnTo>
                <a:lnTo>
                  <a:pt x="2700539" y="110347"/>
                </a:lnTo>
                <a:lnTo>
                  <a:pt x="2558308" y="71585"/>
                </a:lnTo>
                <a:lnTo>
                  <a:pt x="2411024" y="40808"/>
                </a:lnTo>
                <a:lnTo>
                  <a:pt x="2259189" y="18377"/>
                </a:lnTo>
                <a:lnTo>
                  <a:pt x="2103301" y="4654"/>
                </a:lnTo>
                <a:lnTo>
                  <a:pt x="1943862" y="0"/>
                </a:lnTo>
                <a:close/>
              </a:path>
            </a:pathLst>
          </a:custGeom>
          <a:ln w="19050">
            <a:solidFill>
              <a:srgbClr val="000000"/>
            </a:solidFill>
          </a:ln>
        </p:spPr>
        <p:txBody>
          <a:bodyPr lIns="0" tIns="0" rIns="0" bIns="0"/>
          <a:lstStyle/>
          <a:p>
            <a:pPr marL="0" marR="0" lvl="0" indent="0" algn="l" defTabSz="914400" rtl="0" eaLnBrk="0" fontAlgn="base" latinLnBrk="0" hangingPunct="0">
              <a:lnSpc>
                <a:spcPct val="100000"/>
              </a:lnSpc>
              <a:spcBef>
                <a:spcPct val="0"/>
              </a:spcBef>
              <a:spcAft>
                <a:spcPct val="0"/>
              </a:spcAft>
              <a:buClrTx/>
              <a:buSzTx/>
              <a:buFontTx/>
              <a:buNone/>
              <a:defRPr/>
            </a:pPr>
            <a:endParaRPr kumimoji="0" sz="205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8" name="object 5"/>
          <p:cNvSpPr/>
          <p:nvPr/>
        </p:nvSpPr>
        <p:spPr>
          <a:xfrm>
            <a:off x="1493838" y="4114800"/>
            <a:ext cx="492125" cy="246063"/>
          </a:xfrm>
          <a:custGeom>
            <a:avLst/>
            <a:gdLst/>
            <a:ahLst/>
            <a:cxnLst/>
            <a:rect l="l" t="t" r="r" b="b"/>
            <a:pathLst>
              <a:path w="576580" h="287654">
                <a:moveTo>
                  <a:pt x="0" y="0"/>
                </a:moveTo>
                <a:lnTo>
                  <a:pt x="0" y="287274"/>
                </a:lnTo>
                <a:lnTo>
                  <a:pt x="576071" y="287274"/>
                </a:lnTo>
                <a:lnTo>
                  <a:pt x="576071" y="0"/>
                </a:lnTo>
                <a:lnTo>
                  <a:pt x="0" y="0"/>
                </a:lnTo>
                <a:close/>
              </a:path>
            </a:pathLst>
          </a:custGeom>
          <a:solidFill>
            <a:srgbClr val="FFFF00"/>
          </a:solidFill>
        </p:spPr>
        <p:txBody>
          <a:bodyPr lIns="0" tIns="0" rIns="0" bIns="0"/>
          <a:lstStyle/>
          <a:p>
            <a:pPr marL="0" marR="0" lvl="0" indent="0" algn="l" defTabSz="914400" rtl="0" eaLnBrk="0" fontAlgn="base" latinLnBrk="0" hangingPunct="0">
              <a:lnSpc>
                <a:spcPct val="100000"/>
              </a:lnSpc>
              <a:spcBef>
                <a:spcPct val="0"/>
              </a:spcBef>
              <a:spcAft>
                <a:spcPct val="0"/>
              </a:spcAft>
              <a:buClrTx/>
              <a:buSzTx/>
              <a:buFontTx/>
              <a:buNone/>
              <a:defRPr/>
            </a:pPr>
            <a:endParaRPr kumimoji="0" sz="205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9" name="object 6"/>
          <p:cNvSpPr/>
          <p:nvPr/>
        </p:nvSpPr>
        <p:spPr>
          <a:xfrm>
            <a:off x="1493838" y="4114800"/>
            <a:ext cx="492125" cy="246063"/>
          </a:xfrm>
          <a:custGeom>
            <a:avLst/>
            <a:gdLst/>
            <a:ahLst/>
            <a:cxnLst/>
            <a:rect l="l" t="t" r="r" b="b"/>
            <a:pathLst>
              <a:path w="576580" h="287654">
                <a:moveTo>
                  <a:pt x="0" y="0"/>
                </a:moveTo>
                <a:lnTo>
                  <a:pt x="0" y="287274"/>
                </a:lnTo>
                <a:lnTo>
                  <a:pt x="576071" y="287274"/>
                </a:lnTo>
                <a:lnTo>
                  <a:pt x="576071" y="0"/>
                </a:lnTo>
                <a:lnTo>
                  <a:pt x="0" y="0"/>
                </a:lnTo>
                <a:close/>
              </a:path>
            </a:pathLst>
          </a:custGeom>
          <a:ln w="19050">
            <a:solidFill>
              <a:srgbClr val="000000"/>
            </a:solidFill>
          </a:ln>
        </p:spPr>
        <p:txBody>
          <a:bodyPr lIns="0" tIns="0" rIns="0" bIns="0"/>
          <a:lstStyle/>
          <a:p>
            <a:pPr marL="0" marR="0" lvl="0" indent="0" algn="l" defTabSz="914400" rtl="0" eaLnBrk="0" fontAlgn="base" latinLnBrk="0" hangingPunct="0">
              <a:lnSpc>
                <a:spcPct val="100000"/>
              </a:lnSpc>
              <a:spcBef>
                <a:spcPct val="0"/>
              </a:spcBef>
              <a:spcAft>
                <a:spcPct val="0"/>
              </a:spcAft>
              <a:buClrTx/>
              <a:buSzTx/>
              <a:buFontTx/>
              <a:buNone/>
              <a:defRPr/>
            </a:pPr>
            <a:endParaRPr kumimoji="0" sz="205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0" name="object 7"/>
          <p:cNvSpPr/>
          <p:nvPr/>
        </p:nvSpPr>
        <p:spPr>
          <a:xfrm>
            <a:off x="2108200" y="4114800"/>
            <a:ext cx="493713" cy="246063"/>
          </a:xfrm>
          <a:custGeom>
            <a:avLst/>
            <a:gdLst/>
            <a:ahLst/>
            <a:cxnLst/>
            <a:rect l="l" t="t" r="r" b="b"/>
            <a:pathLst>
              <a:path w="576580" h="287654">
                <a:moveTo>
                  <a:pt x="0" y="0"/>
                </a:moveTo>
                <a:lnTo>
                  <a:pt x="0" y="287274"/>
                </a:lnTo>
                <a:lnTo>
                  <a:pt x="576072" y="287274"/>
                </a:lnTo>
                <a:lnTo>
                  <a:pt x="576072" y="0"/>
                </a:lnTo>
                <a:lnTo>
                  <a:pt x="0" y="0"/>
                </a:lnTo>
                <a:close/>
              </a:path>
            </a:pathLst>
          </a:custGeom>
          <a:solidFill>
            <a:srgbClr val="FFFF00"/>
          </a:solidFill>
        </p:spPr>
        <p:txBody>
          <a:bodyPr lIns="0" tIns="0" rIns="0" bIns="0"/>
          <a:lstStyle/>
          <a:p>
            <a:pPr marL="0" marR="0" lvl="0" indent="0" algn="l" defTabSz="914400" rtl="0" eaLnBrk="0" fontAlgn="base" latinLnBrk="0" hangingPunct="0">
              <a:lnSpc>
                <a:spcPct val="100000"/>
              </a:lnSpc>
              <a:spcBef>
                <a:spcPct val="0"/>
              </a:spcBef>
              <a:spcAft>
                <a:spcPct val="0"/>
              </a:spcAft>
              <a:buClrTx/>
              <a:buSzTx/>
              <a:buFontTx/>
              <a:buNone/>
              <a:defRPr/>
            </a:pPr>
            <a:endParaRPr kumimoji="0" sz="205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1" name="object 8"/>
          <p:cNvSpPr/>
          <p:nvPr/>
        </p:nvSpPr>
        <p:spPr>
          <a:xfrm>
            <a:off x="2108200" y="4114800"/>
            <a:ext cx="493713" cy="246063"/>
          </a:xfrm>
          <a:custGeom>
            <a:avLst/>
            <a:gdLst/>
            <a:ahLst/>
            <a:cxnLst/>
            <a:rect l="l" t="t" r="r" b="b"/>
            <a:pathLst>
              <a:path w="576580" h="287654">
                <a:moveTo>
                  <a:pt x="0" y="0"/>
                </a:moveTo>
                <a:lnTo>
                  <a:pt x="0" y="287274"/>
                </a:lnTo>
                <a:lnTo>
                  <a:pt x="576072" y="287274"/>
                </a:lnTo>
                <a:lnTo>
                  <a:pt x="576072" y="0"/>
                </a:lnTo>
                <a:lnTo>
                  <a:pt x="0" y="0"/>
                </a:lnTo>
                <a:close/>
              </a:path>
            </a:pathLst>
          </a:custGeom>
          <a:ln w="19050">
            <a:solidFill>
              <a:srgbClr val="000000"/>
            </a:solidFill>
          </a:ln>
        </p:spPr>
        <p:txBody>
          <a:bodyPr lIns="0" tIns="0" rIns="0" bIns="0"/>
          <a:lstStyle/>
          <a:p>
            <a:pPr marL="0" marR="0" lvl="0" indent="0" algn="l" defTabSz="914400" rtl="0" eaLnBrk="0" fontAlgn="base" latinLnBrk="0" hangingPunct="0">
              <a:lnSpc>
                <a:spcPct val="100000"/>
              </a:lnSpc>
              <a:spcBef>
                <a:spcPct val="0"/>
              </a:spcBef>
              <a:spcAft>
                <a:spcPct val="0"/>
              </a:spcAft>
              <a:buClrTx/>
              <a:buSzTx/>
              <a:buFontTx/>
              <a:buNone/>
              <a:defRPr/>
            </a:pPr>
            <a:endParaRPr kumimoji="0" sz="205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2" name="object 9"/>
          <p:cNvSpPr/>
          <p:nvPr/>
        </p:nvSpPr>
        <p:spPr>
          <a:xfrm>
            <a:off x="2724150" y="4113213"/>
            <a:ext cx="493713" cy="246063"/>
          </a:xfrm>
          <a:custGeom>
            <a:avLst/>
            <a:gdLst/>
            <a:ahLst/>
            <a:cxnLst/>
            <a:rect l="l" t="t" r="r" b="b"/>
            <a:pathLst>
              <a:path w="576579" h="287654">
                <a:moveTo>
                  <a:pt x="0" y="0"/>
                </a:moveTo>
                <a:lnTo>
                  <a:pt x="0" y="287274"/>
                </a:lnTo>
                <a:lnTo>
                  <a:pt x="576071" y="287274"/>
                </a:lnTo>
                <a:lnTo>
                  <a:pt x="576071" y="0"/>
                </a:lnTo>
                <a:lnTo>
                  <a:pt x="0" y="0"/>
                </a:lnTo>
                <a:close/>
              </a:path>
            </a:pathLst>
          </a:custGeom>
          <a:solidFill>
            <a:srgbClr val="FFFF00"/>
          </a:solidFill>
        </p:spPr>
        <p:txBody>
          <a:bodyPr lIns="0" tIns="0" rIns="0" bIns="0"/>
          <a:lstStyle/>
          <a:p>
            <a:pPr marL="0" marR="0" lvl="0" indent="0" algn="l" defTabSz="914400" rtl="0" eaLnBrk="0" fontAlgn="base" latinLnBrk="0" hangingPunct="0">
              <a:lnSpc>
                <a:spcPct val="100000"/>
              </a:lnSpc>
              <a:spcBef>
                <a:spcPct val="0"/>
              </a:spcBef>
              <a:spcAft>
                <a:spcPct val="0"/>
              </a:spcAft>
              <a:buClrTx/>
              <a:buSzTx/>
              <a:buFontTx/>
              <a:buNone/>
              <a:defRPr/>
            </a:pPr>
            <a:endParaRPr kumimoji="0" sz="205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3" name="object 10"/>
          <p:cNvSpPr/>
          <p:nvPr/>
        </p:nvSpPr>
        <p:spPr>
          <a:xfrm>
            <a:off x="2724150" y="4113213"/>
            <a:ext cx="493713" cy="246063"/>
          </a:xfrm>
          <a:custGeom>
            <a:avLst/>
            <a:gdLst/>
            <a:ahLst/>
            <a:cxnLst/>
            <a:rect l="l" t="t" r="r" b="b"/>
            <a:pathLst>
              <a:path w="576579" h="287654">
                <a:moveTo>
                  <a:pt x="0" y="0"/>
                </a:moveTo>
                <a:lnTo>
                  <a:pt x="0" y="287274"/>
                </a:lnTo>
                <a:lnTo>
                  <a:pt x="576071" y="287274"/>
                </a:lnTo>
                <a:lnTo>
                  <a:pt x="576071" y="0"/>
                </a:lnTo>
                <a:lnTo>
                  <a:pt x="0" y="0"/>
                </a:lnTo>
                <a:close/>
              </a:path>
            </a:pathLst>
          </a:custGeom>
          <a:ln w="19050">
            <a:solidFill>
              <a:srgbClr val="000000"/>
            </a:solidFill>
          </a:ln>
        </p:spPr>
        <p:txBody>
          <a:bodyPr lIns="0" tIns="0" rIns="0" bIns="0"/>
          <a:lstStyle/>
          <a:p>
            <a:pPr marL="0" marR="0" lvl="0" indent="0" algn="l" defTabSz="914400" rtl="0" eaLnBrk="0" fontAlgn="base" latinLnBrk="0" hangingPunct="0">
              <a:lnSpc>
                <a:spcPct val="100000"/>
              </a:lnSpc>
              <a:spcBef>
                <a:spcPct val="0"/>
              </a:spcBef>
              <a:spcAft>
                <a:spcPct val="0"/>
              </a:spcAft>
              <a:buClrTx/>
              <a:buSzTx/>
              <a:buFontTx/>
              <a:buNone/>
              <a:defRPr/>
            </a:pPr>
            <a:endParaRPr kumimoji="0" sz="205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4" name="object 11"/>
          <p:cNvSpPr/>
          <p:nvPr/>
        </p:nvSpPr>
        <p:spPr>
          <a:xfrm>
            <a:off x="2724150" y="4421188"/>
            <a:ext cx="493713" cy="246063"/>
          </a:xfrm>
          <a:custGeom>
            <a:avLst/>
            <a:gdLst/>
            <a:ahLst/>
            <a:cxnLst/>
            <a:rect l="l" t="t" r="r" b="b"/>
            <a:pathLst>
              <a:path w="576579" h="287654">
                <a:moveTo>
                  <a:pt x="0" y="0"/>
                </a:moveTo>
                <a:lnTo>
                  <a:pt x="0" y="287274"/>
                </a:lnTo>
                <a:lnTo>
                  <a:pt x="576071" y="287274"/>
                </a:lnTo>
                <a:lnTo>
                  <a:pt x="576071" y="0"/>
                </a:lnTo>
                <a:lnTo>
                  <a:pt x="0" y="0"/>
                </a:lnTo>
                <a:close/>
              </a:path>
            </a:pathLst>
          </a:custGeom>
          <a:solidFill>
            <a:srgbClr val="FFFF00"/>
          </a:solidFill>
        </p:spPr>
        <p:txBody>
          <a:bodyPr lIns="0" tIns="0" rIns="0" bIns="0"/>
          <a:lstStyle/>
          <a:p>
            <a:pPr marL="0" marR="0" lvl="0" indent="0" algn="l" defTabSz="914400" rtl="0" eaLnBrk="0" fontAlgn="base" latinLnBrk="0" hangingPunct="0">
              <a:lnSpc>
                <a:spcPct val="100000"/>
              </a:lnSpc>
              <a:spcBef>
                <a:spcPct val="0"/>
              </a:spcBef>
              <a:spcAft>
                <a:spcPct val="0"/>
              </a:spcAft>
              <a:buClrTx/>
              <a:buSzTx/>
              <a:buFontTx/>
              <a:buNone/>
              <a:defRPr/>
            </a:pPr>
            <a:endParaRPr kumimoji="0" sz="205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5" name="object 12"/>
          <p:cNvSpPr/>
          <p:nvPr/>
        </p:nvSpPr>
        <p:spPr>
          <a:xfrm>
            <a:off x="2724150" y="4421188"/>
            <a:ext cx="493713" cy="246063"/>
          </a:xfrm>
          <a:custGeom>
            <a:avLst/>
            <a:gdLst/>
            <a:ahLst/>
            <a:cxnLst/>
            <a:rect l="l" t="t" r="r" b="b"/>
            <a:pathLst>
              <a:path w="576579" h="287654">
                <a:moveTo>
                  <a:pt x="0" y="0"/>
                </a:moveTo>
                <a:lnTo>
                  <a:pt x="0" y="287274"/>
                </a:lnTo>
                <a:lnTo>
                  <a:pt x="576071" y="287274"/>
                </a:lnTo>
                <a:lnTo>
                  <a:pt x="576071" y="0"/>
                </a:lnTo>
                <a:lnTo>
                  <a:pt x="0" y="0"/>
                </a:lnTo>
                <a:close/>
              </a:path>
            </a:pathLst>
          </a:custGeom>
          <a:ln w="19050">
            <a:solidFill>
              <a:srgbClr val="000000"/>
            </a:solidFill>
          </a:ln>
        </p:spPr>
        <p:txBody>
          <a:bodyPr lIns="0" tIns="0" rIns="0" bIns="0"/>
          <a:lstStyle/>
          <a:p>
            <a:pPr marL="0" marR="0" lvl="0" indent="0" algn="l" defTabSz="914400" rtl="0" eaLnBrk="0" fontAlgn="base" latinLnBrk="0" hangingPunct="0">
              <a:lnSpc>
                <a:spcPct val="100000"/>
              </a:lnSpc>
              <a:spcBef>
                <a:spcPct val="0"/>
              </a:spcBef>
              <a:spcAft>
                <a:spcPct val="0"/>
              </a:spcAft>
              <a:buClrTx/>
              <a:buSzTx/>
              <a:buFontTx/>
              <a:buNone/>
              <a:defRPr/>
            </a:pPr>
            <a:endParaRPr kumimoji="0" sz="205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6" name="object 13"/>
          <p:cNvSpPr/>
          <p:nvPr/>
        </p:nvSpPr>
        <p:spPr>
          <a:xfrm>
            <a:off x="2724150" y="4729163"/>
            <a:ext cx="493713" cy="246063"/>
          </a:xfrm>
          <a:custGeom>
            <a:avLst/>
            <a:gdLst/>
            <a:ahLst/>
            <a:cxnLst/>
            <a:rect l="l" t="t" r="r" b="b"/>
            <a:pathLst>
              <a:path w="576579" h="287654">
                <a:moveTo>
                  <a:pt x="0" y="0"/>
                </a:moveTo>
                <a:lnTo>
                  <a:pt x="0" y="287274"/>
                </a:lnTo>
                <a:lnTo>
                  <a:pt x="576071" y="287274"/>
                </a:lnTo>
                <a:lnTo>
                  <a:pt x="576071" y="0"/>
                </a:lnTo>
                <a:lnTo>
                  <a:pt x="0" y="0"/>
                </a:lnTo>
                <a:close/>
              </a:path>
            </a:pathLst>
          </a:custGeom>
          <a:solidFill>
            <a:srgbClr val="FFFF00"/>
          </a:solidFill>
        </p:spPr>
        <p:txBody>
          <a:bodyPr lIns="0" tIns="0" rIns="0" bIns="0"/>
          <a:lstStyle/>
          <a:p>
            <a:pPr marL="0" marR="0" lvl="0" indent="0" algn="l" defTabSz="914400" rtl="0" eaLnBrk="0" fontAlgn="base" latinLnBrk="0" hangingPunct="0">
              <a:lnSpc>
                <a:spcPct val="100000"/>
              </a:lnSpc>
              <a:spcBef>
                <a:spcPct val="0"/>
              </a:spcBef>
              <a:spcAft>
                <a:spcPct val="0"/>
              </a:spcAft>
              <a:buClrTx/>
              <a:buSzTx/>
              <a:buFontTx/>
              <a:buNone/>
              <a:defRPr/>
            </a:pPr>
            <a:endParaRPr kumimoji="0" sz="205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7" name="object 14"/>
          <p:cNvSpPr/>
          <p:nvPr/>
        </p:nvSpPr>
        <p:spPr>
          <a:xfrm>
            <a:off x="2724150" y="4729163"/>
            <a:ext cx="493713" cy="246063"/>
          </a:xfrm>
          <a:custGeom>
            <a:avLst/>
            <a:gdLst/>
            <a:ahLst/>
            <a:cxnLst/>
            <a:rect l="l" t="t" r="r" b="b"/>
            <a:pathLst>
              <a:path w="576579" h="287654">
                <a:moveTo>
                  <a:pt x="0" y="0"/>
                </a:moveTo>
                <a:lnTo>
                  <a:pt x="0" y="287274"/>
                </a:lnTo>
                <a:lnTo>
                  <a:pt x="576071" y="287274"/>
                </a:lnTo>
                <a:lnTo>
                  <a:pt x="576071" y="0"/>
                </a:lnTo>
                <a:lnTo>
                  <a:pt x="0" y="0"/>
                </a:lnTo>
                <a:close/>
              </a:path>
            </a:pathLst>
          </a:custGeom>
          <a:ln w="19050">
            <a:solidFill>
              <a:srgbClr val="000000"/>
            </a:solidFill>
          </a:ln>
        </p:spPr>
        <p:txBody>
          <a:bodyPr lIns="0" tIns="0" rIns="0" bIns="0"/>
          <a:lstStyle/>
          <a:p>
            <a:pPr marL="0" marR="0" lvl="0" indent="0" algn="l" defTabSz="914400" rtl="0" eaLnBrk="0" fontAlgn="base" latinLnBrk="0" hangingPunct="0">
              <a:lnSpc>
                <a:spcPct val="100000"/>
              </a:lnSpc>
              <a:spcBef>
                <a:spcPct val="0"/>
              </a:spcBef>
              <a:spcAft>
                <a:spcPct val="0"/>
              </a:spcAft>
              <a:buClrTx/>
              <a:buSzTx/>
              <a:buFontTx/>
              <a:buNone/>
              <a:defRPr/>
            </a:pPr>
            <a:endParaRPr kumimoji="0" sz="205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8" name="object 15"/>
          <p:cNvSpPr/>
          <p:nvPr/>
        </p:nvSpPr>
        <p:spPr>
          <a:xfrm>
            <a:off x="2724150" y="5037138"/>
            <a:ext cx="493713" cy="246063"/>
          </a:xfrm>
          <a:custGeom>
            <a:avLst/>
            <a:gdLst/>
            <a:ahLst/>
            <a:cxnLst/>
            <a:rect l="l" t="t" r="r" b="b"/>
            <a:pathLst>
              <a:path w="576579" h="287654">
                <a:moveTo>
                  <a:pt x="0" y="0"/>
                </a:moveTo>
                <a:lnTo>
                  <a:pt x="0" y="287274"/>
                </a:lnTo>
                <a:lnTo>
                  <a:pt x="576071" y="287274"/>
                </a:lnTo>
                <a:lnTo>
                  <a:pt x="576071" y="0"/>
                </a:lnTo>
                <a:lnTo>
                  <a:pt x="0" y="0"/>
                </a:lnTo>
                <a:close/>
              </a:path>
            </a:pathLst>
          </a:custGeom>
          <a:solidFill>
            <a:srgbClr val="FFFF00"/>
          </a:solidFill>
        </p:spPr>
        <p:txBody>
          <a:bodyPr lIns="0" tIns="0" rIns="0" bIns="0"/>
          <a:lstStyle/>
          <a:p>
            <a:pPr marL="0" marR="0" lvl="0" indent="0" algn="l" defTabSz="914400" rtl="0" eaLnBrk="0" fontAlgn="base" latinLnBrk="0" hangingPunct="0">
              <a:lnSpc>
                <a:spcPct val="100000"/>
              </a:lnSpc>
              <a:spcBef>
                <a:spcPct val="0"/>
              </a:spcBef>
              <a:spcAft>
                <a:spcPct val="0"/>
              </a:spcAft>
              <a:buClrTx/>
              <a:buSzTx/>
              <a:buFontTx/>
              <a:buNone/>
              <a:defRPr/>
            </a:pPr>
            <a:endParaRPr kumimoji="0" sz="205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9" name="object 16"/>
          <p:cNvSpPr/>
          <p:nvPr/>
        </p:nvSpPr>
        <p:spPr>
          <a:xfrm>
            <a:off x="2724150" y="5037138"/>
            <a:ext cx="493713" cy="246063"/>
          </a:xfrm>
          <a:custGeom>
            <a:avLst/>
            <a:gdLst/>
            <a:ahLst/>
            <a:cxnLst/>
            <a:rect l="l" t="t" r="r" b="b"/>
            <a:pathLst>
              <a:path w="576579" h="287654">
                <a:moveTo>
                  <a:pt x="0" y="0"/>
                </a:moveTo>
                <a:lnTo>
                  <a:pt x="0" y="287274"/>
                </a:lnTo>
                <a:lnTo>
                  <a:pt x="576071" y="287274"/>
                </a:lnTo>
                <a:lnTo>
                  <a:pt x="576071" y="0"/>
                </a:lnTo>
                <a:lnTo>
                  <a:pt x="0" y="0"/>
                </a:lnTo>
                <a:close/>
              </a:path>
            </a:pathLst>
          </a:custGeom>
          <a:ln w="19050">
            <a:solidFill>
              <a:srgbClr val="000000"/>
            </a:solidFill>
          </a:ln>
        </p:spPr>
        <p:txBody>
          <a:bodyPr lIns="0" tIns="0" rIns="0" bIns="0"/>
          <a:lstStyle/>
          <a:p>
            <a:pPr marL="0" marR="0" lvl="0" indent="0" algn="l" defTabSz="914400" rtl="0" eaLnBrk="0" fontAlgn="base" latinLnBrk="0" hangingPunct="0">
              <a:lnSpc>
                <a:spcPct val="100000"/>
              </a:lnSpc>
              <a:spcBef>
                <a:spcPct val="0"/>
              </a:spcBef>
              <a:spcAft>
                <a:spcPct val="0"/>
              </a:spcAft>
              <a:buClrTx/>
              <a:buSzTx/>
              <a:buFontTx/>
              <a:buNone/>
              <a:defRPr/>
            </a:pPr>
            <a:endParaRPr kumimoji="0" sz="205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20" name="object 17"/>
          <p:cNvSpPr/>
          <p:nvPr/>
        </p:nvSpPr>
        <p:spPr>
          <a:xfrm>
            <a:off x="2108200" y="4421188"/>
            <a:ext cx="493713" cy="246063"/>
          </a:xfrm>
          <a:custGeom>
            <a:avLst/>
            <a:gdLst/>
            <a:ahLst/>
            <a:cxnLst/>
            <a:rect l="l" t="t" r="r" b="b"/>
            <a:pathLst>
              <a:path w="576580" h="287654">
                <a:moveTo>
                  <a:pt x="0" y="0"/>
                </a:moveTo>
                <a:lnTo>
                  <a:pt x="0" y="287274"/>
                </a:lnTo>
                <a:lnTo>
                  <a:pt x="576072" y="287274"/>
                </a:lnTo>
                <a:lnTo>
                  <a:pt x="576072" y="0"/>
                </a:lnTo>
                <a:lnTo>
                  <a:pt x="0" y="0"/>
                </a:lnTo>
                <a:close/>
              </a:path>
            </a:pathLst>
          </a:custGeom>
          <a:solidFill>
            <a:srgbClr val="FFFF00"/>
          </a:solidFill>
        </p:spPr>
        <p:txBody>
          <a:bodyPr lIns="0" tIns="0" rIns="0" bIns="0"/>
          <a:lstStyle/>
          <a:p>
            <a:pPr marL="0" marR="0" lvl="0" indent="0" algn="l" defTabSz="914400" rtl="0" eaLnBrk="0" fontAlgn="base" latinLnBrk="0" hangingPunct="0">
              <a:lnSpc>
                <a:spcPct val="100000"/>
              </a:lnSpc>
              <a:spcBef>
                <a:spcPct val="0"/>
              </a:spcBef>
              <a:spcAft>
                <a:spcPct val="0"/>
              </a:spcAft>
              <a:buClrTx/>
              <a:buSzTx/>
              <a:buFontTx/>
              <a:buNone/>
              <a:defRPr/>
            </a:pPr>
            <a:endParaRPr kumimoji="0" sz="205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21" name="object 18"/>
          <p:cNvSpPr/>
          <p:nvPr/>
        </p:nvSpPr>
        <p:spPr>
          <a:xfrm>
            <a:off x="2108200" y="4421188"/>
            <a:ext cx="493713" cy="246063"/>
          </a:xfrm>
          <a:custGeom>
            <a:avLst/>
            <a:gdLst/>
            <a:ahLst/>
            <a:cxnLst/>
            <a:rect l="l" t="t" r="r" b="b"/>
            <a:pathLst>
              <a:path w="576580" h="287654">
                <a:moveTo>
                  <a:pt x="0" y="0"/>
                </a:moveTo>
                <a:lnTo>
                  <a:pt x="0" y="287274"/>
                </a:lnTo>
                <a:lnTo>
                  <a:pt x="576072" y="287274"/>
                </a:lnTo>
                <a:lnTo>
                  <a:pt x="576072" y="0"/>
                </a:lnTo>
                <a:lnTo>
                  <a:pt x="0" y="0"/>
                </a:lnTo>
                <a:close/>
              </a:path>
            </a:pathLst>
          </a:custGeom>
          <a:ln w="19050">
            <a:solidFill>
              <a:srgbClr val="000000"/>
            </a:solidFill>
          </a:ln>
        </p:spPr>
        <p:txBody>
          <a:bodyPr lIns="0" tIns="0" rIns="0" bIns="0"/>
          <a:lstStyle/>
          <a:p>
            <a:pPr marL="0" marR="0" lvl="0" indent="0" algn="l" defTabSz="914400" rtl="0" eaLnBrk="0" fontAlgn="base" latinLnBrk="0" hangingPunct="0">
              <a:lnSpc>
                <a:spcPct val="100000"/>
              </a:lnSpc>
              <a:spcBef>
                <a:spcPct val="0"/>
              </a:spcBef>
              <a:spcAft>
                <a:spcPct val="0"/>
              </a:spcAft>
              <a:buClrTx/>
              <a:buSzTx/>
              <a:buFontTx/>
              <a:buNone/>
              <a:defRPr/>
            </a:pPr>
            <a:endParaRPr kumimoji="0" sz="205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22" name="object 19"/>
          <p:cNvSpPr/>
          <p:nvPr/>
        </p:nvSpPr>
        <p:spPr>
          <a:xfrm>
            <a:off x="2108200" y="4729163"/>
            <a:ext cx="493713" cy="246063"/>
          </a:xfrm>
          <a:custGeom>
            <a:avLst/>
            <a:gdLst/>
            <a:ahLst/>
            <a:cxnLst/>
            <a:rect l="l" t="t" r="r" b="b"/>
            <a:pathLst>
              <a:path w="576580" h="287654">
                <a:moveTo>
                  <a:pt x="0" y="0"/>
                </a:moveTo>
                <a:lnTo>
                  <a:pt x="0" y="287274"/>
                </a:lnTo>
                <a:lnTo>
                  <a:pt x="576072" y="287274"/>
                </a:lnTo>
                <a:lnTo>
                  <a:pt x="576072" y="0"/>
                </a:lnTo>
                <a:lnTo>
                  <a:pt x="0" y="0"/>
                </a:lnTo>
                <a:close/>
              </a:path>
            </a:pathLst>
          </a:custGeom>
          <a:solidFill>
            <a:srgbClr val="FFFF00"/>
          </a:solidFill>
        </p:spPr>
        <p:txBody>
          <a:bodyPr lIns="0" tIns="0" rIns="0" bIns="0"/>
          <a:lstStyle/>
          <a:p>
            <a:pPr marL="0" marR="0" lvl="0" indent="0" algn="l" defTabSz="914400" rtl="0" eaLnBrk="0" fontAlgn="base" latinLnBrk="0" hangingPunct="0">
              <a:lnSpc>
                <a:spcPct val="100000"/>
              </a:lnSpc>
              <a:spcBef>
                <a:spcPct val="0"/>
              </a:spcBef>
              <a:spcAft>
                <a:spcPct val="0"/>
              </a:spcAft>
              <a:buClrTx/>
              <a:buSzTx/>
              <a:buFontTx/>
              <a:buNone/>
              <a:defRPr/>
            </a:pPr>
            <a:endParaRPr kumimoji="0" sz="205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23" name="object 20"/>
          <p:cNvSpPr/>
          <p:nvPr/>
        </p:nvSpPr>
        <p:spPr>
          <a:xfrm>
            <a:off x="2108200" y="4729163"/>
            <a:ext cx="493713" cy="246063"/>
          </a:xfrm>
          <a:custGeom>
            <a:avLst/>
            <a:gdLst/>
            <a:ahLst/>
            <a:cxnLst/>
            <a:rect l="l" t="t" r="r" b="b"/>
            <a:pathLst>
              <a:path w="576580" h="287654">
                <a:moveTo>
                  <a:pt x="0" y="0"/>
                </a:moveTo>
                <a:lnTo>
                  <a:pt x="0" y="287274"/>
                </a:lnTo>
                <a:lnTo>
                  <a:pt x="576072" y="287274"/>
                </a:lnTo>
                <a:lnTo>
                  <a:pt x="576072" y="0"/>
                </a:lnTo>
                <a:lnTo>
                  <a:pt x="0" y="0"/>
                </a:lnTo>
                <a:close/>
              </a:path>
            </a:pathLst>
          </a:custGeom>
          <a:ln w="19050">
            <a:solidFill>
              <a:srgbClr val="000000"/>
            </a:solidFill>
          </a:ln>
        </p:spPr>
        <p:txBody>
          <a:bodyPr lIns="0" tIns="0" rIns="0" bIns="0"/>
          <a:lstStyle/>
          <a:p>
            <a:pPr marL="0" marR="0" lvl="0" indent="0" algn="l" defTabSz="914400" rtl="0" eaLnBrk="0" fontAlgn="base" latinLnBrk="0" hangingPunct="0">
              <a:lnSpc>
                <a:spcPct val="100000"/>
              </a:lnSpc>
              <a:spcBef>
                <a:spcPct val="0"/>
              </a:spcBef>
              <a:spcAft>
                <a:spcPct val="0"/>
              </a:spcAft>
              <a:buClrTx/>
              <a:buSzTx/>
              <a:buFontTx/>
              <a:buNone/>
              <a:defRPr/>
            </a:pPr>
            <a:endParaRPr kumimoji="0" sz="205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24" name="object 21"/>
          <p:cNvSpPr/>
          <p:nvPr/>
        </p:nvSpPr>
        <p:spPr>
          <a:xfrm>
            <a:off x="2108200" y="5037138"/>
            <a:ext cx="493713" cy="246063"/>
          </a:xfrm>
          <a:custGeom>
            <a:avLst/>
            <a:gdLst/>
            <a:ahLst/>
            <a:cxnLst/>
            <a:rect l="l" t="t" r="r" b="b"/>
            <a:pathLst>
              <a:path w="576580" h="287654">
                <a:moveTo>
                  <a:pt x="0" y="0"/>
                </a:moveTo>
                <a:lnTo>
                  <a:pt x="0" y="287274"/>
                </a:lnTo>
                <a:lnTo>
                  <a:pt x="576072" y="287274"/>
                </a:lnTo>
                <a:lnTo>
                  <a:pt x="576072" y="0"/>
                </a:lnTo>
                <a:lnTo>
                  <a:pt x="0" y="0"/>
                </a:lnTo>
                <a:close/>
              </a:path>
            </a:pathLst>
          </a:custGeom>
          <a:solidFill>
            <a:srgbClr val="FFFF00"/>
          </a:solidFill>
        </p:spPr>
        <p:txBody>
          <a:bodyPr lIns="0" tIns="0" rIns="0" bIns="0"/>
          <a:lstStyle/>
          <a:p>
            <a:pPr marL="0" marR="0" lvl="0" indent="0" algn="l" defTabSz="914400" rtl="0" eaLnBrk="0" fontAlgn="base" latinLnBrk="0" hangingPunct="0">
              <a:lnSpc>
                <a:spcPct val="100000"/>
              </a:lnSpc>
              <a:spcBef>
                <a:spcPct val="0"/>
              </a:spcBef>
              <a:spcAft>
                <a:spcPct val="0"/>
              </a:spcAft>
              <a:buClrTx/>
              <a:buSzTx/>
              <a:buFontTx/>
              <a:buNone/>
              <a:defRPr/>
            </a:pPr>
            <a:endParaRPr kumimoji="0" sz="205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25" name="object 22"/>
          <p:cNvSpPr/>
          <p:nvPr/>
        </p:nvSpPr>
        <p:spPr>
          <a:xfrm>
            <a:off x="2108200" y="5037138"/>
            <a:ext cx="493713" cy="246063"/>
          </a:xfrm>
          <a:custGeom>
            <a:avLst/>
            <a:gdLst/>
            <a:ahLst/>
            <a:cxnLst/>
            <a:rect l="l" t="t" r="r" b="b"/>
            <a:pathLst>
              <a:path w="576580" h="287654">
                <a:moveTo>
                  <a:pt x="0" y="0"/>
                </a:moveTo>
                <a:lnTo>
                  <a:pt x="0" y="287274"/>
                </a:lnTo>
                <a:lnTo>
                  <a:pt x="576072" y="287274"/>
                </a:lnTo>
                <a:lnTo>
                  <a:pt x="576072" y="0"/>
                </a:lnTo>
                <a:lnTo>
                  <a:pt x="0" y="0"/>
                </a:lnTo>
                <a:close/>
              </a:path>
            </a:pathLst>
          </a:custGeom>
          <a:ln w="19050">
            <a:solidFill>
              <a:srgbClr val="000000"/>
            </a:solidFill>
          </a:ln>
        </p:spPr>
        <p:txBody>
          <a:bodyPr lIns="0" tIns="0" rIns="0" bIns="0"/>
          <a:lstStyle/>
          <a:p>
            <a:pPr marL="0" marR="0" lvl="0" indent="0" algn="l" defTabSz="914400" rtl="0" eaLnBrk="0" fontAlgn="base" latinLnBrk="0" hangingPunct="0">
              <a:lnSpc>
                <a:spcPct val="100000"/>
              </a:lnSpc>
              <a:spcBef>
                <a:spcPct val="0"/>
              </a:spcBef>
              <a:spcAft>
                <a:spcPct val="0"/>
              </a:spcAft>
              <a:buClrTx/>
              <a:buSzTx/>
              <a:buFontTx/>
              <a:buNone/>
              <a:defRPr/>
            </a:pPr>
            <a:endParaRPr kumimoji="0" sz="205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26" name="object 23"/>
          <p:cNvSpPr/>
          <p:nvPr/>
        </p:nvSpPr>
        <p:spPr>
          <a:xfrm>
            <a:off x="1493838" y="4421188"/>
            <a:ext cx="492125" cy="246063"/>
          </a:xfrm>
          <a:custGeom>
            <a:avLst/>
            <a:gdLst/>
            <a:ahLst/>
            <a:cxnLst/>
            <a:rect l="l" t="t" r="r" b="b"/>
            <a:pathLst>
              <a:path w="576580" h="287654">
                <a:moveTo>
                  <a:pt x="0" y="0"/>
                </a:moveTo>
                <a:lnTo>
                  <a:pt x="0" y="287274"/>
                </a:lnTo>
                <a:lnTo>
                  <a:pt x="576071" y="287274"/>
                </a:lnTo>
                <a:lnTo>
                  <a:pt x="576071" y="0"/>
                </a:lnTo>
                <a:lnTo>
                  <a:pt x="0" y="0"/>
                </a:lnTo>
                <a:close/>
              </a:path>
            </a:pathLst>
          </a:custGeom>
          <a:solidFill>
            <a:srgbClr val="FFFF00"/>
          </a:solidFill>
        </p:spPr>
        <p:txBody>
          <a:bodyPr lIns="0" tIns="0" rIns="0" bIns="0"/>
          <a:lstStyle/>
          <a:p>
            <a:pPr marL="0" marR="0" lvl="0" indent="0" algn="l" defTabSz="914400" rtl="0" eaLnBrk="0" fontAlgn="base" latinLnBrk="0" hangingPunct="0">
              <a:lnSpc>
                <a:spcPct val="100000"/>
              </a:lnSpc>
              <a:spcBef>
                <a:spcPct val="0"/>
              </a:spcBef>
              <a:spcAft>
                <a:spcPct val="0"/>
              </a:spcAft>
              <a:buClrTx/>
              <a:buSzTx/>
              <a:buFontTx/>
              <a:buNone/>
              <a:defRPr/>
            </a:pPr>
            <a:endParaRPr kumimoji="0" sz="205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27" name="object 24"/>
          <p:cNvSpPr/>
          <p:nvPr/>
        </p:nvSpPr>
        <p:spPr>
          <a:xfrm>
            <a:off x="1493838" y="4421188"/>
            <a:ext cx="492125" cy="246063"/>
          </a:xfrm>
          <a:custGeom>
            <a:avLst/>
            <a:gdLst/>
            <a:ahLst/>
            <a:cxnLst/>
            <a:rect l="l" t="t" r="r" b="b"/>
            <a:pathLst>
              <a:path w="576580" h="287654">
                <a:moveTo>
                  <a:pt x="0" y="0"/>
                </a:moveTo>
                <a:lnTo>
                  <a:pt x="0" y="287274"/>
                </a:lnTo>
                <a:lnTo>
                  <a:pt x="576071" y="287274"/>
                </a:lnTo>
                <a:lnTo>
                  <a:pt x="576071" y="0"/>
                </a:lnTo>
                <a:lnTo>
                  <a:pt x="0" y="0"/>
                </a:lnTo>
                <a:close/>
              </a:path>
            </a:pathLst>
          </a:custGeom>
          <a:ln w="19050">
            <a:solidFill>
              <a:srgbClr val="000000"/>
            </a:solidFill>
          </a:ln>
        </p:spPr>
        <p:txBody>
          <a:bodyPr lIns="0" tIns="0" rIns="0" bIns="0"/>
          <a:lstStyle/>
          <a:p>
            <a:pPr marL="0" marR="0" lvl="0" indent="0" algn="l" defTabSz="914400" rtl="0" eaLnBrk="0" fontAlgn="base" latinLnBrk="0" hangingPunct="0">
              <a:lnSpc>
                <a:spcPct val="100000"/>
              </a:lnSpc>
              <a:spcBef>
                <a:spcPct val="0"/>
              </a:spcBef>
              <a:spcAft>
                <a:spcPct val="0"/>
              </a:spcAft>
              <a:buClrTx/>
              <a:buSzTx/>
              <a:buFontTx/>
              <a:buNone/>
              <a:defRPr/>
            </a:pPr>
            <a:endParaRPr kumimoji="0" sz="205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28" name="object 25"/>
          <p:cNvSpPr/>
          <p:nvPr/>
        </p:nvSpPr>
        <p:spPr>
          <a:xfrm>
            <a:off x="1493838" y="4729163"/>
            <a:ext cx="492125" cy="246063"/>
          </a:xfrm>
          <a:custGeom>
            <a:avLst/>
            <a:gdLst/>
            <a:ahLst/>
            <a:cxnLst/>
            <a:rect l="l" t="t" r="r" b="b"/>
            <a:pathLst>
              <a:path w="576580" h="287654">
                <a:moveTo>
                  <a:pt x="0" y="0"/>
                </a:moveTo>
                <a:lnTo>
                  <a:pt x="0" y="287274"/>
                </a:lnTo>
                <a:lnTo>
                  <a:pt x="576071" y="287274"/>
                </a:lnTo>
                <a:lnTo>
                  <a:pt x="576071" y="0"/>
                </a:lnTo>
                <a:lnTo>
                  <a:pt x="0" y="0"/>
                </a:lnTo>
                <a:close/>
              </a:path>
            </a:pathLst>
          </a:custGeom>
          <a:solidFill>
            <a:srgbClr val="FFFF00"/>
          </a:solidFill>
        </p:spPr>
        <p:txBody>
          <a:bodyPr lIns="0" tIns="0" rIns="0" bIns="0"/>
          <a:lstStyle/>
          <a:p>
            <a:pPr marL="0" marR="0" lvl="0" indent="0" algn="l" defTabSz="914400" rtl="0" eaLnBrk="0" fontAlgn="base" latinLnBrk="0" hangingPunct="0">
              <a:lnSpc>
                <a:spcPct val="100000"/>
              </a:lnSpc>
              <a:spcBef>
                <a:spcPct val="0"/>
              </a:spcBef>
              <a:spcAft>
                <a:spcPct val="0"/>
              </a:spcAft>
              <a:buClrTx/>
              <a:buSzTx/>
              <a:buFontTx/>
              <a:buNone/>
              <a:defRPr/>
            </a:pPr>
            <a:endParaRPr kumimoji="0" sz="205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29" name="object 26"/>
          <p:cNvSpPr/>
          <p:nvPr/>
        </p:nvSpPr>
        <p:spPr>
          <a:xfrm>
            <a:off x="1493838" y="4729163"/>
            <a:ext cx="492125" cy="246063"/>
          </a:xfrm>
          <a:custGeom>
            <a:avLst/>
            <a:gdLst/>
            <a:ahLst/>
            <a:cxnLst/>
            <a:rect l="l" t="t" r="r" b="b"/>
            <a:pathLst>
              <a:path w="576580" h="287654">
                <a:moveTo>
                  <a:pt x="0" y="0"/>
                </a:moveTo>
                <a:lnTo>
                  <a:pt x="0" y="287274"/>
                </a:lnTo>
                <a:lnTo>
                  <a:pt x="576071" y="287274"/>
                </a:lnTo>
                <a:lnTo>
                  <a:pt x="576071" y="0"/>
                </a:lnTo>
                <a:lnTo>
                  <a:pt x="0" y="0"/>
                </a:lnTo>
                <a:close/>
              </a:path>
            </a:pathLst>
          </a:custGeom>
          <a:ln w="19050">
            <a:solidFill>
              <a:srgbClr val="000000"/>
            </a:solidFill>
          </a:ln>
        </p:spPr>
        <p:txBody>
          <a:bodyPr lIns="0" tIns="0" rIns="0" bIns="0"/>
          <a:lstStyle/>
          <a:p>
            <a:pPr marL="0" marR="0" lvl="0" indent="0" algn="l" defTabSz="914400" rtl="0" eaLnBrk="0" fontAlgn="base" latinLnBrk="0" hangingPunct="0">
              <a:lnSpc>
                <a:spcPct val="100000"/>
              </a:lnSpc>
              <a:spcBef>
                <a:spcPct val="0"/>
              </a:spcBef>
              <a:spcAft>
                <a:spcPct val="0"/>
              </a:spcAft>
              <a:buClrTx/>
              <a:buSzTx/>
              <a:buFontTx/>
              <a:buNone/>
              <a:defRPr/>
            </a:pPr>
            <a:endParaRPr kumimoji="0" sz="205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30" name="object 27"/>
          <p:cNvSpPr/>
          <p:nvPr/>
        </p:nvSpPr>
        <p:spPr>
          <a:xfrm>
            <a:off x="1493838" y="5037138"/>
            <a:ext cx="492125" cy="246063"/>
          </a:xfrm>
          <a:custGeom>
            <a:avLst/>
            <a:gdLst/>
            <a:ahLst/>
            <a:cxnLst/>
            <a:rect l="l" t="t" r="r" b="b"/>
            <a:pathLst>
              <a:path w="576580" h="287654">
                <a:moveTo>
                  <a:pt x="0" y="0"/>
                </a:moveTo>
                <a:lnTo>
                  <a:pt x="0" y="287274"/>
                </a:lnTo>
                <a:lnTo>
                  <a:pt x="576071" y="287274"/>
                </a:lnTo>
                <a:lnTo>
                  <a:pt x="576071" y="0"/>
                </a:lnTo>
                <a:lnTo>
                  <a:pt x="0" y="0"/>
                </a:lnTo>
                <a:close/>
              </a:path>
            </a:pathLst>
          </a:custGeom>
          <a:solidFill>
            <a:srgbClr val="FFFF00"/>
          </a:solidFill>
        </p:spPr>
        <p:txBody>
          <a:bodyPr lIns="0" tIns="0" rIns="0" bIns="0"/>
          <a:lstStyle/>
          <a:p>
            <a:pPr marL="0" marR="0" lvl="0" indent="0" algn="l" defTabSz="914400" rtl="0" eaLnBrk="0" fontAlgn="base" latinLnBrk="0" hangingPunct="0">
              <a:lnSpc>
                <a:spcPct val="100000"/>
              </a:lnSpc>
              <a:spcBef>
                <a:spcPct val="0"/>
              </a:spcBef>
              <a:spcAft>
                <a:spcPct val="0"/>
              </a:spcAft>
              <a:buClrTx/>
              <a:buSzTx/>
              <a:buFontTx/>
              <a:buNone/>
              <a:defRPr/>
            </a:pPr>
            <a:endParaRPr kumimoji="0" sz="205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31" name="object 28"/>
          <p:cNvSpPr/>
          <p:nvPr/>
        </p:nvSpPr>
        <p:spPr>
          <a:xfrm>
            <a:off x="1493838" y="5037138"/>
            <a:ext cx="492125" cy="246063"/>
          </a:xfrm>
          <a:custGeom>
            <a:avLst/>
            <a:gdLst/>
            <a:ahLst/>
            <a:cxnLst/>
            <a:rect l="l" t="t" r="r" b="b"/>
            <a:pathLst>
              <a:path w="576580" h="287654">
                <a:moveTo>
                  <a:pt x="0" y="0"/>
                </a:moveTo>
                <a:lnTo>
                  <a:pt x="0" y="287274"/>
                </a:lnTo>
                <a:lnTo>
                  <a:pt x="576071" y="287274"/>
                </a:lnTo>
                <a:lnTo>
                  <a:pt x="576071" y="0"/>
                </a:lnTo>
                <a:lnTo>
                  <a:pt x="0" y="0"/>
                </a:lnTo>
                <a:close/>
              </a:path>
            </a:pathLst>
          </a:custGeom>
          <a:ln w="19050">
            <a:solidFill>
              <a:srgbClr val="000000"/>
            </a:solidFill>
          </a:ln>
        </p:spPr>
        <p:txBody>
          <a:bodyPr lIns="0" tIns="0" rIns="0" bIns="0"/>
          <a:lstStyle/>
          <a:p>
            <a:pPr marL="0" marR="0" lvl="0" indent="0" algn="l" defTabSz="914400" rtl="0" eaLnBrk="0" fontAlgn="base" latinLnBrk="0" hangingPunct="0">
              <a:lnSpc>
                <a:spcPct val="100000"/>
              </a:lnSpc>
              <a:spcBef>
                <a:spcPct val="0"/>
              </a:spcBef>
              <a:spcAft>
                <a:spcPct val="0"/>
              </a:spcAft>
              <a:buClrTx/>
              <a:buSzTx/>
              <a:buFontTx/>
              <a:buNone/>
              <a:defRPr/>
            </a:pPr>
            <a:endParaRPr kumimoji="0" sz="205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76828" name="object 29"/>
          <p:cNvSpPr txBox="1"/>
          <p:nvPr/>
        </p:nvSpPr>
        <p:spPr>
          <a:xfrm>
            <a:off x="2289175" y="3686175"/>
            <a:ext cx="673100" cy="257175"/>
          </a:xfrm>
          <a:prstGeom prst="rect">
            <a:avLst/>
          </a:prstGeom>
          <a:noFill/>
          <a:ln w="9525">
            <a:noFill/>
          </a:ln>
        </p:spPr>
        <p:txBody>
          <a:bodyPr lIns="0" tIns="0" rIns="0" bIns="0">
            <a:spAutoFit/>
          </a:bodyPr>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9525" lvl="0" indent="0">
              <a:lnSpc>
                <a:spcPts val="2040"/>
              </a:lnSpc>
              <a:spcBef>
                <a:spcPct val="0"/>
              </a:spcBef>
              <a:buClrTx/>
              <a:buFontTx/>
              <a:buNone/>
            </a:pPr>
            <a:r>
              <a:rPr lang="zh-CN" altLang="zh-CN" sz="1700">
                <a:latin typeface="宋体" panose="02010600030101010101" pitchFamily="2" charset="-122"/>
                <a:ea typeface="宋体" panose="02010600030101010101" pitchFamily="2" charset="-122"/>
              </a:rPr>
              <a:t>缓冲池</a:t>
            </a:r>
            <a:endParaRPr lang="zh-CN" altLang="zh-CN" sz="1700" b="0">
              <a:latin typeface="宋体" panose="02010600030101010101" pitchFamily="2" charset="-122"/>
              <a:ea typeface="宋体" panose="02010600030101010101" pitchFamily="2" charset="-122"/>
            </a:endParaRPr>
          </a:p>
        </p:txBody>
      </p:sp>
      <p:sp>
        <p:nvSpPr>
          <p:cNvPr id="33" name="object 30"/>
          <p:cNvSpPr/>
          <p:nvPr/>
        </p:nvSpPr>
        <p:spPr>
          <a:xfrm>
            <a:off x="3340100" y="4113213"/>
            <a:ext cx="493713" cy="246063"/>
          </a:xfrm>
          <a:custGeom>
            <a:avLst/>
            <a:gdLst/>
            <a:ahLst/>
            <a:cxnLst/>
            <a:rect l="l" t="t" r="r" b="b"/>
            <a:pathLst>
              <a:path w="577214" h="287654">
                <a:moveTo>
                  <a:pt x="0" y="0"/>
                </a:moveTo>
                <a:lnTo>
                  <a:pt x="0" y="287274"/>
                </a:lnTo>
                <a:lnTo>
                  <a:pt x="576834" y="287274"/>
                </a:lnTo>
                <a:lnTo>
                  <a:pt x="576834" y="0"/>
                </a:lnTo>
                <a:lnTo>
                  <a:pt x="0" y="0"/>
                </a:lnTo>
                <a:close/>
              </a:path>
            </a:pathLst>
          </a:custGeom>
          <a:solidFill>
            <a:srgbClr val="FFFF00"/>
          </a:solidFill>
        </p:spPr>
        <p:txBody>
          <a:bodyPr lIns="0" tIns="0" rIns="0" bIns="0"/>
          <a:lstStyle/>
          <a:p>
            <a:pPr marL="0" marR="0" lvl="0" indent="0" algn="l" defTabSz="914400" rtl="0" eaLnBrk="0" fontAlgn="base" latinLnBrk="0" hangingPunct="0">
              <a:lnSpc>
                <a:spcPct val="100000"/>
              </a:lnSpc>
              <a:spcBef>
                <a:spcPct val="0"/>
              </a:spcBef>
              <a:spcAft>
                <a:spcPct val="0"/>
              </a:spcAft>
              <a:buClrTx/>
              <a:buSzTx/>
              <a:buFontTx/>
              <a:buNone/>
              <a:defRPr/>
            </a:pPr>
            <a:endParaRPr kumimoji="0" sz="205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34" name="object 31"/>
          <p:cNvSpPr/>
          <p:nvPr/>
        </p:nvSpPr>
        <p:spPr>
          <a:xfrm>
            <a:off x="3340100" y="4113213"/>
            <a:ext cx="493713" cy="246063"/>
          </a:xfrm>
          <a:custGeom>
            <a:avLst/>
            <a:gdLst/>
            <a:ahLst/>
            <a:cxnLst/>
            <a:rect l="l" t="t" r="r" b="b"/>
            <a:pathLst>
              <a:path w="577214" h="287654">
                <a:moveTo>
                  <a:pt x="0" y="0"/>
                </a:moveTo>
                <a:lnTo>
                  <a:pt x="0" y="287274"/>
                </a:lnTo>
                <a:lnTo>
                  <a:pt x="576834" y="287274"/>
                </a:lnTo>
                <a:lnTo>
                  <a:pt x="576834" y="0"/>
                </a:lnTo>
                <a:lnTo>
                  <a:pt x="0" y="0"/>
                </a:lnTo>
                <a:close/>
              </a:path>
            </a:pathLst>
          </a:custGeom>
          <a:ln w="19050">
            <a:solidFill>
              <a:srgbClr val="000000"/>
            </a:solidFill>
          </a:ln>
        </p:spPr>
        <p:txBody>
          <a:bodyPr lIns="0" tIns="0" rIns="0" bIns="0"/>
          <a:lstStyle/>
          <a:p>
            <a:pPr marL="0" marR="0" lvl="0" indent="0" algn="l" defTabSz="914400" rtl="0" eaLnBrk="0" fontAlgn="base" latinLnBrk="0" hangingPunct="0">
              <a:lnSpc>
                <a:spcPct val="100000"/>
              </a:lnSpc>
              <a:spcBef>
                <a:spcPct val="0"/>
              </a:spcBef>
              <a:spcAft>
                <a:spcPct val="0"/>
              </a:spcAft>
              <a:buClrTx/>
              <a:buSzTx/>
              <a:buFontTx/>
              <a:buNone/>
              <a:defRPr/>
            </a:pPr>
            <a:endParaRPr kumimoji="0" sz="205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35" name="object 32"/>
          <p:cNvSpPr/>
          <p:nvPr/>
        </p:nvSpPr>
        <p:spPr>
          <a:xfrm>
            <a:off x="3340100" y="4421188"/>
            <a:ext cx="493713" cy="246063"/>
          </a:xfrm>
          <a:custGeom>
            <a:avLst/>
            <a:gdLst/>
            <a:ahLst/>
            <a:cxnLst/>
            <a:rect l="l" t="t" r="r" b="b"/>
            <a:pathLst>
              <a:path w="577214" h="287654">
                <a:moveTo>
                  <a:pt x="0" y="0"/>
                </a:moveTo>
                <a:lnTo>
                  <a:pt x="0" y="287274"/>
                </a:lnTo>
                <a:lnTo>
                  <a:pt x="576834" y="287274"/>
                </a:lnTo>
                <a:lnTo>
                  <a:pt x="576834" y="0"/>
                </a:lnTo>
                <a:lnTo>
                  <a:pt x="0" y="0"/>
                </a:lnTo>
                <a:close/>
              </a:path>
            </a:pathLst>
          </a:custGeom>
          <a:solidFill>
            <a:srgbClr val="FFFF00"/>
          </a:solidFill>
        </p:spPr>
        <p:txBody>
          <a:bodyPr lIns="0" tIns="0" rIns="0" bIns="0"/>
          <a:lstStyle/>
          <a:p>
            <a:pPr marL="0" marR="0" lvl="0" indent="0" algn="l" defTabSz="914400" rtl="0" eaLnBrk="0" fontAlgn="base" latinLnBrk="0" hangingPunct="0">
              <a:lnSpc>
                <a:spcPct val="100000"/>
              </a:lnSpc>
              <a:spcBef>
                <a:spcPct val="0"/>
              </a:spcBef>
              <a:spcAft>
                <a:spcPct val="0"/>
              </a:spcAft>
              <a:buClrTx/>
              <a:buSzTx/>
              <a:buFontTx/>
              <a:buNone/>
              <a:defRPr/>
            </a:pPr>
            <a:endParaRPr kumimoji="0" sz="205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36" name="object 33"/>
          <p:cNvSpPr/>
          <p:nvPr/>
        </p:nvSpPr>
        <p:spPr>
          <a:xfrm>
            <a:off x="3340100" y="4421188"/>
            <a:ext cx="493713" cy="246063"/>
          </a:xfrm>
          <a:custGeom>
            <a:avLst/>
            <a:gdLst/>
            <a:ahLst/>
            <a:cxnLst/>
            <a:rect l="l" t="t" r="r" b="b"/>
            <a:pathLst>
              <a:path w="577214" h="287654">
                <a:moveTo>
                  <a:pt x="0" y="0"/>
                </a:moveTo>
                <a:lnTo>
                  <a:pt x="0" y="287274"/>
                </a:lnTo>
                <a:lnTo>
                  <a:pt x="576834" y="287274"/>
                </a:lnTo>
                <a:lnTo>
                  <a:pt x="576834" y="0"/>
                </a:lnTo>
                <a:lnTo>
                  <a:pt x="0" y="0"/>
                </a:lnTo>
                <a:close/>
              </a:path>
            </a:pathLst>
          </a:custGeom>
          <a:ln w="19050">
            <a:solidFill>
              <a:srgbClr val="000000"/>
            </a:solidFill>
          </a:ln>
        </p:spPr>
        <p:txBody>
          <a:bodyPr lIns="0" tIns="0" rIns="0" bIns="0"/>
          <a:lstStyle/>
          <a:p>
            <a:pPr marL="0" marR="0" lvl="0" indent="0" algn="l" defTabSz="914400" rtl="0" eaLnBrk="0" fontAlgn="base" latinLnBrk="0" hangingPunct="0">
              <a:lnSpc>
                <a:spcPct val="100000"/>
              </a:lnSpc>
              <a:spcBef>
                <a:spcPct val="0"/>
              </a:spcBef>
              <a:spcAft>
                <a:spcPct val="0"/>
              </a:spcAft>
              <a:buClrTx/>
              <a:buSzTx/>
              <a:buFontTx/>
              <a:buNone/>
              <a:defRPr/>
            </a:pPr>
            <a:endParaRPr kumimoji="0" sz="205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37" name="object 34"/>
          <p:cNvSpPr/>
          <p:nvPr/>
        </p:nvSpPr>
        <p:spPr>
          <a:xfrm>
            <a:off x="3340100" y="4729163"/>
            <a:ext cx="493713" cy="246063"/>
          </a:xfrm>
          <a:custGeom>
            <a:avLst/>
            <a:gdLst/>
            <a:ahLst/>
            <a:cxnLst/>
            <a:rect l="l" t="t" r="r" b="b"/>
            <a:pathLst>
              <a:path w="577214" h="287654">
                <a:moveTo>
                  <a:pt x="0" y="0"/>
                </a:moveTo>
                <a:lnTo>
                  <a:pt x="0" y="287274"/>
                </a:lnTo>
                <a:lnTo>
                  <a:pt x="576834" y="287274"/>
                </a:lnTo>
                <a:lnTo>
                  <a:pt x="576834" y="0"/>
                </a:lnTo>
                <a:lnTo>
                  <a:pt x="0" y="0"/>
                </a:lnTo>
                <a:close/>
              </a:path>
            </a:pathLst>
          </a:custGeom>
          <a:solidFill>
            <a:srgbClr val="FFFF00"/>
          </a:solidFill>
        </p:spPr>
        <p:txBody>
          <a:bodyPr lIns="0" tIns="0" rIns="0" bIns="0"/>
          <a:lstStyle/>
          <a:p>
            <a:pPr marL="0" marR="0" lvl="0" indent="0" algn="l" defTabSz="914400" rtl="0" eaLnBrk="0" fontAlgn="base" latinLnBrk="0" hangingPunct="0">
              <a:lnSpc>
                <a:spcPct val="100000"/>
              </a:lnSpc>
              <a:spcBef>
                <a:spcPct val="0"/>
              </a:spcBef>
              <a:spcAft>
                <a:spcPct val="0"/>
              </a:spcAft>
              <a:buClrTx/>
              <a:buSzTx/>
              <a:buFontTx/>
              <a:buNone/>
              <a:defRPr/>
            </a:pPr>
            <a:endParaRPr kumimoji="0" sz="205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38" name="object 35"/>
          <p:cNvSpPr/>
          <p:nvPr/>
        </p:nvSpPr>
        <p:spPr>
          <a:xfrm>
            <a:off x="3340100" y="4729163"/>
            <a:ext cx="493713" cy="246063"/>
          </a:xfrm>
          <a:custGeom>
            <a:avLst/>
            <a:gdLst/>
            <a:ahLst/>
            <a:cxnLst/>
            <a:rect l="l" t="t" r="r" b="b"/>
            <a:pathLst>
              <a:path w="577214" h="287654">
                <a:moveTo>
                  <a:pt x="0" y="0"/>
                </a:moveTo>
                <a:lnTo>
                  <a:pt x="0" y="287274"/>
                </a:lnTo>
                <a:lnTo>
                  <a:pt x="576834" y="287274"/>
                </a:lnTo>
                <a:lnTo>
                  <a:pt x="576834" y="0"/>
                </a:lnTo>
                <a:lnTo>
                  <a:pt x="0" y="0"/>
                </a:lnTo>
                <a:close/>
              </a:path>
            </a:pathLst>
          </a:custGeom>
          <a:ln w="19050">
            <a:solidFill>
              <a:srgbClr val="000000"/>
            </a:solidFill>
          </a:ln>
        </p:spPr>
        <p:txBody>
          <a:bodyPr lIns="0" tIns="0" rIns="0" bIns="0"/>
          <a:lstStyle/>
          <a:p>
            <a:pPr marL="0" marR="0" lvl="0" indent="0" algn="l" defTabSz="914400" rtl="0" eaLnBrk="0" fontAlgn="base" latinLnBrk="0" hangingPunct="0">
              <a:lnSpc>
                <a:spcPct val="100000"/>
              </a:lnSpc>
              <a:spcBef>
                <a:spcPct val="0"/>
              </a:spcBef>
              <a:spcAft>
                <a:spcPct val="0"/>
              </a:spcAft>
              <a:buClrTx/>
              <a:buSzTx/>
              <a:buFontTx/>
              <a:buNone/>
              <a:defRPr/>
            </a:pPr>
            <a:endParaRPr kumimoji="0" sz="205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39" name="object 36"/>
          <p:cNvSpPr/>
          <p:nvPr/>
        </p:nvSpPr>
        <p:spPr>
          <a:xfrm>
            <a:off x="3340100" y="5037138"/>
            <a:ext cx="493713" cy="246063"/>
          </a:xfrm>
          <a:custGeom>
            <a:avLst/>
            <a:gdLst/>
            <a:ahLst/>
            <a:cxnLst/>
            <a:rect l="l" t="t" r="r" b="b"/>
            <a:pathLst>
              <a:path w="577214" h="287654">
                <a:moveTo>
                  <a:pt x="0" y="0"/>
                </a:moveTo>
                <a:lnTo>
                  <a:pt x="0" y="287274"/>
                </a:lnTo>
                <a:lnTo>
                  <a:pt x="576834" y="287274"/>
                </a:lnTo>
                <a:lnTo>
                  <a:pt x="576834" y="0"/>
                </a:lnTo>
                <a:lnTo>
                  <a:pt x="0" y="0"/>
                </a:lnTo>
                <a:close/>
              </a:path>
            </a:pathLst>
          </a:custGeom>
          <a:solidFill>
            <a:srgbClr val="FFFF00"/>
          </a:solidFill>
        </p:spPr>
        <p:txBody>
          <a:bodyPr lIns="0" tIns="0" rIns="0" bIns="0"/>
          <a:lstStyle/>
          <a:p>
            <a:pPr marL="0" marR="0" lvl="0" indent="0" algn="l" defTabSz="914400" rtl="0" eaLnBrk="0" fontAlgn="base" latinLnBrk="0" hangingPunct="0">
              <a:lnSpc>
                <a:spcPct val="100000"/>
              </a:lnSpc>
              <a:spcBef>
                <a:spcPct val="0"/>
              </a:spcBef>
              <a:spcAft>
                <a:spcPct val="0"/>
              </a:spcAft>
              <a:buClrTx/>
              <a:buSzTx/>
              <a:buFontTx/>
              <a:buNone/>
              <a:defRPr/>
            </a:pPr>
            <a:endParaRPr kumimoji="0" sz="205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40" name="object 37"/>
          <p:cNvSpPr/>
          <p:nvPr/>
        </p:nvSpPr>
        <p:spPr>
          <a:xfrm>
            <a:off x="3340100" y="5037138"/>
            <a:ext cx="493713" cy="246063"/>
          </a:xfrm>
          <a:custGeom>
            <a:avLst/>
            <a:gdLst/>
            <a:ahLst/>
            <a:cxnLst/>
            <a:rect l="l" t="t" r="r" b="b"/>
            <a:pathLst>
              <a:path w="577214" h="287654">
                <a:moveTo>
                  <a:pt x="0" y="0"/>
                </a:moveTo>
                <a:lnTo>
                  <a:pt x="0" y="287274"/>
                </a:lnTo>
                <a:lnTo>
                  <a:pt x="576834" y="287274"/>
                </a:lnTo>
                <a:lnTo>
                  <a:pt x="576834" y="0"/>
                </a:lnTo>
                <a:lnTo>
                  <a:pt x="0" y="0"/>
                </a:lnTo>
                <a:close/>
              </a:path>
            </a:pathLst>
          </a:custGeom>
          <a:ln w="19050">
            <a:solidFill>
              <a:srgbClr val="000000"/>
            </a:solidFill>
          </a:ln>
        </p:spPr>
        <p:txBody>
          <a:bodyPr lIns="0" tIns="0" rIns="0" bIns="0"/>
          <a:lstStyle/>
          <a:p>
            <a:pPr marL="0" marR="0" lvl="0" indent="0" algn="l" defTabSz="914400" rtl="0" eaLnBrk="0" fontAlgn="base" latinLnBrk="0" hangingPunct="0">
              <a:lnSpc>
                <a:spcPct val="100000"/>
              </a:lnSpc>
              <a:spcBef>
                <a:spcPct val="0"/>
              </a:spcBef>
              <a:spcAft>
                <a:spcPct val="0"/>
              </a:spcAft>
              <a:buClrTx/>
              <a:buSzTx/>
              <a:buFontTx/>
              <a:buNone/>
              <a:defRPr/>
            </a:pPr>
            <a:endParaRPr kumimoji="0" sz="205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41" name="object 38"/>
          <p:cNvSpPr/>
          <p:nvPr/>
        </p:nvSpPr>
        <p:spPr>
          <a:xfrm>
            <a:off x="2724150" y="5345113"/>
            <a:ext cx="493713" cy="246063"/>
          </a:xfrm>
          <a:custGeom>
            <a:avLst/>
            <a:gdLst/>
            <a:ahLst/>
            <a:cxnLst/>
            <a:rect l="l" t="t" r="r" b="b"/>
            <a:pathLst>
              <a:path w="576579" h="287654">
                <a:moveTo>
                  <a:pt x="0" y="0"/>
                </a:moveTo>
                <a:lnTo>
                  <a:pt x="0" y="287274"/>
                </a:lnTo>
                <a:lnTo>
                  <a:pt x="576071" y="287274"/>
                </a:lnTo>
                <a:lnTo>
                  <a:pt x="576071" y="0"/>
                </a:lnTo>
                <a:lnTo>
                  <a:pt x="0" y="0"/>
                </a:lnTo>
                <a:close/>
              </a:path>
            </a:pathLst>
          </a:custGeom>
          <a:solidFill>
            <a:srgbClr val="FFFF00"/>
          </a:solidFill>
        </p:spPr>
        <p:txBody>
          <a:bodyPr lIns="0" tIns="0" rIns="0" bIns="0"/>
          <a:lstStyle/>
          <a:p>
            <a:pPr marL="0" marR="0" lvl="0" indent="0" algn="l" defTabSz="914400" rtl="0" eaLnBrk="0" fontAlgn="base" latinLnBrk="0" hangingPunct="0">
              <a:lnSpc>
                <a:spcPct val="100000"/>
              </a:lnSpc>
              <a:spcBef>
                <a:spcPct val="0"/>
              </a:spcBef>
              <a:spcAft>
                <a:spcPct val="0"/>
              </a:spcAft>
              <a:buClrTx/>
              <a:buSzTx/>
              <a:buFontTx/>
              <a:buNone/>
              <a:defRPr/>
            </a:pPr>
            <a:endParaRPr kumimoji="0" sz="205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42" name="object 39"/>
          <p:cNvSpPr/>
          <p:nvPr/>
        </p:nvSpPr>
        <p:spPr>
          <a:xfrm>
            <a:off x="2724150" y="5345113"/>
            <a:ext cx="493713" cy="246063"/>
          </a:xfrm>
          <a:custGeom>
            <a:avLst/>
            <a:gdLst/>
            <a:ahLst/>
            <a:cxnLst/>
            <a:rect l="l" t="t" r="r" b="b"/>
            <a:pathLst>
              <a:path w="576579" h="287654">
                <a:moveTo>
                  <a:pt x="0" y="0"/>
                </a:moveTo>
                <a:lnTo>
                  <a:pt x="0" y="287274"/>
                </a:lnTo>
                <a:lnTo>
                  <a:pt x="576071" y="287274"/>
                </a:lnTo>
                <a:lnTo>
                  <a:pt x="576071" y="0"/>
                </a:lnTo>
                <a:lnTo>
                  <a:pt x="0" y="0"/>
                </a:lnTo>
                <a:close/>
              </a:path>
            </a:pathLst>
          </a:custGeom>
          <a:ln w="19050">
            <a:solidFill>
              <a:srgbClr val="000000"/>
            </a:solidFill>
          </a:ln>
        </p:spPr>
        <p:txBody>
          <a:bodyPr lIns="0" tIns="0" rIns="0" bIns="0"/>
          <a:lstStyle/>
          <a:p>
            <a:pPr marL="0" marR="0" lvl="0" indent="0" algn="l" defTabSz="914400" rtl="0" eaLnBrk="0" fontAlgn="base" latinLnBrk="0" hangingPunct="0">
              <a:lnSpc>
                <a:spcPct val="100000"/>
              </a:lnSpc>
              <a:spcBef>
                <a:spcPct val="0"/>
              </a:spcBef>
              <a:spcAft>
                <a:spcPct val="0"/>
              </a:spcAft>
              <a:buClrTx/>
              <a:buSzTx/>
              <a:buFontTx/>
              <a:buNone/>
              <a:defRPr/>
            </a:pPr>
            <a:endParaRPr kumimoji="0" sz="205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43" name="object 40"/>
          <p:cNvSpPr/>
          <p:nvPr/>
        </p:nvSpPr>
        <p:spPr>
          <a:xfrm>
            <a:off x="2108200" y="5345113"/>
            <a:ext cx="493713" cy="246063"/>
          </a:xfrm>
          <a:custGeom>
            <a:avLst/>
            <a:gdLst/>
            <a:ahLst/>
            <a:cxnLst/>
            <a:rect l="l" t="t" r="r" b="b"/>
            <a:pathLst>
              <a:path w="576580" h="287654">
                <a:moveTo>
                  <a:pt x="0" y="0"/>
                </a:moveTo>
                <a:lnTo>
                  <a:pt x="0" y="287274"/>
                </a:lnTo>
                <a:lnTo>
                  <a:pt x="576072" y="287274"/>
                </a:lnTo>
                <a:lnTo>
                  <a:pt x="576072" y="0"/>
                </a:lnTo>
                <a:lnTo>
                  <a:pt x="0" y="0"/>
                </a:lnTo>
                <a:close/>
              </a:path>
            </a:pathLst>
          </a:custGeom>
          <a:solidFill>
            <a:srgbClr val="FFFF00"/>
          </a:solidFill>
        </p:spPr>
        <p:txBody>
          <a:bodyPr lIns="0" tIns="0" rIns="0" bIns="0"/>
          <a:lstStyle/>
          <a:p>
            <a:pPr marL="0" marR="0" lvl="0" indent="0" algn="l" defTabSz="914400" rtl="0" eaLnBrk="0" fontAlgn="base" latinLnBrk="0" hangingPunct="0">
              <a:lnSpc>
                <a:spcPct val="100000"/>
              </a:lnSpc>
              <a:spcBef>
                <a:spcPct val="0"/>
              </a:spcBef>
              <a:spcAft>
                <a:spcPct val="0"/>
              </a:spcAft>
              <a:buClrTx/>
              <a:buSzTx/>
              <a:buFontTx/>
              <a:buNone/>
              <a:defRPr/>
            </a:pPr>
            <a:endParaRPr kumimoji="0" sz="205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44" name="object 41"/>
          <p:cNvSpPr/>
          <p:nvPr/>
        </p:nvSpPr>
        <p:spPr>
          <a:xfrm>
            <a:off x="2108200" y="5345113"/>
            <a:ext cx="493713" cy="246063"/>
          </a:xfrm>
          <a:custGeom>
            <a:avLst/>
            <a:gdLst/>
            <a:ahLst/>
            <a:cxnLst/>
            <a:rect l="l" t="t" r="r" b="b"/>
            <a:pathLst>
              <a:path w="576580" h="287654">
                <a:moveTo>
                  <a:pt x="0" y="0"/>
                </a:moveTo>
                <a:lnTo>
                  <a:pt x="0" y="287274"/>
                </a:lnTo>
                <a:lnTo>
                  <a:pt x="576072" y="287274"/>
                </a:lnTo>
                <a:lnTo>
                  <a:pt x="576072" y="0"/>
                </a:lnTo>
                <a:lnTo>
                  <a:pt x="0" y="0"/>
                </a:lnTo>
                <a:close/>
              </a:path>
            </a:pathLst>
          </a:custGeom>
          <a:ln w="19050">
            <a:solidFill>
              <a:srgbClr val="000000"/>
            </a:solidFill>
          </a:ln>
        </p:spPr>
        <p:txBody>
          <a:bodyPr lIns="0" tIns="0" rIns="0" bIns="0"/>
          <a:lstStyle/>
          <a:p>
            <a:pPr marL="0" marR="0" lvl="0" indent="0" algn="l" defTabSz="914400" rtl="0" eaLnBrk="0" fontAlgn="base" latinLnBrk="0" hangingPunct="0">
              <a:lnSpc>
                <a:spcPct val="100000"/>
              </a:lnSpc>
              <a:spcBef>
                <a:spcPct val="0"/>
              </a:spcBef>
              <a:spcAft>
                <a:spcPct val="0"/>
              </a:spcAft>
              <a:buClrTx/>
              <a:buSzTx/>
              <a:buFontTx/>
              <a:buNone/>
              <a:defRPr/>
            </a:pPr>
            <a:endParaRPr kumimoji="0" sz="205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45" name="object 42"/>
          <p:cNvSpPr/>
          <p:nvPr/>
        </p:nvSpPr>
        <p:spPr>
          <a:xfrm>
            <a:off x="1493838" y="5345113"/>
            <a:ext cx="492125" cy="246063"/>
          </a:xfrm>
          <a:custGeom>
            <a:avLst/>
            <a:gdLst/>
            <a:ahLst/>
            <a:cxnLst/>
            <a:rect l="l" t="t" r="r" b="b"/>
            <a:pathLst>
              <a:path w="576580" h="287654">
                <a:moveTo>
                  <a:pt x="0" y="0"/>
                </a:moveTo>
                <a:lnTo>
                  <a:pt x="0" y="287274"/>
                </a:lnTo>
                <a:lnTo>
                  <a:pt x="576071" y="287274"/>
                </a:lnTo>
                <a:lnTo>
                  <a:pt x="576071" y="0"/>
                </a:lnTo>
                <a:lnTo>
                  <a:pt x="0" y="0"/>
                </a:lnTo>
                <a:close/>
              </a:path>
            </a:pathLst>
          </a:custGeom>
          <a:solidFill>
            <a:srgbClr val="FFFF00"/>
          </a:solidFill>
        </p:spPr>
        <p:txBody>
          <a:bodyPr lIns="0" tIns="0" rIns="0" bIns="0"/>
          <a:lstStyle/>
          <a:p>
            <a:pPr marL="0" marR="0" lvl="0" indent="0" algn="l" defTabSz="914400" rtl="0" eaLnBrk="0" fontAlgn="base" latinLnBrk="0" hangingPunct="0">
              <a:lnSpc>
                <a:spcPct val="100000"/>
              </a:lnSpc>
              <a:spcBef>
                <a:spcPct val="0"/>
              </a:spcBef>
              <a:spcAft>
                <a:spcPct val="0"/>
              </a:spcAft>
              <a:buClrTx/>
              <a:buSzTx/>
              <a:buFontTx/>
              <a:buNone/>
              <a:defRPr/>
            </a:pPr>
            <a:endParaRPr kumimoji="0" sz="205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46" name="object 43"/>
          <p:cNvSpPr/>
          <p:nvPr/>
        </p:nvSpPr>
        <p:spPr>
          <a:xfrm>
            <a:off x="1493838" y="5345113"/>
            <a:ext cx="492125" cy="246063"/>
          </a:xfrm>
          <a:custGeom>
            <a:avLst/>
            <a:gdLst/>
            <a:ahLst/>
            <a:cxnLst/>
            <a:rect l="l" t="t" r="r" b="b"/>
            <a:pathLst>
              <a:path w="576580" h="287654">
                <a:moveTo>
                  <a:pt x="0" y="0"/>
                </a:moveTo>
                <a:lnTo>
                  <a:pt x="0" y="287274"/>
                </a:lnTo>
                <a:lnTo>
                  <a:pt x="576071" y="287274"/>
                </a:lnTo>
                <a:lnTo>
                  <a:pt x="576071" y="0"/>
                </a:lnTo>
                <a:lnTo>
                  <a:pt x="0" y="0"/>
                </a:lnTo>
                <a:close/>
              </a:path>
            </a:pathLst>
          </a:custGeom>
          <a:ln w="19050">
            <a:solidFill>
              <a:srgbClr val="000000"/>
            </a:solidFill>
          </a:ln>
        </p:spPr>
        <p:txBody>
          <a:bodyPr lIns="0" tIns="0" rIns="0" bIns="0"/>
          <a:lstStyle/>
          <a:p>
            <a:pPr marL="0" marR="0" lvl="0" indent="0" algn="l" defTabSz="914400" rtl="0" eaLnBrk="0" fontAlgn="base" latinLnBrk="0" hangingPunct="0">
              <a:lnSpc>
                <a:spcPct val="100000"/>
              </a:lnSpc>
              <a:spcBef>
                <a:spcPct val="0"/>
              </a:spcBef>
              <a:spcAft>
                <a:spcPct val="0"/>
              </a:spcAft>
              <a:buClrTx/>
              <a:buSzTx/>
              <a:buFontTx/>
              <a:buNone/>
              <a:defRPr/>
            </a:pPr>
            <a:endParaRPr kumimoji="0" sz="205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47" name="object 44"/>
          <p:cNvSpPr/>
          <p:nvPr/>
        </p:nvSpPr>
        <p:spPr>
          <a:xfrm>
            <a:off x="3340100" y="5345113"/>
            <a:ext cx="493713" cy="246063"/>
          </a:xfrm>
          <a:custGeom>
            <a:avLst/>
            <a:gdLst/>
            <a:ahLst/>
            <a:cxnLst/>
            <a:rect l="l" t="t" r="r" b="b"/>
            <a:pathLst>
              <a:path w="577214" h="287654">
                <a:moveTo>
                  <a:pt x="0" y="0"/>
                </a:moveTo>
                <a:lnTo>
                  <a:pt x="0" y="287274"/>
                </a:lnTo>
                <a:lnTo>
                  <a:pt x="576834" y="287274"/>
                </a:lnTo>
                <a:lnTo>
                  <a:pt x="576834" y="0"/>
                </a:lnTo>
                <a:lnTo>
                  <a:pt x="0" y="0"/>
                </a:lnTo>
                <a:close/>
              </a:path>
            </a:pathLst>
          </a:custGeom>
          <a:solidFill>
            <a:srgbClr val="FFFF00"/>
          </a:solidFill>
        </p:spPr>
        <p:txBody>
          <a:bodyPr lIns="0" tIns="0" rIns="0" bIns="0"/>
          <a:lstStyle/>
          <a:p>
            <a:pPr marL="0" marR="0" lvl="0" indent="0" algn="l" defTabSz="914400" rtl="0" eaLnBrk="0" fontAlgn="base" latinLnBrk="0" hangingPunct="0">
              <a:lnSpc>
                <a:spcPct val="100000"/>
              </a:lnSpc>
              <a:spcBef>
                <a:spcPct val="0"/>
              </a:spcBef>
              <a:spcAft>
                <a:spcPct val="0"/>
              </a:spcAft>
              <a:buClrTx/>
              <a:buSzTx/>
              <a:buFontTx/>
              <a:buNone/>
              <a:defRPr/>
            </a:pPr>
            <a:endParaRPr kumimoji="0" sz="205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48" name="object 45"/>
          <p:cNvSpPr/>
          <p:nvPr/>
        </p:nvSpPr>
        <p:spPr>
          <a:xfrm>
            <a:off x="3340100" y="5345113"/>
            <a:ext cx="493713" cy="246063"/>
          </a:xfrm>
          <a:custGeom>
            <a:avLst/>
            <a:gdLst/>
            <a:ahLst/>
            <a:cxnLst/>
            <a:rect l="l" t="t" r="r" b="b"/>
            <a:pathLst>
              <a:path w="577214" h="287654">
                <a:moveTo>
                  <a:pt x="0" y="0"/>
                </a:moveTo>
                <a:lnTo>
                  <a:pt x="0" y="287274"/>
                </a:lnTo>
                <a:lnTo>
                  <a:pt x="576834" y="287274"/>
                </a:lnTo>
                <a:lnTo>
                  <a:pt x="576834" y="0"/>
                </a:lnTo>
                <a:lnTo>
                  <a:pt x="0" y="0"/>
                </a:lnTo>
                <a:close/>
              </a:path>
            </a:pathLst>
          </a:custGeom>
          <a:ln w="19050">
            <a:solidFill>
              <a:srgbClr val="000000"/>
            </a:solidFill>
          </a:ln>
        </p:spPr>
        <p:txBody>
          <a:bodyPr lIns="0" tIns="0" rIns="0" bIns="0"/>
          <a:lstStyle/>
          <a:p>
            <a:pPr marL="0" marR="0" lvl="0" indent="0" algn="l" defTabSz="914400" rtl="0" eaLnBrk="0" fontAlgn="base" latinLnBrk="0" hangingPunct="0">
              <a:lnSpc>
                <a:spcPct val="100000"/>
              </a:lnSpc>
              <a:spcBef>
                <a:spcPct val="0"/>
              </a:spcBef>
              <a:spcAft>
                <a:spcPct val="0"/>
              </a:spcAft>
              <a:buClrTx/>
              <a:buSzTx/>
              <a:buFontTx/>
              <a:buNone/>
              <a:defRPr/>
            </a:pPr>
            <a:endParaRPr kumimoji="0" sz="205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49" name="object 46"/>
          <p:cNvSpPr/>
          <p:nvPr/>
        </p:nvSpPr>
        <p:spPr>
          <a:xfrm>
            <a:off x="5680075" y="3806825"/>
            <a:ext cx="492125" cy="246063"/>
          </a:xfrm>
          <a:custGeom>
            <a:avLst/>
            <a:gdLst/>
            <a:ahLst/>
            <a:cxnLst/>
            <a:rect l="l" t="t" r="r" b="b"/>
            <a:pathLst>
              <a:path w="576579" h="287654">
                <a:moveTo>
                  <a:pt x="0" y="0"/>
                </a:moveTo>
                <a:lnTo>
                  <a:pt x="0" y="287273"/>
                </a:lnTo>
                <a:lnTo>
                  <a:pt x="576072" y="287273"/>
                </a:lnTo>
                <a:lnTo>
                  <a:pt x="576072" y="0"/>
                </a:lnTo>
                <a:lnTo>
                  <a:pt x="0" y="0"/>
                </a:lnTo>
                <a:close/>
              </a:path>
            </a:pathLst>
          </a:custGeom>
          <a:solidFill>
            <a:srgbClr val="FFFF00"/>
          </a:solidFill>
        </p:spPr>
        <p:txBody>
          <a:bodyPr lIns="0" tIns="0" rIns="0" bIns="0"/>
          <a:lstStyle/>
          <a:p>
            <a:pPr marL="0" marR="0" lvl="0" indent="0" algn="l" defTabSz="914400" rtl="0" eaLnBrk="0" fontAlgn="base" latinLnBrk="0" hangingPunct="0">
              <a:lnSpc>
                <a:spcPct val="100000"/>
              </a:lnSpc>
              <a:spcBef>
                <a:spcPct val="0"/>
              </a:spcBef>
              <a:spcAft>
                <a:spcPct val="0"/>
              </a:spcAft>
              <a:buClrTx/>
              <a:buSzTx/>
              <a:buFontTx/>
              <a:buNone/>
              <a:defRPr/>
            </a:pPr>
            <a:endParaRPr kumimoji="0" sz="205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50" name="object 47"/>
          <p:cNvSpPr/>
          <p:nvPr/>
        </p:nvSpPr>
        <p:spPr>
          <a:xfrm>
            <a:off x="5680075" y="3806825"/>
            <a:ext cx="492125" cy="246063"/>
          </a:xfrm>
          <a:custGeom>
            <a:avLst/>
            <a:gdLst/>
            <a:ahLst/>
            <a:cxnLst/>
            <a:rect l="l" t="t" r="r" b="b"/>
            <a:pathLst>
              <a:path w="576579" h="287654">
                <a:moveTo>
                  <a:pt x="0" y="0"/>
                </a:moveTo>
                <a:lnTo>
                  <a:pt x="0" y="287273"/>
                </a:lnTo>
                <a:lnTo>
                  <a:pt x="576072" y="287273"/>
                </a:lnTo>
                <a:lnTo>
                  <a:pt x="576072" y="0"/>
                </a:lnTo>
                <a:lnTo>
                  <a:pt x="0" y="0"/>
                </a:lnTo>
                <a:close/>
              </a:path>
            </a:pathLst>
          </a:custGeom>
          <a:ln w="19050">
            <a:solidFill>
              <a:srgbClr val="000000"/>
            </a:solidFill>
          </a:ln>
        </p:spPr>
        <p:txBody>
          <a:bodyPr lIns="0" tIns="0" rIns="0" bIns="0"/>
          <a:lstStyle/>
          <a:p>
            <a:pPr marL="0" marR="0" lvl="0" indent="0" algn="l" defTabSz="914400" rtl="0" eaLnBrk="0" fontAlgn="base" latinLnBrk="0" hangingPunct="0">
              <a:lnSpc>
                <a:spcPct val="100000"/>
              </a:lnSpc>
              <a:spcBef>
                <a:spcPct val="0"/>
              </a:spcBef>
              <a:spcAft>
                <a:spcPct val="0"/>
              </a:spcAft>
              <a:buClrTx/>
              <a:buSzTx/>
              <a:buFontTx/>
              <a:buNone/>
              <a:defRPr/>
            </a:pPr>
            <a:endParaRPr kumimoji="0" sz="205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51" name="object 48"/>
          <p:cNvSpPr/>
          <p:nvPr/>
        </p:nvSpPr>
        <p:spPr>
          <a:xfrm>
            <a:off x="6294438" y="3806825"/>
            <a:ext cx="493713" cy="246063"/>
          </a:xfrm>
          <a:custGeom>
            <a:avLst/>
            <a:gdLst/>
            <a:ahLst/>
            <a:cxnLst/>
            <a:rect l="l" t="t" r="r" b="b"/>
            <a:pathLst>
              <a:path w="576579" h="287654">
                <a:moveTo>
                  <a:pt x="0" y="0"/>
                </a:moveTo>
                <a:lnTo>
                  <a:pt x="0" y="287273"/>
                </a:lnTo>
                <a:lnTo>
                  <a:pt x="576072" y="287273"/>
                </a:lnTo>
                <a:lnTo>
                  <a:pt x="576072" y="0"/>
                </a:lnTo>
                <a:lnTo>
                  <a:pt x="0" y="0"/>
                </a:lnTo>
                <a:close/>
              </a:path>
            </a:pathLst>
          </a:custGeom>
          <a:solidFill>
            <a:srgbClr val="FFFF00"/>
          </a:solidFill>
        </p:spPr>
        <p:txBody>
          <a:bodyPr lIns="0" tIns="0" rIns="0" bIns="0"/>
          <a:lstStyle/>
          <a:p>
            <a:pPr marL="0" marR="0" lvl="0" indent="0" algn="l" defTabSz="914400" rtl="0" eaLnBrk="0" fontAlgn="base" latinLnBrk="0" hangingPunct="0">
              <a:lnSpc>
                <a:spcPct val="100000"/>
              </a:lnSpc>
              <a:spcBef>
                <a:spcPct val="0"/>
              </a:spcBef>
              <a:spcAft>
                <a:spcPct val="0"/>
              </a:spcAft>
              <a:buClrTx/>
              <a:buSzTx/>
              <a:buFontTx/>
              <a:buNone/>
              <a:defRPr/>
            </a:pPr>
            <a:endParaRPr kumimoji="0" sz="205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52" name="object 49"/>
          <p:cNvSpPr/>
          <p:nvPr/>
        </p:nvSpPr>
        <p:spPr>
          <a:xfrm>
            <a:off x="6294438" y="3806825"/>
            <a:ext cx="493713" cy="246063"/>
          </a:xfrm>
          <a:custGeom>
            <a:avLst/>
            <a:gdLst/>
            <a:ahLst/>
            <a:cxnLst/>
            <a:rect l="l" t="t" r="r" b="b"/>
            <a:pathLst>
              <a:path w="576579" h="287654">
                <a:moveTo>
                  <a:pt x="0" y="0"/>
                </a:moveTo>
                <a:lnTo>
                  <a:pt x="0" y="287273"/>
                </a:lnTo>
                <a:lnTo>
                  <a:pt x="576072" y="287273"/>
                </a:lnTo>
                <a:lnTo>
                  <a:pt x="576072" y="0"/>
                </a:lnTo>
                <a:lnTo>
                  <a:pt x="0" y="0"/>
                </a:lnTo>
                <a:close/>
              </a:path>
            </a:pathLst>
          </a:custGeom>
          <a:ln w="19050">
            <a:solidFill>
              <a:srgbClr val="000000"/>
            </a:solidFill>
          </a:ln>
        </p:spPr>
        <p:txBody>
          <a:bodyPr lIns="0" tIns="0" rIns="0" bIns="0"/>
          <a:lstStyle/>
          <a:p>
            <a:pPr marL="0" marR="0" lvl="0" indent="0" algn="l" defTabSz="914400" rtl="0" eaLnBrk="0" fontAlgn="base" latinLnBrk="0" hangingPunct="0">
              <a:lnSpc>
                <a:spcPct val="100000"/>
              </a:lnSpc>
              <a:spcBef>
                <a:spcPct val="0"/>
              </a:spcBef>
              <a:spcAft>
                <a:spcPct val="0"/>
              </a:spcAft>
              <a:buClrTx/>
              <a:buSzTx/>
              <a:buFontTx/>
              <a:buNone/>
              <a:defRPr/>
            </a:pPr>
            <a:endParaRPr kumimoji="0" sz="205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53" name="object 50"/>
          <p:cNvSpPr/>
          <p:nvPr/>
        </p:nvSpPr>
        <p:spPr>
          <a:xfrm>
            <a:off x="6911975" y="3805238"/>
            <a:ext cx="492125" cy="246063"/>
          </a:xfrm>
          <a:custGeom>
            <a:avLst/>
            <a:gdLst/>
            <a:ahLst/>
            <a:cxnLst/>
            <a:rect l="l" t="t" r="r" b="b"/>
            <a:pathLst>
              <a:path w="576579" h="287654">
                <a:moveTo>
                  <a:pt x="0" y="0"/>
                </a:moveTo>
                <a:lnTo>
                  <a:pt x="0" y="287273"/>
                </a:lnTo>
                <a:lnTo>
                  <a:pt x="576072" y="287273"/>
                </a:lnTo>
                <a:lnTo>
                  <a:pt x="576072" y="0"/>
                </a:lnTo>
                <a:lnTo>
                  <a:pt x="0" y="0"/>
                </a:lnTo>
                <a:close/>
              </a:path>
            </a:pathLst>
          </a:custGeom>
          <a:solidFill>
            <a:srgbClr val="FFFF00"/>
          </a:solidFill>
        </p:spPr>
        <p:txBody>
          <a:bodyPr lIns="0" tIns="0" rIns="0" bIns="0"/>
          <a:lstStyle/>
          <a:p>
            <a:pPr marL="0" marR="0" lvl="0" indent="0" algn="l" defTabSz="914400" rtl="0" eaLnBrk="0" fontAlgn="base" latinLnBrk="0" hangingPunct="0">
              <a:lnSpc>
                <a:spcPct val="100000"/>
              </a:lnSpc>
              <a:spcBef>
                <a:spcPct val="0"/>
              </a:spcBef>
              <a:spcAft>
                <a:spcPct val="0"/>
              </a:spcAft>
              <a:buClrTx/>
              <a:buSzTx/>
              <a:buFontTx/>
              <a:buNone/>
              <a:defRPr/>
            </a:pPr>
            <a:endParaRPr kumimoji="0" sz="205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54" name="object 51"/>
          <p:cNvSpPr/>
          <p:nvPr/>
        </p:nvSpPr>
        <p:spPr>
          <a:xfrm>
            <a:off x="6911975" y="3805238"/>
            <a:ext cx="492125" cy="246063"/>
          </a:xfrm>
          <a:custGeom>
            <a:avLst/>
            <a:gdLst/>
            <a:ahLst/>
            <a:cxnLst/>
            <a:rect l="l" t="t" r="r" b="b"/>
            <a:pathLst>
              <a:path w="576579" h="287654">
                <a:moveTo>
                  <a:pt x="0" y="0"/>
                </a:moveTo>
                <a:lnTo>
                  <a:pt x="0" y="287273"/>
                </a:lnTo>
                <a:lnTo>
                  <a:pt x="576072" y="287273"/>
                </a:lnTo>
                <a:lnTo>
                  <a:pt x="576072" y="0"/>
                </a:lnTo>
                <a:lnTo>
                  <a:pt x="0" y="0"/>
                </a:lnTo>
                <a:close/>
              </a:path>
            </a:pathLst>
          </a:custGeom>
          <a:ln w="19050">
            <a:solidFill>
              <a:srgbClr val="000000"/>
            </a:solidFill>
          </a:ln>
        </p:spPr>
        <p:txBody>
          <a:bodyPr lIns="0" tIns="0" rIns="0" bIns="0"/>
          <a:lstStyle/>
          <a:p>
            <a:pPr marL="0" marR="0" lvl="0" indent="0" algn="l" defTabSz="914400" rtl="0" eaLnBrk="0" fontAlgn="base" latinLnBrk="0" hangingPunct="0">
              <a:lnSpc>
                <a:spcPct val="100000"/>
              </a:lnSpc>
              <a:spcBef>
                <a:spcPct val="0"/>
              </a:spcBef>
              <a:spcAft>
                <a:spcPct val="0"/>
              </a:spcAft>
              <a:buClrTx/>
              <a:buSzTx/>
              <a:buFontTx/>
              <a:buNone/>
              <a:defRPr/>
            </a:pPr>
            <a:endParaRPr kumimoji="0" sz="205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55" name="object 52"/>
          <p:cNvSpPr/>
          <p:nvPr/>
        </p:nvSpPr>
        <p:spPr>
          <a:xfrm>
            <a:off x="7526338" y="3805238"/>
            <a:ext cx="493713" cy="246063"/>
          </a:xfrm>
          <a:custGeom>
            <a:avLst/>
            <a:gdLst/>
            <a:ahLst/>
            <a:cxnLst/>
            <a:rect l="l" t="t" r="r" b="b"/>
            <a:pathLst>
              <a:path w="577215" h="287654">
                <a:moveTo>
                  <a:pt x="0" y="0"/>
                </a:moveTo>
                <a:lnTo>
                  <a:pt x="0" y="287274"/>
                </a:lnTo>
                <a:lnTo>
                  <a:pt x="576833" y="287274"/>
                </a:lnTo>
                <a:lnTo>
                  <a:pt x="576833" y="0"/>
                </a:lnTo>
                <a:lnTo>
                  <a:pt x="0" y="0"/>
                </a:lnTo>
                <a:close/>
              </a:path>
            </a:pathLst>
          </a:custGeom>
          <a:solidFill>
            <a:srgbClr val="FFFF00"/>
          </a:solidFill>
        </p:spPr>
        <p:txBody>
          <a:bodyPr lIns="0" tIns="0" rIns="0" bIns="0"/>
          <a:lstStyle/>
          <a:p>
            <a:pPr marL="0" marR="0" lvl="0" indent="0" algn="l" defTabSz="914400" rtl="0" eaLnBrk="0" fontAlgn="base" latinLnBrk="0" hangingPunct="0">
              <a:lnSpc>
                <a:spcPct val="100000"/>
              </a:lnSpc>
              <a:spcBef>
                <a:spcPct val="0"/>
              </a:spcBef>
              <a:spcAft>
                <a:spcPct val="0"/>
              </a:spcAft>
              <a:buClrTx/>
              <a:buSzTx/>
              <a:buFontTx/>
              <a:buNone/>
              <a:defRPr/>
            </a:pPr>
            <a:endParaRPr kumimoji="0" sz="205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56" name="object 53"/>
          <p:cNvSpPr/>
          <p:nvPr/>
        </p:nvSpPr>
        <p:spPr>
          <a:xfrm>
            <a:off x="7526338" y="3805238"/>
            <a:ext cx="493713" cy="246063"/>
          </a:xfrm>
          <a:custGeom>
            <a:avLst/>
            <a:gdLst/>
            <a:ahLst/>
            <a:cxnLst/>
            <a:rect l="l" t="t" r="r" b="b"/>
            <a:pathLst>
              <a:path w="577215" h="287654">
                <a:moveTo>
                  <a:pt x="0" y="0"/>
                </a:moveTo>
                <a:lnTo>
                  <a:pt x="0" y="287274"/>
                </a:lnTo>
                <a:lnTo>
                  <a:pt x="576833" y="287274"/>
                </a:lnTo>
                <a:lnTo>
                  <a:pt x="576833" y="0"/>
                </a:lnTo>
                <a:lnTo>
                  <a:pt x="0" y="0"/>
                </a:lnTo>
                <a:close/>
              </a:path>
            </a:pathLst>
          </a:custGeom>
          <a:ln w="19050">
            <a:solidFill>
              <a:srgbClr val="000000"/>
            </a:solidFill>
          </a:ln>
        </p:spPr>
        <p:txBody>
          <a:bodyPr lIns="0" tIns="0" rIns="0" bIns="0"/>
          <a:lstStyle/>
          <a:p>
            <a:pPr marL="0" marR="0" lvl="0" indent="0" algn="l" defTabSz="914400" rtl="0" eaLnBrk="0" fontAlgn="base" latinLnBrk="0" hangingPunct="0">
              <a:lnSpc>
                <a:spcPct val="100000"/>
              </a:lnSpc>
              <a:spcBef>
                <a:spcPct val="0"/>
              </a:spcBef>
              <a:spcAft>
                <a:spcPct val="0"/>
              </a:spcAft>
              <a:buClrTx/>
              <a:buSzTx/>
              <a:buFontTx/>
              <a:buNone/>
              <a:defRPr/>
            </a:pPr>
            <a:endParaRPr kumimoji="0" sz="205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57" name="object 54"/>
          <p:cNvSpPr/>
          <p:nvPr/>
        </p:nvSpPr>
        <p:spPr>
          <a:xfrm>
            <a:off x="6111875" y="3895725"/>
            <a:ext cx="184150" cy="65088"/>
          </a:xfrm>
          <a:custGeom>
            <a:avLst/>
            <a:gdLst/>
            <a:ahLst/>
            <a:cxnLst/>
            <a:rect l="l" t="t" r="r" b="b"/>
            <a:pathLst>
              <a:path w="216534" h="76200">
                <a:moveTo>
                  <a:pt x="152400" y="47243"/>
                </a:moveTo>
                <a:lnTo>
                  <a:pt x="152400" y="28193"/>
                </a:lnTo>
                <a:lnTo>
                  <a:pt x="0" y="28193"/>
                </a:lnTo>
                <a:lnTo>
                  <a:pt x="0" y="47243"/>
                </a:lnTo>
                <a:lnTo>
                  <a:pt x="152400" y="47243"/>
                </a:lnTo>
                <a:close/>
              </a:path>
              <a:path w="216534" h="76200">
                <a:moveTo>
                  <a:pt x="216420" y="38099"/>
                </a:moveTo>
                <a:lnTo>
                  <a:pt x="140220" y="0"/>
                </a:lnTo>
                <a:lnTo>
                  <a:pt x="140220" y="28193"/>
                </a:lnTo>
                <a:lnTo>
                  <a:pt x="152400" y="28193"/>
                </a:lnTo>
                <a:lnTo>
                  <a:pt x="152400" y="70110"/>
                </a:lnTo>
                <a:lnTo>
                  <a:pt x="216420" y="38099"/>
                </a:lnTo>
                <a:close/>
              </a:path>
              <a:path w="216534" h="76200">
                <a:moveTo>
                  <a:pt x="152400" y="70110"/>
                </a:moveTo>
                <a:lnTo>
                  <a:pt x="152400" y="47243"/>
                </a:lnTo>
                <a:lnTo>
                  <a:pt x="140220" y="47243"/>
                </a:lnTo>
                <a:lnTo>
                  <a:pt x="140220" y="76199"/>
                </a:lnTo>
                <a:lnTo>
                  <a:pt x="152400" y="70110"/>
                </a:lnTo>
                <a:close/>
              </a:path>
            </a:pathLst>
          </a:custGeom>
          <a:solidFill>
            <a:srgbClr val="000000"/>
          </a:solidFill>
        </p:spPr>
        <p:txBody>
          <a:bodyPr lIns="0" tIns="0" rIns="0" bIns="0"/>
          <a:lstStyle/>
          <a:p>
            <a:pPr marL="0" marR="0" lvl="0" indent="0" algn="l" defTabSz="914400" rtl="0" eaLnBrk="0" fontAlgn="base" latinLnBrk="0" hangingPunct="0">
              <a:lnSpc>
                <a:spcPct val="100000"/>
              </a:lnSpc>
              <a:spcBef>
                <a:spcPct val="0"/>
              </a:spcBef>
              <a:spcAft>
                <a:spcPct val="0"/>
              </a:spcAft>
              <a:buClrTx/>
              <a:buSzTx/>
              <a:buFontTx/>
              <a:buNone/>
              <a:defRPr/>
            </a:pPr>
            <a:endParaRPr kumimoji="0" sz="205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58" name="object 55"/>
          <p:cNvSpPr/>
          <p:nvPr/>
        </p:nvSpPr>
        <p:spPr>
          <a:xfrm>
            <a:off x="6727825" y="3895725"/>
            <a:ext cx="184150" cy="65088"/>
          </a:xfrm>
          <a:custGeom>
            <a:avLst/>
            <a:gdLst/>
            <a:ahLst/>
            <a:cxnLst/>
            <a:rect l="l" t="t" r="r" b="b"/>
            <a:pathLst>
              <a:path w="216534" h="76200">
                <a:moveTo>
                  <a:pt x="152400" y="47243"/>
                </a:moveTo>
                <a:lnTo>
                  <a:pt x="152400" y="28193"/>
                </a:lnTo>
                <a:lnTo>
                  <a:pt x="0" y="28193"/>
                </a:lnTo>
                <a:lnTo>
                  <a:pt x="0" y="47243"/>
                </a:lnTo>
                <a:lnTo>
                  <a:pt x="152400" y="47243"/>
                </a:lnTo>
                <a:close/>
              </a:path>
              <a:path w="216534" h="76200">
                <a:moveTo>
                  <a:pt x="216420" y="38099"/>
                </a:moveTo>
                <a:lnTo>
                  <a:pt x="140220" y="0"/>
                </a:lnTo>
                <a:lnTo>
                  <a:pt x="140220" y="28193"/>
                </a:lnTo>
                <a:lnTo>
                  <a:pt x="152400" y="28193"/>
                </a:lnTo>
                <a:lnTo>
                  <a:pt x="152400" y="70110"/>
                </a:lnTo>
                <a:lnTo>
                  <a:pt x="216420" y="38099"/>
                </a:lnTo>
                <a:close/>
              </a:path>
              <a:path w="216534" h="76200">
                <a:moveTo>
                  <a:pt x="152400" y="70110"/>
                </a:moveTo>
                <a:lnTo>
                  <a:pt x="152400" y="47243"/>
                </a:lnTo>
                <a:lnTo>
                  <a:pt x="140220" y="47243"/>
                </a:lnTo>
                <a:lnTo>
                  <a:pt x="140220" y="76199"/>
                </a:lnTo>
                <a:lnTo>
                  <a:pt x="152400" y="70110"/>
                </a:lnTo>
                <a:close/>
              </a:path>
            </a:pathLst>
          </a:custGeom>
          <a:solidFill>
            <a:srgbClr val="000000"/>
          </a:solidFill>
        </p:spPr>
        <p:txBody>
          <a:bodyPr lIns="0" tIns="0" rIns="0" bIns="0"/>
          <a:lstStyle/>
          <a:p>
            <a:pPr marL="0" marR="0" lvl="0" indent="0" algn="l" defTabSz="914400" rtl="0" eaLnBrk="0" fontAlgn="base" latinLnBrk="0" hangingPunct="0">
              <a:lnSpc>
                <a:spcPct val="100000"/>
              </a:lnSpc>
              <a:spcBef>
                <a:spcPct val="0"/>
              </a:spcBef>
              <a:spcAft>
                <a:spcPct val="0"/>
              </a:spcAft>
              <a:buClrTx/>
              <a:buSzTx/>
              <a:buFontTx/>
              <a:buNone/>
              <a:defRPr/>
            </a:pPr>
            <a:endParaRPr kumimoji="0" sz="205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59" name="object 56"/>
          <p:cNvSpPr/>
          <p:nvPr/>
        </p:nvSpPr>
        <p:spPr>
          <a:xfrm>
            <a:off x="7342188" y="3895725"/>
            <a:ext cx="185738" cy="65088"/>
          </a:xfrm>
          <a:custGeom>
            <a:avLst/>
            <a:gdLst/>
            <a:ahLst/>
            <a:cxnLst/>
            <a:rect l="l" t="t" r="r" b="b"/>
            <a:pathLst>
              <a:path w="215900" h="76200">
                <a:moveTo>
                  <a:pt x="152400" y="47243"/>
                </a:moveTo>
                <a:lnTo>
                  <a:pt x="152400" y="28193"/>
                </a:lnTo>
                <a:lnTo>
                  <a:pt x="0" y="28193"/>
                </a:lnTo>
                <a:lnTo>
                  <a:pt x="0" y="47243"/>
                </a:lnTo>
                <a:lnTo>
                  <a:pt x="152400" y="47243"/>
                </a:lnTo>
                <a:close/>
              </a:path>
              <a:path w="215900" h="76200">
                <a:moveTo>
                  <a:pt x="215646" y="38099"/>
                </a:moveTo>
                <a:lnTo>
                  <a:pt x="139446" y="0"/>
                </a:lnTo>
                <a:lnTo>
                  <a:pt x="139446" y="28193"/>
                </a:lnTo>
                <a:lnTo>
                  <a:pt x="152400" y="28193"/>
                </a:lnTo>
                <a:lnTo>
                  <a:pt x="152400" y="69722"/>
                </a:lnTo>
                <a:lnTo>
                  <a:pt x="215646" y="38099"/>
                </a:lnTo>
                <a:close/>
              </a:path>
              <a:path w="215900" h="76200">
                <a:moveTo>
                  <a:pt x="152400" y="69722"/>
                </a:moveTo>
                <a:lnTo>
                  <a:pt x="152400" y="47243"/>
                </a:lnTo>
                <a:lnTo>
                  <a:pt x="139446" y="47243"/>
                </a:lnTo>
                <a:lnTo>
                  <a:pt x="139446" y="76199"/>
                </a:lnTo>
                <a:lnTo>
                  <a:pt x="152400" y="69722"/>
                </a:lnTo>
                <a:close/>
              </a:path>
            </a:pathLst>
          </a:custGeom>
          <a:solidFill>
            <a:srgbClr val="000000"/>
          </a:solidFill>
        </p:spPr>
        <p:txBody>
          <a:bodyPr lIns="0" tIns="0" rIns="0" bIns="0"/>
          <a:lstStyle/>
          <a:p>
            <a:pPr marL="0" marR="0" lvl="0" indent="0" algn="l" defTabSz="914400" rtl="0" eaLnBrk="0" fontAlgn="base" latinLnBrk="0" hangingPunct="0">
              <a:lnSpc>
                <a:spcPct val="100000"/>
              </a:lnSpc>
              <a:spcBef>
                <a:spcPct val="0"/>
              </a:spcBef>
              <a:spcAft>
                <a:spcPct val="0"/>
              </a:spcAft>
              <a:buClrTx/>
              <a:buSzTx/>
              <a:buFontTx/>
              <a:buNone/>
              <a:defRPr/>
            </a:pPr>
            <a:endParaRPr kumimoji="0" sz="205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76856" name="object 57"/>
          <p:cNvSpPr txBox="1"/>
          <p:nvPr/>
        </p:nvSpPr>
        <p:spPr>
          <a:xfrm>
            <a:off x="4767263" y="3502025"/>
            <a:ext cx="1468437" cy="255588"/>
          </a:xfrm>
          <a:prstGeom prst="rect">
            <a:avLst/>
          </a:prstGeom>
          <a:noFill/>
          <a:ln w="9525">
            <a:noFill/>
          </a:ln>
        </p:spPr>
        <p:txBody>
          <a:bodyPr lIns="0" tIns="0" rIns="0" bIns="0">
            <a:spAutoFit/>
          </a:bodyPr>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9525" lvl="0" indent="0">
              <a:lnSpc>
                <a:spcPts val="2040"/>
              </a:lnSpc>
              <a:spcBef>
                <a:spcPct val="0"/>
              </a:spcBef>
              <a:buClrTx/>
              <a:buFontTx/>
              <a:buNone/>
            </a:pPr>
            <a:r>
              <a:rPr lang="zh-CN" altLang="zh-CN" sz="1700">
                <a:latin typeface="宋体" panose="02010600030101010101" pitchFamily="2" charset="-122"/>
                <a:ea typeface="宋体" panose="02010600030101010101" pitchFamily="2" charset="-122"/>
              </a:rPr>
              <a:t>空缓冲队列</a:t>
            </a:r>
            <a:r>
              <a:rPr lang="en-US" altLang="zh-CN" sz="1700">
                <a:latin typeface="宋体" panose="02010600030101010101" pitchFamily="2" charset="-122"/>
                <a:ea typeface="宋体" panose="02010600030101010101" pitchFamily="2" charset="-122"/>
              </a:rPr>
              <a:t>emq</a:t>
            </a:r>
            <a:endParaRPr lang="zh-CN" altLang="zh-CN" sz="1700" b="0">
              <a:latin typeface="宋体" panose="02010600030101010101" pitchFamily="2" charset="-122"/>
              <a:ea typeface="宋体" panose="02010600030101010101" pitchFamily="2" charset="-122"/>
            </a:endParaRPr>
          </a:p>
        </p:txBody>
      </p:sp>
      <p:sp>
        <p:nvSpPr>
          <p:cNvPr id="61" name="object 58"/>
          <p:cNvSpPr/>
          <p:nvPr/>
        </p:nvSpPr>
        <p:spPr>
          <a:xfrm>
            <a:off x="5680075" y="4606925"/>
            <a:ext cx="492125" cy="246063"/>
          </a:xfrm>
          <a:custGeom>
            <a:avLst/>
            <a:gdLst/>
            <a:ahLst/>
            <a:cxnLst/>
            <a:rect l="l" t="t" r="r" b="b"/>
            <a:pathLst>
              <a:path w="576579" h="288289">
                <a:moveTo>
                  <a:pt x="0" y="0"/>
                </a:moveTo>
                <a:lnTo>
                  <a:pt x="0" y="288036"/>
                </a:lnTo>
                <a:lnTo>
                  <a:pt x="576072" y="288036"/>
                </a:lnTo>
                <a:lnTo>
                  <a:pt x="576072" y="0"/>
                </a:lnTo>
                <a:lnTo>
                  <a:pt x="0" y="0"/>
                </a:lnTo>
                <a:close/>
              </a:path>
            </a:pathLst>
          </a:custGeom>
          <a:solidFill>
            <a:srgbClr val="FFFF00"/>
          </a:solidFill>
        </p:spPr>
        <p:txBody>
          <a:bodyPr lIns="0" tIns="0" rIns="0" bIns="0"/>
          <a:lstStyle/>
          <a:p>
            <a:pPr marL="0" marR="0" lvl="0" indent="0" algn="l" defTabSz="914400" rtl="0" eaLnBrk="0" fontAlgn="base" latinLnBrk="0" hangingPunct="0">
              <a:lnSpc>
                <a:spcPct val="100000"/>
              </a:lnSpc>
              <a:spcBef>
                <a:spcPct val="0"/>
              </a:spcBef>
              <a:spcAft>
                <a:spcPct val="0"/>
              </a:spcAft>
              <a:buClrTx/>
              <a:buSzTx/>
              <a:buFontTx/>
              <a:buNone/>
              <a:defRPr/>
            </a:pPr>
            <a:endParaRPr kumimoji="0" sz="205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62" name="object 59"/>
          <p:cNvSpPr/>
          <p:nvPr/>
        </p:nvSpPr>
        <p:spPr>
          <a:xfrm>
            <a:off x="5680075" y="4606925"/>
            <a:ext cx="492125" cy="246063"/>
          </a:xfrm>
          <a:custGeom>
            <a:avLst/>
            <a:gdLst/>
            <a:ahLst/>
            <a:cxnLst/>
            <a:rect l="l" t="t" r="r" b="b"/>
            <a:pathLst>
              <a:path w="576579" h="287654">
                <a:moveTo>
                  <a:pt x="0" y="0"/>
                </a:moveTo>
                <a:lnTo>
                  <a:pt x="0" y="287274"/>
                </a:lnTo>
                <a:lnTo>
                  <a:pt x="576072" y="287274"/>
                </a:lnTo>
                <a:lnTo>
                  <a:pt x="576072" y="0"/>
                </a:lnTo>
                <a:lnTo>
                  <a:pt x="0" y="0"/>
                </a:lnTo>
                <a:close/>
              </a:path>
            </a:pathLst>
          </a:custGeom>
          <a:ln w="19050">
            <a:solidFill>
              <a:srgbClr val="000000"/>
            </a:solidFill>
          </a:ln>
        </p:spPr>
        <p:txBody>
          <a:bodyPr lIns="0" tIns="0" rIns="0" bIns="0"/>
          <a:lstStyle/>
          <a:p>
            <a:pPr marL="0" marR="0" lvl="0" indent="0" algn="l" defTabSz="914400" rtl="0" eaLnBrk="0" fontAlgn="base" latinLnBrk="0" hangingPunct="0">
              <a:lnSpc>
                <a:spcPct val="100000"/>
              </a:lnSpc>
              <a:spcBef>
                <a:spcPct val="0"/>
              </a:spcBef>
              <a:spcAft>
                <a:spcPct val="0"/>
              </a:spcAft>
              <a:buClrTx/>
              <a:buSzTx/>
              <a:buFontTx/>
              <a:buNone/>
              <a:defRPr/>
            </a:pPr>
            <a:endParaRPr kumimoji="0" sz="205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63" name="object 60"/>
          <p:cNvSpPr/>
          <p:nvPr/>
        </p:nvSpPr>
        <p:spPr>
          <a:xfrm>
            <a:off x="6294438" y="4606925"/>
            <a:ext cx="493713" cy="246063"/>
          </a:xfrm>
          <a:custGeom>
            <a:avLst/>
            <a:gdLst/>
            <a:ahLst/>
            <a:cxnLst/>
            <a:rect l="l" t="t" r="r" b="b"/>
            <a:pathLst>
              <a:path w="576579" h="288289">
                <a:moveTo>
                  <a:pt x="0" y="0"/>
                </a:moveTo>
                <a:lnTo>
                  <a:pt x="0" y="288036"/>
                </a:lnTo>
                <a:lnTo>
                  <a:pt x="576072" y="288036"/>
                </a:lnTo>
                <a:lnTo>
                  <a:pt x="576072" y="0"/>
                </a:lnTo>
                <a:lnTo>
                  <a:pt x="0" y="0"/>
                </a:lnTo>
                <a:close/>
              </a:path>
            </a:pathLst>
          </a:custGeom>
          <a:solidFill>
            <a:srgbClr val="FFFF00"/>
          </a:solidFill>
        </p:spPr>
        <p:txBody>
          <a:bodyPr lIns="0" tIns="0" rIns="0" bIns="0"/>
          <a:lstStyle/>
          <a:p>
            <a:pPr marL="0" marR="0" lvl="0" indent="0" algn="l" defTabSz="914400" rtl="0" eaLnBrk="0" fontAlgn="base" latinLnBrk="0" hangingPunct="0">
              <a:lnSpc>
                <a:spcPct val="100000"/>
              </a:lnSpc>
              <a:spcBef>
                <a:spcPct val="0"/>
              </a:spcBef>
              <a:spcAft>
                <a:spcPct val="0"/>
              </a:spcAft>
              <a:buClrTx/>
              <a:buSzTx/>
              <a:buFontTx/>
              <a:buNone/>
              <a:defRPr/>
            </a:pPr>
            <a:endParaRPr kumimoji="0" sz="205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64" name="object 61"/>
          <p:cNvSpPr/>
          <p:nvPr/>
        </p:nvSpPr>
        <p:spPr>
          <a:xfrm>
            <a:off x="6294438" y="4606925"/>
            <a:ext cx="493713" cy="246063"/>
          </a:xfrm>
          <a:custGeom>
            <a:avLst/>
            <a:gdLst/>
            <a:ahLst/>
            <a:cxnLst/>
            <a:rect l="l" t="t" r="r" b="b"/>
            <a:pathLst>
              <a:path w="576579" h="287654">
                <a:moveTo>
                  <a:pt x="0" y="0"/>
                </a:moveTo>
                <a:lnTo>
                  <a:pt x="0" y="287274"/>
                </a:lnTo>
                <a:lnTo>
                  <a:pt x="576072" y="287274"/>
                </a:lnTo>
                <a:lnTo>
                  <a:pt x="576072" y="0"/>
                </a:lnTo>
                <a:lnTo>
                  <a:pt x="0" y="0"/>
                </a:lnTo>
                <a:close/>
              </a:path>
            </a:pathLst>
          </a:custGeom>
          <a:ln w="19050">
            <a:solidFill>
              <a:srgbClr val="000000"/>
            </a:solidFill>
          </a:ln>
        </p:spPr>
        <p:txBody>
          <a:bodyPr lIns="0" tIns="0" rIns="0" bIns="0"/>
          <a:lstStyle/>
          <a:p>
            <a:pPr marL="0" marR="0" lvl="0" indent="0" algn="l" defTabSz="914400" rtl="0" eaLnBrk="0" fontAlgn="base" latinLnBrk="0" hangingPunct="0">
              <a:lnSpc>
                <a:spcPct val="100000"/>
              </a:lnSpc>
              <a:spcBef>
                <a:spcPct val="0"/>
              </a:spcBef>
              <a:spcAft>
                <a:spcPct val="0"/>
              </a:spcAft>
              <a:buClrTx/>
              <a:buSzTx/>
              <a:buFontTx/>
              <a:buNone/>
              <a:defRPr/>
            </a:pPr>
            <a:endParaRPr kumimoji="0" sz="205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65" name="object 62"/>
          <p:cNvSpPr/>
          <p:nvPr/>
        </p:nvSpPr>
        <p:spPr>
          <a:xfrm>
            <a:off x="6911975" y="4605338"/>
            <a:ext cx="492125" cy="246063"/>
          </a:xfrm>
          <a:custGeom>
            <a:avLst/>
            <a:gdLst/>
            <a:ahLst/>
            <a:cxnLst/>
            <a:rect l="l" t="t" r="r" b="b"/>
            <a:pathLst>
              <a:path w="576579" h="287654">
                <a:moveTo>
                  <a:pt x="0" y="0"/>
                </a:moveTo>
                <a:lnTo>
                  <a:pt x="0" y="287274"/>
                </a:lnTo>
                <a:lnTo>
                  <a:pt x="576072" y="287274"/>
                </a:lnTo>
                <a:lnTo>
                  <a:pt x="576072" y="0"/>
                </a:lnTo>
                <a:lnTo>
                  <a:pt x="0" y="0"/>
                </a:lnTo>
                <a:close/>
              </a:path>
            </a:pathLst>
          </a:custGeom>
          <a:solidFill>
            <a:srgbClr val="FFFF00"/>
          </a:solidFill>
        </p:spPr>
        <p:txBody>
          <a:bodyPr lIns="0" tIns="0" rIns="0" bIns="0"/>
          <a:lstStyle/>
          <a:p>
            <a:pPr marL="0" marR="0" lvl="0" indent="0" algn="l" defTabSz="914400" rtl="0" eaLnBrk="0" fontAlgn="base" latinLnBrk="0" hangingPunct="0">
              <a:lnSpc>
                <a:spcPct val="100000"/>
              </a:lnSpc>
              <a:spcBef>
                <a:spcPct val="0"/>
              </a:spcBef>
              <a:spcAft>
                <a:spcPct val="0"/>
              </a:spcAft>
              <a:buClrTx/>
              <a:buSzTx/>
              <a:buFontTx/>
              <a:buNone/>
              <a:defRPr/>
            </a:pPr>
            <a:endParaRPr kumimoji="0" sz="205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66" name="object 63"/>
          <p:cNvSpPr/>
          <p:nvPr/>
        </p:nvSpPr>
        <p:spPr>
          <a:xfrm>
            <a:off x="6911975" y="4605338"/>
            <a:ext cx="492125" cy="246063"/>
          </a:xfrm>
          <a:custGeom>
            <a:avLst/>
            <a:gdLst/>
            <a:ahLst/>
            <a:cxnLst/>
            <a:rect l="l" t="t" r="r" b="b"/>
            <a:pathLst>
              <a:path w="576579" h="287654">
                <a:moveTo>
                  <a:pt x="0" y="0"/>
                </a:moveTo>
                <a:lnTo>
                  <a:pt x="0" y="287274"/>
                </a:lnTo>
                <a:lnTo>
                  <a:pt x="576072" y="287274"/>
                </a:lnTo>
                <a:lnTo>
                  <a:pt x="576072" y="0"/>
                </a:lnTo>
                <a:lnTo>
                  <a:pt x="0" y="0"/>
                </a:lnTo>
                <a:close/>
              </a:path>
            </a:pathLst>
          </a:custGeom>
          <a:ln w="19050">
            <a:solidFill>
              <a:srgbClr val="000000"/>
            </a:solidFill>
          </a:ln>
        </p:spPr>
        <p:txBody>
          <a:bodyPr lIns="0" tIns="0" rIns="0" bIns="0"/>
          <a:lstStyle/>
          <a:p>
            <a:pPr marL="0" marR="0" lvl="0" indent="0" algn="l" defTabSz="914400" rtl="0" eaLnBrk="0" fontAlgn="base" latinLnBrk="0" hangingPunct="0">
              <a:lnSpc>
                <a:spcPct val="100000"/>
              </a:lnSpc>
              <a:spcBef>
                <a:spcPct val="0"/>
              </a:spcBef>
              <a:spcAft>
                <a:spcPct val="0"/>
              </a:spcAft>
              <a:buClrTx/>
              <a:buSzTx/>
              <a:buFontTx/>
              <a:buNone/>
              <a:defRPr/>
            </a:pPr>
            <a:endParaRPr kumimoji="0" sz="205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67" name="object 64"/>
          <p:cNvSpPr/>
          <p:nvPr/>
        </p:nvSpPr>
        <p:spPr>
          <a:xfrm>
            <a:off x="7526338" y="4605338"/>
            <a:ext cx="493713" cy="246063"/>
          </a:xfrm>
          <a:custGeom>
            <a:avLst/>
            <a:gdLst/>
            <a:ahLst/>
            <a:cxnLst/>
            <a:rect l="l" t="t" r="r" b="b"/>
            <a:pathLst>
              <a:path w="577215" h="287654">
                <a:moveTo>
                  <a:pt x="0" y="0"/>
                </a:moveTo>
                <a:lnTo>
                  <a:pt x="0" y="287274"/>
                </a:lnTo>
                <a:lnTo>
                  <a:pt x="576833" y="287274"/>
                </a:lnTo>
                <a:lnTo>
                  <a:pt x="576833" y="0"/>
                </a:lnTo>
                <a:lnTo>
                  <a:pt x="0" y="0"/>
                </a:lnTo>
                <a:close/>
              </a:path>
            </a:pathLst>
          </a:custGeom>
          <a:solidFill>
            <a:srgbClr val="FFFF00"/>
          </a:solidFill>
        </p:spPr>
        <p:txBody>
          <a:bodyPr lIns="0" tIns="0" rIns="0" bIns="0"/>
          <a:lstStyle/>
          <a:p>
            <a:pPr marL="0" marR="0" lvl="0" indent="0" algn="l" defTabSz="914400" rtl="0" eaLnBrk="0" fontAlgn="base" latinLnBrk="0" hangingPunct="0">
              <a:lnSpc>
                <a:spcPct val="100000"/>
              </a:lnSpc>
              <a:spcBef>
                <a:spcPct val="0"/>
              </a:spcBef>
              <a:spcAft>
                <a:spcPct val="0"/>
              </a:spcAft>
              <a:buClrTx/>
              <a:buSzTx/>
              <a:buFontTx/>
              <a:buNone/>
              <a:defRPr/>
            </a:pPr>
            <a:endParaRPr kumimoji="0" sz="205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68" name="object 65"/>
          <p:cNvSpPr/>
          <p:nvPr/>
        </p:nvSpPr>
        <p:spPr>
          <a:xfrm>
            <a:off x="7526338" y="4605338"/>
            <a:ext cx="493713" cy="246063"/>
          </a:xfrm>
          <a:custGeom>
            <a:avLst/>
            <a:gdLst/>
            <a:ahLst/>
            <a:cxnLst/>
            <a:rect l="l" t="t" r="r" b="b"/>
            <a:pathLst>
              <a:path w="577215" h="287654">
                <a:moveTo>
                  <a:pt x="0" y="0"/>
                </a:moveTo>
                <a:lnTo>
                  <a:pt x="0" y="287274"/>
                </a:lnTo>
                <a:lnTo>
                  <a:pt x="576833" y="287274"/>
                </a:lnTo>
                <a:lnTo>
                  <a:pt x="576833" y="0"/>
                </a:lnTo>
                <a:lnTo>
                  <a:pt x="0" y="0"/>
                </a:lnTo>
                <a:close/>
              </a:path>
            </a:pathLst>
          </a:custGeom>
          <a:ln w="19050">
            <a:solidFill>
              <a:srgbClr val="000000"/>
            </a:solidFill>
          </a:ln>
        </p:spPr>
        <p:txBody>
          <a:bodyPr lIns="0" tIns="0" rIns="0" bIns="0"/>
          <a:lstStyle/>
          <a:p>
            <a:pPr marL="0" marR="0" lvl="0" indent="0" algn="l" defTabSz="914400" rtl="0" eaLnBrk="0" fontAlgn="base" latinLnBrk="0" hangingPunct="0">
              <a:lnSpc>
                <a:spcPct val="100000"/>
              </a:lnSpc>
              <a:spcBef>
                <a:spcPct val="0"/>
              </a:spcBef>
              <a:spcAft>
                <a:spcPct val="0"/>
              </a:spcAft>
              <a:buClrTx/>
              <a:buSzTx/>
              <a:buFontTx/>
              <a:buNone/>
              <a:defRPr/>
            </a:pPr>
            <a:endParaRPr kumimoji="0" sz="205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69" name="object 66"/>
          <p:cNvSpPr/>
          <p:nvPr/>
        </p:nvSpPr>
        <p:spPr>
          <a:xfrm>
            <a:off x="6111875" y="4695825"/>
            <a:ext cx="184150" cy="65088"/>
          </a:xfrm>
          <a:custGeom>
            <a:avLst/>
            <a:gdLst/>
            <a:ahLst/>
            <a:cxnLst/>
            <a:rect l="l" t="t" r="r" b="b"/>
            <a:pathLst>
              <a:path w="216534" h="76200">
                <a:moveTo>
                  <a:pt x="152400" y="47243"/>
                </a:moveTo>
                <a:lnTo>
                  <a:pt x="152400" y="28193"/>
                </a:lnTo>
                <a:lnTo>
                  <a:pt x="0" y="28193"/>
                </a:lnTo>
                <a:lnTo>
                  <a:pt x="0" y="47243"/>
                </a:lnTo>
                <a:lnTo>
                  <a:pt x="152400" y="47243"/>
                </a:lnTo>
                <a:close/>
              </a:path>
              <a:path w="216534" h="76200">
                <a:moveTo>
                  <a:pt x="216420" y="38100"/>
                </a:moveTo>
                <a:lnTo>
                  <a:pt x="140220" y="0"/>
                </a:lnTo>
                <a:lnTo>
                  <a:pt x="140220" y="28193"/>
                </a:lnTo>
                <a:lnTo>
                  <a:pt x="152400" y="28193"/>
                </a:lnTo>
                <a:lnTo>
                  <a:pt x="152400" y="70110"/>
                </a:lnTo>
                <a:lnTo>
                  <a:pt x="216420" y="38100"/>
                </a:lnTo>
                <a:close/>
              </a:path>
              <a:path w="216534" h="76200">
                <a:moveTo>
                  <a:pt x="152400" y="70110"/>
                </a:moveTo>
                <a:lnTo>
                  <a:pt x="152400" y="47243"/>
                </a:lnTo>
                <a:lnTo>
                  <a:pt x="140220" y="47243"/>
                </a:lnTo>
                <a:lnTo>
                  <a:pt x="140220" y="76200"/>
                </a:lnTo>
                <a:lnTo>
                  <a:pt x="152400" y="70110"/>
                </a:lnTo>
                <a:close/>
              </a:path>
            </a:pathLst>
          </a:custGeom>
          <a:solidFill>
            <a:srgbClr val="000000"/>
          </a:solidFill>
        </p:spPr>
        <p:txBody>
          <a:bodyPr lIns="0" tIns="0" rIns="0" bIns="0"/>
          <a:lstStyle/>
          <a:p>
            <a:pPr marL="0" marR="0" lvl="0" indent="0" algn="l" defTabSz="914400" rtl="0" eaLnBrk="0" fontAlgn="base" latinLnBrk="0" hangingPunct="0">
              <a:lnSpc>
                <a:spcPct val="100000"/>
              </a:lnSpc>
              <a:spcBef>
                <a:spcPct val="0"/>
              </a:spcBef>
              <a:spcAft>
                <a:spcPct val="0"/>
              </a:spcAft>
              <a:buClrTx/>
              <a:buSzTx/>
              <a:buFontTx/>
              <a:buNone/>
              <a:defRPr/>
            </a:pPr>
            <a:endParaRPr kumimoji="0" sz="205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70" name="object 67"/>
          <p:cNvSpPr/>
          <p:nvPr/>
        </p:nvSpPr>
        <p:spPr>
          <a:xfrm>
            <a:off x="6727825" y="4695825"/>
            <a:ext cx="184150" cy="65088"/>
          </a:xfrm>
          <a:custGeom>
            <a:avLst/>
            <a:gdLst/>
            <a:ahLst/>
            <a:cxnLst/>
            <a:rect l="l" t="t" r="r" b="b"/>
            <a:pathLst>
              <a:path w="216534" h="76200">
                <a:moveTo>
                  <a:pt x="152400" y="47243"/>
                </a:moveTo>
                <a:lnTo>
                  <a:pt x="152400" y="28193"/>
                </a:lnTo>
                <a:lnTo>
                  <a:pt x="0" y="28193"/>
                </a:lnTo>
                <a:lnTo>
                  <a:pt x="0" y="47243"/>
                </a:lnTo>
                <a:lnTo>
                  <a:pt x="152400" y="47243"/>
                </a:lnTo>
                <a:close/>
              </a:path>
              <a:path w="216534" h="76200">
                <a:moveTo>
                  <a:pt x="216420" y="38100"/>
                </a:moveTo>
                <a:lnTo>
                  <a:pt x="140220" y="0"/>
                </a:lnTo>
                <a:lnTo>
                  <a:pt x="140220" y="28193"/>
                </a:lnTo>
                <a:lnTo>
                  <a:pt x="152400" y="28193"/>
                </a:lnTo>
                <a:lnTo>
                  <a:pt x="152400" y="70110"/>
                </a:lnTo>
                <a:lnTo>
                  <a:pt x="216420" y="38100"/>
                </a:lnTo>
                <a:close/>
              </a:path>
              <a:path w="216534" h="76200">
                <a:moveTo>
                  <a:pt x="152400" y="70110"/>
                </a:moveTo>
                <a:lnTo>
                  <a:pt x="152400" y="47243"/>
                </a:lnTo>
                <a:lnTo>
                  <a:pt x="140220" y="47243"/>
                </a:lnTo>
                <a:lnTo>
                  <a:pt x="140220" y="76200"/>
                </a:lnTo>
                <a:lnTo>
                  <a:pt x="152400" y="70110"/>
                </a:lnTo>
                <a:close/>
              </a:path>
            </a:pathLst>
          </a:custGeom>
          <a:solidFill>
            <a:srgbClr val="000000"/>
          </a:solidFill>
        </p:spPr>
        <p:txBody>
          <a:bodyPr lIns="0" tIns="0" rIns="0" bIns="0"/>
          <a:lstStyle/>
          <a:p>
            <a:pPr marL="0" marR="0" lvl="0" indent="0" algn="l" defTabSz="914400" rtl="0" eaLnBrk="0" fontAlgn="base" latinLnBrk="0" hangingPunct="0">
              <a:lnSpc>
                <a:spcPct val="100000"/>
              </a:lnSpc>
              <a:spcBef>
                <a:spcPct val="0"/>
              </a:spcBef>
              <a:spcAft>
                <a:spcPct val="0"/>
              </a:spcAft>
              <a:buClrTx/>
              <a:buSzTx/>
              <a:buFontTx/>
              <a:buNone/>
              <a:defRPr/>
            </a:pPr>
            <a:endParaRPr kumimoji="0" sz="205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71" name="object 68"/>
          <p:cNvSpPr/>
          <p:nvPr/>
        </p:nvSpPr>
        <p:spPr>
          <a:xfrm>
            <a:off x="7342188" y="4695825"/>
            <a:ext cx="185738" cy="65088"/>
          </a:xfrm>
          <a:custGeom>
            <a:avLst/>
            <a:gdLst/>
            <a:ahLst/>
            <a:cxnLst/>
            <a:rect l="l" t="t" r="r" b="b"/>
            <a:pathLst>
              <a:path w="215900" h="76200">
                <a:moveTo>
                  <a:pt x="152400" y="47243"/>
                </a:moveTo>
                <a:lnTo>
                  <a:pt x="152400" y="28193"/>
                </a:lnTo>
                <a:lnTo>
                  <a:pt x="0" y="28193"/>
                </a:lnTo>
                <a:lnTo>
                  <a:pt x="0" y="47243"/>
                </a:lnTo>
                <a:lnTo>
                  <a:pt x="152400" y="47243"/>
                </a:lnTo>
                <a:close/>
              </a:path>
              <a:path w="215900" h="76200">
                <a:moveTo>
                  <a:pt x="215646" y="38100"/>
                </a:moveTo>
                <a:lnTo>
                  <a:pt x="139446" y="0"/>
                </a:lnTo>
                <a:lnTo>
                  <a:pt x="139446" y="28193"/>
                </a:lnTo>
                <a:lnTo>
                  <a:pt x="152400" y="28193"/>
                </a:lnTo>
                <a:lnTo>
                  <a:pt x="152400" y="69723"/>
                </a:lnTo>
                <a:lnTo>
                  <a:pt x="215646" y="38100"/>
                </a:lnTo>
                <a:close/>
              </a:path>
              <a:path w="215900" h="76200">
                <a:moveTo>
                  <a:pt x="152400" y="69723"/>
                </a:moveTo>
                <a:lnTo>
                  <a:pt x="152400" y="47243"/>
                </a:lnTo>
                <a:lnTo>
                  <a:pt x="139446" y="47243"/>
                </a:lnTo>
                <a:lnTo>
                  <a:pt x="139446" y="76200"/>
                </a:lnTo>
                <a:lnTo>
                  <a:pt x="152400" y="69723"/>
                </a:lnTo>
                <a:close/>
              </a:path>
            </a:pathLst>
          </a:custGeom>
          <a:solidFill>
            <a:srgbClr val="000000"/>
          </a:solidFill>
        </p:spPr>
        <p:txBody>
          <a:bodyPr lIns="0" tIns="0" rIns="0" bIns="0"/>
          <a:lstStyle/>
          <a:p>
            <a:pPr marL="0" marR="0" lvl="0" indent="0" algn="l" defTabSz="914400" rtl="0" eaLnBrk="0" fontAlgn="base" latinLnBrk="0" hangingPunct="0">
              <a:lnSpc>
                <a:spcPct val="100000"/>
              </a:lnSpc>
              <a:spcBef>
                <a:spcPct val="0"/>
              </a:spcBef>
              <a:spcAft>
                <a:spcPct val="0"/>
              </a:spcAft>
              <a:buClrTx/>
              <a:buSzTx/>
              <a:buFontTx/>
              <a:buNone/>
              <a:defRPr/>
            </a:pPr>
            <a:endParaRPr kumimoji="0" sz="205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72" name="object 69"/>
          <p:cNvSpPr/>
          <p:nvPr/>
        </p:nvSpPr>
        <p:spPr>
          <a:xfrm>
            <a:off x="5680075" y="5467350"/>
            <a:ext cx="492125" cy="246063"/>
          </a:xfrm>
          <a:custGeom>
            <a:avLst/>
            <a:gdLst/>
            <a:ahLst/>
            <a:cxnLst/>
            <a:rect l="l" t="t" r="r" b="b"/>
            <a:pathLst>
              <a:path w="576579" h="287654">
                <a:moveTo>
                  <a:pt x="0" y="0"/>
                </a:moveTo>
                <a:lnTo>
                  <a:pt x="0" y="287274"/>
                </a:lnTo>
                <a:lnTo>
                  <a:pt x="576072" y="287274"/>
                </a:lnTo>
                <a:lnTo>
                  <a:pt x="576072" y="0"/>
                </a:lnTo>
                <a:lnTo>
                  <a:pt x="0" y="0"/>
                </a:lnTo>
                <a:close/>
              </a:path>
            </a:pathLst>
          </a:custGeom>
          <a:solidFill>
            <a:srgbClr val="FFFF00"/>
          </a:solidFill>
        </p:spPr>
        <p:txBody>
          <a:bodyPr lIns="0" tIns="0" rIns="0" bIns="0"/>
          <a:lstStyle/>
          <a:p>
            <a:pPr marL="0" marR="0" lvl="0" indent="0" algn="l" defTabSz="914400" rtl="0" eaLnBrk="0" fontAlgn="base" latinLnBrk="0" hangingPunct="0">
              <a:lnSpc>
                <a:spcPct val="100000"/>
              </a:lnSpc>
              <a:spcBef>
                <a:spcPct val="0"/>
              </a:spcBef>
              <a:spcAft>
                <a:spcPct val="0"/>
              </a:spcAft>
              <a:buClrTx/>
              <a:buSzTx/>
              <a:buFontTx/>
              <a:buNone/>
              <a:defRPr/>
            </a:pPr>
            <a:endParaRPr kumimoji="0" sz="205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73" name="object 70"/>
          <p:cNvSpPr/>
          <p:nvPr/>
        </p:nvSpPr>
        <p:spPr>
          <a:xfrm>
            <a:off x="5680075" y="5467350"/>
            <a:ext cx="492125" cy="246063"/>
          </a:xfrm>
          <a:custGeom>
            <a:avLst/>
            <a:gdLst/>
            <a:ahLst/>
            <a:cxnLst/>
            <a:rect l="l" t="t" r="r" b="b"/>
            <a:pathLst>
              <a:path w="576579" h="287654">
                <a:moveTo>
                  <a:pt x="0" y="0"/>
                </a:moveTo>
                <a:lnTo>
                  <a:pt x="0" y="287274"/>
                </a:lnTo>
                <a:lnTo>
                  <a:pt x="576072" y="287274"/>
                </a:lnTo>
                <a:lnTo>
                  <a:pt x="576072" y="0"/>
                </a:lnTo>
                <a:lnTo>
                  <a:pt x="0" y="0"/>
                </a:lnTo>
                <a:close/>
              </a:path>
            </a:pathLst>
          </a:custGeom>
          <a:ln w="19050">
            <a:solidFill>
              <a:srgbClr val="000000"/>
            </a:solidFill>
          </a:ln>
        </p:spPr>
        <p:txBody>
          <a:bodyPr lIns="0" tIns="0" rIns="0" bIns="0"/>
          <a:lstStyle/>
          <a:p>
            <a:pPr marL="0" marR="0" lvl="0" indent="0" algn="l" defTabSz="914400" rtl="0" eaLnBrk="0" fontAlgn="base" latinLnBrk="0" hangingPunct="0">
              <a:lnSpc>
                <a:spcPct val="100000"/>
              </a:lnSpc>
              <a:spcBef>
                <a:spcPct val="0"/>
              </a:spcBef>
              <a:spcAft>
                <a:spcPct val="0"/>
              </a:spcAft>
              <a:buClrTx/>
              <a:buSzTx/>
              <a:buFontTx/>
              <a:buNone/>
              <a:defRPr/>
            </a:pPr>
            <a:endParaRPr kumimoji="0" sz="205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74" name="object 71"/>
          <p:cNvSpPr/>
          <p:nvPr/>
        </p:nvSpPr>
        <p:spPr>
          <a:xfrm>
            <a:off x="6294438" y="5467350"/>
            <a:ext cx="493713" cy="246063"/>
          </a:xfrm>
          <a:custGeom>
            <a:avLst/>
            <a:gdLst/>
            <a:ahLst/>
            <a:cxnLst/>
            <a:rect l="l" t="t" r="r" b="b"/>
            <a:pathLst>
              <a:path w="576579" h="287654">
                <a:moveTo>
                  <a:pt x="0" y="0"/>
                </a:moveTo>
                <a:lnTo>
                  <a:pt x="0" y="287274"/>
                </a:lnTo>
                <a:lnTo>
                  <a:pt x="576072" y="287274"/>
                </a:lnTo>
                <a:lnTo>
                  <a:pt x="576072" y="0"/>
                </a:lnTo>
                <a:lnTo>
                  <a:pt x="0" y="0"/>
                </a:lnTo>
                <a:close/>
              </a:path>
            </a:pathLst>
          </a:custGeom>
          <a:solidFill>
            <a:srgbClr val="FFFF00"/>
          </a:solidFill>
        </p:spPr>
        <p:txBody>
          <a:bodyPr lIns="0" tIns="0" rIns="0" bIns="0"/>
          <a:lstStyle/>
          <a:p>
            <a:pPr marL="0" marR="0" lvl="0" indent="0" algn="l" defTabSz="914400" rtl="0" eaLnBrk="0" fontAlgn="base" latinLnBrk="0" hangingPunct="0">
              <a:lnSpc>
                <a:spcPct val="100000"/>
              </a:lnSpc>
              <a:spcBef>
                <a:spcPct val="0"/>
              </a:spcBef>
              <a:spcAft>
                <a:spcPct val="0"/>
              </a:spcAft>
              <a:buClrTx/>
              <a:buSzTx/>
              <a:buFontTx/>
              <a:buNone/>
              <a:defRPr/>
            </a:pPr>
            <a:endParaRPr kumimoji="0" sz="205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75" name="object 72"/>
          <p:cNvSpPr/>
          <p:nvPr/>
        </p:nvSpPr>
        <p:spPr>
          <a:xfrm>
            <a:off x="6294438" y="5467350"/>
            <a:ext cx="493713" cy="246063"/>
          </a:xfrm>
          <a:custGeom>
            <a:avLst/>
            <a:gdLst/>
            <a:ahLst/>
            <a:cxnLst/>
            <a:rect l="l" t="t" r="r" b="b"/>
            <a:pathLst>
              <a:path w="576579" h="287654">
                <a:moveTo>
                  <a:pt x="0" y="0"/>
                </a:moveTo>
                <a:lnTo>
                  <a:pt x="0" y="287274"/>
                </a:lnTo>
                <a:lnTo>
                  <a:pt x="576072" y="287274"/>
                </a:lnTo>
                <a:lnTo>
                  <a:pt x="576072" y="0"/>
                </a:lnTo>
                <a:lnTo>
                  <a:pt x="0" y="0"/>
                </a:lnTo>
                <a:close/>
              </a:path>
            </a:pathLst>
          </a:custGeom>
          <a:ln w="19050">
            <a:solidFill>
              <a:srgbClr val="000000"/>
            </a:solidFill>
          </a:ln>
        </p:spPr>
        <p:txBody>
          <a:bodyPr lIns="0" tIns="0" rIns="0" bIns="0"/>
          <a:lstStyle/>
          <a:p>
            <a:pPr marL="0" marR="0" lvl="0" indent="0" algn="l" defTabSz="914400" rtl="0" eaLnBrk="0" fontAlgn="base" latinLnBrk="0" hangingPunct="0">
              <a:lnSpc>
                <a:spcPct val="100000"/>
              </a:lnSpc>
              <a:spcBef>
                <a:spcPct val="0"/>
              </a:spcBef>
              <a:spcAft>
                <a:spcPct val="0"/>
              </a:spcAft>
              <a:buClrTx/>
              <a:buSzTx/>
              <a:buFontTx/>
              <a:buNone/>
              <a:defRPr/>
            </a:pPr>
            <a:endParaRPr kumimoji="0" sz="205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76" name="object 73"/>
          <p:cNvSpPr/>
          <p:nvPr/>
        </p:nvSpPr>
        <p:spPr>
          <a:xfrm>
            <a:off x="6911975" y="5467350"/>
            <a:ext cx="492125" cy="244475"/>
          </a:xfrm>
          <a:custGeom>
            <a:avLst/>
            <a:gdLst/>
            <a:ahLst/>
            <a:cxnLst/>
            <a:rect l="l" t="t" r="r" b="b"/>
            <a:pathLst>
              <a:path w="576579" h="287654">
                <a:moveTo>
                  <a:pt x="0" y="0"/>
                </a:moveTo>
                <a:lnTo>
                  <a:pt x="0" y="287274"/>
                </a:lnTo>
                <a:lnTo>
                  <a:pt x="576072" y="287274"/>
                </a:lnTo>
                <a:lnTo>
                  <a:pt x="576072" y="0"/>
                </a:lnTo>
                <a:lnTo>
                  <a:pt x="0" y="0"/>
                </a:lnTo>
                <a:close/>
              </a:path>
            </a:pathLst>
          </a:custGeom>
          <a:solidFill>
            <a:srgbClr val="FFFF00"/>
          </a:solidFill>
        </p:spPr>
        <p:txBody>
          <a:bodyPr lIns="0" tIns="0" rIns="0" bIns="0"/>
          <a:lstStyle/>
          <a:p>
            <a:pPr marL="0" marR="0" lvl="0" indent="0" algn="l" defTabSz="914400" rtl="0" eaLnBrk="0" fontAlgn="base" latinLnBrk="0" hangingPunct="0">
              <a:lnSpc>
                <a:spcPct val="100000"/>
              </a:lnSpc>
              <a:spcBef>
                <a:spcPct val="0"/>
              </a:spcBef>
              <a:spcAft>
                <a:spcPct val="0"/>
              </a:spcAft>
              <a:buClrTx/>
              <a:buSzTx/>
              <a:buFontTx/>
              <a:buNone/>
              <a:defRPr/>
            </a:pPr>
            <a:endParaRPr kumimoji="0" sz="205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77" name="object 74"/>
          <p:cNvSpPr/>
          <p:nvPr/>
        </p:nvSpPr>
        <p:spPr>
          <a:xfrm>
            <a:off x="6911975" y="5467350"/>
            <a:ext cx="492125" cy="244475"/>
          </a:xfrm>
          <a:custGeom>
            <a:avLst/>
            <a:gdLst/>
            <a:ahLst/>
            <a:cxnLst/>
            <a:rect l="l" t="t" r="r" b="b"/>
            <a:pathLst>
              <a:path w="576579" h="287654">
                <a:moveTo>
                  <a:pt x="0" y="0"/>
                </a:moveTo>
                <a:lnTo>
                  <a:pt x="0" y="287274"/>
                </a:lnTo>
                <a:lnTo>
                  <a:pt x="576072" y="287274"/>
                </a:lnTo>
                <a:lnTo>
                  <a:pt x="576072" y="0"/>
                </a:lnTo>
                <a:lnTo>
                  <a:pt x="0" y="0"/>
                </a:lnTo>
                <a:close/>
              </a:path>
            </a:pathLst>
          </a:custGeom>
          <a:ln w="19050">
            <a:solidFill>
              <a:srgbClr val="000000"/>
            </a:solidFill>
          </a:ln>
        </p:spPr>
        <p:txBody>
          <a:bodyPr lIns="0" tIns="0" rIns="0" bIns="0"/>
          <a:lstStyle/>
          <a:p>
            <a:pPr marL="0" marR="0" lvl="0" indent="0" algn="l" defTabSz="914400" rtl="0" eaLnBrk="0" fontAlgn="base" latinLnBrk="0" hangingPunct="0">
              <a:lnSpc>
                <a:spcPct val="100000"/>
              </a:lnSpc>
              <a:spcBef>
                <a:spcPct val="0"/>
              </a:spcBef>
              <a:spcAft>
                <a:spcPct val="0"/>
              </a:spcAft>
              <a:buClrTx/>
              <a:buSzTx/>
              <a:buFontTx/>
              <a:buNone/>
              <a:defRPr/>
            </a:pPr>
            <a:endParaRPr kumimoji="0" sz="205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78" name="object 75"/>
          <p:cNvSpPr/>
          <p:nvPr/>
        </p:nvSpPr>
        <p:spPr>
          <a:xfrm>
            <a:off x="7526338" y="5467350"/>
            <a:ext cx="493713" cy="244475"/>
          </a:xfrm>
          <a:custGeom>
            <a:avLst/>
            <a:gdLst/>
            <a:ahLst/>
            <a:cxnLst/>
            <a:rect l="l" t="t" r="r" b="b"/>
            <a:pathLst>
              <a:path w="577215" h="287654">
                <a:moveTo>
                  <a:pt x="0" y="0"/>
                </a:moveTo>
                <a:lnTo>
                  <a:pt x="0" y="287274"/>
                </a:lnTo>
                <a:lnTo>
                  <a:pt x="576833" y="287274"/>
                </a:lnTo>
                <a:lnTo>
                  <a:pt x="576833" y="0"/>
                </a:lnTo>
                <a:lnTo>
                  <a:pt x="0" y="0"/>
                </a:lnTo>
                <a:close/>
              </a:path>
            </a:pathLst>
          </a:custGeom>
          <a:solidFill>
            <a:srgbClr val="FFFF00"/>
          </a:solidFill>
        </p:spPr>
        <p:txBody>
          <a:bodyPr lIns="0" tIns="0" rIns="0" bIns="0"/>
          <a:lstStyle/>
          <a:p>
            <a:pPr marL="0" marR="0" lvl="0" indent="0" algn="l" defTabSz="914400" rtl="0" eaLnBrk="0" fontAlgn="base" latinLnBrk="0" hangingPunct="0">
              <a:lnSpc>
                <a:spcPct val="100000"/>
              </a:lnSpc>
              <a:spcBef>
                <a:spcPct val="0"/>
              </a:spcBef>
              <a:spcAft>
                <a:spcPct val="0"/>
              </a:spcAft>
              <a:buClrTx/>
              <a:buSzTx/>
              <a:buFontTx/>
              <a:buNone/>
              <a:defRPr/>
            </a:pPr>
            <a:endParaRPr kumimoji="0" sz="205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79" name="object 76"/>
          <p:cNvSpPr/>
          <p:nvPr/>
        </p:nvSpPr>
        <p:spPr>
          <a:xfrm>
            <a:off x="7526338" y="5467350"/>
            <a:ext cx="493713" cy="244475"/>
          </a:xfrm>
          <a:custGeom>
            <a:avLst/>
            <a:gdLst/>
            <a:ahLst/>
            <a:cxnLst/>
            <a:rect l="l" t="t" r="r" b="b"/>
            <a:pathLst>
              <a:path w="577215" h="287654">
                <a:moveTo>
                  <a:pt x="0" y="0"/>
                </a:moveTo>
                <a:lnTo>
                  <a:pt x="0" y="287274"/>
                </a:lnTo>
                <a:lnTo>
                  <a:pt x="576833" y="287274"/>
                </a:lnTo>
                <a:lnTo>
                  <a:pt x="576833" y="0"/>
                </a:lnTo>
                <a:lnTo>
                  <a:pt x="0" y="0"/>
                </a:lnTo>
                <a:close/>
              </a:path>
            </a:pathLst>
          </a:custGeom>
          <a:ln w="19050">
            <a:solidFill>
              <a:srgbClr val="000000"/>
            </a:solidFill>
          </a:ln>
        </p:spPr>
        <p:txBody>
          <a:bodyPr lIns="0" tIns="0" rIns="0" bIns="0"/>
          <a:lstStyle/>
          <a:p>
            <a:pPr marL="0" marR="0" lvl="0" indent="0" algn="l" defTabSz="914400" rtl="0" eaLnBrk="0" fontAlgn="base" latinLnBrk="0" hangingPunct="0">
              <a:lnSpc>
                <a:spcPct val="100000"/>
              </a:lnSpc>
              <a:spcBef>
                <a:spcPct val="0"/>
              </a:spcBef>
              <a:spcAft>
                <a:spcPct val="0"/>
              </a:spcAft>
              <a:buClrTx/>
              <a:buSzTx/>
              <a:buFontTx/>
              <a:buNone/>
              <a:defRPr/>
            </a:pPr>
            <a:endParaRPr kumimoji="0" sz="205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80" name="object 77"/>
          <p:cNvSpPr/>
          <p:nvPr/>
        </p:nvSpPr>
        <p:spPr>
          <a:xfrm>
            <a:off x="6111875" y="5556250"/>
            <a:ext cx="184150" cy="65088"/>
          </a:xfrm>
          <a:custGeom>
            <a:avLst/>
            <a:gdLst/>
            <a:ahLst/>
            <a:cxnLst/>
            <a:rect l="l" t="t" r="r" b="b"/>
            <a:pathLst>
              <a:path w="216534" h="76200">
                <a:moveTo>
                  <a:pt x="152400" y="47244"/>
                </a:moveTo>
                <a:lnTo>
                  <a:pt x="152400" y="28194"/>
                </a:lnTo>
                <a:lnTo>
                  <a:pt x="0" y="28194"/>
                </a:lnTo>
                <a:lnTo>
                  <a:pt x="0" y="47244"/>
                </a:lnTo>
                <a:lnTo>
                  <a:pt x="152400" y="47244"/>
                </a:lnTo>
                <a:close/>
              </a:path>
              <a:path w="216534" h="76200">
                <a:moveTo>
                  <a:pt x="216420" y="38100"/>
                </a:moveTo>
                <a:lnTo>
                  <a:pt x="140220" y="0"/>
                </a:lnTo>
                <a:lnTo>
                  <a:pt x="140220" y="28194"/>
                </a:lnTo>
                <a:lnTo>
                  <a:pt x="152400" y="28194"/>
                </a:lnTo>
                <a:lnTo>
                  <a:pt x="152400" y="70110"/>
                </a:lnTo>
                <a:lnTo>
                  <a:pt x="216420" y="38100"/>
                </a:lnTo>
                <a:close/>
              </a:path>
              <a:path w="216534" h="76200">
                <a:moveTo>
                  <a:pt x="152400" y="70110"/>
                </a:moveTo>
                <a:lnTo>
                  <a:pt x="152400" y="47244"/>
                </a:lnTo>
                <a:lnTo>
                  <a:pt x="140220" y="47244"/>
                </a:lnTo>
                <a:lnTo>
                  <a:pt x="140220" y="76200"/>
                </a:lnTo>
                <a:lnTo>
                  <a:pt x="152400" y="70110"/>
                </a:lnTo>
                <a:close/>
              </a:path>
            </a:pathLst>
          </a:custGeom>
          <a:solidFill>
            <a:srgbClr val="000000"/>
          </a:solidFill>
        </p:spPr>
        <p:txBody>
          <a:bodyPr lIns="0" tIns="0" rIns="0" bIns="0"/>
          <a:lstStyle/>
          <a:p>
            <a:pPr marL="0" marR="0" lvl="0" indent="0" algn="l" defTabSz="914400" rtl="0" eaLnBrk="0" fontAlgn="base" latinLnBrk="0" hangingPunct="0">
              <a:lnSpc>
                <a:spcPct val="100000"/>
              </a:lnSpc>
              <a:spcBef>
                <a:spcPct val="0"/>
              </a:spcBef>
              <a:spcAft>
                <a:spcPct val="0"/>
              </a:spcAft>
              <a:buClrTx/>
              <a:buSzTx/>
              <a:buFontTx/>
              <a:buNone/>
              <a:defRPr/>
            </a:pPr>
            <a:endParaRPr kumimoji="0" sz="205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81" name="object 78"/>
          <p:cNvSpPr/>
          <p:nvPr/>
        </p:nvSpPr>
        <p:spPr>
          <a:xfrm>
            <a:off x="6727825" y="5556250"/>
            <a:ext cx="184150" cy="65088"/>
          </a:xfrm>
          <a:custGeom>
            <a:avLst/>
            <a:gdLst/>
            <a:ahLst/>
            <a:cxnLst/>
            <a:rect l="l" t="t" r="r" b="b"/>
            <a:pathLst>
              <a:path w="216534" h="76200">
                <a:moveTo>
                  <a:pt x="152400" y="47244"/>
                </a:moveTo>
                <a:lnTo>
                  <a:pt x="152400" y="28194"/>
                </a:lnTo>
                <a:lnTo>
                  <a:pt x="0" y="28194"/>
                </a:lnTo>
                <a:lnTo>
                  <a:pt x="0" y="47244"/>
                </a:lnTo>
                <a:lnTo>
                  <a:pt x="152400" y="47244"/>
                </a:lnTo>
                <a:close/>
              </a:path>
              <a:path w="216534" h="76200">
                <a:moveTo>
                  <a:pt x="216420" y="38100"/>
                </a:moveTo>
                <a:lnTo>
                  <a:pt x="140220" y="0"/>
                </a:lnTo>
                <a:lnTo>
                  <a:pt x="140220" y="28194"/>
                </a:lnTo>
                <a:lnTo>
                  <a:pt x="152400" y="28194"/>
                </a:lnTo>
                <a:lnTo>
                  <a:pt x="152400" y="70110"/>
                </a:lnTo>
                <a:lnTo>
                  <a:pt x="216420" y="38100"/>
                </a:lnTo>
                <a:close/>
              </a:path>
              <a:path w="216534" h="76200">
                <a:moveTo>
                  <a:pt x="152400" y="70110"/>
                </a:moveTo>
                <a:lnTo>
                  <a:pt x="152400" y="47244"/>
                </a:lnTo>
                <a:lnTo>
                  <a:pt x="140220" y="47244"/>
                </a:lnTo>
                <a:lnTo>
                  <a:pt x="140220" y="76200"/>
                </a:lnTo>
                <a:lnTo>
                  <a:pt x="152400" y="70110"/>
                </a:lnTo>
                <a:close/>
              </a:path>
            </a:pathLst>
          </a:custGeom>
          <a:solidFill>
            <a:srgbClr val="000000"/>
          </a:solidFill>
        </p:spPr>
        <p:txBody>
          <a:bodyPr lIns="0" tIns="0" rIns="0" bIns="0"/>
          <a:lstStyle/>
          <a:p>
            <a:pPr marL="0" marR="0" lvl="0" indent="0" algn="l" defTabSz="914400" rtl="0" eaLnBrk="0" fontAlgn="base" latinLnBrk="0" hangingPunct="0">
              <a:lnSpc>
                <a:spcPct val="100000"/>
              </a:lnSpc>
              <a:spcBef>
                <a:spcPct val="0"/>
              </a:spcBef>
              <a:spcAft>
                <a:spcPct val="0"/>
              </a:spcAft>
              <a:buClrTx/>
              <a:buSzTx/>
              <a:buFontTx/>
              <a:buNone/>
              <a:defRPr/>
            </a:pPr>
            <a:endParaRPr kumimoji="0" sz="205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82" name="object 79"/>
          <p:cNvSpPr/>
          <p:nvPr/>
        </p:nvSpPr>
        <p:spPr>
          <a:xfrm>
            <a:off x="7342188" y="5556250"/>
            <a:ext cx="185738" cy="65088"/>
          </a:xfrm>
          <a:custGeom>
            <a:avLst/>
            <a:gdLst/>
            <a:ahLst/>
            <a:cxnLst/>
            <a:rect l="l" t="t" r="r" b="b"/>
            <a:pathLst>
              <a:path w="215900" h="76200">
                <a:moveTo>
                  <a:pt x="152400" y="47244"/>
                </a:moveTo>
                <a:lnTo>
                  <a:pt x="152400" y="28194"/>
                </a:lnTo>
                <a:lnTo>
                  <a:pt x="0" y="28194"/>
                </a:lnTo>
                <a:lnTo>
                  <a:pt x="0" y="47244"/>
                </a:lnTo>
                <a:lnTo>
                  <a:pt x="152400" y="47244"/>
                </a:lnTo>
                <a:close/>
              </a:path>
              <a:path w="215900" h="76200">
                <a:moveTo>
                  <a:pt x="215646" y="38100"/>
                </a:moveTo>
                <a:lnTo>
                  <a:pt x="139446" y="0"/>
                </a:lnTo>
                <a:lnTo>
                  <a:pt x="139446" y="28194"/>
                </a:lnTo>
                <a:lnTo>
                  <a:pt x="152400" y="28194"/>
                </a:lnTo>
                <a:lnTo>
                  <a:pt x="152400" y="69723"/>
                </a:lnTo>
                <a:lnTo>
                  <a:pt x="215646" y="38100"/>
                </a:lnTo>
                <a:close/>
              </a:path>
              <a:path w="215900" h="76200">
                <a:moveTo>
                  <a:pt x="152400" y="69723"/>
                </a:moveTo>
                <a:lnTo>
                  <a:pt x="152400" y="47244"/>
                </a:lnTo>
                <a:lnTo>
                  <a:pt x="139446" y="47244"/>
                </a:lnTo>
                <a:lnTo>
                  <a:pt x="139446" y="76200"/>
                </a:lnTo>
                <a:lnTo>
                  <a:pt x="152400" y="69723"/>
                </a:lnTo>
                <a:close/>
              </a:path>
            </a:pathLst>
          </a:custGeom>
          <a:solidFill>
            <a:srgbClr val="000000"/>
          </a:solidFill>
        </p:spPr>
        <p:txBody>
          <a:bodyPr lIns="0" tIns="0" rIns="0" bIns="0"/>
          <a:lstStyle/>
          <a:p>
            <a:pPr marL="0" marR="0" lvl="0" indent="0" algn="l" defTabSz="914400" rtl="0" eaLnBrk="0" fontAlgn="base" latinLnBrk="0" hangingPunct="0">
              <a:lnSpc>
                <a:spcPct val="100000"/>
              </a:lnSpc>
              <a:spcBef>
                <a:spcPct val="0"/>
              </a:spcBef>
              <a:spcAft>
                <a:spcPct val="0"/>
              </a:spcAft>
              <a:buClrTx/>
              <a:buSzTx/>
              <a:buFontTx/>
              <a:buNone/>
              <a:defRPr/>
            </a:pPr>
            <a:endParaRPr kumimoji="0" sz="205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76879" name="object 80"/>
          <p:cNvSpPr txBox="1"/>
          <p:nvPr/>
        </p:nvSpPr>
        <p:spPr>
          <a:xfrm>
            <a:off x="4875213" y="4303713"/>
            <a:ext cx="1236662" cy="1133475"/>
          </a:xfrm>
          <a:prstGeom prst="rect">
            <a:avLst/>
          </a:prstGeom>
          <a:noFill/>
          <a:ln w="9525">
            <a:noFill/>
          </a:ln>
        </p:spPr>
        <p:txBody>
          <a:bodyPr lIns="0" tIns="0" rIns="0" bIns="0">
            <a:spAutoFit/>
          </a:bodyPr>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9525" lvl="0" indent="0">
              <a:spcBef>
                <a:spcPct val="0"/>
              </a:spcBef>
              <a:buClrTx/>
              <a:buFontTx/>
              <a:buNone/>
            </a:pPr>
            <a:r>
              <a:rPr lang="zh-CN" altLang="zh-CN" sz="1700">
                <a:latin typeface="宋体" panose="02010600030101010101" pitchFamily="2" charset="-122"/>
                <a:ea typeface="宋体" panose="02010600030101010101" pitchFamily="2" charset="-122"/>
              </a:rPr>
              <a:t>输入队列</a:t>
            </a:r>
            <a:r>
              <a:rPr lang="en-US" altLang="zh-CN" sz="1700">
                <a:latin typeface="宋体" panose="02010600030101010101" pitchFamily="2" charset="-122"/>
                <a:ea typeface="宋体" panose="02010600030101010101" pitchFamily="2" charset="-122"/>
              </a:rPr>
              <a:t>inq</a:t>
            </a:r>
            <a:endParaRPr lang="zh-CN" altLang="zh-CN" sz="1700" b="0">
              <a:latin typeface="宋体" panose="02010600030101010101" pitchFamily="2" charset="-122"/>
              <a:ea typeface="宋体" panose="02010600030101010101" pitchFamily="2" charset="-122"/>
            </a:endParaRPr>
          </a:p>
          <a:p>
            <a:pPr marL="9525" lvl="0" indent="0">
              <a:spcBef>
                <a:spcPct val="0"/>
              </a:spcBef>
              <a:buClrTx/>
              <a:buFontTx/>
              <a:buNone/>
            </a:pPr>
            <a:endParaRPr lang="zh-CN" altLang="zh-CN" sz="1700" b="0">
              <a:ea typeface="宋体" panose="02010600030101010101" pitchFamily="2" charset="-122"/>
            </a:endParaRPr>
          </a:p>
          <a:p>
            <a:pPr marL="9525" lvl="0" indent="0">
              <a:spcBef>
                <a:spcPct val="0"/>
              </a:spcBef>
              <a:buClrTx/>
              <a:buFontTx/>
              <a:buNone/>
            </a:pPr>
            <a:endParaRPr lang="zh-CN" altLang="zh-CN" sz="2300" b="0">
              <a:ea typeface="宋体" panose="02010600030101010101" pitchFamily="2" charset="-122"/>
            </a:endParaRPr>
          </a:p>
          <a:p>
            <a:pPr marL="9525" lvl="0" indent="0">
              <a:lnSpc>
                <a:spcPts val="2040"/>
              </a:lnSpc>
              <a:spcBef>
                <a:spcPct val="0"/>
              </a:spcBef>
              <a:buClrTx/>
              <a:buFontTx/>
              <a:buNone/>
            </a:pPr>
            <a:r>
              <a:rPr lang="zh-CN" altLang="zh-CN" sz="1700">
                <a:latin typeface="宋体" panose="02010600030101010101" pitchFamily="2" charset="-122"/>
                <a:ea typeface="宋体" panose="02010600030101010101" pitchFamily="2" charset="-122"/>
              </a:rPr>
              <a:t>输出队列</a:t>
            </a:r>
            <a:r>
              <a:rPr lang="en-US" altLang="zh-CN" sz="1700">
                <a:latin typeface="宋体" panose="02010600030101010101" pitchFamily="2" charset="-122"/>
                <a:ea typeface="宋体" panose="02010600030101010101" pitchFamily="2" charset="-122"/>
              </a:rPr>
              <a:t>ouq</a:t>
            </a:r>
            <a:endParaRPr lang="zh-CN" altLang="zh-CN" sz="1700" b="0">
              <a:latin typeface="宋体" panose="02010600030101010101" pitchFamily="2" charset="-122"/>
              <a:ea typeface="宋体" panose="02010600030101010101" pitchFamily="2" charset="-122"/>
            </a:endParaRPr>
          </a:p>
        </p:txBody>
      </p:sp>
      <p:sp>
        <p:nvSpPr>
          <p:cNvPr id="84" name="object 81"/>
          <p:cNvSpPr/>
          <p:nvPr/>
        </p:nvSpPr>
        <p:spPr>
          <a:xfrm>
            <a:off x="4521200" y="3683000"/>
            <a:ext cx="174625" cy="1600200"/>
          </a:xfrm>
          <a:custGeom>
            <a:avLst/>
            <a:gdLst/>
            <a:ahLst/>
            <a:cxnLst/>
            <a:rect l="l" t="t" r="r" b="b"/>
            <a:pathLst>
              <a:path w="205104" h="1870710">
                <a:moveTo>
                  <a:pt x="205079" y="0"/>
                </a:moveTo>
                <a:lnTo>
                  <a:pt x="159963" y="13950"/>
                </a:lnTo>
                <a:lnTo>
                  <a:pt x="132073" y="40394"/>
                </a:lnTo>
                <a:lnTo>
                  <a:pt x="111226" y="77681"/>
                </a:lnTo>
                <a:lnTo>
                  <a:pt x="99169" y="123245"/>
                </a:lnTo>
                <a:lnTo>
                  <a:pt x="96875" y="779526"/>
                </a:lnTo>
                <a:lnTo>
                  <a:pt x="96232" y="796559"/>
                </a:lnTo>
                <a:lnTo>
                  <a:pt x="87147" y="844118"/>
                </a:lnTo>
                <a:lnTo>
                  <a:pt x="68755" y="884328"/>
                </a:lnTo>
                <a:lnTo>
                  <a:pt x="42899" y="914574"/>
                </a:lnTo>
                <a:lnTo>
                  <a:pt x="0" y="934879"/>
                </a:lnTo>
                <a:lnTo>
                  <a:pt x="9960" y="936020"/>
                </a:lnTo>
                <a:lnTo>
                  <a:pt x="48037" y="958136"/>
                </a:lnTo>
                <a:lnTo>
                  <a:pt x="72006" y="990293"/>
                </a:lnTo>
                <a:lnTo>
                  <a:pt x="89112" y="1032729"/>
                </a:lnTo>
                <a:lnTo>
                  <a:pt x="96716" y="1082685"/>
                </a:lnTo>
                <a:lnTo>
                  <a:pt x="96875" y="1715262"/>
                </a:lnTo>
                <a:lnTo>
                  <a:pt x="97507" y="1732295"/>
                </a:lnTo>
                <a:lnTo>
                  <a:pt x="106483" y="1779854"/>
                </a:lnTo>
                <a:lnTo>
                  <a:pt x="124728" y="1820064"/>
                </a:lnTo>
                <a:lnTo>
                  <a:pt x="150511" y="1850310"/>
                </a:lnTo>
                <a:lnTo>
                  <a:pt x="182100" y="1867975"/>
                </a:lnTo>
                <a:lnTo>
                  <a:pt x="193621" y="1870615"/>
                </a:lnTo>
              </a:path>
            </a:pathLst>
          </a:custGeom>
          <a:ln w="28574">
            <a:solidFill>
              <a:srgbClr val="000000"/>
            </a:solidFill>
          </a:ln>
        </p:spPr>
        <p:txBody>
          <a:bodyPr lIns="0" tIns="0" rIns="0" bIns="0"/>
          <a:lstStyle/>
          <a:p>
            <a:pPr marL="0" marR="0" lvl="0" indent="0" algn="l" defTabSz="914400" rtl="0" eaLnBrk="0" fontAlgn="base" latinLnBrk="0" hangingPunct="0">
              <a:lnSpc>
                <a:spcPct val="100000"/>
              </a:lnSpc>
              <a:spcBef>
                <a:spcPct val="0"/>
              </a:spcBef>
              <a:spcAft>
                <a:spcPct val="0"/>
              </a:spcAft>
              <a:buClrTx/>
              <a:buSzTx/>
              <a:buFontTx/>
              <a:buNone/>
              <a:defRPr/>
            </a:pPr>
            <a:endParaRPr kumimoji="0" sz="205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76881" name="文本框 2"/>
          <p:cNvSpPr txBox="1"/>
          <p:nvPr/>
        </p:nvSpPr>
        <p:spPr>
          <a:xfrm>
            <a:off x="4500563" y="5876925"/>
            <a:ext cx="4545012" cy="40005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0" lvl="0" indent="0">
              <a:spcBef>
                <a:spcPct val="0"/>
              </a:spcBef>
              <a:buClrTx/>
              <a:buFontTx/>
              <a:buNone/>
            </a:pPr>
            <a:r>
              <a:rPr lang="zh-CN" altLang="en-US" sz="2000" b="0"/>
              <a:t>队首（尾）指针指向队首（尾）缓冲区</a:t>
            </a:r>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5" name="灯片编号占位符 3"/>
          <p:cNvSpPr txBox="1">
            <a:spLocks noGrp="1"/>
          </p:cNvSpPr>
          <p:nvPr>
            <p:ph type="sldNum" sz="quarter" idx="12"/>
          </p:nvPr>
        </p:nvSpPr>
        <p:spPr>
          <a:xfrm>
            <a:off x="431800" y="6229350"/>
            <a:ext cx="2311400" cy="457200"/>
          </a:xfrm>
        </p:spPr>
        <p:txBody>
          <a:bodyPr anchor="b" anchorCtr="0"/>
          <a:lstStyle/>
          <a:p>
            <a:pPr marL="0" indent="0">
              <a:spcBef>
                <a:spcPct val="50000"/>
              </a:spcBef>
              <a:buClrTx/>
              <a:buFontTx/>
              <a:buNone/>
            </a:pPr>
            <a:r>
              <a:rPr lang="zh-CN" altLang="en-US" sz="1200" b="0">
                <a:solidFill>
                  <a:srgbClr val="3366CC"/>
                </a:solidFill>
                <a:ea typeface="宋体" panose="02010600030101010101" pitchFamily="2" charset="-122"/>
              </a:rPr>
              <a:t>第</a:t>
            </a:r>
            <a:fld id="{9A0DB2DC-4C9A-4742-B13C-FB6460FD3503}" type="slidenum">
              <a:rPr lang="zh-TW" altLang="en-US" sz="1200" b="0">
                <a:solidFill>
                  <a:srgbClr val="3366CC"/>
                </a:solidFill>
                <a:ea typeface="PMingLiU" pitchFamily="18" charset="-120"/>
              </a:rPr>
              <a:t>63</a:t>
            </a:fld>
            <a:r>
              <a:rPr lang="zh-CN" altLang="en-US" sz="1200" b="0">
                <a:solidFill>
                  <a:srgbClr val="3366CC"/>
                </a:solidFill>
                <a:ea typeface="宋体" panose="02010600030101010101" pitchFamily="2" charset="-122"/>
              </a:rPr>
              <a:t>页</a:t>
            </a:r>
            <a:endParaRPr lang="zh-TW" altLang="en-US" sz="1200" b="0">
              <a:solidFill>
                <a:srgbClr val="3366CC"/>
              </a:solidFill>
              <a:ea typeface="宋体" panose="02010600030101010101" pitchFamily="2" charset="-122"/>
            </a:endParaRPr>
          </a:p>
        </p:txBody>
      </p:sp>
      <p:sp>
        <p:nvSpPr>
          <p:cNvPr id="77826" name="Rectangle 2"/>
          <p:cNvSpPr>
            <a:spLocks noGrp="1"/>
          </p:cNvSpPr>
          <p:nvPr>
            <p:ph type="title"/>
          </p:nvPr>
        </p:nvSpPr>
        <p:spPr/>
        <p:txBody>
          <a:bodyPr vert="horz" wrap="square" lIns="91440" tIns="45720" rIns="91440" bIns="45720" anchor="b" anchorCtr="0"/>
          <a:lstStyle/>
          <a:p>
            <a:pPr eaLnBrk="1" hangingPunct="1"/>
            <a:r>
              <a:rPr lang="en-US" altLang="zh-CN"/>
              <a:t>7.6.1</a:t>
            </a:r>
            <a:r>
              <a:rPr lang="zh-CN" altLang="en-US"/>
              <a:t> 缓冲</a:t>
            </a:r>
          </a:p>
        </p:txBody>
      </p:sp>
      <p:sp>
        <p:nvSpPr>
          <p:cNvPr id="90115" name="object 3"/>
          <p:cNvSpPr txBox="1">
            <a:spLocks noChangeArrowheads="1"/>
          </p:cNvSpPr>
          <p:nvPr/>
        </p:nvSpPr>
        <p:spPr bwMode="auto">
          <a:xfrm>
            <a:off x="431800" y="1484313"/>
            <a:ext cx="7740650" cy="4924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9525" lvl="0" indent="0" defTabSz="914400">
              <a:spcBef>
                <a:spcPct val="0"/>
              </a:spcBef>
              <a:buClr>
                <a:srgbClr val="3333CC"/>
              </a:buClr>
              <a:buSzPct val="110000"/>
              <a:buNone/>
              <a:tabLst>
                <a:tab pos="466725" algn="l"/>
              </a:tabLst>
            </a:pPr>
            <a:r>
              <a:rPr lang="en-US" altLang="zh-CN" sz="2000" b="0" dirty="0">
                <a:latin typeface="黑体" panose="02010609060101010101" pitchFamily="49" charset="-122"/>
              </a:rPr>
              <a:t>1)</a:t>
            </a:r>
            <a:r>
              <a:rPr lang="zh-CN" altLang="en-US" sz="2000" b="0" dirty="0">
                <a:latin typeface="黑体" panose="02010609060101010101" pitchFamily="49" charset="-122"/>
              </a:rPr>
              <a:t>用于收容输入数据的工作缓冲区</a:t>
            </a:r>
            <a:r>
              <a:rPr lang="en-US" altLang="zh-CN" sz="2000" b="0" dirty="0">
                <a:latin typeface="黑体" panose="02010609060101010101" pitchFamily="49" charset="-122"/>
              </a:rPr>
              <a:t>(</a:t>
            </a:r>
            <a:r>
              <a:rPr lang="en-US" altLang="zh-CN" sz="2000" b="0" dirty="0" err="1">
                <a:latin typeface="黑体" panose="02010609060101010101" pitchFamily="49" charset="-122"/>
              </a:rPr>
              <a:t>hin</a:t>
            </a:r>
            <a:r>
              <a:rPr lang="en-US" altLang="zh-CN" sz="2000" b="0" dirty="0">
                <a:latin typeface="黑体" panose="02010609060101010101" pitchFamily="49" charset="-122"/>
              </a:rPr>
              <a:t>)</a:t>
            </a:r>
          </a:p>
          <a:p>
            <a:pPr marL="9525" lvl="0" indent="0" defTabSz="914400">
              <a:spcBef>
                <a:spcPct val="0"/>
              </a:spcBef>
              <a:buClr>
                <a:srgbClr val="3333CC"/>
              </a:buClr>
              <a:buSzPct val="110000"/>
              <a:buNone/>
              <a:tabLst>
                <a:tab pos="466725" algn="l"/>
              </a:tabLst>
            </a:pPr>
            <a:r>
              <a:rPr lang="en-US" altLang="zh-CN" sz="2000" b="0" dirty="0">
                <a:latin typeface="黑体" panose="02010609060101010101" pitchFamily="49" charset="-122"/>
              </a:rPr>
              <a:t>2)</a:t>
            </a:r>
            <a:r>
              <a:rPr lang="zh-CN" altLang="en-US" sz="2000" b="0" dirty="0">
                <a:latin typeface="黑体" panose="02010609060101010101" pitchFamily="49" charset="-122"/>
              </a:rPr>
              <a:t>用于提取输入数据的工作缓冲区</a:t>
            </a:r>
            <a:r>
              <a:rPr lang="en-US" altLang="zh-CN" sz="2000" b="0" dirty="0">
                <a:latin typeface="黑体" panose="02010609060101010101" pitchFamily="49" charset="-122"/>
              </a:rPr>
              <a:t>(sin)</a:t>
            </a:r>
          </a:p>
          <a:p>
            <a:pPr marL="9525" lvl="0" indent="0" defTabSz="914400">
              <a:spcBef>
                <a:spcPct val="0"/>
              </a:spcBef>
              <a:buClr>
                <a:srgbClr val="3333CC"/>
              </a:buClr>
              <a:buSzPct val="110000"/>
              <a:buNone/>
              <a:tabLst>
                <a:tab pos="466725" algn="l"/>
              </a:tabLst>
            </a:pPr>
            <a:r>
              <a:rPr lang="en-US" altLang="zh-CN" sz="2000" b="0" dirty="0">
                <a:latin typeface="黑体" panose="02010609060101010101" pitchFamily="49" charset="-122"/>
              </a:rPr>
              <a:t>3)</a:t>
            </a:r>
            <a:r>
              <a:rPr lang="zh-CN" altLang="en-US" sz="2000" b="0" dirty="0">
                <a:latin typeface="黑体" panose="02010609060101010101" pitchFamily="49" charset="-122"/>
              </a:rPr>
              <a:t>用于收容输出数据的工作缓冲区</a:t>
            </a:r>
            <a:r>
              <a:rPr lang="en-US" altLang="zh-CN" sz="2000" b="0" dirty="0">
                <a:latin typeface="黑体" panose="02010609060101010101" pitchFamily="49" charset="-122"/>
              </a:rPr>
              <a:t>(</a:t>
            </a:r>
            <a:r>
              <a:rPr lang="en-US" altLang="zh-CN" sz="2000" b="0" dirty="0" err="1">
                <a:latin typeface="黑体" panose="02010609060101010101" pitchFamily="49" charset="-122"/>
              </a:rPr>
              <a:t>hout</a:t>
            </a:r>
            <a:r>
              <a:rPr lang="en-US" altLang="zh-CN" sz="2000" b="0" dirty="0">
                <a:latin typeface="黑体" panose="02010609060101010101" pitchFamily="49" charset="-122"/>
              </a:rPr>
              <a:t>)</a:t>
            </a:r>
          </a:p>
          <a:p>
            <a:pPr marL="9525" lvl="0" indent="0" defTabSz="914400">
              <a:spcBef>
                <a:spcPct val="0"/>
              </a:spcBef>
              <a:buClr>
                <a:srgbClr val="3333CC"/>
              </a:buClr>
              <a:buSzPct val="110000"/>
              <a:buNone/>
              <a:tabLst>
                <a:tab pos="466725" algn="l"/>
              </a:tabLst>
            </a:pPr>
            <a:r>
              <a:rPr lang="en-US" altLang="zh-CN" sz="2000" b="0" dirty="0">
                <a:latin typeface="黑体" panose="02010609060101010101" pitchFamily="49" charset="-122"/>
              </a:rPr>
              <a:t>4)</a:t>
            </a:r>
            <a:r>
              <a:rPr lang="zh-CN" altLang="en-US" sz="2000" b="0" dirty="0">
                <a:latin typeface="黑体" panose="02010609060101010101" pitchFamily="49" charset="-122"/>
              </a:rPr>
              <a:t>用于提取输出数据的工作缓冲区</a:t>
            </a:r>
            <a:r>
              <a:rPr lang="en-US" altLang="zh-CN" sz="2000" b="0" dirty="0">
                <a:latin typeface="黑体" panose="02010609060101010101" pitchFamily="49" charset="-122"/>
              </a:rPr>
              <a:t>(</a:t>
            </a:r>
            <a:r>
              <a:rPr lang="en-US" altLang="zh-CN" sz="2000" b="0" dirty="0" err="1">
                <a:latin typeface="黑体" panose="02010609060101010101" pitchFamily="49" charset="-122"/>
              </a:rPr>
              <a:t>sout</a:t>
            </a:r>
            <a:r>
              <a:rPr lang="zh-CN" altLang="en-US" sz="2000" b="0" dirty="0">
                <a:latin typeface="黑体" panose="02010609060101010101" pitchFamily="49" charset="-122"/>
              </a:rPr>
              <a:t>）</a:t>
            </a:r>
            <a:endParaRPr lang="en-US" altLang="zh-CN" sz="2000" b="0" dirty="0">
              <a:latin typeface="黑体" panose="02010609060101010101" pitchFamily="49" charset="-122"/>
            </a:endParaRPr>
          </a:p>
          <a:p>
            <a:pPr marL="9525" lvl="0" indent="0" defTabSz="914400">
              <a:spcBef>
                <a:spcPct val="0"/>
              </a:spcBef>
              <a:buClr>
                <a:srgbClr val="3333CC"/>
              </a:buClr>
              <a:buSzPct val="110000"/>
              <a:buNone/>
              <a:tabLst>
                <a:tab pos="466725" algn="l"/>
              </a:tabLst>
            </a:pPr>
            <a:r>
              <a:rPr lang="en-US" altLang="zh-CN" sz="2000" b="0" dirty="0">
                <a:latin typeface="黑体" panose="02010609060101010101" pitchFamily="49" charset="-122"/>
              </a:rPr>
              <a:t>1</a:t>
            </a:r>
            <a:r>
              <a:rPr lang="zh-CN" altLang="en-US" sz="2000" b="0" dirty="0">
                <a:latin typeface="黑体" panose="02010609060101010101" pitchFamily="49" charset="-122"/>
              </a:rPr>
              <a:t>收容输入工作方式 </a:t>
            </a:r>
            <a:endParaRPr lang="en-US" altLang="zh-CN" sz="2000" b="0" dirty="0">
              <a:latin typeface="黑体" panose="02010609060101010101" pitchFamily="49" charset="-122"/>
            </a:endParaRPr>
          </a:p>
          <a:p>
            <a:pPr marL="9525" lvl="0" indent="0" defTabSz="914400">
              <a:spcBef>
                <a:spcPct val="0"/>
              </a:spcBef>
              <a:buClr>
                <a:srgbClr val="3333CC"/>
              </a:buClr>
              <a:buSzPct val="110000"/>
              <a:buNone/>
              <a:tabLst>
                <a:tab pos="466725" algn="l"/>
              </a:tabLst>
            </a:pPr>
            <a:r>
              <a:rPr lang="zh-CN" altLang="en-US" sz="2000" b="0" dirty="0">
                <a:latin typeface="黑体" panose="02010609060101010101" pitchFamily="49" charset="-122"/>
              </a:rPr>
              <a:t>调用</a:t>
            </a:r>
            <a:r>
              <a:rPr lang="en-US" altLang="zh-CN" sz="2000" b="0" dirty="0" err="1">
                <a:latin typeface="黑体" panose="02010609060101010101" pitchFamily="49" charset="-122"/>
              </a:rPr>
              <a:t>Getbuf</a:t>
            </a:r>
            <a:r>
              <a:rPr lang="en-US" altLang="zh-CN" sz="2000" b="0" dirty="0">
                <a:latin typeface="黑体" panose="02010609060101010101" pitchFamily="49" charset="-122"/>
              </a:rPr>
              <a:t>(</a:t>
            </a:r>
            <a:r>
              <a:rPr lang="en-US" altLang="zh-CN" sz="2000" b="0" dirty="0" err="1">
                <a:latin typeface="黑体" panose="02010609060101010101" pitchFamily="49" charset="-122"/>
              </a:rPr>
              <a:t>emp</a:t>
            </a:r>
            <a:r>
              <a:rPr lang="en-US" altLang="zh-CN" sz="2000" b="0" dirty="0">
                <a:latin typeface="黑体" panose="02010609060101010101" pitchFamily="49" charset="-122"/>
              </a:rPr>
              <a:t>)    </a:t>
            </a:r>
            <a:r>
              <a:rPr lang="zh-CN" altLang="en-US" sz="2000" b="0" dirty="0">
                <a:latin typeface="黑体" panose="02010609060101010101" pitchFamily="49" charset="-122"/>
              </a:rPr>
              <a:t>从</a:t>
            </a:r>
            <a:r>
              <a:rPr lang="en-US" altLang="zh-CN" sz="2000" b="0" dirty="0" err="1">
                <a:latin typeface="黑体" panose="02010609060101010101" pitchFamily="49" charset="-122"/>
              </a:rPr>
              <a:t>emp</a:t>
            </a:r>
            <a:r>
              <a:rPr lang="zh-CN" altLang="en-US" sz="2000" b="0" dirty="0">
                <a:latin typeface="黑体" panose="02010609060101010101" pitchFamily="49" charset="-122"/>
              </a:rPr>
              <a:t>队列的队首摘下一个空缓冲区</a:t>
            </a:r>
            <a:r>
              <a:rPr lang="en-US" altLang="zh-CN" sz="2000" b="0" dirty="0" err="1">
                <a:latin typeface="黑体" panose="02010609060101010101" pitchFamily="49" charset="-122"/>
              </a:rPr>
              <a:t>hin</a:t>
            </a:r>
            <a:endParaRPr lang="en-US" altLang="zh-CN" sz="2000" b="0" dirty="0">
              <a:latin typeface="黑体" panose="02010609060101010101" pitchFamily="49" charset="-122"/>
            </a:endParaRPr>
          </a:p>
          <a:p>
            <a:pPr marL="9525" lvl="0" indent="0" defTabSz="914400">
              <a:spcBef>
                <a:spcPct val="0"/>
              </a:spcBef>
              <a:buClr>
                <a:srgbClr val="3333CC"/>
              </a:buClr>
              <a:buSzPct val="110000"/>
              <a:buNone/>
              <a:tabLst>
                <a:tab pos="466725" algn="l"/>
              </a:tabLst>
            </a:pPr>
            <a:r>
              <a:rPr lang="zh-CN" altLang="en-US" sz="2000" b="0" dirty="0">
                <a:latin typeface="黑体" panose="02010609060101010101" pitchFamily="49" charset="-122"/>
              </a:rPr>
              <a:t>输入数据</a:t>
            </a:r>
            <a:r>
              <a:rPr lang="en-US" altLang="zh-CN" sz="2000" b="0" dirty="0">
                <a:latin typeface="黑体" panose="02010609060101010101" pitchFamily="49" charset="-122"/>
              </a:rPr>
              <a:t> </a:t>
            </a:r>
            <a:r>
              <a:rPr lang="zh-CN" altLang="en-US" sz="2000" b="0" dirty="0">
                <a:latin typeface="黑体" panose="02010609060101010101" pitchFamily="49" charset="-122"/>
              </a:rPr>
              <a:t>调用</a:t>
            </a:r>
            <a:r>
              <a:rPr lang="en-US" altLang="zh-CN" sz="2000" b="0" dirty="0" err="1">
                <a:latin typeface="黑体" panose="02010609060101010101" pitchFamily="49" charset="-122"/>
              </a:rPr>
              <a:t>Putbuf</a:t>
            </a:r>
            <a:r>
              <a:rPr lang="en-US" altLang="zh-CN" sz="2000" b="0" dirty="0">
                <a:latin typeface="黑体" panose="02010609060101010101" pitchFamily="49" charset="-122"/>
              </a:rPr>
              <a:t>(</a:t>
            </a:r>
            <a:r>
              <a:rPr lang="en-US" altLang="zh-CN" sz="2000" b="0" dirty="0" err="1">
                <a:latin typeface="黑体" panose="02010609060101010101" pitchFamily="49" charset="-122"/>
              </a:rPr>
              <a:t>inq,hin</a:t>
            </a:r>
            <a:r>
              <a:rPr lang="en-US" altLang="zh-CN" sz="2000" b="0" dirty="0">
                <a:latin typeface="黑体" panose="02010609060101010101" pitchFamily="49" charset="-122"/>
              </a:rPr>
              <a:t>),</a:t>
            </a:r>
            <a:r>
              <a:rPr lang="zh-CN" altLang="en-US" sz="2000" b="0" dirty="0">
                <a:latin typeface="黑体" panose="02010609060101010101" pitchFamily="49" charset="-122"/>
              </a:rPr>
              <a:t>将</a:t>
            </a:r>
            <a:r>
              <a:rPr lang="en-US" altLang="zh-CN" sz="2000" b="0" dirty="0" err="1">
                <a:latin typeface="黑体" panose="02010609060101010101" pitchFamily="49" charset="-122"/>
              </a:rPr>
              <a:t>hin</a:t>
            </a:r>
            <a:r>
              <a:rPr lang="zh-CN" altLang="en-US" sz="2000" b="0" dirty="0">
                <a:latin typeface="黑体" panose="02010609060101010101" pitchFamily="49" charset="-122"/>
              </a:rPr>
              <a:t>挂到</a:t>
            </a:r>
            <a:r>
              <a:rPr lang="en-US" altLang="zh-CN" sz="2000" b="0" dirty="0" err="1">
                <a:latin typeface="黑体" panose="02010609060101010101" pitchFamily="49" charset="-122"/>
              </a:rPr>
              <a:t>inq</a:t>
            </a:r>
            <a:r>
              <a:rPr lang="zh-CN" altLang="en-US" sz="2000" b="0" dirty="0">
                <a:latin typeface="黑体" panose="02010609060101010101" pitchFamily="49" charset="-122"/>
              </a:rPr>
              <a:t>队列的队尾</a:t>
            </a:r>
            <a:endParaRPr lang="en-US" altLang="zh-CN" sz="2000" b="0" dirty="0">
              <a:latin typeface="黑体" panose="02010609060101010101" pitchFamily="49" charset="-122"/>
            </a:endParaRPr>
          </a:p>
          <a:p>
            <a:pPr marL="9525" lvl="0" indent="0" defTabSz="914400">
              <a:spcBef>
                <a:spcPct val="0"/>
              </a:spcBef>
              <a:buClr>
                <a:srgbClr val="3333CC"/>
              </a:buClr>
              <a:buSzPct val="110000"/>
              <a:buNone/>
              <a:tabLst>
                <a:tab pos="466725" algn="l"/>
              </a:tabLst>
            </a:pPr>
            <a:r>
              <a:rPr lang="en-US" altLang="zh-CN" sz="2000" b="0" dirty="0">
                <a:latin typeface="黑体" panose="02010609060101010101" pitchFamily="49" charset="-122"/>
              </a:rPr>
              <a:t>2</a:t>
            </a:r>
            <a:r>
              <a:rPr lang="zh-CN" altLang="en-US" sz="2000" b="0" dirty="0">
                <a:latin typeface="黑体" panose="02010609060101010101" pitchFamily="49" charset="-122"/>
              </a:rPr>
              <a:t>提取输入工作方式 </a:t>
            </a:r>
            <a:endParaRPr lang="en-US" altLang="zh-CN" sz="2000" b="0" dirty="0">
              <a:latin typeface="黑体" panose="02010609060101010101" pitchFamily="49" charset="-122"/>
            </a:endParaRPr>
          </a:p>
          <a:p>
            <a:pPr marL="9525" lvl="0" indent="0" defTabSz="914400">
              <a:spcBef>
                <a:spcPct val="0"/>
              </a:spcBef>
              <a:buClr>
                <a:srgbClr val="3333CC"/>
              </a:buClr>
              <a:buSzPct val="110000"/>
              <a:buNone/>
              <a:tabLst>
                <a:tab pos="466725" algn="l"/>
              </a:tabLst>
            </a:pPr>
            <a:r>
              <a:rPr lang="zh-CN" altLang="en-US" sz="2000" b="0" dirty="0">
                <a:latin typeface="黑体" panose="02010609060101010101" pitchFamily="49" charset="-122"/>
              </a:rPr>
              <a:t>调用 </a:t>
            </a:r>
            <a:r>
              <a:rPr lang="en-US" altLang="zh-CN" sz="2000" b="0" dirty="0" err="1">
                <a:latin typeface="黑体" panose="02010609060101010101" pitchFamily="49" charset="-122"/>
              </a:rPr>
              <a:t>Getbuf</a:t>
            </a:r>
            <a:r>
              <a:rPr lang="en-US" altLang="zh-CN" sz="2000" b="0" dirty="0">
                <a:latin typeface="黑体" panose="02010609060101010101" pitchFamily="49" charset="-122"/>
              </a:rPr>
              <a:t>(</a:t>
            </a:r>
            <a:r>
              <a:rPr lang="en-US" altLang="zh-CN" sz="2000" b="0" dirty="0" err="1">
                <a:latin typeface="黑体" panose="02010609060101010101" pitchFamily="49" charset="-122"/>
              </a:rPr>
              <a:t>inq</a:t>
            </a:r>
            <a:r>
              <a:rPr lang="en-US" altLang="zh-CN" sz="2000" b="0" dirty="0">
                <a:latin typeface="黑体" panose="02010609060101010101" pitchFamily="49" charset="-122"/>
              </a:rPr>
              <a:t>)    </a:t>
            </a:r>
            <a:r>
              <a:rPr lang="zh-CN" altLang="en-US" sz="2000" b="0" dirty="0">
                <a:latin typeface="黑体" panose="02010609060101010101" pitchFamily="49" charset="-122"/>
              </a:rPr>
              <a:t>从输入队列的队首摘下一个缓冲区</a:t>
            </a:r>
            <a:r>
              <a:rPr lang="en-US" altLang="zh-CN" sz="2000" b="0" dirty="0">
                <a:latin typeface="黑体" panose="02010609060101010101" pitchFamily="49" charset="-122"/>
              </a:rPr>
              <a:t>sin    </a:t>
            </a:r>
          </a:p>
          <a:p>
            <a:pPr marL="9525" lvl="0" indent="0" defTabSz="914400">
              <a:spcBef>
                <a:spcPct val="0"/>
              </a:spcBef>
              <a:buClr>
                <a:srgbClr val="3333CC"/>
              </a:buClr>
              <a:buSzPct val="110000"/>
              <a:buNone/>
              <a:tabLst>
                <a:tab pos="466725" algn="l"/>
              </a:tabLst>
            </a:pPr>
            <a:r>
              <a:rPr lang="zh-CN" altLang="en-US" sz="2000" b="0" dirty="0">
                <a:latin typeface="黑体" panose="02010609060101010101" pitchFamily="49" charset="-122"/>
              </a:rPr>
              <a:t>提取数据 调用</a:t>
            </a:r>
            <a:r>
              <a:rPr lang="en-US" altLang="zh-CN" sz="2000" b="0" dirty="0" err="1">
                <a:latin typeface="黑体" panose="02010609060101010101" pitchFamily="49" charset="-122"/>
              </a:rPr>
              <a:t>Putbuf</a:t>
            </a:r>
            <a:r>
              <a:rPr lang="en-US" altLang="zh-CN" sz="2000" b="0" dirty="0">
                <a:latin typeface="黑体" panose="02010609060101010101" pitchFamily="49" charset="-122"/>
              </a:rPr>
              <a:t>(</a:t>
            </a:r>
            <a:r>
              <a:rPr lang="en-US" altLang="zh-CN" sz="2000" b="0" dirty="0" err="1">
                <a:latin typeface="黑体" panose="02010609060101010101" pitchFamily="49" charset="-122"/>
              </a:rPr>
              <a:t>emp,sin</a:t>
            </a:r>
            <a:r>
              <a:rPr lang="en-US" altLang="zh-CN" sz="2000" b="0" dirty="0">
                <a:latin typeface="黑体" panose="02010609060101010101" pitchFamily="49" charset="-122"/>
              </a:rPr>
              <a:t>) </a:t>
            </a:r>
            <a:r>
              <a:rPr lang="zh-CN" altLang="en-US" sz="2000" b="0" dirty="0">
                <a:latin typeface="黑体" panose="02010609060101010101" pitchFamily="49" charset="-122"/>
              </a:rPr>
              <a:t>将</a:t>
            </a:r>
            <a:r>
              <a:rPr lang="en-US" altLang="zh-CN" sz="2000" b="0" dirty="0">
                <a:latin typeface="黑体" panose="02010609060101010101" pitchFamily="49" charset="-122"/>
              </a:rPr>
              <a:t>sin</a:t>
            </a:r>
            <a:r>
              <a:rPr lang="zh-CN" altLang="en-US" sz="2000" b="0" dirty="0">
                <a:latin typeface="黑体" panose="02010609060101010101" pitchFamily="49" charset="-122"/>
              </a:rPr>
              <a:t>挂到</a:t>
            </a:r>
            <a:r>
              <a:rPr lang="en-US" altLang="zh-CN" sz="2000" b="0" dirty="0" err="1">
                <a:latin typeface="黑体" panose="02010609060101010101" pitchFamily="49" charset="-122"/>
              </a:rPr>
              <a:t>emp</a:t>
            </a:r>
            <a:r>
              <a:rPr lang="zh-CN" altLang="en-US" sz="2000" b="0" dirty="0">
                <a:latin typeface="黑体" panose="02010609060101010101" pitchFamily="49" charset="-122"/>
              </a:rPr>
              <a:t>队列的队尾</a:t>
            </a:r>
            <a:endParaRPr lang="en-US" altLang="zh-CN" sz="2000" b="0" dirty="0">
              <a:latin typeface="黑体" panose="02010609060101010101" pitchFamily="49" charset="-122"/>
            </a:endParaRPr>
          </a:p>
          <a:p>
            <a:pPr marL="9525" lvl="0" indent="0" defTabSz="914400">
              <a:spcBef>
                <a:spcPct val="0"/>
              </a:spcBef>
              <a:buClr>
                <a:srgbClr val="3333CC"/>
              </a:buClr>
              <a:buSzPct val="110000"/>
              <a:buNone/>
              <a:tabLst>
                <a:tab pos="466725" algn="l"/>
              </a:tabLst>
            </a:pPr>
            <a:r>
              <a:rPr lang="en-US" altLang="zh-CN" sz="2000" b="0" dirty="0">
                <a:latin typeface="黑体" panose="02010609060101010101" pitchFamily="49" charset="-122"/>
              </a:rPr>
              <a:t>3)</a:t>
            </a:r>
            <a:r>
              <a:rPr lang="zh-CN" altLang="en-US" sz="2000" b="0" dirty="0">
                <a:latin typeface="黑体" panose="02010609060101010101" pitchFamily="49" charset="-122"/>
              </a:rPr>
              <a:t>收容输出工作方式    </a:t>
            </a:r>
            <a:endParaRPr lang="en-US" altLang="zh-CN" sz="2000" b="0" dirty="0">
              <a:latin typeface="黑体" panose="02010609060101010101" pitchFamily="49" charset="-122"/>
            </a:endParaRPr>
          </a:p>
          <a:p>
            <a:pPr marL="9525" lvl="0" indent="0" defTabSz="914400">
              <a:spcBef>
                <a:spcPct val="0"/>
              </a:spcBef>
              <a:buClr>
                <a:srgbClr val="3333CC"/>
              </a:buClr>
              <a:buSzPct val="110000"/>
              <a:buNone/>
              <a:tabLst>
                <a:tab pos="466725" algn="l"/>
              </a:tabLst>
            </a:pPr>
            <a:r>
              <a:rPr lang="zh-CN" altLang="en-US" sz="2000" b="0" dirty="0">
                <a:latin typeface="黑体" panose="02010609060101010101" pitchFamily="49" charset="-122"/>
              </a:rPr>
              <a:t>调用 </a:t>
            </a:r>
            <a:r>
              <a:rPr lang="en-US" altLang="zh-CN" sz="2000" b="0" dirty="0" err="1">
                <a:latin typeface="黑体" panose="02010609060101010101" pitchFamily="49" charset="-122"/>
              </a:rPr>
              <a:t>Getbuf</a:t>
            </a:r>
            <a:r>
              <a:rPr lang="en-US" altLang="zh-CN" sz="2000" b="0" dirty="0">
                <a:latin typeface="黑体" panose="02010609060101010101" pitchFamily="49" charset="-122"/>
              </a:rPr>
              <a:t>(</a:t>
            </a:r>
            <a:r>
              <a:rPr lang="en-US" altLang="zh-CN" sz="2000" b="0" dirty="0" err="1">
                <a:latin typeface="黑体" panose="02010609060101010101" pitchFamily="49" charset="-122"/>
              </a:rPr>
              <a:t>emp</a:t>
            </a:r>
            <a:r>
              <a:rPr lang="en-US" altLang="zh-CN" sz="2000" b="0" dirty="0">
                <a:latin typeface="黑体" panose="02010609060101010101" pitchFamily="49" charset="-122"/>
              </a:rPr>
              <a:t>) </a:t>
            </a:r>
            <a:r>
              <a:rPr lang="en-US" altLang="zh-CN" sz="2000" b="0" dirty="0" err="1">
                <a:latin typeface="黑体" panose="02010609060101010101" pitchFamily="49" charset="-122"/>
              </a:rPr>
              <a:t>emp</a:t>
            </a:r>
            <a:r>
              <a:rPr lang="zh-CN" altLang="en-US" sz="2000" b="0" dirty="0">
                <a:latin typeface="黑体" panose="02010609060101010101" pitchFamily="49" charset="-122"/>
              </a:rPr>
              <a:t>队列的队首摘下一个空缓冲区</a:t>
            </a:r>
            <a:r>
              <a:rPr lang="en-US" altLang="zh-CN" sz="2000" b="0" dirty="0" err="1">
                <a:latin typeface="黑体" panose="02010609060101010101" pitchFamily="49" charset="-122"/>
              </a:rPr>
              <a:t>hout</a:t>
            </a:r>
            <a:r>
              <a:rPr lang="en-US" altLang="zh-CN" sz="2000" b="0" dirty="0">
                <a:latin typeface="黑体" panose="02010609060101010101" pitchFamily="49" charset="-122"/>
              </a:rPr>
              <a:t>    </a:t>
            </a:r>
          </a:p>
          <a:p>
            <a:pPr marL="9525" lvl="0" indent="0" defTabSz="914400">
              <a:spcBef>
                <a:spcPct val="0"/>
              </a:spcBef>
              <a:buClr>
                <a:srgbClr val="3333CC"/>
              </a:buClr>
              <a:buSzPct val="110000"/>
              <a:buNone/>
              <a:tabLst>
                <a:tab pos="466725" algn="l"/>
              </a:tabLst>
            </a:pPr>
            <a:r>
              <a:rPr lang="zh-CN" altLang="en-US" sz="2000" b="0" dirty="0">
                <a:latin typeface="黑体" panose="02010609060101010101" pitchFamily="49" charset="-122"/>
              </a:rPr>
              <a:t>输出数据</a:t>
            </a:r>
            <a:r>
              <a:rPr lang="en-US" altLang="zh-CN" sz="2000" b="0" dirty="0">
                <a:latin typeface="黑体" panose="02010609060101010101" pitchFamily="49" charset="-122"/>
              </a:rPr>
              <a:t> </a:t>
            </a:r>
            <a:r>
              <a:rPr lang="zh-CN" altLang="en-US" sz="2000" b="0" dirty="0">
                <a:latin typeface="黑体" panose="02010609060101010101" pitchFamily="49" charset="-122"/>
              </a:rPr>
              <a:t>调用</a:t>
            </a:r>
            <a:r>
              <a:rPr lang="en-US" altLang="zh-CN" sz="2000" b="0" dirty="0" err="1">
                <a:latin typeface="黑体" panose="02010609060101010101" pitchFamily="49" charset="-122"/>
              </a:rPr>
              <a:t>Putbuf</a:t>
            </a:r>
            <a:r>
              <a:rPr lang="en-US" altLang="zh-CN" sz="2000" b="0" dirty="0">
                <a:latin typeface="黑体" panose="02010609060101010101" pitchFamily="49" charset="-122"/>
              </a:rPr>
              <a:t>(</a:t>
            </a:r>
            <a:r>
              <a:rPr lang="en-US" altLang="zh-CN" sz="2000" b="0" dirty="0" err="1">
                <a:latin typeface="黑体" panose="02010609060101010101" pitchFamily="49" charset="-122"/>
              </a:rPr>
              <a:t>outq,hout</a:t>
            </a:r>
            <a:r>
              <a:rPr lang="en-US" altLang="zh-CN" sz="2000" b="0" dirty="0">
                <a:latin typeface="黑体" panose="02010609060101010101" pitchFamily="49" charset="-122"/>
              </a:rPr>
              <a:t>)</a:t>
            </a:r>
            <a:r>
              <a:rPr lang="zh-CN" altLang="en-US" sz="2000" b="0" dirty="0">
                <a:latin typeface="黑体" panose="02010609060101010101" pitchFamily="49" charset="-122"/>
              </a:rPr>
              <a:t>将</a:t>
            </a:r>
            <a:r>
              <a:rPr lang="en-US" altLang="zh-CN" sz="2000" b="0" dirty="0" err="1">
                <a:latin typeface="黑体" panose="02010609060101010101" pitchFamily="49" charset="-122"/>
              </a:rPr>
              <a:t>hout</a:t>
            </a:r>
            <a:r>
              <a:rPr lang="zh-CN" altLang="en-US" sz="2000" b="0" dirty="0">
                <a:latin typeface="黑体" panose="02010609060101010101" pitchFamily="49" charset="-122"/>
              </a:rPr>
              <a:t>挂到</a:t>
            </a:r>
            <a:r>
              <a:rPr lang="en-US" altLang="zh-CN" sz="2000" b="0" dirty="0" err="1">
                <a:latin typeface="黑体" panose="02010609060101010101" pitchFamily="49" charset="-122"/>
              </a:rPr>
              <a:t>outq</a:t>
            </a:r>
            <a:r>
              <a:rPr lang="zh-CN" altLang="en-US" sz="2000" b="0" dirty="0">
                <a:latin typeface="黑体" panose="02010609060101010101" pitchFamily="49" charset="-122"/>
              </a:rPr>
              <a:t>队列的队尾</a:t>
            </a:r>
            <a:endParaRPr lang="en-US" altLang="zh-CN" sz="2000" b="0" dirty="0">
              <a:latin typeface="黑体" panose="02010609060101010101" pitchFamily="49" charset="-122"/>
            </a:endParaRPr>
          </a:p>
          <a:p>
            <a:pPr marL="9525" lvl="0" indent="0" defTabSz="914400">
              <a:spcBef>
                <a:spcPct val="0"/>
              </a:spcBef>
              <a:buClr>
                <a:srgbClr val="3333CC"/>
              </a:buClr>
              <a:buSzPct val="110000"/>
              <a:buNone/>
              <a:tabLst>
                <a:tab pos="466725" algn="l"/>
              </a:tabLst>
            </a:pPr>
            <a:r>
              <a:rPr lang="en-US" altLang="zh-CN" sz="2000" b="0" dirty="0">
                <a:latin typeface="黑体" panose="02010609060101010101" pitchFamily="49" charset="-122"/>
              </a:rPr>
              <a:t>4)</a:t>
            </a:r>
            <a:r>
              <a:rPr lang="zh-CN" altLang="en-US" sz="2000" b="0" dirty="0">
                <a:latin typeface="黑体" panose="02010609060101010101" pitchFamily="49" charset="-122"/>
              </a:rPr>
              <a:t>提取输出工作方式 </a:t>
            </a:r>
            <a:endParaRPr lang="en-US" altLang="zh-CN" sz="2000" b="0" dirty="0">
              <a:latin typeface="黑体" panose="02010609060101010101" pitchFamily="49" charset="-122"/>
            </a:endParaRPr>
          </a:p>
          <a:p>
            <a:pPr marL="9525" lvl="0" indent="0" defTabSz="914400">
              <a:spcBef>
                <a:spcPct val="0"/>
              </a:spcBef>
              <a:buClr>
                <a:srgbClr val="3333CC"/>
              </a:buClr>
              <a:buSzPct val="110000"/>
              <a:buNone/>
              <a:tabLst>
                <a:tab pos="466725" algn="l"/>
              </a:tabLst>
            </a:pPr>
            <a:r>
              <a:rPr lang="zh-CN" altLang="en-US" sz="2000" b="0" dirty="0">
                <a:latin typeface="黑体" panose="02010609060101010101" pitchFamily="49" charset="-122"/>
              </a:rPr>
              <a:t>调用 </a:t>
            </a:r>
            <a:r>
              <a:rPr lang="en-US" altLang="zh-CN" sz="2000" b="0" dirty="0" err="1">
                <a:latin typeface="黑体" panose="02010609060101010101" pitchFamily="49" charset="-122"/>
              </a:rPr>
              <a:t>Getbuf</a:t>
            </a:r>
            <a:r>
              <a:rPr lang="en-US" altLang="zh-CN" sz="2000" b="0" dirty="0">
                <a:latin typeface="黑体" panose="02010609060101010101" pitchFamily="49" charset="-122"/>
              </a:rPr>
              <a:t>(</a:t>
            </a:r>
            <a:r>
              <a:rPr lang="en-US" altLang="zh-CN" sz="2000" b="0" dirty="0" err="1">
                <a:latin typeface="黑体" panose="02010609060101010101" pitchFamily="49" charset="-122"/>
              </a:rPr>
              <a:t>outp</a:t>
            </a:r>
            <a:r>
              <a:rPr lang="en-US" altLang="zh-CN" sz="2000" b="0" dirty="0">
                <a:latin typeface="黑体" panose="02010609060101010101" pitchFamily="49" charset="-122"/>
              </a:rPr>
              <a:t>)</a:t>
            </a:r>
            <a:r>
              <a:rPr lang="zh-CN" altLang="en-US" sz="2000" b="0" dirty="0">
                <a:latin typeface="黑体" panose="02010609060101010101" pitchFamily="49" charset="-122"/>
              </a:rPr>
              <a:t>输出队列的队首摘下一个缓冲区</a:t>
            </a:r>
            <a:r>
              <a:rPr lang="en-US" altLang="zh-CN" sz="2000" b="0" dirty="0" err="1">
                <a:latin typeface="黑体" panose="02010609060101010101" pitchFamily="49" charset="-122"/>
              </a:rPr>
              <a:t>hout</a:t>
            </a:r>
            <a:r>
              <a:rPr lang="en-US" altLang="zh-CN" sz="2000" b="0" dirty="0">
                <a:latin typeface="黑体" panose="02010609060101010101" pitchFamily="49" charset="-122"/>
              </a:rPr>
              <a:t>    </a:t>
            </a:r>
          </a:p>
          <a:p>
            <a:pPr marL="9525" lvl="0" indent="0" defTabSz="914400">
              <a:spcBef>
                <a:spcPct val="0"/>
              </a:spcBef>
              <a:buClr>
                <a:srgbClr val="3333CC"/>
              </a:buClr>
              <a:buSzPct val="110000"/>
              <a:buNone/>
              <a:tabLst>
                <a:tab pos="466725" algn="l"/>
              </a:tabLst>
            </a:pPr>
            <a:r>
              <a:rPr lang="zh-CN" altLang="en-US" sz="2000" b="0" dirty="0">
                <a:latin typeface="黑体" panose="02010609060101010101" pitchFamily="49" charset="-122"/>
              </a:rPr>
              <a:t>提取数据调用</a:t>
            </a:r>
            <a:r>
              <a:rPr lang="en-US" altLang="zh-CN" sz="2000" b="0" dirty="0" err="1">
                <a:latin typeface="黑体" panose="02010609060101010101" pitchFamily="49" charset="-122"/>
              </a:rPr>
              <a:t>Putbuf</a:t>
            </a:r>
            <a:r>
              <a:rPr lang="en-US" altLang="zh-CN" sz="2000" b="0" dirty="0">
                <a:latin typeface="黑体" panose="02010609060101010101" pitchFamily="49" charset="-122"/>
              </a:rPr>
              <a:t>(</a:t>
            </a:r>
            <a:r>
              <a:rPr lang="en-US" altLang="zh-CN" sz="2000" b="0" dirty="0" err="1">
                <a:latin typeface="黑体" panose="02010609060101010101" pitchFamily="49" charset="-122"/>
              </a:rPr>
              <a:t>emp,sout</a:t>
            </a:r>
            <a:r>
              <a:rPr lang="en-US" altLang="zh-CN" sz="2000" b="0" dirty="0">
                <a:latin typeface="黑体" panose="02010609060101010101" pitchFamily="49" charset="-122"/>
              </a:rPr>
              <a:t>)</a:t>
            </a:r>
            <a:r>
              <a:rPr lang="zh-CN" altLang="en-US" sz="2000" b="0" dirty="0">
                <a:latin typeface="黑体" panose="02010609060101010101" pitchFamily="49" charset="-122"/>
              </a:rPr>
              <a:t>将</a:t>
            </a:r>
            <a:r>
              <a:rPr lang="en-US" altLang="zh-CN" sz="2000" b="0" dirty="0" err="1">
                <a:latin typeface="黑体" panose="02010609060101010101" pitchFamily="49" charset="-122"/>
              </a:rPr>
              <a:t>sout</a:t>
            </a:r>
            <a:r>
              <a:rPr lang="zh-CN" altLang="en-US" sz="2000" b="0" dirty="0">
                <a:latin typeface="黑体" panose="02010609060101010101" pitchFamily="49" charset="-122"/>
              </a:rPr>
              <a:t>挂到</a:t>
            </a:r>
            <a:r>
              <a:rPr lang="en-US" altLang="zh-CN" sz="2000" b="0" dirty="0" err="1">
                <a:latin typeface="黑体" panose="02010609060101010101" pitchFamily="49" charset="-122"/>
              </a:rPr>
              <a:t>emp</a:t>
            </a:r>
            <a:r>
              <a:rPr lang="zh-CN" altLang="en-US" sz="2000" b="0" dirty="0">
                <a:latin typeface="黑体" panose="02010609060101010101" pitchFamily="49" charset="-122"/>
              </a:rPr>
              <a:t>队列的队尾</a:t>
            </a:r>
            <a:endParaRPr lang="zh-CN" altLang="zh-CN" sz="2000" b="0" dirty="0">
              <a:latin typeface="黑体" panose="02010609060101010101" pitchFamily="49" charset="-122"/>
            </a:endParaRPr>
          </a:p>
        </p:txBody>
      </p:sp>
      <p:pic>
        <p:nvPicPr>
          <p:cNvPr id="77828" name="图片 1"/>
          <p:cNvPicPr>
            <a:picLocks noChangeAspect="1"/>
          </p:cNvPicPr>
          <p:nvPr/>
        </p:nvPicPr>
        <p:blipFill>
          <a:blip r:embed="rId2"/>
          <a:stretch>
            <a:fillRect/>
          </a:stretch>
        </p:blipFill>
        <p:spPr>
          <a:xfrm>
            <a:off x="5148263" y="1268413"/>
            <a:ext cx="3671887" cy="1460500"/>
          </a:xfrm>
          <a:prstGeom prst="rect">
            <a:avLst/>
          </a:prstGeom>
          <a:noFill/>
          <a:ln w="9525">
            <a:noFill/>
          </a:ln>
        </p:spPr>
      </p:pic>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49" name="灯片编号占位符 3"/>
          <p:cNvSpPr txBox="1">
            <a:spLocks noGrp="1"/>
          </p:cNvSpPr>
          <p:nvPr>
            <p:ph type="sldNum" sz="quarter" idx="12"/>
          </p:nvPr>
        </p:nvSpPr>
        <p:spPr>
          <a:xfrm>
            <a:off x="431800" y="6229350"/>
            <a:ext cx="2311400" cy="457200"/>
          </a:xfrm>
        </p:spPr>
        <p:txBody>
          <a:bodyPr anchor="b" anchorCtr="0"/>
          <a:lstStyle/>
          <a:p>
            <a:pPr marL="0" indent="0">
              <a:spcBef>
                <a:spcPct val="50000"/>
              </a:spcBef>
              <a:buClrTx/>
              <a:buFontTx/>
              <a:buNone/>
            </a:pPr>
            <a:r>
              <a:rPr lang="zh-CN" altLang="en-US" sz="1200" b="0">
                <a:solidFill>
                  <a:srgbClr val="3366CC"/>
                </a:solidFill>
                <a:ea typeface="宋体" panose="02010600030101010101" pitchFamily="2" charset="-122"/>
              </a:rPr>
              <a:t>第</a:t>
            </a:r>
            <a:fld id="{9A0DB2DC-4C9A-4742-B13C-FB6460FD3503}" type="slidenum">
              <a:rPr lang="zh-TW" altLang="en-US" sz="1200" b="0">
                <a:solidFill>
                  <a:srgbClr val="3366CC"/>
                </a:solidFill>
                <a:ea typeface="PMingLiU" pitchFamily="18" charset="-120"/>
              </a:rPr>
              <a:t>64</a:t>
            </a:fld>
            <a:r>
              <a:rPr lang="zh-CN" altLang="en-US" sz="1200" b="0">
                <a:solidFill>
                  <a:srgbClr val="3366CC"/>
                </a:solidFill>
                <a:ea typeface="宋体" panose="02010600030101010101" pitchFamily="2" charset="-122"/>
              </a:rPr>
              <a:t>页</a:t>
            </a:r>
            <a:endParaRPr lang="zh-TW" altLang="en-US" sz="1200" b="0">
              <a:solidFill>
                <a:srgbClr val="3366CC"/>
              </a:solidFill>
              <a:ea typeface="宋体" panose="02010600030101010101" pitchFamily="2" charset="-122"/>
            </a:endParaRPr>
          </a:p>
        </p:txBody>
      </p:sp>
      <p:sp>
        <p:nvSpPr>
          <p:cNvPr id="78850" name="矩形 1"/>
          <p:cNvSpPr/>
          <p:nvPr/>
        </p:nvSpPr>
        <p:spPr>
          <a:xfrm>
            <a:off x="250825" y="1401763"/>
            <a:ext cx="8821738" cy="3540125"/>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0" lvl="0" indent="0" eaLnBrk="1" hangingPunct="1">
              <a:spcBef>
                <a:spcPct val="0"/>
              </a:spcBef>
              <a:buClrTx/>
              <a:buFontTx/>
              <a:buNone/>
            </a:pPr>
            <a:r>
              <a:rPr lang="zh-CN" altLang="en-US" sz="2000" b="0">
                <a:ea typeface="宋体" panose="02010600030101010101" pitchFamily="2" charset="-122"/>
              </a:rPr>
              <a:t>关于设备管理的叙述以下正确的叙述有：</a:t>
            </a:r>
            <a:r>
              <a:rPr lang="en-US" altLang="zh-CN" sz="2000" b="0">
                <a:ea typeface="宋体" panose="02010600030101010101" pitchFamily="2" charset="-122"/>
              </a:rPr>
              <a:t>(    )</a:t>
            </a:r>
            <a:r>
              <a:rPr lang="zh-CN" altLang="en-US" sz="2000" b="0">
                <a:ea typeface="宋体" panose="02010600030101010101" pitchFamily="2" charset="-122"/>
              </a:rPr>
              <a:t>、</a:t>
            </a:r>
            <a:r>
              <a:rPr lang="en-US" altLang="zh-CN" sz="2000" b="0">
                <a:ea typeface="宋体" panose="02010600030101010101" pitchFamily="2" charset="-122"/>
              </a:rPr>
              <a:t>(    )</a:t>
            </a:r>
            <a:r>
              <a:rPr lang="zh-CN" altLang="en-US" sz="2000" b="0">
                <a:ea typeface="宋体" panose="02010600030101010101" pitchFamily="2" charset="-122"/>
              </a:rPr>
              <a:t>、</a:t>
            </a:r>
            <a:r>
              <a:rPr lang="en-US" altLang="zh-CN" sz="2000" b="0">
                <a:ea typeface="宋体" panose="02010600030101010101" pitchFamily="2" charset="-122"/>
              </a:rPr>
              <a:t>(    )</a:t>
            </a:r>
            <a:r>
              <a:rPr lang="zh-CN" altLang="en-US" sz="2000" b="0">
                <a:ea typeface="宋体" panose="02010600030101010101" pitchFamily="2" charset="-122"/>
              </a:rPr>
              <a:t>。</a:t>
            </a:r>
          </a:p>
          <a:p>
            <a:pPr marL="0" lvl="0" indent="0" eaLnBrk="1" hangingPunct="1">
              <a:spcBef>
                <a:spcPct val="0"/>
              </a:spcBef>
              <a:buClrTx/>
              <a:buFontTx/>
              <a:buNone/>
            </a:pPr>
            <a:r>
              <a:rPr lang="en-US" altLang="zh-CN" sz="2000" b="0">
                <a:ea typeface="宋体" panose="02010600030101010101" pitchFamily="2" charset="-122"/>
              </a:rPr>
              <a:t>A</a:t>
            </a:r>
            <a:r>
              <a:rPr lang="zh-CN" altLang="en-US" sz="2000" b="0">
                <a:ea typeface="宋体" panose="02010600030101010101" pitchFamily="2" charset="-122"/>
              </a:rPr>
              <a:t>．没有通道或</a:t>
            </a:r>
            <a:r>
              <a:rPr lang="en-US" altLang="zh-CN" sz="2000" b="0">
                <a:ea typeface="宋体" panose="02010600030101010101" pitchFamily="2" charset="-122"/>
              </a:rPr>
              <a:t>DMA</a:t>
            </a:r>
            <a:r>
              <a:rPr lang="zh-CN" altLang="en-US" sz="2000" b="0">
                <a:ea typeface="宋体" panose="02010600030101010101" pitchFamily="2" charset="-122"/>
              </a:rPr>
              <a:t>这样的设备专门输入／输出，一个</a:t>
            </a:r>
            <a:r>
              <a:rPr lang="en-US" altLang="zh-CN" sz="2000" b="0">
                <a:ea typeface="宋体" panose="02010600030101010101" pitchFamily="2" charset="-122"/>
              </a:rPr>
              <a:t>CPU</a:t>
            </a:r>
            <a:r>
              <a:rPr lang="zh-CN" altLang="en-US" sz="2000" b="0">
                <a:ea typeface="宋体" panose="02010600030101010101" pitchFamily="2" charset="-122"/>
              </a:rPr>
              <a:t>的主机系统就不可能实现多道程序同时运行</a:t>
            </a:r>
            <a:endParaRPr lang="en-US" altLang="zh-CN" sz="2000" b="0">
              <a:ea typeface="宋体" panose="02010600030101010101" pitchFamily="2" charset="-122"/>
            </a:endParaRPr>
          </a:p>
          <a:p>
            <a:pPr marL="0" lvl="0" indent="0" eaLnBrk="1" hangingPunct="1">
              <a:spcBef>
                <a:spcPct val="0"/>
              </a:spcBef>
              <a:buClrTx/>
              <a:buFontTx/>
              <a:buNone/>
            </a:pPr>
            <a:r>
              <a:rPr lang="en-US" altLang="zh-CN" sz="2000" b="0">
                <a:ea typeface="宋体" panose="02010600030101010101" pitchFamily="2" charset="-122"/>
              </a:rPr>
              <a:t>B</a:t>
            </a:r>
            <a:r>
              <a:rPr lang="zh-CN" altLang="en-US" sz="2000" b="0">
                <a:ea typeface="宋体" panose="02010600030101010101" pitchFamily="2" charset="-122"/>
              </a:rPr>
              <a:t>．设备在</a:t>
            </a:r>
            <a:r>
              <a:rPr lang="en-US" altLang="zh-CN" sz="2000" b="0">
                <a:ea typeface="宋体" panose="02010600030101010101" pitchFamily="2" charset="-122"/>
              </a:rPr>
              <a:t>I/O</a:t>
            </a:r>
            <a:r>
              <a:rPr lang="zh-CN" altLang="en-US" sz="2000" b="0">
                <a:ea typeface="宋体" panose="02010600030101010101" pitchFamily="2" charset="-122"/>
              </a:rPr>
              <a:t>时，可以不需</a:t>
            </a:r>
            <a:r>
              <a:rPr lang="en-US" altLang="zh-CN" sz="2000" b="0">
                <a:ea typeface="宋体" panose="02010600030101010101" pitchFamily="2" charset="-122"/>
              </a:rPr>
              <a:t>CPU</a:t>
            </a:r>
            <a:r>
              <a:rPr lang="zh-CN" altLang="en-US" sz="2000" b="0">
                <a:ea typeface="宋体" panose="02010600030101010101" pitchFamily="2" charset="-122"/>
              </a:rPr>
              <a:t>来干预</a:t>
            </a:r>
          </a:p>
          <a:p>
            <a:pPr marL="0" lvl="0" indent="0" eaLnBrk="1" hangingPunct="1">
              <a:spcBef>
                <a:spcPct val="0"/>
              </a:spcBef>
              <a:buClrTx/>
              <a:buFontTx/>
              <a:buNone/>
            </a:pPr>
            <a:r>
              <a:rPr lang="en-US" altLang="zh-CN" sz="2000" b="0">
                <a:ea typeface="宋体" panose="02010600030101010101" pitchFamily="2" charset="-122"/>
              </a:rPr>
              <a:t>C</a:t>
            </a:r>
            <a:r>
              <a:rPr lang="zh-CN" altLang="en-US" sz="2000" b="0">
                <a:ea typeface="宋体" panose="02010600030101010101" pitchFamily="2" charset="-122"/>
              </a:rPr>
              <a:t>．安装在主机的打印机，每个登录用户都可以使用，所以它和磁盘一样是共享设备</a:t>
            </a:r>
          </a:p>
          <a:p>
            <a:pPr marL="0" lvl="0" indent="0" eaLnBrk="1" hangingPunct="1">
              <a:spcBef>
                <a:spcPct val="0"/>
              </a:spcBef>
              <a:buClrTx/>
              <a:buFontTx/>
              <a:buNone/>
            </a:pPr>
            <a:r>
              <a:rPr lang="en-US" altLang="zh-CN" sz="2000" b="0">
                <a:ea typeface="宋体" panose="02010600030101010101" pitchFamily="2" charset="-122"/>
              </a:rPr>
              <a:t>D</a:t>
            </a:r>
            <a:r>
              <a:rPr lang="zh-CN" altLang="en-US" sz="2000" b="0">
                <a:ea typeface="宋体" panose="02010600030101010101" pitchFamily="2" charset="-122"/>
              </a:rPr>
              <a:t>．通道或</a:t>
            </a:r>
            <a:r>
              <a:rPr lang="en-US" altLang="zh-CN" sz="2000" b="0">
                <a:ea typeface="宋体" panose="02010600030101010101" pitchFamily="2" charset="-122"/>
              </a:rPr>
              <a:t>DMA</a:t>
            </a:r>
            <a:r>
              <a:rPr lang="zh-CN" altLang="en-US" sz="2000" b="0">
                <a:ea typeface="宋体" panose="02010600030101010101" pitchFamily="2" charset="-122"/>
              </a:rPr>
              <a:t>输入／输出结束通过指令通知</a:t>
            </a:r>
            <a:r>
              <a:rPr lang="en-US" altLang="zh-CN" sz="2000" b="0">
                <a:ea typeface="宋体" panose="02010600030101010101" pitchFamily="2" charset="-122"/>
              </a:rPr>
              <a:t>CPU</a:t>
            </a:r>
            <a:endParaRPr lang="zh-CN" altLang="en-US" sz="2000" b="0">
              <a:ea typeface="宋体" panose="02010600030101010101" pitchFamily="2" charset="-122"/>
            </a:endParaRPr>
          </a:p>
          <a:p>
            <a:pPr marL="0" lvl="0" indent="0" eaLnBrk="1" hangingPunct="1">
              <a:spcBef>
                <a:spcPct val="0"/>
              </a:spcBef>
              <a:buClrTx/>
              <a:buFontTx/>
              <a:buNone/>
            </a:pPr>
            <a:r>
              <a:rPr lang="en-US" altLang="zh-CN" sz="2000" b="0">
                <a:ea typeface="宋体" panose="02010600030101010101" pitchFamily="2" charset="-122"/>
              </a:rPr>
              <a:t>E</a:t>
            </a:r>
            <a:r>
              <a:rPr lang="zh-CN" altLang="en-US" sz="2000" b="0">
                <a:ea typeface="宋体" panose="02010600030101010101" pitchFamily="2" charset="-122"/>
              </a:rPr>
              <a:t>．中断机制是多道程序同时运行的必需硬件机制</a:t>
            </a:r>
          </a:p>
          <a:p>
            <a:pPr marL="0" lvl="0" indent="0" eaLnBrk="1" hangingPunct="1">
              <a:spcBef>
                <a:spcPct val="0"/>
              </a:spcBef>
              <a:buClrTx/>
              <a:buFontTx/>
              <a:buNone/>
            </a:pPr>
            <a:r>
              <a:rPr lang="en-US" altLang="zh-CN" sz="2000" b="0">
                <a:ea typeface="宋体" panose="02010600030101010101" pitchFamily="2" charset="-122"/>
              </a:rPr>
              <a:t>F</a:t>
            </a:r>
            <a:r>
              <a:rPr lang="zh-CN" altLang="en-US" sz="2000" b="0">
                <a:ea typeface="宋体" panose="02010600030101010101" pitchFamily="2" charset="-122"/>
              </a:rPr>
              <a:t>．</a:t>
            </a:r>
            <a:r>
              <a:rPr lang="en-US" altLang="zh-CN" sz="2000" b="0">
                <a:ea typeface="宋体" panose="02010600030101010101" pitchFamily="2" charset="-122"/>
              </a:rPr>
              <a:t>CPU</a:t>
            </a:r>
            <a:r>
              <a:rPr lang="zh-CN" altLang="en-US" sz="2000" b="0">
                <a:ea typeface="宋体" panose="02010600030101010101" pitchFamily="2" charset="-122"/>
              </a:rPr>
              <a:t>输出数据的速度远远高于打印机速度，为了解决这一矛盾，可采用缓冲技术</a:t>
            </a:r>
          </a:p>
          <a:p>
            <a:pPr marL="0" lvl="0" indent="0" eaLnBrk="1" hangingPunct="1">
              <a:spcBef>
                <a:spcPct val="0"/>
              </a:spcBef>
              <a:buClrTx/>
              <a:buFontTx/>
              <a:buNone/>
            </a:pPr>
            <a:r>
              <a:rPr lang="en-US" altLang="zh-CN" sz="2000" b="0">
                <a:ea typeface="宋体" panose="02010600030101010101" pitchFamily="2" charset="-122"/>
              </a:rPr>
              <a:t>G</a:t>
            </a:r>
            <a:r>
              <a:rPr lang="zh-CN" altLang="en-US" sz="2000" b="0">
                <a:ea typeface="宋体" panose="02010600030101010101" pitchFamily="2" charset="-122"/>
              </a:rPr>
              <a:t>．中断发生后，被中断的进程进入等待状态</a:t>
            </a:r>
          </a:p>
        </p:txBody>
      </p:sp>
      <p:sp>
        <p:nvSpPr>
          <p:cNvPr id="3" name="矩形 2"/>
          <p:cNvSpPr/>
          <p:nvPr/>
        </p:nvSpPr>
        <p:spPr>
          <a:xfrm>
            <a:off x="395288" y="4913313"/>
            <a:ext cx="8497887" cy="1323975"/>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0" lvl="0" indent="0" eaLnBrk="1" hangingPunct="1">
              <a:spcBef>
                <a:spcPct val="0"/>
              </a:spcBef>
              <a:buClrTx/>
              <a:buFontTx/>
              <a:buNone/>
            </a:pPr>
            <a:r>
              <a:rPr lang="en-US" altLang="zh-CN" sz="2000" b="0">
                <a:ea typeface="宋体" panose="02010600030101010101" pitchFamily="2" charset="-122"/>
              </a:rPr>
              <a:t>【</a:t>
            </a:r>
            <a:r>
              <a:rPr lang="zh-CN" altLang="en-US" sz="2000" b="0">
                <a:ea typeface="宋体" panose="02010600030101010101" pitchFamily="2" charset="-122"/>
              </a:rPr>
              <a:t>答案</a:t>
            </a:r>
            <a:r>
              <a:rPr lang="en-US" altLang="zh-CN" sz="2000" b="0">
                <a:ea typeface="宋体" panose="02010600030101010101" pitchFamily="2" charset="-122"/>
              </a:rPr>
              <a:t>】E</a:t>
            </a:r>
            <a:r>
              <a:rPr lang="zh-CN" altLang="en-US" sz="2000" b="0">
                <a:ea typeface="宋体" panose="02010600030101010101" pitchFamily="2" charset="-122"/>
              </a:rPr>
              <a:t>、</a:t>
            </a:r>
            <a:r>
              <a:rPr lang="en-US" altLang="zh-CN" sz="2000" b="0">
                <a:ea typeface="宋体" panose="02010600030101010101" pitchFamily="2" charset="-122"/>
              </a:rPr>
              <a:t>F</a:t>
            </a:r>
            <a:r>
              <a:rPr lang="zh-CN" altLang="en-US" sz="2000" b="0">
                <a:ea typeface="宋体" panose="02010600030101010101" pitchFamily="2" charset="-122"/>
              </a:rPr>
              <a:t>、</a:t>
            </a:r>
            <a:r>
              <a:rPr lang="en-US" altLang="zh-CN" sz="2000" b="0">
                <a:ea typeface="宋体" panose="02010600030101010101" pitchFamily="2" charset="-122"/>
              </a:rPr>
              <a:t>G</a:t>
            </a:r>
            <a:endParaRPr lang="zh-CN" altLang="en-US" sz="2000" b="0">
              <a:ea typeface="宋体" panose="02010600030101010101" pitchFamily="2" charset="-122"/>
            </a:endParaRPr>
          </a:p>
          <a:p>
            <a:pPr marL="0" lvl="0" indent="0" eaLnBrk="1" hangingPunct="1">
              <a:spcBef>
                <a:spcPct val="0"/>
              </a:spcBef>
              <a:buClrTx/>
              <a:buFontTx/>
              <a:buNone/>
            </a:pPr>
            <a:r>
              <a:rPr lang="zh-CN" altLang="en-US" sz="2000" b="0">
                <a:ea typeface="宋体" panose="02010600030101010101" pitchFamily="2" charset="-122"/>
              </a:rPr>
              <a:t>通道或</a:t>
            </a:r>
            <a:r>
              <a:rPr lang="en-US" altLang="zh-CN" sz="2000" b="0">
                <a:ea typeface="宋体" panose="02010600030101010101" pitchFamily="2" charset="-122"/>
              </a:rPr>
              <a:t>DMA</a:t>
            </a:r>
            <a:r>
              <a:rPr lang="zh-CN" altLang="en-US" sz="2000" b="0">
                <a:ea typeface="宋体" panose="02010600030101010101" pitchFamily="2" charset="-122"/>
              </a:rPr>
              <a:t>部件是为了提高</a:t>
            </a:r>
            <a:r>
              <a:rPr lang="en-US" altLang="zh-CN" sz="2000" b="0">
                <a:ea typeface="宋体" panose="02010600030101010101" pitchFamily="2" charset="-122"/>
              </a:rPr>
              <a:t>CPU</a:t>
            </a:r>
            <a:r>
              <a:rPr lang="zh-CN" altLang="en-US" sz="2000" b="0">
                <a:ea typeface="宋体" panose="02010600030101010101" pitchFamily="2" charset="-122"/>
              </a:rPr>
              <a:t>利用率和吞吐量而引入的，没有它们，照样可以实现多道程序。打印机通常是通过</a:t>
            </a:r>
            <a:r>
              <a:rPr lang="en-US" altLang="zh-CN" sz="2000" b="0">
                <a:ea typeface="宋体" panose="02010600030101010101" pitchFamily="2" charset="-122"/>
              </a:rPr>
              <a:t>SPOOLing</a:t>
            </a:r>
            <a:r>
              <a:rPr lang="zh-CN" altLang="en-US" sz="2000" b="0">
                <a:ea typeface="宋体" panose="02010600030101010101" pitchFamily="2" charset="-122"/>
              </a:rPr>
              <a:t>技术供给多个用户使用的，是典型的独占设备。通道结束时是通过中断方式通知</a:t>
            </a:r>
            <a:r>
              <a:rPr lang="en-US" altLang="zh-CN" sz="2000" b="0">
                <a:ea typeface="宋体" panose="02010600030101010101" pitchFamily="2" charset="-122"/>
              </a:rPr>
              <a:t>CPU</a:t>
            </a:r>
            <a:r>
              <a:rPr lang="zh-CN" altLang="en-US" sz="2000" b="0">
                <a:ea typeface="宋体" panose="02010600030101010101" pitchFamily="2" charset="-122"/>
              </a:rPr>
              <a:t>的。</a:t>
            </a:r>
          </a:p>
        </p:txBody>
      </p:sp>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3" name="灯片编号占位符 3"/>
          <p:cNvSpPr txBox="1">
            <a:spLocks noGrp="1"/>
          </p:cNvSpPr>
          <p:nvPr>
            <p:ph type="sldNum" sz="quarter" idx="12"/>
          </p:nvPr>
        </p:nvSpPr>
        <p:spPr>
          <a:xfrm>
            <a:off x="431800" y="6229350"/>
            <a:ext cx="2311400" cy="457200"/>
          </a:xfrm>
        </p:spPr>
        <p:txBody>
          <a:bodyPr anchor="b" anchorCtr="0"/>
          <a:lstStyle/>
          <a:p>
            <a:pPr marL="0" indent="0">
              <a:spcBef>
                <a:spcPct val="50000"/>
              </a:spcBef>
              <a:buClrTx/>
              <a:buFontTx/>
              <a:buNone/>
            </a:pPr>
            <a:r>
              <a:rPr lang="zh-CN" altLang="en-US" sz="1200" b="0">
                <a:solidFill>
                  <a:srgbClr val="3366CC"/>
                </a:solidFill>
                <a:ea typeface="宋体" panose="02010600030101010101" pitchFamily="2" charset="-122"/>
              </a:rPr>
              <a:t>第</a:t>
            </a:r>
            <a:fld id="{9A0DB2DC-4C9A-4742-B13C-FB6460FD3503}" type="slidenum">
              <a:rPr lang="zh-TW" altLang="en-US" sz="1200" b="0">
                <a:solidFill>
                  <a:srgbClr val="3366CC"/>
                </a:solidFill>
                <a:ea typeface="PMingLiU" pitchFamily="18" charset="-120"/>
              </a:rPr>
              <a:t>65</a:t>
            </a:fld>
            <a:r>
              <a:rPr lang="zh-CN" altLang="en-US" sz="1200" b="0">
                <a:solidFill>
                  <a:srgbClr val="3366CC"/>
                </a:solidFill>
                <a:ea typeface="宋体" panose="02010600030101010101" pitchFamily="2" charset="-122"/>
              </a:rPr>
              <a:t>页</a:t>
            </a:r>
            <a:endParaRPr lang="zh-TW" altLang="en-US" sz="1200" b="0">
              <a:solidFill>
                <a:srgbClr val="3366CC"/>
              </a:solidFill>
              <a:ea typeface="宋体" panose="02010600030101010101" pitchFamily="2" charset="-122"/>
            </a:endParaRPr>
          </a:p>
        </p:txBody>
      </p:sp>
      <p:sp>
        <p:nvSpPr>
          <p:cNvPr id="79874" name="文本框 5"/>
          <p:cNvSpPr txBox="1"/>
          <p:nvPr>
            <p:custDataLst>
              <p:tags r:id="rId2"/>
            </p:custDataLst>
          </p:nvPr>
        </p:nvSpPr>
        <p:spPr>
          <a:xfrm>
            <a:off x="914400" y="635000"/>
            <a:ext cx="7315200" cy="2143125"/>
          </a:xfrm>
          <a:prstGeom prst="rect">
            <a:avLst/>
          </a:prstGeom>
          <a:noFill/>
          <a:ln w="9525">
            <a:noFill/>
          </a:ln>
        </p:spPr>
        <p:txBody>
          <a:bodyPr anchor="ctr" anchorCtr="0"/>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0" lvl="0" indent="0">
              <a:spcBef>
                <a:spcPct val="0"/>
              </a:spcBef>
              <a:buClrTx/>
              <a:buFontTx/>
              <a:buNone/>
            </a:pPr>
            <a:r>
              <a:rPr lang="zh-CN" altLang="en-US" b="0">
                <a:ea typeface="宋体" panose="02010600030101010101" pitchFamily="2" charset="-122"/>
              </a:rPr>
              <a:t>关于设备管理的叙述以下正确的叙述有</a:t>
            </a:r>
            <a:endParaRPr lang="zh-CN" altLang="en-US" sz="2600" b="0">
              <a:solidFill>
                <a:srgbClr val="000000"/>
              </a:solidFill>
              <a:latin typeface="微软雅黑" panose="020B0503020204020204" charset="-122"/>
              <a:ea typeface="微软雅黑" panose="020B0503020204020204" charset="-122"/>
              <a:sym typeface="微软雅黑" panose="020B0503020204020204" charset="-122"/>
            </a:endParaRPr>
          </a:p>
        </p:txBody>
      </p:sp>
      <p:sp>
        <p:nvSpPr>
          <p:cNvPr id="79875" name="文本框 6"/>
          <p:cNvSpPr txBox="1"/>
          <p:nvPr>
            <p:custDataLst>
              <p:tags r:id="rId3"/>
            </p:custDataLst>
          </p:nvPr>
        </p:nvSpPr>
        <p:spPr>
          <a:xfrm>
            <a:off x="1828800" y="2786063"/>
            <a:ext cx="6400800" cy="642937"/>
          </a:xfrm>
          <a:prstGeom prst="rect">
            <a:avLst/>
          </a:prstGeom>
          <a:noFill/>
          <a:ln w="9525">
            <a:noFill/>
          </a:ln>
        </p:spPr>
        <p:txBody>
          <a:bodyPr anchor="ctr" anchorCtr="0"/>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0" lvl="0" indent="0">
              <a:spcBef>
                <a:spcPct val="0"/>
              </a:spcBef>
              <a:buClrTx/>
              <a:buFontTx/>
              <a:buNone/>
            </a:pPr>
            <a:r>
              <a:rPr lang="zh-CN" altLang="en-US" sz="1600" b="0">
                <a:ea typeface="宋体" panose="02010600030101010101" pitchFamily="2" charset="-122"/>
              </a:rPr>
              <a:t>没有通道或</a:t>
            </a:r>
            <a:r>
              <a:rPr lang="en-US" altLang="zh-CN" sz="1600" b="0">
                <a:ea typeface="宋体" panose="02010600030101010101" pitchFamily="2" charset="-122"/>
              </a:rPr>
              <a:t>DMA</a:t>
            </a:r>
            <a:r>
              <a:rPr lang="zh-CN" altLang="en-US" sz="1600" b="0">
                <a:ea typeface="宋体" panose="02010600030101010101" pitchFamily="2" charset="-122"/>
              </a:rPr>
              <a:t>这样的设备专门输入／输出，一个</a:t>
            </a:r>
            <a:r>
              <a:rPr lang="en-US" altLang="zh-CN" sz="1600" b="0">
                <a:ea typeface="宋体" panose="02010600030101010101" pitchFamily="2" charset="-122"/>
              </a:rPr>
              <a:t>CPU</a:t>
            </a:r>
            <a:r>
              <a:rPr lang="zh-CN" altLang="en-US" sz="1600" b="0">
                <a:ea typeface="宋体" panose="02010600030101010101" pitchFamily="2" charset="-122"/>
              </a:rPr>
              <a:t>的主机系统就不可能实现多道程序同时运行</a:t>
            </a:r>
            <a:endParaRPr lang="zh-CN" altLang="en-US" sz="1600" b="0">
              <a:solidFill>
                <a:srgbClr val="000000"/>
              </a:solidFill>
              <a:latin typeface="微软雅黑" panose="020B0503020204020204" charset="-122"/>
              <a:ea typeface="微软雅黑" panose="020B0503020204020204" charset="-122"/>
              <a:sym typeface="微软雅黑" panose="020B0503020204020204" charset="-122"/>
            </a:endParaRPr>
          </a:p>
        </p:txBody>
      </p:sp>
      <p:sp>
        <p:nvSpPr>
          <p:cNvPr id="79876" name="文本框 7"/>
          <p:cNvSpPr txBox="1"/>
          <p:nvPr>
            <p:custDataLst>
              <p:tags r:id="rId4"/>
            </p:custDataLst>
          </p:nvPr>
        </p:nvSpPr>
        <p:spPr>
          <a:xfrm>
            <a:off x="1828800" y="3276600"/>
            <a:ext cx="6400800" cy="642938"/>
          </a:xfrm>
          <a:prstGeom prst="rect">
            <a:avLst/>
          </a:prstGeom>
          <a:noFill/>
          <a:ln w="9525">
            <a:noFill/>
          </a:ln>
        </p:spPr>
        <p:txBody>
          <a:bodyPr anchor="ctr" anchorCtr="0"/>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0" lvl="0" indent="0" eaLnBrk="1" hangingPunct="1">
              <a:spcBef>
                <a:spcPct val="0"/>
              </a:spcBef>
              <a:buClrTx/>
              <a:buFontTx/>
              <a:buNone/>
            </a:pPr>
            <a:r>
              <a:rPr lang="zh-CN" altLang="en-US" sz="1600" b="0">
                <a:ea typeface="宋体" panose="02010600030101010101" pitchFamily="2" charset="-122"/>
              </a:rPr>
              <a:t>设备在</a:t>
            </a:r>
            <a:r>
              <a:rPr lang="en-US" altLang="zh-CN" sz="1600" b="0">
                <a:ea typeface="宋体" panose="02010600030101010101" pitchFamily="2" charset="-122"/>
              </a:rPr>
              <a:t>I/O</a:t>
            </a:r>
            <a:r>
              <a:rPr lang="zh-CN" altLang="en-US" sz="1600" b="0">
                <a:ea typeface="宋体" panose="02010600030101010101" pitchFamily="2" charset="-122"/>
              </a:rPr>
              <a:t>时，可以不需</a:t>
            </a:r>
            <a:r>
              <a:rPr lang="en-US" altLang="zh-CN" sz="1600" b="0">
                <a:ea typeface="宋体" panose="02010600030101010101" pitchFamily="2" charset="-122"/>
              </a:rPr>
              <a:t>CPU</a:t>
            </a:r>
            <a:r>
              <a:rPr lang="zh-CN" altLang="en-US" sz="1600" b="0">
                <a:ea typeface="宋体" panose="02010600030101010101" pitchFamily="2" charset="-122"/>
              </a:rPr>
              <a:t>来干预</a:t>
            </a:r>
          </a:p>
        </p:txBody>
      </p:sp>
      <p:sp>
        <p:nvSpPr>
          <p:cNvPr id="79877" name="文本框 8"/>
          <p:cNvSpPr txBox="1"/>
          <p:nvPr>
            <p:custDataLst>
              <p:tags r:id="rId5"/>
            </p:custDataLst>
          </p:nvPr>
        </p:nvSpPr>
        <p:spPr>
          <a:xfrm>
            <a:off x="1828800" y="3765550"/>
            <a:ext cx="6400800" cy="642938"/>
          </a:xfrm>
          <a:prstGeom prst="rect">
            <a:avLst/>
          </a:prstGeom>
          <a:noFill/>
          <a:ln w="9525">
            <a:noFill/>
          </a:ln>
        </p:spPr>
        <p:txBody>
          <a:bodyPr anchor="ctr" anchorCtr="0"/>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0" lvl="0" indent="0" eaLnBrk="1" hangingPunct="1">
              <a:spcBef>
                <a:spcPct val="0"/>
              </a:spcBef>
              <a:buClrTx/>
              <a:buFontTx/>
              <a:buNone/>
            </a:pPr>
            <a:r>
              <a:rPr lang="zh-CN" altLang="en-US" sz="1600" b="0">
                <a:ea typeface="宋体" panose="02010600030101010101" pitchFamily="2" charset="-122"/>
              </a:rPr>
              <a:t>安装在主机的打印机，每个登录用户都可以使用，所以它和磁盘一样是共享设备</a:t>
            </a:r>
          </a:p>
        </p:txBody>
      </p:sp>
      <p:sp>
        <p:nvSpPr>
          <p:cNvPr id="79878" name="文本框 9"/>
          <p:cNvSpPr txBox="1"/>
          <p:nvPr>
            <p:custDataLst>
              <p:tags r:id="rId6"/>
            </p:custDataLst>
          </p:nvPr>
        </p:nvSpPr>
        <p:spPr>
          <a:xfrm>
            <a:off x="1828800" y="4256088"/>
            <a:ext cx="6400800" cy="642937"/>
          </a:xfrm>
          <a:prstGeom prst="rect">
            <a:avLst/>
          </a:prstGeom>
          <a:noFill/>
          <a:ln w="9525">
            <a:noFill/>
          </a:ln>
        </p:spPr>
        <p:txBody>
          <a:bodyPr anchor="ctr" anchorCtr="0"/>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0" lvl="0" indent="0" eaLnBrk="1" hangingPunct="1">
              <a:spcBef>
                <a:spcPct val="0"/>
              </a:spcBef>
              <a:buClrTx/>
              <a:buFontTx/>
              <a:buNone/>
            </a:pPr>
            <a:r>
              <a:rPr lang="zh-CN" altLang="en-US" sz="1600" b="0">
                <a:ea typeface="宋体" panose="02010600030101010101" pitchFamily="2" charset="-122"/>
              </a:rPr>
              <a:t>通道或</a:t>
            </a:r>
            <a:r>
              <a:rPr lang="en-US" altLang="zh-CN" sz="1600" b="0">
                <a:ea typeface="宋体" panose="02010600030101010101" pitchFamily="2" charset="-122"/>
              </a:rPr>
              <a:t>DMA</a:t>
            </a:r>
            <a:r>
              <a:rPr lang="zh-CN" altLang="en-US" sz="1600" b="0">
                <a:ea typeface="宋体" panose="02010600030101010101" pitchFamily="2" charset="-122"/>
              </a:rPr>
              <a:t>输入／输出结束通过指令通知</a:t>
            </a:r>
            <a:r>
              <a:rPr lang="en-US" altLang="zh-CN" sz="1600" b="0">
                <a:ea typeface="宋体" panose="02010600030101010101" pitchFamily="2" charset="-122"/>
              </a:rPr>
              <a:t>CPU</a:t>
            </a:r>
            <a:endParaRPr lang="zh-CN" altLang="en-US" sz="1600" b="0">
              <a:ea typeface="宋体" panose="02010600030101010101" pitchFamily="2" charset="-122"/>
            </a:endParaRPr>
          </a:p>
        </p:txBody>
      </p:sp>
      <p:sp>
        <p:nvSpPr>
          <p:cNvPr id="11" name="矩形 10"/>
          <p:cNvSpPr>
            <a:spLocks noChangeAspect="1"/>
          </p:cNvSpPr>
          <p:nvPr>
            <p:custDataLst>
              <p:tags r:id="rId7"/>
            </p:custDataLst>
          </p:nvPr>
        </p:nvSpPr>
        <p:spPr bwMode="auto">
          <a:xfrm>
            <a:off x="1114425" y="2849563"/>
            <a:ext cx="514350" cy="514350"/>
          </a:xfrm>
          <a:prstGeom prst="rect">
            <a:avLst/>
          </a:prstGeom>
          <a:solidFill>
            <a:srgbClr val="808080"/>
          </a:solidFill>
          <a:ln w="12700" cap="flat" cmpd="sng" algn="ctr">
            <a:solidFill>
              <a:srgbClr val="000000"/>
            </a:solidFill>
            <a:prstDash val="solid"/>
            <a:round/>
            <a:headEnd type="none" w="med" len="med"/>
            <a:tailEnd type="none" w="med" len="med"/>
          </a:ln>
          <a:effectLst/>
        </p:spPr>
        <p:txBody>
          <a:bodyPr wrap="none" anchor="ctr" anchorCtr="1"/>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050" b="0" i="0" u="none" strike="noStrike" kern="1200" cap="none" spc="0" normalizeH="0" baseline="0" noProof="0">
                <a:ln>
                  <a:noFill/>
                </a:ln>
                <a:solidFill>
                  <a:srgbClr val="FFFFFF"/>
                </a:solidFill>
                <a:effectLst/>
                <a:uLnTx/>
                <a:uFillTx/>
                <a:latin typeface="微软雅黑" panose="020B0503020204020204" charset="-122"/>
                <a:ea typeface="微软雅黑" panose="020B0503020204020204" charset="-122"/>
                <a:cs typeface="+mn-cs"/>
                <a:sym typeface="微软雅黑" panose="020B0503020204020204" charset="-122"/>
              </a:rPr>
              <a:t>A</a:t>
            </a:r>
            <a:endParaRPr kumimoji="0" lang="zh-CN" altLang="en-US" sz="1050" b="0" i="0" u="none" strike="noStrike" kern="1200" cap="none" spc="0" normalizeH="0" baseline="0" noProof="0">
              <a:ln>
                <a:noFill/>
              </a:ln>
              <a:solidFill>
                <a:srgbClr val="FFFFFF"/>
              </a:solidFill>
              <a:effectLst/>
              <a:uLnTx/>
              <a:uFillTx/>
              <a:latin typeface="微软雅黑" panose="020B0503020204020204" charset="-122"/>
              <a:ea typeface="微软雅黑" panose="020B0503020204020204" charset="-122"/>
              <a:cs typeface="+mn-cs"/>
              <a:sym typeface="微软雅黑" panose="020B0503020204020204" charset="-122"/>
            </a:endParaRPr>
          </a:p>
        </p:txBody>
      </p:sp>
      <p:sp>
        <p:nvSpPr>
          <p:cNvPr id="12" name="矩形 11"/>
          <p:cNvSpPr>
            <a:spLocks noChangeAspect="1"/>
          </p:cNvSpPr>
          <p:nvPr>
            <p:custDataLst>
              <p:tags r:id="rId8"/>
            </p:custDataLst>
          </p:nvPr>
        </p:nvSpPr>
        <p:spPr bwMode="auto">
          <a:xfrm>
            <a:off x="1114425" y="3340100"/>
            <a:ext cx="514350" cy="514350"/>
          </a:xfrm>
          <a:prstGeom prst="rect">
            <a:avLst/>
          </a:prstGeom>
          <a:solidFill>
            <a:srgbClr val="808080"/>
          </a:solidFill>
          <a:ln w="12700" cap="flat" cmpd="sng" algn="ctr">
            <a:solidFill>
              <a:srgbClr val="000000"/>
            </a:solidFill>
            <a:prstDash val="solid"/>
            <a:round/>
            <a:headEnd type="none" w="med" len="med"/>
            <a:tailEnd type="none" w="med" len="med"/>
          </a:ln>
          <a:effectLst/>
        </p:spPr>
        <p:txBody>
          <a:bodyPr wrap="none" anchor="ctr" anchorCtr="1"/>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050" b="0" i="0" u="none" strike="noStrike" kern="1200" cap="none" spc="0" normalizeH="0" baseline="0" noProof="0">
                <a:ln>
                  <a:noFill/>
                </a:ln>
                <a:solidFill>
                  <a:srgbClr val="FFFFFF"/>
                </a:solidFill>
                <a:effectLst/>
                <a:uLnTx/>
                <a:uFillTx/>
                <a:latin typeface="微软雅黑" panose="020B0503020204020204" charset="-122"/>
                <a:ea typeface="微软雅黑" panose="020B0503020204020204" charset="-122"/>
                <a:cs typeface="+mn-cs"/>
                <a:sym typeface="微软雅黑" panose="020B0503020204020204" charset="-122"/>
              </a:rPr>
              <a:t>B</a:t>
            </a:r>
            <a:endParaRPr kumimoji="0" lang="zh-CN" altLang="en-US" sz="1050" b="0" i="0" u="none" strike="noStrike" kern="1200" cap="none" spc="0" normalizeH="0" baseline="0" noProof="0">
              <a:ln>
                <a:noFill/>
              </a:ln>
              <a:solidFill>
                <a:srgbClr val="FFFFFF"/>
              </a:solidFill>
              <a:effectLst/>
              <a:uLnTx/>
              <a:uFillTx/>
              <a:latin typeface="微软雅黑" panose="020B0503020204020204" charset="-122"/>
              <a:ea typeface="微软雅黑" panose="020B0503020204020204" charset="-122"/>
              <a:cs typeface="+mn-cs"/>
              <a:sym typeface="微软雅黑" panose="020B0503020204020204" charset="-122"/>
            </a:endParaRPr>
          </a:p>
        </p:txBody>
      </p:sp>
      <p:sp>
        <p:nvSpPr>
          <p:cNvPr id="13" name="矩形 12"/>
          <p:cNvSpPr>
            <a:spLocks noChangeAspect="1"/>
          </p:cNvSpPr>
          <p:nvPr>
            <p:custDataLst>
              <p:tags r:id="rId9"/>
            </p:custDataLst>
          </p:nvPr>
        </p:nvSpPr>
        <p:spPr bwMode="auto">
          <a:xfrm>
            <a:off x="1114425" y="3830638"/>
            <a:ext cx="514350" cy="514350"/>
          </a:xfrm>
          <a:prstGeom prst="rect">
            <a:avLst/>
          </a:prstGeom>
          <a:solidFill>
            <a:srgbClr val="808080"/>
          </a:solidFill>
          <a:ln w="12700" cap="flat" cmpd="sng" algn="ctr">
            <a:solidFill>
              <a:srgbClr val="000000"/>
            </a:solidFill>
            <a:prstDash val="solid"/>
            <a:round/>
            <a:headEnd type="none" w="med" len="med"/>
            <a:tailEnd type="none" w="med" len="med"/>
          </a:ln>
          <a:effectLst/>
        </p:spPr>
        <p:txBody>
          <a:bodyPr wrap="none" anchor="ctr" anchorCtr="1"/>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050" b="0" i="0" u="none" strike="noStrike" kern="1200" cap="none" spc="0" normalizeH="0" baseline="0" noProof="0">
                <a:ln>
                  <a:noFill/>
                </a:ln>
                <a:solidFill>
                  <a:srgbClr val="FFFFFF"/>
                </a:solidFill>
                <a:effectLst/>
                <a:uLnTx/>
                <a:uFillTx/>
                <a:latin typeface="微软雅黑" panose="020B0503020204020204" charset="-122"/>
                <a:ea typeface="微软雅黑" panose="020B0503020204020204" charset="-122"/>
                <a:cs typeface="+mn-cs"/>
                <a:sym typeface="微软雅黑" panose="020B0503020204020204" charset="-122"/>
              </a:rPr>
              <a:t>C</a:t>
            </a:r>
            <a:endParaRPr kumimoji="0" lang="zh-CN" altLang="en-US" sz="1050" b="0" i="0" u="none" strike="noStrike" kern="1200" cap="none" spc="0" normalizeH="0" baseline="0" noProof="0">
              <a:ln>
                <a:noFill/>
              </a:ln>
              <a:solidFill>
                <a:srgbClr val="FFFFFF"/>
              </a:solidFill>
              <a:effectLst/>
              <a:uLnTx/>
              <a:uFillTx/>
              <a:latin typeface="微软雅黑" panose="020B0503020204020204" charset="-122"/>
              <a:ea typeface="微软雅黑" panose="020B0503020204020204" charset="-122"/>
              <a:cs typeface="+mn-cs"/>
              <a:sym typeface="微软雅黑" panose="020B0503020204020204" charset="-122"/>
            </a:endParaRPr>
          </a:p>
        </p:txBody>
      </p:sp>
      <p:sp>
        <p:nvSpPr>
          <p:cNvPr id="14" name="矩形 13"/>
          <p:cNvSpPr>
            <a:spLocks noChangeAspect="1"/>
          </p:cNvSpPr>
          <p:nvPr>
            <p:custDataLst>
              <p:tags r:id="rId10"/>
            </p:custDataLst>
          </p:nvPr>
        </p:nvSpPr>
        <p:spPr bwMode="auto">
          <a:xfrm>
            <a:off x="1114425" y="4319588"/>
            <a:ext cx="514350" cy="514350"/>
          </a:xfrm>
          <a:prstGeom prst="rect">
            <a:avLst/>
          </a:prstGeom>
          <a:solidFill>
            <a:srgbClr val="808080"/>
          </a:solidFill>
          <a:ln w="12700" cap="flat" cmpd="sng" algn="ctr">
            <a:solidFill>
              <a:srgbClr val="000000"/>
            </a:solidFill>
            <a:prstDash val="solid"/>
            <a:round/>
            <a:headEnd type="none" w="med" len="med"/>
            <a:tailEnd type="none" w="med" len="med"/>
          </a:ln>
          <a:effectLst/>
        </p:spPr>
        <p:txBody>
          <a:bodyPr wrap="none" anchor="ctr" anchorCtr="1"/>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050" b="0" i="0" u="none" strike="noStrike" kern="1200" cap="none" spc="0" normalizeH="0" baseline="0" noProof="0">
                <a:ln>
                  <a:noFill/>
                </a:ln>
                <a:solidFill>
                  <a:srgbClr val="FFFFFF"/>
                </a:solidFill>
                <a:effectLst/>
                <a:uLnTx/>
                <a:uFillTx/>
                <a:latin typeface="微软雅黑" panose="020B0503020204020204" charset="-122"/>
                <a:ea typeface="微软雅黑" panose="020B0503020204020204" charset="-122"/>
                <a:cs typeface="+mn-cs"/>
                <a:sym typeface="微软雅黑" panose="020B0503020204020204" charset="-122"/>
              </a:rPr>
              <a:t>D</a:t>
            </a:r>
            <a:endParaRPr kumimoji="0" lang="zh-CN" altLang="en-US" sz="1050" b="0" i="0" u="none" strike="noStrike" kern="1200" cap="none" spc="0" normalizeH="0" baseline="0" noProof="0">
              <a:ln>
                <a:noFill/>
              </a:ln>
              <a:solidFill>
                <a:srgbClr val="FFFFFF"/>
              </a:solidFill>
              <a:effectLst/>
              <a:uLnTx/>
              <a:uFillTx/>
              <a:latin typeface="微软雅黑" panose="020B0503020204020204" charset="-122"/>
              <a:ea typeface="微软雅黑" panose="020B0503020204020204" charset="-122"/>
              <a:cs typeface="+mn-cs"/>
              <a:sym typeface="微软雅黑" panose="020B0503020204020204" charset="-122"/>
            </a:endParaRPr>
          </a:p>
        </p:txBody>
      </p:sp>
      <p:sp>
        <p:nvSpPr>
          <p:cNvPr id="79883" name="圆角矩形 14"/>
          <p:cNvSpPr/>
          <p:nvPr>
            <p:custDataLst>
              <p:tags r:id="rId11"/>
            </p:custDataLst>
          </p:nvPr>
        </p:nvSpPr>
        <p:spPr>
          <a:xfrm>
            <a:off x="6172200" y="6215063"/>
            <a:ext cx="1543050" cy="411162"/>
          </a:xfrm>
          <a:prstGeom prst="roundRect">
            <a:avLst>
              <a:gd name="adj" fmla="val 16667"/>
            </a:avLst>
          </a:prstGeom>
          <a:solidFill>
            <a:srgbClr val="808080"/>
          </a:solidFill>
          <a:ln w="38100" cap="flat" cmpd="sng">
            <a:solidFill>
              <a:srgbClr val="000000"/>
            </a:solidFill>
            <a:prstDash val="solid"/>
            <a:headEnd type="none" w="med" len="med"/>
            <a:tailEnd type="none" w="med" len="med"/>
          </a:ln>
        </p:spPr>
        <p:txBody>
          <a:bodyPr wrap="none" anchor="ctr" anchorCtr="1"/>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0" lvl="0" indent="0" algn="ctr" eaLnBrk="1" hangingPunct="1">
              <a:spcBef>
                <a:spcPct val="0"/>
              </a:spcBef>
              <a:buClrTx/>
              <a:buFontTx/>
              <a:buNone/>
            </a:pPr>
            <a:r>
              <a:rPr lang="zh-CN" altLang="en-US" sz="1600" b="0">
                <a:solidFill>
                  <a:srgbClr val="FFFFFF"/>
                </a:solidFill>
                <a:latin typeface="微软雅黑" panose="020B0503020204020204" charset="-122"/>
                <a:ea typeface="微软雅黑" panose="020B0503020204020204" charset="-122"/>
                <a:sym typeface="微软雅黑" panose="020B0503020204020204" charset="-122"/>
              </a:rPr>
              <a:t>提交</a:t>
            </a:r>
          </a:p>
        </p:txBody>
      </p:sp>
      <p:sp>
        <p:nvSpPr>
          <p:cNvPr id="79884" name="文本框 21"/>
          <p:cNvSpPr txBox="1"/>
          <p:nvPr>
            <p:custDataLst>
              <p:tags r:id="rId12"/>
            </p:custDataLst>
          </p:nvPr>
        </p:nvSpPr>
        <p:spPr>
          <a:xfrm>
            <a:off x="1828800" y="4745038"/>
            <a:ext cx="6400800" cy="642937"/>
          </a:xfrm>
          <a:prstGeom prst="rect">
            <a:avLst/>
          </a:prstGeom>
          <a:noFill/>
          <a:ln w="9525">
            <a:noFill/>
          </a:ln>
        </p:spPr>
        <p:txBody>
          <a:bodyPr anchor="ctr" anchorCtr="0"/>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0" lvl="0" indent="0" eaLnBrk="1" hangingPunct="1">
              <a:spcBef>
                <a:spcPct val="0"/>
              </a:spcBef>
              <a:buClrTx/>
              <a:buFontTx/>
              <a:buNone/>
            </a:pPr>
            <a:r>
              <a:rPr lang="zh-CN" altLang="en-US" sz="1600" b="0">
                <a:ea typeface="宋体" panose="02010600030101010101" pitchFamily="2" charset="-122"/>
              </a:rPr>
              <a:t>中断机制是多道程序同时运行的必需硬件机制</a:t>
            </a:r>
          </a:p>
        </p:txBody>
      </p:sp>
      <p:sp>
        <p:nvSpPr>
          <p:cNvPr id="23" name="矩形 22"/>
          <p:cNvSpPr>
            <a:spLocks noChangeAspect="1"/>
          </p:cNvSpPr>
          <p:nvPr>
            <p:custDataLst>
              <p:tags r:id="rId13"/>
            </p:custDataLst>
          </p:nvPr>
        </p:nvSpPr>
        <p:spPr bwMode="auto">
          <a:xfrm>
            <a:off x="1114425" y="4810125"/>
            <a:ext cx="514350" cy="514350"/>
          </a:xfrm>
          <a:prstGeom prst="rect">
            <a:avLst/>
          </a:prstGeom>
          <a:solidFill>
            <a:srgbClr val="00FF00"/>
          </a:solidFill>
          <a:ln w="25400" cap="flat" cmpd="sng" algn="ctr">
            <a:solidFill>
              <a:srgbClr val="000000"/>
            </a:solidFill>
            <a:prstDash val="solid"/>
            <a:round/>
            <a:headEnd type="none" w="med" len="med"/>
            <a:tailEnd type="none" w="med" len="med"/>
          </a:ln>
          <a:effectLst/>
        </p:spPr>
        <p:txBody>
          <a:bodyPr wrap="none" anchor="ctr" anchorCtr="1"/>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050" b="0" i="0" u="none" strike="noStrike" kern="1200" cap="none" spc="0" normalizeH="0" baseline="0" noProof="0">
                <a:ln>
                  <a:noFill/>
                </a:ln>
                <a:solidFill>
                  <a:srgbClr val="FFFFFF"/>
                </a:solidFill>
                <a:effectLst/>
                <a:uLnTx/>
                <a:uFillTx/>
                <a:latin typeface="微软雅黑" panose="020B0503020204020204" charset="-122"/>
                <a:ea typeface="微软雅黑" panose="020B0503020204020204" charset="-122"/>
                <a:cs typeface="+mn-cs"/>
                <a:sym typeface="微软雅黑" panose="020B0503020204020204" charset="-122"/>
              </a:rPr>
              <a:t>E</a:t>
            </a:r>
            <a:endParaRPr kumimoji="0" lang="zh-CN" altLang="en-US" sz="1050" b="0" i="0" u="none" strike="noStrike" kern="1200" cap="none" spc="0" normalizeH="0" baseline="0" noProof="0">
              <a:ln>
                <a:noFill/>
              </a:ln>
              <a:solidFill>
                <a:srgbClr val="FFFFFF"/>
              </a:solidFill>
              <a:effectLst/>
              <a:uLnTx/>
              <a:uFillTx/>
              <a:latin typeface="微软雅黑" panose="020B0503020204020204" charset="-122"/>
              <a:ea typeface="微软雅黑" panose="020B0503020204020204" charset="-122"/>
              <a:cs typeface="+mn-cs"/>
              <a:sym typeface="微软雅黑" panose="020B0503020204020204" charset="-122"/>
            </a:endParaRPr>
          </a:p>
        </p:txBody>
      </p:sp>
      <p:sp>
        <p:nvSpPr>
          <p:cNvPr id="79886" name="文本框 23"/>
          <p:cNvSpPr txBox="1"/>
          <p:nvPr>
            <p:custDataLst>
              <p:tags r:id="rId14"/>
            </p:custDataLst>
          </p:nvPr>
        </p:nvSpPr>
        <p:spPr>
          <a:xfrm>
            <a:off x="1828800" y="5235575"/>
            <a:ext cx="6400800" cy="642938"/>
          </a:xfrm>
          <a:prstGeom prst="rect">
            <a:avLst/>
          </a:prstGeom>
          <a:noFill/>
          <a:ln w="9525">
            <a:noFill/>
          </a:ln>
        </p:spPr>
        <p:txBody>
          <a:bodyPr anchor="ctr" anchorCtr="0"/>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0" lvl="0" indent="0" eaLnBrk="1" hangingPunct="1">
              <a:spcBef>
                <a:spcPct val="0"/>
              </a:spcBef>
              <a:buClrTx/>
              <a:buFontTx/>
              <a:buNone/>
            </a:pPr>
            <a:r>
              <a:rPr lang="en-US" altLang="zh-CN" sz="1600" b="0">
                <a:ea typeface="宋体" panose="02010600030101010101" pitchFamily="2" charset="-122"/>
              </a:rPr>
              <a:t>CPU</a:t>
            </a:r>
            <a:r>
              <a:rPr lang="zh-CN" altLang="en-US" sz="1600" b="0">
                <a:ea typeface="宋体" panose="02010600030101010101" pitchFamily="2" charset="-122"/>
              </a:rPr>
              <a:t>输出数据的速度远远高于打印机速度，为了解决这一矛盾，可采用缓冲技术</a:t>
            </a:r>
          </a:p>
        </p:txBody>
      </p:sp>
      <p:sp>
        <p:nvSpPr>
          <p:cNvPr id="25" name="矩形 24"/>
          <p:cNvSpPr>
            <a:spLocks noChangeAspect="1"/>
          </p:cNvSpPr>
          <p:nvPr>
            <p:custDataLst>
              <p:tags r:id="rId15"/>
            </p:custDataLst>
          </p:nvPr>
        </p:nvSpPr>
        <p:spPr bwMode="auto">
          <a:xfrm>
            <a:off x="1114425" y="5299075"/>
            <a:ext cx="514350" cy="514350"/>
          </a:xfrm>
          <a:prstGeom prst="rect">
            <a:avLst/>
          </a:prstGeom>
          <a:solidFill>
            <a:srgbClr val="00FF00"/>
          </a:solidFill>
          <a:ln w="25400" cap="flat" cmpd="sng" algn="ctr">
            <a:solidFill>
              <a:srgbClr val="000000"/>
            </a:solidFill>
            <a:prstDash val="solid"/>
            <a:round/>
            <a:headEnd type="none" w="med" len="med"/>
            <a:tailEnd type="none" w="med" len="med"/>
          </a:ln>
          <a:effectLst/>
        </p:spPr>
        <p:txBody>
          <a:bodyPr wrap="none" anchor="ctr" anchorCtr="1"/>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050" b="0" i="0" u="none" strike="noStrike" kern="1200" cap="none" spc="0" normalizeH="0" baseline="0" noProof="0">
                <a:ln>
                  <a:noFill/>
                </a:ln>
                <a:solidFill>
                  <a:srgbClr val="FFFFFF"/>
                </a:solidFill>
                <a:effectLst/>
                <a:uLnTx/>
                <a:uFillTx/>
                <a:latin typeface="微软雅黑" panose="020B0503020204020204" charset="-122"/>
                <a:ea typeface="微软雅黑" panose="020B0503020204020204" charset="-122"/>
                <a:cs typeface="+mn-cs"/>
                <a:sym typeface="微软雅黑" panose="020B0503020204020204" charset="-122"/>
              </a:rPr>
              <a:t>F</a:t>
            </a:r>
            <a:endParaRPr kumimoji="0" lang="zh-CN" altLang="en-US" sz="1050" b="0" i="0" u="none" strike="noStrike" kern="1200" cap="none" spc="0" normalizeH="0" baseline="0" noProof="0">
              <a:ln>
                <a:noFill/>
              </a:ln>
              <a:solidFill>
                <a:srgbClr val="FFFFFF"/>
              </a:solidFill>
              <a:effectLst/>
              <a:uLnTx/>
              <a:uFillTx/>
              <a:latin typeface="微软雅黑" panose="020B0503020204020204" charset="-122"/>
              <a:ea typeface="微软雅黑" panose="020B0503020204020204" charset="-122"/>
              <a:cs typeface="+mn-cs"/>
              <a:sym typeface="微软雅黑" panose="020B0503020204020204" charset="-122"/>
            </a:endParaRPr>
          </a:p>
        </p:txBody>
      </p:sp>
      <p:sp>
        <p:nvSpPr>
          <p:cNvPr id="79888" name="文本框 25"/>
          <p:cNvSpPr txBox="1"/>
          <p:nvPr>
            <p:custDataLst>
              <p:tags r:id="rId16"/>
            </p:custDataLst>
          </p:nvPr>
        </p:nvSpPr>
        <p:spPr>
          <a:xfrm>
            <a:off x="1828800" y="5724525"/>
            <a:ext cx="6400800" cy="642938"/>
          </a:xfrm>
          <a:prstGeom prst="rect">
            <a:avLst/>
          </a:prstGeom>
          <a:noFill/>
          <a:ln w="9525">
            <a:noFill/>
          </a:ln>
        </p:spPr>
        <p:txBody>
          <a:bodyPr anchor="ctr" anchorCtr="0"/>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0" lvl="0" indent="0" eaLnBrk="1" hangingPunct="1">
              <a:spcBef>
                <a:spcPct val="0"/>
              </a:spcBef>
              <a:buClrTx/>
              <a:buFontTx/>
              <a:buNone/>
            </a:pPr>
            <a:r>
              <a:rPr lang="zh-CN" altLang="en-US" sz="1600" b="0">
                <a:ea typeface="宋体" panose="02010600030101010101" pitchFamily="2" charset="-122"/>
              </a:rPr>
              <a:t>中断发生后，被中断的进程进入等待状态</a:t>
            </a:r>
          </a:p>
        </p:txBody>
      </p:sp>
      <p:sp>
        <p:nvSpPr>
          <p:cNvPr id="27" name="矩形 26"/>
          <p:cNvSpPr>
            <a:spLocks noChangeAspect="1"/>
          </p:cNvSpPr>
          <p:nvPr>
            <p:custDataLst>
              <p:tags r:id="rId17"/>
            </p:custDataLst>
          </p:nvPr>
        </p:nvSpPr>
        <p:spPr bwMode="auto">
          <a:xfrm>
            <a:off x="1114425" y="5789613"/>
            <a:ext cx="514350" cy="514350"/>
          </a:xfrm>
          <a:prstGeom prst="rect">
            <a:avLst/>
          </a:prstGeom>
          <a:solidFill>
            <a:srgbClr val="00FF00"/>
          </a:solidFill>
          <a:ln w="25400" cap="flat" cmpd="sng" algn="ctr">
            <a:solidFill>
              <a:srgbClr val="000000"/>
            </a:solidFill>
            <a:prstDash val="solid"/>
            <a:round/>
            <a:headEnd type="none" w="med" len="med"/>
            <a:tailEnd type="none" w="med" len="med"/>
          </a:ln>
          <a:effectLst/>
        </p:spPr>
        <p:txBody>
          <a:bodyPr wrap="none" anchor="ctr" anchorCtr="1"/>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050" b="0" i="0" u="none" strike="noStrike" kern="1200" cap="none" spc="0" normalizeH="0" baseline="0" noProof="0">
                <a:ln>
                  <a:noFill/>
                </a:ln>
                <a:solidFill>
                  <a:srgbClr val="FFFFFF"/>
                </a:solidFill>
                <a:effectLst/>
                <a:uLnTx/>
                <a:uFillTx/>
                <a:latin typeface="微软雅黑" panose="020B0503020204020204" charset="-122"/>
                <a:ea typeface="微软雅黑" panose="020B0503020204020204" charset="-122"/>
                <a:cs typeface="+mn-cs"/>
                <a:sym typeface="微软雅黑" panose="020B0503020204020204" charset="-122"/>
              </a:rPr>
              <a:t>G</a:t>
            </a:r>
            <a:endParaRPr kumimoji="0" lang="zh-CN" altLang="en-US" sz="1050" b="0" i="0" u="none" strike="noStrike" kern="1200" cap="none" spc="0" normalizeH="0" baseline="0" noProof="0">
              <a:ln>
                <a:noFill/>
              </a:ln>
              <a:solidFill>
                <a:srgbClr val="FFFFFF"/>
              </a:solidFill>
              <a:effectLst/>
              <a:uLnTx/>
              <a:uFillTx/>
              <a:latin typeface="微软雅黑" panose="020B0503020204020204" charset="-122"/>
              <a:ea typeface="微软雅黑" panose="020B0503020204020204" charset="-122"/>
              <a:cs typeface="+mn-cs"/>
              <a:sym typeface="微软雅黑" panose="020B0503020204020204" charset="-122"/>
            </a:endParaRPr>
          </a:p>
        </p:txBody>
      </p:sp>
      <p:grpSp>
        <p:nvGrpSpPr>
          <p:cNvPr id="79890" name="组合 19"/>
          <p:cNvGrpSpPr/>
          <p:nvPr/>
        </p:nvGrpSpPr>
        <p:grpSpPr>
          <a:xfrm>
            <a:off x="0" y="0"/>
            <a:ext cx="9144000" cy="635000"/>
            <a:chOff x="0" y="0"/>
            <a:chExt cx="9144000" cy="635000"/>
          </a:xfrm>
        </p:grpSpPr>
        <p:sp>
          <p:nvSpPr>
            <p:cNvPr id="79892" name="TitleBackground"/>
            <p:cNvSpPr/>
            <p:nvPr>
              <p:custDataLst>
                <p:tags r:id="rId19"/>
              </p:custDataLst>
            </p:nvPr>
          </p:nvSpPr>
          <p:spPr>
            <a:xfrm>
              <a:off x="0" y="0"/>
              <a:ext cx="9144000" cy="635000"/>
            </a:xfrm>
            <a:prstGeom prst="rect">
              <a:avLst/>
            </a:prstGeom>
            <a:solidFill>
              <a:srgbClr val="F6F7F8"/>
            </a:solidFill>
            <a:ln w="19050">
              <a:noFill/>
            </a:ln>
          </p:spPr>
          <p:txBody>
            <a:bodyPr wrap="none" anchor="ctr" anchorCtr="0"/>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0" lvl="0" indent="0" algn="ctr" eaLnBrk="1" hangingPunct="1">
                <a:spcBef>
                  <a:spcPct val="0"/>
                </a:spcBef>
                <a:buClrTx/>
                <a:buFontTx/>
                <a:buNone/>
              </a:pPr>
              <a:endParaRPr lang="zh-CN" altLang="en-US" sz="2400" b="0">
                <a:ea typeface="宋体" panose="02010600030101010101" pitchFamily="2" charset="-122"/>
              </a:endParaRPr>
            </a:p>
          </p:txBody>
        </p:sp>
        <p:sp>
          <p:nvSpPr>
            <p:cNvPr id="79893" name="ColorBlock"/>
            <p:cNvSpPr/>
            <p:nvPr>
              <p:custDataLst>
                <p:tags r:id="rId20"/>
              </p:custDataLst>
            </p:nvPr>
          </p:nvSpPr>
          <p:spPr>
            <a:xfrm>
              <a:off x="0" y="0"/>
              <a:ext cx="190500" cy="635000"/>
            </a:xfrm>
            <a:prstGeom prst="rect">
              <a:avLst/>
            </a:prstGeom>
            <a:solidFill>
              <a:srgbClr val="639EF4"/>
            </a:solidFill>
            <a:ln w="19050">
              <a:noFill/>
            </a:ln>
          </p:spPr>
          <p:txBody>
            <a:bodyPr wrap="none" anchor="ctr" anchorCtr="0"/>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0" lvl="0" indent="0" algn="ctr" eaLnBrk="1" hangingPunct="1">
                <a:spcBef>
                  <a:spcPct val="0"/>
                </a:spcBef>
                <a:buClrTx/>
                <a:buFontTx/>
                <a:buNone/>
              </a:pPr>
              <a:endParaRPr lang="zh-CN" altLang="en-US" sz="2400" b="0">
                <a:ea typeface="宋体" panose="02010600030101010101" pitchFamily="2" charset="-122"/>
              </a:endParaRPr>
            </a:p>
          </p:txBody>
        </p:sp>
        <p:sp>
          <p:nvSpPr>
            <p:cNvPr id="79894" name="TypeText"/>
            <p:cNvSpPr txBox="1"/>
            <p:nvPr>
              <p:custDataLst>
                <p:tags r:id="rId21"/>
              </p:custDataLst>
            </p:nvPr>
          </p:nvSpPr>
          <p:spPr>
            <a:xfrm>
              <a:off x="254000" y="0"/>
              <a:ext cx="1905000" cy="635000"/>
            </a:xfrm>
            <a:prstGeom prst="rect">
              <a:avLst/>
            </a:prstGeom>
            <a:noFill/>
            <a:ln w="9525">
              <a:noFill/>
            </a:ln>
          </p:spPr>
          <p:txBody>
            <a:bodyPr wrap="none" anchor="ctr" anchorCtr="0"/>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0" lvl="0" indent="0">
                <a:spcBef>
                  <a:spcPct val="0"/>
                </a:spcBef>
                <a:buClrTx/>
                <a:buFontTx/>
                <a:buNone/>
              </a:pPr>
              <a:r>
                <a:rPr lang="zh-CN" altLang="en-US" sz="2600" b="0">
                  <a:solidFill>
                    <a:srgbClr val="000000"/>
                  </a:solidFill>
                  <a:latin typeface="微软雅黑" panose="020B0503020204020204" charset="-122"/>
                  <a:ea typeface="微软雅黑" panose="020B0503020204020204" charset="-122"/>
                  <a:sym typeface="微软雅黑" panose="020B0503020204020204" charset="-122"/>
                </a:rPr>
                <a:t>多选题</a:t>
              </a:r>
            </a:p>
          </p:txBody>
        </p:sp>
        <p:sp>
          <p:nvSpPr>
            <p:cNvPr id="79895" name="TipText"/>
            <p:cNvSpPr txBox="1"/>
            <p:nvPr>
              <p:custDataLst>
                <p:tags r:id="rId22"/>
              </p:custDataLst>
            </p:nvPr>
          </p:nvSpPr>
          <p:spPr>
            <a:xfrm>
              <a:off x="1525905" y="109220"/>
              <a:ext cx="2286000" cy="508000"/>
            </a:xfrm>
            <a:prstGeom prst="rect">
              <a:avLst/>
            </a:prstGeom>
            <a:noFill/>
            <a:ln w="9525">
              <a:noFill/>
            </a:ln>
          </p:spPr>
          <p:txBody>
            <a:bodyPr wrap="none" anchor="ctr" anchorCtr="0"/>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0" lvl="0" indent="0">
                <a:spcBef>
                  <a:spcPct val="0"/>
                </a:spcBef>
                <a:buClrTx/>
                <a:buFontTx/>
                <a:buNone/>
              </a:pPr>
              <a:r>
                <a:rPr lang="en-US" altLang="zh-CN" sz="2000" b="0">
                  <a:solidFill>
                    <a:srgbClr val="808080"/>
                  </a:solidFill>
                  <a:latin typeface="微软雅黑" panose="020B0503020204020204" charset="-122"/>
                  <a:ea typeface="微软雅黑" panose="020B0503020204020204" charset="-122"/>
                  <a:sym typeface="微软雅黑" panose="020B0503020204020204" charset="-122"/>
                </a:rPr>
                <a:t>1</a:t>
              </a:r>
              <a:r>
                <a:rPr lang="zh-CN" altLang="en-US" sz="2000" b="0">
                  <a:solidFill>
                    <a:srgbClr val="808080"/>
                  </a:solidFill>
                  <a:latin typeface="微软雅黑" panose="020B0503020204020204" charset="-122"/>
                  <a:ea typeface="微软雅黑" panose="020B0503020204020204" charset="-122"/>
                  <a:sym typeface="微软雅黑" panose="020B0503020204020204" charset="-122"/>
                </a:rPr>
                <a:t>分</a:t>
              </a:r>
            </a:p>
          </p:txBody>
        </p:sp>
      </p:grpSp>
      <p:pic>
        <p:nvPicPr>
          <p:cNvPr id="79891" name="图片 4"/>
          <p:cNvPicPr/>
          <p:nvPr>
            <p:custDataLst>
              <p:tags r:id="rId18"/>
            </p:custDataLst>
          </p:nvPr>
        </p:nvPicPr>
        <p:blipFill>
          <a:blip r:embed="rId24"/>
          <a:stretch>
            <a:fillRect/>
          </a:stretch>
        </p:blipFill>
        <p:spPr>
          <a:xfrm>
            <a:off x="7594600" y="63500"/>
            <a:ext cx="1422400" cy="508000"/>
          </a:xfrm>
          <a:prstGeom prst="rect">
            <a:avLst/>
          </a:prstGeom>
          <a:noFill/>
          <a:ln w="9525">
            <a:noFill/>
          </a:ln>
        </p:spPr>
      </p:pic>
    </p:spTree>
    <p:custDataLst>
      <p:tags r:id="rId1"/>
    </p:custDataLst>
  </p:cSld>
  <p:clrMapOvr>
    <a:masterClrMapping/>
  </p:clrMapOvr>
  <p:transition spd="slow"/>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7" name="灯片编号占位符 3"/>
          <p:cNvSpPr txBox="1">
            <a:spLocks noGrp="1"/>
          </p:cNvSpPr>
          <p:nvPr>
            <p:ph type="sldNum" sz="quarter" idx="12"/>
          </p:nvPr>
        </p:nvSpPr>
        <p:spPr>
          <a:xfrm>
            <a:off x="431800" y="6229350"/>
            <a:ext cx="2311400" cy="457200"/>
          </a:xfrm>
        </p:spPr>
        <p:txBody>
          <a:bodyPr anchor="b" anchorCtr="0"/>
          <a:lstStyle/>
          <a:p>
            <a:pPr marL="0" indent="0">
              <a:spcBef>
                <a:spcPct val="50000"/>
              </a:spcBef>
              <a:buClrTx/>
              <a:buFontTx/>
              <a:buNone/>
            </a:pPr>
            <a:r>
              <a:rPr lang="zh-CN" altLang="en-US" sz="1200" b="0">
                <a:solidFill>
                  <a:srgbClr val="3366CC"/>
                </a:solidFill>
                <a:ea typeface="宋体" panose="02010600030101010101" pitchFamily="2" charset="-122"/>
              </a:rPr>
              <a:t>第</a:t>
            </a:r>
            <a:fld id="{9A0DB2DC-4C9A-4742-B13C-FB6460FD3503}" type="slidenum">
              <a:rPr lang="zh-TW" altLang="en-US" sz="1200" b="0">
                <a:solidFill>
                  <a:srgbClr val="3366CC"/>
                </a:solidFill>
                <a:ea typeface="PMingLiU" pitchFamily="18" charset="-120"/>
              </a:rPr>
              <a:t>66</a:t>
            </a:fld>
            <a:r>
              <a:rPr lang="zh-CN" altLang="en-US" sz="1200" b="0">
                <a:solidFill>
                  <a:srgbClr val="3366CC"/>
                </a:solidFill>
                <a:ea typeface="宋体" panose="02010600030101010101" pitchFamily="2" charset="-122"/>
              </a:rPr>
              <a:t>页</a:t>
            </a:r>
            <a:endParaRPr lang="zh-TW" altLang="en-US" sz="1200" b="0">
              <a:solidFill>
                <a:srgbClr val="3366CC"/>
              </a:solidFill>
              <a:ea typeface="宋体" panose="02010600030101010101" pitchFamily="2" charset="-122"/>
            </a:endParaRPr>
          </a:p>
        </p:txBody>
      </p:sp>
      <p:sp>
        <p:nvSpPr>
          <p:cNvPr id="80898" name="Rectangle 2"/>
          <p:cNvSpPr>
            <a:spLocks noGrp="1"/>
          </p:cNvSpPr>
          <p:nvPr>
            <p:ph type="title"/>
          </p:nvPr>
        </p:nvSpPr>
        <p:spPr/>
        <p:txBody>
          <a:bodyPr vert="horz" wrap="square" lIns="91440" tIns="45720" rIns="91440" bIns="45720" anchor="b" anchorCtr="0"/>
          <a:lstStyle/>
          <a:p>
            <a:pPr eaLnBrk="1" hangingPunct="1"/>
            <a:r>
              <a:rPr lang="en-US" altLang="zh-CN"/>
              <a:t>7.7</a:t>
            </a:r>
            <a:r>
              <a:rPr lang="zh-CN" altLang="en-US"/>
              <a:t> </a:t>
            </a:r>
            <a:r>
              <a:rPr lang="en-US" altLang="zh-CN"/>
              <a:t>UNIX</a:t>
            </a:r>
            <a:r>
              <a:rPr lang="zh-CN" altLang="en-US"/>
              <a:t>设备管理</a:t>
            </a:r>
          </a:p>
        </p:txBody>
      </p:sp>
      <p:sp>
        <p:nvSpPr>
          <p:cNvPr id="91139" name="object 7"/>
          <p:cNvSpPr txBox="1">
            <a:spLocks noChangeArrowheads="1"/>
          </p:cNvSpPr>
          <p:nvPr/>
        </p:nvSpPr>
        <p:spPr bwMode="auto">
          <a:xfrm>
            <a:off x="250825" y="1460500"/>
            <a:ext cx="8497888" cy="43088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163830" lvl="0" indent="0">
              <a:spcBef>
                <a:spcPct val="0"/>
              </a:spcBef>
              <a:buClrTx/>
              <a:buFontTx/>
              <a:buNone/>
            </a:pPr>
            <a:r>
              <a:rPr lang="en-US" altLang="zh-CN" sz="2400" b="0" dirty="0">
                <a:latin typeface="黑体" panose="02010609060101010101" pitchFamily="49" charset="-122"/>
              </a:rPr>
              <a:t>UNIX</a:t>
            </a:r>
            <a:r>
              <a:rPr lang="zh-CN" altLang="en-US" sz="2400" b="0" dirty="0">
                <a:latin typeface="黑体" panose="02010609060101010101" pitchFamily="49" charset="-122"/>
              </a:rPr>
              <a:t>系统缓冲管理</a:t>
            </a:r>
            <a:endParaRPr lang="en-US" altLang="zh-CN" sz="2400" b="0" dirty="0">
              <a:latin typeface="黑体" panose="02010609060101010101" pitchFamily="49" charset="-122"/>
            </a:endParaRPr>
          </a:p>
          <a:p>
            <a:pPr marL="163830" lvl="0" indent="0">
              <a:spcBef>
                <a:spcPct val="0"/>
              </a:spcBef>
              <a:buClrTx/>
              <a:buFontTx/>
              <a:buNone/>
            </a:pPr>
            <a:r>
              <a:rPr lang="zh-CN" altLang="en-US" sz="2400" b="0" dirty="0">
                <a:latin typeface="黑体" panose="02010609060101010101" pitchFamily="49" charset="-122"/>
              </a:rPr>
              <a:t>采用缓冲池技术，可平滑和加快信息在内存和磁盘之间的传输。缓冲区结合提前读和延迟写技术对具有重复性及阵发性</a:t>
            </a:r>
            <a:r>
              <a:rPr lang="en-US" altLang="zh-CN" sz="2400" b="0" dirty="0">
                <a:latin typeface="黑体" panose="02010609060101010101" pitchFamily="49" charset="-122"/>
              </a:rPr>
              <a:t>I/O</a:t>
            </a:r>
            <a:r>
              <a:rPr lang="zh-CN" altLang="en-US" sz="2400" b="0" dirty="0">
                <a:latin typeface="黑体" panose="02010609060101010101" pitchFamily="49" charset="-122"/>
              </a:rPr>
              <a:t>进程、提高</a:t>
            </a:r>
            <a:r>
              <a:rPr lang="en-US" altLang="zh-CN" sz="2400" b="0" dirty="0">
                <a:latin typeface="黑体" panose="02010609060101010101" pitchFamily="49" charset="-122"/>
              </a:rPr>
              <a:t>I/O</a:t>
            </a:r>
            <a:r>
              <a:rPr lang="zh-CN" altLang="en-US" sz="2400" b="0" dirty="0">
                <a:latin typeface="黑体" panose="02010609060101010101" pitchFamily="49" charset="-122"/>
              </a:rPr>
              <a:t>速度很有帮助。</a:t>
            </a:r>
            <a:endParaRPr lang="en-US" altLang="zh-CN" sz="2400" b="0" dirty="0">
              <a:latin typeface="黑体" panose="02010609060101010101" pitchFamily="49" charset="-122"/>
            </a:endParaRPr>
          </a:p>
          <a:p>
            <a:pPr marL="163830" lvl="0" indent="0">
              <a:spcBef>
                <a:spcPct val="0"/>
              </a:spcBef>
              <a:buClrTx/>
              <a:buFontTx/>
              <a:buNone/>
            </a:pPr>
            <a:r>
              <a:rPr lang="zh-CN" altLang="en-US" sz="2400" b="0" dirty="0">
                <a:latin typeface="黑体" panose="02010609060101010101" pitchFamily="49" charset="-122"/>
              </a:rPr>
              <a:t>可以充分利用之前从磁盘读入、虽已传入用户区但仍在缓冲区的数据（尽可能减少磁盘</a:t>
            </a:r>
            <a:r>
              <a:rPr lang="en-US" altLang="zh-CN" sz="2400" b="0" dirty="0">
                <a:latin typeface="黑体" panose="02010609060101010101" pitchFamily="49" charset="-122"/>
              </a:rPr>
              <a:t>I/O</a:t>
            </a:r>
            <a:r>
              <a:rPr lang="zh-CN" altLang="en-US" sz="2400" b="0" dirty="0">
                <a:latin typeface="黑体" panose="02010609060101010101" pitchFamily="49" charset="-122"/>
              </a:rPr>
              <a:t>的次数，提高系统运行的速度）</a:t>
            </a:r>
            <a:endParaRPr lang="en-US" altLang="zh-CN" sz="2400" b="0" dirty="0">
              <a:latin typeface="黑体" panose="02010609060101010101" pitchFamily="49" charset="-122"/>
            </a:endParaRPr>
          </a:p>
          <a:p>
            <a:pPr marL="163830" indent="0">
              <a:spcBef>
                <a:spcPct val="0"/>
              </a:spcBef>
              <a:buClrTx/>
              <a:buNone/>
            </a:pPr>
            <a:endParaRPr lang="en-US" altLang="zh-CN" sz="2400" b="0" dirty="0">
              <a:latin typeface="黑体" panose="02010609060101010101" pitchFamily="49" charset="-122"/>
            </a:endParaRPr>
          </a:p>
          <a:p>
            <a:pPr marL="163830" indent="0">
              <a:spcBef>
                <a:spcPct val="0"/>
              </a:spcBef>
              <a:buClrTx/>
              <a:buNone/>
            </a:pPr>
            <a:r>
              <a:rPr lang="zh-CN" altLang="en-US" sz="2400" b="0" dirty="0">
                <a:latin typeface="黑体" panose="02010609060101010101" pitchFamily="49" charset="-122"/>
              </a:rPr>
              <a:t>块设备缓冲区管理</a:t>
            </a:r>
            <a:endParaRPr lang="en-US" altLang="zh-CN" sz="2400" b="0" dirty="0">
              <a:latin typeface="黑体" panose="02010609060101010101" pitchFamily="49" charset="-122"/>
            </a:endParaRPr>
          </a:p>
          <a:p>
            <a:pPr marL="163830" lvl="0" indent="0">
              <a:spcBef>
                <a:spcPct val="0"/>
              </a:spcBef>
              <a:buClrTx/>
              <a:buNone/>
            </a:pPr>
            <a:r>
              <a:rPr lang="zh-CN" altLang="en-US" sz="2400" b="0" dirty="0">
                <a:latin typeface="黑体" panose="02010609060101010101" pitchFamily="49" charset="-122"/>
              </a:rPr>
              <a:t>字符设备缓冲区管理</a:t>
            </a:r>
            <a:endParaRPr lang="en-US" altLang="zh-CN" sz="2400" b="0" dirty="0">
              <a:latin typeface="黑体" panose="02010609060101010101" pitchFamily="49" charset="-122"/>
            </a:endParaRPr>
          </a:p>
          <a:p>
            <a:pPr marL="163830" lvl="0" indent="0">
              <a:spcBef>
                <a:spcPct val="0"/>
              </a:spcBef>
              <a:buClrTx/>
              <a:buFontTx/>
              <a:buNone/>
            </a:pPr>
            <a:endParaRPr lang="en-US" altLang="zh-CN" sz="2400" b="0" dirty="0">
              <a:latin typeface="黑体" panose="02010609060101010101" pitchFamily="49" charset="-122"/>
            </a:endParaRPr>
          </a:p>
          <a:p>
            <a:pPr marL="163830" lvl="0" indent="0">
              <a:spcBef>
                <a:spcPct val="0"/>
              </a:spcBef>
              <a:buClrTx/>
              <a:buFontTx/>
              <a:buNone/>
            </a:pPr>
            <a:br>
              <a:rPr lang="zh-CN" altLang="en-US" sz="2000" b="0" dirty="0">
                <a:latin typeface="黑体" panose="02010609060101010101" pitchFamily="49" charset="-122"/>
              </a:rPr>
            </a:br>
            <a:endParaRPr lang="zh-CN" altLang="zh-CN" sz="2000" b="0" dirty="0">
              <a:latin typeface="黑体" panose="02010609060101010101" pitchFamily="49" charset="-122"/>
            </a:endParaRPr>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5" name="灯片编号占位符 3"/>
          <p:cNvSpPr txBox="1">
            <a:spLocks noGrp="1"/>
          </p:cNvSpPr>
          <p:nvPr>
            <p:ph type="sldNum" sz="quarter" idx="12"/>
          </p:nvPr>
        </p:nvSpPr>
        <p:spPr>
          <a:xfrm>
            <a:off x="431800" y="6229350"/>
            <a:ext cx="2311400" cy="457200"/>
          </a:xfrm>
        </p:spPr>
        <p:txBody>
          <a:bodyPr anchor="b" anchorCtr="0"/>
          <a:lstStyle/>
          <a:p>
            <a:pPr marL="0" indent="0">
              <a:spcBef>
                <a:spcPct val="50000"/>
              </a:spcBef>
              <a:buClrTx/>
              <a:buFontTx/>
              <a:buNone/>
            </a:pPr>
            <a:r>
              <a:rPr lang="zh-CN" altLang="en-US" sz="1200" b="0">
                <a:solidFill>
                  <a:srgbClr val="3366CC"/>
                </a:solidFill>
                <a:ea typeface="宋体" panose="02010600030101010101" pitchFamily="2" charset="-122"/>
              </a:rPr>
              <a:t>第</a:t>
            </a:r>
            <a:fld id="{9A0DB2DC-4C9A-4742-B13C-FB6460FD3503}" type="slidenum">
              <a:rPr lang="zh-TW" altLang="en-US" sz="1200" b="0">
                <a:solidFill>
                  <a:srgbClr val="3366CC"/>
                </a:solidFill>
                <a:ea typeface="PMingLiU" pitchFamily="18" charset="-120"/>
              </a:rPr>
              <a:t>67</a:t>
            </a:fld>
            <a:r>
              <a:rPr lang="zh-CN" altLang="en-US" sz="1200" b="0">
                <a:solidFill>
                  <a:srgbClr val="3366CC"/>
                </a:solidFill>
                <a:ea typeface="宋体" panose="02010600030101010101" pitchFamily="2" charset="-122"/>
              </a:rPr>
              <a:t>页</a:t>
            </a:r>
            <a:endParaRPr lang="zh-TW" altLang="en-US" sz="1200" b="0">
              <a:solidFill>
                <a:srgbClr val="3366CC"/>
              </a:solidFill>
              <a:ea typeface="宋体" panose="02010600030101010101" pitchFamily="2" charset="-122"/>
            </a:endParaRPr>
          </a:p>
        </p:txBody>
      </p:sp>
      <p:sp>
        <p:nvSpPr>
          <p:cNvPr id="82946" name="Rectangle 2"/>
          <p:cNvSpPr>
            <a:spLocks noGrp="1"/>
          </p:cNvSpPr>
          <p:nvPr>
            <p:ph type="title"/>
          </p:nvPr>
        </p:nvSpPr>
        <p:spPr/>
        <p:txBody>
          <a:bodyPr vert="horz" wrap="square" lIns="91440" tIns="45720" rIns="91440" bIns="45720" anchor="b" anchorCtr="0"/>
          <a:lstStyle/>
          <a:p>
            <a:pPr eaLnBrk="1" hangingPunct="1"/>
            <a:r>
              <a:rPr lang="en-US" altLang="zh-CN"/>
              <a:t>7.7</a:t>
            </a:r>
            <a:r>
              <a:rPr lang="zh-CN" altLang="en-US"/>
              <a:t> </a:t>
            </a:r>
            <a:r>
              <a:rPr lang="en-US" altLang="zh-CN"/>
              <a:t>UNIX</a:t>
            </a:r>
            <a:r>
              <a:rPr lang="zh-CN" altLang="en-US"/>
              <a:t>设备管理</a:t>
            </a:r>
          </a:p>
        </p:txBody>
      </p:sp>
      <p:sp>
        <p:nvSpPr>
          <p:cNvPr id="93189" name="object 7"/>
          <p:cNvSpPr txBox="1">
            <a:spLocks noChangeArrowheads="1"/>
          </p:cNvSpPr>
          <p:nvPr/>
        </p:nvSpPr>
        <p:spPr bwMode="auto">
          <a:xfrm>
            <a:off x="354013" y="1506538"/>
            <a:ext cx="8178800" cy="44217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163830" lvl="0" indent="0">
              <a:spcBef>
                <a:spcPct val="0"/>
              </a:spcBef>
              <a:buClrTx/>
              <a:buFontTx/>
              <a:buNone/>
            </a:pPr>
            <a:r>
              <a:rPr lang="zh-CN" altLang="en-US" sz="2400" b="0" dirty="0">
                <a:latin typeface="黑体" panose="02010609060101010101" pitchFamily="49" charset="-122"/>
              </a:rPr>
              <a:t>块设备缓冲区管理</a:t>
            </a:r>
            <a:endParaRPr lang="en-US" altLang="zh-CN" sz="2400" b="0" dirty="0">
              <a:latin typeface="黑体" panose="02010609060101010101" pitchFamily="49" charset="-122"/>
            </a:endParaRPr>
          </a:p>
          <a:p>
            <a:pPr marL="163830" lvl="0" indent="0">
              <a:spcBef>
                <a:spcPct val="0"/>
              </a:spcBef>
              <a:buClrTx/>
              <a:buFontTx/>
              <a:buNone/>
            </a:pPr>
            <a:r>
              <a:rPr lang="zh-CN" altLang="en-US" sz="2400" b="0" dirty="0">
                <a:latin typeface="黑体" panose="02010609060101010101" pitchFamily="49" charset="-122"/>
              </a:rPr>
              <a:t>缓冲池：</a:t>
            </a:r>
            <a:r>
              <a:rPr lang="en-US" altLang="zh-CN" sz="2400" b="0" dirty="0">
                <a:latin typeface="黑体" panose="02010609060101010101" pitchFamily="49" charset="-122"/>
              </a:rPr>
              <a:t>200</a:t>
            </a:r>
            <a:r>
              <a:rPr lang="zh-CN" altLang="en-US" sz="2400" b="0" dirty="0">
                <a:latin typeface="黑体" panose="02010609060101010101" pitchFamily="49" charset="-122"/>
              </a:rPr>
              <a:t>个缓冲区</a:t>
            </a:r>
            <a:endParaRPr lang="en-US" altLang="zh-CN" sz="2400" b="0" dirty="0">
              <a:latin typeface="黑体" panose="02010609060101010101" pitchFamily="49" charset="-122"/>
            </a:endParaRPr>
          </a:p>
          <a:p>
            <a:pPr marL="163830" lvl="0" indent="0">
              <a:spcBef>
                <a:spcPct val="0"/>
              </a:spcBef>
              <a:buClrTx/>
              <a:buFontTx/>
              <a:buNone/>
            </a:pPr>
            <a:r>
              <a:rPr lang="zh-CN" altLang="en-US" sz="2400" b="0" dirty="0">
                <a:latin typeface="黑体" panose="02010609060101010101" pitchFamily="49" charset="-122"/>
              </a:rPr>
              <a:t>每个缓冲区由两部分组成：缓冲控制块</a:t>
            </a:r>
            <a:r>
              <a:rPr lang="en-US" altLang="zh-CN" sz="2400" b="0" dirty="0">
                <a:latin typeface="黑体" panose="02010609060101010101" pitchFamily="49" charset="-122"/>
              </a:rPr>
              <a:t>+</a:t>
            </a:r>
            <a:r>
              <a:rPr lang="zh-CN" altLang="en-US" sz="2400" b="0" dirty="0">
                <a:latin typeface="黑体" panose="02010609060101010101" pitchFamily="49" charset="-122"/>
              </a:rPr>
              <a:t>缓冲数据区。每个缓冲区能容纳一个磁盘块数据。</a:t>
            </a:r>
            <a:endParaRPr lang="zh-CN" altLang="zh-CN" sz="2400" b="0" dirty="0">
              <a:latin typeface="黑体" panose="02010609060101010101" pitchFamily="49" charset="-122"/>
            </a:endParaRPr>
          </a:p>
          <a:p>
            <a:pPr marL="163830" lvl="0" indent="0" algn="just">
              <a:spcBef>
                <a:spcPts val="350"/>
              </a:spcBef>
              <a:buClrTx/>
              <a:buFontTx/>
              <a:buNone/>
            </a:pPr>
            <a:r>
              <a:rPr lang="zh-CN" altLang="zh-CN" sz="2400" b="0" dirty="0">
                <a:latin typeface="黑体" panose="02010609060101010101" pitchFamily="49" charset="-122"/>
              </a:rPr>
              <a:t>为方便对缓冲区进行管理，UNIX系统设置了三种队列。由于buf记录了与缓冲存储区有关的各种管理信息，所以缓冲区管理队列实际上就是对buf队列的管理。</a:t>
            </a:r>
          </a:p>
          <a:p>
            <a:pPr marL="163830" lvl="0" indent="0">
              <a:spcBef>
                <a:spcPts val="590"/>
              </a:spcBef>
              <a:buClrTx/>
              <a:buFontTx/>
              <a:buNone/>
            </a:pPr>
            <a:r>
              <a:rPr lang="zh-CN" altLang="zh-CN" sz="2400" b="0" dirty="0">
                <a:latin typeface="黑体" panose="02010609060101010101" pitchFamily="49" charset="-122"/>
              </a:rPr>
              <a:t>三种队列</a:t>
            </a:r>
            <a:endParaRPr lang="en-US" altLang="zh-CN" sz="2400" b="0" dirty="0">
              <a:latin typeface="黑体" panose="02010609060101010101" pitchFamily="49" charset="-122"/>
            </a:endParaRPr>
          </a:p>
          <a:p>
            <a:pPr marL="163830" lvl="0" indent="0">
              <a:spcBef>
                <a:spcPts val="590"/>
              </a:spcBef>
              <a:buClrTx/>
              <a:buFontTx/>
              <a:buNone/>
            </a:pPr>
            <a:r>
              <a:rPr lang="zh-CN" altLang="zh-CN" sz="2400" b="0" dirty="0">
                <a:latin typeface="黑体" panose="02010609060101010101" pitchFamily="49" charset="-122"/>
              </a:rPr>
              <a:t>自由buf队列</a:t>
            </a:r>
            <a:r>
              <a:rPr lang="zh-CN" altLang="en-US" sz="2400" b="0" dirty="0">
                <a:latin typeface="黑体" panose="02010609060101010101" pitchFamily="49" charset="-122"/>
              </a:rPr>
              <a:t>（</a:t>
            </a:r>
            <a:r>
              <a:rPr lang="en-US" altLang="zh-CN" sz="2400" b="0" dirty="0" err="1">
                <a:latin typeface="黑体" panose="02010609060101010101" pitchFamily="49" charset="-122"/>
              </a:rPr>
              <a:t>av</a:t>
            </a:r>
            <a:r>
              <a:rPr lang="zh-CN" altLang="en-US" sz="2400" b="0" dirty="0">
                <a:latin typeface="黑体" panose="02010609060101010101" pitchFamily="49" charset="-122"/>
              </a:rPr>
              <a:t>链）</a:t>
            </a:r>
            <a:endParaRPr lang="en-US" altLang="zh-CN" sz="2400" b="0" dirty="0">
              <a:latin typeface="黑体" panose="02010609060101010101" pitchFamily="49" charset="-122"/>
            </a:endParaRPr>
          </a:p>
          <a:p>
            <a:pPr marL="163830" lvl="0" indent="0">
              <a:spcBef>
                <a:spcPts val="590"/>
              </a:spcBef>
              <a:buClrTx/>
              <a:buFontTx/>
              <a:buNone/>
            </a:pPr>
            <a:r>
              <a:rPr lang="zh-CN" altLang="zh-CN" sz="2400" b="0" dirty="0">
                <a:latin typeface="黑体" panose="02010609060101010101" pitchFamily="49" charset="-122"/>
              </a:rPr>
              <a:t>设备buf队列</a:t>
            </a:r>
            <a:r>
              <a:rPr lang="zh-CN" altLang="en-US" sz="2400" b="0" dirty="0">
                <a:latin typeface="黑体" panose="02010609060101010101" pitchFamily="49" charset="-122"/>
              </a:rPr>
              <a:t>（</a:t>
            </a:r>
            <a:r>
              <a:rPr lang="en-US" altLang="zh-CN" sz="2400" b="0" dirty="0">
                <a:latin typeface="黑体" panose="02010609060101010101" pitchFamily="49" charset="-122"/>
              </a:rPr>
              <a:t>b</a:t>
            </a:r>
            <a:r>
              <a:rPr lang="zh-CN" altLang="en-US" sz="2400" b="0" dirty="0">
                <a:latin typeface="黑体" panose="02010609060101010101" pitchFamily="49" charset="-122"/>
              </a:rPr>
              <a:t>链）</a:t>
            </a:r>
            <a:endParaRPr lang="en-US" altLang="zh-CN" sz="2400" b="0" dirty="0">
              <a:latin typeface="黑体" panose="02010609060101010101" pitchFamily="49" charset="-122"/>
            </a:endParaRPr>
          </a:p>
          <a:p>
            <a:pPr marL="163830" lvl="0" indent="0">
              <a:spcBef>
                <a:spcPts val="590"/>
              </a:spcBef>
              <a:buClrTx/>
              <a:buFontTx/>
              <a:buNone/>
            </a:pPr>
            <a:r>
              <a:rPr lang="zh-CN" altLang="zh-CN" sz="2400" b="0" dirty="0">
                <a:latin typeface="黑体" panose="02010609060101010101" pitchFamily="49" charset="-122"/>
              </a:rPr>
              <a:t>NODEV设备队列</a:t>
            </a:r>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1" name="灯片编号占位符 3"/>
          <p:cNvSpPr txBox="1">
            <a:spLocks noGrp="1"/>
          </p:cNvSpPr>
          <p:nvPr>
            <p:ph type="sldNum" sz="quarter" idx="12"/>
          </p:nvPr>
        </p:nvSpPr>
        <p:spPr>
          <a:xfrm>
            <a:off x="431800" y="6229350"/>
            <a:ext cx="2311400" cy="457200"/>
          </a:xfrm>
        </p:spPr>
        <p:txBody>
          <a:bodyPr anchor="b" anchorCtr="0"/>
          <a:lstStyle/>
          <a:p>
            <a:pPr marL="0" indent="0">
              <a:spcBef>
                <a:spcPct val="50000"/>
              </a:spcBef>
              <a:buClrTx/>
              <a:buFontTx/>
              <a:buNone/>
            </a:pPr>
            <a:r>
              <a:rPr lang="zh-CN" altLang="en-US" sz="1200" b="0">
                <a:solidFill>
                  <a:srgbClr val="3366CC"/>
                </a:solidFill>
                <a:ea typeface="宋体" panose="02010600030101010101" pitchFamily="2" charset="-122"/>
              </a:rPr>
              <a:t>第</a:t>
            </a:r>
            <a:fld id="{9A0DB2DC-4C9A-4742-B13C-FB6460FD3503}" type="slidenum">
              <a:rPr lang="zh-TW" altLang="en-US" sz="1200" b="0">
                <a:solidFill>
                  <a:srgbClr val="3366CC"/>
                </a:solidFill>
                <a:ea typeface="PMingLiU" pitchFamily="18" charset="-120"/>
              </a:rPr>
              <a:t>68</a:t>
            </a:fld>
            <a:r>
              <a:rPr lang="zh-CN" altLang="en-US" sz="1200" b="0">
                <a:solidFill>
                  <a:srgbClr val="3366CC"/>
                </a:solidFill>
                <a:ea typeface="宋体" panose="02010600030101010101" pitchFamily="2" charset="-122"/>
              </a:rPr>
              <a:t>页</a:t>
            </a:r>
            <a:endParaRPr lang="zh-TW" altLang="en-US" sz="1200" b="0">
              <a:solidFill>
                <a:srgbClr val="3366CC"/>
              </a:solidFill>
              <a:ea typeface="宋体" panose="02010600030101010101" pitchFamily="2" charset="-122"/>
            </a:endParaRPr>
          </a:p>
        </p:txBody>
      </p:sp>
      <p:sp>
        <p:nvSpPr>
          <p:cNvPr id="81922" name="Rectangle 2"/>
          <p:cNvSpPr>
            <a:spLocks noGrp="1"/>
          </p:cNvSpPr>
          <p:nvPr>
            <p:ph type="title"/>
          </p:nvPr>
        </p:nvSpPr>
        <p:spPr/>
        <p:txBody>
          <a:bodyPr vert="horz" wrap="square" lIns="91440" tIns="45720" rIns="91440" bIns="45720" anchor="b" anchorCtr="0"/>
          <a:lstStyle/>
          <a:p>
            <a:pPr eaLnBrk="1" hangingPunct="1"/>
            <a:r>
              <a:rPr lang="en-US" altLang="zh-CN"/>
              <a:t>7.7</a:t>
            </a:r>
            <a:r>
              <a:rPr lang="zh-CN" altLang="en-US"/>
              <a:t> </a:t>
            </a:r>
            <a:r>
              <a:rPr lang="en-US" altLang="zh-CN"/>
              <a:t>UNIX</a:t>
            </a:r>
            <a:r>
              <a:rPr lang="zh-CN" altLang="en-US"/>
              <a:t>设备管理</a:t>
            </a:r>
          </a:p>
        </p:txBody>
      </p:sp>
      <p:sp>
        <p:nvSpPr>
          <p:cNvPr id="81923" name="object 3"/>
          <p:cNvSpPr/>
          <p:nvPr/>
        </p:nvSpPr>
        <p:spPr>
          <a:xfrm>
            <a:off x="220663" y="1284288"/>
            <a:ext cx="14287" cy="0"/>
          </a:xfrm>
          <a:custGeom>
            <a:avLst/>
            <a:gdLst/>
            <a:ahLst/>
            <a:cxnLst>
              <a:cxn ang="0">
                <a:pos x="0" y="0"/>
              </a:cxn>
              <a:cxn ang="0">
                <a:pos x="5869" y="0"/>
              </a:cxn>
            </a:cxnLst>
            <a:rect l="0" t="0" r="0" b="0"/>
            <a:pathLst>
              <a:path w="14605">
                <a:moveTo>
                  <a:pt x="0" y="0"/>
                </a:moveTo>
                <a:lnTo>
                  <a:pt x="14477" y="0"/>
                </a:lnTo>
              </a:path>
            </a:pathLst>
          </a:custGeom>
          <a:noFill/>
          <a:ln w="14477" cap="flat" cmpd="sng">
            <a:solidFill>
              <a:srgbClr val="000000">
                <a:alpha val="100000"/>
              </a:srgbClr>
            </a:solidFill>
            <a:prstDash val="solid"/>
            <a:round/>
            <a:headEnd type="none" w="med" len="med"/>
            <a:tailEnd type="none" w="med" len="med"/>
          </a:ln>
        </p:spPr>
        <p:txBody>
          <a:bodyPr/>
          <a:lstStyle/>
          <a:p>
            <a:endParaRPr lang="zh-CN" altLang="en-US"/>
          </a:p>
        </p:txBody>
      </p:sp>
      <p:sp>
        <p:nvSpPr>
          <p:cNvPr id="81924" name="object 6"/>
          <p:cNvSpPr txBox="1"/>
          <p:nvPr/>
        </p:nvSpPr>
        <p:spPr>
          <a:xfrm>
            <a:off x="323850" y="1349375"/>
            <a:ext cx="5843588" cy="814388"/>
          </a:xfrm>
          <a:prstGeom prst="rect">
            <a:avLst/>
          </a:prstGeom>
          <a:noFill/>
          <a:ln w="9525">
            <a:noFill/>
          </a:ln>
        </p:spPr>
        <p:txBody>
          <a:bodyPr lIns="0" tIns="0" rIns="0" bIns="0">
            <a:spAutoFit/>
          </a:bodyPr>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163830" lvl="0" indent="0">
              <a:spcBef>
                <a:spcPct val="0"/>
              </a:spcBef>
              <a:buClrTx/>
              <a:buFontTx/>
              <a:buNone/>
            </a:pPr>
            <a:r>
              <a:rPr lang="zh-CN" altLang="zh-CN" sz="2400">
                <a:latin typeface="Arial" panose="020B0604020202020204" pitchFamily="34" charset="0"/>
                <a:ea typeface="宋体" panose="02010600030101010101" pitchFamily="2" charset="-122"/>
              </a:rPr>
              <a:t>UNIX</a:t>
            </a:r>
            <a:r>
              <a:rPr lang="zh-CN" altLang="en-US" sz="2400">
                <a:latin typeface="Arial" panose="020B0604020202020204" pitchFamily="34" charset="0"/>
                <a:ea typeface="宋体" panose="02010600030101010101" pitchFamily="2" charset="-122"/>
              </a:rPr>
              <a:t>块</a:t>
            </a:r>
            <a:r>
              <a:rPr lang="zh-CN" altLang="zh-CN" sz="2400">
                <a:latin typeface="宋体" panose="02010600030101010101" pitchFamily="2" charset="-122"/>
                <a:ea typeface="宋体" panose="02010600030101010101" pitchFamily="2" charset="-122"/>
              </a:rPr>
              <a:t>设备</a:t>
            </a:r>
            <a:r>
              <a:rPr lang="zh-CN" altLang="en-US" sz="2400">
                <a:latin typeface="宋体" panose="02010600030101010101" pitchFamily="2" charset="-122"/>
                <a:ea typeface="宋体" panose="02010600030101010101" pitchFamily="2" charset="-122"/>
              </a:rPr>
              <a:t>缓冲</a:t>
            </a:r>
            <a:r>
              <a:rPr lang="zh-CN" altLang="zh-CN" sz="2400">
                <a:latin typeface="宋体" panose="02010600030101010101" pitchFamily="2" charset="-122"/>
                <a:ea typeface="宋体" panose="02010600030101010101" pitchFamily="2" charset="-122"/>
              </a:rPr>
              <a:t>管理用到的主要数据结构</a:t>
            </a:r>
            <a:endParaRPr lang="zh-CN" altLang="zh-CN" sz="2400" b="0">
              <a:latin typeface="宋体" panose="02010600030101010101" pitchFamily="2" charset="-122"/>
              <a:ea typeface="宋体" panose="02010600030101010101" pitchFamily="2" charset="-122"/>
            </a:endParaRPr>
          </a:p>
          <a:p>
            <a:pPr marL="163830" lvl="0" indent="0">
              <a:spcBef>
                <a:spcPts val="615"/>
              </a:spcBef>
              <a:buClrTx/>
              <a:buFontTx/>
              <a:buNone/>
            </a:pPr>
            <a:r>
              <a:rPr lang="zh-CN" altLang="zh-CN" sz="2400">
                <a:latin typeface="宋体" panose="02010600030101010101" pitchFamily="2" charset="-122"/>
                <a:ea typeface="宋体" panose="02010600030101010101" pitchFamily="2" charset="-122"/>
              </a:rPr>
              <a:t>缓</a:t>
            </a:r>
            <a:r>
              <a:rPr lang="zh-CN" altLang="en-US" sz="2400">
                <a:latin typeface="宋体" panose="02010600030101010101" pitchFamily="2" charset="-122"/>
                <a:ea typeface="宋体" panose="02010600030101010101" pitchFamily="2" charset="-122"/>
              </a:rPr>
              <a:t>冲</a:t>
            </a:r>
            <a:r>
              <a:rPr lang="zh-CN" altLang="zh-CN" sz="2400">
                <a:latin typeface="宋体" panose="02010600030101010101" pitchFamily="2" charset="-122"/>
                <a:ea typeface="宋体" panose="02010600030101010101" pitchFamily="2" charset="-122"/>
              </a:rPr>
              <a:t>与缓</a:t>
            </a:r>
            <a:r>
              <a:rPr lang="zh-CN" altLang="en-US" sz="2400">
                <a:latin typeface="宋体" panose="02010600030101010101" pitchFamily="2" charset="-122"/>
                <a:ea typeface="宋体" panose="02010600030101010101" pitchFamily="2" charset="-122"/>
              </a:rPr>
              <a:t>冲</a:t>
            </a:r>
            <a:r>
              <a:rPr lang="zh-CN" altLang="zh-CN" sz="2400">
                <a:latin typeface="宋体" panose="02010600030101010101" pitchFamily="2" charset="-122"/>
                <a:ea typeface="宋体" panose="02010600030101010101" pitchFamily="2" charset="-122"/>
              </a:rPr>
              <a:t>控制块</a:t>
            </a:r>
            <a:endParaRPr lang="zh-CN" altLang="zh-CN" sz="2400" b="0">
              <a:latin typeface="宋体" panose="02010600030101010101" pitchFamily="2" charset="-122"/>
              <a:ea typeface="宋体" panose="02010600030101010101" pitchFamily="2" charset="-122"/>
            </a:endParaRPr>
          </a:p>
        </p:txBody>
      </p:sp>
      <p:sp>
        <p:nvSpPr>
          <p:cNvPr id="81925" name="object 7"/>
          <p:cNvSpPr/>
          <p:nvPr/>
        </p:nvSpPr>
        <p:spPr>
          <a:xfrm>
            <a:off x="34925" y="3324225"/>
            <a:ext cx="2809875" cy="2376488"/>
          </a:xfrm>
          <a:custGeom>
            <a:avLst/>
            <a:gdLst/>
            <a:ahLst/>
            <a:cxnLst>
              <a:cxn ang="0">
                <a:pos x="1301174" y="3897"/>
              </a:cxn>
              <a:cxn ang="0">
                <a:pos x="1076777" y="34323"/>
              </a:cxn>
              <a:cxn ang="0">
                <a:pos x="865661" y="92876"/>
              </a:cxn>
              <a:cxn ang="0">
                <a:pos x="670743" y="177034"/>
              </a:cxn>
              <a:cxn ang="0">
                <a:pos x="494941" y="284477"/>
              </a:cxn>
              <a:cxn ang="0">
                <a:pos x="341171" y="412723"/>
              </a:cxn>
              <a:cxn ang="0">
                <a:pos x="212348" y="559343"/>
              </a:cxn>
              <a:cxn ang="0">
                <a:pos x="111372" y="721939"/>
              </a:cxn>
              <a:cxn ang="0">
                <a:pos x="41177" y="898034"/>
              </a:cxn>
              <a:cxn ang="0">
                <a:pos x="4695" y="1085247"/>
              </a:cxn>
              <a:cxn ang="0">
                <a:pos x="4695" y="1279157"/>
              </a:cxn>
              <a:cxn ang="0">
                <a:pos x="41177" y="1466182"/>
              </a:cxn>
              <a:cxn ang="0">
                <a:pos x="111372" y="1642148"/>
              </a:cxn>
              <a:cxn ang="0">
                <a:pos x="212348" y="1804617"/>
              </a:cxn>
              <a:cxn ang="0">
                <a:pos x="341171" y="1951158"/>
              </a:cxn>
              <a:cxn ang="0">
                <a:pos x="494941" y="2079343"/>
              </a:cxn>
              <a:cxn ang="0">
                <a:pos x="670743" y="2186739"/>
              </a:cxn>
              <a:cxn ang="0">
                <a:pos x="865661" y="2270910"/>
              </a:cxn>
              <a:cxn ang="0">
                <a:pos x="1076777" y="2329420"/>
              </a:cxn>
              <a:cxn ang="0">
                <a:pos x="1301174" y="2359842"/>
              </a:cxn>
              <a:cxn ang="0">
                <a:pos x="1533707" y="2359842"/>
              </a:cxn>
              <a:cxn ang="0">
                <a:pos x="1758102" y="2329420"/>
              </a:cxn>
              <a:cxn ang="0">
                <a:pos x="1969218" y="2270910"/>
              </a:cxn>
              <a:cxn ang="0">
                <a:pos x="2164136" y="2186739"/>
              </a:cxn>
              <a:cxn ang="0">
                <a:pos x="2339938" y="2079343"/>
              </a:cxn>
              <a:cxn ang="0">
                <a:pos x="2493713" y="1951158"/>
              </a:cxn>
              <a:cxn ang="0">
                <a:pos x="2622541" y="1804617"/>
              </a:cxn>
              <a:cxn ang="0">
                <a:pos x="2723504" y="1642148"/>
              </a:cxn>
              <a:cxn ang="0">
                <a:pos x="2793691" y="1466182"/>
              </a:cxn>
              <a:cxn ang="0">
                <a:pos x="2830182" y="1279157"/>
              </a:cxn>
              <a:cxn ang="0">
                <a:pos x="2830182" y="1085247"/>
              </a:cxn>
              <a:cxn ang="0">
                <a:pos x="2793691" y="898034"/>
              </a:cxn>
              <a:cxn ang="0">
                <a:pos x="2723504" y="721939"/>
              </a:cxn>
              <a:cxn ang="0">
                <a:pos x="2622541" y="559343"/>
              </a:cxn>
              <a:cxn ang="0">
                <a:pos x="2493713" y="412723"/>
              </a:cxn>
              <a:cxn ang="0">
                <a:pos x="2339938" y="284477"/>
              </a:cxn>
              <a:cxn ang="0">
                <a:pos x="2164136" y="177034"/>
              </a:cxn>
              <a:cxn ang="0">
                <a:pos x="1969218" y="92876"/>
              </a:cxn>
              <a:cxn ang="0">
                <a:pos x="1758102" y="34323"/>
              </a:cxn>
              <a:cxn ang="0">
                <a:pos x="1533707" y="3897"/>
              </a:cxn>
            </a:cxnLst>
            <a:rect l="0" t="0" r="0" b="0"/>
            <a:pathLst>
              <a:path w="2809240" h="2376804">
                <a:moveTo>
                  <a:pt x="1404366" y="0"/>
                </a:moveTo>
                <a:lnTo>
                  <a:pt x="1289171" y="3938"/>
                </a:lnTo>
                <a:lnTo>
                  <a:pt x="1176544" y="15549"/>
                </a:lnTo>
                <a:lnTo>
                  <a:pt x="1066846" y="34528"/>
                </a:lnTo>
                <a:lnTo>
                  <a:pt x="960436" y="60569"/>
                </a:lnTo>
                <a:lnTo>
                  <a:pt x="857678" y="93368"/>
                </a:lnTo>
                <a:lnTo>
                  <a:pt x="758932" y="132620"/>
                </a:lnTo>
                <a:lnTo>
                  <a:pt x="664558" y="178018"/>
                </a:lnTo>
                <a:lnTo>
                  <a:pt x="574919" y="229258"/>
                </a:lnTo>
                <a:lnTo>
                  <a:pt x="490376" y="286035"/>
                </a:lnTo>
                <a:lnTo>
                  <a:pt x="411289" y="348043"/>
                </a:lnTo>
                <a:lnTo>
                  <a:pt x="338020" y="414978"/>
                </a:lnTo>
                <a:lnTo>
                  <a:pt x="270930" y="486533"/>
                </a:lnTo>
                <a:lnTo>
                  <a:pt x="210380" y="562405"/>
                </a:lnTo>
                <a:lnTo>
                  <a:pt x="156732" y="642288"/>
                </a:lnTo>
                <a:lnTo>
                  <a:pt x="110347" y="725876"/>
                </a:lnTo>
                <a:lnTo>
                  <a:pt x="71585" y="812865"/>
                </a:lnTo>
                <a:lnTo>
                  <a:pt x="40808" y="902948"/>
                </a:lnTo>
                <a:lnTo>
                  <a:pt x="18377" y="995822"/>
                </a:lnTo>
                <a:lnTo>
                  <a:pt x="4654" y="1091181"/>
                </a:lnTo>
                <a:lnTo>
                  <a:pt x="0" y="1188720"/>
                </a:lnTo>
                <a:lnTo>
                  <a:pt x="4654" y="1286149"/>
                </a:lnTo>
                <a:lnTo>
                  <a:pt x="18377" y="1381410"/>
                </a:lnTo>
                <a:lnTo>
                  <a:pt x="40808" y="1474197"/>
                </a:lnTo>
                <a:lnTo>
                  <a:pt x="71585" y="1564203"/>
                </a:lnTo>
                <a:lnTo>
                  <a:pt x="110347" y="1651123"/>
                </a:lnTo>
                <a:lnTo>
                  <a:pt x="156732" y="1734651"/>
                </a:lnTo>
                <a:lnTo>
                  <a:pt x="210380" y="1814481"/>
                </a:lnTo>
                <a:lnTo>
                  <a:pt x="270930" y="1890308"/>
                </a:lnTo>
                <a:lnTo>
                  <a:pt x="338020" y="1961826"/>
                </a:lnTo>
                <a:lnTo>
                  <a:pt x="411289" y="2028729"/>
                </a:lnTo>
                <a:lnTo>
                  <a:pt x="490376" y="2090712"/>
                </a:lnTo>
                <a:lnTo>
                  <a:pt x="574919" y="2147468"/>
                </a:lnTo>
                <a:lnTo>
                  <a:pt x="664558" y="2198692"/>
                </a:lnTo>
                <a:lnTo>
                  <a:pt x="758932" y="2244078"/>
                </a:lnTo>
                <a:lnTo>
                  <a:pt x="857678" y="2283321"/>
                </a:lnTo>
                <a:lnTo>
                  <a:pt x="960436" y="2316114"/>
                </a:lnTo>
                <a:lnTo>
                  <a:pt x="1066846" y="2342152"/>
                </a:lnTo>
                <a:lnTo>
                  <a:pt x="1176544" y="2361129"/>
                </a:lnTo>
                <a:lnTo>
                  <a:pt x="1289171" y="2372739"/>
                </a:lnTo>
                <a:lnTo>
                  <a:pt x="1404366" y="2376678"/>
                </a:lnTo>
                <a:lnTo>
                  <a:pt x="1519560" y="2372739"/>
                </a:lnTo>
                <a:lnTo>
                  <a:pt x="1632187" y="2361129"/>
                </a:lnTo>
                <a:lnTo>
                  <a:pt x="1741885" y="2342152"/>
                </a:lnTo>
                <a:lnTo>
                  <a:pt x="1848295" y="2316114"/>
                </a:lnTo>
                <a:lnTo>
                  <a:pt x="1951053" y="2283321"/>
                </a:lnTo>
                <a:lnTo>
                  <a:pt x="2049799" y="2244078"/>
                </a:lnTo>
                <a:lnTo>
                  <a:pt x="2144173" y="2198692"/>
                </a:lnTo>
                <a:lnTo>
                  <a:pt x="2233812" y="2147468"/>
                </a:lnTo>
                <a:lnTo>
                  <a:pt x="2318355" y="2090712"/>
                </a:lnTo>
                <a:lnTo>
                  <a:pt x="2397442" y="2028729"/>
                </a:lnTo>
                <a:lnTo>
                  <a:pt x="2470711" y="1961826"/>
                </a:lnTo>
                <a:lnTo>
                  <a:pt x="2537801" y="1890308"/>
                </a:lnTo>
                <a:lnTo>
                  <a:pt x="2598351" y="1814481"/>
                </a:lnTo>
                <a:lnTo>
                  <a:pt x="2651999" y="1734651"/>
                </a:lnTo>
                <a:lnTo>
                  <a:pt x="2698384" y="1651123"/>
                </a:lnTo>
                <a:lnTo>
                  <a:pt x="2737146" y="1564203"/>
                </a:lnTo>
                <a:lnTo>
                  <a:pt x="2767923" y="1474197"/>
                </a:lnTo>
                <a:lnTo>
                  <a:pt x="2790354" y="1381410"/>
                </a:lnTo>
                <a:lnTo>
                  <a:pt x="2804077" y="1286149"/>
                </a:lnTo>
                <a:lnTo>
                  <a:pt x="2808732" y="1188720"/>
                </a:lnTo>
                <a:lnTo>
                  <a:pt x="2804077" y="1091181"/>
                </a:lnTo>
                <a:lnTo>
                  <a:pt x="2790354" y="995822"/>
                </a:lnTo>
                <a:lnTo>
                  <a:pt x="2767923" y="902948"/>
                </a:lnTo>
                <a:lnTo>
                  <a:pt x="2737146" y="812865"/>
                </a:lnTo>
                <a:lnTo>
                  <a:pt x="2698384" y="725876"/>
                </a:lnTo>
                <a:lnTo>
                  <a:pt x="2651999" y="642288"/>
                </a:lnTo>
                <a:lnTo>
                  <a:pt x="2598351" y="562405"/>
                </a:lnTo>
                <a:lnTo>
                  <a:pt x="2537801" y="486533"/>
                </a:lnTo>
                <a:lnTo>
                  <a:pt x="2470711" y="414978"/>
                </a:lnTo>
                <a:lnTo>
                  <a:pt x="2397442" y="348043"/>
                </a:lnTo>
                <a:lnTo>
                  <a:pt x="2318355" y="286035"/>
                </a:lnTo>
                <a:lnTo>
                  <a:pt x="2233812" y="229258"/>
                </a:lnTo>
                <a:lnTo>
                  <a:pt x="2144173" y="178018"/>
                </a:lnTo>
                <a:lnTo>
                  <a:pt x="2049799" y="132620"/>
                </a:lnTo>
                <a:lnTo>
                  <a:pt x="1951053" y="93368"/>
                </a:lnTo>
                <a:lnTo>
                  <a:pt x="1848295" y="60569"/>
                </a:lnTo>
                <a:lnTo>
                  <a:pt x="1741885" y="34528"/>
                </a:lnTo>
                <a:lnTo>
                  <a:pt x="1632187" y="15549"/>
                </a:lnTo>
                <a:lnTo>
                  <a:pt x="1519560" y="3938"/>
                </a:lnTo>
                <a:lnTo>
                  <a:pt x="1404366" y="0"/>
                </a:lnTo>
                <a:close/>
              </a:path>
            </a:pathLst>
          </a:custGeom>
          <a:noFill/>
          <a:ln w="19050" cap="flat" cmpd="sng">
            <a:solidFill>
              <a:srgbClr val="000000">
                <a:alpha val="100000"/>
              </a:srgbClr>
            </a:solidFill>
            <a:prstDash val="solid"/>
            <a:round/>
            <a:headEnd type="none" w="med" len="med"/>
            <a:tailEnd type="none" w="med" len="med"/>
          </a:ln>
        </p:spPr>
        <p:txBody>
          <a:bodyPr/>
          <a:lstStyle/>
          <a:p>
            <a:endParaRPr lang="zh-CN" altLang="en-US"/>
          </a:p>
        </p:txBody>
      </p:sp>
      <p:sp>
        <p:nvSpPr>
          <p:cNvPr id="81926" name="object 8"/>
          <p:cNvSpPr/>
          <p:nvPr/>
        </p:nvSpPr>
        <p:spPr>
          <a:xfrm>
            <a:off x="468313" y="3902075"/>
            <a:ext cx="576262" cy="287338"/>
          </a:xfrm>
          <a:custGeom>
            <a:avLst/>
            <a:gdLst/>
            <a:ahLst/>
            <a:cxnLst>
              <a:cxn ang="0">
                <a:pos x="0" y="0"/>
              </a:cxn>
              <a:cxn ang="0">
                <a:pos x="0" y="274616"/>
              </a:cxn>
              <a:cxn ang="0">
                <a:pos x="563188" y="274616"/>
              </a:cxn>
              <a:cxn ang="0">
                <a:pos x="563188" y="0"/>
              </a:cxn>
              <a:cxn ang="0">
                <a:pos x="0" y="0"/>
              </a:cxn>
            </a:cxnLst>
            <a:rect l="0" t="0" r="0" b="0"/>
            <a:pathLst>
              <a:path w="576580" h="287654">
                <a:moveTo>
                  <a:pt x="0" y="0"/>
                </a:moveTo>
                <a:lnTo>
                  <a:pt x="0" y="287274"/>
                </a:lnTo>
                <a:lnTo>
                  <a:pt x="576072" y="287274"/>
                </a:lnTo>
                <a:lnTo>
                  <a:pt x="576072" y="0"/>
                </a:lnTo>
                <a:lnTo>
                  <a:pt x="0" y="0"/>
                </a:lnTo>
                <a:close/>
              </a:path>
            </a:pathLst>
          </a:custGeom>
          <a:solidFill>
            <a:srgbClr val="FFFF00">
              <a:alpha val="100000"/>
            </a:srgbClr>
          </a:solidFill>
          <a:ln w="9525">
            <a:noFill/>
          </a:ln>
        </p:spPr>
        <p:txBody>
          <a:bodyPr/>
          <a:lstStyle/>
          <a:p>
            <a:endParaRPr lang="zh-CN" altLang="en-US"/>
          </a:p>
        </p:txBody>
      </p:sp>
      <p:sp>
        <p:nvSpPr>
          <p:cNvPr id="81927" name="object 9"/>
          <p:cNvSpPr/>
          <p:nvPr/>
        </p:nvSpPr>
        <p:spPr>
          <a:xfrm>
            <a:off x="468313" y="3902075"/>
            <a:ext cx="576262" cy="287338"/>
          </a:xfrm>
          <a:custGeom>
            <a:avLst/>
            <a:gdLst/>
            <a:ahLst/>
            <a:cxnLst>
              <a:cxn ang="0">
                <a:pos x="0" y="0"/>
              </a:cxn>
              <a:cxn ang="0">
                <a:pos x="0" y="274616"/>
              </a:cxn>
              <a:cxn ang="0">
                <a:pos x="563188" y="274616"/>
              </a:cxn>
              <a:cxn ang="0">
                <a:pos x="563188" y="0"/>
              </a:cxn>
              <a:cxn ang="0">
                <a:pos x="0" y="0"/>
              </a:cxn>
            </a:cxnLst>
            <a:rect l="0" t="0" r="0" b="0"/>
            <a:pathLst>
              <a:path w="576580" h="287654">
                <a:moveTo>
                  <a:pt x="0" y="0"/>
                </a:moveTo>
                <a:lnTo>
                  <a:pt x="0" y="287274"/>
                </a:lnTo>
                <a:lnTo>
                  <a:pt x="576072" y="287274"/>
                </a:lnTo>
                <a:lnTo>
                  <a:pt x="576072" y="0"/>
                </a:lnTo>
                <a:lnTo>
                  <a:pt x="0" y="0"/>
                </a:lnTo>
                <a:close/>
              </a:path>
            </a:pathLst>
          </a:custGeom>
          <a:noFill/>
          <a:ln w="19050" cap="flat" cmpd="sng">
            <a:solidFill>
              <a:srgbClr val="000000">
                <a:alpha val="100000"/>
              </a:srgbClr>
            </a:solidFill>
            <a:prstDash val="solid"/>
            <a:round/>
            <a:headEnd type="none" w="med" len="med"/>
            <a:tailEnd type="none" w="med" len="med"/>
          </a:ln>
        </p:spPr>
        <p:txBody>
          <a:bodyPr/>
          <a:lstStyle/>
          <a:p>
            <a:endParaRPr lang="zh-CN" altLang="en-US"/>
          </a:p>
        </p:txBody>
      </p:sp>
      <p:sp>
        <p:nvSpPr>
          <p:cNvPr id="81928" name="object 10"/>
          <p:cNvSpPr/>
          <p:nvPr/>
        </p:nvSpPr>
        <p:spPr>
          <a:xfrm>
            <a:off x="1187450" y="3902075"/>
            <a:ext cx="576263" cy="287338"/>
          </a:xfrm>
          <a:custGeom>
            <a:avLst/>
            <a:gdLst/>
            <a:ahLst/>
            <a:cxnLst>
              <a:cxn ang="0">
                <a:pos x="0" y="0"/>
              </a:cxn>
              <a:cxn ang="0">
                <a:pos x="0" y="274616"/>
              </a:cxn>
              <a:cxn ang="0">
                <a:pos x="563227" y="274616"/>
              </a:cxn>
              <a:cxn ang="0">
                <a:pos x="563227" y="0"/>
              </a:cxn>
              <a:cxn ang="0">
                <a:pos x="0" y="0"/>
              </a:cxn>
            </a:cxnLst>
            <a:rect l="0" t="0" r="0" b="0"/>
            <a:pathLst>
              <a:path w="576580" h="287654">
                <a:moveTo>
                  <a:pt x="0" y="0"/>
                </a:moveTo>
                <a:lnTo>
                  <a:pt x="0" y="287274"/>
                </a:lnTo>
                <a:lnTo>
                  <a:pt x="576072" y="287274"/>
                </a:lnTo>
                <a:lnTo>
                  <a:pt x="576072" y="0"/>
                </a:lnTo>
                <a:lnTo>
                  <a:pt x="0" y="0"/>
                </a:lnTo>
                <a:close/>
              </a:path>
            </a:pathLst>
          </a:custGeom>
          <a:solidFill>
            <a:srgbClr val="FFFF00">
              <a:alpha val="100000"/>
            </a:srgbClr>
          </a:solidFill>
          <a:ln w="9525">
            <a:noFill/>
          </a:ln>
        </p:spPr>
        <p:txBody>
          <a:bodyPr/>
          <a:lstStyle/>
          <a:p>
            <a:endParaRPr lang="zh-CN" altLang="en-US"/>
          </a:p>
        </p:txBody>
      </p:sp>
      <p:sp>
        <p:nvSpPr>
          <p:cNvPr id="81929" name="object 11"/>
          <p:cNvSpPr/>
          <p:nvPr/>
        </p:nvSpPr>
        <p:spPr>
          <a:xfrm>
            <a:off x="1187450" y="3902075"/>
            <a:ext cx="576263" cy="287338"/>
          </a:xfrm>
          <a:custGeom>
            <a:avLst/>
            <a:gdLst/>
            <a:ahLst/>
            <a:cxnLst>
              <a:cxn ang="0">
                <a:pos x="0" y="0"/>
              </a:cxn>
              <a:cxn ang="0">
                <a:pos x="0" y="274616"/>
              </a:cxn>
              <a:cxn ang="0">
                <a:pos x="563227" y="274616"/>
              </a:cxn>
              <a:cxn ang="0">
                <a:pos x="563227" y="0"/>
              </a:cxn>
              <a:cxn ang="0">
                <a:pos x="0" y="0"/>
              </a:cxn>
            </a:cxnLst>
            <a:rect l="0" t="0" r="0" b="0"/>
            <a:pathLst>
              <a:path w="576580" h="287654">
                <a:moveTo>
                  <a:pt x="0" y="0"/>
                </a:moveTo>
                <a:lnTo>
                  <a:pt x="0" y="287274"/>
                </a:lnTo>
                <a:lnTo>
                  <a:pt x="576072" y="287274"/>
                </a:lnTo>
                <a:lnTo>
                  <a:pt x="576072" y="0"/>
                </a:lnTo>
                <a:lnTo>
                  <a:pt x="0" y="0"/>
                </a:lnTo>
                <a:close/>
              </a:path>
            </a:pathLst>
          </a:custGeom>
          <a:noFill/>
          <a:ln w="19050" cap="flat" cmpd="sng">
            <a:solidFill>
              <a:srgbClr val="000000">
                <a:alpha val="100000"/>
              </a:srgbClr>
            </a:solidFill>
            <a:prstDash val="solid"/>
            <a:round/>
            <a:headEnd type="none" w="med" len="med"/>
            <a:tailEnd type="none" w="med" len="med"/>
          </a:ln>
        </p:spPr>
        <p:txBody>
          <a:bodyPr/>
          <a:lstStyle/>
          <a:p>
            <a:endParaRPr lang="zh-CN" altLang="en-US"/>
          </a:p>
        </p:txBody>
      </p:sp>
      <p:sp>
        <p:nvSpPr>
          <p:cNvPr id="81930" name="object 12"/>
          <p:cNvSpPr/>
          <p:nvPr/>
        </p:nvSpPr>
        <p:spPr>
          <a:xfrm>
            <a:off x="1908175" y="3902075"/>
            <a:ext cx="576263" cy="287338"/>
          </a:xfrm>
          <a:custGeom>
            <a:avLst/>
            <a:gdLst/>
            <a:ahLst/>
            <a:cxnLst>
              <a:cxn ang="0">
                <a:pos x="0" y="0"/>
              </a:cxn>
              <a:cxn ang="0">
                <a:pos x="0" y="274616"/>
              </a:cxn>
              <a:cxn ang="0">
                <a:pos x="563267" y="274616"/>
              </a:cxn>
              <a:cxn ang="0">
                <a:pos x="563267" y="0"/>
              </a:cxn>
              <a:cxn ang="0">
                <a:pos x="0" y="0"/>
              </a:cxn>
            </a:cxnLst>
            <a:rect l="0" t="0" r="0" b="0"/>
            <a:pathLst>
              <a:path w="576579" h="287654">
                <a:moveTo>
                  <a:pt x="0" y="0"/>
                </a:moveTo>
                <a:lnTo>
                  <a:pt x="0" y="287274"/>
                </a:lnTo>
                <a:lnTo>
                  <a:pt x="576071" y="287274"/>
                </a:lnTo>
                <a:lnTo>
                  <a:pt x="576071" y="0"/>
                </a:lnTo>
                <a:lnTo>
                  <a:pt x="0" y="0"/>
                </a:lnTo>
                <a:close/>
              </a:path>
            </a:pathLst>
          </a:custGeom>
          <a:solidFill>
            <a:srgbClr val="FFFF00">
              <a:alpha val="100000"/>
            </a:srgbClr>
          </a:solidFill>
          <a:ln w="9525">
            <a:noFill/>
          </a:ln>
        </p:spPr>
        <p:txBody>
          <a:bodyPr/>
          <a:lstStyle/>
          <a:p>
            <a:endParaRPr lang="zh-CN" altLang="en-US"/>
          </a:p>
        </p:txBody>
      </p:sp>
      <p:sp>
        <p:nvSpPr>
          <p:cNvPr id="81931" name="object 13"/>
          <p:cNvSpPr/>
          <p:nvPr/>
        </p:nvSpPr>
        <p:spPr>
          <a:xfrm>
            <a:off x="1906588" y="3902075"/>
            <a:ext cx="577850" cy="287338"/>
          </a:xfrm>
          <a:custGeom>
            <a:avLst/>
            <a:gdLst/>
            <a:ahLst/>
            <a:cxnLst>
              <a:cxn ang="0">
                <a:pos x="0" y="0"/>
              </a:cxn>
              <a:cxn ang="0">
                <a:pos x="0" y="274616"/>
              </a:cxn>
              <a:cxn ang="0">
                <a:pos x="603473" y="274616"/>
              </a:cxn>
              <a:cxn ang="0">
                <a:pos x="603473" y="0"/>
              </a:cxn>
              <a:cxn ang="0">
                <a:pos x="0" y="0"/>
              </a:cxn>
            </a:cxnLst>
            <a:rect l="0" t="0" r="0" b="0"/>
            <a:pathLst>
              <a:path w="577214" h="287654">
                <a:moveTo>
                  <a:pt x="0" y="0"/>
                </a:moveTo>
                <a:lnTo>
                  <a:pt x="0" y="287274"/>
                </a:lnTo>
                <a:lnTo>
                  <a:pt x="576833" y="287274"/>
                </a:lnTo>
                <a:lnTo>
                  <a:pt x="576833" y="0"/>
                </a:lnTo>
                <a:lnTo>
                  <a:pt x="0" y="0"/>
                </a:lnTo>
                <a:close/>
              </a:path>
            </a:pathLst>
          </a:custGeom>
          <a:noFill/>
          <a:ln w="19050" cap="flat" cmpd="sng">
            <a:solidFill>
              <a:srgbClr val="000000">
                <a:alpha val="100000"/>
              </a:srgbClr>
            </a:solidFill>
            <a:prstDash val="solid"/>
            <a:round/>
            <a:headEnd type="none" w="med" len="med"/>
            <a:tailEnd type="none" w="med" len="med"/>
          </a:ln>
        </p:spPr>
        <p:txBody>
          <a:bodyPr/>
          <a:lstStyle/>
          <a:p>
            <a:endParaRPr lang="zh-CN" altLang="en-US"/>
          </a:p>
        </p:txBody>
      </p:sp>
      <p:sp>
        <p:nvSpPr>
          <p:cNvPr id="81932" name="object 14"/>
          <p:cNvSpPr/>
          <p:nvPr/>
        </p:nvSpPr>
        <p:spPr>
          <a:xfrm>
            <a:off x="1908175" y="4260850"/>
            <a:ext cx="576263" cy="287338"/>
          </a:xfrm>
          <a:custGeom>
            <a:avLst/>
            <a:gdLst/>
            <a:ahLst/>
            <a:cxnLst>
              <a:cxn ang="0">
                <a:pos x="0" y="0"/>
              </a:cxn>
              <a:cxn ang="0">
                <a:pos x="0" y="274616"/>
              </a:cxn>
              <a:cxn ang="0">
                <a:pos x="563267" y="274616"/>
              </a:cxn>
              <a:cxn ang="0">
                <a:pos x="563267" y="0"/>
              </a:cxn>
              <a:cxn ang="0">
                <a:pos x="0" y="0"/>
              </a:cxn>
            </a:cxnLst>
            <a:rect l="0" t="0" r="0" b="0"/>
            <a:pathLst>
              <a:path w="576579" h="287654">
                <a:moveTo>
                  <a:pt x="0" y="0"/>
                </a:moveTo>
                <a:lnTo>
                  <a:pt x="0" y="287274"/>
                </a:lnTo>
                <a:lnTo>
                  <a:pt x="576071" y="287274"/>
                </a:lnTo>
                <a:lnTo>
                  <a:pt x="576071" y="0"/>
                </a:lnTo>
                <a:lnTo>
                  <a:pt x="0" y="0"/>
                </a:lnTo>
                <a:close/>
              </a:path>
            </a:pathLst>
          </a:custGeom>
          <a:solidFill>
            <a:srgbClr val="FFFF00">
              <a:alpha val="100000"/>
            </a:srgbClr>
          </a:solidFill>
          <a:ln w="9525">
            <a:noFill/>
          </a:ln>
        </p:spPr>
        <p:txBody>
          <a:bodyPr/>
          <a:lstStyle/>
          <a:p>
            <a:endParaRPr lang="zh-CN" altLang="en-US"/>
          </a:p>
        </p:txBody>
      </p:sp>
      <p:sp>
        <p:nvSpPr>
          <p:cNvPr id="81933" name="object 15"/>
          <p:cNvSpPr/>
          <p:nvPr/>
        </p:nvSpPr>
        <p:spPr>
          <a:xfrm>
            <a:off x="1906588" y="4260850"/>
            <a:ext cx="577850" cy="287338"/>
          </a:xfrm>
          <a:custGeom>
            <a:avLst/>
            <a:gdLst/>
            <a:ahLst/>
            <a:cxnLst>
              <a:cxn ang="0">
                <a:pos x="0" y="0"/>
              </a:cxn>
              <a:cxn ang="0">
                <a:pos x="0" y="274616"/>
              </a:cxn>
              <a:cxn ang="0">
                <a:pos x="603473" y="274616"/>
              </a:cxn>
              <a:cxn ang="0">
                <a:pos x="603473" y="0"/>
              </a:cxn>
              <a:cxn ang="0">
                <a:pos x="0" y="0"/>
              </a:cxn>
            </a:cxnLst>
            <a:rect l="0" t="0" r="0" b="0"/>
            <a:pathLst>
              <a:path w="577214" h="287654">
                <a:moveTo>
                  <a:pt x="0" y="0"/>
                </a:moveTo>
                <a:lnTo>
                  <a:pt x="0" y="287274"/>
                </a:lnTo>
                <a:lnTo>
                  <a:pt x="576833" y="287274"/>
                </a:lnTo>
                <a:lnTo>
                  <a:pt x="576833" y="0"/>
                </a:lnTo>
                <a:lnTo>
                  <a:pt x="0" y="0"/>
                </a:lnTo>
                <a:close/>
              </a:path>
            </a:pathLst>
          </a:custGeom>
          <a:noFill/>
          <a:ln w="19050" cap="flat" cmpd="sng">
            <a:solidFill>
              <a:srgbClr val="000000">
                <a:alpha val="100000"/>
              </a:srgbClr>
            </a:solidFill>
            <a:prstDash val="solid"/>
            <a:round/>
            <a:headEnd type="none" w="med" len="med"/>
            <a:tailEnd type="none" w="med" len="med"/>
          </a:ln>
        </p:spPr>
        <p:txBody>
          <a:bodyPr/>
          <a:lstStyle/>
          <a:p>
            <a:endParaRPr lang="zh-CN" altLang="en-US"/>
          </a:p>
        </p:txBody>
      </p:sp>
      <p:sp>
        <p:nvSpPr>
          <p:cNvPr id="81934" name="object 16"/>
          <p:cNvSpPr/>
          <p:nvPr/>
        </p:nvSpPr>
        <p:spPr>
          <a:xfrm>
            <a:off x="1908175" y="4621213"/>
            <a:ext cx="576263" cy="287337"/>
          </a:xfrm>
          <a:custGeom>
            <a:avLst/>
            <a:gdLst/>
            <a:ahLst/>
            <a:cxnLst>
              <a:cxn ang="0">
                <a:pos x="0" y="0"/>
              </a:cxn>
              <a:cxn ang="0">
                <a:pos x="0" y="274576"/>
              </a:cxn>
              <a:cxn ang="0">
                <a:pos x="563267" y="274576"/>
              </a:cxn>
              <a:cxn ang="0">
                <a:pos x="563267" y="0"/>
              </a:cxn>
              <a:cxn ang="0">
                <a:pos x="0" y="0"/>
              </a:cxn>
            </a:cxnLst>
            <a:rect l="0" t="0" r="0" b="0"/>
            <a:pathLst>
              <a:path w="576579" h="287654">
                <a:moveTo>
                  <a:pt x="0" y="0"/>
                </a:moveTo>
                <a:lnTo>
                  <a:pt x="0" y="287274"/>
                </a:lnTo>
                <a:lnTo>
                  <a:pt x="576071" y="287274"/>
                </a:lnTo>
                <a:lnTo>
                  <a:pt x="576071" y="0"/>
                </a:lnTo>
                <a:lnTo>
                  <a:pt x="0" y="0"/>
                </a:lnTo>
                <a:close/>
              </a:path>
            </a:pathLst>
          </a:custGeom>
          <a:solidFill>
            <a:srgbClr val="FFFF00">
              <a:alpha val="100000"/>
            </a:srgbClr>
          </a:solidFill>
          <a:ln w="9525">
            <a:noFill/>
          </a:ln>
        </p:spPr>
        <p:txBody>
          <a:bodyPr/>
          <a:lstStyle/>
          <a:p>
            <a:endParaRPr lang="zh-CN" altLang="en-US"/>
          </a:p>
        </p:txBody>
      </p:sp>
      <p:sp>
        <p:nvSpPr>
          <p:cNvPr id="81935" name="object 17"/>
          <p:cNvSpPr/>
          <p:nvPr/>
        </p:nvSpPr>
        <p:spPr>
          <a:xfrm>
            <a:off x="1906588" y="4621213"/>
            <a:ext cx="577850" cy="287337"/>
          </a:xfrm>
          <a:custGeom>
            <a:avLst/>
            <a:gdLst/>
            <a:ahLst/>
            <a:cxnLst>
              <a:cxn ang="0">
                <a:pos x="0" y="0"/>
              </a:cxn>
              <a:cxn ang="0">
                <a:pos x="0" y="251510"/>
              </a:cxn>
              <a:cxn ang="0">
                <a:pos x="603473" y="251510"/>
              </a:cxn>
              <a:cxn ang="0">
                <a:pos x="603473" y="0"/>
              </a:cxn>
              <a:cxn ang="0">
                <a:pos x="0" y="0"/>
              </a:cxn>
            </a:cxnLst>
            <a:rect l="0" t="0" r="0" b="0"/>
            <a:pathLst>
              <a:path w="577214" h="288289">
                <a:moveTo>
                  <a:pt x="0" y="0"/>
                </a:moveTo>
                <a:lnTo>
                  <a:pt x="0" y="288036"/>
                </a:lnTo>
                <a:lnTo>
                  <a:pt x="576833" y="288036"/>
                </a:lnTo>
                <a:lnTo>
                  <a:pt x="576833" y="0"/>
                </a:lnTo>
                <a:lnTo>
                  <a:pt x="0" y="0"/>
                </a:lnTo>
                <a:close/>
              </a:path>
            </a:pathLst>
          </a:custGeom>
          <a:noFill/>
          <a:ln w="19050" cap="flat" cmpd="sng">
            <a:solidFill>
              <a:srgbClr val="000000">
                <a:alpha val="100000"/>
              </a:srgbClr>
            </a:solidFill>
            <a:prstDash val="solid"/>
            <a:round/>
            <a:headEnd type="none" w="med" len="med"/>
            <a:tailEnd type="none" w="med" len="med"/>
          </a:ln>
        </p:spPr>
        <p:txBody>
          <a:bodyPr/>
          <a:lstStyle/>
          <a:p>
            <a:endParaRPr lang="zh-CN" altLang="en-US"/>
          </a:p>
        </p:txBody>
      </p:sp>
      <p:sp>
        <p:nvSpPr>
          <p:cNvPr id="81936" name="object 18"/>
          <p:cNvSpPr/>
          <p:nvPr/>
        </p:nvSpPr>
        <p:spPr>
          <a:xfrm>
            <a:off x="1908175" y="4981575"/>
            <a:ext cx="576263" cy="287338"/>
          </a:xfrm>
          <a:custGeom>
            <a:avLst/>
            <a:gdLst/>
            <a:ahLst/>
            <a:cxnLst>
              <a:cxn ang="0">
                <a:pos x="0" y="0"/>
              </a:cxn>
              <a:cxn ang="0">
                <a:pos x="0" y="251544"/>
              </a:cxn>
              <a:cxn ang="0">
                <a:pos x="563267" y="251544"/>
              </a:cxn>
              <a:cxn ang="0">
                <a:pos x="563267" y="0"/>
              </a:cxn>
              <a:cxn ang="0">
                <a:pos x="0" y="0"/>
              </a:cxn>
            </a:cxnLst>
            <a:rect l="0" t="0" r="0" b="0"/>
            <a:pathLst>
              <a:path w="576579" h="288289">
                <a:moveTo>
                  <a:pt x="0" y="0"/>
                </a:moveTo>
                <a:lnTo>
                  <a:pt x="0" y="288036"/>
                </a:lnTo>
                <a:lnTo>
                  <a:pt x="576071" y="288036"/>
                </a:lnTo>
                <a:lnTo>
                  <a:pt x="576071" y="0"/>
                </a:lnTo>
                <a:lnTo>
                  <a:pt x="0" y="0"/>
                </a:lnTo>
                <a:close/>
              </a:path>
            </a:pathLst>
          </a:custGeom>
          <a:solidFill>
            <a:srgbClr val="FFFF00">
              <a:alpha val="100000"/>
            </a:srgbClr>
          </a:solidFill>
          <a:ln w="9525">
            <a:noFill/>
          </a:ln>
        </p:spPr>
        <p:txBody>
          <a:bodyPr/>
          <a:lstStyle/>
          <a:p>
            <a:endParaRPr lang="zh-CN" altLang="en-US"/>
          </a:p>
        </p:txBody>
      </p:sp>
      <p:sp>
        <p:nvSpPr>
          <p:cNvPr id="81937" name="object 19"/>
          <p:cNvSpPr/>
          <p:nvPr/>
        </p:nvSpPr>
        <p:spPr>
          <a:xfrm>
            <a:off x="1906588" y="4981575"/>
            <a:ext cx="577850" cy="287338"/>
          </a:xfrm>
          <a:custGeom>
            <a:avLst/>
            <a:gdLst/>
            <a:ahLst/>
            <a:cxnLst>
              <a:cxn ang="0">
                <a:pos x="0" y="0"/>
              </a:cxn>
              <a:cxn ang="0">
                <a:pos x="0" y="274616"/>
              </a:cxn>
              <a:cxn ang="0">
                <a:pos x="603473" y="274616"/>
              </a:cxn>
              <a:cxn ang="0">
                <a:pos x="603473" y="0"/>
              </a:cxn>
              <a:cxn ang="0">
                <a:pos x="0" y="0"/>
              </a:cxn>
            </a:cxnLst>
            <a:rect l="0" t="0" r="0" b="0"/>
            <a:pathLst>
              <a:path w="577214" h="287654">
                <a:moveTo>
                  <a:pt x="0" y="0"/>
                </a:moveTo>
                <a:lnTo>
                  <a:pt x="0" y="287274"/>
                </a:lnTo>
                <a:lnTo>
                  <a:pt x="576833" y="287274"/>
                </a:lnTo>
                <a:lnTo>
                  <a:pt x="576833" y="0"/>
                </a:lnTo>
                <a:lnTo>
                  <a:pt x="0" y="0"/>
                </a:lnTo>
                <a:close/>
              </a:path>
            </a:pathLst>
          </a:custGeom>
          <a:noFill/>
          <a:ln w="19050" cap="flat" cmpd="sng">
            <a:solidFill>
              <a:srgbClr val="000000">
                <a:alpha val="100000"/>
              </a:srgbClr>
            </a:solidFill>
            <a:prstDash val="solid"/>
            <a:round/>
            <a:headEnd type="none" w="med" len="med"/>
            <a:tailEnd type="none" w="med" len="med"/>
          </a:ln>
        </p:spPr>
        <p:txBody>
          <a:bodyPr/>
          <a:lstStyle/>
          <a:p>
            <a:endParaRPr lang="zh-CN" altLang="en-US"/>
          </a:p>
        </p:txBody>
      </p:sp>
      <p:sp>
        <p:nvSpPr>
          <p:cNvPr id="81938" name="object 20"/>
          <p:cNvSpPr/>
          <p:nvPr/>
        </p:nvSpPr>
        <p:spPr>
          <a:xfrm>
            <a:off x="1187450" y="4260850"/>
            <a:ext cx="576263" cy="287338"/>
          </a:xfrm>
          <a:custGeom>
            <a:avLst/>
            <a:gdLst/>
            <a:ahLst/>
            <a:cxnLst>
              <a:cxn ang="0">
                <a:pos x="0" y="0"/>
              </a:cxn>
              <a:cxn ang="0">
                <a:pos x="0" y="274616"/>
              </a:cxn>
              <a:cxn ang="0">
                <a:pos x="563227" y="274616"/>
              </a:cxn>
              <a:cxn ang="0">
                <a:pos x="563227" y="0"/>
              </a:cxn>
              <a:cxn ang="0">
                <a:pos x="0" y="0"/>
              </a:cxn>
            </a:cxnLst>
            <a:rect l="0" t="0" r="0" b="0"/>
            <a:pathLst>
              <a:path w="576580" h="287654">
                <a:moveTo>
                  <a:pt x="0" y="0"/>
                </a:moveTo>
                <a:lnTo>
                  <a:pt x="0" y="287274"/>
                </a:lnTo>
                <a:lnTo>
                  <a:pt x="576072" y="287274"/>
                </a:lnTo>
                <a:lnTo>
                  <a:pt x="576072" y="0"/>
                </a:lnTo>
                <a:lnTo>
                  <a:pt x="0" y="0"/>
                </a:lnTo>
                <a:close/>
              </a:path>
            </a:pathLst>
          </a:custGeom>
          <a:solidFill>
            <a:srgbClr val="FFFF00">
              <a:alpha val="100000"/>
            </a:srgbClr>
          </a:solidFill>
          <a:ln w="9525">
            <a:noFill/>
          </a:ln>
        </p:spPr>
        <p:txBody>
          <a:bodyPr/>
          <a:lstStyle/>
          <a:p>
            <a:endParaRPr lang="zh-CN" altLang="en-US"/>
          </a:p>
        </p:txBody>
      </p:sp>
      <p:sp>
        <p:nvSpPr>
          <p:cNvPr id="81939" name="object 21"/>
          <p:cNvSpPr/>
          <p:nvPr/>
        </p:nvSpPr>
        <p:spPr>
          <a:xfrm>
            <a:off x="1187450" y="4260850"/>
            <a:ext cx="576263" cy="287338"/>
          </a:xfrm>
          <a:custGeom>
            <a:avLst/>
            <a:gdLst/>
            <a:ahLst/>
            <a:cxnLst>
              <a:cxn ang="0">
                <a:pos x="0" y="0"/>
              </a:cxn>
              <a:cxn ang="0">
                <a:pos x="0" y="274616"/>
              </a:cxn>
              <a:cxn ang="0">
                <a:pos x="563227" y="274616"/>
              </a:cxn>
              <a:cxn ang="0">
                <a:pos x="563227" y="0"/>
              </a:cxn>
              <a:cxn ang="0">
                <a:pos x="0" y="0"/>
              </a:cxn>
            </a:cxnLst>
            <a:rect l="0" t="0" r="0" b="0"/>
            <a:pathLst>
              <a:path w="576580" h="287654">
                <a:moveTo>
                  <a:pt x="0" y="0"/>
                </a:moveTo>
                <a:lnTo>
                  <a:pt x="0" y="287274"/>
                </a:lnTo>
                <a:lnTo>
                  <a:pt x="576072" y="287274"/>
                </a:lnTo>
                <a:lnTo>
                  <a:pt x="576072" y="0"/>
                </a:lnTo>
                <a:lnTo>
                  <a:pt x="0" y="0"/>
                </a:lnTo>
                <a:close/>
              </a:path>
            </a:pathLst>
          </a:custGeom>
          <a:noFill/>
          <a:ln w="19050" cap="flat" cmpd="sng">
            <a:solidFill>
              <a:srgbClr val="000000">
                <a:alpha val="100000"/>
              </a:srgbClr>
            </a:solidFill>
            <a:prstDash val="solid"/>
            <a:round/>
            <a:headEnd type="none" w="med" len="med"/>
            <a:tailEnd type="none" w="med" len="med"/>
          </a:ln>
        </p:spPr>
        <p:txBody>
          <a:bodyPr/>
          <a:lstStyle/>
          <a:p>
            <a:endParaRPr lang="zh-CN" altLang="en-US"/>
          </a:p>
        </p:txBody>
      </p:sp>
      <p:sp>
        <p:nvSpPr>
          <p:cNvPr id="81940" name="object 22"/>
          <p:cNvSpPr/>
          <p:nvPr/>
        </p:nvSpPr>
        <p:spPr>
          <a:xfrm>
            <a:off x="1187450" y="4621213"/>
            <a:ext cx="576263" cy="287337"/>
          </a:xfrm>
          <a:custGeom>
            <a:avLst/>
            <a:gdLst/>
            <a:ahLst/>
            <a:cxnLst>
              <a:cxn ang="0">
                <a:pos x="0" y="0"/>
              </a:cxn>
              <a:cxn ang="0">
                <a:pos x="0" y="274576"/>
              </a:cxn>
              <a:cxn ang="0">
                <a:pos x="563227" y="274576"/>
              </a:cxn>
              <a:cxn ang="0">
                <a:pos x="563227" y="0"/>
              </a:cxn>
              <a:cxn ang="0">
                <a:pos x="0" y="0"/>
              </a:cxn>
            </a:cxnLst>
            <a:rect l="0" t="0" r="0" b="0"/>
            <a:pathLst>
              <a:path w="576580" h="287654">
                <a:moveTo>
                  <a:pt x="0" y="0"/>
                </a:moveTo>
                <a:lnTo>
                  <a:pt x="0" y="287274"/>
                </a:lnTo>
                <a:lnTo>
                  <a:pt x="576072" y="287274"/>
                </a:lnTo>
                <a:lnTo>
                  <a:pt x="576072" y="0"/>
                </a:lnTo>
                <a:lnTo>
                  <a:pt x="0" y="0"/>
                </a:lnTo>
                <a:close/>
              </a:path>
            </a:pathLst>
          </a:custGeom>
          <a:solidFill>
            <a:srgbClr val="FFFF00">
              <a:alpha val="100000"/>
            </a:srgbClr>
          </a:solidFill>
          <a:ln w="9525">
            <a:noFill/>
          </a:ln>
        </p:spPr>
        <p:txBody>
          <a:bodyPr/>
          <a:lstStyle/>
          <a:p>
            <a:endParaRPr lang="zh-CN" altLang="en-US"/>
          </a:p>
        </p:txBody>
      </p:sp>
      <p:sp>
        <p:nvSpPr>
          <p:cNvPr id="81941" name="object 23"/>
          <p:cNvSpPr/>
          <p:nvPr/>
        </p:nvSpPr>
        <p:spPr>
          <a:xfrm>
            <a:off x="1187450" y="4621213"/>
            <a:ext cx="576263" cy="287337"/>
          </a:xfrm>
          <a:custGeom>
            <a:avLst/>
            <a:gdLst/>
            <a:ahLst/>
            <a:cxnLst>
              <a:cxn ang="0">
                <a:pos x="0" y="0"/>
              </a:cxn>
              <a:cxn ang="0">
                <a:pos x="0" y="251510"/>
              </a:cxn>
              <a:cxn ang="0">
                <a:pos x="563227" y="251510"/>
              </a:cxn>
              <a:cxn ang="0">
                <a:pos x="563227" y="0"/>
              </a:cxn>
              <a:cxn ang="0">
                <a:pos x="0" y="0"/>
              </a:cxn>
            </a:cxnLst>
            <a:rect l="0" t="0" r="0" b="0"/>
            <a:pathLst>
              <a:path w="576580" h="288289">
                <a:moveTo>
                  <a:pt x="0" y="0"/>
                </a:moveTo>
                <a:lnTo>
                  <a:pt x="0" y="288036"/>
                </a:lnTo>
                <a:lnTo>
                  <a:pt x="576072" y="288036"/>
                </a:lnTo>
                <a:lnTo>
                  <a:pt x="576072" y="0"/>
                </a:lnTo>
                <a:lnTo>
                  <a:pt x="0" y="0"/>
                </a:lnTo>
                <a:close/>
              </a:path>
            </a:pathLst>
          </a:custGeom>
          <a:noFill/>
          <a:ln w="19049" cap="flat" cmpd="sng">
            <a:solidFill>
              <a:srgbClr val="000000">
                <a:alpha val="100000"/>
              </a:srgbClr>
            </a:solidFill>
            <a:prstDash val="solid"/>
            <a:round/>
            <a:headEnd type="none" w="med" len="med"/>
            <a:tailEnd type="none" w="med" len="med"/>
          </a:ln>
        </p:spPr>
        <p:txBody>
          <a:bodyPr/>
          <a:lstStyle/>
          <a:p>
            <a:endParaRPr lang="zh-CN" altLang="en-US"/>
          </a:p>
        </p:txBody>
      </p:sp>
      <p:sp>
        <p:nvSpPr>
          <p:cNvPr id="81942" name="object 24"/>
          <p:cNvSpPr/>
          <p:nvPr/>
        </p:nvSpPr>
        <p:spPr>
          <a:xfrm>
            <a:off x="1187450" y="4981575"/>
            <a:ext cx="576263" cy="287338"/>
          </a:xfrm>
          <a:custGeom>
            <a:avLst/>
            <a:gdLst/>
            <a:ahLst/>
            <a:cxnLst>
              <a:cxn ang="0">
                <a:pos x="0" y="0"/>
              </a:cxn>
              <a:cxn ang="0">
                <a:pos x="0" y="251544"/>
              </a:cxn>
              <a:cxn ang="0">
                <a:pos x="563227" y="251544"/>
              </a:cxn>
              <a:cxn ang="0">
                <a:pos x="563227" y="0"/>
              </a:cxn>
              <a:cxn ang="0">
                <a:pos x="0" y="0"/>
              </a:cxn>
            </a:cxnLst>
            <a:rect l="0" t="0" r="0" b="0"/>
            <a:pathLst>
              <a:path w="576580" h="288289">
                <a:moveTo>
                  <a:pt x="0" y="0"/>
                </a:moveTo>
                <a:lnTo>
                  <a:pt x="0" y="288036"/>
                </a:lnTo>
                <a:lnTo>
                  <a:pt x="576072" y="288036"/>
                </a:lnTo>
                <a:lnTo>
                  <a:pt x="576072" y="0"/>
                </a:lnTo>
                <a:lnTo>
                  <a:pt x="0" y="0"/>
                </a:lnTo>
                <a:close/>
              </a:path>
            </a:pathLst>
          </a:custGeom>
          <a:solidFill>
            <a:srgbClr val="FFFF00">
              <a:alpha val="100000"/>
            </a:srgbClr>
          </a:solidFill>
          <a:ln w="9525">
            <a:noFill/>
          </a:ln>
        </p:spPr>
        <p:txBody>
          <a:bodyPr/>
          <a:lstStyle/>
          <a:p>
            <a:endParaRPr lang="zh-CN" altLang="en-US"/>
          </a:p>
        </p:txBody>
      </p:sp>
      <p:sp>
        <p:nvSpPr>
          <p:cNvPr id="81943" name="object 25"/>
          <p:cNvSpPr/>
          <p:nvPr/>
        </p:nvSpPr>
        <p:spPr>
          <a:xfrm>
            <a:off x="1187450" y="4981575"/>
            <a:ext cx="576263" cy="287338"/>
          </a:xfrm>
          <a:custGeom>
            <a:avLst/>
            <a:gdLst/>
            <a:ahLst/>
            <a:cxnLst>
              <a:cxn ang="0">
                <a:pos x="0" y="0"/>
              </a:cxn>
              <a:cxn ang="0">
                <a:pos x="0" y="274616"/>
              </a:cxn>
              <a:cxn ang="0">
                <a:pos x="563227" y="274616"/>
              </a:cxn>
              <a:cxn ang="0">
                <a:pos x="563227" y="0"/>
              </a:cxn>
              <a:cxn ang="0">
                <a:pos x="0" y="0"/>
              </a:cxn>
            </a:cxnLst>
            <a:rect l="0" t="0" r="0" b="0"/>
            <a:pathLst>
              <a:path w="576580" h="287654">
                <a:moveTo>
                  <a:pt x="0" y="0"/>
                </a:moveTo>
                <a:lnTo>
                  <a:pt x="0" y="287274"/>
                </a:lnTo>
                <a:lnTo>
                  <a:pt x="576072" y="287274"/>
                </a:lnTo>
                <a:lnTo>
                  <a:pt x="576072" y="0"/>
                </a:lnTo>
                <a:lnTo>
                  <a:pt x="0" y="0"/>
                </a:lnTo>
                <a:close/>
              </a:path>
            </a:pathLst>
          </a:custGeom>
          <a:noFill/>
          <a:ln w="19050" cap="flat" cmpd="sng">
            <a:solidFill>
              <a:srgbClr val="000000">
                <a:alpha val="100000"/>
              </a:srgbClr>
            </a:solidFill>
            <a:prstDash val="solid"/>
            <a:round/>
            <a:headEnd type="none" w="med" len="med"/>
            <a:tailEnd type="none" w="med" len="med"/>
          </a:ln>
        </p:spPr>
        <p:txBody>
          <a:bodyPr/>
          <a:lstStyle/>
          <a:p>
            <a:endParaRPr lang="zh-CN" altLang="en-US"/>
          </a:p>
        </p:txBody>
      </p:sp>
      <p:sp>
        <p:nvSpPr>
          <p:cNvPr id="81944" name="object 26"/>
          <p:cNvSpPr/>
          <p:nvPr/>
        </p:nvSpPr>
        <p:spPr>
          <a:xfrm>
            <a:off x="468313" y="4260850"/>
            <a:ext cx="576262" cy="287338"/>
          </a:xfrm>
          <a:custGeom>
            <a:avLst/>
            <a:gdLst/>
            <a:ahLst/>
            <a:cxnLst>
              <a:cxn ang="0">
                <a:pos x="0" y="0"/>
              </a:cxn>
              <a:cxn ang="0">
                <a:pos x="0" y="274616"/>
              </a:cxn>
              <a:cxn ang="0">
                <a:pos x="563188" y="274616"/>
              </a:cxn>
              <a:cxn ang="0">
                <a:pos x="563188" y="0"/>
              </a:cxn>
              <a:cxn ang="0">
                <a:pos x="0" y="0"/>
              </a:cxn>
            </a:cxnLst>
            <a:rect l="0" t="0" r="0" b="0"/>
            <a:pathLst>
              <a:path w="576580" h="287654">
                <a:moveTo>
                  <a:pt x="0" y="0"/>
                </a:moveTo>
                <a:lnTo>
                  <a:pt x="0" y="287274"/>
                </a:lnTo>
                <a:lnTo>
                  <a:pt x="576072" y="287274"/>
                </a:lnTo>
                <a:lnTo>
                  <a:pt x="576072" y="0"/>
                </a:lnTo>
                <a:lnTo>
                  <a:pt x="0" y="0"/>
                </a:lnTo>
                <a:close/>
              </a:path>
            </a:pathLst>
          </a:custGeom>
          <a:solidFill>
            <a:srgbClr val="FFFF00">
              <a:alpha val="100000"/>
            </a:srgbClr>
          </a:solidFill>
          <a:ln w="9525">
            <a:noFill/>
          </a:ln>
        </p:spPr>
        <p:txBody>
          <a:bodyPr/>
          <a:lstStyle/>
          <a:p>
            <a:endParaRPr lang="zh-CN" altLang="en-US"/>
          </a:p>
        </p:txBody>
      </p:sp>
      <p:sp>
        <p:nvSpPr>
          <p:cNvPr id="81945" name="object 27"/>
          <p:cNvSpPr/>
          <p:nvPr/>
        </p:nvSpPr>
        <p:spPr>
          <a:xfrm>
            <a:off x="468313" y="4260850"/>
            <a:ext cx="576262" cy="287338"/>
          </a:xfrm>
          <a:custGeom>
            <a:avLst/>
            <a:gdLst/>
            <a:ahLst/>
            <a:cxnLst>
              <a:cxn ang="0">
                <a:pos x="0" y="0"/>
              </a:cxn>
              <a:cxn ang="0">
                <a:pos x="0" y="274616"/>
              </a:cxn>
              <a:cxn ang="0">
                <a:pos x="563188" y="274616"/>
              </a:cxn>
              <a:cxn ang="0">
                <a:pos x="563188" y="0"/>
              </a:cxn>
              <a:cxn ang="0">
                <a:pos x="0" y="0"/>
              </a:cxn>
            </a:cxnLst>
            <a:rect l="0" t="0" r="0" b="0"/>
            <a:pathLst>
              <a:path w="576580" h="287654">
                <a:moveTo>
                  <a:pt x="0" y="0"/>
                </a:moveTo>
                <a:lnTo>
                  <a:pt x="0" y="287274"/>
                </a:lnTo>
                <a:lnTo>
                  <a:pt x="576072" y="287274"/>
                </a:lnTo>
                <a:lnTo>
                  <a:pt x="576072" y="0"/>
                </a:lnTo>
                <a:lnTo>
                  <a:pt x="0" y="0"/>
                </a:lnTo>
                <a:close/>
              </a:path>
            </a:pathLst>
          </a:custGeom>
          <a:noFill/>
          <a:ln w="19050" cap="flat" cmpd="sng">
            <a:solidFill>
              <a:srgbClr val="000000">
                <a:alpha val="100000"/>
              </a:srgbClr>
            </a:solidFill>
            <a:prstDash val="solid"/>
            <a:round/>
            <a:headEnd type="none" w="med" len="med"/>
            <a:tailEnd type="none" w="med" len="med"/>
          </a:ln>
        </p:spPr>
        <p:txBody>
          <a:bodyPr/>
          <a:lstStyle/>
          <a:p>
            <a:endParaRPr lang="zh-CN" altLang="en-US"/>
          </a:p>
        </p:txBody>
      </p:sp>
      <p:sp>
        <p:nvSpPr>
          <p:cNvPr id="81946" name="object 28"/>
          <p:cNvSpPr/>
          <p:nvPr/>
        </p:nvSpPr>
        <p:spPr>
          <a:xfrm>
            <a:off x="468313" y="4621213"/>
            <a:ext cx="576262" cy="287337"/>
          </a:xfrm>
          <a:custGeom>
            <a:avLst/>
            <a:gdLst/>
            <a:ahLst/>
            <a:cxnLst>
              <a:cxn ang="0">
                <a:pos x="0" y="0"/>
              </a:cxn>
              <a:cxn ang="0">
                <a:pos x="0" y="274576"/>
              </a:cxn>
              <a:cxn ang="0">
                <a:pos x="563188" y="274576"/>
              </a:cxn>
              <a:cxn ang="0">
                <a:pos x="563188" y="0"/>
              </a:cxn>
              <a:cxn ang="0">
                <a:pos x="0" y="0"/>
              </a:cxn>
            </a:cxnLst>
            <a:rect l="0" t="0" r="0" b="0"/>
            <a:pathLst>
              <a:path w="576580" h="287654">
                <a:moveTo>
                  <a:pt x="0" y="0"/>
                </a:moveTo>
                <a:lnTo>
                  <a:pt x="0" y="287274"/>
                </a:lnTo>
                <a:lnTo>
                  <a:pt x="576072" y="287274"/>
                </a:lnTo>
                <a:lnTo>
                  <a:pt x="576072" y="0"/>
                </a:lnTo>
                <a:lnTo>
                  <a:pt x="0" y="0"/>
                </a:lnTo>
                <a:close/>
              </a:path>
            </a:pathLst>
          </a:custGeom>
          <a:solidFill>
            <a:srgbClr val="FFFF00">
              <a:alpha val="100000"/>
            </a:srgbClr>
          </a:solidFill>
          <a:ln w="9525">
            <a:noFill/>
          </a:ln>
        </p:spPr>
        <p:txBody>
          <a:bodyPr/>
          <a:lstStyle/>
          <a:p>
            <a:endParaRPr lang="zh-CN" altLang="en-US"/>
          </a:p>
        </p:txBody>
      </p:sp>
      <p:sp>
        <p:nvSpPr>
          <p:cNvPr id="81947" name="object 29"/>
          <p:cNvSpPr/>
          <p:nvPr/>
        </p:nvSpPr>
        <p:spPr>
          <a:xfrm>
            <a:off x="468313" y="4621213"/>
            <a:ext cx="576262" cy="287337"/>
          </a:xfrm>
          <a:custGeom>
            <a:avLst/>
            <a:gdLst/>
            <a:ahLst/>
            <a:cxnLst>
              <a:cxn ang="0">
                <a:pos x="0" y="0"/>
              </a:cxn>
              <a:cxn ang="0">
                <a:pos x="0" y="251510"/>
              </a:cxn>
              <a:cxn ang="0">
                <a:pos x="563188" y="251510"/>
              </a:cxn>
              <a:cxn ang="0">
                <a:pos x="563188" y="0"/>
              </a:cxn>
              <a:cxn ang="0">
                <a:pos x="0" y="0"/>
              </a:cxn>
            </a:cxnLst>
            <a:rect l="0" t="0" r="0" b="0"/>
            <a:pathLst>
              <a:path w="576580" h="288289">
                <a:moveTo>
                  <a:pt x="0" y="0"/>
                </a:moveTo>
                <a:lnTo>
                  <a:pt x="0" y="288036"/>
                </a:lnTo>
                <a:lnTo>
                  <a:pt x="576072" y="288036"/>
                </a:lnTo>
                <a:lnTo>
                  <a:pt x="576072" y="0"/>
                </a:lnTo>
                <a:lnTo>
                  <a:pt x="0" y="0"/>
                </a:lnTo>
                <a:close/>
              </a:path>
            </a:pathLst>
          </a:custGeom>
          <a:noFill/>
          <a:ln w="19049" cap="flat" cmpd="sng">
            <a:solidFill>
              <a:srgbClr val="000000">
                <a:alpha val="100000"/>
              </a:srgbClr>
            </a:solidFill>
            <a:prstDash val="solid"/>
            <a:round/>
            <a:headEnd type="none" w="med" len="med"/>
            <a:tailEnd type="none" w="med" len="med"/>
          </a:ln>
        </p:spPr>
        <p:txBody>
          <a:bodyPr/>
          <a:lstStyle/>
          <a:p>
            <a:endParaRPr lang="zh-CN" altLang="en-US"/>
          </a:p>
        </p:txBody>
      </p:sp>
      <p:sp>
        <p:nvSpPr>
          <p:cNvPr id="81948" name="object 30"/>
          <p:cNvSpPr/>
          <p:nvPr/>
        </p:nvSpPr>
        <p:spPr>
          <a:xfrm>
            <a:off x="468313" y="4981575"/>
            <a:ext cx="576262" cy="287338"/>
          </a:xfrm>
          <a:custGeom>
            <a:avLst/>
            <a:gdLst/>
            <a:ahLst/>
            <a:cxnLst>
              <a:cxn ang="0">
                <a:pos x="0" y="0"/>
              </a:cxn>
              <a:cxn ang="0">
                <a:pos x="0" y="251544"/>
              </a:cxn>
              <a:cxn ang="0">
                <a:pos x="563188" y="251544"/>
              </a:cxn>
              <a:cxn ang="0">
                <a:pos x="563188" y="0"/>
              </a:cxn>
              <a:cxn ang="0">
                <a:pos x="0" y="0"/>
              </a:cxn>
            </a:cxnLst>
            <a:rect l="0" t="0" r="0" b="0"/>
            <a:pathLst>
              <a:path w="576580" h="288289">
                <a:moveTo>
                  <a:pt x="0" y="0"/>
                </a:moveTo>
                <a:lnTo>
                  <a:pt x="0" y="288036"/>
                </a:lnTo>
                <a:lnTo>
                  <a:pt x="576072" y="288036"/>
                </a:lnTo>
                <a:lnTo>
                  <a:pt x="576072" y="0"/>
                </a:lnTo>
                <a:lnTo>
                  <a:pt x="0" y="0"/>
                </a:lnTo>
                <a:close/>
              </a:path>
            </a:pathLst>
          </a:custGeom>
          <a:solidFill>
            <a:srgbClr val="FFFF00">
              <a:alpha val="100000"/>
            </a:srgbClr>
          </a:solidFill>
          <a:ln w="9525">
            <a:noFill/>
          </a:ln>
        </p:spPr>
        <p:txBody>
          <a:bodyPr/>
          <a:lstStyle/>
          <a:p>
            <a:endParaRPr lang="zh-CN" altLang="en-US"/>
          </a:p>
        </p:txBody>
      </p:sp>
      <p:sp>
        <p:nvSpPr>
          <p:cNvPr id="81949" name="object 31"/>
          <p:cNvSpPr/>
          <p:nvPr/>
        </p:nvSpPr>
        <p:spPr>
          <a:xfrm>
            <a:off x="468313" y="4981575"/>
            <a:ext cx="576262" cy="287338"/>
          </a:xfrm>
          <a:custGeom>
            <a:avLst/>
            <a:gdLst/>
            <a:ahLst/>
            <a:cxnLst>
              <a:cxn ang="0">
                <a:pos x="0" y="0"/>
              </a:cxn>
              <a:cxn ang="0">
                <a:pos x="0" y="274616"/>
              </a:cxn>
              <a:cxn ang="0">
                <a:pos x="563188" y="274616"/>
              </a:cxn>
              <a:cxn ang="0">
                <a:pos x="563188" y="0"/>
              </a:cxn>
              <a:cxn ang="0">
                <a:pos x="0" y="0"/>
              </a:cxn>
            </a:cxnLst>
            <a:rect l="0" t="0" r="0" b="0"/>
            <a:pathLst>
              <a:path w="576580" h="287654">
                <a:moveTo>
                  <a:pt x="0" y="0"/>
                </a:moveTo>
                <a:lnTo>
                  <a:pt x="0" y="287274"/>
                </a:lnTo>
                <a:lnTo>
                  <a:pt x="576072" y="287274"/>
                </a:lnTo>
                <a:lnTo>
                  <a:pt x="576072" y="0"/>
                </a:lnTo>
                <a:lnTo>
                  <a:pt x="0" y="0"/>
                </a:lnTo>
                <a:close/>
              </a:path>
            </a:pathLst>
          </a:custGeom>
          <a:noFill/>
          <a:ln w="19050" cap="flat" cmpd="sng">
            <a:solidFill>
              <a:srgbClr val="000000">
                <a:alpha val="100000"/>
              </a:srgbClr>
            </a:solidFill>
            <a:prstDash val="solid"/>
            <a:round/>
            <a:headEnd type="none" w="med" len="med"/>
            <a:tailEnd type="none" w="med" len="med"/>
          </a:ln>
        </p:spPr>
        <p:txBody>
          <a:bodyPr/>
          <a:lstStyle/>
          <a:p>
            <a:endParaRPr lang="zh-CN" altLang="en-US"/>
          </a:p>
        </p:txBody>
      </p:sp>
      <p:sp>
        <p:nvSpPr>
          <p:cNvPr id="81950" name="object 32"/>
          <p:cNvSpPr txBox="1"/>
          <p:nvPr/>
        </p:nvSpPr>
        <p:spPr>
          <a:xfrm>
            <a:off x="1050925" y="3402013"/>
            <a:ext cx="788988" cy="279400"/>
          </a:xfrm>
          <a:prstGeom prst="rect">
            <a:avLst/>
          </a:prstGeom>
          <a:noFill/>
          <a:ln w="9525">
            <a:noFill/>
          </a:ln>
        </p:spPr>
        <p:txBody>
          <a:bodyPr lIns="0" tIns="0" rIns="0" bIns="0">
            <a:spAutoFit/>
          </a:bodyPr>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12700" lvl="0" indent="0">
              <a:lnSpc>
                <a:spcPts val="2375"/>
              </a:lnSpc>
              <a:spcBef>
                <a:spcPct val="0"/>
              </a:spcBef>
              <a:buClrTx/>
              <a:buFontTx/>
              <a:buNone/>
            </a:pPr>
            <a:r>
              <a:rPr lang="zh-CN" altLang="zh-CN" sz="2000">
                <a:latin typeface="宋体" panose="02010600030101010101" pitchFamily="2" charset="-122"/>
                <a:ea typeface="宋体" panose="02010600030101010101" pitchFamily="2" charset="-122"/>
              </a:rPr>
              <a:t>缓冲池</a:t>
            </a:r>
            <a:endParaRPr lang="zh-CN" altLang="zh-CN" sz="2000" b="0">
              <a:latin typeface="宋体" panose="02010600030101010101" pitchFamily="2" charset="-122"/>
              <a:ea typeface="宋体" panose="02010600030101010101" pitchFamily="2" charset="-122"/>
            </a:endParaRPr>
          </a:p>
        </p:txBody>
      </p:sp>
      <p:sp>
        <p:nvSpPr>
          <p:cNvPr id="81951" name="object 33"/>
          <p:cNvSpPr/>
          <p:nvPr/>
        </p:nvSpPr>
        <p:spPr>
          <a:xfrm>
            <a:off x="322263" y="2316163"/>
            <a:ext cx="2441575" cy="415925"/>
          </a:xfrm>
          <a:custGeom>
            <a:avLst/>
            <a:gdLst/>
            <a:ahLst/>
            <a:cxnLst>
              <a:cxn ang="0">
                <a:pos x="0" y="0"/>
              </a:cxn>
              <a:cxn ang="0">
                <a:pos x="0" y="390827"/>
              </a:cxn>
              <a:cxn ang="0">
                <a:pos x="2492569" y="390827"/>
              </a:cxn>
              <a:cxn ang="0">
                <a:pos x="2492569" y="0"/>
              </a:cxn>
              <a:cxn ang="0">
                <a:pos x="0" y="0"/>
              </a:cxn>
            </a:cxnLst>
            <a:rect l="0" t="0" r="0" b="0"/>
            <a:pathLst>
              <a:path w="2440304" h="416560">
                <a:moveTo>
                  <a:pt x="0" y="0"/>
                </a:moveTo>
                <a:lnTo>
                  <a:pt x="0" y="416052"/>
                </a:lnTo>
                <a:lnTo>
                  <a:pt x="2439923" y="416052"/>
                </a:lnTo>
                <a:lnTo>
                  <a:pt x="2439923" y="0"/>
                </a:lnTo>
                <a:lnTo>
                  <a:pt x="0" y="0"/>
                </a:lnTo>
                <a:close/>
              </a:path>
            </a:pathLst>
          </a:custGeom>
          <a:noFill/>
          <a:ln w="19050" cap="flat" cmpd="sng">
            <a:solidFill>
              <a:srgbClr val="FF3300">
                <a:alpha val="100000"/>
              </a:srgbClr>
            </a:solidFill>
            <a:prstDash val="solid"/>
            <a:round/>
            <a:headEnd type="none" w="med" len="med"/>
            <a:tailEnd type="none" w="med" len="med"/>
          </a:ln>
        </p:spPr>
        <p:txBody>
          <a:bodyPr/>
          <a:lstStyle/>
          <a:p>
            <a:endParaRPr lang="zh-CN" altLang="en-US"/>
          </a:p>
        </p:txBody>
      </p:sp>
      <p:sp>
        <p:nvSpPr>
          <p:cNvPr id="81952" name="object 34"/>
          <p:cNvSpPr txBox="1"/>
          <p:nvPr/>
        </p:nvSpPr>
        <p:spPr>
          <a:xfrm>
            <a:off x="412750" y="2384425"/>
            <a:ext cx="2254250" cy="307975"/>
          </a:xfrm>
          <a:prstGeom prst="rect">
            <a:avLst/>
          </a:prstGeom>
          <a:noFill/>
          <a:ln w="9525">
            <a:noFill/>
          </a:ln>
        </p:spPr>
        <p:txBody>
          <a:bodyPr lIns="0" tIns="0" rIns="0" bIns="0">
            <a:spAutoFit/>
          </a:bodyPr>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12700" lvl="0" indent="0">
              <a:spcBef>
                <a:spcPct val="0"/>
              </a:spcBef>
              <a:buClrTx/>
              <a:buFontTx/>
              <a:buNone/>
            </a:pPr>
            <a:r>
              <a:rPr lang="zh-CN" altLang="zh-CN" sz="2000">
                <a:latin typeface="宋体" panose="02010600030101010101" pitchFamily="2" charset="-122"/>
                <a:ea typeface="宋体" panose="02010600030101010101" pitchFamily="2" charset="-122"/>
              </a:rPr>
              <a:t>容量：</a:t>
            </a:r>
            <a:r>
              <a:rPr lang="zh-CN" altLang="zh-CN" sz="2000">
                <a:ea typeface="宋体" panose="02010600030101010101" pitchFamily="2" charset="-122"/>
              </a:rPr>
              <a:t>512</a:t>
            </a:r>
            <a:r>
              <a:rPr lang="zh-CN" altLang="zh-CN" sz="2000">
                <a:latin typeface="宋体" panose="02010600030101010101" pitchFamily="2" charset="-122"/>
                <a:ea typeface="宋体" panose="02010600030101010101" pitchFamily="2" charset="-122"/>
              </a:rPr>
              <a:t>字节</a:t>
            </a:r>
            <a:endParaRPr lang="zh-CN" altLang="zh-CN" sz="2000" b="0">
              <a:latin typeface="宋体" panose="02010600030101010101" pitchFamily="2" charset="-122"/>
              <a:ea typeface="宋体" panose="02010600030101010101" pitchFamily="2" charset="-122"/>
            </a:endParaRPr>
          </a:p>
        </p:txBody>
      </p:sp>
      <p:sp>
        <p:nvSpPr>
          <p:cNvPr id="81953" name="object 35"/>
          <p:cNvSpPr/>
          <p:nvPr/>
        </p:nvSpPr>
        <p:spPr>
          <a:xfrm>
            <a:off x="2043113" y="2747963"/>
            <a:ext cx="180975" cy="1154112"/>
          </a:xfrm>
          <a:custGeom>
            <a:avLst/>
            <a:gdLst/>
            <a:ahLst/>
            <a:cxnLst>
              <a:cxn ang="0">
                <a:pos x="28193" y="1090441"/>
              </a:cxn>
              <a:cxn ang="0">
                <a:pos x="9143" y="1088131"/>
              </a:cxn>
              <a:cxn ang="0">
                <a:pos x="0" y="1164423"/>
              </a:cxn>
              <a:cxn ang="0">
                <a:pos x="18288" y="1166732"/>
              </a:cxn>
              <a:cxn ang="0">
                <a:pos x="28193" y="1090441"/>
              </a:cxn>
              <a:cxn ang="0">
                <a:pos x="44195" y="956352"/>
              </a:cxn>
              <a:cxn ang="0">
                <a:pos x="25145" y="954040"/>
              </a:cxn>
              <a:cxn ang="0">
                <a:pos x="16001" y="1030333"/>
              </a:cxn>
              <a:cxn ang="0">
                <a:pos x="35051" y="1033416"/>
              </a:cxn>
              <a:cxn ang="0">
                <a:pos x="44195" y="956352"/>
              </a:cxn>
              <a:cxn ang="0">
                <a:pos x="60959" y="823035"/>
              </a:cxn>
              <a:cxn ang="0">
                <a:pos x="41909" y="820720"/>
              </a:cxn>
              <a:cxn ang="0">
                <a:pos x="32765" y="897013"/>
              </a:cxn>
              <a:cxn ang="0">
                <a:pos x="51815" y="899326"/>
              </a:cxn>
              <a:cxn ang="0">
                <a:pos x="60959" y="823035"/>
              </a:cxn>
              <a:cxn ang="0">
                <a:pos x="76961" y="688943"/>
              </a:cxn>
              <a:cxn ang="0">
                <a:pos x="58673" y="686632"/>
              </a:cxn>
              <a:cxn ang="0">
                <a:pos x="48767" y="762922"/>
              </a:cxn>
              <a:cxn ang="0">
                <a:pos x="67817" y="765235"/>
              </a:cxn>
              <a:cxn ang="0">
                <a:pos x="76961" y="688943"/>
              </a:cxn>
              <a:cxn ang="0">
                <a:pos x="93725" y="554852"/>
              </a:cxn>
              <a:cxn ang="0">
                <a:pos x="74675" y="552541"/>
              </a:cxn>
              <a:cxn ang="0">
                <a:pos x="65531" y="628833"/>
              </a:cxn>
              <a:cxn ang="0">
                <a:pos x="84581" y="631147"/>
              </a:cxn>
              <a:cxn ang="0">
                <a:pos x="93725" y="554852"/>
              </a:cxn>
              <a:cxn ang="0">
                <a:pos x="109727" y="421537"/>
              </a:cxn>
              <a:cxn ang="0">
                <a:pos x="91439" y="419222"/>
              </a:cxn>
              <a:cxn ang="0">
                <a:pos x="81533" y="495517"/>
              </a:cxn>
              <a:cxn ang="0">
                <a:pos x="100583" y="497827"/>
              </a:cxn>
              <a:cxn ang="0">
                <a:pos x="109727" y="421537"/>
              </a:cxn>
              <a:cxn ang="0">
                <a:pos x="126491" y="287444"/>
              </a:cxn>
              <a:cxn ang="0">
                <a:pos x="107441" y="285135"/>
              </a:cxn>
              <a:cxn ang="0">
                <a:pos x="98297" y="361424"/>
              </a:cxn>
              <a:cxn ang="0">
                <a:pos x="117347" y="363737"/>
              </a:cxn>
              <a:cxn ang="0">
                <a:pos x="126491" y="287444"/>
              </a:cxn>
              <a:cxn ang="0">
                <a:pos x="142493" y="153359"/>
              </a:cxn>
              <a:cxn ang="0">
                <a:pos x="124205" y="151032"/>
              </a:cxn>
              <a:cxn ang="0">
                <a:pos x="114299" y="227331"/>
              </a:cxn>
              <a:cxn ang="0">
                <a:pos x="133349" y="229651"/>
              </a:cxn>
              <a:cxn ang="0">
                <a:pos x="142493" y="153359"/>
              </a:cxn>
              <a:cxn ang="0">
                <a:pos x="180593" y="81673"/>
              </a:cxn>
              <a:cxn ang="0">
                <a:pos x="152399" y="0"/>
              </a:cxn>
              <a:cxn ang="0">
                <a:pos x="105155" y="71679"/>
              </a:cxn>
              <a:cxn ang="0">
                <a:pos x="133308" y="75420"/>
              </a:cxn>
              <a:cxn ang="0">
                <a:pos x="134873" y="62418"/>
              </a:cxn>
              <a:cxn ang="0">
                <a:pos x="153923" y="64745"/>
              </a:cxn>
              <a:cxn ang="0">
                <a:pos x="153923" y="78130"/>
              </a:cxn>
              <a:cxn ang="0">
                <a:pos x="180593" y="81673"/>
              </a:cxn>
              <a:cxn ang="0">
                <a:pos x="152332" y="77921"/>
              </a:cxn>
              <a:cxn ang="0">
                <a:pos x="133308" y="75420"/>
              </a:cxn>
              <a:cxn ang="0">
                <a:pos x="131063" y="94029"/>
              </a:cxn>
              <a:cxn ang="0">
                <a:pos x="150113" y="96315"/>
              </a:cxn>
              <a:cxn ang="0">
                <a:pos x="152332" y="77921"/>
              </a:cxn>
              <a:cxn ang="0">
                <a:pos x="153923" y="64745"/>
              </a:cxn>
              <a:cxn ang="0">
                <a:pos x="134873" y="62418"/>
              </a:cxn>
              <a:cxn ang="0">
                <a:pos x="133308" y="75420"/>
              </a:cxn>
              <a:cxn ang="0">
                <a:pos x="152332" y="77921"/>
              </a:cxn>
              <a:cxn ang="0">
                <a:pos x="153923" y="64745"/>
              </a:cxn>
              <a:cxn ang="0">
                <a:pos x="153923" y="78130"/>
              </a:cxn>
              <a:cxn ang="0">
                <a:pos x="153923" y="64745"/>
              </a:cxn>
              <a:cxn ang="0">
                <a:pos x="152332" y="77921"/>
              </a:cxn>
              <a:cxn ang="0">
                <a:pos x="153923" y="78130"/>
              </a:cxn>
            </a:cxnLst>
            <a:rect l="0" t="0" r="0" b="0"/>
            <a:pathLst>
              <a:path w="180975" h="1153795">
                <a:moveTo>
                  <a:pt x="28193" y="1078229"/>
                </a:moveTo>
                <a:lnTo>
                  <a:pt x="9143" y="1075943"/>
                </a:lnTo>
                <a:lnTo>
                  <a:pt x="0" y="1151381"/>
                </a:lnTo>
                <a:lnTo>
                  <a:pt x="18288" y="1153667"/>
                </a:lnTo>
                <a:lnTo>
                  <a:pt x="28193" y="1078229"/>
                </a:lnTo>
                <a:close/>
              </a:path>
              <a:path w="180975" h="1153795">
                <a:moveTo>
                  <a:pt x="44195" y="945641"/>
                </a:moveTo>
                <a:lnTo>
                  <a:pt x="25145" y="943355"/>
                </a:lnTo>
                <a:lnTo>
                  <a:pt x="16001" y="1018793"/>
                </a:lnTo>
                <a:lnTo>
                  <a:pt x="35051" y="1021841"/>
                </a:lnTo>
                <a:lnTo>
                  <a:pt x="44195" y="945641"/>
                </a:lnTo>
                <a:close/>
              </a:path>
              <a:path w="180975" h="1153795">
                <a:moveTo>
                  <a:pt x="60959" y="813815"/>
                </a:moveTo>
                <a:lnTo>
                  <a:pt x="41909" y="811529"/>
                </a:lnTo>
                <a:lnTo>
                  <a:pt x="32765" y="886967"/>
                </a:lnTo>
                <a:lnTo>
                  <a:pt x="51815" y="889253"/>
                </a:lnTo>
                <a:lnTo>
                  <a:pt x="60959" y="813815"/>
                </a:lnTo>
                <a:close/>
              </a:path>
              <a:path w="180975" h="1153795">
                <a:moveTo>
                  <a:pt x="76961" y="681227"/>
                </a:moveTo>
                <a:lnTo>
                  <a:pt x="58673" y="678941"/>
                </a:lnTo>
                <a:lnTo>
                  <a:pt x="48767" y="754379"/>
                </a:lnTo>
                <a:lnTo>
                  <a:pt x="67817" y="756665"/>
                </a:lnTo>
                <a:lnTo>
                  <a:pt x="76961" y="681227"/>
                </a:lnTo>
                <a:close/>
              </a:path>
              <a:path w="180975" h="1153795">
                <a:moveTo>
                  <a:pt x="93725" y="548639"/>
                </a:moveTo>
                <a:lnTo>
                  <a:pt x="74675" y="546353"/>
                </a:lnTo>
                <a:lnTo>
                  <a:pt x="65531" y="621791"/>
                </a:lnTo>
                <a:lnTo>
                  <a:pt x="84581" y="624077"/>
                </a:lnTo>
                <a:lnTo>
                  <a:pt x="93725" y="548639"/>
                </a:lnTo>
                <a:close/>
              </a:path>
              <a:path w="180975" h="1153795">
                <a:moveTo>
                  <a:pt x="109727" y="416813"/>
                </a:moveTo>
                <a:lnTo>
                  <a:pt x="91439" y="414527"/>
                </a:lnTo>
                <a:lnTo>
                  <a:pt x="81533" y="489965"/>
                </a:lnTo>
                <a:lnTo>
                  <a:pt x="100583" y="492251"/>
                </a:lnTo>
                <a:lnTo>
                  <a:pt x="109727" y="416813"/>
                </a:lnTo>
                <a:close/>
              </a:path>
              <a:path w="180975" h="1153795">
                <a:moveTo>
                  <a:pt x="126491" y="284225"/>
                </a:moveTo>
                <a:lnTo>
                  <a:pt x="107441" y="281939"/>
                </a:lnTo>
                <a:lnTo>
                  <a:pt x="98297" y="357377"/>
                </a:lnTo>
                <a:lnTo>
                  <a:pt x="117347" y="359663"/>
                </a:lnTo>
                <a:lnTo>
                  <a:pt x="126491" y="284225"/>
                </a:lnTo>
                <a:close/>
              </a:path>
              <a:path w="180975" h="1153795">
                <a:moveTo>
                  <a:pt x="142493" y="151637"/>
                </a:moveTo>
                <a:lnTo>
                  <a:pt x="124205" y="149351"/>
                </a:lnTo>
                <a:lnTo>
                  <a:pt x="114299" y="224789"/>
                </a:lnTo>
                <a:lnTo>
                  <a:pt x="133349" y="227075"/>
                </a:lnTo>
                <a:lnTo>
                  <a:pt x="142493" y="151637"/>
                </a:lnTo>
                <a:close/>
              </a:path>
              <a:path w="180975" h="1153795">
                <a:moveTo>
                  <a:pt x="180593" y="80771"/>
                </a:moveTo>
                <a:lnTo>
                  <a:pt x="152399" y="0"/>
                </a:lnTo>
                <a:lnTo>
                  <a:pt x="105155" y="70865"/>
                </a:lnTo>
                <a:lnTo>
                  <a:pt x="133308" y="74562"/>
                </a:lnTo>
                <a:lnTo>
                  <a:pt x="134873" y="61721"/>
                </a:lnTo>
                <a:lnTo>
                  <a:pt x="153923" y="64007"/>
                </a:lnTo>
                <a:lnTo>
                  <a:pt x="153923" y="77269"/>
                </a:lnTo>
                <a:lnTo>
                  <a:pt x="180593" y="80771"/>
                </a:lnTo>
                <a:close/>
              </a:path>
              <a:path w="180975" h="1153795">
                <a:moveTo>
                  <a:pt x="152332" y="77060"/>
                </a:moveTo>
                <a:lnTo>
                  <a:pt x="133308" y="74562"/>
                </a:lnTo>
                <a:lnTo>
                  <a:pt x="131063" y="92963"/>
                </a:lnTo>
                <a:lnTo>
                  <a:pt x="150113" y="95249"/>
                </a:lnTo>
                <a:lnTo>
                  <a:pt x="152332" y="77060"/>
                </a:lnTo>
                <a:close/>
              </a:path>
              <a:path w="180975" h="1153795">
                <a:moveTo>
                  <a:pt x="153923" y="64007"/>
                </a:moveTo>
                <a:lnTo>
                  <a:pt x="134873" y="61721"/>
                </a:lnTo>
                <a:lnTo>
                  <a:pt x="133308" y="74562"/>
                </a:lnTo>
                <a:lnTo>
                  <a:pt x="152332" y="77060"/>
                </a:lnTo>
                <a:lnTo>
                  <a:pt x="153923" y="64007"/>
                </a:lnTo>
                <a:close/>
              </a:path>
              <a:path w="180975" h="1153795">
                <a:moveTo>
                  <a:pt x="153923" y="77269"/>
                </a:moveTo>
                <a:lnTo>
                  <a:pt x="153923" y="64007"/>
                </a:lnTo>
                <a:lnTo>
                  <a:pt x="152332" y="77060"/>
                </a:lnTo>
                <a:lnTo>
                  <a:pt x="153923" y="77269"/>
                </a:lnTo>
                <a:close/>
              </a:path>
            </a:pathLst>
          </a:custGeom>
          <a:solidFill>
            <a:srgbClr val="0000FF">
              <a:alpha val="100000"/>
            </a:srgbClr>
          </a:solidFill>
          <a:ln w="9525">
            <a:noFill/>
          </a:ln>
        </p:spPr>
        <p:txBody>
          <a:bodyPr/>
          <a:lstStyle/>
          <a:p>
            <a:endParaRPr lang="zh-CN" altLang="en-US"/>
          </a:p>
        </p:txBody>
      </p:sp>
      <p:sp>
        <p:nvSpPr>
          <p:cNvPr id="81954" name="object 36"/>
          <p:cNvSpPr/>
          <p:nvPr/>
        </p:nvSpPr>
        <p:spPr>
          <a:xfrm>
            <a:off x="2474913" y="2460625"/>
            <a:ext cx="944562" cy="1589088"/>
          </a:xfrm>
          <a:custGeom>
            <a:avLst/>
            <a:gdLst/>
            <a:ahLst/>
            <a:cxnLst>
              <a:cxn ang="0">
                <a:pos x="40501" y="1477407"/>
              </a:cxn>
              <a:cxn ang="0">
                <a:pos x="16676" y="1551016"/>
              </a:cxn>
              <a:cxn ang="0">
                <a:pos x="127861" y="1374795"/>
              </a:cxn>
              <a:cxn ang="0">
                <a:pos x="70680" y="1429078"/>
              </a:cxn>
              <a:cxn ang="0">
                <a:pos x="127861" y="1374795"/>
              </a:cxn>
              <a:cxn ang="0">
                <a:pos x="181862" y="1252858"/>
              </a:cxn>
              <a:cxn ang="0">
                <a:pos x="158037" y="1326467"/>
              </a:cxn>
              <a:cxn ang="0">
                <a:pos x="269221" y="1150250"/>
              </a:cxn>
              <a:cxn ang="0">
                <a:pos x="212042" y="1205272"/>
              </a:cxn>
              <a:cxn ang="0">
                <a:pos x="269221" y="1150250"/>
              </a:cxn>
              <a:cxn ang="0">
                <a:pos x="323225" y="1029054"/>
              </a:cxn>
              <a:cxn ang="0">
                <a:pos x="299399" y="1102665"/>
              </a:cxn>
              <a:cxn ang="0">
                <a:pos x="410581" y="926448"/>
              </a:cxn>
              <a:cxn ang="0">
                <a:pos x="353401" y="980723"/>
              </a:cxn>
              <a:cxn ang="0">
                <a:pos x="410581" y="926448"/>
              </a:cxn>
              <a:cxn ang="0">
                <a:pos x="463791" y="804505"/>
              </a:cxn>
              <a:cxn ang="0">
                <a:pos x="440760" y="878115"/>
              </a:cxn>
              <a:cxn ang="0">
                <a:pos x="551943" y="701898"/>
              </a:cxn>
              <a:cxn ang="0">
                <a:pos x="494764" y="756919"/>
              </a:cxn>
              <a:cxn ang="0">
                <a:pos x="551943" y="701898"/>
              </a:cxn>
              <a:cxn ang="0">
                <a:pos x="605153" y="580701"/>
              </a:cxn>
              <a:cxn ang="0">
                <a:pos x="582123" y="654311"/>
              </a:cxn>
              <a:cxn ang="0">
                <a:pos x="693306" y="478094"/>
              </a:cxn>
              <a:cxn ang="0">
                <a:pos x="635331" y="532370"/>
              </a:cxn>
              <a:cxn ang="0">
                <a:pos x="693306" y="478094"/>
              </a:cxn>
              <a:cxn ang="0">
                <a:pos x="746514" y="356896"/>
              </a:cxn>
              <a:cxn ang="0">
                <a:pos x="723482" y="429763"/>
              </a:cxn>
              <a:cxn ang="0">
                <a:pos x="834665" y="254289"/>
              </a:cxn>
              <a:cxn ang="0">
                <a:pos x="776692" y="308566"/>
              </a:cxn>
              <a:cxn ang="0">
                <a:pos x="834665" y="254289"/>
              </a:cxn>
              <a:cxn ang="0">
                <a:pos x="887874" y="132349"/>
              </a:cxn>
              <a:cxn ang="0">
                <a:pos x="864846" y="205959"/>
              </a:cxn>
              <a:cxn ang="0">
                <a:pos x="983173" y="0"/>
              </a:cxn>
              <a:cxn ang="0">
                <a:pos x="934017" y="59511"/>
              </a:cxn>
              <a:cxn ang="0">
                <a:pos x="957761" y="57997"/>
              </a:cxn>
              <a:cxn ang="0">
                <a:pos x="976827" y="83275"/>
              </a:cxn>
              <a:cxn ang="0">
                <a:pos x="950958" y="68916"/>
              </a:cxn>
              <a:cxn ang="0">
                <a:pos x="918052" y="84761"/>
              </a:cxn>
              <a:cxn ang="0">
                <a:pos x="950958" y="68916"/>
              </a:cxn>
              <a:cxn ang="0">
                <a:pos x="941085" y="48333"/>
              </a:cxn>
              <a:cxn ang="0">
                <a:pos x="950958" y="68916"/>
              </a:cxn>
              <a:cxn ang="0">
                <a:pos x="957761" y="72691"/>
              </a:cxn>
              <a:cxn ang="0">
                <a:pos x="950958" y="68916"/>
              </a:cxn>
            </a:cxnLst>
            <a:rect l="0" t="0" r="0" b="0"/>
            <a:pathLst>
              <a:path w="943610" h="1590039">
                <a:moveTo>
                  <a:pt x="54864" y="1523238"/>
                </a:moveTo>
                <a:lnTo>
                  <a:pt x="38861" y="1514094"/>
                </a:lnTo>
                <a:lnTo>
                  <a:pt x="0" y="1579626"/>
                </a:lnTo>
                <a:lnTo>
                  <a:pt x="16002" y="1589532"/>
                </a:lnTo>
                <a:lnTo>
                  <a:pt x="54864" y="1523238"/>
                </a:lnTo>
                <a:close/>
              </a:path>
              <a:path w="943610" h="1590039">
                <a:moveTo>
                  <a:pt x="122682" y="1408938"/>
                </a:moveTo>
                <a:lnTo>
                  <a:pt x="106680" y="1399032"/>
                </a:lnTo>
                <a:lnTo>
                  <a:pt x="67817" y="1464564"/>
                </a:lnTo>
                <a:lnTo>
                  <a:pt x="83819" y="1474470"/>
                </a:lnTo>
                <a:lnTo>
                  <a:pt x="122682" y="1408938"/>
                </a:lnTo>
                <a:close/>
              </a:path>
              <a:path w="943610" h="1590039">
                <a:moveTo>
                  <a:pt x="190499" y="1293876"/>
                </a:moveTo>
                <a:lnTo>
                  <a:pt x="174497" y="1283970"/>
                </a:lnTo>
                <a:lnTo>
                  <a:pt x="135635" y="1349502"/>
                </a:lnTo>
                <a:lnTo>
                  <a:pt x="151637" y="1359408"/>
                </a:lnTo>
                <a:lnTo>
                  <a:pt x="190499" y="1293876"/>
                </a:lnTo>
                <a:close/>
              </a:path>
              <a:path w="943610" h="1590039">
                <a:moveTo>
                  <a:pt x="258317" y="1178814"/>
                </a:moveTo>
                <a:lnTo>
                  <a:pt x="242315" y="1169670"/>
                </a:lnTo>
                <a:lnTo>
                  <a:pt x="203454" y="1235202"/>
                </a:lnTo>
                <a:lnTo>
                  <a:pt x="219456" y="1244345"/>
                </a:lnTo>
                <a:lnTo>
                  <a:pt x="258317" y="1178814"/>
                </a:lnTo>
                <a:close/>
              </a:path>
              <a:path w="943610" h="1590039">
                <a:moveTo>
                  <a:pt x="326135" y="1064514"/>
                </a:moveTo>
                <a:lnTo>
                  <a:pt x="310134" y="1054608"/>
                </a:lnTo>
                <a:lnTo>
                  <a:pt x="271271" y="1120139"/>
                </a:lnTo>
                <a:lnTo>
                  <a:pt x="287273" y="1130045"/>
                </a:lnTo>
                <a:lnTo>
                  <a:pt x="326135" y="1064514"/>
                </a:lnTo>
                <a:close/>
              </a:path>
              <a:path w="943610" h="1590039">
                <a:moveTo>
                  <a:pt x="393953" y="949451"/>
                </a:moveTo>
                <a:lnTo>
                  <a:pt x="377952" y="939545"/>
                </a:lnTo>
                <a:lnTo>
                  <a:pt x="339089" y="1005077"/>
                </a:lnTo>
                <a:lnTo>
                  <a:pt x="355091" y="1014983"/>
                </a:lnTo>
                <a:lnTo>
                  <a:pt x="393953" y="949451"/>
                </a:lnTo>
                <a:close/>
              </a:path>
              <a:path w="943610" h="1590039">
                <a:moveTo>
                  <a:pt x="461771" y="834389"/>
                </a:moveTo>
                <a:lnTo>
                  <a:pt x="445007" y="824483"/>
                </a:lnTo>
                <a:lnTo>
                  <a:pt x="406908" y="890777"/>
                </a:lnTo>
                <a:lnTo>
                  <a:pt x="422909" y="899921"/>
                </a:lnTo>
                <a:lnTo>
                  <a:pt x="461771" y="834389"/>
                </a:lnTo>
                <a:close/>
              </a:path>
              <a:path w="943610" h="1590039">
                <a:moveTo>
                  <a:pt x="529590" y="719328"/>
                </a:moveTo>
                <a:lnTo>
                  <a:pt x="512825" y="710184"/>
                </a:lnTo>
                <a:lnTo>
                  <a:pt x="474725" y="775716"/>
                </a:lnTo>
                <a:lnTo>
                  <a:pt x="490727" y="785621"/>
                </a:lnTo>
                <a:lnTo>
                  <a:pt x="529590" y="719328"/>
                </a:lnTo>
                <a:close/>
              </a:path>
              <a:path w="943610" h="1590039">
                <a:moveTo>
                  <a:pt x="597407" y="605028"/>
                </a:moveTo>
                <a:lnTo>
                  <a:pt x="580643" y="595122"/>
                </a:lnTo>
                <a:lnTo>
                  <a:pt x="542543" y="660654"/>
                </a:lnTo>
                <a:lnTo>
                  <a:pt x="558545" y="670560"/>
                </a:lnTo>
                <a:lnTo>
                  <a:pt x="597407" y="605028"/>
                </a:lnTo>
                <a:close/>
              </a:path>
              <a:path w="943610" h="1590039">
                <a:moveTo>
                  <a:pt x="665226" y="489966"/>
                </a:moveTo>
                <a:lnTo>
                  <a:pt x="648461" y="480059"/>
                </a:lnTo>
                <a:lnTo>
                  <a:pt x="609599" y="545591"/>
                </a:lnTo>
                <a:lnTo>
                  <a:pt x="626363" y="555497"/>
                </a:lnTo>
                <a:lnTo>
                  <a:pt x="665226" y="489966"/>
                </a:lnTo>
                <a:close/>
              </a:path>
              <a:path w="943610" h="1590039">
                <a:moveTo>
                  <a:pt x="733043" y="374903"/>
                </a:moveTo>
                <a:lnTo>
                  <a:pt x="716279" y="365759"/>
                </a:lnTo>
                <a:lnTo>
                  <a:pt x="677418" y="431291"/>
                </a:lnTo>
                <a:lnTo>
                  <a:pt x="694181" y="440435"/>
                </a:lnTo>
                <a:lnTo>
                  <a:pt x="733043" y="374903"/>
                </a:lnTo>
                <a:close/>
              </a:path>
              <a:path w="943610" h="1590039">
                <a:moveTo>
                  <a:pt x="800861" y="260603"/>
                </a:moveTo>
                <a:lnTo>
                  <a:pt x="784097" y="250697"/>
                </a:lnTo>
                <a:lnTo>
                  <a:pt x="745235" y="316229"/>
                </a:lnTo>
                <a:lnTo>
                  <a:pt x="761999" y="326135"/>
                </a:lnTo>
                <a:lnTo>
                  <a:pt x="800861" y="260603"/>
                </a:lnTo>
                <a:close/>
              </a:path>
              <a:path w="943610" h="1590039">
                <a:moveTo>
                  <a:pt x="868680" y="145541"/>
                </a:moveTo>
                <a:lnTo>
                  <a:pt x="851916" y="135635"/>
                </a:lnTo>
                <a:lnTo>
                  <a:pt x="813054" y="201167"/>
                </a:lnTo>
                <a:lnTo>
                  <a:pt x="829818" y="211073"/>
                </a:lnTo>
                <a:lnTo>
                  <a:pt x="868680" y="145541"/>
                </a:lnTo>
                <a:close/>
              </a:path>
              <a:path w="943610" h="1590039">
                <a:moveTo>
                  <a:pt x="943355" y="0"/>
                </a:moveTo>
                <a:lnTo>
                  <a:pt x="871727" y="46481"/>
                </a:lnTo>
                <a:lnTo>
                  <a:pt x="896188" y="60987"/>
                </a:lnTo>
                <a:lnTo>
                  <a:pt x="902969" y="49529"/>
                </a:lnTo>
                <a:lnTo>
                  <a:pt x="918971" y="59435"/>
                </a:lnTo>
                <a:lnTo>
                  <a:pt x="918971" y="74498"/>
                </a:lnTo>
                <a:lnTo>
                  <a:pt x="937259" y="85343"/>
                </a:lnTo>
                <a:lnTo>
                  <a:pt x="943355" y="0"/>
                </a:lnTo>
                <a:close/>
              </a:path>
              <a:path w="943610" h="1590039">
                <a:moveTo>
                  <a:pt x="912443" y="70627"/>
                </a:moveTo>
                <a:lnTo>
                  <a:pt x="896188" y="60987"/>
                </a:lnTo>
                <a:lnTo>
                  <a:pt x="880871" y="86867"/>
                </a:lnTo>
                <a:lnTo>
                  <a:pt x="897635" y="96012"/>
                </a:lnTo>
                <a:lnTo>
                  <a:pt x="912443" y="70627"/>
                </a:lnTo>
                <a:close/>
              </a:path>
              <a:path w="943610" h="1590039">
                <a:moveTo>
                  <a:pt x="918971" y="59435"/>
                </a:moveTo>
                <a:lnTo>
                  <a:pt x="902969" y="49529"/>
                </a:lnTo>
                <a:lnTo>
                  <a:pt x="896188" y="60987"/>
                </a:lnTo>
                <a:lnTo>
                  <a:pt x="912443" y="70627"/>
                </a:lnTo>
                <a:lnTo>
                  <a:pt x="918971" y="59435"/>
                </a:lnTo>
                <a:close/>
              </a:path>
              <a:path w="943610" h="1590039">
                <a:moveTo>
                  <a:pt x="918971" y="74498"/>
                </a:moveTo>
                <a:lnTo>
                  <a:pt x="918971" y="59435"/>
                </a:lnTo>
                <a:lnTo>
                  <a:pt x="912443" y="70627"/>
                </a:lnTo>
                <a:lnTo>
                  <a:pt x="918971" y="74498"/>
                </a:lnTo>
                <a:close/>
              </a:path>
            </a:pathLst>
          </a:custGeom>
          <a:solidFill>
            <a:srgbClr val="0000FF">
              <a:alpha val="100000"/>
            </a:srgbClr>
          </a:solidFill>
          <a:ln w="9525">
            <a:noFill/>
          </a:ln>
        </p:spPr>
        <p:txBody>
          <a:bodyPr/>
          <a:lstStyle/>
          <a:p>
            <a:endParaRPr lang="zh-CN" altLang="en-US"/>
          </a:p>
        </p:txBody>
      </p:sp>
      <p:sp>
        <p:nvSpPr>
          <p:cNvPr id="81955" name="object 37"/>
          <p:cNvSpPr/>
          <p:nvPr/>
        </p:nvSpPr>
        <p:spPr>
          <a:xfrm>
            <a:off x="3419475" y="1878013"/>
            <a:ext cx="5367338" cy="4791075"/>
          </a:xfrm>
          <a:custGeom>
            <a:avLst/>
            <a:gdLst/>
            <a:ahLst/>
            <a:cxnLst>
              <a:cxn ang="0">
                <a:pos x="0" y="0"/>
              </a:cxn>
              <a:cxn ang="0">
                <a:pos x="0" y="4790694"/>
              </a:cxn>
              <a:cxn ang="0">
                <a:pos x="5354545" y="4790694"/>
              </a:cxn>
              <a:cxn ang="0">
                <a:pos x="5354545" y="0"/>
              </a:cxn>
              <a:cxn ang="0">
                <a:pos x="0" y="0"/>
              </a:cxn>
            </a:cxnLst>
            <a:rect l="0" t="0" r="0" b="0"/>
            <a:pathLst>
              <a:path w="5367655" h="4791075">
                <a:moveTo>
                  <a:pt x="0" y="0"/>
                </a:moveTo>
                <a:lnTo>
                  <a:pt x="0" y="4790694"/>
                </a:lnTo>
                <a:lnTo>
                  <a:pt x="5367528" y="4790694"/>
                </a:lnTo>
                <a:lnTo>
                  <a:pt x="5367528" y="0"/>
                </a:lnTo>
                <a:lnTo>
                  <a:pt x="0" y="0"/>
                </a:lnTo>
                <a:close/>
              </a:path>
            </a:pathLst>
          </a:custGeom>
          <a:noFill/>
          <a:ln w="19050" cap="flat" cmpd="sng">
            <a:solidFill>
              <a:srgbClr val="FF3300">
                <a:alpha val="100000"/>
              </a:srgbClr>
            </a:solidFill>
            <a:prstDash val="solid"/>
            <a:round/>
            <a:headEnd type="none" w="med" len="med"/>
            <a:tailEnd type="none" w="med" len="med"/>
          </a:ln>
        </p:spPr>
        <p:txBody>
          <a:bodyPr/>
          <a:lstStyle/>
          <a:p>
            <a:endParaRPr lang="zh-CN" altLang="en-US"/>
          </a:p>
        </p:txBody>
      </p:sp>
      <p:sp>
        <p:nvSpPr>
          <p:cNvPr id="81956" name="object 38"/>
          <p:cNvSpPr txBox="1"/>
          <p:nvPr/>
        </p:nvSpPr>
        <p:spPr>
          <a:xfrm>
            <a:off x="3507105" y="1882775"/>
            <a:ext cx="1808480" cy="2364740"/>
          </a:xfrm>
          <a:prstGeom prst="rect">
            <a:avLst/>
          </a:prstGeom>
          <a:noFill/>
          <a:ln w="9525">
            <a:noFill/>
          </a:ln>
        </p:spPr>
        <p:txBody>
          <a:bodyPr wrap="square" lIns="0" tIns="0" rIns="0" bIns="0">
            <a:spAutoFit/>
          </a:bodyPr>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12700" lvl="0" indent="0">
              <a:lnSpc>
                <a:spcPts val="1675"/>
              </a:lnSpc>
              <a:spcBef>
                <a:spcPct val="0"/>
              </a:spcBef>
              <a:buClrTx/>
              <a:buFontTx/>
              <a:buNone/>
            </a:pPr>
            <a:r>
              <a:rPr lang="zh-CN" altLang="zh-CN" sz="1400">
                <a:ea typeface="宋体" panose="02010600030101010101" pitchFamily="2" charset="-122"/>
              </a:rPr>
              <a:t>struct buf</a:t>
            </a:r>
            <a:endParaRPr lang="zh-CN" altLang="zh-CN" sz="1400" b="0">
              <a:ea typeface="宋体" panose="02010600030101010101" pitchFamily="2" charset="-122"/>
            </a:endParaRPr>
          </a:p>
          <a:p>
            <a:pPr marL="12700" lvl="0" indent="0">
              <a:lnSpc>
                <a:spcPts val="1675"/>
              </a:lnSpc>
              <a:spcBef>
                <a:spcPct val="0"/>
              </a:spcBef>
              <a:buClrTx/>
              <a:buFontTx/>
              <a:buNone/>
            </a:pPr>
            <a:r>
              <a:rPr lang="zh-CN" altLang="zh-CN" sz="1400">
                <a:ea typeface="宋体" panose="02010600030101010101" pitchFamily="2" charset="-122"/>
              </a:rPr>
              <a:t>{</a:t>
            </a:r>
            <a:endParaRPr lang="zh-CN" altLang="zh-CN" sz="1400" b="0">
              <a:ea typeface="宋体" panose="02010600030101010101" pitchFamily="2" charset="-122"/>
            </a:endParaRPr>
          </a:p>
          <a:p>
            <a:pPr marL="12700" lvl="0" indent="0">
              <a:lnSpc>
                <a:spcPts val="1675"/>
              </a:lnSpc>
              <a:spcBef>
                <a:spcPts val="50"/>
              </a:spcBef>
              <a:buClrTx/>
              <a:buFontTx/>
              <a:buNone/>
            </a:pPr>
            <a:r>
              <a:rPr lang="zh-CN" altLang="zh-CN" sz="1400">
                <a:ea typeface="宋体" panose="02010600030101010101" pitchFamily="2" charset="-122"/>
              </a:rPr>
              <a:t>int	b_flage;  </a:t>
            </a:r>
            <a:r>
              <a:rPr lang="zh-CN" altLang="zh-CN" sz="1400">
                <a:solidFill>
                  <a:srgbClr val="FF3300"/>
                </a:solidFill>
                <a:ea typeface="宋体" panose="02010600030101010101" pitchFamily="2" charset="-122"/>
              </a:rPr>
              <a:t>struct buf *b_forw;</a:t>
            </a:r>
            <a:endParaRPr lang="zh-CN" altLang="zh-CN" sz="1400" b="0">
              <a:ea typeface="宋体" panose="02010600030101010101" pitchFamily="2" charset="-122"/>
            </a:endParaRPr>
          </a:p>
          <a:p>
            <a:pPr marL="12700" lvl="0" indent="0">
              <a:lnSpc>
                <a:spcPts val="1615"/>
              </a:lnSpc>
              <a:spcBef>
                <a:spcPct val="0"/>
              </a:spcBef>
              <a:buClrTx/>
              <a:buFontTx/>
              <a:buNone/>
            </a:pPr>
            <a:r>
              <a:rPr lang="zh-CN" altLang="zh-CN" sz="1400">
                <a:solidFill>
                  <a:srgbClr val="FF3300"/>
                </a:solidFill>
                <a:ea typeface="宋体" panose="02010600030101010101" pitchFamily="2" charset="-122"/>
              </a:rPr>
              <a:t>struct buf *b_back;</a:t>
            </a:r>
            <a:endParaRPr lang="zh-CN" altLang="zh-CN" sz="1400" b="0">
              <a:ea typeface="宋体" panose="02010600030101010101" pitchFamily="2" charset="-122"/>
            </a:endParaRPr>
          </a:p>
          <a:p>
            <a:pPr marL="12700" lvl="0" indent="0">
              <a:spcBef>
                <a:spcPct val="0"/>
              </a:spcBef>
              <a:buClrTx/>
              <a:buFontTx/>
              <a:buNone/>
            </a:pPr>
            <a:r>
              <a:rPr lang="zh-CN" altLang="zh-CN" sz="1400">
                <a:solidFill>
                  <a:srgbClr val="FF3300"/>
                </a:solidFill>
                <a:ea typeface="宋体" panose="02010600030101010101" pitchFamily="2" charset="-122"/>
              </a:rPr>
              <a:t>struct buf *av_forw; struct buf *av_back; </a:t>
            </a:r>
            <a:r>
              <a:rPr lang="zh-CN" altLang="zh-CN" sz="1400">
                <a:ea typeface="宋体" panose="02010600030101010101" pitchFamily="2" charset="-122"/>
              </a:rPr>
              <a:t>dev_tb_dev; </a:t>
            </a:r>
          </a:p>
          <a:p>
            <a:pPr marL="12700" lvl="0" indent="0">
              <a:spcBef>
                <a:spcPct val="0"/>
              </a:spcBef>
              <a:buClrTx/>
              <a:buFontTx/>
              <a:buNone/>
            </a:pPr>
            <a:r>
              <a:rPr lang="zh-CN" altLang="zh-CN" sz="1400">
                <a:ea typeface="宋体" panose="02010600030101010101" pitchFamily="2" charset="-122"/>
              </a:rPr>
              <a:t>unsigned b_bcount; union{</a:t>
            </a:r>
            <a:endParaRPr lang="zh-CN" altLang="zh-CN" sz="1400" b="0">
              <a:ea typeface="宋体" panose="02010600030101010101" pitchFamily="2" charset="-122"/>
            </a:endParaRPr>
          </a:p>
          <a:p>
            <a:pPr marL="12700" lvl="0" indent="0">
              <a:lnSpc>
                <a:spcPts val="1675"/>
              </a:lnSpc>
              <a:spcBef>
                <a:spcPct val="0"/>
              </a:spcBef>
              <a:buClrTx/>
              <a:buFontTx/>
              <a:buNone/>
            </a:pPr>
            <a:r>
              <a:rPr lang="en-US" altLang="zh-CN" sz="1400">
                <a:ea typeface="宋体" panose="02010600030101010101" pitchFamily="2" charset="-122"/>
              </a:rPr>
              <a:t>      </a:t>
            </a:r>
            <a:r>
              <a:rPr lang="zh-CN" altLang="zh-CN" sz="1400">
                <a:ea typeface="宋体" panose="02010600030101010101" pitchFamily="2" charset="-122"/>
              </a:rPr>
              <a:t>caddr_t	</a:t>
            </a:r>
            <a:r>
              <a:rPr lang="en-US" altLang="zh-CN" sz="1400">
                <a:ea typeface="宋体" panose="02010600030101010101" pitchFamily="2" charset="-122"/>
              </a:rPr>
              <a:t>  </a:t>
            </a:r>
            <a:r>
              <a:rPr lang="zh-CN" altLang="zh-CN" sz="1400">
                <a:ea typeface="宋体" panose="02010600030101010101" pitchFamily="2" charset="-122"/>
              </a:rPr>
              <a:t>b_addr;</a:t>
            </a:r>
            <a:endParaRPr lang="zh-CN" altLang="zh-CN" sz="1400" b="0">
              <a:ea typeface="宋体" panose="02010600030101010101" pitchFamily="2" charset="-122"/>
            </a:endParaRPr>
          </a:p>
        </p:txBody>
      </p:sp>
      <p:sp>
        <p:nvSpPr>
          <p:cNvPr id="81957" name="object 39"/>
          <p:cNvSpPr txBox="1"/>
          <p:nvPr/>
        </p:nvSpPr>
        <p:spPr>
          <a:xfrm>
            <a:off x="5434013" y="2298700"/>
            <a:ext cx="2124075" cy="1489075"/>
          </a:xfrm>
          <a:prstGeom prst="rect">
            <a:avLst/>
          </a:prstGeom>
          <a:noFill/>
          <a:ln w="9525">
            <a:noFill/>
          </a:ln>
        </p:spPr>
        <p:txBody>
          <a:bodyPr lIns="0" tIns="0" rIns="0" bIns="0">
            <a:spAutoFit/>
          </a:bodyPr>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12700" lvl="0" indent="0">
              <a:spcBef>
                <a:spcPct val="0"/>
              </a:spcBef>
              <a:buClrTx/>
              <a:buFontTx/>
              <a:buNone/>
            </a:pPr>
            <a:r>
              <a:rPr lang="zh-CN" altLang="zh-CN" sz="1400">
                <a:ea typeface="宋体" panose="02010600030101010101" pitchFamily="2" charset="-122"/>
              </a:rPr>
              <a:t>/*</a:t>
            </a:r>
            <a:r>
              <a:rPr lang="zh-CN" altLang="zh-CN" sz="1400">
                <a:latin typeface="宋体" panose="02010600030101010101" pitchFamily="2" charset="-122"/>
                <a:ea typeface="宋体" panose="02010600030101010101" pitchFamily="2" charset="-122"/>
              </a:rPr>
              <a:t>缓冲区标志</a:t>
            </a:r>
            <a:r>
              <a:rPr lang="zh-CN" altLang="zh-CN" sz="1400">
                <a:ea typeface="宋体" panose="02010600030101010101" pitchFamily="2" charset="-122"/>
              </a:rPr>
              <a:t>*/</a:t>
            </a:r>
            <a:endParaRPr lang="zh-CN" altLang="zh-CN" sz="1400" b="0">
              <a:ea typeface="宋体" panose="02010600030101010101" pitchFamily="2" charset="-122"/>
            </a:endParaRPr>
          </a:p>
          <a:p>
            <a:pPr marL="12700" lvl="0" indent="0">
              <a:lnSpc>
                <a:spcPts val="1675"/>
              </a:lnSpc>
              <a:spcBef>
                <a:spcPct val="0"/>
              </a:spcBef>
              <a:buClrTx/>
              <a:buFontTx/>
              <a:buNone/>
            </a:pPr>
            <a:r>
              <a:rPr lang="zh-CN" altLang="zh-CN" sz="1400">
                <a:solidFill>
                  <a:srgbClr val="FF3300"/>
                </a:solidFill>
                <a:ea typeface="宋体" panose="02010600030101010101" pitchFamily="2" charset="-122"/>
              </a:rPr>
              <a:t>/*</a:t>
            </a:r>
            <a:r>
              <a:rPr lang="zh-CN" altLang="zh-CN" sz="1400">
                <a:solidFill>
                  <a:srgbClr val="FF3300"/>
                </a:solidFill>
                <a:latin typeface="宋体" panose="02010600030101010101" pitchFamily="2" charset="-122"/>
                <a:ea typeface="宋体" panose="02010600030101010101" pitchFamily="2" charset="-122"/>
              </a:rPr>
              <a:t>设备队列前向指针</a:t>
            </a:r>
            <a:r>
              <a:rPr lang="zh-CN" altLang="zh-CN" sz="1400">
                <a:solidFill>
                  <a:srgbClr val="FF3300"/>
                </a:solidFill>
                <a:ea typeface="宋体" panose="02010600030101010101" pitchFamily="2" charset="-122"/>
              </a:rPr>
              <a:t>*/</a:t>
            </a:r>
            <a:endParaRPr lang="zh-CN" altLang="zh-CN" sz="1400" b="0">
              <a:ea typeface="宋体" panose="02010600030101010101" pitchFamily="2" charset="-122"/>
            </a:endParaRPr>
          </a:p>
          <a:p>
            <a:pPr marL="12700" lvl="0" indent="0">
              <a:lnSpc>
                <a:spcPts val="1675"/>
              </a:lnSpc>
              <a:spcBef>
                <a:spcPct val="0"/>
              </a:spcBef>
              <a:buClrTx/>
              <a:buFontTx/>
              <a:buNone/>
            </a:pPr>
            <a:r>
              <a:rPr lang="zh-CN" altLang="zh-CN" sz="1400">
                <a:solidFill>
                  <a:srgbClr val="FF3300"/>
                </a:solidFill>
                <a:ea typeface="宋体" panose="02010600030101010101" pitchFamily="2" charset="-122"/>
              </a:rPr>
              <a:t>/*</a:t>
            </a:r>
            <a:r>
              <a:rPr lang="zh-CN" altLang="zh-CN" sz="1400">
                <a:solidFill>
                  <a:srgbClr val="FF3300"/>
                </a:solidFill>
                <a:latin typeface="宋体" panose="02010600030101010101" pitchFamily="2" charset="-122"/>
                <a:ea typeface="宋体" panose="02010600030101010101" pitchFamily="2" charset="-122"/>
              </a:rPr>
              <a:t>设备队列后向指针</a:t>
            </a:r>
            <a:r>
              <a:rPr lang="zh-CN" altLang="zh-CN" sz="1400">
                <a:solidFill>
                  <a:srgbClr val="FF3300"/>
                </a:solidFill>
                <a:ea typeface="宋体" panose="02010600030101010101" pitchFamily="2" charset="-122"/>
              </a:rPr>
              <a:t>*/</a:t>
            </a:r>
            <a:endParaRPr lang="zh-CN" altLang="zh-CN" sz="1400" b="0">
              <a:ea typeface="宋体" panose="02010600030101010101" pitchFamily="2" charset="-122"/>
            </a:endParaRPr>
          </a:p>
          <a:p>
            <a:pPr marL="12700" lvl="0" indent="0">
              <a:lnSpc>
                <a:spcPts val="1675"/>
              </a:lnSpc>
              <a:spcBef>
                <a:spcPct val="0"/>
              </a:spcBef>
              <a:buClrTx/>
              <a:buFontTx/>
              <a:buNone/>
            </a:pPr>
            <a:r>
              <a:rPr lang="zh-CN" altLang="zh-CN" sz="1400">
                <a:solidFill>
                  <a:srgbClr val="FF3300"/>
                </a:solidFill>
                <a:ea typeface="宋体" panose="02010600030101010101" pitchFamily="2" charset="-122"/>
              </a:rPr>
              <a:t>/*</a:t>
            </a:r>
            <a:r>
              <a:rPr lang="zh-CN" altLang="zh-CN" sz="1400">
                <a:solidFill>
                  <a:srgbClr val="FF3300"/>
                </a:solidFill>
                <a:latin typeface="宋体" panose="02010600030101010101" pitchFamily="2" charset="-122"/>
                <a:ea typeface="宋体" panose="02010600030101010101" pitchFamily="2" charset="-122"/>
              </a:rPr>
              <a:t>自由队列前向指针</a:t>
            </a:r>
            <a:r>
              <a:rPr lang="zh-CN" altLang="zh-CN" sz="1400">
                <a:solidFill>
                  <a:srgbClr val="FF3300"/>
                </a:solidFill>
                <a:ea typeface="宋体" panose="02010600030101010101" pitchFamily="2" charset="-122"/>
              </a:rPr>
              <a:t>*/</a:t>
            </a:r>
            <a:endParaRPr lang="zh-CN" altLang="zh-CN" sz="1400" b="0">
              <a:ea typeface="宋体" panose="02010600030101010101" pitchFamily="2" charset="-122"/>
            </a:endParaRPr>
          </a:p>
          <a:p>
            <a:pPr marL="12700" lvl="0" indent="0">
              <a:lnSpc>
                <a:spcPts val="1675"/>
              </a:lnSpc>
              <a:spcBef>
                <a:spcPct val="0"/>
              </a:spcBef>
              <a:buClrTx/>
              <a:buFontTx/>
              <a:buNone/>
            </a:pPr>
            <a:r>
              <a:rPr lang="zh-CN" altLang="zh-CN" sz="1400">
                <a:solidFill>
                  <a:srgbClr val="FF3300"/>
                </a:solidFill>
                <a:ea typeface="宋体" panose="02010600030101010101" pitchFamily="2" charset="-122"/>
              </a:rPr>
              <a:t>/*</a:t>
            </a:r>
            <a:r>
              <a:rPr lang="zh-CN" altLang="zh-CN" sz="1400">
                <a:solidFill>
                  <a:srgbClr val="FF3300"/>
                </a:solidFill>
                <a:latin typeface="宋体" panose="02010600030101010101" pitchFamily="2" charset="-122"/>
                <a:ea typeface="宋体" panose="02010600030101010101" pitchFamily="2" charset="-122"/>
              </a:rPr>
              <a:t>自由队列后向指针</a:t>
            </a:r>
            <a:r>
              <a:rPr lang="zh-CN" altLang="zh-CN" sz="1400">
                <a:solidFill>
                  <a:srgbClr val="FF3300"/>
                </a:solidFill>
                <a:ea typeface="宋体" panose="02010600030101010101" pitchFamily="2" charset="-122"/>
              </a:rPr>
              <a:t>*/</a:t>
            </a:r>
            <a:endParaRPr lang="zh-CN" altLang="zh-CN" sz="1400" b="0">
              <a:ea typeface="宋体" panose="02010600030101010101" pitchFamily="2" charset="-122"/>
            </a:endParaRPr>
          </a:p>
          <a:p>
            <a:pPr marL="12700" lvl="0" indent="0">
              <a:lnSpc>
                <a:spcPts val="1675"/>
              </a:lnSpc>
              <a:spcBef>
                <a:spcPct val="0"/>
              </a:spcBef>
              <a:buClrTx/>
              <a:buFontTx/>
              <a:buNone/>
            </a:pPr>
            <a:r>
              <a:rPr lang="zh-CN" altLang="zh-CN" sz="1400">
                <a:ea typeface="宋体" panose="02010600030101010101" pitchFamily="2" charset="-122"/>
              </a:rPr>
              <a:t>/*</a:t>
            </a:r>
            <a:r>
              <a:rPr lang="zh-CN" altLang="zh-CN" sz="1400">
                <a:latin typeface="宋体" panose="02010600030101010101" pitchFamily="2" charset="-122"/>
                <a:ea typeface="宋体" panose="02010600030101010101" pitchFamily="2" charset="-122"/>
              </a:rPr>
              <a:t>逻辑设备号</a:t>
            </a:r>
            <a:r>
              <a:rPr lang="zh-CN" altLang="zh-CN" sz="1400">
                <a:ea typeface="宋体" panose="02010600030101010101" pitchFamily="2" charset="-122"/>
              </a:rPr>
              <a:t>*/</a:t>
            </a:r>
            <a:endParaRPr lang="zh-CN" altLang="zh-CN" sz="1400" b="0">
              <a:ea typeface="宋体" panose="02010600030101010101" pitchFamily="2" charset="-122"/>
            </a:endParaRPr>
          </a:p>
          <a:p>
            <a:pPr marL="12700" lvl="0" indent="0">
              <a:lnSpc>
                <a:spcPts val="1675"/>
              </a:lnSpc>
              <a:spcBef>
                <a:spcPct val="0"/>
              </a:spcBef>
              <a:buClrTx/>
              <a:buFontTx/>
              <a:buNone/>
            </a:pPr>
            <a:r>
              <a:rPr lang="zh-CN" altLang="zh-CN" sz="1400">
                <a:ea typeface="宋体" panose="02010600030101010101" pitchFamily="2" charset="-122"/>
              </a:rPr>
              <a:t>/*</a:t>
            </a:r>
            <a:r>
              <a:rPr lang="zh-CN" altLang="zh-CN" sz="1400">
                <a:latin typeface="宋体" panose="02010600030101010101" pitchFamily="2" charset="-122"/>
                <a:ea typeface="宋体" panose="02010600030101010101" pitchFamily="2" charset="-122"/>
              </a:rPr>
              <a:t>传送数据字节数</a:t>
            </a:r>
            <a:r>
              <a:rPr lang="zh-CN" altLang="zh-CN" sz="1400">
                <a:ea typeface="宋体" panose="02010600030101010101" pitchFamily="2" charset="-122"/>
              </a:rPr>
              <a:t>*/</a:t>
            </a:r>
            <a:endParaRPr lang="zh-CN" altLang="zh-CN" sz="1400" b="0">
              <a:ea typeface="宋体" panose="02010600030101010101" pitchFamily="2" charset="-122"/>
            </a:endParaRPr>
          </a:p>
        </p:txBody>
      </p:sp>
      <p:sp>
        <p:nvSpPr>
          <p:cNvPr id="81958" name="object 40"/>
          <p:cNvSpPr txBox="1"/>
          <p:nvPr/>
        </p:nvSpPr>
        <p:spPr>
          <a:xfrm>
            <a:off x="5535613" y="4000500"/>
            <a:ext cx="1878012" cy="425450"/>
          </a:xfrm>
          <a:prstGeom prst="rect">
            <a:avLst/>
          </a:prstGeom>
          <a:noFill/>
          <a:ln w="9525">
            <a:noFill/>
          </a:ln>
        </p:spPr>
        <p:txBody>
          <a:bodyPr lIns="0" tIns="0" rIns="0" bIns="0">
            <a:spAutoFit/>
          </a:bodyPr>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165100" lvl="0" indent="0">
              <a:lnSpc>
                <a:spcPts val="1675"/>
              </a:lnSpc>
              <a:spcBef>
                <a:spcPct val="0"/>
              </a:spcBef>
              <a:buClrTx/>
              <a:buFontTx/>
              <a:buNone/>
            </a:pPr>
            <a:r>
              <a:rPr lang="zh-CN" altLang="zh-CN" sz="1400">
                <a:ea typeface="宋体" panose="02010600030101010101" pitchFamily="2" charset="-122"/>
              </a:rPr>
              <a:t>/*</a:t>
            </a:r>
            <a:r>
              <a:rPr lang="zh-CN" altLang="zh-CN" sz="1400">
                <a:latin typeface="宋体" panose="02010600030101010101" pitchFamily="2" charset="-122"/>
                <a:ea typeface="宋体" panose="02010600030101010101" pitchFamily="2" charset="-122"/>
              </a:rPr>
              <a:t>缓冲区内存首地址</a:t>
            </a:r>
            <a:r>
              <a:rPr lang="zh-CN" altLang="zh-CN" sz="1400">
                <a:ea typeface="宋体" panose="02010600030101010101" pitchFamily="2" charset="-122"/>
              </a:rPr>
              <a:t>*/</a:t>
            </a:r>
            <a:endParaRPr lang="zh-CN" altLang="zh-CN" sz="1400" b="0">
              <a:ea typeface="宋体" panose="02010600030101010101" pitchFamily="2" charset="-122"/>
            </a:endParaRPr>
          </a:p>
          <a:p>
            <a:pPr marL="165100" lvl="0" indent="0">
              <a:lnSpc>
                <a:spcPts val="1675"/>
              </a:lnSpc>
              <a:spcBef>
                <a:spcPct val="0"/>
              </a:spcBef>
              <a:buClrTx/>
              <a:buFontTx/>
              <a:buNone/>
            </a:pPr>
            <a:r>
              <a:rPr lang="zh-CN" altLang="zh-CN" sz="1400">
                <a:ea typeface="宋体" panose="02010600030101010101" pitchFamily="2" charset="-122"/>
              </a:rPr>
              <a:t>/*</a:t>
            </a:r>
            <a:r>
              <a:rPr lang="zh-CN" altLang="zh-CN" sz="1400">
                <a:latin typeface="宋体" panose="02010600030101010101" pitchFamily="2" charset="-122"/>
                <a:ea typeface="宋体" panose="02010600030101010101" pitchFamily="2" charset="-122"/>
              </a:rPr>
              <a:t>要刷新的起始地址</a:t>
            </a:r>
            <a:r>
              <a:rPr lang="zh-CN" altLang="zh-CN" sz="1400">
                <a:ea typeface="宋体" panose="02010600030101010101" pitchFamily="2" charset="-122"/>
              </a:rPr>
              <a:t>*/</a:t>
            </a:r>
            <a:endParaRPr lang="zh-CN" altLang="zh-CN" sz="1400" b="0">
              <a:ea typeface="宋体" panose="02010600030101010101" pitchFamily="2" charset="-122"/>
            </a:endParaRPr>
          </a:p>
        </p:txBody>
      </p:sp>
      <p:sp>
        <p:nvSpPr>
          <p:cNvPr id="42" name="object 41"/>
          <p:cNvSpPr txBox="1"/>
          <p:nvPr/>
        </p:nvSpPr>
        <p:spPr>
          <a:xfrm>
            <a:off x="3951288" y="4222750"/>
            <a:ext cx="1122363" cy="203200"/>
          </a:xfrm>
          <a:prstGeom prst="rect">
            <a:avLst/>
          </a:prstGeom>
        </p:spPr>
        <p:txBody>
          <a:bodyPr lIns="0" tIns="0" rIns="0" bIns="0">
            <a:spAutoFit/>
          </a:bodyPr>
          <a:lstStyle/>
          <a:p>
            <a:pPr marL="12700" defTabSz="914400">
              <a:buNone/>
              <a:tabLst>
                <a:tab pos="396875" algn="l"/>
              </a:tabLst>
            </a:pPr>
            <a:r>
              <a:rPr lang="zh-CN" altLang="x-none" sz="1400" b="1">
                <a:latin typeface="Times New Roman" panose="02020603050405020304" pitchFamily="18" charset="0"/>
                <a:cs typeface="Times New Roman" panose="02020603050405020304" pitchFamily="18" charset="0"/>
              </a:rPr>
              <a:t>int	b_words;</a:t>
            </a:r>
            <a:endParaRPr lang="zh-CN" altLang="x-none" sz="1400">
              <a:latin typeface="Times New Roman" panose="02020603050405020304" pitchFamily="18" charset="0"/>
              <a:ea typeface="Times New Roman" panose="02020603050405020304" pitchFamily="18" charset="0"/>
            </a:endParaRPr>
          </a:p>
        </p:txBody>
      </p:sp>
      <p:sp>
        <p:nvSpPr>
          <p:cNvPr id="81960" name="object 42"/>
          <p:cNvSpPr txBox="1"/>
          <p:nvPr/>
        </p:nvSpPr>
        <p:spPr>
          <a:xfrm>
            <a:off x="3773488" y="4425950"/>
            <a:ext cx="4254500" cy="871538"/>
          </a:xfrm>
          <a:prstGeom prst="rect">
            <a:avLst/>
          </a:prstGeom>
          <a:noFill/>
          <a:ln w="9525">
            <a:noFill/>
          </a:ln>
        </p:spPr>
        <p:txBody>
          <a:bodyPr lIns="0" tIns="0" rIns="0" bIns="0">
            <a:spAutoFit/>
          </a:bodyPr>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190500" lvl="0" indent="0" defTabSz="914400">
              <a:lnSpc>
                <a:spcPts val="1675"/>
              </a:lnSpc>
              <a:spcBef>
                <a:spcPct val="0"/>
              </a:spcBef>
              <a:buClrTx/>
              <a:buFontTx/>
              <a:buNone/>
              <a:tabLst>
                <a:tab pos="2138680" algn="l"/>
              </a:tabLst>
            </a:pPr>
            <a:r>
              <a:rPr lang="zh-CN" altLang="zh-CN" sz="1400">
                <a:ea typeface="宋体" panose="02010600030101010101" pitchFamily="2" charset="-122"/>
              </a:rPr>
              <a:t>struct filsys *b_filsys;	/*</a:t>
            </a:r>
            <a:r>
              <a:rPr lang="zh-CN" altLang="zh-CN" sz="1400">
                <a:latin typeface="宋体" panose="02010600030101010101" pitchFamily="2" charset="-122"/>
                <a:ea typeface="宋体" panose="02010600030101010101" pitchFamily="2" charset="-122"/>
              </a:rPr>
              <a:t>超级块</a:t>
            </a:r>
            <a:r>
              <a:rPr lang="zh-CN" altLang="zh-CN" sz="1400">
                <a:ea typeface="宋体" panose="02010600030101010101" pitchFamily="2" charset="-122"/>
              </a:rPr>
              <a:t>*/</a:t>
            </a:r>
            <a:endParaRPr lang="zh-CN" altLang="zh-CN" sz="1400" b="0">
              <a:ea typeface="宋体" panose="02010600030101010101" pitchFamily="2" charset="-122"/>
            </a:endParaRPr>
          </a:p>
          <a:p>
            <a:pPr marL="190500" lvl="0" indent="0" defTabSz="914400">
              <a:lnSpc>
                <a:spcPts val="1675"/>
              </a:lnSpc>
              <a:spcBef>
                <a:spcPts val="65"/>
              </a:spcBef>
              <a:buClrTx/>
              <a:buFontTx/>
              <a:buNone/>
              <a:tabLst>
                <a:tab pos="2138680" algn="l"/>
              </a:tabLst>
            </a:pPr>
            <a:r>
              <a:rPr lang="zh-CN" altLang="zh-CN" sz="1400">
                <a:ea typeface="宋体" panose="02010600030101010101" pitchFamily="2" charset="-122"/>
              </a:rPr>
              <a:t>struct dinode *b_dino;		/*</a:t>
            </a:r>
            <a:r>
              <a:rPr lang="zh-CN" altLang="zh-CN" sz="1400">
                <a:latin typeface="宋体" panose="02010600030101010101" pitchFamily="2" charset="-122"/>
                <a:ea typeface="宋体" panose="02010600030101010101" pitchFamily="2" charset="-122"/>
              </a:rPr>
              <a:t>磁盘</a:t>
            </a:r>
            <a:r>
              <a:rPr lang="zh-CN" altLang="zh-CN" sz="1400">
                <a:ea typeface="宋体" panose="02010600030101010101" pitchFamily="2" charset="-122"/>
              </a:rPr>
              <a:t>inode</a:t>
            </a:r>
            <a:r>
              <a:rPr lang="zh-CN" altLang="zh-CN" sz="1400">
                <a:latin typeface="宋体" panose="02010600030101010101" pitchFamily="2" charset="-122"/>
                <a:ea typeface="宋体" panose="02010600030101010101" pitchFamily="2" charset="-122"/>
              </a:rPr>
              <a:t>表</a:t>
            </a:r>
            <a:r>
              <a:rPr lang="zh-CN" altLang="zh-CN" sz="1400">
                <a:ea typeface="宋体" panose="02010600030101010101" pitchFamily="2" charset="-122"/>
              </a:rPr>
              <a:t>*/ daddr_t</a:t>
            </a:r>
            <a:r>
              <a:rPr lang="en-US" altLang="zh-CN" sz="1400">
                <a:ea typeface="宋体" panose="02010600030101010101" pitchFamily="2" charset="-122"/>
              </a:rPr>
              <a:t>         </a:t>
            </a:r>
            <a:r>
              <a:rPr lang="zh-CN" altLang="zh-CN" sz="1400">
                <a:ea typeface="宋体" panose="02010600030101010101" pitchFamily="2" charset="-122"/>
              </a:rPr>
              <a:t>*b_daddr;	/*</a:t>
            </a:r>
            <a:r>
              <a:rPr lang="zh-CN" altLang="zh-CN" sz="1400">
                <a:latin typeface="宋体" panose="02010600030101010101" pitchFamily="2" charset="-122"/>
                <a:ea typeface="宋体" panose="02010600030101010101" pitchFamily="2" charset="-122"/>
              </a:rPr>
              <a:t>间接块</a:t>
            </a:r>
            <a:r>
              <a:rPr lang="zh-CN" altLang="zh-CN" sz="1400">
                <a:ea typeface="宋体" panose="02010600030101010101" pitchFamily="2" charset="-122"/>
              </a:rPr>
              <a:t>*/</a:t>
            </a:r>
            <a:endParaRPr lang="zh-CN" altLang="zh-CN" sz="1400" b="0">
              <a:ea typeface="宋体" panose="02010600030101010101" pitchFamily="2" charset="-122"/>
            </a:endParaRPr>
          </a:p>
          <a:p>
            <a:pPr marL="190500" lvl="0" indent="0" defTabSz="914400">
              <a:lnSpc>
                <a:spcPts val="1625"/>
              </a:lnSpc>
              <a:spcBef>
                <a:spcPct val="0"/>
              </a:spcBef>
              <a:buClrTx/>
              <a:buFontTx/>
              <a:buNone/>
              <a:tabLst>
                <a:tab pos="2138680" algn="l"/>
              </a:tabLst>
            </a:pPr>
            <a:r>
              <a:rPr lang="zh-CN" altLang="zh-CN" sz="1400">
                <a:ea typeface="宋体" panose="02010600030101010101" pitchFamily="2" charset="-122"/>
              </a:rPr>
              <a:t>}b_un;</a:t>
            </a:r>
            <a:endParaRPr lang="zh-CN" altLang="zh-CN" sz="1400" b="0">
              <a:ea typeface="宋体" panose="02010600030101010101" pitchFamily="2" charset="-122"/>
            </a:endParaRPr>
          </a:p>
        </p:txBody>
      </p:sp>
      <p:sp>
        <p:nvSpPr>
          <p:cNvPr id="81961" name="object 43"/>
          <p:cNvSpPr txBox="1"/>
          <p:nvPr/>
        </p:nvSpPr>
        <p:spPr>
          <a:xfrm>
            <a:off x="3640138" y="5373688"/>
            <a:ext cx="1758950" cy="1266825"/>
          </a:xfrm>
          <a:prstGeom prst="rect">
            <a:avLst/>
          </a:prstGeom>
          <a:noFill/>
          <a:ln w="9525">
            <a:noFill/>
          </a:ln>
        </p:spPr>
        <p:txBody>
          <a:bodyPr lIns="0" tIns="0" rIns="0" bIns="0">
            <a:spAutoFit/>
          </a:bodyPr>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144780" lvl="0" indent="0" defTabSz="914400">
              <a:spcBef>
                <a:spcPct val="0"/>
              </a:spcBef>
              <a:buClrTx/>
              <a:buFontTx/>
              <a:buNone/>
              <a:tabLst>
                <a:tab pos="933450" algn="l"/>
              </a:tabLst>
            </a:pPr>
            <a:r>
              <a:rPr lang="zh-CN" altLang="zh-CN" sz="1400">
                <a:ea typeface="宋体" panose="02010600030101010101" pitchFamily="2" charset="-122"/>
              </a:rPr>
              <a:t>daddr_t	b_blkno; char  b_error; unsigned int b_resid; time_t b_start; struct proc *b_proc;</a:t>
            </a:r>
            <a:endParaRPr lang="zh-CN" altLang="zh-CN" sz="1400" b="0">
              <a:ea typeface="宋体" panose="02010600030101010101" pitchFamily="2" charset="-122"/>
            </a:endParaRPr>
          </a:p>
          <a:p>
            <a:pPr marL="144780" lvl="0" indent="0" defTabSz="914400">
              <a:spcBef>
                <a:spcPct val="0"/>
              </a:spcBef>
              <a:buClrTx/>
              <a:buFontTx/>
              <a:buNone/>
              <a:tabLst>
                <a:tab pos="933450" algn="l"/>
              </a:tabLst>
            </a:pPr>
            <a:r>
              <a:rPr lang="zh-CN" altLang="zh-CN" sz="1400">
                <a:ea typeface="宋体" panose="02010600030101010101" pitchFamily="2" charset="-122"/>
              </a:rPr>
              <a:t>} buf[NBUF];</a:t>
            </a:r>
            <a:endParaRPr lang="zh-CN" altLang="zh-CN" sz="1400" b="0">
              <a:ea typeface="宋体" panose="02010600030101010101" pitchFamily="2" charset="-122"/>
            </a:endParaRPr>
          </a:p>
        </p:txBody>
      </p:sp>
      <p:sp>
        <p:nvSpPr>
          <p:cNvPr id="81962" name="object 44"/>
          <p:cNvSpPr txBox="1"/>
          <p:nvPr/>
        </p:nvSpPr>
        <p:spPr>
          <a:xfrm>
            <a:off x="5667375" y="5373688"/>
            <a:ext cx="3081338" cy="1063625"/>
          </a:xfrm>
          <a:prstGeom prst="rect">
            <a:avLst/>
          </a:prstGeom>
          <a:noFill/>
          <a:ln w="9525">
            <a:noFill/>
          </a:ln>
        </p:spPr>
        <p:txBody>
          <a:bodyPr lIns="0" tIns="0" rIns="0" bIns="0">
            <a:spAutoFit/>
          </a:bodyPr>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127000" lvl="0" indent="0">
              <a:lnSpc>
                <a:spcPts val="1675"/>
              </a:lnSpc>
              <a:spcBef>
                <a:spcPct val="0"/>
              </a:spcBef>
              <a:buClrTx/>
              <a:buFontTx/>
              <a:buNone/>
            </a:pPr>
            <a:r>
              <a:rPr lang="zh-CN" altLang="zh-CN" sz="1400">
                <a:ea typeface="宋体" panose="02010600030101010101" pitchFamily="2" charset="-122"/>
              </a:rPr>
              <a:t>/*</a:t>
            </a:r>
            <a:r>
              <a:rPr lang="zh-CN" altLang="zh-CN" sz="1400">
                <a:latin typeface="宋体" panose="02010600030101010101" pitchFamily="2" charset="-122"/>
                <a:ea typeface="宋体" panose="02010600030101010101" pitchFamily="2" charset="-122"/>
              </a:rPr>
              <a:t>磁盘上数据的块号</a:t>
            </a:r>
            <a:r>
              <a:rPr lang="zh-CN" altLang="zh-CN" sz="1400">
                <a:ea typeface="宋体" panose="02010600030101010101" pitchFamily="2" charset="-122"/>
              </a:rPr>
              <a:t>*/</a:t>
            </a:r>
            <a:endParaRPr lang="zh-CN" altLang="zh-CN" sz="1400" b="0">
              <a:ea typeface="宋体" panose="02010600030101010101" pitchFamily="2" charset="-122"/>
            </a:endParaRPr>
          </a:p>
          <a:p>
            <a:pPr marL="127000" lvl="0" indent="0">
              <a:lnSpc>
                <a:spcPts val="1675"/>
              </a:lnSpc>
              <a:spcBef>
                <a:spcPct val="0"/>
              </a:spcBef>
              <a:buClrTx/>
              <a:buFontTx/>
              <a:buNone/>
            </a:pPr>
            <a:r>
              <a:rPr lang="zh-CN" altLang="zh-CN" sz="1400">
                <a:ea typeface="宋体" panose="02010600030101010101" pitchFamily="2" charset="-122"/>
              </a:rPr>
              <a:t>/*</a:t>
            </a:r>
            <a:r>
              <a:rPr lang="zh-CN" altLang="zh-CN" sz="1400">
                <a:latin typeface="宋体" panose="02010600030101010101" pitchFamily="2" charset="-122"/>
                <a:ea typeface="宋体" panose="02010600030101010101" pitchFamily="2" charset="-122"/>
              </a:rPr>
              <a:t>返回给调用者的出错信息</a:t>
            </a:r>
            <a:r>
              <a:rPr lang="zh-CN" altLang="zh-CN" sz="1400">
                <a:ea typeface="宋体" panose="02010600030101010101" pitchFamily="2" charset="-122"/>
              </a:rPr>
              <a:t>*/</a:t>
            </a:r>
            <a:endParaRPr lang="zh-CN" altLang="zh-CN" sz="1400" b="0">
              <a:ea typeface="宋体" panose="02010600030101010101" pitchFamily="2" charset="-122"/>
            </a:endParaRPr>
          </a:p>
          <a:p>
            <a:pPr marL="127000" lvl="0" indent="0">
              <a:lnSpc>
                <a:spcPts val="1675"/>
              </a:lnSpc>
              <a:spcBef>
                <a:spcPct val="0"/>
              </a:spcBef>
              <a:buClrTx/>
              <a:buFontTx/>
              <a:buNone/>
            </a:pPr>
            <a:r>
              <a:rPr lang="zh-CN" altLang="zh-CN" sz="1400">
                <a:ea typeface="宋体" panose="02010600030101010101" pitchFamily="2" charset="-122"/>
              </a:rPr>
              <a:t>/*</a:t>
            </a:r>
            <a:r>
              <a:rPr lang="zh-CN" altLang="zh-CN" sz="1400">
                <a:latin typeface="宋体" panose="02010600030101010101" pitchFamily="2" charset="-122"/>
                <a:ea typeface="宋体" panose="02010600030101010101" pitchFamily="2" charset="-122"/>
              </a:rPr>
              <a:t>因出错而未被传送的数据字节数</a:t>
            </a:r>
            <a:r>
              <a:rPr lang="zh-CN" altLang="zh-CN" sz="1400">
                <a:ea typeface="宋体" panose="02010600030101010101" pitchFamily="2" charset="-122"/>
              </a:rPr>
              <a:t>*/</a:t>
            </a:r>
            <a:endParaRPr lang="zh-CN" altLang="zh-CN" sz="1400" b="0">
              <a:ea typeface="宋体" panose="02010600030101010101" pitchFamily="2" charset="-122"/>
            </a:endParaRPr>
          </a:p>
          <a:p>
            <a:pPr marL="127000" lvl="0" indent="0">
              <a:lnSpc>
                <a:spcPts val="1675"/>
              </a:lnSpc>
              <a:spcBef>
                <a:spcPct val="0"/>
              </a:spcBef>
              <a:buClrTx/>
              <a:buFontTx/>
              <a:buNone/>
            </a:pPr>
            <a:r>
              <a:rPr lang="zh-CN" altLang="zh-CN" sz="1400">
                <a:ea typeface="宋体" panose="02010600030101010101" pitchFamily="2" charset="-122"/>
              </a:rPr>
              <a:t>/*I/O</a:t>
            </a:r>
            <a:r>
              <a:rPr lang="zh-CN" altLang="zh-CN" sz="1400">
                <a:latin typeface="宋体" panose="02010600030101010101" pitchFamily="2" charset="-122"/>
                <a:ea typeface="宋体" panose="02010600030101010101" pitchFamily="2" charset="-122"/>
              </a:rPr>
              <a:t>请求起始时间</a:t>
            </a:r>
            <a:r>
              <a:rPr lang="zh-CN" altLang="zh-CN" sz="1400">
                <a:ea typeface="宋体" panose="02010600030101010101" pitchFamily="2" charset="-122"/>
              </a:rPr>
              <a:t>*/</a:t>
            </a:r>
            <a:endParaRPr lang="zh-CN" altLang="zh-CN" sz="1400" b="0">
              <a:ea typeface="宋体" panose="02010600030101010101" pitchFamily="2" charset="-122"/>
            </a:endParaRPr>
          </a:p>
          <a:p>
            <a:pPr marL="127000" lvl="0" indent="0">
              <a:lnSpc>
                <a:spcPts val="1675"/>
              </a:lnSpc>
              <a:spcBef>
                <a:spcPct val="0"/>
              </a:spcBef>
              <a:buClrTx/>
              <a:buFontTx/>
              <a:buNone/>
            </a:pPr>
            <a:r>
              <a:rPr lang="zh-CN" altLang="zh-CN" sz="1400">
                <a:ea typeface="宋体" panose="02010600030101010101" pitchFamily="2" charset="-122"/>
              </a:rPr>
              <a:t>/*</a:t>
            </a:r>
            <a:r>
              <a:rPr lang="zh-CN" altLang="zh-CN" sz="1400">
                <a:latin typeface="宋体" panose="02010600030101010101" pitchFamily="2" charset="-122"/>
                <a:ea typeface="宋体" panose="02010600030101010101" pitchFamily="2" charset="-122"/>
              </a:rPr>
              <a:t>执行物理或兑换</a:t>
            </a:r>
            <a:r>
              <a:rPr lang="zh-CN" altLang="zh-CN" sz="1400">
                <a:ea typeface="宋体" panose="02010600030101010101" pitchFamily="2" charset="-122"/>
              </a:rPr>
              <a:t>I/O</a:t>
            </a:r>
            <a:r>
              <a:rPr lang="zh-CN" altLang="zh-CN" sz="1400">
                <a:latin typeface="宋体" panose="02010600030101010101" pitchFamily="2" charset="-122"/>
                <a:ea typeface="宋体" panose="02010600030101010101" pitchFamily="2" charset="-122"/>
              </a:rPr>
              <a:t>的进程</a:t>
            </a:r>
            <a:r>
              <a:rPr lang="zh-CN" altLang="zh-CN" sz="1400">
                <a:ea typeface="宋体" panose="02010600030101010101" pitchFamily="2" charset="-122"/>
              </a:rPr>
              <a:t>*/</a:t>
            </a:r>
            <a:endParaRPr lang="zh-CN" altLang="zh-CN" sz="1400" b="0">
              <a:ea typeface="宋体" panose="02010600030101010101" pitchFamily="2" charset="-122"/>
            </a:endParaRPr>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69" name="灯片编号占位符 3"/>
          <p:cNvSpPr txBox="1">
            <a:spLocks noGrp="1"/>
          </p:cNvSpPr>
          <p:nvPr>
            <p:ph type="sldNum" sz="quarter" idx="12"/>
          </p:nvPr>
        </p:nvSpPr>
        <p:spPr>
          <a:xfrm>
            <a:off x="431800" y="6229350"/>
            <a:ext cx="2311400" cy="457200"/>
          </a:xfrm>
        </p:spPr>
        <p:txBody>
          <a:bodyPr anchor="b" anchorCtr="0"/>
          <a:lstStyle/>
          <a:p>
            <a:pPr marL="0" indent="0">
              <a:spcBef>
                <a:spcPct val="50000"/>
              </a:spcBef>
              <a:buClrTx/>
              <a:buFontTx/>
              <a:buNone/>
            </a:pPr>
            <a:r>
              <a:rPr lang="zh-CN" altLang="en-US" sz="1200" b="0">
                <a:solidFill>
                  <a:srgbClr val="3366CC"/>
                </a:solidFill>
                <a:ea typeface="宋体" panose="02010600030101010101" pitchFamily="2" charset="-122"/>
              </a:rPr>
              <a:t>第</a:t>
            </a:r>
            <a:fld id="{9A0DB2DC-4C9A-4742-B13C-FB6460FD3503}" type="slidenum">
              <a:rPr lang="zh-TW" altLang="en-US" sz="1200" b="0">
                <a:solidFill>
                  <a:srgbClr val="3366CC"/>
                </a:solidFill>
                <a:ea typeface="PMingLiU" pitchFamily="18" charset="-120"/>
              </a:rPr>
              <a:t>69</a:t>
            </a:fld>
            <a:r>
              <a:rPr lang="zh-CN" altLang="en-US" sz="1200" b="0">
                <a:solidFill>
                  <a:srgbClr val="3366CC"/>
                </a:solidFill>
                <a:ea typeface="宋体" panose="02010600030101010101" pitchFamily="2" charset="-122"/>
              </a:rPr>
              <a:t>页</a:t>
            </a:r>
            <a:endParaRPr lang="zh-TW" altLang="en-US" sz="1200" b="0">
              <a:solidFill>
                <a:srgbClr val="3366CC"/>
              </a:solidFill>
              <a:ea typeface="宋体" panose="02010600030101010101" pitchFamily="2" charset="-122"/>
            </a:endParaRPr>
          </a:p>
        </p:txBody>
      </p:sp>
      <p:sp>
        <p:nvSpPr>
          <p:cNvPr id="83970" name="Rectangle 2"/>
          <p:cNvSpPr>
            <a:spLocks noGrp="1"/>
          </p:cNvSpPr>
          <p:nvPr>
            <p:ph type="title"/>
          </p:nvPr>
        </p:nvSpPr>
        <p:spPr/>
        <p:txBody>
          <a:bodyPr vert="horz" wrap="square" lIns="91440" tIns="45720" rIns="91440" bIns="45720" anchor="b" anchorCtr="0"/>
          <a:lstStyle/>
          <a:p>
            <a:pPr eaLnBrk="1" hangingPunct="1"/>
            <a:r>
              <a:rPr lang="en-US" altLang="zh-CN"/>
              <a:t>7.7</a:t>
            </a:r>
            <a:r>
              <a:rPr lang="zh-CN" altLang="en-US"/>
              <a:t> </a:t>
            </a:r>
            <a:r>
              <a:rPr lang="en-US" altLang="zh-CN"/>
              <a:t>UNIX</a:t>
            </a:r>
            <a:r>
              <a:rPr lang="zh-CN" altLang="en-US"/>
              <a:t>设备管理</a:t>
            </a:r>
          </a:p>
        </p:txBody>
      </p:sp>
      <p:sp>
        <p:nvSpPr>
          <p:cNvPr id="83971" name="object 3"/>
          <p:cNvSpPr/>
          <p:nvPr/>
        </p:nvSpPr>
        <p:spPr>
          <a:xfrm>
            <a:off x="150813" y="1555750"/>
            <a:ext cx="15875" cy="0"/>
          </a:xfrm>
          <a:custGeom>
            <a:avLst/>
            <a:gdLst/>
            <a:ahLst/>
            <a:cxnLst>
              <a:cxn ang="0">
                <a:pos x="0" y="0"/>
              </a:cxn>
              <a:cxn ang="0">
                <a:pos x="441951" y="0"/>
              </a:cxn>
            </a:cxnLst>
            <a:rect l="0" t="0" r="0" b="0"/>
            <a:pathLst>
              <a:path w="14605">
                <a:moveTo>
                  <a:pt x="0" y="0"/>
                </a:moveTo>
                <a:lnTo>
                  <a:pt x="14477" y="0"/>
                </a:lnTo>
              </a:path>
            </a:pathLst>
          </a:custGeom>
          <a:noFill/>
          <a:ln w="14477" cap="flat" cmpd="sng">
            <a:solidFill>
              <a:srgbClr val="000000">
                <a:alpha val="100000"/>
              </a:srgbClr>
            </a:solidFill>
            <a:prstDash val="solid"/>
            <a:round/>
            <a:headEnd type="none" w="med" len="med"/>
            <a:tailEnd type="none" w="med" len="med"/>
          </a:ln>
        </p:spPr>
        <p:txBody>
          <a:bodyPr/>
          <a:lstStyle/>
          <a:p>
            <a:endParaRPr lang="zh-CN" altLang="en-US"/>
          </a:p>
        </p:txBody>
      </p:sp>
      <p:sp>
        <p:nvSpPr>
          <p:cNvPr id="96262" name="object 6"/>
          <p:cNvSpPr txBox="1">
            <a:spLocks noChangeArrowheads="1"/>
          </p:cNvSpPr>
          <p:nvPr/>
        </p:nvSpPr>
        <p:spPr bwMode="auto">
          <a:xfrm>
            <a:off x="468313" y="1468438"/>
            <a:ext cx="8066088" cy="4941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163830" lvl="0" indent="0">
              <a:spcBef>
                <a:spcPct val="0"/>
              </a:spcBef>
              <a:buClrTx/>
              <a:buFontTx/>
              <a:buNone/>
            </a:pPr>
            <a:r>
              <a:rPr lang="zh-CN" altLang="zh-CN" sz="2400" b="0">
                <a:latin typeface="黑体" panose="02010609060101010101" pitchFamily="49" charset="-122"/>
              </a:rPr>
              <a:t>NODEV设备队列</a:t>
            </a:r>
          </a:p>
          <a:p>
            <a:pPr marL="163830" lvl="0" indent="0">
              <a:spcBef>
                <a:spcPts val="500"/>
              </a:spcBef>
              <a:buClrTx/>
              <a:buFontTx/>
              <a:buNone/>
            </a:pPr>
            <a:r>
              <a:rPr lang="zh-CN" altLang="zh-CN" sz="2400" b="0">
                <a:latin typeface="黑体" panose="02010609060101010101" pitchFamily="49" charset="-122"/>
              </a:rPr>
              <a:t>在UNIX系统中，设置了一种特殊的设备队列“空设备队列”，也称“NODEV设备队列”。当系统需要使用缓存，但不与特定的设备字符块相连时，则将分配到的缓存控制块buf送入NODEV设备队列。</a:t>
            </a:r>
            <a:endParaRPr lang="en-US" altLang="zh-CN" sz="2400" b="0">
              <a:latin typeface="黑体" panose="02010609060101010101" pitchFamily="49" charset="-122"/>
            </a:endParaRPr>
          </a:p>
          <a:p>
            <a:pPr marL="163830" lvl="0" indent="0">
              <a:lnSpc>
                <a:spcPct val="120000"/>
              </a:lnSpc>
              <a:spcBef>
                <a:spcPct val="0"/>
              </a:spcBef>
              <a:buClrTx/>
              <a:buNone/>
            </a:pPr>
            <a:r>
              <a:rPr lang="zh-CN" altLang="en-US" sz="2400" b="0">
                <a:latin typeface="黑体" panose="02010609060101010101" pitchFamily="49" charset="-122"/>
              </a:rPr>
              <a:t>有两种情况将缓存控制块</a:t>
            </a:r>
            <a:r>
              <a:rPr lang="en-US" altLang="zh-CN" sz="2400" b="0">
                <a:latin typeface="黑体" panose="02010609060101010101" pitchFamily="49" charset="-122"/>
              </a:rPr>
              <a:t>buf</a:t>
            </a:r>
            <a:r>
              <a:rPr lang="zh-CN" altLang="en-US" sz="2400" b="0">
                <a:latin typeface="黑体" panose="02010609060101010101" pitchFamily="49" charset="-122"/>
              </a:rPr>
              <a:t>送入</a:t>
            </a:r>
            <a:r>
              <a:rPr lang="en-US" altLang="zh-CN" sz="2400" b="0">
                <a:latin typeface="黑体" panose="02010609060101010101" pitchFamily="49" charset="-122"/>
              </a:rPr>
              <a:t>NODEV</a:t>
            </a:r>
            <a:r>
              <a:rPr lang="zh-CN" altLang="en-US" sz="2400" b="0">
                <a:latin typeface="黑体" panose="02010609060101010101" pitchFamily="49" charset="-122"/>
              </a:rPr>
              <a:t>设备队列：</a:t>
            </a:r>
          </a:p>
          <a:p>
            <a:pPr marL="163830" lvl="0" indent="0">
              <a:lnSpc>
                <a:spcPct val="120000"/>
              </a:lnSpc>
              <a:spcBef>
                <a:spcPct val="0"/>
              </a:spcBef>
              <a:buClrTx/>
              <a:buNone/>
            </a:pPr>
            <a:r>
              <a:rPr lang="zh-CN" altLang="en-US" sz="2400" b="0">
                <a:latin typeface="黑体" panose="02010609060101010101" pitchFamily="49" charset="-122"/>
              </a:rPr>
              <a:t>   第一种：在进程执行目标程序的开始阶段，它用缓存存放传向该目标程序的参数；</a:t>
            </a:r>
          </a:p>
          <a:p>
            <a:pPr marL="163830" lvl="0" indent="0">
              <a:lnSpc>
                <a:spcPct val="120000"/>
              </a:lnSpc>
              <a:spcBef>
                <a:spcPct val="0"/>
              </a:spcBef>
              <a:buClrTx/>
              <a:buNone/>
            </a:pPr>
            <a:r>
              <a:rPr lang="zh-CN" altLang="en-US" sz="2400" b="0">
                <a:latin typeface="黑体" panose="02010609060101010101" pitchFamily="49" charset="-122"/>
              </a:rPr>
              <a:t>   第二种：是用缓存存放文件系统的资源管理块。在系统初启时，所有的空闲</a:t>
            </a:r>
            <a:r>
              <a:rPr lang="en-US" altLang="zh-CN" sz="2400" b="0">
                <a:latin typeface="黑体" panose="02010609060101010101" pitchFamily="49" charset="-122"/>
              </a:rPr>
              <a:t>BUF</a:t>
            </a:r>
            <a:r>
              <a:rPr lang="zh-CN" altLang="en-US" sz="2400" b="0">
                <a:latin typeface="黑体" panose="02010609060101010101" pitchFamily="49" charset="-122"/>
              </a:rPr>
              <a:t>即在自由</a:t>
            </a:r>
            <a:r>
              <a:rPr lang="en-US" altLang="zh-CN" sz="2400" b="0">
                <a:latin typeface="黑体" panose="02010609060101010101" pitchFamily="49" charset="-122"/>
              </a:rPr>
              <a:t>buf</a:t>
            </a:r>
            <a:r>
              <a:rPr lang="zh-CN" altLang="en-US" sz="2400" b="0">
                <a:latin typeface="黑体" panose="02010609060101010101" pitchFamily="49" charset="-122"/>
              </a:rPr>
              <a:t>队列又在</a:t>
            </a:r>
            <a:r>
              <a:rPr lang="en-US" altLang="zh-CN" sz="2400" b="0">
                <a:latin typeface="黑体" panose="02010609060101010101" pitchFamily="49" charset="-122"/>
              </a:rPr>
              <a:t>NODEV</a:t>
            </a:r>
            <a:r>
              <a:rPr lang="zh-CN" altLang="en-US" sz="2400" b="0">
                <a:latin typeface="黑体" panose="02010609060101010101" pitchFamily="49" charset="-122"/>
              </a:rPr>
              <a:t>设备队列中。 </a:t>
            </a:r>
          </a:p>
          <a:p>
            <a:pPr marL="163830" lvl="0" indent="0">
              <a:spcBef>
                <a:spcPts val="500"/>
              </a:spcBef>
              <a:buClrTx/>
              <a:buFontTx/>
              <a:buNone/>
            </a:pPr>
            <a:endParaRPr lang="zh-CN" altLang="zh-CN" sz="2000" b="0">
              <a:latin typeface="黑体" panose="02010609060101010101" pitchFamily="49" charset="-122"/>
            </a:endParaRPr>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Rectangle 2"/>
          <p:cNvSpPr>
            <a:spLocks noGrp="1"/>
          </p:cNvSpPr>
          <p:nvPr>
            <p:ph type="title"/>
          </p:nvPr>
        </p:nvSpPr>
        <p:spPr/>
        <p:txBody>
          <a:bodyPr vert="horz" wrap="square" lIns="91440" tIns="45720" rIns="91440" bIns="45720" anchor="b" anchorCtr="0"/>
          <a:lstStyle/>
          <a:p>
            <a:pPr eaLnBrk="1" hangingPunct="1"/>
            <a:r>
              <a:rPr lang="en-US" altLang="zh-CN"/>
              <a:t>7.7</a:t>
            </a:r>
            <a:r>
              <a:rPr lang="zh-CN" altLang="en-US"/>
              <a:t> </a:t>
            </a:r>
            <a:r>
              <a:rPr lang="en-US" altLang="zh-CN"/>
              <a:t>UNIX</a:t>
            </a:r>
            <a:r>
              <a:rPr lang="zh-CN" altLang="en-US"/>
              <a:t>设备管理</a:t>
            </a:r>
          </a:p>
        </p:txBody>
      </p:sp>
      <p:sp>
        <p:nvSpPr>
          <p:cNvPr id="94211" name="object 3"/>
          <p:cNvSpPr/>
          <p:nvPr/>
        </p:nvSpPr>
        <p:spPr bwMode="auto">
          <a:xfrm>
            <a:off x="34925" y="1482725"/>
            <a:ext cx="46038" cy="0"/>
          </a:xfrm>
          <a:custGeom>
            <a:avLst/>
            <a:gdLst>
              <a:gd name="T0" fmla="*/ 0 w 14605"/>
              <a:gd name="T1" fmla="*/ 116408 w 14605"/>
              <a:gd name="T2" fmla="*/ 0 60000 65536"/>
              <a:gd name="T3" fmla="*/ 0 60000 65536"/>
            </a:gdLst>
            <a:ahLst/>
            <a:cxnLst>
              <a:cxn ang="T2">
                <a:pos x="T0" y="0"/>
              </a:cxn>
              <a:cxn ang="T3">
                <a:pos x="T1" y="0"/>
              </a:cxn>
            </a:cxnLst>
            <a:rect l="0" t="0" r="r" b="b"/>
            <a:pathLst>
              <a:path w="14605">
                <a:moveTo>
                  <a:pt x="0" y="0"/>
                </a:moveTo>
                <a:lnTo>
                  <a:pt x="14477" y="0"/>
                </a:lnTo>
              </a:path>
            </a:pathLst>
          </a:custGeom>
          <a:noFill/>
          <a:ln w="14477">
            <a:solidFill>
              <a:srgbClr val="000000"/>
            </a:solidFill>
            <a:round/>
          </a:ln>
          <a:extLst>
            <a:ext uri="{909E8E84-426E-40DD-AFC4-6F175D3DCCD1}">
              <a14:hiddenFill xmlns:a14="http://schemas.microsoft.com/office/drawing/2010/main">
                <a:solidFill>
                  <a:srgbClr val="FFFFFF"/>
                </a:solidFill>
              </a14:hiddenFill>
            </a:ext>
          </a:extLst>
        </p:spPr>
        <p:txBody>
          <a:bodyPr lIns="0" tIns="0" rIns="0" bIns="0"/>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schemeClr val="tx1"/>
              </a:solidFill>
              <a:effectLst/>
              <a:uLnTx/>
              <a:uFillTx/>
              <a:latin typeface="+mn-ea"/>
              <a:ea typeface="+mn-ea"/>
              <a:cs typeface="+mn-cs"/>
            </a:endParaRPr>
          </a:p>
        </p:txBody>
      </p:sp>
      <p:sp>
        <p:nvSpPr>
          <p:cNvPr id="94214" name="object 6"/>
          <p:cNvSpPr txBox="1">
            <a:spLocks noChangeArrowheads="1"/>
          </p:cNvSpPr>
          <p:nvPr/>
        </p:nvSpPr>
        <p:spPr bwMode="auto">
          <a:xfrm>
            <a:off x="352425" y="1393825"/>
            <a:ext cx="8612063" cy="8027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163830" lvl="0" indent="0">
              <a:spcBef>
                <a:spcPct val="0"/>
              </a:spcBef>
              <a:buClrTx/>
              <a:buFontTx/>
              <a:buNone/>
            </a:pPr>
            <a:r>
              <a:rPr lang="zh-CN" altLang="zh-CN" sz="2400" b="0" dirty="0">
                <a:latin typeface="times"/>
              </a:rPr>
              <a:t>自由buf队列</a:t>
            </a:r>
            <a:r>
              <a:rPr lang="zh-CN" altLang="en-US" sz="2400" b="0" dirty="0">
                <a:latin typeface="times"/>
              </a:rPr>
              <a:t>（</a:t>
            </a:r>
            <a:r>
              <a:rPr lang="en-US" altLang="zh-CN" sz="2400" b="0" dirty="0" err="1">
                <a:latin typeface="times"/>
              </a:rPr>
              <a:t>av</a:t>
            </a:r>
            <a:r>
              <a:rPr lang="zh-CN" altLang="en-US" sz="2400" b="0" dirty="0">
                <a:latin typeface="times"/>
              </a:rPr>
              <a:t>链）</a:t>
            </a:r>
            <a:endParaRPr lang="zh-CN" altLang="zh-CN" sz="2400" b="0" dirty="0">
              <a:latin typeface="times"/>
            </a:endParaRPr>
          </a:p>
          <a:p>
            <a:pPr marL="163830" lvl="0" indent="0">
              <a:spcBef>
                <a:spcPts val="500"/>
              </a:spcBef>
              <a:buClrTx/>
              <a:buFontTx/>
              <a:buNone/>
            </a:pPr>
            <a:r>
              <a:rPr lang="zh-CN" altLang="zh-CN" sz="2400" b="0" dirty="0">
                <a:latin typeface="times"/>
              </a:rPr>
              <a:t>一个可被分配作它用的缓冲</a:t>
            </a:r>
            <a:r>
              <a:rPr lang="zh-CN" altLang="en-US" sz="2400" b="0" dirty="0">
                <a:latin typeface="times"/>
              </a:rPr>
              <a:t>区</a:t>
            </a:r>
            <a:r>
              <a:rPr lang="zh-CN" altLang="zh-CN" sz="2400" b="0" dirty="0">
                <a:latin typeface="times"/>
              </a:rPr>
              <a:t>，其相应的buf位于自由buf队列。</a:t>
            </a:r>
            <a:endParaRPr lang="zh-CN" altLang="zh-CN" sz="2000" b="0" dirty="0">
              <a:latin typeface="times"/>
            </a:endParaRPr>
          </a:p>
        </p:txBody>
      </p:sp>
      <p:sp>
        <p:nvSpPr>
          <p:cNvPr id="94216" name="object 8"/>
          <p:cNvSpPr txBox="1">
            <a:spLocks noChangeArrowheads="1"/>
          </p:cNvSpPr>
          <p:nvPr/>
        </p:nvSpPr>
        <p:spPr bwMode="auto">
          <a:xfrm>
            <a:off x="467544" y="5446236"/>
            <a:ext cx="8143056" cy="923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12700" lvl="0" indent="0" algn="just">
              <a:spcBef>
                <a:spcPct val="0"/>
              </a:spcBef>
              <a:buClrTx/>
              <a:buFontTx/>
              <a:buNone/>
            </a:pPr>
            <a:r>
              <a:rPr lang="zh-CN" altLang="zh-CN" sz="2000" b="0" dirty="0">
                <a:latin typeface="times"/>
              </a:rPr>
              <a:t>自由buf队列采用FIFO管理算法。一个缓存被释放时，其相应的buf 被送入自由buf队列的队尾；当要求分配一个缓存时，从队首取出一个buf，它所管理的缓存就可被“移作它用”。</a:t>
            </a:r>
          </a:p>
        </p:txBody>
      </p:sp>
      <p:pic>
        <p:nvPicPr>
          <p:cNvPr id="2" name="图片 1"/>
          <p:cNvPicPr>
            <a:picLocks noChangeAspect="1"/>
          </p:cNvPicPr>
          <p:nvPr/>
        </p:nvPicPr>
        <p:blipFill>
          <a:blip r:embed="rId2"/>
          <a:stretch>
            <a:fillRect/>
          </a:stretch>
        </p:blipFill>
        <p:spPr>
          <a:xfrm>
            <a:off x="1115695" y="2276475"/>
            <a:ext cx="5523230" cy="846455"/>
          </a:xfrm>
          <a:prstGeom prst="rect">
            <a:avLst/>
          </a:prstGeom>
        </p:spPr>
      </p:pic>
      <p:pic>
        <p:nvPicPr>
          <p:cNvPr id="3" name="图片 2"/>
          <p:cNvPicPr>
            <a:picLocks noChangeAspect="1"/>
          </p:cNvPicPr>
          <p:nvPr/>
        </p:nvPicPr>
        <p:blipFill>
          <a:blip r:embed="rId3"/>
          <a:stretch>
            <a:fillRect/>
          </a:stretch>
        </p:blipFill>
        <p:spPr>
          <a:xfrm>
            <a:off x="964565" y="3429000"/>
            <a:ext cx="5825490" cy="1763395"/>
          </a:xfrm>
          <a:prstGeom prst="rect">
            <a:avLst/>
          </a:prstGeom>
        </p:spPr>
      </p:pic>
      <p:sp>
        <p:nvSpPr>
          <p:cNvPr id="4" name="文本框 3"/>
          <p:cNvSpPr txBox="1"/>
          <p:nvPr/>
        </p:nvSpPr>
        <p:spPr>
          <a:xfrm>
            <a:off x="4163695" y="5662930"/>
            <a:ext cx="309880" cy="460375"/>
          </a:xfrm>
          <a:prstGeom prst="rect">
            <a:avLst/>
          </a:prstGeom>
          <a:noFill/>
        </p:spPr>
        <p:txBody>
          <a:bodyPr wrap="none" rtlCol="0">
            <a:spAutoFit/>
          </a:bodyPr>
          <a:lstStyle/>
          <a:p>
            <a:endParaRPr lang="zh-CN" altLang="en-US"/>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Rectangle 2"/>
          <p:cNvSpPr>
            <a:spLocks noGrp="1"/>
          </p:cNvSpPr>
          <p:nvPr>
            <p:ph type="title"/>
          </p:nvPr>
        </p:nvSpPr>
        <p:spPr/>
        <p:txBody>
          <a:bodyPr vert="horz" wrap="square" lIns="91440" tIns="45720" rIns="91440" bIns="45720" anchor="b" anchorCtr="0"/>
          <a:lstStyle/>
          <a:p>
            <a:pPr eaLnBrk="1" hangingPunct="1"/>
            <a:r>
              <a:rPr lang="en-US" altLang="zh-CN"/>
              <a:t>7.7</a:t>
            </a:r>
            <a:r>
              <a:rPr lang="zh-CN" altLang="en-US"/>
              <a:t> </a:t>
            </a:r>
            <a:r>
              <a:rPr lang="en-US" altLang="zh-CN"/>
              <a:t>UNIX</a:t>
            </a:r>
            <a:r>
              <a:rPr lang="zh-CN" altLang="en-US"/>
              <a:t>设备管理</a:t>
            </a:r>
          </a:p>
        </p:txBody>
      </p:sp>
      <p:sp>
        <p:nvSpPr>
          <p:cNvPr id="86019" name="object 3"/>
          <p:cNvSpPr/>
          <p:nvPr/>
        </p:nvSpPr>
        <p:spPr>
          <a:xfrm>
            <a:off x="439738" y="1428750"/>
            <a:ext cx="14287" cy="0"/>
          </a:xfrm>
          <a:custGeom>
            <a:avLst/>
            <a:gdLst/>
            <a:ahLst/>
            <a:cxnLst>
              <a:cxn ang="0">
                <a:pos x="0" y="0"/>
              </a:cxn>
              <a:cxn ang="0">
                <a:pos x="5869" y="0"/>
              </a:cxn>
            </a:cxnLst>
            <a:rect l="0" t="0" r="0" b="0"/>
            <a:pathLst>
              <a:path w="14605">
                <a:moveTo>
                  <a:pt x="0" y="0"/>
                </a:moveTo>
                <a:lnTo>
                  <a:pt x="14477" y="0"/>
                </a:lnTo>
              </a:path>
            </a:pathLst>
          </a:custGeom>
          <a:noFill/>
          <a:ln w="14477" cap="flat" cmpd="sng">
            <a:solidFill>
              <a:srgbClr val="000000">
                <a:alpha val="100000"/>
              </a:srgbClr>
            </a:solidFill>
            <a:prstDash val="solid"/>
            <a:round/>
            <a:headEnd type="none" w="med" len="med"/>
            <a:tailEnd type="none" w="med" len="med"/>
          </a:ln>
        </p:spPr>
        <p:txBody>
          <a:bodyPr/>
          <a:lstStyle/>
          <a:p>
            <a:endParaRPr lang="zh-CN" altLang="en-US"/>
          </a:p>
        </p:txBody>
      </p:sp>
      <p:sp>
        <p:nvSpPr>
          <p:cNvPr id="86020" name="object 6"/>
          <p:cNvSpPr txBox="1"/>
          <p:nvPr/>
        </p:nvSpPr>
        <p:spPr>
          <a:xfrm>
            <a:off x="355600" y="1401763"/>
            <a:ext cx="8680896" cy="1172116"/>
          </a:xfrm>
          <a:prstGeom prst="rect">
            <a:avLst/>
          </a:prstGeom>
          <a:noFill/>
          <a:ln w="9525">
            <a:noFill/>
          </a:ln>
        </p:spPr>
        <p:txBody>
          <a:bodyPr wrap="square" lIns="0" tIns="0" rIns="0" bIns="0">
            <a:spAutoFit/>
          </a:bodyPr>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163830" lvl="0" indent="0">
              <a:spcBef>
                <a:spcPct val="0"/>
              </a:spcBef>
              <a:buClrTx/>
              <a:buFontTx/>
              <a:buNone/>
            </a:pPr>
            <a:r>
              <a:rPr lang="zh-CN" altLang="zh-CN" sz="2400" b="0" dirty="0">
                <a:latin typeface="time"/>
              </a:rPr>
              <a:t>设备buf队列</a:t>
            </a:r>
            <a:r>
              <a:rPr lang="zh-CN" altLang="en-US" sz="2400" b="0" dirty="0">
                <a:latin typeface="time"/>
              </a:rPr>
              <a:t>（</a:t>
            </a:r>
            <a:r>
              <a:rPr lang="en-US" altLang="zh-CN" sz="2400" b="0" dirty="0">
                <a:latin typeface="time"/>
              </a:rPr>
              <a:t>b</a:t>
            </a:r>
            <a:r>
              <a:rPr lang="zh-CN" altLang="en-US" sz="2400" b="0" dirty="0">
                <a:latin typeface="time"/>
              </a:rPr>
              <a:t>链）</a:t>
            </a:r>
            <a:endParaRPr lang="zh-CN" altLang="zh-CN" sz="2400" b="0" dirty="0">
              <a:latin typeface="time"/>
            </a:endParaRPr>
          </a:p>
          <a:p>
            <a:pPr marL="163830" lvl="0" indent="0">
              <a:spcBef>
                <a:spcPts val="500"/>
              </a:spcBef>
              <a:buClrTx/>
              <a:buFontTx/>
              <a:buNone/>
            </a:pPr>
            <a:r>
              <a:rPr lang="zh-CN" altLang="zh-CN" sz="2400" b="0" dirty="0">
                <a:latin typeface="time"/>
              </a:rPr>
              <a:t>设备buf队列</a:t>
            </a:r>
            <a:r>
              <a:rPr lang="zh-CN" altLang="en-US" sz="2400" b="0" dirty="0">
                <a:latin typeface="time"/>
              </a:rPr>
              <a:t>链接所有分配给各类设备用的缓冲区</a:t>
            </a:r>
            <a:r>
              <a:rPr lang="zh-CN" altLang="zh-CN" sz="2400" b="0" dirty="0">
                <a:latin typeface="time"/>
              </a:rPr>
              <a:t>，每类设备都有一个buf队列。</a:t>
            </a:r>
          </a:p>
        </p:txBody>
      </p:sp>
      <p:sp>
        <p:nvSpPr>
          <p:cNvPr id="86021" name="object 7"/>
          <p:cNvSpPr/>
          <p:nvPr/>
        </p:nvSpPr>
        <p:spPr>
          <a:xfrm>
            <a:off x="611188" y="2632345"/>
            <a:ext cx="7777163" cy="2046288"/>
          </a:xfrm>
          <a:prstGeom prst="rect">
            <a:avLst/>
          </a:prstGeom>
          <a:blipFill rotWithShape="1">
            <a:blip r:embed="rId2"/>
            <a:stretch>
              <a:fillRect/>
            </a:stretch>
          </a:blipFill>
          <a:ln w="9525">
            <a:noFill/>
          </a:ln>
        </p:spPr>
        <p:txBody>
          <a:bodyPr lIns="0" tIns="0" rIns="0" bIns="0"/>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0" lvl="0" indent="0">
              <a:spcBef>
                <a:spcPct val="0"/>
              </a:spcBef>
              <a:buClrTx/>
              <a:buFontTx/>
              <a:buNone/>
            </a:pPr>
            <a:endParaRPr lang="zh-CN" altLang="zh-CN" sz="2400" b="0">
              <a:ea typeface="宋体" panose="02010600030101010101" pitchFamily="2" charset="-122"/>
            </a:endParaRPr>
          </a:p>
        </p:txBody>
      </p:sp>
      <p:sp>
        <p:nvSpPr>
          <p:cNvPr id="95240" name="object 8"/>
          <p:cNvSpPr txBox="1">
            <a:spLocks noChangeArrowheads="1"/>
          </p:cNvSpPr>
          <p:nvPr/>
        </p:nvSpPr>
        <p:spPr bwMode="auto">
          <a:xfrm>
            <a:off x="467544" y="5013176"/>
            <a:ext cx="8209284" cy="1108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12700" lvl="0" indent="0" algn="just">
              <a:spcBef>
                <a:spcPct val="0"/>
              </a:spcBef>
              <a:buClrTx/>
              <a:buFontTx/>
              <a:buNone/>
            </a:pPr>
            <a:r>
              <a:rPr lang="zh-CN" altLang="zh-CN" sz="2400" b="0" dirty="0">
                <a:latin typeface="黑体" panose="02010609060101010101" pitchFamily="49" charset="-122"/>
              </a:rPr>
              <a:t>一个缓存被分配用于读、写某类块设备上的某一块时，其相应的buf就进入该类设备的buf队列，除非被“移作它用”，否则一直保留在该队列中。</a:t>
            </a:r>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5" name="灯片编号占位符 3"/>
          <p:cNvSpPr txBox="1">
            <a:spLocks noGrp="1"/>
          </p:cNvSpPr>
          <p:nvPr>
            <p:ph type="sldNum" sz="quarter" idx="12"/>
          </p:nvPr>
        </p:nvSpPr>
        <p:spPr>
          <a:xfrm>
            <a:off x="431800" y="6229350"/>
            <a:ext cx="2311400" cy="457200"/>
          </a:xfrm>
        </p:spPr>
        <p:txBody>
          <a:bodyPr anchor="b" anchorCtr="0"/>
          <a:lstStyle/>
          <a:p>
            <a:pPr marL="0" indent="0">
              <a:spcBef>
                <a:spcPct val="50000"/>
              </a:spcBef>
              <a:buClrTx/>
              <a:buFontTx/>
              <a:buNone/>
            </a:pPr>
            <a:r>
              <a:rPr lang="zh-CN" altLang="en-US" sz="1200" b="0">
                <a:solidFill>
                  <a:srgbClr val="3366CC"/>
                </a:solidFill>
                <a:ea typeface="宋体" panose="02010600030101010101" pitchFamily="2" charset="-122"/>
              </a:rPr>
              <a:t>第</a:t>
            </a:r>
            <a:fld id="{9A0DB2DC-4C9A-4742-B13C-FB6460FD3503}" type="slidenum">
              <a:rPr lang="zh-TW" altLang="en-US" sz="1200" b="0">
                <a:solidFill>
                  <a:srgbClr val="3366CC"/>
                </a:solidFill>
                <a:ea typeface="PMingLiU" pitchFamily="18" charset="-120"/>
              </a:rPr>
              <a:t>72</a:t>
            </a:fld>
            <a:r>
              <a:rPr lang="zh-CN" altLang="en-US" sz="1200" b="0">
                <a:solidFill>
                  <a:srgbClr val="3366CC"/>
                </a:solidFill>
                <a:ea typeface="宋体" panose="02010600030101010101" pitchFamily="2" charset="-122"/>
              </a:rPr>
              <a:t>页</a:t>
            </a:r>
            <a:endParaRPr lang="zh-TW" altLang="en-US" sz="1200" b="0">
              <a:solidFill>
                <a:srgbClr val="3366CC"/>
              </a:solidFill>
              <a:ea typeface="宋体" panose="02010600030101010101" pitchFamily="2" charset="-122"/>
            </a:endParaRPr>
          </a:p>
        </p:txBody>
      </p:sp>
      <p:sp>
        <p:nvSpPr>
          <p:cNvPr id="88066" name="Rectangle 2"/>
          <p:cNvSpPr>
            <a:spLocks noGrp="1"/>
          </p:cNvSpPr>
          <p:nvPr>
            <p:ph type="title"/>
          </p:nvPr>
        </p:nvSpPr>
        <p:spPr/>
        <p:txBody>
          <a:bodyPr vert="horz" wrap="square" lIns="91440" tIns="45720" rIns="91440" bIns="45720" anchor="b" anchorCtr="0"/>
          <a:lstStyle/>
          <a:p>
            <a:pPr eaLnBrk="1" hangingPunct="1"/>
            <a:r>
              <a:rPr lang="en-US" altLang="zh-CN"/>
              <a:t>7.7</a:t>
            </a:r>
            <a:r>
              <a:rPr lang="zh-CN" altLang="en-US"/>
              <a:t> </a:t>
            </a:r>
            <a:r>
              <a:rPr lang="en-US" altLang="zh-CN"/>
              <a:t>UNIX</a:t>
            </a:r>
            <a:r>
              <a:rPr lang="zh-CN" altLang="en-US"/>
              <a:t>设备管理</a:t>
            </a:r>
          </a:p>
        </p:txBody>
      </p:sp>
      <p:sp>
        <p:nvSpPr>
          <p:cNvPr id="98307" name="object 6"/>
          <p:cNvSpPr txBox="1">
            <a:spLocks noChangeArrowheads="1"/>
          </p:cNvSpPr>
          <p:nvPr/>
        </p:nvSpPr>
        <p:spPr bwMode="auto">
          <a:xfrm>
            <a:off x="250825" y="1406525"/>
            <a:ext cx="8820150" cy="51090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163830" lvl="0" indent="0">
              <a:spcBef>
                <a:spcPct val="0"/>
              </a:spcBef>
              <a:buClrTx/>
              <a:buNone/>
            </a:pPr>
            <a:r>
              <a:rPr lang="zh-CN" altLang="en-US" sz="2400" b="0" dirty="0">
                <a:latin typeface="黑体" panose="02010609060101010101" pitchFamily="49" charset="-122"/>
              </a:rPr>
              <a:t>当进程想从指定盘块读取数据，系统根据块号从设备</a:t>
            </a:r>
            <a:r>
              <a:rPr lang="en-US" altLang="zh-CN" sz="2400" b="0" dirty="0">
                <a:latin typeface="黑体" panose="02010609060101010101" pitchFamily="49" charset="-122"/>
              </a:rPr>
              <a:t>b</a:t>
            </a:r>
            <a:r>
              <a:rPr lang="zh-CN" altLang="en-US" sz="2400" b="0" dirty="0">
                <a:latin typeface="黑体" panose="02010609060101010101" pitchFamily="49" charset="-122"/>
              </a:rPr>
              <a:t>链查找：</a:t>
            </a:r>
          </a:p>
          <a:p>
            <a:pPr marL="163830" lvl="0" indent="0">
              <a:spcBef>
                <a:spcPct val="0"/>
              </a:spcBef>
              <a:buClrTx/>
              <a:buFont typeface="Arial" panose="020B0604020202020204" pitchFamily="34" charset="0"/>
              <a:buAutoNum type="arabicPeriod"/>
            </a:pPr>
            <a:r>
              <a:rPr lang="zh-CN" altLang="en-US" sz="2400" b="0" dirty="0">
                <a:latin typeface="黑体" panose="02010609060101010101" pitchFamily="49" charset="-122"/>
              </a:rPr>
              <a:t>如果在设备</a:t>
            </a:r>
            <a:r>
              <a:rPr lang="en-US" altLang="zh-CN" sz="2400" b="0" dirty="0">
                <a:latin typeface="黑体" panose="02010609060101010101" pitchFamily="49" charset="-122"/>
              </a:rPr>
              <a:t>b</a:t>
            </a:r>
            <a:r>
              <a:rPr lang="zh-CN" altLang="en-US" sz="2400" b="0" dirty="0">
                <a:latin typeface="黑体" panose="02010609060101010101" pitchFamily="49" charset="-122"/>
              </a:rPr>
              <a:t>链中未找到，则从空闲</a:t>
            </a:r>
            <a:r>
              <a:rPr lang="en-US" altLang="zh-CN" sz="2400" b="0" dirty="0" err="1">
                <a:latin typeface="黑体" panose="02010609060101010101" pitchFamily="49" charset="-122"/>
              </a:rPr>
              <a:t>av</a:t>
            </a:r>
            <a:r>
              <a:rPr lang="zh-CN" altLang="en-US" sz="2400" b="0" dirty="0">
                <a:latin typeface="黑体" panose="02010609060101010101" pitchFamily="49" charset="-122"/>
              </a:rPr>
              <a:t>链队首摘取一个缓冲区，并从原设备</a:t>
            </a:r>
            <a:r>
              <a:rPr lang="en-US" altLang="zh-CN" sz="2400" b="0" dirty="0">
                <a:latin typeface="黑体" panose="02010609060101010101" pitchFamily="49" charset="-122"/>
              </a:rPr>
              <a:t>b</a:t>
            </a:r>
            <a:r>
              <a:rPr lang="zh-CN" altLang="en-US" sz="2400" b="0" dirty="0">
                <a:latin typeface="黑体" panose="02010609060101010101" pitchFamily="49" charset="-122"/>
              </a:rPr>
              <a:t>链中取下，插入由读入信息盘块号确定的新的设备</a:t>
            </a:r>
            <a:r>
              <a:rPr lang="en-US" altLang="zh-CN" sz="2400" b="0" dirty="0">
                <a:latin typeface="黑体" panose="02010609060101010101" pitchFamily="49" charset="-122"/>
              </a:rPr>
              <a:t>b</a:t>
            </a:r>
            <a:r>
              <a:rPr lang="zh-CN" altLang="en-US" sz="2400" b="0" dirty="0">
                <a:latin typeface="黑体" panose="02010609060101010101" pitchFamily="49" charset="-122"/>
              </a:rPr>
              <a:t>链中。当数据从磁盘块读入到缓冲区后，从缓冲区到内存用户区的数据传送后，要把缓冲区释放，链入空闲</a:t>
            </a:r>
            <a:r>
              <a:rPr lang="en-US" altLang="zh-CN" sz="2400" b="0" dirty="0" err="1">
                <a:latin typeface="黑体" panose="02010609060101010101" pitchFamily="49" charset="-122"/>
              </a:rPr>
              <a:t>av</a:t>
            </a:r>
            <a:r>
              <a:rPr lang="zh-CN" altLang="en-US" sz="2400" b="0" dirty="0">
                <a:latin typeface="黑体" panose="02010609060101010101" pitchFamily="49" charset="-122"/>
              </a:rPr>
              <a:t>链队尾。</a:t>
            </a:r>
          </a:p>
          <a:p>
            <a:pPr marL="163830" lvl="0" indent="0">
              <a:spcBef>
                <a:spcPct val="0"/>
              </a:spcBef>
              <a:buClrTx/>
              <a:buFont typeface="Arial" panose="020B0604020202020204" pitchFamily="34" charset="0"/>
              <a:buAutoNum type="arabicPeriod"/>
            </a:pPr>
            <a:r>
              <a:rPr lang="zh-CN" altLang="en-US" sz="2400" b="0" dirty="0">
                <a:latin typeface="黑体" panose="02010609060101010101" pitchFamily="49" charset="-122"/>
              </a:rPr>
              <a:t>如果在设备</a:t>
            </a:r>
            <a:r>
              <a:rPr lang="en-US" altLang="zh-CN" sz="2400" b="0" dirty="0">
                <a:latin typeface="黑体" panose="02010609060101010101" pitchFamily="49" charset="-122"/>
              </a:rPr>
              <a:t>b</a:t>
            </a:r>
            <a:r>
              <a:rPr lang="zh-CN" altLang="en-US" sz="2400" b="0" dirty="0">
                <a:latin typeface="黑体" panose="02010609060101010101" pitchFamily="49" charset="-122"/>
              </a:rPr>
              <a:t>链中找到，则将该缓冲区状态标记为“忙”，并从空闲</a:t>
            </a:r>
            <a:r>
              <a:rPr lang="en-US" altLang="zh-CN" sz="2400" b="0" dirty="0" err="1">
                <a:latin typeface="黑体" panose="02010609060101010101" pitchFamily="49" charset="-122"/>
              </a:rPr>
              <a:t>av</a:t>
            </a:r>
            <a:r>
              <a:rPr lang="zh-CN" altLang="en-US" sz="2400" b="0" dirty="0">
                <a:latin typeface="黑体" panose="02010609060101010101" pitchFamily="49" charset="-122"/>
              </a:rPr>
              <a:t>队列中取下，并完成从缓冲区到内存用户区的数据传送。使用完后插入到空闲</a:t>
            </a:r>
            <a:r>
              <a:rPr lang="en-US" altLang="zh-CN" sz="2400" b="0" dirty="0" err="1">
                <a:latin typeface="黑体" panose="02010609060101010101" pitchFamily="49" charset="-122"/>
              </a:rPr>
              <a:t>av</a:t>
            </a:r>
            <a:r>
              <a:rPr lang="zh-CN" altLang="en-US" sz="2400" b="0" dirty="0">
                <a:latin typeface="黑体" panose="02010609060101010101" pitchFamily="49" charset="-122"/>
              </a:rPr>
              <a:t>链队尾。</a:t>
            </a:r>
            <a:endParaRPr lang="en-US" altLang="zh-CN" sz="2400" b="0" dirty="0">
              <a:latin typeface="黑体" panose="02010609060101010101" pitchFamily="49" charset="-122"/>
            </a:endParaRPr>
          </a:p>
          <a:p>
            <a:pPr marL="163830" lvl="0" indent="0">
              <a:spcBef>
                <a:spcPct val="0"/>
              </a:spcBef>
              <a:buClrTx/>
              <a:buNone/>
            </a:pPr>
            <a:r>
              <a:rPr lang="zh-CN" altLang="en-US" sz="2000" b="0" dirty="0">
                <a:latin typeface="黑体" panose="02010609060101010101" pitchFamily="49" charset="-122"/>
              </a:rPr>
              <a:t>   即当数据从磁盘块读入到缓冲区，并传送到内存用户区后，该缓冲区一直保留在原设备</a:t>
            </a:r>
            <a:r>
              <a:rPr lang="en-US" altLang="zh-CN" sz="2000" b="0" dirty="0">
                <a:latin typeface="黑体" panose="02010609060101010101" pitchFamily="49" charset="-122"/>
              </a:rPr>
              <a:t>b</a:t>
            </a:r>
            <a:r>
              <a:rPr lang="zh-CN" altLang="en-US" sz="2000" b="0" dirty="0">
                <a:latin typeface="黑体" panose="02010609060101010101" pitchFamily="49" charset="-122"/>
              </a:rPr>
              <a:t>链，即它的数据一直有效。</a:t>
            </a:r>
            <a:endParaRPr lang="en-US" altLang="zh-CN" sz="2000" b="0" dirty="0">
              <a:latin typeface="黑体" panose="02010609060101010101" pitchFamily="49" charset="-122"/>
            </a:endParaRPr>
          </a:p>
          <a:p>
            <a:pPr marL="163830" lvl="0" indent="0">
              <a:spcBef>
                <a:spcPct val="0"/>
              </a:spcBef>
              <a:buClrTx/>
              <a:buFont typeface="宋体" panose="02010600030101010101" pitchFamily="2" charset="-122"/>
              <a:buAutoNum type="circleNumDbPlain"/>
            </a:pPr>
            <a:r>
              <a:rPr lang="zh-CN" altLang="en-US" sz="2000" b="0" dirty="0">
                <a:latin typeface="黑体" panose="02010609060101010101" pitchFamily="49" charset="-122"/>
              </a:rPr>
              <a:t>若又要使用它，则从空闲</a:t>
            </a:r>
            <a:r>
              <a:rPr lang="en-US" altLang="zh-CN" sz="2000" b="0" dirty="0" err="1">
                <a:latin typeface="黑体" panose="02010609060101010101" pitchFamily="49" charset="-122"/>
              </a:rPr>
              <a:t>av</a:t>
            </a:r>
            <a:r>
              <a:rPr lang="zh-CN" altLang="en-US" sz="2000" b="0" dirty="0">
                <a:latin typeface="黑体" panose="02010609060101010101" pitchFamily="49" charset="-122"/>
              </a:rPr>
              <a:t>链中取下，使用完后插入空闲</a:t>
            </a:r>
            <a:r>
              <a:rPr lang="en-US" altLang="zh-CN" sz="2000" b="0" dirty="0" err="1">
                <a:latin typeface="黑体" panose="02010609060101010101" pitchFamily="49" charset="-122"/>
              </a:rPr>
              <a:t>av</a:t>
            </a:r>
            <a:r>
              <a:rPr lang="zh-CN" altLang="en-US" sz="2000" b="0" dirty="0">
                <a:latin typeface="黑体" panose="02010609060101010101" pitchFamily="49" charset="-122"/>
              </a:rPr>
              <a:t>链队尾。</a:t>
            </a:r>
            <a:endParaRPr lang="en-US" altLang="zh-CN" sz="2000" b="0" dirty="0">
              <a:latin typeface="黑体" panose="02010609060101010101" pitchFamily="49" charset="-122"/>
            </a:endParaRPr>
          </a:p>
          <a:p>
            <a:pPr marL="163830" lvl="0" indent="0">
              <a:spcBef>
                <a:spcPct val="0"/>
              </a:spcBef>
              <a:buClrTx/>
              <a:buFont typeface="宋体" panose="02010600030101010101" pitchFamily="2" charset="-122"/>
              <a:buAutoNum type="circleNumDbPlain"/>
            </a:pPr>
            <a:r>
              <a:rPr lang="zh-CN" altLang="en-US" sz="2000" b="0" dirty="0">
                <a:latin typeface="黑体" panose="02010609060101010101" pitchFamily="49" charset="-122"/>
              </a:rPr>
              <a:t>若一直未使用它，则该缓冲区从空闲</a:t>
            </a:r>
            <a:r>
              <a:rPr lang="en-US" altLang="zh-CN" sz="2000" b="0" dirty="0" err="1">
                <a:latin typeface="黑体" panose="02010609060101010101" pitchFamily="49" charset="-122"/>
              </a:rPr>
              <a:t>av</a:t>
            </a:r>
            <a:r>
              <a:rPr lang="zh-CN" altLang="en-US" sz="2000" b="0" dirty="0">
                <a:latin typeface="黑体" panose="02010609060101010101" pitchFamily="49" charset="-122"/>
              </a:rPr>
              <a:t>链队尾慢慢升到队首，最后被重新分配，旧的盘块数据才被置换。</a:t>
            </a:r>
            <a:endParaRPr lang="en-US" altLang="zh-CN" sz="2000" b="0" dirty="0">
              <a:latin typeface="黑体" panose="02010609060101010101" pitchFamily="49" charset="-122"/>
            </a:endParaRPr>
          </a:p>
          <a:p>
            <a:pPr marL="163830" lvl="0" indent="0">
              <a:spcBef>
                <a:spcPct val="0"/>
              </a:spcBef>
              <a:buClrTx/>
              <a:buFont typeface="宋体" panose="02010600030101010101" pitchFamily="2" charset="-122"/>
              <a:buAutoNum type="circleNumDbPlain"/>
            </a:pPr>
            <a:r>
              <a:rPr lang="zh-CN" altLang="en-US" sz="2000" b="0" dirty="0">
                <a:latin typeface="黑体" panose="02010609060101010101" pitchFamily="49" charset="-122"/>
              </a:rPr>
              <a:t>系统对缓冲区的分配是采用近似</a:t>
            </a:r>
            <a:r>
              <a:rPr lang="en-US" altLang="zh-CN" sz="2000" b="0" dirty="0">
                <a:latin typeface="黑体" panose="02010609060101010101" pitchFamily="49" charset="-122"/>
              </a:rPr>
              <a:t>LRU</a:t>
            </a:r>
            <a:r>
              <a:rPr lang="zh-CN" altLang="en-US" sz="2000" b="0" dirty="0">
                <a:latin typeface="黑体" panose="02010609060101010101" pitchFamily="49" charset="-122"/>
              </a:rPr>
              <a:t>算法 </a:t>
            </a:r>
            <a:br>
              <a:rPr lang="zh-CN" altLang="en-US" sz="2000" b="0" dirty="0">
                <a:latin typeface="黑体" panose="02010609060101010101" pitchFamily="49" charset="-122"/>
              </a:rPr>
            </a:br>
            <a:endParaRPr lang="zh-CN" altLang="zh-CN" sz="2000" b="0" dirty="0">
              <a:latin typeface="黑体" panose="02010609060101010101" pitchFamily="49" charset="-122"/>
            </a:endParaRPr>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1" name="灯片编号占位符 3"/>
          <p:cNvSpPr txBox="1">
            <a:spLocks noGrp="1"/>
          </p:cNvSpPr>
          <p:nvPr>
            <p:ph type="sldNum" sz="quarter" idx="12"/>
          </p:nvPr>
        </p:nvSpPr>
        <p:spPr>
          <a:xfrm>
            <a:off x="431800" y="6229350"/>
            <a:ext cx="2311400" cy="457200"/>
          </a:xfrm>
        </p:spPr>
        <p:txBody>
          <a:bodyPr anchor="b" anchorCtr="0"/>
          <a:lstStyle/>
          <a:p>
            <a:pPr marL="0" indent="0">
              <a:spcBef>
                <a:spcPct val="50000"/>
              </a:spcBef>
              <a:buClrTx/>
              <a:buFontTx/>
              <a:buNone/>
            </a:pPr>
            <a:r>
              <a:rPr lang="zh-CN" altLang="en-US" sz="1200" b="0">
                <a:solidFill>
                  <a:srgbClr val="3366CC"/>
                </a:solidFill>
                <a:ea typeface="宋体" panose="02010600030101010101" pitchFamily="2" charset="-122"/>
              </a:rPr>
              <a:t>第</a:t>
            </a:r>
            <a:fld id="{9A0DB2DC-4C9A-4742-B13C-FB6460FD3503}" type="slidenum">
              <a:rPr lang="zh-TW" altLang="en-US" sz="1200" b="0">
                <a:solidFill>
                  <a:srgbClr val="3366CC"/>
                </a:solidFill>
                <a:ea typeface="PMingLiU" pitchFamily="18" charset="-120"/>
              </a:rPr>
              <a:t>73</a:t>
            </a:fld>
            <a:r>
              <a:rPr lang="zh-CN" altLang="en-US" sz="1200" b="0">
                <a:solidFill>
                  <a:srgbClr val="3366CC"/>
                </a:solidFill>
                <a:ea typeface="宋体" panose="02010600030101010101" pitchFamily="2" charset="-122"/>
              </a:rPr>
              <a:t>页</a:t>
            </a:r>
            <a:endParaRPr lang="zh-TW" altLang="en-US" sz="1200" b="0">
              <a:solidFill>
                <a:srgbClr val="3366CC"/>
              </a:solidFill>
              <a:ea typeface="宋体" panose="02010600030101010101" pitchFamily="2" charset="-122"/>
            </a:endParaRPr>
          </a:p>
        </p:txBody>
      </p:sp>
      <p:sp>
        <p:nvSpPr>
          <p:cNvPr id="87042" name="Rectangle 2"/>
          <p:cNvSpPr>
            <a:spLocks noGrp="1"/>
          </p:cNvSpPr>
          <p:nvPr>
            <p:ph type="title"/>
          </p:nvPr>
        </p:nvSpPr>
        <p:spPr/>
        <p:txBody>
          <a:bodyPr vert="horz" wrap="square" lIns="91440" tIns="45720" rIns="91440" bIns="45720" anchor="b" anchorCtr="0"/>
          <a:lstStyle/>
          <a:p>
            <a:pPr eaLnBrk="1" hangingPunct="1"/>
            <a:r>
              <a:rPr lang="en-US" altLang="zh-CN"/>
              <a:t>7.7</a:t>
            </a:r>
            <a:r>
              <a:rPr lang="zh-CN" altLang="en-US"/>
              <a:t> </a:t>
            </a:r>
            <a:r>
              <a:rPr lang="en-US" altLang="zh-CN"/>
              <a:t>UNIX</a:t>
            </a:r>
            <a:r>
              <a:rPr lang="zh-CN" altLang="en-US"/>
              <a:t>设备管理</a:t>
            </a:r>
          </a:p>
        </p:txBody>
      </p:sp>
      <p:sp>
        <p:nvSpPr>
          <p:cNvPr id="87043" name="object 3"/>
          <p:cNvSpPr/>
          <p:nvPr/>
        </p:nvSpPr>
        <p:spPr>
          <a:xfrm>
            <a:off x="-155575" y="1203325"/>
            <a:ext cx="12700" cy="0"/>
          </a:xfrm>
          <a:custGeom>
            <a:avLst/>
            <a:gdLst/>
            <a:ahLst/>
            <a:cxnLst>
              <a:cxn ang="0">
                <a:pos x="0" y="0"/>
              </a:cxn>
              <a:cxn ang="0">
                <a:pos x="12191" y="0"/>
              </a:cxn>
            </a:cxnLst>
            <a:rect l="0" t="0" r="0" b="0"/>
            <a:pathLst>
              <a:path w="12700">
                <a:moveTo>
                  <a:pt x="0" y="0"/>
                </a:moveTo>
                <a:lnTo>
                  <a:pt x="12191" y="0"/>
                </a:lnTo>
              </a:path>
            </a:pathLst>
          </a:custGeom>
          <a:noFill/>
          <a:ln w="12191" cap="flat" cmpd="sng">
            <a:solidFill>
              <a:srgbClr val="000000">
                <a:alpha val="100000"/>
              </a:srgbClr>
            </a:solidFill>
            <a:prstDash val="solid"/>
            <a:round/>
            <a:headEnd type="none" w="med" len="med"/>
            <a:tailEnd type="none" w="med" len="med"/>
          </a:ln>
        </p:spPr>
        <p:txBody>
          <a:bodyPr/>
          <a:lstStyle/>
          <a:p>
            <a:endParaRPr lang="zh-CN" altLang="en-US"/>
          </a:p>
        </p:txBody>
      </p:sp>
      <p:sp>
        <p:nvSpPr>
          <p:cNvPr id="87044" name="object 5"/>
          <p:cNvSpPr/>
          <p:nvPr/>
        </p:nvSpPr>
        <p:spPr>
          <a:xfrm>
            <a:off x="-155575" y="1350963"/>
            <a:ext cx="12700" cy="0"/>
          </a:xfrm>
          <a:custGeom>
            <a:avLst/>
            <a:gdLst/>
            <a:ahLst/>
            <a:cxnLst>
              <a:cxn ang="0">
                <a:pos x="0" y="0"/>
              </a:cxn>
              <a:cxn ang="0">
                <a:pos x="12191" y="0"/>
              </a:cxn>
            </a:cxnLst>
            <a:rect l="0" t="0" r="0" b="0"/>
            <a:pathLst>
              <a:path w="12700">
                <a:moveTo>
                  <a:pt x="0" y="0"/>
                </a:moveTo>
                <a:lnTo>
                  <a:pt x="12191" y="0"/>
                </a:lnTo>
              </a:path>
            </a:pathLst>
          </a:custGeom>
          <a:noFill/>
          <a:ln w="12191" cap="flat" cmpd="sng">
            <a:solidFill>
              <a:srgbClr val="000000">
                <a:alpha val="100000"/>
              </a:srgbClr>
            </a:solidFill>
            <a:prstDash val="solid"/>
            <a:round/>
            <a:headEnd type="none" w="med" len="med"/>
            <a:tailEnd type="none" w="med" len="med"/>
          </a:ln>
        </p:spPr>
        <p:txBody>
          <a:bodyPr/>
          <a:lstStyle/>
          <a:p>
            <a:endParaRPr lang="zh-CN" altLang="en-US"/>
          </a:p>
        </p:txBody>
      </p:sp>
      <p:sp>
        <p:nvSpPr>
          <p:cNvPr id="2" name="矩形 1"/>
          <p:cNvSpPr/>
          <p:nvPr/>
        </p:nvSpPr>
        <p:spPr>
          <a:xfrm>
            <a:off x="238125" y="2263775"/>
            <a:ext cx="8870950" cy="3416320"/>
          </a:xfrm>
          <a:prstGeom prst="rect">
            <a:avLst/>
          </a:prstGeom>
        </p:spPr>
        <p:txBody>
          <a:bodyPr>
            <a:spAutoFit/>
          </a:bodyPr>
          <a:lstStyle/>
          <a:p>
            <a:pPr algn="just"/>
            <a:r>
              <a:rPr lang="zh-CN" altLang="en-US" dirty="0">
                <a:latin typeface="黑体" panose="02010609060101010101" pitchFamily="49" charset="-122"/>
              </a:rPr>
              <a:t>缓冲区可同时链入设备</a:t>
            </a:r>
            <a:r>
              <a:rPr lang="en-US" altLang="zh-CN" dirty="0" err="1">
                <a:latin typeface="黑体" panose="02010609060101010101" pitchFamily="49" charset="-122"/>
              </a:rPr>
              <a:t>buf</a:t>
            </a:r>
            <a:r>
              <a:rPr lang="zh-CN" altLang="en-US" dirty="0">
                <a:latin typeface="黑体" panose="02010609060101010101" pitchFamily="49" charset="-122"/>
              </a:rPr>
              <a:t>队列和自由</a:t>
            </a:r>
            <a:r>
              <a:rPr lang="en-US" altLang="zh-CN" dirty="0" err="1">
                <a:latin typeface="黑体" panose="02010609060101010101" pitchFamily="49" charset="-122"/>
              </a:rPr>
              <a:t>buf</a:t>
            </a:r>
            <a:r>
              <a:rPr lang="zh-CN" altLang="en-US" dirty="0">
                <a:latin typeface="黑体" panose="02010609060101010101" pitchFamily="49" charset="-122"/>
              </a:rPr>
              <a:t>队列。</a:t>
            </a:r>
            <a:endParaRPr lang="en-US" altLang="zh-CN" dirty="0">
              <a:latin typeface="黑体" panose="02010609060101010101" pitchFamily="49" charset="-122"/>
            </a:endParaRPr>
          </a:p>
          <a:p>
            <a:pPr algn="just"/>
            <a:r>
              <a:rPr kumimoji="1" lang="zh-CN" altLang="en-US" dirty="0">
                <a:latin typeface="黑体" panose="02010609060101010101" pitchFamily="49" charset="-122"/>
                <a:ea typeface="+mn-ea"/>
              </a:rPr>
              <a:t>1一个缓冲区同时在设备buf队列和自由buf队列。即设备释放缓冲区后，该缓冲区可处于“延迟写”状态，等待被写入到外设；该缓冲区被重新分配之前，要将其写入到外设。其数据一直有效。</a:t>
            </a:r>
          </a:p>
          <a:p>
            <a:pPr algn="just">
              <a:buNone/>
            </a:pPr>
            <a:r>
              <a:rPr kumimoji="1" lang="zh-CN" altLang="en-US" dirty="0">
                <a:latin typeface="黑体" panose="02010609060101010101" pitchFamily="49" charset="-122"/>
                <a:ea typeface="+mn-ea"/>
              </a:rPr>
              <a:t>2 如若还要用，直接从自由buf队列中抽出。避免了重复、费时的I/O操作过程，从而大大提高了系统的效率。</a:t>
            </a:r>
          </a:p>
          <a:p>
            <a:pPr algn="just">
              <a:buNone/>
            </a:pPr>
            <a:r>
              <a:rPr kumimoji="1" lang="zh-CN" altLang="en-US" dirty="0">
                <a:latin typeface="黑体" panose="02010609060101010101" pitchFamily="49" charset="-122"/>
                <a:ea typeface="+mn-ea"/>
              </a:rPr>
              <a:t>3 如果要将一个缓冲区重新分配，只需简单的将它从自由buf队列和原设备buf队列中同时抽出，送入新的设备buf队列。实现了进程对有限缓存的共享。</a:t>
            </a:r>
          </a:p>
        </p:txBody>
      </p:sp>
      <p:sp>
        <p:nvSpPr>
          <p:cNvPr id="3" name="矩形 2">
            <a:extLst>
              <a:ext uri="{FF2B5EF4-FFF2-40B4-BE49-F238E27FC236}">
                <a16:creationId xmlns:a16="http://schemas.microsoft.com/office/drawing/2014/main" id="{98AFE58F-2853-4DB0-82B4-56800A8BFA8B}"/>
              </a:ext>
            </a:extLst>
          </p:cNvPr>
          <p:cNvSpPr/>
          <p:nvPr/>
        </p:nvSpPr>
        <p:spPr>
          <a:xfrm>
            <a:off x="323528" y="1527175"/>
            <a:ext cx="7229152" cy="461665"/>
          </a:xfrm>
          <a:prstGeom prst="rect">
            <a:avLst/>
          </a:prstGeom>
        </p:spPr>
        <p:txBody>
          <a:bodyPr wrap="square">
            <a:spAutoFit/>
          </a:bodyPr>
          <a:lstStyle/>
          <a:p>
            <a:pPr marL="163830" lvl="0"/>
            <a:r>
              <a:rPr lang="zh-CN" altLang="zh-CN" dirty="0">
                <a:latin typeface="黑体" panose="02010609060101010101" pitchFamily="49" charset="-122"/>
              </a:rPr>
              <a:t>为什么缓冲控制块buf中要设置两对指针？</a:t>
            </a:r>
            <a:endParaRPr lang="en-US" altLang="zh-CN" dirty="0">
              <a:latin typeface="黑体" panose="02010609060101010101"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89" name="灯片编号占位符 3"/>
          <p:cNvSpPr txBox="1">
            <a:spLocks noGrp="1"/>
          </p:cNvSpPr>
          <p:nvPr>
            <p:ph type="sldNum" sz="quarter" idx="12"/>
          </p:nvPr>
        </p:nvSpPr>
        <p:spPr>
          <a:xfrm>
            <a:off x="431800" y="6229350"/>
            <a:ext cx="2311400" cy="457200"/>
          </a:xfrm>
        </p:spPr>
        <p:txBody>
          <a:bodyPr anchor="b" anchorCtr="0"/>
          <a:lstStyle/>
          <a:p>
            <a:pPr marL="0" indent="0">
              <a:spcBef>
                <a:spcPct val="50000"/>
              </a:spcBef>
              <a:buClrTx/>
              <a:buFontTx/>
              <a:buNone/>
            </a:pPr>
            <a:r>
              <a:rPr lang="zh-CN" altLang="en-US" sz="1200" b="0">
                <a:solidFill>
                  <a:srgbClr val="3366CC"/>
                </a:solidFill>
                <a:ea typeface="宋体" panose="02010600030101010101" pitchFamily="2" charset="-122"/>
              </a:rPr>
              <a:t>第</a:t>
            </a:r>
            <a:fld id="{9A0DB2DC-4C9A-4742-B13C-FB6460FD3503}" type="slidenum">
              <a:rPr lang="zh-TW" altLang="en-US" sz="1200" b="0">
                <a:solidFill>
                  <a:srgbClr val="3366CC"/>
                </a:solidFill>
                <a:ea typeface="PMingLiU" pitchFamily="18" charset="-120"/>
              </a:rPr>
              <a:t>74</a:t>
            </a:fld>
            <a:r>
              <a:rPr lang="zh-CN" altLang="en-US" sz="1200" b="0">
                <a:solidFill>
                  <a:srgbClr val="3366CC"/>
                </a:solidFill>
                <a:ea typeface="宋体" panose="02010600030101010101" pitchFamily="2" charset="-122"/>
              </a:rPr>
              <a:t>页</a:t>
            </a:r>
            <a:endParaRPr lang="zh-TW" altLang="en-US" sz="1200" b="0">
              <a:solidFill>
                <a:srgbClr val="3366CC"/>
              </a:solidFill>
              <a:ea typeface="宋体" panose="02010600030101010101" pitchFamily="2" charset="-122"/>
            </a:endParaRPr>
          </a:p>
        </p:txBody>
      </p:sp>
      <p:sp>
        <p:nvSpPr>
          <p:cNvPr id="89090" name="Rectangle 2"/>
          <p:cNvSpPr>
            <a:spLocks noGrp="1"/>
          </p:cNvSpPr>
          <p:nvPr>
            <p:ph type="title"/>
          </p:nvPr>
        </p:nvSpPr>
        <p:spPr>
          <a:xfrm>
            <a:off x="400050" y="153988"/>
            <a:ext cx="8204200" cy="1143000"/>
          </a:xfrm>
        </p:spPr>
        <p:txBody>
          <a:bodyPr vert="horz" wrap="square" lIns="91440" tIns="45720" rIns="91440" bIns="45720" anchor="b" anchorCtr="0"/>
          <a:lstStyle/>
          <a:p>
            <a:pPr eaLnBrk="1" hangingPunct="1"/>
            <a:r>
              <a:rPr lang="en-US" altLang="zh-CN"/>
              <a:t>7.7</a:t>
            </a:r>
            <a:r>
              <a:rPr lang="zh-CN" altLang="en-US"/>
              <a:t> </a:t>
            </a:r>
            <a:r>
              <a:rPr lang="en-US" altLang="zh-CN"/>
              <a:t>UNIX</a:t>
            </a:r>
            <a:r>
              <a:rPr lang="zh-CN" altLang="en-US"/>
              <a:t>设备管理</a:t>
            </a:r>
          </a:p>
        </p:txBody>
      </p:sp>
      <p:sp>
        <p:nvSpPr>
          <p:cNvPr id="89091" name="object 3"/>
          <p:cNvSpPr/>
          <p:nvPr/>
        </p:nvSpPr>
        <p:spPr>
          <a:xfrm>
            <a:off x="525463" y="1352550"/>
            <a:ext cx="15875" cy="0"/>
          </a:xfrm>
          <a:custGeom>
            <a:avLst/>
            <a:gdLst/>
            <a:ahLst/>
            <a:cxnLst>
              <a:cxn ang="0">
                <a:pos x="0" y="0"/>
              </a:cxn>
              <a:cxn ang="0">
                <a:pos x="441951" y="0"/>
              </a:cxn>
            </a:cxnLst>
            <a:rect l="0" t="0" r="0" b="0"/>
            <a:pathLst>
              <a:path w="14605">
                <a:moveTo>
                  <a:pt x="0" y="0"/>
                </a:moveTo>
                <a:lnTo>
                  <a:pt x="14477" y="0"/>
                </a:lnTo>
              </a:path>
            </a:pathLst>
          </a:custGeom>
          <a:noFill/>
          <a:ln w="14477" cap="flat" cmpd="sng">
            <a:solidFill>
              <a:srgbClr val="000000">
                <a:alpha val="100000"/>
              </a:srgbClr>
            </a:solidFill>
            <a:prstDash val="solid"/>
            <a:round/>
            <a:headEnd type="none" w="med" len="med"/>
            <a:tailEnd type="none" w="med" len="med"/>
          </a:ln>
        </p:spPr>
        <p:txBody>
          <a:bodyPr/>
          <a:lstStyle/>
          <a:p>
            <a:endParaRPr lang="zh-CN" altLang="en-US"/>
          </a:p>
        </p:txBody>
      </p:sp>
      <p:sp>
        <p:nvSpPr>
          <p:cNvPr id="89092" name="object 6"/>
          <p:cNvSpPr/>
          <p:nvPr/>
        </p:nvSpPr>
        <p:spPr>
          <a:xfrm>
            <a:off x="525463" y="1541463"/>
            <a:ext cx="15875" cy="0"/>
          </a:xfrm>
          <a:custGeom>
            <a:avLst/>
            <a:gdLst/>
            <a:ahLst/>
            <a:cxnLst>
              <a:cxn ang="0">
                <a:pos x="0" y="0"/>
              </a:cxn>
              <a:cxn ang="0">
                <a:pos x="441951" y="0"/>
              </a:cxn>
            </a:cxnLst>
            <a:rect l="0" t="0" r="0" b="0"/>
            <a:pathLst>
              <a:path w="14605">
                <a:moveTo>
                  <a:pt x="0" y="0"/>
                </a:moveTo>
                <a:lnTo>
                  <a:pt x="14477" y="0"/>
                </a:lnTo>
              </a:path>
            </a:pathLst>
          </a:custGeom>
          <a:noFill/>
          <a:ln w="14477" cap="flat" cmpd="sng">
            <a:solidFill>
              <a:srgbClr val="000000">
                <a:alpha val="100000"/>
              </a:srgbClr>
            </a:solidFill>
            <a:prstDash val="solid"/>
            <a:round/>
            <a:headEnd type="none" w="med" len="med"/>
            <a:tailEnd type="none" w="med" len="med"/>
          </a:ln>
        </p:spPr>
        <p:txBody>
          <a:bodyPr/>
          <a:lstStyle/>
          <a:p>
            <a:endParaRPr lang="zh-CN" altLang="en-US"/>
          </a:p>
        </p:txBody>
      </p:sp>
      <p:sp>
        <p:nvSpPr>
          <p:cNvPr id="8" name="object 7"/>
          <p:cNvSpPr txBox="1"/>
          <p:nvPr/>
        </p:nvSpPr>
        <p:spPr bwMode="auto">
          <a:xfrm>
            <a:off x="390525" y="1362075"/>
            <a:ext cx="8645525" cy="1624330"/>
          </a:xfrm>
          <a:prstGeom prst="rect">
            <a:avLst/>
          </a:prstGeom>
          <a:noFill/>
          <a:ln w="9525">
            <a:noFill/>
            <a:miter lim="800000"/>
          </a:ln>
          <a:effectLst/>
        </p:spPr>
        <p:txBody>
          <a:bodyPr lIns="0" tIns="0" rIns="0" bIns="0">
            <a:spAutoFit/>
          </a:bodyPr>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20955" lvl="0" indent="0">
              <a:buClrTx/>
              <a:buFont typeface="Wingdings" panose="05000000000000000000" pitchFamily="2" charset="2"/>
              <a:buNone/>
            </a:pPr>
            <a:r>
              <a:rPr lang="zh-CN" altLang="en-US" sz="2400" b="0" dirty="0">
                <a:latin typeface="黑体" panose="02010609060101010101" pitchFamily="49" charset="-122"/>
              </a:rPr>
              <a:t>字符设备的缓冲区管理</a:t>
            </a:r>
            <a:endParaRPr lang="en-US" altLang="zh-CN" sz="2400" b="0" dirty="0">
              <a:latin typeface="黑体" panose="02010609060101010101" pitchFamily="49" charset="-122"/>
            </a:endParaRPr>
          </a:p>
          <a:p>
            <a:pPr marL="20955" lvl="0" indent="0">
              <a:buClrTx/>
              <a:buFont typeface="Wingdings" panose="05000000000000000000" pitchFamily="2" charset="2"/>
              <a:buNone/>
            </a:pPr>
            <a:r>
              <a:rPr lang="zh-CN" altLang="en-US" sz="2400" b="0" dirty="0">
                <a:latin typeface="黑体" panose="02010609060101010101" pitchFamily="49" charset="-122"/>
              </a:rPr>
              <a:t>字符缓冲区用于解决</a:t>
            </a:r>
            <a:r>
              <a:rPr lang="en-US" altLang="zh-CN" sz="2400" b="0" dirty="0">
                <a:latin typeface="黑体" panose="02010609060101010101" pitchFamily="49" charset="-122"/>
              </a:rPr>
              <a:t>CPU</a:t>
            </a:r>
            <a:r>
              <a:rPr lang="zh-CN" altLang="en-US" sz="2400" b="0" dirty="0">
                <a:latin typeface="黑体" panose="02010609060101010101" pitchFamily="49" charset="-122"/>
              </a:rPr>
              <a:t>与字符设备间速度不匹配的矛盾，字符缓冲池由</a:t>
            </a:r>
            <a:r>
              <a:rPr lang="en-US" altLang="zh-CN" sz="2400" b="0" dirty="0">
                <a:latin typeface="黑体" panose="02010609060101010101" pitchFamily="49" charset="-122"/>
              </a:rPr>
              <a:t>100</a:t>
            </a:r>
            <a:r>
              <a:rPr lang="zh-CN" altLang="en-US" sz="2400" b="0" dirty="0">
                <a:latin typeface="黑体" panose="02010609060101010101" pitchFamily="49" charset="-122"/>
              </a:rPr>
              <a:t>个缓冲区组成。其字符缓冲区的结构如下：</a:t>
            </a:r>
            <a:endParaRPr lang="en-US" altLang="zh-CN" sz="2400" b="0" dirty="0">
              <a:latin typeface="黑体" panose="02010609060101010101" pitchFamily="49" charset="-122"/>
            </a:endParaRPr>
          </a:p>
          <a:p>
            <a:pPr marL="20955" lvl="0" indent="0">
              <a:buClrTx/>
              <a:buFont typeface="Wingdings" panose="05000000000000000000" pitchFamily="2" charset="2"/>
              <a:buNone/>
            </a:pPr>
            <a:r>
              <a:rPr lang="en-US" altLang="zh-CN" sz="2400" b="0" dirty="0" err="1">
                <a:effectLst>
                  <a:outerShdw blurRad="38100" dist="38100" dir="2700000">
                    <a:srgbClr val="FFFFFF"/>
                  </a:outerShdw>
                </a:effectLst>
              </a:rPr>
              <a:t>struct</a:t>
            </a:r>
            <a:r>
              <a:rPr lang="en-US" altLang="zh-CN" sz="2400" b="0" dirty="0">
                <a:effectLst>
                  <a:outerShdw blurRad="38100" dist="38100" dir="2700000">
                    <a:srgbClr val="FFFFFF"/>
                  </a:outerShdw>
                </a:effectLst>
              </a:rPr>
              <a:t> </a:t>
            </a:r>
            <a:r>
              <a:rPr lang="en-US" altLang="zh-CN" sz="2400" b="0" dirty="0" err="1">
                <a:effectLst>
                  <a:outerShdw blurRad="38100" dist="38100" dir="2700000">
                    <a:srgbClr val="FFFFFF"/>
                  </a:outerShdw>
                </a:effectLst>
              </a:rPr>
              <a:t>cblock</a:t>
            </a:r>
            <a:r>
              <a:rPr lang="en-US" altLang="zh-CN" sz="2400" b="0" dirty="0">
                <a:effectLst>
                  <a:outerShdw blurRad="38100" dist="38100" dir="2700000">
                    <a:srgbClr val="FFFFFF"/>
                  </a:outerShdw>
                </a:effectLst>
              </a:rPr>
              <a:t>{</a:t>
            </a:r>
            <a:endParaRPr lang="zh-CN" altLang="en-US" sz="2400" b="0" dirty="0">
              <a:effectLst>
                <a:outerShdw blurRad="38100" dist="38100" dir="2700000">
                  <a:srgbClr val="FFFFFF"/>
                </a:outerShdw>
              </a:effectLst>
            </a:endParaRPr>
          </a:p>
        </p:txBody>
      </p:sp>
      <p:sp>
        <p:nvSpPr>
          <p:cNvPr id="89094" name="object 8"/>
          <p:cNvSpPr txBox="1"/>
          <p:nvPr/>
        </p:nvSpPr>
        <p:spPr>
          <a:xfrm>
            <a:off x="1941513" y="3316288"/>
            <a:ext cx="2171700" cy="530225"/>
          </a:xfrm>
          <a:prstGeom prst="rect">
            <a:avLst/>
          </a:prstGeom>
          <a:noFill/>
          <a:ln w="9525">
            <a:noFill/>
          </a:ln>
        </p:spPr>
        <p:txBody>
          <a:bodyPr lIns="0" tIns="0" rIns="0" bIns="0">
            <a:spAutoFit/>
          </a:bodyPr>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12700" lvl="0" indent="0">
              <a:spcBef>
                <a:spcPct val="0"/>
              </a:spcBef>
              <a:buClrTx/>
              <a:buFontTx/>
              <a:buNone/>
            </a:pPr>
            <a:r>
              <a:rPr lang="zh-CN" altLang="zh-CN" sz="1800">
                <a:ea typeface="宋体" panose="02010600030101010101" pitchFamily="2" charset="-122"/>
              </a:rPr>
              <a:t>struct cblock *c_next; </a:t>
            </a:r>
            <a:r>
              <a:rPr lang="zh-CN" altLang="zh-CN" sz="1800">
                <a:solidFill>
                  <a:srgbClr val="FF3300"/>
                </a:solidFill>
                <a:ea typeface="宋体" panose="02010600030101010101" pitchFamily="2" charset="-122"/>
              </a:rPr>
              <a:t>char info[6];</a:t>
            </a:r>
            <a:endParaRPr lang="zh-CN" altLang="zh-CN" sz="1800" b="0">
              <a:ea typeface="宋体" panose="02010600030101010101" pitchFamily="2" charset="-122"/>
            </a:endParaRPr>
          </a:p>
        </p:txBody>
      </p:sp>
      <p:sp>
        <p:nvSpPr>
          <p:cNvPr id="89095" name="object 9"/>
          <p:cNvSpPr txBox="1"/>
          <p:nvPr/>
        </p:nvSpPr>
        <p:spPr>
          <a:xfrm>
            <a:off x="4595812" y="3303588"/>
            <a:ext cx="2624137" cy="553998"/>
          </a:xfrm>
          <a:prstGeom prst="rect">
            <a:avLst/>
          </a:prstGeom>
          <a:noFill/>
          <a:ln w="9525">
            <a:noFill/>
          </a:ln>
        </p:spPr>
        <p:txBody>
          <a:bodyPr wrap="square" lIns="0" tIns="0" rIns="0" bIns="0">
            <a:spAutoFit/>
          </a:bodyPr>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19050" lvl="0" indent="0">
              <a:spcBef>
                <a:spcPct val="0"/>
              </a:spcBef>
              <a:buClrTx/>
              <a:buFontTx/>
              <a:buNone/>
            </a:pPr>
            <a:r>
              <a:rPr lang="zh-CN" altLang="zh-CN" sz="1800" dirty="0">
                <a:ea typeface="宋体" panose="02010600030101010101" pitchFamily="2" charset="-122"/>
              </a:rPr>
              <a:t>/*</a:t>
            </a:r>
            <a:r>
              <a:rPr lang="zh-CN" altLang="zh-CN" sz="1800" dirty="0">
                <a:latin typeface="宋体" panose="02010600030101010101" pitchFamily="2" charset="-122"/>
                <a:ea typeface="宋体" panose="02010600030101010101" pitchFamily="2" charset="-122"/>
              </a:rPr>
              <a:t>字符</a:t>
            </a:r>
            <a:r>
              <a:rPr lang="zh-CN" altLang="en-US" sz="1800" dirty="0">
                <a:latin typeface="宋体" panose="02010600030101010101" pitchFamily="2" charset="-122"/>
                <a:ea typeface="宋体" panose="02010600030101010101" pitchFamily="2" charset="-122"/>
              </a:rPr>
              <a:t>缓冲区</a:t>
            </a:r>
            <a:r>
              <a:rPr lang="zh-CN" altLang="zh-CN" sz="1800" dirty="0">
                <a:latin typeface="宋体" panose="02010600030101010101" pitchFamily="2" charset="-122"/>
                <a:ea typeface="宋体" panose="02010600030101010101" pitchFamily="2" charset="-122"/>
              </a:rPr>
              <a:t>指针</a:t>
            </a:r>
            <a:r>
              <a:rPr lang="zh-CN" altLang="zh-CN" sz="1800" dirty="0">
                <a:ea typeface="宋体" panose="02010600030101010101" pitchFamily="2" charset="-122"/>
              </a:rPr>
              <a:t>*/</a:t>
            </a:r>
            <a:endParaRPr lang="zh-CN" altLang="zh-CN" sz="1800" b="0" dirty="0">
              <a:ea typeface="宋体" panose="02010600030101010101" pitchFamily="2" charset="-122"/>
            </a:endParaRPr>
          </a:p>
          <a:p>
            <a:pPr marL="19050" lvl="0" indent="0">
              <a:spcBef>
                <a:spcPct val="0"/>
              </a:spcBef>
              <a:buClrTx/>
              <a:buFontTx/>
              <a:buNone/>
            </a:pPr>
            <a:r>
              <a:rPr lang="zh-CN" altLang="zh-CN" sz="1800" dirty="0">
                <a:ea typeface="宋体" panose="02010600030101010101" pitchFamily="2" charset="-122"/>
              </a:rPr>
              <a:t>/*</a:t>
            </a:r>
            <a:r>
              <a:rPr lang="zh-CN" altLang="zh-CN" sz="1800" dirty="0">
                <a:latin typeface="宋体" panose="02010600030101010101" pitchFamily="2" charset="-122"/>
                <a:ea typeface="宋体" panose="02010600030101010101" pitchFamily="2" charset="-122"/>
              </a:rPr>
              <a:t>字符</a:t>
            </a:r>
            <a:r>
              <a:rPr lang="zh-CN" altLang="en-US" sz="1800" dirty="0">
                <a:latin typeface="宋体" panose="02010600030101010101" pitchFamily="2" charset="-122"/>
                <a:ea typeface="宋体" panose="02010600030101010101" pitchFamily="2" charset="-122"/>
              </a:rPr>
              <a:t>缓冲区</a:t>
            </a:r>
            <a:r>
              <a:rPr lang="zh-CN" altLang="zh-CN" sz="1800" dirty="0">
                <a:latin typeface="宋体" panose="02010600030101010101" pitchFamily="2" charset="-122"/>
                <a:ea typeface="宋体" panose="02010600030101010101" pitchFamily="2" charset="-122"/>
              </a:rPr>
              <a:t>信息区</a:t>
            </a:r>
            <a:r>
              <a:rPr lang="zh-CN" altLang="zh-CN" sz="1800" dirty="0">
                <a:ea typeface="宋体" panose="02010600030101010101" pitchFamily="2" charset="-122"/>
              </a:rPr>
              <a:t>*/</a:t>
            </a:r>
            <a:endParaRPr lang="zh-CN" altLang="zh-CN" sz="1800" b="0" dirty="0">
              <a:ea typeface="宋体" panose="02010600030101010101" pitchFamily="2" charset="-122"/>
            </a:endParaRPr>
          </a:p>
        </p:txBody>
      </p:sp>
      <p:sp>
        <p:nvSpPr>
          <p:cNvPr id="89096" name="object 10"/>
          <p:cNvSpPr/>
          <p:nvPr/>
        </p:nvSpPr>
        <p:spPr>
          <a:xfrm>
            <a:off x="5348288" y="4062413"/>
            <a:ext cx="2808287" cy="2376487"/>
          </a:xfrm>
          <a:custGeom>
            <a:avLst/>
            <a:gdLst/>
            <a:ahLst/>
            <a:cxnLst>
              <a:cxn ang="0">
                <a:pos x="1295157" y="3897"/>
              </a:cxn>
              <a:cxn ang="0">
                <a:pos x="1071802" y="34323"/>
              </a:cxn>
              <a:cxn ang="0">
                <a:pos x="861655" y="92876"/>
              </a:cxn>
              <a:cxn ang="0">
                <a:pos x="667633" y="177034"/>
              </a:cxn>
              <a:cxn ang="0">
                <a:pos x="492649" y="284477"/>
              </a:cxn>
              <a:cxn ang="0">
                <a:pos x="339578" y="412723"/>
              </a:cxn>
              <a:cxn ang="0">
                <a:pos x="211364" y="559330"/>
              </a:cxn>
              <a:cxn ang="0">
                <a:pos x="110848" y="721915"/>
              </a:cxn>
              <a:cxn ang="0">
                <a:pos x="41013" y="898028"/>
              </a:cxn>
              <a:cxn ang="0">
                <a:pos x="4695" y="1085234"/>
              </a:cxn>
              <a:cxn ang="0">
                <a:pos x="4695" y="1279136"/>
              </a:cxn>
              <a:cxn ang="0">
                <a:pos x="41013" y="1466156"/>
              </a:cxn>
              <a:cxn ang="0">
                <a:pos x="110848" y="1642119"/>
              </a:cxn>
              <a:cxn ang="0">
                <a:pos x="211364" y="1804584"/>
              </a:cxn>
              <a:cxn ang="0">
                <a:pos x="339578" y="1951127"/>
              </a:cxn>
              <a:cxn ang="0">
                <a:pos x="492649" y="2079308"/>
              </a:cxn>
              <a:cxn ang="0">
                <a:pos x="667633" y="2186700"/>
              </a:cxn>
              <a:cxn ang="0">
                <a:pos x="861655" y="2270871"/>
              </a:cxn>
              <a:cxn ang="0">
                <a:pos x="1071802" y="2329379"/>
              </a:cxn>
              <a:cxn ang="0">
                <a:pos x="1295157" y="2359801"/>
              </a:cxn>
              <a:cxn ang="0">
                <a:pos x="1526606" y="2359801"/>
              </a:cxn>
              <a:cxn ang="0">
                <a:pos x="1749918" y="2329379"/>
              </a:cxn>
              <a:cxn ang="0">
                <a:pos x="1959984" y="2270871"/>
              </a:cxn>
              <a:cxn ang="0">
                <a:pos x="2153904" y="2186700"/>
              </a:cxn>
              <a:cxn ang="0">
                <a:pos x="2328786" y="2079308"/>
              </a:cxn>
              <a:cxn ang="0">
                <a:pos x="2481733" y="1951127"/>
              </a:cxn>
              <a:cxn ang="0">
                <a:pos x="2609854" y="1804584"/>
              </a:cxn>
              <a:cxn ang="0">
                <a:pos x="2710259" y="1642119"/>
              </a:cxn>
              <a:cxn ang="0">
                <a:pos x="2780046" y="1466156"/>
              </a:cxn>
              <a:cxn ang="0">
                <a:pos x="2816328" y="1279136"/>
              </a:cxn>
              <a:cxn ang="0">
                <a:pos x="2816328" y="1085234"/>
              </a:cxn>
              <a:cxn ang="0">
                <a:pos x="2780046" y="898028"/>
              </a:cxn>
              <a:cxn ang="0">
                <a:pos x="2710259" y="721915"/>
              </a:cxn>
              <a:cxn ang="0">
                <a:pos x="2609854" y="559330"/>
              </a:cxn>
              <a:cxn ang="0">
                <a:pos x="2481733" y="412723"/>
              </a:cxn>
              <a:cxn ang="0">
                <a:pos x="2328786" y="284477"/>
              </a:cxn>
              <a:cxn ang="0">
                <a:pos x="2153904" y="177034"/>
              </a:cxn>
              <a:cxn ang="0">
                <a:pos x="1959984" y="92876"/>
              </a:cxn>
              <a:cxn ang="0">
                <a:pos x="1749918" y="34323"/>
              </a:cxn>
              <a:cxn ang="0">
                <a:pos x="1526606" y="3897"/>
              </a:cxn>
            </a:cxnLst>
            <a:rect l="0" t="0" r="0" b="0"/>
            <a:pathLst>
              <a:path w="2807970" h="2376804">
                <a:moveTo>
                  <a:pt x="1404365" y="0"/>
                </a:moveTo>
                <a:lnTo>
                  <a:pt x="1289171" y="3938"/>
                </a:lnTo>
                <a:lnTo>
                  <a:pt x="1176544" y="15549"/>
                </a:lnTo>
                <a:lnTo>
                  <a:pt x="1066846" y="34528"/>
                </a:lnTo>
                <a:lnTo>
                  <a:pt x="960436" y="60569"/>
                </a:lnTo>
                <a:lnTo>
                  <a:pt x="857678" y="93368"/>
                </a:lnTo>
                <a:lnTo>
                  <a:pt x="758932" y="132620"/>
                </a:lnTo>
                <a:lnTo>
                  <a:pt x="664558" y="178018"/>
                </a:lnTo>
                <a:lnTo>
                  <a:pt x="574919" y="229258"/>
                </a:lnTo>
                <a:lnTo>
                  <a:pt x="490376" y="286035"/>
                </a:lnTo>
                <a:lnTo>
                  <a:pt x="411289" y="348043"/>
                </a:lnTo>
                <a:lnTo>
                  <a:pt x="338020" y="414978"/>
                </a:lnTo>
                <a:lnTo>
                  <a:pt x="270930" y="486533"/>
                </a:lnTo>
                <a:lnTo>
                  <a:pt x="210380" y="562405"/>
                </a:lnTo>
                <a:lnTo>
                  <a:pt x="156732" y="642288"/>
                </a:lnTo>
                <a:lnTo>
                  <a:pt x="110347" y="725876"/>
                </a:lnTo>
                <a:lnTo>
                  <a:pt x="71585" y="812865"/>
                </a:lnTo>
                <a:lnTo>
                  <a:pt x="40808" y="902948"/>
                </a:lnTo>
                <a:lnTo>
                  <a:pt x="18377" y="995822"/>
                </a:lnTo>
                <a:lnTo>
                  <a:pt x="4654" y="1091181"/>
                </a:lnTo>
                <a:lnTo>
                  <a:pt x="0" y="1188720"/>
                </a:lnTo>
                <a:lnTo>
                  <a:pt x="4654" y="1286149"/>
                </a:lnTo>
                <a:lnTo>
                  <a:pt x="18377" y="1381410"/>
                </a:lnTo>
                <a:lnTo>
                  <a:pt x="40808" y="1474197"/>
                </a:lnTo>
                <a:lnTo>
                  <a:pt x="71585" y="1564203"/>
                </a:lnTo>
                <a:lnTo>
                  <a:pt x="110347" y="1651123"/>
                </a:lnTo>
                <a:lnTo>
                  <a:pt x="156732" y="1734651"/>
                </a:lnTo>
                <a:lnTo>
                  <a:pt x="210380" y="1814481"/>
                </a:lnTo>
                <a:lnTo>
                  <a:pt x="270930" y="1890308"/>
                </a:lnTo>
                <a:lnTo>
                  <a:pt x="338020" y="1961826"/>
                </a:lnTo>
                <a:lnTo>
                  <a:pt x="411289" y="2028729"/>
                </a:lnTo>
                <a:lnTo>
                  <a:pt x="490376" y="2090712"/>
                </a:lnTo>
                <a:lnTo>
                  <a:pt x="574919" y="2147468"/>
                </a:lnTo>
                <a:lnTo>
                  <a:pt x="664558" y="2198692"/>
                </a:lnTo>
                <a:lnTo>
                  <a:pt x="758932" y="2244078"/>
                </a:lnTo>
                <a:lnTo>
                  <a:pt x="857678" y="2283321"/>
                </a:lnTo>
                <a:lnTo>
                  <a:pt x="960436" y="2316114"/>
                </a:lnTo>
                <a:lnTo>
                  <a:pt x="1066846" y="2342152"/>
                </a:lnTo>
                <a:lnTo>
                  <a:pt x="1176544" y="2361129"/>
                </a:lnTo>
                <a:lnTo>
                  <a:pt x="1289171" y="2372739"/>
                </a:lnTo>
                <a:lnTo>
                  <a:pt x="1404366" y="2376678"/>
                </a:lnTo>
                <a:lnTo>
                  <a:pt x="1519554" y="2372739"/>
                </a:lnTo>
                <a:lnTo>
                  <a:pt x="1632165" y="2361129"/>
                </a:lnTo>
                <a:lnTo>
                  <a:pt x="1741839" y="2342152"/>
                </a:lnTo>
                <a:lnTo>
                  <a:pt x="1848215" y="2316114"/>
                </a:lnTo>
                <a:lnTo>
                  <a:pt x="1950934" y="2283321"/>
                </a:lnTo>
                <a:lnTo>
                  <a:pt x="2049635" y="2244078"/>
                </a:lnTo>
                <a:lnTo>
                  <a:pt x="2143958" y="2198692"/>
                </a:lnTo>
                <a:lnTo>
                  <a:pt x="2233543" y="2147468"/>
                </a:lnTo>
                <a:lnTo>
                  <a:pt x="2318031" y="2090712"/>
                </a:lnTo>
                <a:lnTo>
                  <a:pt x="2397061" y="2028729"/>
                </a:lnTo>
                <a:lnTo>
                  <a:pt x="2470273" y="1961826"/>
                </a:lnTo>
                <a:lnTo>
                  <a:pt x="2537307" y="1890308"/>
                </a:lnTo>
                <a:lnTo>
                  <a:pt x="2597803" y="1814481"/>
                </a:lnTo>
                <a:lnTo>
                  <a:pt x="2651401" y="1734651"/>
                </a:lnTo>
                <a:lnTo>
                  <a:pt x="2697741" y="1651123"/>
                </a:lnTo>
                <a:lnTo>
                  <a:pt x="2736463" y="1564203"/>
                </a:lnTo>
                <a:lnTo>
                  <a:pt x="2767207" y="1474197"/>
                </a:lnTo>
                <a:lnTo>
                  <a:pt x="2789613" y="1381410"/>
                </a:lnTo>
                <a:lnTo>
                  <a:pt x="2803320" y="1286149"/>
                </a:lnTo>
                <a:lnTo>
                  <a:pt x="2807969" y="1188720"/>
                </a:lnTo>
                <a:lnTo>
                  <a:pt x="2803320" y="1091181"/>
                </a:lnTo>
                <a:lnTo>
                  <a:pt x="2789613" y="995822"/>
                </a:lnTo>
                <a:lnTo>
                  <a:pt x="2767207" y="902948"/>
                </a:lnTo>
                <a:lnTo>
                  <a:pt x="2736463" y="812865"/>
                </a:lnTo>
                <a:lnTo>
                  <a:pt x="2697741" y="725876"/>
                </a:lnTo>
                <a:lnTo>
                  <a:pt x="2651401" y="642288"/>
                </a:lnTo>
                <a:lnTo>
                  <a:pt x="2597803" y="562405"/>
                </a:lnTo>
                <a:lnTo>
                  <a:pt x="2537307" y="486533"/>
                </a:lnTo>
                <a:lnTo>
                  <a:pt x="2470273" y="414978"/>
                </a:lnTo>
                <a:lnTo>
                  <a:pt x="2397061" y="348043"/>
                </a:lnTo>
                <a:lnTo>
                  <a:pt x="2318031" y="286035"/>
                </a:lnTo>
                <a:lnTo>
                  <a:pt x="2233543" y="229258"/>
                </a:lnTo>
                <a:lnTo>
                  <a:pt x="2143958" y="178018"/>
                </a:lnTo>
                <a:lnTo>
                  <a:pt x="2049635" y="132620"/>
                </a:lnTo>
                <a:lnTo>
                  <a:pt x="1950934" y="93368"/>
                </a:lnTo>
                <a:lnTo>
                  <a:pt x="1848215" y="60569"/>
                </a:lnTo>
                <a:lnTo>
                  <a:pt x="1741839" y="34528"/>
                </a:lnTo>
                <a:lnTo>
                  <a:pt x="1632165" y="15549"/>
                </a:lnTo>
                <a:lnTo>
                  <a:pt x="1519554" y="3938"/>
                </a:lnTo>
                <a:lnTo>
                  <a:pt x="1404365" y="0"/>
                </a:lnTo>
                <a:close/>
              </a:path>
            </a:pathLst>
          </a:custGeom>
          <a:noFill/>
          <a:ln w="19050" cap="flat" cmpd="sng">
            <a:solidFill>
              <a:srgbClr val="000000">
                <a:alpha val="100000"/>
              </a:srgbClr>
            </a:solidFill>
            <a:prstDash val="solid"/>
            <a:round/>
            <a:headEnd type="none" w="med" len="med"/>
            <a:tailEnd type="none" w="med" len="med"/>
          </a:ln>
        </p:spPr>
        <p:txBody>
          <a:bodyPr/>
          <a:lstStyle/>
          <a:p>
            <a:endParaRPr lang="zh-CN" altLang="en-US"/>
          </a:p>
        </p:txBody>
      </p:sp>
      <p:sp>
        <p:nvSpPr>
          <p:cNvPr id="89097" name="object 11"/>
          <p:cNvSpPr/>
          <p:nvPr/>
        </p:nvSpPr>
        <p:spPr>
          <a:xfrm>
            <a:off x="5780088" y="4640263"/>
            <a:ext cx="576262" cy="288925"/>
          </a:xfrm>
          <a:custGeom>
            <a:avLst/>
            <a:gdLst/>
            <a:ahLst/>
            <a:cxnLst>
              <a:cxn ang="0">
                <a:pos x="0" y="0"/>
              </a:cxn>
              <a:cxn ang="0">
                <a:pos x="0" y="344189"/>
              </a:cxn>
              <a:cxn ang="0">
                <a:pos x="563226" y="344189"/>
              </a:cxn>
              <a:cxn ang="0">
                <a:pos x="563226" y="0"/>
              </a:cxn>
              <a:cxn ang="0">
                <a:pos x="0" y="0"/>
              </a:cxn>
            </a:cxnLst>
            <a:rect l="0" t="0" r="0" b="0"/>
            <a:pathLst>
              <a:path w="576579" h="287654">
                <a:moveTo>
                  <a:pt x="0" y="0"/>
                </a:moveTo>
                <a:lnTo>
                  <a:pt x="0" y="287274"/>
                </a:lnTo>
                <a:lnTo>
                  <a:pt x="576071" y="287274"/>
                </a:lnTo>
                <a:lnTo>
                  <a:pt x="576071" y="0"/>
                </a:lnTo>
                <a:lnTo>
                  <a:pt x="0" y="0"/>
                </a:lnTo>
                <a:close/>
              </a:path>
            </a:pathLst>
          </a:custGeom>
          <a:solidFill>
            <a:srgbClr val="FFFF00">
              <a:alpha val="100000"/>
            </a:srgbClr>
          </a:solidFill>
          <a:ln w="9525">
            <a:noFill/>
          </a:ln>
        </p:spPr>
        <p:txBody>
          <a:bodyPr/>
          <a:lstStyle/>
          <a:p>
            <a:endParaRPr lang="zh-CN" altLang="en-US"/>
          </a:p>
        </p:txBody>
      </p:sp>
      <p:sp>
        <p:nvSpPr>
          <p:cNvPr id="89098" name="object 12"/>
          <p:cNvSpPr/>
          <p:nvPr/>
        </p:nvSpPr>
        <p:spPr>
          <a:xfrm>
            <a:off x="5780088" y="4640263"/>
            <a:ext cx="576262" cy="288925"/>
          </a:xfrm>
          <a:custGeom>
            <a:avLst/>
            <a:gdLst/>
            <a:ahLst/>
            <a:cxnLst>
              <a:cxn ang="0">
                <a:pos x="0" y="0"/>
              </a:cxn>
              <a:cxn ang="0">
                <a:pos x="0" y="344189"/>
              </a:cxn>
              <a:cxn ang="0">
                <a:pos x="563226" y="344189"/>
              </a:cxn>
              <a:cxn ang="0">
                <a:pos x="563226" y="0"/>
              </a:cxn>
              <a:cxn ang="0">
                <a:pos x="0" y="0"/>
              </a:cxn>
            </a:cxnLst>
            <a:rect l="0" t="0" r="0" b="0"/>
            <a:pathLst>
              <a:path w="576579" h="287654">
                <a:moveTo>
                  <a:pt x="0" y="0"/>
                </a:moveTo>
                <a:lnTo>
                  <a:pt x="0" y="287274"/>
                </a:lnTo>
                <a:lnTo>
                  <a:pt x="576071" y="287274"/>
                </a:lnTo>
                <a:lnTo>
                  <a:pt x="576071" y="0"/>
                </a:lnTo>
                <a:lnTo>
                  <a:pt x="0" y="0"/>
                </a:lnTo>
                <a:close/>
              </a:path>
            </a:pathLst>
          </a:custGeom>
          <a:noFill/>
          <a:ln w="19050" cap="flat" cmpd="sng">
            <a:solidFill>
              <a:srgbClr val="000000">
                <a:alpha val="100000"/>
              </a:srgbClr>
            </a:solidFill>
            <a:prstDash val="solid"/>
            <a:round/>
            <a:headEnd type="none" w="med" len="med"/>
            <a:tailEnd type="none" w="med" len="med"/>
          </a:ln>
        </p:spPr>
        <p:txBody>
          <a:bodyPr/>
          <a:lstStyle/>
          <a:p>
            <a:endParaRPr lang="zh-CN" altLang="en-US"/>
          </a:p>
        </p:txBody>
      </p:sp>
      <p:sp>
        <p:nvSpPr>
          <p:cNvPr id="89099" name="object 13"/>
          <p:cNvSpPr/>
          <p:nvPr/>
        </p:nvSpPr>
        <p:spPr>
          <a:xfrm>
            <a:off x="6499225" y="4640263"/>
            <a:ext cx="576263" cy="288925"/>
          </a:xfrm>
          <a:custGeom>
            <a:avLst/>
            <a:gdLst/>
            <a:ahLst/>
            <a:cxnLst>
              <a:cxn ang="0">
                <a:pos x="0" y="0"/>
              </a:cxn>
              <a:cxn ang="0">
                <a:pos x="0" y="344189"/>
              </a:cxn>
              <a:cxn ang="0">
                <a:pos x="563268" y="344189"/>
              </a:cxn>
              <a:cxn ang="0">
                <a:pos x="563268" y="0"/>
              </a:cxn>
              <a:cxn ang="0">
                <a:pos x="0" y="0"/>
              </a:cxn>
            </a:cxnLst>
            <a:rect l="0" t="0" r="0" b="0"/>
            <a:pathLst>
              <a:path w="576579" h="287654">
                <a:moveTo>
                  <a:pt x="0" y="0"/>
                </a:moveTo>
                <a:lnTo>
                  <a:pt x="0" y="287274"/>
                </a:lnTo>
                <a:lnTo>
                  <a:pt x="576072" y="287274"/>
                </a:lnTo>
                <a:lnTo>
                  <a:pt x="576072" y="0"/>
                </a:lnTo>
                <a:lnTo>
                  <a:pt x="0" y="0"/>
                </a:lnTo>
                <a:close/>
              </a:path>
            </a:pathLst>
          </a:custGeom>
          <a:solidFill>
            <a:srgbClr val="FFFF00">
              <a:alpha val="100000"/>
            </a:srgbClr>
          </a:solidFill>
          <a:ln w="9525">
            <a:noFill/>
          </a:ln>
        </p:spPr>
        <p:txBody>
          <a:bodyPr/>
          <a:lstStyle/>
          <a:p>
            <a:endParaRPr lang="zh-CN" altLang="en-US"/>
          </a:p>
        </p:txBody>
      </p:sp>
      <p:sp>
        <p:nvSpPr>
          <p:cNvPr id="89100" name="object 14"/>
          <p:cNvSpPr/>
          <p:nvPr/>
        </p:nvSpPr>
        <p:spPr>
          <a:xfrm>
            <a:off x="6499225" y="4640263"/>
            <a:ext cx="576263" cy="288925"/>
          </a:xfrm>
          <a:custGeom>
            <a:avLst/>
            <a:gdLst/>
            <a:ahLst/>
            <a:cxnLst>
              <a:cxn ang="0">
                <a:pos x="0" y="0"/>
              </a:cxn>
              <a:cxn ang="0">
                <a:pos x="0" y="344189"/>
              </a:cxn>
              <a:cxn ang="0">
                <a:pos x="539088" y="344189"/>
              </a:cxn>
              <a:cxn ang="0">
                <a:pos x="539088" y="0"/>
              </a:cxn>
              <a:cxn ang="0">
                <a:pos x="0" y="0"/>
              </a:cxn>
            </a:cxnLst>
            <a:rect l="0" t="0" r="0" b="0"/>
            <a:pathLst>
              <a:path w="577215" h="287654">
                <a:moveTo>
                  <a:pt x="0" y="0"/>
                </a:moveTo>
                <a:lnTo>
                  <a:pt x="0" y="287274"/>
                </a:lnTo>
                <a:lnTo>
                  <a:pt x="576833" y="287274"/>
                </a:lnTo>
                <a:lnTo>
                  <a:pt x="576833" y="0"/>
                </a:lnTo>
                <a:lnTo>
                  <a:pt x="0" y="0"/>
                </a:lnTo>
                <a:close/>
              </a:path>
            </a:pathLst>
          </a:custGeom>
          <a:noFill/>
          <a:ln w="19050" cap="flat" cmpd="sng">
            <a:solidFill>
              <a:srgbClr val="000000">
                <a:alpha val="100000"/>
              </a:srgbClr>
            </a:solidFill>
            <a:prstDash val="solid"/>
            <a:round/>
            <a:headEnd type="none" w="med" len="med"/>
            <a:tailEnd type="none" w="med" len="med"/>
          </a:ln>
        </p:spPr>
        <p:txBody>
          <a:bodyPr/>
          <a:lstStyle/>
          <a:p>
            <a:endParaRPr lang="zh-CN" altLang="en-US"/>
          </a:p>
        </p:txBody>
      </p:sp>
      <p:sp>
        <p:nvSpPr>
          <p:cNvPr id="89101" name="object 15"/>
          <p:cNvSpPr/>
          <p:nvPr/>
        </p:nvSpPr>
        <p:spPr>
          <a:xfrm>
            <a:off x="7219950" y="4640263"/>
            <a:ext cx="576263" cy="288925"/>
          </a:xfrm>
          <a:custGeom>
            <a:avLst/>
            <a:gdLst/>
            <a:ahLst/>
            <a:cxnLst>
              <a:cxn ang="0">
                <a:pos x="0" y="0"/>
              </a:cxn>
              <a:cxn ang="0">
                <a:pos x="0" y="344189"/>
              </a:cxn>
              <a:cxn ang="0">
                <a:pos x="539088" y="344189"/>
              </a:cxn>
              <a:cxn ang="0">
                <a:pos x="539088" y="0"/>
              </a:cxn>
              <a:cxn ang="0">
                <a:pos x="0" y="0"/>
              </a:cxn>
            </a:cxnLst>
            <a:rect l="0" t="0" r="0" b="0"/>
            <a:pathLst>
              <a:path w="577215" h="287654">
                <a:moveTo>
                  <a:pt x="0" y="0"/>
                </a:moveTo>
                <a:lnTo>
                  <a:pt x="0" y="287274"/>
                </a:lnTo>
                <a:lnTo>
                  <a:pt x="576833" y="287274"/>
                </a:lnTo>
                <a:lnTo>
                  <a:pt x="576833" y="0"/>
                </a:lnTo>
                <a:lnTo>
                  <a:pt x="0" y="0"/>
                </a:lnTo>
                <a:close/>
              </a:path>
            </a:pathLst>
          </a:custGeom>
          <a:solidFill>
            <a:srgbClr val="FFFF00">
              <a:alpha val="100000"/>
            </a:srgbClr>
          </a:solidFill>
          <a:ln w="9525">
            <a:noFill/>
          </a:ln>
        </p:spPr>
        <p:txBody>
          <a:bodyPr/>
          <a:lstStyle/>
          <a:p>
            <a:endParaRPr lang="zh-CN" altLang="en-US"/>
          </a:p>
        </p:txBody>
      </p:sp>
      <p:sp>
        <p:nvSpPr>
          <p:cNvPr id="89102" name="object 16"/>
          <p:cNvSpPr/>
          <p:nvPr/>
        </p:nvSpPr>
        <p:spPr>
          <a:xfrm>
            <a:off x="7219950" y="4640263"/>
            <a:ext cx="576263" cy="288925"/>
          </a:xfrm>
          <a:custGeom>
            <a:avLst/>
            <a:gdLst/>
            <a:ahLst/>
            <a:cxnLst>
              <a:cxn ang="0">
                <a:pos x="0" y="0"/>
              </a:cxn>
              <a:cxn ang="0">
                <a:pos x="0" y="344189"/>
              </a:cxn>
              <a:cxn ang="0">
                <a:pos x="539088" y="344189"/>
              </a:cxn>
              <a:cxn ang="0">
                <a:pos x="539088" y="0"/>
              </a:cxn>
              <a:cxn ang="0">
                <a:pos x="0" y="0"/>
              </a:cxn>
            </a:cxnLst>
            <a:rect l="0" t="0" r="0" b="0"/>
            <a:pathLst>
              <a:path w="577215" h="287654">
                <a:moveTo>
                  <a:pt x="0" y="0"/>
                </a:moveTo>
                <a:lnTo>
                  <a:pt x="0" y="287274"/>
                </a:lnTo>
                <a:lnTo>
                  <a:pt x="576833" y="287274"/>
                </a:lnTo>
                <a:lnTo>
                  <a:pt x="576833" y="0"/>
                </a:lnTo>
                <a:lnTo>
                  <a:pt x="0" y="0"/>
                </a:lnTo>
                <a:close/>
              </a:path>
            </a:pathLst>
          </a:custGeom>
          <a:noFill/>
          <a:ln w="19050" cap="flat" cmpd="sng">
            <a:solidFill>
              <a:srgbClr val="000000">
                <a:alpha val="100000"/>
              </a:srgbClr>
            </a:solidFill>
            <a:prstDash val="solid"/>
            <a:round/>
            <a:headEnd type="none" w="med" len="med"/>
            <a:tailEnd type="none" w="med" len="med"/>
          </a:ln>
        </p:spPr>
        <p:txBody>
          <a:bodyPr/>
          <a:lstStyle/>
          <a:p>
            <a:endParaRPr lang="zh-CN" altLang="en-US"/>
          </a:p>
        </p:txBody>
      </p:sp>
      <p:sp>
        <p:nvSpPr>
          <p:cNvPr id="89103" name="object 17"/>
          <p:cNvSpPr/>
          <p:nvPr/>
        </p:nvSpPr>
        <p:spPr>
          <a:xfrm>
            <a:off x="7219950" y="4999038"/>
            <a:ext cx="576263" cy="288925"/>
          </a:xfrm>
          <a:custGeom>
            <a:avLst/>
            <a:gdLst/>
            <a:ahLst/>
            <a:cxnLst>
              <a:cxn ang="0">
                <a:pos x="0" y="0"/>
              </a:cxn>
              <a:cxn ang="0">
                <a:pos x="0" y="344189"/>
              </a:cxn>
              <a:cxn ang="0">
                <a:pos x="539088" y="344189"/>
              </a:cxn>
              <a:cxn ang="0">
                <a:pos x="539088" y="0"/>
              </a:cxn>
              <a:cxn ang="0">
                <a:pos x="0" y="0"/>
              </a:cxn>
            </a:cxnLst>
            <a:rect l="0" t="0" r="0" b="0"/>
            <a:pathLst>
              <a:path w="577215" h="287654">
                <a:moveTo>
                  <a:pt x="0" y="0"/>
                </a:moveTo>
                <a:lnTo>
                  <a:pt x="0" y="287274"/>
                </a:lnTo>
                <a:lnTo>
                  <a:pt x="576833" y="287274"/>
                </a:lnTo>
                <a:lnTo>
                  <a:pt x="576833" y="0"/>
                </a:lnTo>
                <a:lnTo>
                  <a:pt x="0" y="0"/>
                </a:lnTo>
                <a:close/>
              </a:path>
            </a:pathLst>
          </a:custGeom>
          <a:solidFill>
            <a:srgbClr val="FFFF00">
              <a:alpha val="100000"/>
            </a:srgbClr>
          </a:solidFill>
          <a:ln w="9525">
            <a:noFill/>
          </a:ln>
        </p:spPr>
        <p:txBody>
          <a:bodyPr/>
          <a:lstStyle/>
          <a:p>
            <a:endParaRPr lang="zh-CN" altLang="en-US"/>
          </a:p>
        </p:txBody>
      </p:sp>
      <p:sp>
        <p:nvSpPr>
          <p:cNvPr id="89104" name="object 18"/>
          <p:cNvSpPr/>
          <p:nvPr/>
        </p:nvSpPr>
        <p:spPr>
          <a:xfrm>
            <a:off x="7219950" y="4999038"/>
            <a:ext cx="576263" cy="288925"/>
          </a:xfrm>
          <a:custGeom>
            <a:avLst/>
            <a:gdLst/>
            <a:ahLst/>
            <a:cxnLst>
              <a:cxn ang="0">
                <a:pos x="0" y="0"/>
              </a:cxn>
              <a:cxn ang="0">
                <a:pos x="0" y="344189"/>
              </a:cxn>
              <a:cxn ang="0">
                <a:pos x="539088" y="344189"/>
              </a:cxn>
              <a:cxn ang="0">
                <a:pos x="539088" y="0"/>
              </a:cxn>
              <a:cxn ang="0">
                <a:pos x="0" y="0"/>
              </a:cxn>
            </a:cxnLst>
            <a:rect l="0" t="0" r="0" b="0"/>
            <a:pathLst>
              <a:path w="577215" h="287654">
                <a:moveTo>
                  <a:pt x="0" y="0"/>
                </a:moveTo>
                <a:lnTo>
                  <a:pt x="0" y="287274"/>
                </a:lnTo>
                <a:lnTo>
                  <a:pt x="576833" y="287274"/>
                </a:lnTo>
                <a:lnTo>
                  <a:pt x="576833" y="0"/>
                </a:lnTo>
                <a:lnTo>
                  <a:pt x="0" y="0"/>
                </a:lnTo>
                <a:close/>
              </a:path>
            </a:pathLst>
          </a:custGeom>
          <a:noFill/>
          <a:ln w="19050" cap="flat" cmpd="sng">
            <a:solidFill>
              <a:srgbClr val="000000">
                <a:alpha val="100000"/>
              </a:srgbClr>
            </a:solidFill>
            <a:prstDash val="solid"/>
            <a:round/>
            <a:headEnd type="none" w="med" len="med"/>
            <a:tailEnd type="none" w="med" len="med"/>
          </a:ln>
        </p:spPr>
        <p:txBody>
          <a:bodyPr/>
          <a:lstStyle/>
          <a:p>
            <a:endParaRPr lang="zh-CN" altLang="en-US"/>
          </a:p>
        </p:txBody>
      </p:sp>
      <p:sp>
        <p:nvSpPr>
          <p:cNvPr id="89105" name="object 19"/>
          <p:cNvSpPr/>
          <p:nvPr/>
        </p:nvSpPr>
        <p:spPr>
          <a:xfrm>
            <a:off x="7219950" y="5360988"/>
            <a:ext cx="576263" cy="287337"/>
          </a:xfrm>
          <a:custGeom>
            <a:avLst/>
            <a:gdLst/>
            <a:ahLst/>
            <a:cxnLst>
              <a:cxn ang="0">
                <a:pos x="0" y="0"/>
              </a:cxn>
              <a:cxn ang="0">
                <a:pos x="0" y="274576"/>
              </a:cxn>
              <a:cxn ang="0">
                <a:pos x="539088" y="274576"/>
              </a:cxn>
              <a:cxn ang="0">
                <a:pos x="539088" y="0"/>
              </a:cxn>
              <a:cxn ang="0">
                <a:pos x="0" y="0"/>
              </a:cxn>
            </a:cxnLst>
            <a:rect l="0" t="0" r="0" b="0"/>
            <a:pathLst>
              <a:path w="577215" h="287654">
                <a:moveTo>
                  <a:pt x="0" y="0"/>
                </a:moveTo>
                <a:lnTo>
                  <a:pt x="0" y="287274"/>
                </a:lnTo>
                <a:lnTo>
                  <a:pt x="576833" y="287274"/>
                </a:lnTo>
                <a:lnTo>
                  <a:pt x="576833" y="0"/>
                </a:lnTo>
                <a:lnTo>
                  <a:pt x="0" y="0"/>
                </a:lnTo>
                <a:close/>
              </a:path>
            </a:pathLst>
          </a:custGeom>
          <a:solidFill>
            <a:srgbClr val="FFFF00">
              <a:alpha val="100000"/>
            </a:srgbClr>
          </a:solidFill>
          <a:ln w="9525">
            <a:noFill/>
          </a:ln>
        </p:spPr>
        <p:txBody>
          <a:bodyPr/>
          <a:lstStyle/>
          <a:p>
            <a:endParaRPr lang="zh-CN" altLang="en-US"/>
          </a:p>
        </p:txBody>
      </p:sp>
      <p:sp>
        <p:nvSpPr>
          <p:cNvPr id="89106" name="object 20"/>
          <p:cNvSpPr/>
          <p:nvPr/>
        </p:nvSpPr>
        <p:spPr>
          <a:xfrm>
            <a:off x="7219950" y="5359400"/>
            <a:ext cx="576263" cy="288925"/>
          </a:xfrm>
          <a:custGeom>
            <a:avLst/>
            <a:gdLst/>
            <a:ahLst/>
            <a:cxnLst>
              <a:cxn ang="0">
                <a:pos x="0" y="0"/>
              </a:cxn>
              <a:cxn ang="0">
                <a:pos x="0" y="315269"/>
              </a:cxn>
              <a:cxn ang="0">
                <a:pos x="539088" y="315269"/>
              </a:cxn>
              <a:cxn ang="0">
                <a:pos x="539088" y="0"/>
              </a:cxn>
              <a:cxn ang="0">
                <a:pos x="0" y="0"/>
              </a:cxn>
            </a:cxnLst>
            <a:rect l="0" t="0" r="0" b="0"/>
            <a:pathLst>
              <a:path w="577215" h="288289">
                <a:moveTo>
                  <a:pt x="0" y="0"/>
                </a:moveTo>
                <a:lnTo>
                  <a:pt x="0" y="288036"/>
                </a:lnTo>
                <a:lnTo>
                  <a:pt x="576833" y="288036"/>
                </a:lnTo>
                <a:lnTo>
                  <a:pt x="576833" y="0"/>
                </a:lnTo>
                <a:lnTo>
                  <a:pt x="0" y="0"/>
                </a:lnTo>
                <a:close/>
              </a:path>
            </a:pathLst>
          </a:custGeom>
          <a:noFill/>
          <a:ln w="19050" cap="flat" cmpd="sng">
            <a:solidFill>
              <a:srgbClr val="000000">
                <a:alpha val="100000"/>
              </a:srgbClr>
            </a:solidFill>
            <a:prstDash val="solid"/>
            <a:round/>
            <a:headEnd type="none" w="med" len="med"/>
            <a:tailEnd type="none" w="med" len="med"/>
          </a:ln>
        </p:spPr>
        <p:txBody>
          <a:bodyPr/>
          <a:lstStyle/>
          <a:p>
            <a:endParaRPr lang="zh-CN" altLang="en-US"/>
          </a:p>
        </p:txBody>
      </p:sp>
      <p:sp>
        <p:nvSpPr>
          <p:cNvPr id="89107" name="object 21"/>
          <p:cNvSpPr/>
          <p:nvPr/>
        </p:nvSpPr>
        <p:spPr>
          <a:xfrm>
            <a:off x="7219950" y="5719763"/>
            <a:ext cx="576263" cy="288925"/>
          </a:xfrm>
          <a:custGeom>
            <a:avLst/>
            <a:gdLst/>
            <a:ahLst/>
            <a:cxnLst>
              <a:cxn ang="0">
                <a:pos x="0" y="0"/>
              </a:cxn>
              <a:cxn ang="0">
                <a:pos x="0" y="315269"/>
              </a:cxn>
              <a:cxn ang="0">
                <a:pos x="539088" y="315269"/>
              </a:cxn>
              <a:cxn ang="0">
                <a:pos x="539088" y="0"/>
              </a:cxn>
              <a:cxn ang="0">
                <a:pos x="0" y="0"/>
              </a:cxn>
            </a:cxnLst>
            <a:rect l="0" t="0" r="0" b="0"/>
            <a:pathLst>
              <a:path w="577215" h="288289">
                <a:moveTo>
                  <a:pt x="0" y="0"/>
                </a:moveTo>
                <a:lnTo>
                  <a:pt x="0" y="288036"/>
                </a:lnTo>
                <a:lnTo>
                  <a:pt x="576833" y="288036"/>
                </a:lnTo>
                <a:lnTo>
                  <a:pt x="576833" y="0"/>
                </a:lnTo>
                <a:lnTo>
                  <a:pt x="0" y="0"/>
                </a:lnTo>
                <a:close/>
              </a:path>
            </a:pathLst>
          </a:custGeom>
          <a:solidFill>
            <a:srgbClr val="FFFF00">
              <a:alpha val="100000"/>
            </a:srgbClr>
          </a:solidFill>
          <a:ln w="9525">
            <a:noFill/>
          </a:ln>
        </p:spPr>
        <p:txBody>
          <a:bodyPr/>
          <a:lstStyle/>
          <a:p>
            <a:endParaRPr lang="zh-CN" altLang="en-US"/>
          </a:p>
        </p:txBody>
      </p:sp>
      <p:sp>
        <p:nvSpPr>
          <p:cNvPr id="89108" name="object 22"/>
          <p:cNvSpPr/>
          <p:nvPr/>
        </p:nvSpPr>
        <p:spPr>
          <a:xfrm>
            <a:off x="7219950" y="5719763"/>
            <a:ext cx="576263" cy="287337"/>
          </a:xfrm>
          <a:custGeom>
            <a:avLst/>
            <a:gdLst/>
            <a:ahLst/>
            <a:cxnLst>
              <a:cxn ang="0">
                <a:pos x="0" y="0"/>
              </a:cxn>
              <a:cxn ang="0">
                <a:pos x="0" y="274576"/>
              </a:cxn>
              <a:cxn ang="0">
                <a:pos x="539088" y="274576"/>
              </a:cxn>
              <a:cxn ang="0">
                <a:pos x="539088" y="0"/>
              </a:cxn>
              <a:cxn ang="0">
                <a:pos x="0" y="0"/>
              </a:cxn>
            </a:cxnLst>
            <a:rect l="0" t="0" r="0" b="0"/>
            <a:pathLst>
              <a:path w="577215" h="287654">
                <a:moveTo>
                  <a:pt x="0" y="0"/>
                </a:moveTo>
                <a:lnTo>
                  <a:pt x="0" y="287274"/>
                </a:lnTo>
                <a:lnTo>
                  <a:pt x="576833" y="287274"/>
                </a:lnTo>
                <a:lnTo>
                  <a:pt x="576833" y="0"/>
                </a:lnTo>
                <a:lnTo>
                  <a:pt x="0" y="0"/>
                </a:lnTo>
                <a:close/>
              </a:path>
            </a:pathLst>
          </a:custGeom>
          <a:noFill/>
          <a:ln w="19050" cap="flat" cmpd="sng">
            <a:solidFill>
              <a:srgbClr val="000000">
                <a:alpha val="100000"/>
              </a:srgbClr>
            </a:solidFill>
            <a:prstDash val="solid"/>
            <a:round/>
            <a:headEnd type="none" w="med" len="med"/>
            <a:tailEnd type="none" w="med" len="med"/>
          </a:ln>
        </p:spPr>
        <p:txBody>
          <a:bodyPr/>
          <a:lstStyle/>
          <a:p>
            <a:endParaRPr lang="zh-CN" altLang="en-US"/>
          </a:p>
        </p:txBody>
      </p:sp>
      <p:sp>
        <p:nvSpPr>
          <p:cNvPr id="89109" name="object 23"/>
          <p:cNvSpPr/>
          <p:nvPr/>
        </p:nvSpPr>
        <p:spPr>
          <a:xfrm>
            <a:off x="6499225" y="4999038"/>
            <a:ext cx="576263" cy="288925"/>
          </a:xfrm>
          <a:custGeom>
            <a:avLst/>
            <a:gdLst/>
            <a:ahLst/>
            <a:cxnLst>
              <a:cxn ang="0">
                <a:pos x="0" y="0"/>
              </a:cxn>
              <a:cxn ang="0">
                <a:pos x="0" y="344189"/>
              </a:cxn>
              <a:cxn ang="0">
                <a:pos x="563268" y="344189"/>
              </a:cxn>
              <a:cxn ang="0">
                <a:pos x="563268" y="0"/>
              </a:cxn>
              <a:cxn ang="0">
                <a:pos x="0" y="0"/>
              </a:cxn>
            </a:cxnLst>
            <a:rect l="0" t="0" r="0" b="0"/>
            <a:pathLst>
              <a:path w="576579" h="287654">
                <a:moveTo>
                  <a:pt x="0" y="0"/>
                </a:moveTo>
                <a:lnTo>
                  <a:pt x="0" y="287274"/>
                </a:lnTo>
                <a:lnTo>
                  <a:pt x="576072" y="287274"/>
                </a:lnTo>
                <a:lnTo>
                  <a:pt x="576072" y="0"/>
                </a:lnTo>
                <a:lnTo>
                  <a:pt x="0" y="0"/>
                </a:lnTo>
                <a:close/>
              </a:path>
            </a:pathLst>
          </a:custGeom>
          <a:solidFill>
            <a:srgbClr val="FFFF00">
              <a:alpha val="100000"/>
            </a:srgbClr>
          </a:solidFill>
          <a:ln w="9525">
            <a:noFill/>
          </a:ln>
        </p:spPr>
        <p:txBody>
          <a:bodyPr/>
          <a:lstStyle/>
          <a:p>
            <a:endParaRPr lang="zh-CN" altLang="en-US"/>
          </a:p>
        </p:txBody>
      </p:sp>
      <p:sp>
        <p:nvSpPr>
          <p:cNvPr id="89110" name="object 24"/>
          <p:cNvSpPr/>
          <p:nvPr/>
        </p:nvSpPr>
        <p:spPr>
          <a:xfrm>
            <a:off x="6499225" y="4999038"/>
            <a:ext cx="576263" cy="288925"/>
          </a:xfrm>
          <a:custGeom>
            <a:avLst/>
            <a:gdLst/>
            <a:ahLst/>
            <a:cxnLst>
              <a:cxn ang="0">
                <a:pos x="0" y="0"/>
              </a:cxn>
              <a:cxn ang="0">
                <a:pos x="0" y="344189"/>
              </a:cxn>
              <a:cxn ang="0">
                <a:pos x="539088" y="344189"/>
              </a:cxn>
              <a:cxn ang="0">
                <a:pos x="539088" y="0"/>
              </a:cxn>
              <a:cxn ang="0">
                <a:pos x="0" y="0"/>
              </a:cxn>
            </a:cxnLst>
            <a:rect l="0" t="0" r="0" b="0"/>
            <a:pathLst>
              <a:path w="577215" h="287654">
                <a:moveTo>
                  <a:pt x="0" y="0"/>
                </a:moveTo>
                <a:lnTo>
                  <a:pt x="0" y="287274"/>
                </a:lnTo>
                <a:lnTo>
                  <a:pt x="576833" y="287274"/>
                </a:lnTo>
                <a:lnTo>
                  <a:pt x="576833" y="0"/>
                </a:lnTo>
                <a:lnTo>
                  <a:pt x="0" y="0"/>
                </a:lnTo>
                <a:close/>
              </a:path>
            </a:pathLst>
          </a:custGeom>
          <a:noFill/>
          <a:ln w="19050" cap="flat" cmpd="sng">
            <a:solidFill>
              <a:srgbClr val="000000">
                <a:alpha val="100000"/>
              </a:srgbClr>
            </a:solidFill>
            <a:prstDash val="solid"/>
            <a:round/>
            <a:headEnd type="none" w="med" len="med"/>
            <a:tailEnd type="none" w="med" len="med"/>
          </a:ln>
        </p:spPr>
        <p:txBody>
          <a:bodyPr/>
          <a:lstStyle/>
          <a:p>
            <a:endParaRPr lang="zh-CN" altLang="en-US"/>
          </a:p>
        </p:txBody>
      </p:sp>
      <p:sp>
        <p:nvSpPr>
          <p:cNvPr id="89111" name="object 25"/>
          <p:cNvSpPr/>
          <p:nvPr/>
        </p:nvSpPr>
        <p:spPr>
          <a:xfrm>
            <a:off x="6499225" y="5360988"/>
            <a:ext cx="576263" cy="287337"/>
          </a:xfrm>
          <a:custGeom>
            <a:avLst/>
            <a:gdLst/>
            <a:ahLst/>
            <a:cxnLst>
              <a:cxn ang="0">
                <a:pos x="0" y="0"/>
              </a:cxn>
              <a:cxn ang="0">
                <a:pos x="0" y="274576"/>
              </a:cxn>
              <a:cxn ang="0">
                <a:pos x="563268" y="274576"/>
              </a:cxn>
              <a:cxn ang="0">
                <a:pos x="563268" y="0"/>
              </a:cxn>
              <a:cxn ang="0">
                <a:pos x="0" y="0"/>
              </a:cxn>
            </a:cxnLst>
            <a:rect l="0" t="0" r="0" b="0"/>
            <a:pathLst>
              <a:path w="576579" h="287654">
                <a:moveTo>
                  <a:pt x="0" y="0"/>
                </a:moveTo>
                <a:lnTo>
                  <a:pt x="0" y="287274"/>
                </a:lnTo>
                <a:lnTo>
                  <a:pt x="576072" y="287274"/>
                </a:lnTo>
                <a:lnTo>
                  <a:pt x="576072" y="0"/>
                </a:lnTo>
                <a:lnTo>
                  <a:pt x="0" y="0"/>
                </a:lnTo>
                <a:close/>
              </a:path>
            </a:pathLst>
          </a:custGeom>
          <a:solidFill>
            <a:srgbClr val="FFFF00">
              <a:alpha val="100000"/>
            </a:srgbClr>
          </a:solidFill>
          <a:ln w="9525">
            <a:noFill/>
          </a:ln>
        </p:spPr>
        <p:txBody>
          <a:bodyPr/>
          <a:lstStyle/>
          <a:p>
            <a:endParaRPr lang="zh-CN" altLang="en-US"/>
          </a:p>
        </p:txBody>
      </p:sp>
      <p:sp>
        <p:nvSpPr>
          <p:cNvPr id="89112" name="object 26"/>
          <p:cNvSpPr/>
          <p:nvPr/>
        </p:nvSpPr>
        <p:spPr>
          <a:xfrm>
            <a:off x="6499225" y="5359400"/>
            <a:ext cx="576263" cy="288925"/>
          </a:xfrm>
          <a:custGeom>
            <a:avLst/>
            <a:gdLst/>
            <a:ahLst/>
            <a:cxnLst>
              <a:cxn ang="0">
                <a:pos x="0" y="0"/>
              </a:cxn>
              <a:cxn ang="0">
                <a:pos x="0" y="315269"/>
              </a:cxn>
              <a:cxn ang="0">
                <a:pos x="539088" y="315269"/>
              </a:cxn>
              <a:cxn ang="0">
                <a:pos x="539088" y="0"/>
              </a:cxn>
              <a:cxn ang="0">
                <a:pos x="0" y="0"/>
              </a:cxn>
            </a:cxnLst>
            <a:rect l="0" t="0" r="0" b="0"/>
            <a:pathLst>
              <a:path w="577215" h="288289">
                <a:moveTo>
                  <a:pt x="0" y="0"/>
                </a:moveTo>
                <a:lnTo>
                  <a:pt x="0" y="288036"/>
                </a:lnTo>
                <a:lnTo>
                  <a:pt x="576833" y="288036"/>
                </a:lnTo>
                <a:lnTo>
                  <a:pt x="576833" y="0"/>
                </a:lnTo>
                <a:lnTo>
                  <a:pt x="0" y="0"/>
                </a:lnTo>
                <a:close/>
              </a:path>
            </a:pathLst>
          </a:custGeom>
          <a:noFill/>
          <a:ln w="19050" cap="flat" cmpd="sng">
            <a:solidFill>
              <a:srgbClr val="000000">
                <a:alpha val="100000"/>
              </a:srgbClr>
            </a:solidFill>
            <a:prstDash val="solid"/>
            <a:round/>
            <a:headEnd type="none" w="med" len="med"/>
            <a:tailEnd type="none" w="med" len="med"/>
          </a:ln>
        </p:spPr>
        <p:txBody>
          <a:bodyPr/>
          <a:lstStyle/>
          <a:p>
            <a:endParaRPr lang="zh-CN" altLang="en-US"/>
          </a:p>
        </p:txBody>
      </p:sp>
      <p:sp>
        <p:nvSpPr>
          <p:cNvPr id="89113" name="object 27"/>
          <p:cNvSpPr/>
          <p:nvPr/>
        </p:nvSpPr>
        <p:spPr>
          <a:xfrm>
            <a:off x="6499225" y="5719763"/>
            <a:ext cx="576263" cy="288925"/>
          </a:xfrm>
          <a:custGeom>
            <a:avLst/>
            <a:gdLst/>
            <a:ahLst/>
            <a:cxnLst>
              <a:cxn ang="0">
                <a:pos x="0" y="0"/>
              </a:cxn>
              <a:cxn ang="0">
                <a:pos x="0" y="315269"/>
              </a:cxn>
              <a:cxn ang="0">
                <a:pos x="563268" y="315269"/>
              </a:cxn>
              <a:cxn ang="0">
                <a:pos x="563268" y="0"/>
              </a:cxn>
              <a:cxn ang="0">
                <a:pos x="0" y="0"/>
              </a:cxn>
            </a:cxnLst>
            <a:rect l="0" t="0" r="0" b="0"/>
            <a:pathLst>
              <a:path w="576579" h="288289">
                <a:moveTo>
                  <a:pt x="0" y="0"/>
                </a:moveTo>
                <a:lnTo>
                  <a:pt x="0" y="288036"/>
                </a:lnTo>
                <a:lnTo>
                  <a:pt x="576072" y="288036"/>
                </a:lnTo>
                <a:lnTo>
                  <a:pt x="576072" y="0"/>
                </a:lnTo>
                <a:lnTo>
                  <a:pt x="0" y="0"/>
                </a:lnTo>
                <a:close/>
              </a:path>
            </a:pathLst>
          </a:custGeom>
          <a:solidFill>
            <a:srgbClr val="FFFF00">
              <a:alpha val="100000"/>
            </a:srgbClr>
          </a:solidFill>
          <a:ln w="9525">
            <a:noFill/>
          </a:ln>
        </p:spPr>
        <p:txBody>
          <a:bodyPr/>
          <a:lstStyle/>
          <a:p>
            <a:endParaRPr lang="zh-CN" altLang="en-US"/>
          </a:p>
        </p:txBody>
      </p:sp>
      <p:sp>
        <p:nvSpPr>
          <p:cNvPr id="89114" name="object 28"/>
          <p:cNvSpPr/>
          <p:nvPr/>
        </p:nvSpPr>
        <p:spPr>
          <a:xfrm>
            <a:off x="6499225" y="5719763"/>
            <a:ext cx="576263" cy="287337"/>
          </a:xfrm>
          <a:custGeom>
            <a:avLst/>
            <a:gdLst/>
            <a:ahLst/>
            <a:cxnLst>
              <a:cxn ang="0">
                <a:pos x="0" y="0"/>
              </a:cxn>
              <a:cxn ang="0">
                <a:pos x="0" y="274576"/>
              </a:cxn>
              <a:cxn ang="0">
                <a:pos x="539088" y="274576"/>
              </a:cxn>
              <a:cxn ang="0">
                <a:pos x="539088" y="0"/>
              </a:cxn>
              <a:cxn ang="0">
                <a:pos x="0" y="0"/>
              </a:cxn>
            </a:cxnLst>
            <a:rect l="0" t="0" r="0" b="0"/>
            <a:pathLst>
              <a:path w="577215" h="287654">
                <a:moveTo>
                  <a:pt x="0" y="0"/>
                </a:moveTo>
                <a:lnTo>
                  <a:pt x="0" y="287274"/>
                </a:lnTo>
                <a:lnTo>
                  <a:pt x="576833" y="287274"/>
                </a:lnTo>
                <a:lnTo>
                  <a:pt x="576833" y="0"/>
                </a:lnTo>
                <a:lnTo>
                  <a:pt x="0" y="0"/>
                </a:lnTo>
                <a:close/>
              </a:path>
            </a:pathLst>
          </a:custGeom>
          <a:noFill/>
          <a:ln w="19050" cap="flat" cmpd="sng">
            <a:solidFill>
              <a:srgbClr val="000000">
                <a:alpha val="100000"/>
              </a:srgbClr>
            </a:solidFill>
            <a:prstDash val="solid"/>
            <a:round/>
            <a:headEnd type="none" w="med" len="med"/>
            <a:tailEnd type="none" w="med" len="med"/>
          </a:ln>
        </p:spPr>
        <p:txBody>
          <a:bodyPr/>
          <a:lstStyle/>
          <a:p>
            <a:endParaRPr lang="zh-CN" altLang="en-US"/>
          </a:p>
        </p:txBody>
      </p:sp>
      <p:sp>
        <p:nvSpPr>
          <p:cNvPr id="89115" name="object 29"/>
          <p:cNvSpPr/>
          <p:nvPr/>
        </p:nvSpPr>
        <p:spPr>
          <a:xfrm>
            <a:off x="5780088" y="4999038"/>
            <a:ext cx="576262" cy="288925"/>
          </a:xfrm>
          <a:custGeom>
            <a:avLst/>
            <a:gdLst/>
            <a:ahLst/>
            <a:cxnLst>
              <a:cxn ang="0">
                <a:pos x="0" y="0"/>
              </a:cxn>
              <a:cxn ang="0">
                <a:pos x="0" y="344189"/>
              </a:cxn>
              <a:cxn ang="0">
                <a:pos x="563226" y="344189"/>
              </a:cxn>
              <a:cxn ang="0">
                <a:pos x="563226" y="0"/>
              </a:cxn>
              <a:cxn ang="0">
                <a:pos x="0" y="0"/>
              </a:cxn>
            </a:cxnLst>
            <a:rect l="0" t="0" r="0" b="0"/>
            <a:pathLst>
              <a:path w="576579" h="287654">
                <a:moveTo>
                  <a:pt x="0" y="0"/>
                </a:moveTo>
                <a:lnTo>
                  <a:pt x="0" y="287274"/>
                </a:lnTo>
                <a:lnTo>
                  <a:pt x="576071" y="287274"/>
                </a:lnTo>
                <a:lnTo>
                  <a:pt x="576071" y="0"/>
                </a:lnTo>
                <a:lnTo>
                  <a:pt x="0" y="0"/>
                </a:lnTo>
                <a:close/>
              </a:path>
            </a:pathLst>
          </a:custGeom>
          <a:solidFill>
            <a:srgbClr val="FFFF00">
              <a:alpha val="100000"/>
            </a:srgbClr>
          </a:solidFill>
          <a:ln w="9525">
            <a:noFill/>
          </a:ln>
        </p:spPr>
        <p:txBody>
          <a:bodyPr/>
          <a:lstStyle/>
          <a:p>
            <a:endParaRPr lang="zh-CN" altLang="en-US"/>
          </a:p>
        </p:txBody>
      </p:sp>
      <p:sp>
        <p:nvSpPr>
          <p:cNvPr id="89116" name="object 30"/>
          <p:cNvSpPr txBox="1"/>
          <p:nvPr/>
        </p:nvSpPr>
        <p:spPr>
          <a:xfrm>
            <a:off x="1598613" y="3865563"/>
            <a:ext cx="5868987" cy="568325"/>
          </a:xfrm>
          <a:prstGeom prst="rect">
            <a:avLst/>
          </a:prstGeom>
          <a:noFill/>
          <a:ln w="9525">
            <a:noFill/>
          </a:ln>
        </p:spPr>
        <p:txBody>
          <a:bodyPr lIns="0" tIns="0" rIns="0" bIns="0">
            <a:spAutoFit/>
          </a:bodyPr>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12700" lvl="0" indent="0">
              <a:spcBef>
                <a:spcPct val="0"/>
              </a:spcBef>
              <a:buClrTx/>
              <a:buFontTx/>
              <a:buNone/>
            </a:pPr>
            <a:r>
              <a:rPr lang="zh-CN" altLang="zh-CN" sz="1800">
                <a:ea typeface="宋体" panose="02010600030101010101" pitchFamily="2" charset="-122"/>
              </a:rPr>
              <a:t>};</a:t>
            </a:r>
            <a:endParaRPr lang="zh-CN" altLang="zh-CN" sz="1800" b="0">
              <a:ea typeface="宋体" panose="02010600030101010101" pitchFamily="2" charset="-122"/>
            </a:endParaRPr>
          </a:p>
          <a:p>
            <a:pPr marL="12700" lvl="0" indent="0" algn="r">
              <a:spcBef>
                <a:spcPts val="75"/>
              </a:spcBef>
              <a:buClrTx/>
              <a:buFontTx/>
              <a:buNone/>
            </a:pPr>
            <a:r>
              <a:rPr lang="zh-CN" altLang="zh-CN" sz="2000">
                <a:latin typeface="宋体" panose="02010600030101010101" pitchFamily="2" charset="-122"/>
                <a:ea typeface="宋体" panose="02010600030101010101" pitchFamily="2" charset="-122"/>
              </a:rPr>
              <a:t>缓冲池</a:t>
            </a:r>
            <a:r>
              <a:rPr lang="zh-CN" altLang="zh-CN" sz="2000">
                <a:ea typeface="宋体" panose="02010600030101010101" pitchFamily="2" charset="-122"/>
              </a:rPr>
              <a:t>100</a:t>
            </a:r>
            <a:r>
              <a:rPr lang="zh-CN" altLang="zh-CN" sz="2000">
                <a:latin typeface="宋体" panose="02010600030101010101" pitchFamily="2" charset="-122"/>
                <a:ea typeface="宋体" panose="02010600030101010101" pitchFamily="2" charset="-122"/>
              </a:rPr>
              <a:t>个</a:t>
            </a:r>
            <a:endParaRPr lang="zh-CN" altLang="zh-CN" sz="2000" b="0">
              <a:latin typeface="宋体" panose="02010600030101010101" pitchFamily="2" charset="-122"/>
              <a:ea typeface="宋体" panose="02010600030101010101" pitchFamily="2" charset="-122"/>
            </a:endParaRPr>
          </a:p>
        </p:txBody>
      </p:sp>
      <p:sp>
        <p:nvSpPr>
          <p:cNvPr id="89117" name="object 32"/>
          <p:cNvSpPr/>
          <p:nvPr/>
        </p:nvSpPr>
        <p:spPr>
          <a:xfrm>
            <a:off x="5780088" y="4999038"/>
            <a:ext cx="576262" cy="288925"/>
          </a:xfrm>
          <a:custGeom>
            <a:avLst/>
            <a:gdLst/>
            <a:ahLst/>
            <a:cxnLst>
              <a:cxn ang="0">
                <a:pos x="0" y="0"/>
              </a:cxn>
              <a:cxn ang="0">
                <a:pos x="0" y="344189"/>
              </a:cxn>
              <a:cxn ang="0">
                <a:pos x="563226" y="344189"/>
              </a:cxn>
              <a:cxn ang="0">
                <a:pos x="563226" y="0"/>
              </a:cxn>
              <a:cxn ang="0">
                <a:pos x="0" y="0"/>
              </a:cxn>
            </a:cxnLst>
            <a:rect l="0" t="0" r="0" b="0"/>
            <a:pathLst>
              <a:path w="576579" h="287654">
                <a:moveTo>
                  <a:pt x="0" y="0"/>
                </a:moveTo>
                <a:lnTo>
                  <a:pt x="0" y="287274"/>
                </a:lnTo>
                <a:lnTo>
                  <a:pt x="576071" y="287274"/>
                </a:lnTo>
                <a:lnTo>
                  <a:pt x="576071" y="0"/>
                </a:lnTo>
                <a:lnTo>
                  <a:pt x="0" y="0"/>
                </a:lnTo>
                <a:close/>
              </a:path>
            </a:pathLst>
          </a:custGeom>
          <a:noFill/>
          <a:ln w="19050" cap="flat" cmpd="sng">
            <a:solidFill>
              <a:srgbClr val="000000">
                <a:alpha val="100000"/>
              </a:srgbClr>
            </a:solidFill>
            <a:prstDash val="solid"/>
            <a:round/>
            <a:headEnd type="none" w="med" len="med"/>
            <a:tailEnd type="none" w="med" len="med"/>
          </a:ln>
        </p:spPr>
        <p:txBody>
          <a:bodyPr/>
          <a:lstStyle/>
          <a:p>
            <a:endParaRPr lang="zh-CN" altLang="en-US"/>
          </a:p>
        </p:txBody>
      </p:sp>
      <p:sp>
        <p:nvSpPr>
          <p:cNvPr id="89118" name="object 33"/>
          <p:cNvSpPr/>
          <p:nvPr/>
        </p:nvSpPr>
        <p:spPr>
          <a:xfrm>
            <a:off x="5780088" y="5360988"/>
            <a:ext cx="576262" cy="287337"/>
          </a:xfrm>
          <a:custGeom>
            <a:avLst/>
            <a:gdLst/>
            <a:ahLst/>
            <a:cxnLst>
              <a:cxn ang="0">
                <a:pos x="0" y="0"/>
              </a:cxn>
              <a:cxn ang="0">
                <a:pos x="0" y="274576"/>
              </a:cxn>
              <a:cxn ang="0">
                <a:pos x="563226" y="274576"/>
              </a:cxn>
              <a:cxn ang="0">
                <a:pos x="563226" y="0"/>
              </a:cxn>
              <a:cxn ang="0">
                <a:pos x="0" y="0"/>
              </a:cxn>
            </a:cxnLst>
            <a:rect l="0" t="0" r="0" b="0"/>
            <a:pathLst>
              <a:path w="576579" h="287654">
                <a:moveTo>
                  <a:pt x="0" y="0"/>
                </a:moveTo>
                <a:lnTo>
                  <a:pt x="0" y="287274"/>
                </a:lnTo>
                <a:lnTo>
                  <a:pt x="576071" y="287274"/>
                </a:lnTo>
                <a:lnTo>
                  <a:pt x="576071" y="0"/>
                </a:lnTo>
                <a:lnTo>
                  <a:pt x="0" y="0"/>
                </a:lnTo>
                <a:close/>
              </a:path>
            </a:pathLst>
          </a:custGeom>
          <a:solidFill>
            <a:srgbClr val="FFFF00">
              <a:alpha val="100000"/>
            </a:srgbClr>
          </a:solidFill>
          <a:ln w="9525">
            <a:noFill/>
          </a:ln>
        </p:spPr>
        <p:txBody>
          <a:bodyPr/>
          <a:lstStyle/>
          <a:p>
            <a:endParaRPr lang="zh-CN" altLang="en-US"/>
          </a:p>
        </p:txBody>
      </p:sp>
      <p:sp>
        <p:nvSpPr>
          <p:cNvPr id="89119" name="object 34"/>
          <p:cNvSpPr/>
          <p:nvPr/>
        </p:nvSpPr>
        <p:spPr>
          <a:xfrm>
            <a:off x="5780088" y="5359400"/>
            <a:ext cx="576262" cy="288925"/>
          </a:xfrm>
          <a:custGeom>
            <a:avLst/>
            <a:gdLst/>
            <a:ahLst/>
            <a:cxnLst>
              <a:cxn ang="0">
                <a:pos x="0" y="0"/>
              </a:cxn>
              <a:cxn ang="0">
                <a:pos x="0" y="315269"/>
              </a:cxn>
              <a:cxn ang="0">
                <a:pos x="563226" y="315269"/>
              </a:cxn>
              <a:cxn ang="0">
                <a:pos x="563226" y="0"/>
              </a:cxn>
              <a:cxn ang="0">
                <a:pos x="0" y="0"/>
              </a:cxn>
            </a:cxnLst>
            <a:rect l="0" t="0" r="0" b="0"/>
            <a:pathLst>
              <a:path w="576579" h="288289">
                <a:moveTo>
                  <a:pt x="0" y="0"/>
                </a:moveTo>
                <a:lnTo>
                  <a:pt x="0" y="288036"/>
                </a:lnTo>
                <a:lnTo>
                  <a:pt x="576071" y="288036"/>
                </a:lnTo>
                <a:lnTo>
                  <a:pt x="576071" y="0"/>
                </a:lnTo>
                <a:lnTo>
                  <a:pt x="0" y="0"/>
                </a:lnTo>
                <a:close/>
              </a:path>
            </a:pathLst>
          </a:custGeom>
          <a:noFill/>
          <a:ln w="19050" cap="flat" cmpd="sng">
            <a:solidFill>
              <a:srgbClr val="000000">
                <a:alpha val="100000"/>
              </a:srgbClr>
            </a:solidFill>
            <a:prstDash val="solid"/>
            <a:round/>
            <a:headEnd type="none" w="med" len="med"/>
            <a:tailEnd type="none" w="med" len="med"/>
          </a:ln>
        </p:spPr>
        <p:txBody>
          <a:bodyPr/>
          <a:lstStyle/>
          <a:p>
            <a:endParaRPr lang="zh-CN" altLang="en-US"/>
          </a:p>
        </p:txBody>
      </p:sp>
      <p:sp>
        <p:nvSpPr>
          <p:cNvPr id="89120" name="object 35"/>
          <p:cNvSpPr/>
          <p:nvPr/>
        </p:nvSpPr>
        <p:spPr>
          <a:xfrm>
            <a:off x="5780088" y="5719763"/>
            <a:ext cx="576262" cy="288925"/>
          </a:xfrm>
          <a:custGeom>
            <a:avLst/>
            <a:gdLst/>
            <a:ahLst/>
            <a:cxnLst>
              <a:cxn ang="0">
                <a:pos x="0" y="0"/>
              </a:cxn>
              <a:cxn ang="0">
                <a:pos x="0" y="315269"/>
              </a:cxn>
              <a:cxn ang="0">
                <a:pos x="563226" y="315269"/>
              </a:cxn>
              <a:cxn ang="0">
                <a:pos x="563226" y="0"/>
              </a:cxn>
              <a:cxn ang="0">
                <a:pos x="0" y="0"/>
              </a:cxn>
            </a:cxnLst>
            <a:rect l="0" t="0" r="0" b="0"/>
            <a:pathLst>
              <a:path w="576579" h="288289">
                <a:moveTo>
                  <a:pt x="0" y="0"/>
                </a:moveTo>
                <a:lnTo>
                  <a:pt x="0" y="288036"/>
                </a:lnTo>
                <a:lnTo>
                  <a:pt x="576071" y="288036"/>
                </a:lnTo>
                <a:lnTo>
                  <a:pt x="576071" y="0"/>
                </a:lnTo>
                <a:lnTo>
                  <a:pt x="0" y="0"/>
                </a:lnTo>
                <a:close/>
              </a:path>
            </a:pathLst>
          </a:custGeom>
          <a:solidFill>
            <a:srgbClr val="FFFF00">
              <a:alpha val="100000"/>
            </a:srgbClr>
          </a:solidFill>
          <a:ln w="9525">
            <a:noFill/>
          </a:ln>
        </p:spPr>
        <p:txBody>
          <a:bodyPr/>
          <a:lstStyle/>
          <a:p>
            <a:endParaRPr lang="zh-CN" altLang="en-US"/>
          </a:p>
        </p:txBody>
      </p:sp>
      <p:sp>
        <p:nvSpPr>
          <p:cNvPr id="89121" name="object 36"/>
          <p:cNvSpPr/>
          <p:nvPr/>
        </p:nvSpPr>
        <p:spPr>
          <a:xfrm>
            <a:off x="5780088" y="5719763"/>
            <a:ext cx="576262" cy="287337"/>
          </a:xfrm>
          <a:custGeom>
            <a:avLst/>
            <a:gdLst/>
            <a:ahLst/>
            <a:cxnLst>
              <a:cxn ang="0">
                <a:pos x="0" y="0"/>
              </a:cxn>
              <a:cxn ang="0">
                <a:pos x="0" y="274576"/>
              </a:cxn>
              <a:cxn ang="0">
                <a:pos x="563226" y="274576"/>
              </a:cxn>
              <a:cxn ang="0">
                <a:pos x="563226" y="0"/>
              </a:cxn>
              <a:cxn ang="0">
                <a:pos x="0" y="0"/>
              </a:cxn>
            </a:cxnLst>
            <a:rect l="0" t="0" r="0" b="0"/>
            <a:pathLst>
              <a:path w="576579" h="287654">
                <a:moveTo>
                  <a:pt x="0" y="0"/>
                </a:moveTo>
                <a:lnTo>
                  <a:pt x="0" y="287274"/>
                </a:lnTo>
                <a:lnTo>
                  <a:pt x="576071" y="287274"/>
                </a:lnTo>
                <a:lnTo>
                  <a:pt x="576071" y="0"/>
                </a:lnTo>
                <a:lnTo>
                  <a:pt x="0" y="0"/>
                </a:lnTo>
                <a:close/>
              </a:path>
            </a:pathLst>
          </a:custGeom>
          <a:noFill/>
          <a:ln w="19050" cap="flat" cmpd="sng">
            <a:solidFill>
              <a:srgbClr val="000000">
                <a:alpha val="100000"/>
              </a:srgbClr>
            </a:solidFill>
            <a:prstDash val="solid"/>
            <a:round/>
            <a:headEnd type="none" w="med" len="med"/>
            <a:tailEnd type="none" w="med" len="med"/>
          </a:ln>
        </p:spPr>
        <p:txBody>
          <a:bodyPr/>
          <a:lstStyle/>
          <a:p>
            <a:endParaRPr lang="zh-CN" altLang="en-US"/>
          </a:p>
        </p:txBody>
      </p:sp>
      <p:sp>
        <p:nvSpPr>
          <p:cNvPr id="89122" name="object 37"/>
          <p:cNvSpPr/>
          <p:nvPr/>
        </p:nvSpPr>
        <p:spPr>
          <a:xfrm>
            <a:off x="4194175" y="4999038"/>
            <a:ext cx="936625" cy="360362"/>
          </a:xfrm>
          <a:custGeom>
            <a:avLst/>
            <a:gdLst/>
            <a:ahLst/>
            <a:cxnLst>
              <a:cxn ang="0">
                <a:pos x="683310" y="279659"/>
              </a:cxn>
              <a:cxn ang="0">
                <a:pos x="683310" y="93220"/>
              </a:cxn>
              <a:cxn ang="0">
                <a:pos x="0" y="93220"/>
              </a:cxn>
              <a:cxn ang="0">
                <a:pos x="0" y="279659"/>
              </a:cxn>
              <a:cxn ang="0">
                <a:pos x="683310" y="279659"/>
              </a:cxn>
              <a:cxn ang="0">
                <a:pos x="911575" y="186438"/>
              </a:cxn>
              <a:cxn ang="0">
                <a:pos x="683310" y="0"/>
              </a:cxn>
              <a:cxn ang="0">
                <a:pos x="683310" y="372879"/>
              </a:cxn>
              <a:cxn ang="0">
                <a:pos x="911575" y="186438"/>
              </a:cxn>
            </a:cxnLst>
            <a:rect l="0" t="0" r="0" b="0"/>
            <a:pathLst>
              <a:path w="937260" h="360045">
                <a:moveTo>
                  <a:pt x="702563" y="269748"/>
                </a:moveTo>
                <a:lnTo>
                  <a:pt x="702563" y="89916"/>
                </a:lnTo>
                <a:lnTo>
                  <a:pt x="0" y="89916"/>
                </a:lnTo>
                <a:lnTo>
                  <a:pt x="0" y="269748"/>
                </a:lnTo>
                <a:lnTo>
                  <a:pt x="702563" y="269748"/>
                </a:lnTo>
                <a:close/>
              </a:path>
              <a:path w="937260" h="360045">
                <a:moveTo>
                  <a:pt x="937260" y="179831"/>
                </a:moveTo>
                <a:lnTo>
                  <a:pt x="702563" y="0"/>
                </a:lnTo>
                <a:lnTo>
                  <a:pt x="702563" y="359664"/>
                </a:lnTo>
                <a:lnTo>
                  <a:pt x="937260" y="179831"/>
                </a:lnTo>
                <a:close/>
              </a:path>
            </a:pathLst>
          </a:custGeom>
          <a:solidFill>
            <a:srgbClr val="000000">
              <a:alpha val="100000"/>
            </a:srgbClr>
          </a:solidFill>
          <a:ln w="9525">
            <a:noFill/>
          </a:ln>
        </p:spPr>
        <p:txBody>
          <a:bodyPr/>
          <a:lstStyle/>
          <a:p>
            <a:endParaRPr lang="zh-CN" altLang="en-US"/>
          </a:p>
        </p:txBody>
      </p:sp>
      <p:sp>
        <p:nvSpPr>
          <p:cNvPr id="89123" name="object 38"/>
          <p:cNvSpPr/>
          <p:nvPr/>
        </p:nvSpPr>
        <p:spPr>
          <a:xfrm>
            <a:off x="4194175" y="4999038"/>
            <a:ext cx="936625" cy="360362"/>
          </a:xfrm>
          <a:custGeom>
            <a:avLst/>
            <a:gdLst/>
            <a:ahLst/>
            <a:cxnLst>
              <a:cxn ang="0">
                <a:pos x="683310" y="0"/>
              </a:cxn>
              <a:cxn ang="0">
                <a:pos x="683310" y="93220"/>
              </a:cxn>
              <a:cxn ang="0">
                <a:pos x="0" y="93220"/>
              </a:cxn>
              <a:cxn ang="0">
                <a:pos x="0" y="279659"/>
              </a:cxn>
              <a:cxn ang="0">
                <a:pos x="683310" y="279659"/>
              </a:cxn>
              <a:cxn ang="0">
                <a:pos x="683310" y="372879"/>
              </a:cxn>
              <a:cxn ang="0">
                <a:pos x="911575" y="186438"/>
              </a:cxn>
              <a:cxn ang="0">
                <a:pos x="683310" y="0"/>
              </a:cxn>
            </a:cxnLst>
            <a:rect l="0" t="0" r="0" b="0"/>
            <a:pathLst>
              <a:path w="937260" h="360045">
                <a:moveTo>
                  <a:pt x="702563" y="0"/>
                </a:moveTo>
                <a:lnTo>
                  <a:pt x="702563" y="89916"/>
                </a:lnTo>
                <a:lnTo>
                  <a:pt x="0" y="89916"/>
                </a:lnTo>
                <a:lnTo>
                  <a:pt x="0" y="269748"/>
                </a:lnTo>
                <a:lnTo>
                  <a:pt x="702563" y="269748"/>
                </a:lnTo>
                <a:lnTo>
                  <a:pt x="702563" y="359664"/>
                </a:lnTo>
                <a:lnTo>
                  <a:pt x="937260" y="179831"/>
                </a:lnTo>
                <a:lnTo>
                  <a:pt x="702563" y="0"/>
                </a:lnTo>
                <a:close/>
              </a:path>
            </a:pathLst>
          </a:custGeom>
          <a:noFill/>
          <a:ln w="12700" cap="flat" cmpd="sng">
            <a:solidFill>
              <a:srgbClr val="000000">
                <a:alpha val="100000"/>
              </a:srgbClr>
            </a:solidFill>
            <a:prstDash val="solid"/>
            <a:round/>
            <a:headEnd type="none" w="med" len="med"/>
            <a:tailEnd type="none" w="med" len="med"/>
          </a:ln>
        </p:spPr>
        <p:txBody>
          <a:bodyPr/>
          <a:lstStyle/>
          <a:p>
            <a:endParaRPr lang="zh-CN" altLang="en-US"/>
          </a:p>
        </p:txBody>
      </p:sp>
      <p:graphicFrame>
        <p:nvGraphicFramePr>
          <p:cNvPr id="39" name="object 31"/>
          <p:cNvGraphicFramePr>
            <a:graphicFrameLocks noGrp="1"/>
          </p:cNvGraphicFramePr>
          <p:nvPr/>
        </p:nvGraphicFramePr>
        <p:xfrm>
          <a:off x="2746375" y="4268788"/>
          <a:ext cx="1079500" cy="2189165"/>
        </p:xfrm>
        <a:graphic>
          <a:graphicData uri="http://schemas.openxmlformats.org/drawingml/2006/table">
            <a:tbl>
              <a:tblPr firstRow="1" bandRow="1">
                <a:tableStyleId>{2D5ABB26-0587-4C30-8999-92F81FD0307C}</a:tableStyleId>
              </a:tblPr>
              <a:tblGrid>
                <a:gridCol w="1079500">
                  <a:extLst>
                    <a:ext uri="{9D8B030D-6E8A-4147-A177-3AD203B41FA5}">
                      <a16:colId xmlns:a16="http://schemas.microsoft.com/office/drawing/2014/main" val="20000"/>
                    </a:ext>
                  </a:extLst>
                </a:gridCol>
              </a:tblGrid>
              <a:tr h="360365">
                <a:tc>
                  <a:txBody>
                    <a:bodyPr/>
                    <a:lstStyle/>
                    <a:p>
                      <a:pPr marL="177800">
                        <a:lnSpc>
                          <a:spcPct val="100000"/>
                        </a:lnSpc>
                      </a:pPr>
                      <a:r>
                        <a:rPr sz="2000" b="1" dirty="0">
                          <a:latin typeface="Times New Roman" panose="02020603050405020304"/>
                          <a:cs typeface="Times New Roman" panose="02020603050405020304"/>
                        </a:rPr>
                        <a:t>c_next</a:t>
                      </a:r>
                      <a:endParaRPr sz="2000">
                        <a:latin typeface="Times New Roman" panose="02020603050405020304"/>
                        <a:cs typeface="Times New Roman" panose="02020603050405020304"/>
                      </a:endParaRPr>
                    </a:p>
                  </a:txBody>
                  <a:tcPr marL="0" marR="0" marT="0" marB="0">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solidFill>
                      <a:srgbClr val="FFFF00"/>
                    </a:solidFill>
                  </a:tcPr>
                </a:tc>
                <a:extLst>
                  <a:ext uri="{0D108BD9-81ED-4DB2-BD59-A6C34878D82A}">
                    <a16:rowId xmlns:a16="http://schemas.microsoft.com/office/drawing/2014/main" val="10000"/>
                  </a:ext>
                </a:extLst>
              </a:tr>
              <a:tr h="304800">
                <a:tc>
                  <a:txBody>
                    <a:bodyPr/>
                    <a:lstStyle/>
                    <a:p>
                      <a:endParaRPr sz="2000">
                        <a:latin typeface="Times New Roman" panose="02020603050405020304"/>
                        <a:cs typeface="Times New Roman" panose="02020603050405020304"/>
                      </a:endParaRPr>
                    </a:p>
                  </a:txBody>
                  <a:tcPr marL="0" marR="0" marT="0" marB="0">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solidFill>
                      <a:srgbClr val="CCCCFF"/>
                    </a:solidFill>
                  </a:tcPr>
                </a:tc>
                <a:extLst>
                  <a:ext uri="{0D108BD9-81ED-4DB2-BD59-A6C34878D82A}">
                    <a16:rowId xmlns:a16="http://schemas.microsoft.com/office/drawing/2014/main" val="10001"/>
                  </a:ext>
                </a:extLst>
              </a:tr>
              <a:tr h="304800">
                <a:tc>
                  <a:txBody>
                    <a:bodyPr/>
                    <a:lstStyle/>
                    <a:p>
                      <a:endParaRPr sz="2000">
                        <a:latin typeface="Times New Roman" panose="02020603050405020304"/>
                        <a:cs typeface="Times New Roman" panose="02020603050405020304"/>
                      </a:endParaRPr>
                    </a:p>
                  </a:txBody>
                  <a:tcPr marL="0" marR="0" marT="0" marB="0">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solidFill>
                      <a:srgbClr val="CCCCFF"/>
                    </a:solidFill>
                  </a:tcPr>
                </a:tc>
                <a:extLst>
                  <a:ext uri="{0D108BD9-81ED-4DB2-BD59-A6C34878D82A}">
                    <a16:rowId xmlns:a16="http://schemas.microsoft.com/office/drawing/2014/main" val="10002"/>
                  </a:ext>
                </a:extLst>
              </a:tr>
              <a:tr h="304800">
                <a:tc>
                  <a:txBody>
                    <a:bodyPr/>
                    <a:lstStyle/>
                    <a:p>
                      <a:endParaRPr sz="2000">
                        <a:latin typeface="Times New Roman" panose="02020603050405020304"/>
                        <a:cs typeface="Times New Roman" panose="02020603050405020304"/>
                      </a:endParaRPr>
                    </a:p>
                  </a:txBody>
                  <a:tcPr marL="0" marR="0" marT="0" marB="0">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solidFill>
                      <a:srgbClr val="CCCCFF"/>
                    </a:solidFill>
                  </a:tcPr>
                </a:tc>
                <a:extLst>
                  <a:ext uri="{0D108BD9-81ED-4DB2-BD59-A6C34878D82A}">
                    <a16:rowId xmlns:a16="http://schemas.microsoft.com/office/drawing/2014/main" val="10003"/>
                  </a:ext>
                </a:extLst>
              </a:tr>
              <a:tr h="304800">
                <a:tc>
                  <a:txBody>
                    <a:bodyPr/>
                    <a:lstStyle/>
                    <a:p>
                      <a:endParaRPr sz="2000">
                        <a:latin typeface="Times New Roman" panose="02020603050405020304"/>
                        <a:cs typeface="Times New Roman" panose="02020603050405020304"/>
                      </a:endParaRPr>
                    </a:p>
                  </a:txBody>
                  <a:tcPr marL="0" marR="0" marT="0" marB="0">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solidFill>
                      <a:srgbClr val="CCCCFF"/>
                    </a:solidFill>
                  </a:tcPr>
                </a:tc>
                <a:extLst>
                  <a:ext uri="{0D108BD9-81ED-4DB2-BD59-A6C34878D82A}">
                    <a16:rowId xmlns:a16="http://schemas.microsoft.com/office/drawing/2014/main" val="10004"/>
                  </a:ext>
                </a:extLst>
              </a:tr>
              <a:tr h="304800">
                <a:tc>
                  <a:txBody>
                    <a:bodyPr/>
                    <a:lstStyle/>
                    <a:p>
                      <a:endParaRPr sz="2000">
                        <a:latin typeface="Times New Roman" panose="02020603050405020304"/>
                        <a:cs typeface="Times New Roman" panose="02020603050405020304"/>
                      </a:endParaRPr>
                    </a:p>
                  </a:txBody>
                  <a:tcPr marL="0" marR="0" marT="0" marB="0">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solidFill>
                      <a:srgbClr val="CCCCFF"/>
                    </a:solidFill>
                  </a:tcPr>
                </a:tc>
                <a:extLst>
                  <a:ext uri="{0D108BD9-81ED-4DB2-BD59-A6C34878D82A}">
                    <a16:rowId xmlns:a16="http://schemas.microsoft.com/office/drawing/2014/main" val="10005"/>
                  </a:ext>
                </a:extLst>
              </a:tr>
              <a:tr h="304800">
                <a:tc>
                  <a:txBody>
                    <a:bodyPr/>
                    <a:lstStyle/>
                    <a:p>
                      <a:endParaRPr sz="2000">
                        <a:latin typeface="Times New Roman" panose="02020603050405020304"/>
                        <a:cs typeface="Times New Roman" panose="02020603050405020304"/>
                      </a:endParaRPr>
                    </a:p>
                  </a:txBody>
                  <a:tcPr marL="0" marR="0" marT="0" marB="0">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solidFill>
                      <a:srgbClr val="CCCCFF"/>
                    </a:solidFill>
                  </a:tcPr>
                </a:tc>
                <a:extLst>
                  <a:ext uri="{0D108BD9-81ED-4DB2-BD59-A6C34878D82A}">
                    <a16:rowId xmlns:a16="http://schemas.microsoft.com/office/drawing/2014/main" val="10006"/>
                  </a:ext>
                </a:extLst>
              </a:tr>
            </a:tbl>
          </a:graphicData>
        </a:graphic>
      </p:graphicFrame>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3" name="灯片编号占位符 3"/>
          <p:cNvSpPr txBox="1">
            <a:spLocks noGrp="1"/>
          </p:cNvSpPr>
          <p:nvPr>
            <p:ph type="sldNum" sz="quarter" idx="12"/>
          </p:nvPr>
        </p:nvSpPr>
        <p:spPr>
          <a:xfrm>
            <a:off x="431800" y="6229350"/>
            <a:ext cx="2311400" cy="457200"/>
          </a:xfrm>
        </p:spPr>
        <p:txBody>
          <a:bodyPr anchor="b" anchorCtr="0"/>
          <a:lstStyle/>
          <a:p>
            <a:pPr marL="0" indent="0">
              <a:spcBef>
                <a:spcPct val="50000"/>
              </a:spcBef>
              <a:buClrTx/>
              <a:buFontTx/>
              <a:buNone/>
            </a:pPr>
            <a:r>
              <a:rPr lang="zh-CN" altLang="en-US" sz="1200" b="0">
                <a:solidFill>
                  <a:srgbClr val="3366CC"/>
                </a:solidFill>
                <a:ea typeface="宋体" panose="02010600030101010101" pitchFamily="2" charset="-122"/>
              </a:rPr>
              <a:t>第</a:t>
            </a:r>
            <a:fld id="{9A0DB2DC-4C9A-4742-B13C-FB6460FD3503}" type="slidenum">
              <a:rPr lang="zh-TW" altLang="en-US" sz="1200" b="0">
                <a:solidFill>
                  <a:srgbClr val="3366CC"/>
                </a:solidFill>
                <a:ea typeface="PMingLiU" pitchFamily="18" charset="-120"/>
              </a:rPr>
              <a:t>75</a:t>
            </a:fld>
            <a:r>
              <a:rPr lang="zh-CN" altLang="en-US" sz="1200" b="0">
                <a:solidFill>
                  <a:srgbClr val="3366CC"/>
                </a:solidFill>
                <a:ea typeface="宋体" panose="02010600030101010101" pitchFamily="2" charset="-122"/>
              </a:rPr>
              <a:t>页</a:t>
            </a:r>
            <a:endParaRPr lang="zh-TW" altLang="en-US" sz="1200" b="0">
              <a:solidFill>
                <a:srgbClr val="3366CC"/>
              </a:solidFill>
              <a:ea typeface="宋体" panose="02010600030101010101" pitchFamily="2" charset="-122"/>
            </a:endParaRPr>
          </a:p>
        </p:txBody>
      </p:sp>
      <p:sp>
        <p:nvSpPr>
          <p:cNvPr id="90114" name="Rectangle 2"/>
          <p:cNvSpPr>
            <a:spLocks noGrp="1"/>
          </p:cNvSpPr>
          <p:nvPr>
            <p:ph type="title"/>
          </p:nvPr>
        </p:nvSpPr>
        <p:spPr/>
        <p:txBody>
          <a:bodyPr vert="horz" wrap="square" lIns="91440" tIns="45720" rIns="91440" bIns="45720" anchor="b" anchorCtr="0"/>
          <a:lstStyle/>
          <a:p>
            <a:pPr eaLnBrk="1" hangingPunct="1"/>
            <a:r>
              <a:rPr lang="en-US" altLang="zh-CN"/>
              <a:t>7.7 UNIX</a:t>
            </a:r>
            <a:r>
              <a:rPr lang="zh-CN" altLang="en-US"/>
              <a:t>设备管理</a:t>
            </a:r>
          </a:p>
        </p:txBody>
      </p:sp>
      <p:sp>
        <p:nvSpPr>
          <p:cNvPr id="100355" name="object 3"/>
          <p:cNvSpPr txBox="1">
            <a:spLocks noChangeArrowheads="1"/>
          </p:cNvSpPr>
          <p:nvPr/>
        </p:nvSpPr>
        <p:spPr bwMode="auto">
          <a:xfrm>
            <a:off x="683260" y="1610360"/>
            <a:ext cx="8137212" cy="18466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12700" lvl="0" indent="0">
              <a:spcBef>
                <a:spcPct val="0"/>
              </a:spcBef>
              <a:buClrTx/>
              <a:buNone/>
              <a:tabLst>
                <a:tab pos="544830" algn="l"/>
              </a:tabLst>
            </a:pPr>
            <a:r>
              <a:rPr lang="zh-CN" altLang="en-US" sz="2400" b="0" dirty="0">
                <a:latin typeface="黑体" panose="02010609060101010101" pitchFamily="49" charset="-122"/>
              </a:rPr>
              <a:t>缓冲池中有两类缓冲队列：</a:t>
            </a:r>
            <a:endParaRPr lang="en-US" altLang="zh-CN" sz="2400" b="0" dirty="0">
              <a:latin typeface="黑体" panose="02010609060101010101" pitchFamily="49" charset="-122"/>
            </a:endParaRPr>
          </a:p>
          <a:p>
            <a:pPr marL="12700" lvl="0" indent="0">
              <a:spcBef>
                <a:spcPct val="0"/>
              </a:spcBef>
              <a:buClrTx/>
              <a:buNone/>
              <a:tabLst>
                <a:tab pos="544830" algn="l"/>
              </a:tabLst>
            </a:pPr>
            <a:r>
              <a:rPr lang="en-US" altLang="zh-CN" sz="2400" b="0" dirty="0">
                <a:latin typeface="黑体" panose="02010609060101010101" pitchFamily="49" charset="-122"/>
              </a:rPr>
              <a:t>1 I/O</a:t>
            </a:r>
            <a:r>
              <a:rPr lang="zh-CN" altLang="en-US" sz="2400" b="0" dirty="0">
                <a:latin typeface="黑体" panose="02010609060101010101" pitchFamily="49" charset="-122"/>
              </a:rPr>
              <a:t>字符缓冲区队列</a:t>
            </a:r>
            <a:r>
              <a:rPr lang="en-US" altLang="zh-CN" sz="2400" b="0" dirty="0" err="1">
                <a:latin typeface="黑体" panose="02010609060101010101" pitchFamily="49" charset="-122"/>
              </a:rPr>
              <a:t>clist</a:t>
            </a:r>
            <a:r>
              <a:rPr lang="zh-CN" altLang="en-US" sz="2400" b="0" dirty="0">
                <a:latin typeface="黑体" panose="02010609060101010101" pitchFamily="49" charset="-122"/>
              </a:rPr>
              <a:t>。</a:t>
            </a:r>
            <a:r>
              <a:rPr lang="zh-CN" altLang="zh-CN" sz="2400" b="0" dirty="0">
                <a:latin typeface="黑体" panose="02010609060101010101" pitchFamily="49" charset="-122"/>
              </a:rPr>
              <a:t>分配给各种设备使用的字符缓冲区构成不同的缓冲队列。</a:t>
            </a:r>
            <a:endParaRPr lang="en-US" altLang="zh-CN" sz="2400" b="0" dirty="0">
              <a:latin typeface="黑体" panose="02010609060101010101" pitchFamily="49" charset="-122"/>
            </a:endParaRPr>
          </a:p>
          <a:p>
            <a:pPr marL="12700" lvl="0" indent="0">
              <a:spcBef>
                <a:spcPct val="0"/>
              </a:spcBef>
              <a:buClrTx/>
              <a:buNone/>
              <a:tabLst>
                <a:tab pos="544830" algn="l"/>
              </a:tabLst>
            </a:pPr>
            <a:r>
              <a:rPr lang="en-US" altLang="zh-CN" sz="2400" b="0" dirty="0">
                <a:latin typeface="黑体" panose="02010609060101010101" pitchFamily="49" charset="-122"/>
              </a:rPr>
              <a:t>2 </a:t>
            </a:r>
            <a:r>
              <a:rPr lang="zh-CN" altLang="zh-CN" sz="2400" b="0" dirty="0">
                <a:latin typeface="黑体" panose="02010609060101010101" pitchFamily="49" charset="-122"/>
              </a:rPr>
              <a:t>自由字符</a:t>
            </a:r>
            <a:r>
              <a:rPr lang="zh-CN" altLang="en-US" sz="2400" b="0" dirty="0">
                <a:latin typeface="黑体" panose="02010609060101010101" pitchFamily="49" charset="-122"/>
              </a:rPr>
              <a:t>缓冲</a:t>
            </a:r>
            <a:r>
              <a:rPr lang="zh-CN" altLang="zh-CN" sz="2400" b="0" dirty="0">
                <a:latin typeface="黑体" panose="02010609060101010101" pitchFamily="49" charset="-122"/>
              </a:rPr>
              <a:t>队列</a:t>
            </a:r>
            <a:r>
              <a:rPr lang="zh-CN" altLang="x-none" sz="2400" b="0" dirty="0">
                <a:latin typeface="黑体" panose="02010609060101010101" pitchFamily="49" charset="-122"/>
              </a:rPr>
              <a:t>cfreelist </a:t>
            </a:r>
            <a:r>
              <a:rPr lang="zh-CN" altLang="en-US" sz="2400" b="0" dirty="0">
                <a:latin typeface="黑体" panose="02010609060101010101" pitchFamily="49" charset="-122"/>
              </a:rPr>
              <a:t>，</a:t>
            </a:r>
            <a:r>
              <a:rPr lang="zh-CN" altLang="zh-CN" sz="2400" b="0" dirty="0">
                <a:latin typeface="黑体" panose="02010609060101010101" pitchFamily="49" charset="-122"/>
              </a:rPr>
              <a:t>由空闲的字符缓冲区构成。</a:t>
            </a:r>
          </a:p>
        </p:txBody>
      </p:sp>
      <p:sp>
        <p:nvSpPr>
          <p:cNvPr id="90116" name="object 4"/>
          <p:cNvSpPr/>
          <p:nvPr/>
        </p:nvSpPr>
        <p:spPr>
          <a:xfrm>
            <a:off x="2036763" y="3277220"/>
            <a:ext cx="6559550" cy="1231900"/>
          </a:xfrm>
          <a:prstGeom prst="rect">
            <a:avLst/>
          </a:prstGeom>
          <a:blipFill rotWithShape="1">
            <a:blip r:embed="rId2"/>
            <a:stretch>
              <a:fillRect/>
            </a:stretch>
          </a:blipFill>
          <a:ln w="9525">
            <a:noFill/>
          </a:ln>
        </p:spPr>
        <p:txBody>
          <a:bodyPr lIns="0" tIns="0" rIns="0" bIns="0"/>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0" lvl="0" indent="0">
              <a:spcBef>
                <a:spcPct val="0"/>
              </a:spcBef>
              <a:buClrTx/>
              <a:buFontTx/>
              <a:buNone/>
            </a:pPr>
            <a:endParaRPr lang="zh-CN" altLang="zh-CN" sz="2400" b="0">
              <a:ea typeface="宋体" panose="02010600030101010101" pitchFamily="2" charset="-122"/>
            </a:endParaRPr>
          </a:p>
        </p:txBody>
      </p:sp>
      <p:sp>
        <p:nvSpPr>
          <p:cNvPr id="6" name="object 5"/>
          <p:cNvSpPr txBox="1"/>
          <p:nvPr/>
        </p:nvSpPr>
        <p:spPr>
          <a:xfrm>
            <a:off x="250825" y="3266107"/>
            <a:ext cx="2235200" cy="254000"/>
          </a:xfrm>
          <a:prstGeom prst="rect">
            <a:avLst/>
          </a:prstGeom>
        </p:spPr>
        <p:txBody>
          <a:bodyPr lIns="0" tIns="0" rIns="0" bIns="0">
            <a:spAutoFit/>
          </a:bodyPr>
          <a:lstStyle/>
          <a:p>
            <a:pPr marL="12700">
              <a:buNone/>
            </a:pPr>
            <a:r>
              <a:rPr lang="zh-CN" altLang="x-none" sz="1800" b="1" dirty="0">
                <a:latin typeface="Times New Roman" panose="02020603050405020304" pitchFamily="18" charset="0"/>
                <a:cs typeface="Times New Roman" panose="02020603050405020304" pitchFamily="18" charset="0"/>
              </a:rPr>
              <a:t>struct cblock *cfreelist</a:t>
            </a:r>
            <a:endParaRPr lang="zh-CN" altLang="x-none" sz="1800" dirty="0">
              <a:latin typeface="Times New Roman" panose="02020603050405020304" pitchFamily="18" charset="0"/>
              <a:ea typeface="Times New Roman" panose="02020603050405020304" pitchFamily="18" charset="0"/>
            </a:endParaRPr>
          </a:p>
        </p:txBody>
      </p:sp>
      <p:sp>
        <p:nvSpPr>
          <p:cNvPr id="100358" name="object 6"/>
          <p:cNvSpPr txBox="1">
            <a:spLocks noChangeArrowheads="1"/>
          </p:cNvSpPr>
          <p:nvPr/>
        </p:nvSpPr>
        <p:spPr bwMode="auto">
          <a:xfrm>
            <a:off x="611505" y="4850130"/>
            <a:ext cx="7158355" cy="9131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12700" lvl="0" indent="0">
              <a:lnSpc>
                <a:spcPts val="2375"/>
              </a:lnSpc>
              <a:spcBef>
                <a:spcPct val="0"/>
              </a:spcBef>
              <a:buClrTx/>
              <a:buFontTx/>
              <a:buNone/>
            </a:pPr>
            <a:r>
              <a:rPr lang="zh-CN" altLang="zh-CN" sz="2400" b="0" dirty="0">
                <a:latin typeface="黑体" panose="02010609060101010101" pitchFamily="49" charset="-122"/>
              </a:rPr>
              <a:t>字符</a:t>
            </a:r>
            <a:r>
              <a:rPr lang="zh-CN" altLang="en-US" sz="2400" b="0" dirty="0">
                <a:latin typeface="黑体" panose="02010609060101010101" pitchFamily="49" charset="-122"/>
              </a:rPr>
              <a:t>缓冲区</a:t>
            </a:r>
            <a:r>
              <a:rPr lang="zh-CN" altLang="zh-CN" sz="2400" b="0" dirty="0">
                <a:latin typeface="黑体" panose="02010609060101010101" pitchFamily="49" charset="-122"/>
              </a:rPr>
              <a:t>的分配和释放都是在队首进行。</a:t>
            </a:r>
          </a:p>
          <a:p>
            <a:pPr marL="12700" lvl="0" indent="0">
              <a:lnSpc>
                <a:spcPts val="2375"/>
              </a:lnSpc>
              <a:spcBef>
                <a:spcPct val="0"/>
              </a:spcBef>
              <a:buClrTx/>
              <a:buFontTx/>
              <a:buNone/>
            </a:pPr>
            <a:r>
              <a:rPr lang="zh-CN" altLang="zh-CN" sz="2400" b="0" dirty="0">
                <a:latin typeface="黑体" panose="02010609060101010101" pitchFamily="49" charset="-122"/>
              </a:rPr>
              <a:t>1)从</a:t>
            </a:r>
            <a:r>
              <a:rPr lang="zh-CN" altLang="zh-CN" sz="2400" b="0" dirty="0">
                <a:latin typeface="黑体" panose="02010609060101010101" pitchFamily="49" charset="-122"/>
                <a:sym typeface="+mn-ea"/>
              </a:rPr>
              <a:t>自由字符</a:t>
            </a:r>
            <a:r>
              <a:rPr lang="zh-CN" altLang="en-US" sz="2400" b="0" dirty="0">
                <a:latin typeface="黑体" panose="02010609060101010101" pitchFamily="49" charset="-122"/>
                <a:sym typeface="+mn-ea"/>
              </a:rPr>
              <a:t>缓冲</a:t>
            </a:r>
            <a:r>
              <a:rPr lang="zh-CN" altLang="zh-CN" sz="2400" b="0" dirty="0">
                <a:latin typeface="黑体" panose="02010609060101010101" pitchFamily="49" charset="-122"/>
                <a:sym typeface="+mn-ea"/>
              </a:rPr>
              <a:t>队列</a:t>
            </a:r>
            <a:r>
              <a:rPr lang="zh-CN" altLang="zh-CN" sz="2400" b="0" dirty="0">
                <a:latin typeface="黑体" panose="02010609060101010101" pitchFamily="49" charset="-122"/>
              </a:rPr>
              <a:t>分配一个缓冲区。</a:t>
            </a:r>
          </a:p>
          <a:p>
            <a:pPr marL="12700" lvl="0" indent="0">
              <a:lnSpc>
                <a:spcPts val="2375"/>
              </a:lnSpc>
              <a:spcBef>
                <a:spcPct val="0"/>
              </a:spcBef>
              <a:buClrTx/>
              <a:buFontTx/>
              <a:buNone/>
            </a:pPr>
            <a:r>
              <a:rPr lang="zh-CN" altLang="zh-CN" sz="2400" b="0" dirty="0">
                <a:latin typeface="黑体" panose="02010609060101010101" pitchFamily="49" charset="-122"/>
              </a:rPr>
              <a:t>2)把一个缓冲区释放后放入</a:t>
            </a:r>
            <a:r>
              <a:rPr lang="zh-CN" altLang="zh-CN" sz="2400" b="0" dirty="0">
                <a:latin typeface="黑体" panose="02010609060101010101" pitchFamily="49" charset="-122"/>
                <a:sym typeface="+mn-ea"/>
              </a:rPr>
              <a:t>自由字符</a:t>
            </a:r>
            <a:r>
              <a:rPr lang="zh-CN" altLang="en-US" sz="2400" b="0" dirty="0">
                <a:latin typeface="黑体" panose="02010609060101010101" pitchFamily="49" charset="-122"/>
                <a:sym typeface="+mn-ea"/>
              </a:rPr>
              <a:t>缓冲</a:t>
            </a:r>
            <a:r>
              <a:rPr lang="zh-CN" altLang="zh-CN" sz="2400" b="0" dirty="0">
                <a:latin typeface="黑体" panose="02010609060101010101" pitchFamily="49" charset="-122"/>
                <a:sym typeface="+mn-ea"/>
              </a:rPr>
              <a:t>队列</a:t>
            </a:r>
            <a:r>
              <a:rPr lang="zh-CN" altLang="zh-CN" sz="2400" b="0" dirty="0">
                <a:latin typeface="黑体" panose="02010609060101010101" pitchFamily="49" charset="-122"/>
              </a:rPr>
              <a:t>。</a:t>
            </a:r>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7" name="灯片编号占位符 3"/>
          <p:cNvSpPr txBox="1">
            <a:spLocks noGrp="1"/>
          </p:cNvSpPr>
          <p:nvPr>
            <p:ph type="sldNum" sz="quarter" idx="12"/>
          </p:nvPr>
        </p:nvSpPr>
        <p:spPr>
          <a:xfrm>
            <a:off x="431800" y="6229350"/>
            <a:ext cx="2311400" cy="457200"/>
          </a:xfrm>
        </p:spPr>
        <p:txBody>
          <a:bodyPr anchor="b" anchorCtr="0"/>
          <a:lstStyle/>
          <a:p>
            <a:pPr marL="0" indent="0">
              <a:spcBef>
                <a:spcPct val="50000"/>
              </a:spcBef>
              <a:buClrTx/>
              <a:buFontTx/>
              <a:buNone/>
            </a:pPr>
            <a:r>
              <a:rPr lang="zh-CN" altLang="en-US" sz="1200" b="0">
                <a:solidFill>
                  <a:srgbClr val="3366CC"/>
                </a:solidFill>
                <a:ea typeface="宋体" panose="02010600030101010101" pitchFamily="2" charset="-122"/>
              </a:rPr>
              <a:t>第</a:t>
            </a:r>
            <a:fld id="{9A0DB2DC-4C9A-4742-B13C-FB6460FD3503}" type="slidenum">
              <a:rPr lang="zh-TW" altLang="en-US" sz="1200" b="0">
                <a:solidFill>
                  <a:srgbClr val="3366CC"/>
                </a:solidFill>
                <a:ea typeface="PMingLiU" pitchFamily="18" charset="-120"/>
              </a:rPr>
              <a:t>76</a:t>
            </a:fld>
            <a:r>
              <a:rPr lang="zh-CN" altLang="en-US" sz="1200" b="0">
                <a:solidFill>
                  <a:srgbClr val="3366CC"/>
                </a:solidFill>
                <a:ea typeface="宋体" panose="02010600030101010101" pitchFamily="2" charset="-122"/>
              </a:rPr>
              <a:t>页</a:t>
            </a:r>
            <a:endParaRPr lang="zh-TW" altLang="en-US" sz="1200" b="0">
              <a:solidFill>
                <a:srgbClr val="3366CC"/>
              </a:solidFill>
              <a:ea typeface="宋体" panose="02010600030101010101" pitchFamily="2" charset="-122"/>
            </a:endParaRPr>
          </a:p>
        </p:txBody>
      </p:sp>
      <p:sp>
        <p:nvSpPr>
          <p:cNvPr id="91138" name="Rectangle 2"/>
          <p:cNvSpPr>
            <a:spLocks noGrp="1"/>
          </p:cNvSpPr>
          <p:nvPr>
            <p:ph type="title"/>
          </p:nvPr>
        </p:nvSpPr>
        <p:spPr/>
        <p:txBody>
          <a:bodyPr vert="horz" wrap="square" lIns="91440" tIns="45720" rIns="91440" bIns="45720" anchor="b" anchorCtr="0"/>
          <a:lstStyle/>
          <a:p>
            <a:pPr eaLnBrk="1" hangingPunct="1"/>
            <a:r>
              <a:rPr lang="en-US" altLang="zh-CN"/>
              <a:t>7.7 UNIX</a:t>
            </a:r>
            <a:r>
              <a:rPr lang="zh-CN" altLang="en-US"/>
              <a:t>设备管理</a:t>
            </a:r>
          </a:p>
        </p:txBody>
      </p:sp>
      <p:sp>
        <p:nvSpPr>
          <p:cNvPr id="101379" name="object 3"/>
          <p:cNvSpPr txBox="1">
            <a:spLocks noChangeArrowheads="1"/>
          </p:cNvSpPr>
          <p:nvPr/>
        </p:nvSpPr>
        <p:spPr bwMode="auto">
          <a:xfrm>
            <a:off x="469900" y="1375608"/>
            <a:ext cx="8350250" cy="14770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12700" lvl="0" indent="0">
              <a:spcBef>
                <a:spcPct val="0"/>
              </a:spcBef>
              <a:buClrTx/>
              <a:buNone/>
              <a:tabLst>
                <a:tab pos="544830" algn="l"/>
              </a:tabLst>
            </a:pPr>
            <a:r>
              <a:rPr lang="en-US" altLang="zh-CN" sz="2400" b="0" dirty="0">
                <a:latin typeface="黑体" panose="02010609060101010101" pitchFamily="49" charset="-122"/>
              </a:rPr>
              <a:t>I/O</a:t>
            </a:r>
            <a:r>
              <a:rPr lang="zh-CN" altLang="en-US" sz="2400" b="0" dirty="0">
                <a:latin typeface="黑体" panose="02010609060101010101" pitchFamily="49" charset="-122"/>
              </a:rPr>
              <a:t>字符缓冲区队列</a:t>
            </a:r>
            <a:endParaRPr lang="en-US" altLang="zh-CN" sz="2400" b="0" dirty="0">
              <a:latin typeface="黑体" panose="02010609060101010101" pitchFamily="49" charset="-122"/>
            </a:endParaRPr>
          </a:p>
          <a:p>
            <a:pPr marL="12700" lvl="0" indent="0" defTabSz="914400">
              <a:spcBef>
                <a:spcPct val="0"/>
              </a:spcBef>
              <a:buClrTx/>
              <a:buFontTx/>
              <a:buNone/>
              <a:tabLst>
                <a:tab pos="544830" algn="l"/>
              </a:tabLst>
            </a:pPr>
            <a:r>
              <a:rPr lang="zh-CN" altLang="zh-CN" sz="2400" b="0" dirty="0">
                <a:latin typeface="黑体" panose="02010609060101010101" pitchFamily="49" charset="-122"/>
              </a:rPr>
              <a:t>字符设备通过字符</a:t>
            </a:r>
            <a:r>
              <a:rPr lang="zh-CN" altLang="en-US" sz="2400" b="0" dirty="0">
                <a:latin typeface="黑体" panose="02010609060101010101" pitchFamily="49" charset="-122"/>
              </a:rPr>
              <a:t>缓冲区</a:t>
            </a:r>
            <a:r>
              <a:rPr lang="zh-CN" altLang="zh-CN" sz="2400" b="0" dirty="0">
                <a:latin typeface="黑体" panose="02010609060101010101" pitchFamily="49" charset="-122"/>
              </a:rPr>
              <a:t>进行输入或输出。分配给各种设备使用的字符缓冲区构成不同的缓冲队列。每个队列设置一个控制块，其结构如下:</a:t>
            </a:r>
          </a:p>
        </p:txBody>
      </p:sp>
      <p:sp>
        <p:nvSpPr>
          <p:cNvPr id="91140" name="object 4"/>
          <p:cNvSpPr txBox="1"/>
          <p:nvPr/>
        </p:nvSpPr>
        <p:spPr>
          <a:xfrm>
            <a:off x="1368425" y="2774950"/>
            <a:ext cx="1187450" cy="1662113"/>
          </a:xfrm>
          <a:prstGeom prst="rect">
            <a:avLst/>
          </a:prstGeom>
          <a:noFill/>
          <a:ln w="9525">
            <a:noFill/>
          </a:ln>
        </p:spPr>
        <p:txBody>
          <a:bodyPr lIns="0" tIns="0" rIns="0" bIns="0">
            <a:spAutoFit/>
          </a:bodyPr>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12700" lvl="0" indent="0">
              <a:spcBef>
                <a:spcPct val="0"/>
              </a:spcBef>
              <a:buClrTx/>
              <a:buFontTx/>
              <a:buNone/>
            </a:pPr>
            <a:r>
              <a:rPr lang="zh-CN" altLang="zh-CN" sz="1800">
                <a:ea typeface="宋体" panose="02010600030101010101" pitchFamily="2" charset="-122"/>
              </a:rPr>
              <a:t>struct list</a:t>
            </a:r>
            <a:endParaRPr lang="zh-CN" altLang="zh-CN" sz="1800" b="0">
              <a:ea typeface="宋体" panose="02010600030101010101" pitchFamily="2" charset="-122"/>
            </a:endParaRPr>
          </a:p>
          <a:p>
            <a:pPr marL="12700" lvl="0" indent="0">
              <a:spcBef>
                <a:spcPct val="0"/>
              </a:spcBef>
              <a:buClrTx/>
              <a:buFontTx/>
              <a:buNone/>
            </a:pPr>
            <a:r>
              <a:rPr lang="zh-CN" altLang="zh-CN" sz="1800">
                <a:ea typeface="宋体" panose="02010600030101010101" pitchFamily="2" charset="-122"/>
              </a:rPr>
              <a:t>{</a:t>
            </a:r>
            <a:endParaRPr lang="zh-CN" altLang="zh-CN" sz="1800" b="0">
              <a:ea typeface="宋体" panose="02010600030101010101" pitchFamily="2" charset="-122"/>
            </a:endParaRPr>
          </a:p>
          <a:p>
            <a:pPr marL="12700" lvl="0" indent="0" algn="just">
              <a:spcBef>
                <a:spcPct val="0"/>
              </a:spcBef>
              <a:buClrTx/>
              <a:buFontTx/>
              <a:buNone/>
            </a:pPr>
            <a:r>
              <a:rPr lang="zh-CN" altLang="zh-CN" sz="1800">
                <a:ea typeface="宋体" panose="02010600030101010101" pitchFamily="2" charset="-122"/>
              </a:rPr>
              <a:t>int c_cc; </a:t>
            </a:r>
            <a:endParaRPr lang="en-US" altLang="zh-CN" sz="1800">
              <a:ea typeface="宋体" panose="02010600030101010101" pitchFamily="2" charset="-122"/>
            </a:endParaRPr>
          </a:p>
          <a:p>
            <a:pPr marL="12700" lvl="0" indent="0" algn="just">
              <a:spcBef>
                <a:spcPct val="0"/>
              </a:spcBef>
              <a:buClrTx/>
              <a:buFontTx/>
              <a:buNone/>
            </a:pPr>
            <a:r>
              <a:rPr lang="zh-CN" altLang="zh-CN" sz="1800">
                <a:ea typeface="宋体" panose="02010600030101010101" pitchFamily="2" charset="-122"/>
              </a:rPr>
              <a:t>int c_cf;</a:t>
            </a:r>
            <a:endParaRPr lang="en-US" altLang="zh-CN" sz="1800">
              <a:ea typeface="宋体" panose="02010600030101010101" pitchFamily="2" charset="-122"/>
            </a:endParaRPr>
          </a:p>
          <a:p>
            <a:pPr marL="12700" lvl="0" indent="0" algn="just">
              <a:spcBef>
                <a:spcPct val="0"/>
              </a:spcBef>
              <a:buClrTx/>
              <a:buFontTx/>
              <a:buNone/>
            </a:pPr>
            <a:r>
              <a:rPr lang="zh-CN" altLang="zh-CN" sz="1800">
                <a:ea typeface="宋体" panose="02010600030101010101" pitchFamily="2" charset="-122"/>
              </a:rPr>
              <a:t> int c_cl;</a:t>
            </a:r>
            <a:endParaRPr lang="zh-CN" altLang="zh-CN" sz="1800" b="0">
              <a:ea typeface="宋体" panose="02010600030101010101" pitchFamily="2" charset="-122"/>
            </a:endParaRPr>
          </a:p>
          <a:p>
            <a:pPr marL="12700" lvl="0" indent="0">
              <a:spcBef>
                <a:spcPct val="0"/>
              </a:spcBef>
              <a:buClrTx/>
              <a:buFontTx/>
              <a:buNone/>
            </a:pPr>
            <a:r>
              <a:rPr lang="zh-CN" altLang="zh-CN" sz="1800">
                <a:ea typeface="宋体" panose="02010600030101010101" pitchFamily="2" charset="-122"/>
              </a:rPr>
              <a:t>};</a:t>
            </a:r>
            <a:endParaRPr lang="zh-CN" altLang="zh-CN" sz="1800" b="0">
              <a:ea typeface="宋体" panose="02010600030101010101" pitchFamily="2" charset="-122"/>
            </a:endParaRPr>
          </a:p>
        </p:txBody>
      </p:sp>
      <p:sp>
        <p:nvSpPr>
          <p:cNvPr id="91141" name="object 5"/>
          <p:cNvSpPr txBox="1"/>
          <p:nvPr/>
        </p:nvSpPr>
        <p:spPr>
          <a:xfrm>
            <a:off x="2487613" y="3313113"/>
            <a:ext cx="2516187" cy="830262"/>
          </a:xfrm>
          <a:prstGeom prst="rect">
            <a:avLst/>
          </a:prstGeom>
          <a:noFill/>
          <a:ln w="9525">
            <a:noFill/>
          </a:ln>
        </p:spPr>
        <p:txBody>
          <a:bodyPr lIns="0" tIns="0" rIns="0" bIns="0">
            <a:spAutoFit/>
          </a:bodyPr>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49530" lvl="0" indent="0">
              <a:spcBef>
                <a:spcPct val="0"/>
              </a:spcBef>
              <a:buClrTx/>
              <a:buFontTx/>
              <a:buNone/>
            </a:pPr>
            <a:r>
              <a:rPr lang="zh-CN" altLang="zh-CN" sz="1800">
                <a:ea typeface="宋体" panose="02010600030101010101" pitchFamily="2" charset="-122"/>
              </a:rPr>
              <a:t>/*</a:t>
            </a:r>
            <a:r>
              <a:rPr lang="zh-CN" altLang="zh-CN" sz="1800">
                <a:latin typeface="宋体" panose="02010600030101010101" pitchFamily="2" charset="-122"/>
                <a:ea typeface="宋体" panose="02010600030101010101" pitchFamily="2" charset="-122"/>
              </a:rPr>
              <a:t>字符计数器</a:t>
            </a:r>
            <a:r>
              <a:rPr lang="zh-CN" altLang="zh-CN" sz="1800">
                <a:ea typeface="宋体" panose="02010600030101010101" pitchFamily="2" charset="-122"/>
              </a:rPr>
              <a:t>*/</a:t>
            </a:r>
            <a:endParaRPr lang="zh-CN" altLang="zh-CN" sz="1800" b="0">
              <a:ea typeface="宋体" panose="02010600030101010101" pitchFamily="2" charset="-122"/>
            </a:endParaRPr>
          </a:p>
          <a:p>
            <a:pPr marL="49530" lvl="0" indent="0">
              <a:spcBef>
                <a:spcPct val="0"/>
              </a:spcBef>
              <a:buClrTx/>
              <a:buFontTx/>
              <a:buNone/>
            </a:pPr>
            <a:r>
              <a:rPr lang="zh-CN" altLang="zh-CN" sz="1800">
                <a:ea typeface="宋体" panose="02010600030101010101" pitchFamily="2" charset="-122"/>
              </a:rPr>
              <a:t>/*</a:t>
            </a:r>
            <a:r>
              <a:rPr lang="zh-CN" altLang="zh-CN" sz="1800">
                <a:latin typeface="宋体" panose="02010600030101010101" pitchFamily="2" charset="-122"/>
                <a:ea typeface="宋体" panose="02010600030101010101" pitchFamily="2" charset="-122"/>
              </a:rPr>
              <a:t>缓存队列首指针</a:t>
            </a:r>
            <a:r>
              <a:rPr lang="zh-CN" altLang="zh-CN" sz="1800">
                <a:ea typeface="宋体" panose="02010600030101010101" pitchFamily="2" charset="-122"/>
              </a:rPr>
              <a:t>*/</a:t>
            </a:r>
            <a:endParaRPr lang="zh-CN" altLang="zh-CN" sz="1800" b="0">
              <a:ea typeface="宋体" panose="02010600030101010101" pitchFamily="2" charset="-122"/>
            </a:endParaRPr>
          </a:p>
          <a:p>
            <a:pPr marL="49530" lvl="0" indent="0">
              <a:spcBef>
                <a:spcPct val="0"/>
              </a:spcBef>
              <a:buClrTx/>
              <a:buFontTx/>
              <a:buNone/>
            </a:pPr>
            <a:r>
              <a:rPr lang="zh-CN" altLang="zh-CN" sz="1800">
                <a:ea typeface="宋体" panose="02010600030101010101" pitchFamily="2" charset="-122"/>
              </a:rPr>
              <a:t>/*</a:t>
            </a:r>
            <a:r>
              <a:rPr lang="zh-CN" altLang="zh-CN" sz="1800">
                <a:latin typeface="宋体" panose="02010600030101010101" pitchFamily="2" charset="-122"/>
                <a:ea typeface="宋体" panose="02010600030101010101" pitchFamily="2" charset="-122"/>
              </a:rPr>
              <a:t>缓存队列尾指针</a:t>
            </a:r>
            <a:r>
              <a:rPr lang="zh-CN" altLang="zh-CN" sz="1800">
                <a:ea typeface="宋体" panose="02010600030101010101" pitchFamily="2" charset="-122"/>
              </a:rPr>
              <a:t>*/</a:t>
            </a:r>
            <a:endParaRPr lang="zh-CN" altLang="zh-CN" sz="1800" b="0">
              <a:ea typeface="宋体" panose="02010600030101010101" pitchFamily="2" charset="-122"/>
            </a:endParaRPr>
          </a:p>
        </p:txBody>
      </p:sp>
      <p:sp>
        <p:nvSpPr>
          <p:cNvPr id="91142" name="object 6"/>
          <p:cNvSpPr/>
          <p:nvPr/>
        </p:nvSpPr>
        <p:spPr>
          <a:xfrm>
            <a:off x="1608138" y="4938713"/>
            <a:ext cx="1077912" cy="1082675"/>
          </a:xfrm>
          <a:custGeom>
            <a:avLst/>
            <a:gdLst/>
            <a:ahLst/>
            <a:cxnLst>
              <a:cxn ang="0">
                <a:pos x="0" y="0"/>
              </a:cxn>
              <a:cxn ang="0">
                <a:pos x="0" y="1134624"/>
              </a:cxn>
              <a:cxn ang="0">
                <a:pos x="1090539" y="1134624"/>
              </a:cxn>
              <a:cxn ang="0">
                <a:pos x="1090539" y="0"/>
              </a:cxn>
              <a:cxn ang="0">
                <a:pos x="0" y="0"/>
              </a:cxn>
            </a:cxnLst>
            <a:rect l="0" t="0" r="0" b="0"/>
            <a:pathLst>
              <a:path w="1077595" h="1081404">
                <a:moveTo>
                  <a:pt x="0" y="0"/>
                </a:moveTo>
                <a:lnTo>
                  <a:pt x="0" y="1081277"/>
                </a:lnTo>
                <a:lnTo>
                  <a:pt x="1077467" y="1081277"/>
                </a:lnTo>
                <a:lnTo>
                  <a:pt x="1077467" y="0"/>
                </a:lnTo>
                <a:lnTo>
                  <a:pt x="0" y="0"/>
                </a:lnTo>
                <a:close/>
              </a:path>
            </a:pathLst>
          </a:custGeom>
          <a:solidFill>
            <a:srgbClr val="FFFFFF">
              <a:alpha val="100000"/>
            </a:srgbClr>
          </a:solidFill>
          <a:ln w="9525">
            <a:noFill/>
          </a:ln>
        </p:spPr>
        <p:txBody>
          <a:bodyPr/>
          <a:lstStyle/>
          <a:p>
            <a:endParaRPr lang="zh-CN" altLang="en-US"/>
          </a:p>
        </p:txBody>
      </p:sp>
      <p:sp>
        <p:nvSpPr>
          <p:cNvPr id="91143" name="object 8"/>
          <p:cNvSpPr/>
          <p:nvPr/>
        </p:nvSpPr>
        <p:spPr>
          <a:xfrm>
            <a:off x="3930650" y="4186238"/>
            <a:ext cx="4679950" cy="2282825"/>
          </a:xfrm>
          <a:prstGeom prst="rect">
            <a:avLst/>
          </a:prstGeom>
          <a:blipFill rotWithShape="1">
            <a:blip r:embed="rId2"/>
            <a:stretch>
              <a:fillRect/>
            </a:stretch>
          </a:blipFill>
          <a:ln w="9525">
            <a:noFill/>
          </a:ln>
        </p:spPr>
        <p:txBody>
          <a:bodyPr lIns="0" tIns="0" rIns="0" bIns="0"/>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0" lvl="0" indent="0">
              <a:spcBef>
                <a:spcPct val="0"/>
              </a:spcBef>
              <a:buClrTx/>
              <a:buFontTx/>
              <a:buNone/>
            </a:pPr>
            <a:endParaRPr lang="zh-CN" altLang="zh-CN" sz="2400" b="0">
              <a:ea typeface="宋体" panose="02010600030101010101" pitchFamily="2" charset="-122"/>
            </a:endParaRPr>
          </a:p>
        </p:txBody>
      </p:sp>
      <p:graphicFrame>
        <p:nvGraphicFramePr>
          <p:cNvPr id="9" name="object 7"/>
          <p:cNvGraphicFramePr>
            <a:graphicFrameLocks noGrp="1"/>
          </p:cNvGraphicFramePr>
          <p:nvPr/>
        </p:nvGraphicFramePr>
        <p:xfrm>
          <a:off x="1598613" y="4929188"/>
          <a:ext cx="1077912" cy="1082675"/>
        </p:xfrm>
        <a:graphic>
          <a:graphicData uri="http://schemas.openxmlformats.org/drawingml/2006/table">
            <a:tbl>
              <a:tblPr firstRow="1" bandRow="1">
                <a:tableStyleId>{2D5ABB26-0587-4C30-8999-92F81FD0307C}</a:tableStyleId>
              </a:tblPr>
              <a:tblGrid>
                <a:gridCol w="1077912">
                  <a:extLst>
                    <a:ext uri="{9D8B030D-6E8A-4147-A177-3AD203B41FA5}">
                      <a16:colId xmlns:a16="http://schemas.microsoft.com/office/drawing/2014/main" val="20000"/>
                    </a:ext>
                  </a:extLst>
                </a:gridCol>
              </a:tblGrid>
              <a:tr h="362418">
                <a:tc>
                  <a:txBody>
                    <a:bodyPr/>
                    <a:lstStyle/>
                    <a:p>
                      <a:pPr marL="295910">
                        <a:lnSpc>
                          <a:spcPct val="100000"/>
                        </a:lnSpc>
                      </a:pPr>
                      <a:r>
                        <a:rPr sz="2000" b="1" dirty="0">
                          <a:latin typeface="Times New Roman" panose="02020603050405020304"/>
                          <a:cs typeface="Times New Roman" panose="02020603050405020304"/>
                        </a:rPr>
                        <a:t>c_cc</a:t>
                      </a:r>
                      <a:endParaRPr sz="2000">
                        <a:latin typeface="Times New Roman" panose="02020603050405020304"/>
                        <a:cs typeface="Times New Roman" panose="02020603050405020304"/>
                      </a:endParaRPr>
                    </a:p>
                  </a:txBody>
                  <a:tcPr marL="0" marR="0" marT="0" marB="0">
                    <a:lnL w="19050">
                      <a:solidFill>
                        <a:srgbClr val="000000"/>
                      </a:solidFill>
                      <a:prstDash val="solid"/>
                    </a:lnL>
                    <a:lnR w="19050">
                      <a:solidFill>
                        <a:srgbClr val="000000"/>
                      </a:solidFill>
                      <a:prstDash val="solid"/>
                    </a:lnR>
                    <a:lnT w="19050">
                      <a:solidFill>
                        <a:srgbClr val="000000"/>
                      </a:solidFill>
                      <a:prstDash val="solid"/>
                    </a:lnT>
                    <a:lnB w="9525">
                      <a:solidFill>
                        <a:srgbClr val="000000"/>
                      </a:solidFill>
                      <a:prstDash val="solid"/>
                    </a:lnB>
                    <a:solidFill>
                      <a:srgbClr val="FFFFFF"/>
                    </a:solidFill>
                  </a:tcPr>
                </a:tc>
                <a:extLst>
                  <a:ext uri="{0D108BD9-81ED-4DB2-BD59-A6C34878D82A}">
                    <a16:rowId xmlns:a16="http://schemas.microsoft.com/office/drawing/2014/main" val="10000"/>
                  </a:ext>
                </a:extLst>
              </a:tr>
              <a:tr h="357839">
                <a:tc>
                  <a:txBody>
                    <a:bodyPr/>
                    <a:lstStyle/>
                    <a:p>
                      <a:pPr marL="310515">
                        <a:lnSpc>
                          <a:spcPct val="100000"/>
                        </a:lnSpc>
                      </a:pPr>
                      <a:r>
                        <a:rPr sz="2000" b="1" dirty="0">
                          <a:latin typeface="Times New Roman" panose="02020603050405020304"/>
                          <a:cs typeface="Times New Roman" panose="02020603050405020304"/>
                        </a:rPr>
                        <a:t>c_cf</a:t>
                      </a:r>
                      <a:endParaRPr sz="2000">
                        <a:latin typeface="Times New Roman" panose="02020603050405020304"/>
                        <a:cs typeface="Times New Roman" panose="02020603050405020304"/>
                      </a:endParaRPr>
                    </a:p>
                  </a:txBody>
                  <a:tcPr marL="0" marR="0" marT="0" marB="0">
                    <a:lnL w="19050">
                      <a:solidFill>
                        <a:srgbClr val="000000"/>
                      </a:solidFill>
                      <a:prstDash val="solid"/>
                    </a:lnL>
                    <a:lnR w="19050">
                      <a:solidFill>
                        <a:srgbClr val="000000"/>
                      </a:solidFill>
                      <a:prstDash val="solid"/>
                    </a:lnR>
                    <a:lnT w="9525">
                      <a:solidFill>
                        <a:srgbClr val="000000"/>
                      </a:solidFill>
                      <a:prstDash val="solid"/>
                    </a:lnT>
                    <a:lnB w="9525">
                      <a:solidFill>
                        <a:srgbClr val="000000"/>
                      </a:solidFill>
                      <a:prstDash val="solid"/>
                    </a:lnB>
                    <a:solidFill>
                      <a:srgbClr val="FFFFFF"/>
                    </a:solidFill>
                  </a:tcPr>
                </a:tc>
                <a:extLst>
                  <a:ext uri="{0D108BD9-81ED-4DB2-BD59-A6C34878D82A}">
                    <a16:rowId xmlns:a16="http://schemas.microsoft.com/office/drawing/2014/main" val="10001"/>
                  </a:ext>
                </a:extLst>
              </a:tr>
              <a:tr h="362418">
                <a:tc>
                  <a:txBody>
                    <a:bodyPr/>
                    <a:lstStyle/>
                    <a:p>
                      <a:pPr marL="316865">
                        <a:lnSpc>
                          <a:spcPct val="100000"/>
                        </a:lnSpc>
                      </a:pPr>
                      <a:r>
                        <a:rPr sz="2000" b="1" spc="-5" dirty="0">
                          <a:latin typeface="Times New Roman" panose="02020603050405020304"/>
                          <a:cs typeface="Times New Roman" panose="02020603050405020304"/>
                        </a:rPr>
                        <a:t>c_cl</a:t>
                      </a:r>
                      <a:endParaRPr sz="2000">
                        <a:latin typeface="Times New Roman" panose="02020603050405020304"/>
                        <a:cs typeface="Times New Roman" panose="02020603050405020304"/>
                      </a:endParaRPr>
                    </a:p>
                  </a:txBody>
                  <a:tcPr marL="0" marR="0" marT="0" marB="0">
                    <a:lnL w="19050">
                      <a:solidFill>
                        <a:srgbClr val="000000"/>
                      </a:solidFill>
                      <a:prstDash val="solid"/>
                    </a:lnL>
                    <a:lnR w="19050">
                      <a:solidFill>
                        <a:srgbClr val="000000"/>
                      </a:solidFill>
                      <a:prstDash val="solid"/>
                    </a:lnR>
                    <a:lnT w="9525">
                      <a:solidFill>
                        <a:srgbClr val="000000"/>
                      </a:solidFill>
                      <a:prstDash val="solid"/>
                    </a:lnT>
                    <a:lnB w="19050">
                      <a:solidFill>
                        <a:srgbClr val="000000"/>
                      </a:solidFill>
                      <a:prstDash val="solid"/>
                    </a:lnB>
                    <a:solidFill>
                      <a:srgbClr val="FFFFFF"/>
                    </a:solidFill>
                  </a:tcPr>
                </a:tc>
                <a:extLst>
                  <a:ext uri="{0D108BD9-81ED-4DB2-BD59-A6C34878D82A}">
                    <a16:rowId xmlns:a16="http://schemas.microsoft.com/office/drawing/2014/main" val="10002"/>
                  </a:ext>
                </a:extLst>
              </a:tr>
            </a:tbl>
          </a:graphicData>
        </a:graphic>
      </p:graphicFrame>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Rectangle 2"/>
          <p:cNvSpPr>
            <a:spLocks noGrp="1"/>
          </p:cNvSpPr>
          <p:nvPr>
            <p:ph type="title"/>
          </p:nvPr>
        </p:nvSpPr>
        <p:spPr/>
        <p:txBody>
          <a:bodyPr vert="horz" wrap="square" lIns="91440" tIns="45720" rIns="91440" bIns="45720" anchor="b" anchorCtr="0"/>
          <a:lstStyle/>
          <a:p>
            <a:pPr eaLnBrk="1" hangingPunct="1"/>
            <a:r>
              <a:rPr lang="en-US" altLang="zh-CN"/>
              <a:t>7.7 UNIX</a:t>
            </a:r>
            <a:r>
              <a:rPr lang="zh-CN" altLang="en-US"/>
              <a:t>设备管理</a:t>
            </a:r>
          </a:p>
        </p:txBody>
      </p:sp>
      <p:sp>
        <p:nvSpPr>
          <p:cNvPr id="92163" name="object 3"/>
          <p:cNvSpPr/>
          <p:nvPr/>
        </p:nvSpPr>
        <p:spPr>
          <a:xfrm>
            <a:off x="582613" y="1423988"/>
            <a:ext cx="15875" cy="0"/>
          </a:xfrm>
          <a:custGeom>
            <a:avLst/>
            <a:gdLst/>
            <a:ahLst/>
            <a:cxnLst>
              <a:cxn ang="0">
                <a:pos x="0" y="0"/>
              </a:cxn>
              <a:cxn ang="0">
                <a:pos x="441951" y="0"/>
              </a:cxn>
            </a:cxnLst>
            <a:rect l="0" t="0" r="0" b="0"/>
            <a:pathLst>
              <a:path w="14605">
                <a:moveTo>
                  <a:pt x="0" y="0"/>
                </a:moveTo>
                <a:lnTo>
                  <a:pt x="14477" y="0"/>
                </a:lnTo>
              </a:path>
            </a:pathLst>
          </a:custGeom>
          <a:noFill/>
          <a:ln w="14477" cap="flat" cmpd="sng">
            <a:solidFill>
              <a:srgbClr val="000000">
                <a:alpha val="100000"/>
              </a:srgbClr>
            </a:solidFill>
            <a:prstDash val="solid"/>
            <a:round/>
            <a:headEnd type="none" w="med" len="med"/>
            <a:tailEnd type="none" w="med" len="med"/>
          </a:ln>
        </p:spPr>
        <p:txBody>
          <a:bodyPr/>
          <a:lstStyle/>
          <a:p>
            <a:endParaRPr lang="zh-CN" altLang="en-US"/>
          </a:p>
        </p:txBody>
      </p:sp>
      <p:sp>
        <p:nvSpPr>
          <p:cNvPr id="92164" name="object 6"/>
          <p:cNvSpPr/>
          <p:nvPr/>
        </p:nvSpPr>
        <p:spPr>
          <a:xfrm>
            <a:off x="582613" y="1612900"/>
            <a:ext cx="15875" cy="0"/>
          </a:xfrm>
          <a:custGeom>
            <a:avLst/>
            <a:gdLst/>
            <a:ahLst/>
            <a:cxnLst>
              <a:cxn ang="0">
                <a:pos x="0" y="0"/>
              </a:cxn>
              <a:cxn ang="0">
                <a:pos x="441951" y="0"/>
              </a:cxn>
            </a:cxnLst>
            <a:rect l="0" t="0" r="0" b="0"/>
            <a:pathLst>
              <a:path w="14605">
                <a:moveTo>
                  <a:pt x="0" y="0"/>
                </a:moveTo>
                <a:lnTo>
                  <a:pt x="14477" y="0"/>
                </a:lnTo>
              </a:path>
            </a:pathLst>
          </a:custGeom>
          <a:noFill/>
          <a:ln w="14477" cap="flat" cmpd="sng">
            <a:solidFill>
              <a:srgbClr val="000000">
                <a:alpha val="100000"/>
              </a:srgbClr>
            </a:solidFill>
            <a:prstDash val="solid"/>
            <a:round/>
            <a:headEnd type="none" w="med" len="med"/>
            <a:tailEnd type="none" w="med" len="med"/>
          </a:ln>
        </p:spPr>
        <p:txBody>
          <a:bodyPr/>
          <a:lstStyle/>
          <a:p>
            <a:endParaRPr lang="zh-CN" altLang="en-US"/>
          </a:p>
        </p:txBody>
      </p:sp>
      <p:sp>
        <p:nvSpPr>
          <p:cNvPr id="102405" name="object 7"/>
          <p:cNvSpPr txBox="1">
            <a:spLocks noChangeArrowheads="1"/>
          </p:cNvSpPr>
          <p:nvPr/>
        </p:nvSpPr>
        <p:spPr bwMode="auto">
          <a:xfrm>
            <a:off x="395288" y="1344613"/>
            <a:ext cx="8569325" cy="19361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163830" lvl="0" indent="0">
              <a:spcBef>
                <a:spcPct val="0"/>
              </a:spcBef>
              <a:buClrTx/>
              <a:buFontTx/>
              <a:buNone/>
            </a:pPr>
            <a:r>
              <a:rPr lang="zh-CN" altLang="zh-CN" sz="2400" b="0" dirty="0">
                <a:latin typeface="黑体" panose="02010609060101010101" pitchFamily="49" charset="-122"/>
              </a:rPr>
              <a:t>字符缓冲区管理</a:t>
            </a:r>
          </a:p>
          <a:p>
            <a:pPr marL="163830" lvl="0" indent="0">
              <a:spcBef>
                <a:spcPts val="350"/>
              </a:spcBef>
              <a:buClrTx/>
              <a:buFontTx/>
              <a:buNone/>
            </a:pPr>
            <a:r>
              <a:rPr lang="zh-CN" altLang="zh-CN" sz="2400" b="0" dirty="0">
                <a:latin typeface="黑体" panose="02010609060101010101" pitchFamily="49" charset="-122"/>
              </a:rPr>
              <a:t>3)从</a:t>
            </a:r>
            <a:r>
              <a:rPr lang="en-US" altLang="zh-CN" sz="2400" b="0" dirty="0">
                <a:latin typeface="黑体" panose="02010609060101010101" pitchFamily="49" charset="-122"/>
                <a:sym typeface="+mn-ea"/>
              </a:rPr>
              <a:t>I/O</a:t>
            </a:r>
            <a:r>
              <a:rPr lang="zh-CN" altLang="en-US" sz="2400" b="0" dirty="0">
                <a:latin typeface="黑体" panose="02010609060101010101" pitchFamily="49" charset="-122"/>
                <a:sym typeface="+mn-ea"/>
              </a:rPr>
              <a:t>字符</a:t>
            </a:r>
            <a:r>
              <a:rPr lang="zh-CN" altLang="zh-CN" sz="2400" b="0" dirty="0">
                <a:latin typeface="黑体" panose="02010609060101010101" pitchFamily="49" charset="-122"/>
              </a:rPr>
              <a:t>缓冲队列中</a:t>
            </a:r>
            <a:r>
              <a:rPr lang="zh-CN" altLang="zh-CN" sz="2400" b="0" dirty="0">
                <a:latin typeface="黑体" panose="02010609060101010101" pitchFamily="49" charset="-122"/>
                <a:sym typeface="+mn-ea"/>
              </a:rPr>
              <a:t>移走一个缓冲区中的</a:t>
            </a:r>
            <a:r>
              <a:rPr lang="en-US" altLang="zh-CN" sz="2400" b="0" dirty="0">
                <a:latin typeface="黑体" panose="02010609060101010101" pitchFamily="49" charset="-122"/>
              </a:rPr>
              <a:t>n</a:t>
            </a:r>
            <a:r>
              <a:rPr lang="zh-CN" altLang="zh-CN" sz="2400" b="0" dirty="0">
                <a:latin typeface="黑体" panose="02010609060101010101" pitchFamily="49" charset="-122"/>
              </a:rPr>
              <a:t>字符，调整该队列的字符计数。</a:t>
            </a:r>
          </a:p>
          <a:p>
            <a:pPr marL="163830" lvl="0" indent="0">
              <a:spcBef>
                <a:spcPts val="350"/>
              </a:spcBef>
              <a:buClrTx/>
              <a:buFontTx/>
              <a:buNone/>
            </a:pPr>
            <a:r>
              <a:rPr lang="zh-CN" altLang="zh-CN" sz="2400" b="0" dirty="0">
                <a:latin typeface="黑体" panose="02010609060101010101" pitchFamily="49" charset="-122"/>
              </a:rPr>
              <a:t>根据缓存队列首指针c_cf顺次取出字符，取出字符U、N、I后，就释放缓存，将其归还自由队列，原设备队列下图所示。</a:t>
            </a:r>
          </a:p>
        </p:txBody>
      </p:sp>
      <p:sp>
        <p:nvSpPr>
          <p:cNvPr id="92166" name="object 8"/>
          <p:cNvSpPr/>
          <p:nvPr/>
        </p:nvSpPr>
        <p:spPr>
          <a:xfrm>
            <a:off x="650875" y="3836353"/>
            <a:ext cx="4033838" cy="1966912"/>
          </a:xfrm>
          <a:prstGeom prst="rect">
            <a:avLst/>
          </a:prstGeom>
          <a:blipFill rotWithShape="1">
            <a:blip r:embed="rId2"/>
            <a:stretch>
              <a:fillRect/>
            </a:stretch>
          </a:blipFill>
          <a:ln w="9525">
            <a:noFill/>
          </a:ln>
        </p:spPr>
        <p:txBody>
          <a:bodyPr lIns="0" tIns="0" rIns="0" bIns="0"/>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0" lvl="0" indent="0">
              <a:spcBef>
                <a:spcPct val="0"/>
              </a:spcBef>
              <a:buClrTx/>
              <a:buFontTx/>
              <a:buNone/>
            </a:pPr>
            <a:endParaRPr lang="zh-CN" altLang="zh-CN" sz="2400" b="0">
              <a:ea typeface="宋体" panose="02010600030101010101" pitchFamily="2" charset="-122"/>
            </a:endParaRPr>
          </a:p>
        </p:txBody>
      </p:sp>
      <p:sp>
        <p:nvSpPr>
          <p:cNvPr id="92167" name="object 9"/>
          <p:cNvSpPr/>
          <p:nvPr/>
        </p:nvSpPr>
        <p:spPr>
          <a:xfrm>
            <a:off x="5283200" y="4618990"/>
            <a:ext cx="3217863" cy="2179638"/>
          </a:xfrm>
          <a:prstGeom prst="rect">
            <a:avLst/>
          </a:prstGeom>
          <a:blipFill rotWithShape="1">
            <a:blip r:embed="rId3"/>
            <a:stretch>
              <a:fillRect/>
            </a:stretch>
          </a:blipFill>
          <a:ln w="9525">
            <a:noFill/>
          </a:ln>
        </p:spPr>
        <p:txBody>
          <a:bodyPr lIns="0" tIns="0" rIns="0" bIns="0"/>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0" lvl="0" indent="0">
              <a:spcBef>
                <a:spcPct val="0"/>
              </a:spcBef>
              <a:buClrTx/>
              <a:buFontTx/>
              <a:buNone/>
            </a:pPr>
            <a:endParaRPr lang="zh-CN" altLang="zh-CN" sz="2400" b="0">
              <a:ea typeface="宋体" panose="02010600030101010101" pitchFamily="2" charset="-122"/>
            </a:endParaRPr>
          </a:p>
        </p:txBody>
      </p:sp>
      <p:sp>
        <p:nvSpPr>
          <p:cNvPr id="92168" name="object 10"/>
          <p:cNvSpPr/>
          <p:nvPr/>
        </p:nvSpPr>
        <p:spPr>
          <a:xfrm>
            <a:off x="4589463" y="5128578"/>
            <a:ext cx="760412" cy="638175"/>
          </a:xfrm>
          <a:custGeom>
            <a:avLst/>
            <a:gdLst/>
            <a:ahLst/>
            <a:cxnLst>
              <a:cxn ang="0">
                <a:pos x="598117" y="462671"/>
              </a:cxn>
              <a:cxn ang="0">
                <a:pos x="47185" y="0"/>
              </a:cxn>
              <a:cxn ang="0">
                <a:pos x="0" y="59436"/>
              </a:cxn>
              <a:cxn ang="0">
                <a:pos x="550730" y="521221"/>
              </a:cxn>
              <a:cxn ang="0">
                <a:pos x="598117" y="462671"/>
              </a:cxn>
              <a:cxn ang="0">
                <a:pos x="626987" y="609655"/>
              </a:cxn>
              <a:cxn ang="0">
                <a:pos x="626987" y="486918"/>
              </a:cxn>
              <a:cxn ang="0">
                <a:pos x="579793" y="545592"/>
              </a:cxn>
              <a:cxn ang="0">
                <a:pos x="550730" y="521221"/>
              </a:cxn>
              <a:cxn ang="0">
                <a:pos x="502636" y="580644"/>
              </a:cxn>
              <a:cxn ang="0">
                <a:pos x="626987" y="609655"/>
              </a:cxn>
              <a:cxn ang="0">
                <a:pos x="626987" y="486918"/>
              </a:cxn>
              <a:cxn ang="0">
                <a:pos x="598117" y="462671"/>
              </a:cxn>
              <a:cxn ang="0">
                <a:pos x="550730" y="521221"/>
              </a:cxn>
              <a:cxn ang="0">
                <a:pos x="579793" y="545592"/>
              </a:cxn>
              <a:cxn ang="0">
                <a:pos x="626987" y="486918"/>
              </a:cxn>
              <a:cxn ang="0">
                <a:pos x="747590" y="637794"/>
              </a:cxn>
              <a:cxn ang="0">
                <a:pos x="645714" y="403859"/>
              </a:cxn>
              <a:cxn ang="0">
                <a:pos x="598117" y="462671"/>
              </a:cxn>
              <a:cxn ang="0">
                <a:pos x="626987" y="486918"/>
              </a:cxn>
              <a:cxn ang="0">
                <a:pos x="626987" y="609655"/>
              </a:cxn>
              <a:cxn ang="0">
                <a:pos x="747590" y="637794"/>
              </a:cxn>
            </a:cxnLst>
            <a:rect l="0" t="0" r="0" b="0"/>
            <a:pathLst>
              <a:path w="760729" h="638175">
                <a:moveTo>
                  <a:pt x="608425" y="462671"/>
                </a:moveTo>
                <a:lnTo>
                  <a:pt x="48005" y="0"/>
                </a:lnTo>
                <a:lnTo>
                  <a:pt x="0" y="59436"/>
                </a:lnTo>
                <a:lnTo>
                  <a:pt x="560222" y="521221"/>
                </a:lnTo>
                <a:lnTo>
                  <a:pt x="608425" y="462671"/>
                </a:lnTo>
                <a:close/>
              </a:path>
              <a:path w="760729" h="638175">
                <a:moveTo>
                  <a:pt x="637793" y="609655"/>
                </a:moveTo>
                <a:lnTo>
                  <a:pt x="637793" y="486918"/>
                </a:lnTo>
                <a:lnTo>
                  <a:pt x="589787" y="545592"/>
                </a:lnTo>
                <a:lnTo>
                  <a:pt x="560222" y="521221"/>
                </a:lnTo>
                <a:lnTo>
                  <a:pt x="511301" y="580644"/>
                </a:lnTo>
                <a:lnTo>
                  <a:pt x="637793" y="609655"/>
                </a:lnTo>
                <a:close/>
              </a:path>
              <a:path w="760729" h="638175">
                <a:moveTo>
                  <a:pt x="637793" y="486918"/>
                </a:moveTo>
                <a:lnTo>
                  <a:pt x="608425" y="462671"/>
                </a:lnTo>
                <a:lnTo>
                  <a:pt x="560222" y="521221"/>
                </a:lnTo>
                <a:lnTo>
                  <a:pt x="589787" y="545592"/>
                </a:lnTo>
                <a:lnTo>
                  <a:pt x="637793" y="486918"/>
                </a:lnTo>
                <a:close/>
              </a:path>
              <a:path w="760729" h="638175">
                <a:moveTo>
                  <a:pt x="760475" y="637794"/>
                </a:moveTo>
                <a:lnTo>
                  <a:pt x="656843" y="403859"/>
                </a:lnTo>
                <a:lnTo>
                  <a:pt x="608425" y="462671"/>
                </a:lnTo>
                <a:lnTo>
                  <a:pt x="637793" y="486918"/>
                </a:lnTo>
                <a:lnTo>
                  <a:pt x="637793" y="609655"/>
                </a:lnTo>
                <a:lnTo>
                  <a:pt x="760475" y="637794"/>
                </a:lnTo>
                <a:close/>
              </a:path>
            </a:pathLst>
          </a:custGeom>
          <a:solidFill>
            <a:srgbClr val="FF3300">
              <a:alpha val="100000"/>
            </a:srgbClr>
          </a:solidFill>
          <a:ln w="9525">
            <a:noFill/>
          </a:ln>
        </p:spPr>
        <p:txBody>
          <a:bodyPr/>
          <a:lstStyle/>
          <a:p>
            <a:endParaRPr lang="zh-CN" altLang="en-US"/>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5" name="灯片编号占位符 3"/>
          <p:cNvSpPr txBox="1">
            <a:spLocks noGrp="1"/>
          </p:cNvSpPr>
          <p:nvPr>
            <p:ph type="sldNum" sz="quarter" idx="12"/>
          </p:nvPr>
        </p:nvSpPr>
        <p:spPr>
          <a:xfrm>
            <a:off x="431800" y="6229350"/>
            <a:ext cx="2311400" cy="457200"/>
          </a:xfrm>
        </p:spPr>
        <p:txBody>
          <a:bodyPr anchor="b" anchorCtr="0"/>
          <a:lstStyle/>
          <a:p>
            <a:pPr marL="0" indent="0">
              <a:spcBef>
                <a:spcPct val="50000"/>
              </a:spcBef>
              <a:buClrTx/>
              <a:buFontTx/>
              <a:buNone/>
            </a:pPr>
            <a:r>
              <a:rPr lang="zh-CN" altLang="en-US" sz="1200" b="0">
                <a:solidFill>
                  <a:srgbClr val="3366CC"/>
                </a:solidFill>
                <a:ea typeface="宋体" panose="02010600030101010101" pitchFamily="2" charset="-122"/>
              </a:rPr>
              <a:t>第</a:t>
            </a:r>
            <a:fld id="{9A0DB2DC-4C9A-4742-B13C-FB6460FD3503}" type="slidenum">
              <a:rPr lang="zh-TW" altLang="en-US" sz="1200" b="0">
                <a:solidFill>
                  <a:srgbClr val="3366CC"/>
                </a:solidFill>
                <a:ea typeface="PMingLiU" pitchFamily="18" charset="-120"/>
              </a:rPr>
              <a:t>78</a:t>
            </a:fld>
            <a:r>
              <a:rPr lang="zh-CN" altLang="en-US" sz="1200" b="0">
                <a:solidFill>
                  <a:srgbClr val="3366CC"/>
                </a:solidFill>
                <a:ea typeface="宋体" panose="02010600030101010101" pitchFamily="2" charset="-122"/>
              </a:rPr>
              <a:t>页</a:t>
            </a:r>
            <a:endParaRPr lang="zh-TW" altLang="en-US" sz="1200" b="0">
              <a:solidFill>
                <a:srgbClr val="3366CC"/>
              </a:solidFill>
              <a:ea typeface="宋体" panose="02010600030101010101" pitchFamily="2" charset="-122"/>
            </a:endParaRPr>
          </a:p>
        </p:txBody>
      </p:sp>
      <p:sp>
        <p:nvSpPr>
          <p:cNvPr id="93186" name="Rectangle 2"/>
          <p:cNvSpPr>
            <a:spLocks noGrp="1"/>
          </p:cNvSpPr>
          <p:nvPr>
            <p:ph type="title"/>
          </p:nvPr>
        </p:nvSpPr>
        <p:spPr/>
        <p:txBody>
          <a:bodyPr vert="horz" wrap="square" lIns="91440" tIns="45720" rIns="91440" bIns="45720" anchor="b" anchorCtr="0"/>
          <a:lstStyle/>
          <a:p>
            <a:pPr eaLnBrk="1" hangingPunct="1"/>
            <a:r>
              <a:rPr lang="en-US" altLang="zh-CN"/>
              <a:t>7.7 UNIX</a:t>
            </a:r>
            <a:r>
              <a:rPr lang="zh-CN" altLang="en-US"/>
              <a:t>设备管理</a:t>
            </a:r>
          </a:p>
        </p:txBody>
      </p:sp>
      <p:sp>
        <p:nvSpPr>
          <p:cNvPr id="103427" name="object 3"/>
          <p:cNvSpPr txBox="1">
            <a:spLocks noChangeArrowheads="1"/>
          </p:cNvSpPr>
          <p:nvPr/>
        </p:nvSpPr>
        <p:spPr bwMode="auto">
          <a:xfrm>
            <a:off x="355600" y="1376363"/>
            <a:ext cx="8320088" cy="14770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12700" lvl="0" indent="0" defTabSz="914400">
              <a:spcBef>
                <a:spcPct val="0"/>
              </a:spcBef>
              <a:buClrTx/>
              <a:buFontTx/>
              <a:buNone/>
              <a:tabLst>
                <a:tab pos="544830" algn="l"/>
              </a:tabLst>
            </a:pPr>
            <a:r>
              <a:rPr lang="en-US" altLang="zh-CN" sz="2400" b="0" dirty="0">
                <a:latin typeface="黑体" panose="02010609060101010101" pitchFamily="49" charset="-122"/>
                <a:sym typeface="+mn-ea"/>
              </a:rPr>
              <a:t>4</a:t>
            </a:r>
            <a:r>
              <a:rPr lang="zh-CN" altLang="en-US" sz="2400" b="0" dirty="0">
                <a:latin typeface="黑体" panose="02010609060101010101" pitchFamily="49" charset="-122"/>
                <a:sym typeface="+mn-ea"/>
              </a:rPr>
              <a:t>）</a:t>
            </a:r>
            <a:r>
              <a:rPr sz="2400" b="0" dirty="0" err="1">
                <a:latin typeface="黑体" panose="02010609060101010101" pitchFamily="49" charset="-122"/>
                <a:sym typeface="+mn-ea"/>
              </a:rPr>
              <a:t>往</a:t>
            </a:r>
            <a:r>
              <a:rPr lang="en-US" altLang="zh-CN" sz="2400" b="0" dirty="0" err="1">
                <a:latin typeface="黑体" panose="02010609060101010101" pitchFamily="49" charset="-122"/>
                <a:sym typeface="+mn-ea"/>
              </a:rPr>
              <a:t>I</a:t>
            </a:r>
            <a:r>
              <a:rPr lang="en-US" altLang="zh-CN" sz="2400" b="0" dirty="0">
                <a:latin typeface="黑体" panose="02010609060101010101" pitchFamily="49" charset="-122"/>
                <a:sym typeface="+mn-ea"/>
              </a:rPr>
              <a:t>/O</a:t>
            </a:r>
            <a:r>
              <a:rPr lang="zh-CN" altLang="en-US" sz="2400" b="0" dirty="0">
                <a:latin typeface="黑体" panose="02010609060101010101" pitchFamily="49" charset="-122"/>
                <a:sym typeface="+mn-ea"/>
              </a:rPr>
              <a:t>字符</a:t>
            </a:r>
            <a:r>
              <a:rPr lang="zh-CN" altLang="zh-CN" sz="2400" b="0" dirty="0">
                <a:latin typeface="黑体" panose="02010609060101010101" pitchFamily="49" charset="-122"/>
                <a:sym typeface="+mn-ea"/>
              </a:rPr>
              <a:t>缓冲队列</a:t>
            </a:r>
            <a:r>
              <a:rPr sz="2400" b="0" dirty="0">
                <a:latin typeface="黑体" panose="02010609060101010101" pitchFamily="49" charset="-122"/>
                <a:sym typeface="+mn-ea"/>
              </a:rPr>
              <a:t>送</a:t>
            </a:r>
            <a:r>
              <a:rPr lang="zh-CN" sz="2400" b="0" dirty="0">
                <a:latin typeface="黑体" panose="02010609060101010101" pitchFamily="49" charset="-122"/>
                <a:sym typeface="+mn-ea"/>
              </a:rPr>
              <a:t>入</a:t>
            </a:r>
            <a:r>
              <a:rPr lang="en-US" altLang="zh-CN" sz="2400" b="0" dirty="0" err="1">
                <a:latin typeface="黑体" panose="02010609060101010101" pitchFamily="49" charset="-122"/>
                <a:sym typeface="+mn-ea"/>
              </a:rPr>
              <a:t>n</a:t>
            </a:r>
            <a:r>
              <a:rPr sz="2400" b="0" dirty="0" err="1">
                <a:latin typeface="黑体" panose="02010609060101010101" pitchFamily="49" charset="-122"/>
                <a:sym typeface="+mn-ea"/>
              </a:rPr>
              <a:t>个字符</a:t>
            </a:r>
            <a:r>
              <a:rPr sz="2400" b="0" dirty="0">
                <a:latin typeface="黑体" panose="02010609060101010101" pitchFamily="49" charset="-122"/>
                <a:sym typeface="+mn-ea"/>
              </a:rPr>
              <a:t>。</a:t>
            </a:r>
            <a:endParaRPr lang="en-US" altLang="zh-CN" sz="2400" b="0" dirty="0">
              <a:latin typeface="黑体" panose="02010609060101010101" pitchFamily="49" charset="-122"/>
            </a:endParaRPr>
          </a:p>
          <a:p>
            <a:pPr marL="12700" lvl="0" indent="0">
              <a:spcBef>
                <a:spcPct val="0"/>
              </a:spcBef>
              <a:buClrTx/>
              <a:buNone/>
              <a:tabLst>
                <a:tab pos="544830" algn="l"/>
              </a:tabLst>
            </a:pPr>
            <a:r>
              <a:rPr lang="zh-CN" altLang="en-US" sz="2400" b="0" dirty="0">
                <a:latin typeface="黑体" panose="02010609060101010101" pitchFamily="49" charset="-122"/>
              </a:rPr>
              <a:t>当</a:t>
            </a:r>
            <a:r>
              <a:rPr lang="en-US" altLang="zh-CN" sz="2400" b="0" dirty="0">
                <a:latin typeface="黑体" panose="02010609060101010101" pitchFamily="49" charset="-122"/>
              </a:rPr>
              <a:t>I/O</a:t>
            </a:r>
            <a:r>
              <a:rPr lang="zh-CN" altLang="en-US" sz="2400" b="0" dirty="0">
                <a:latin typeface="黑体" panose="02010609060101010101" pitchFamily="49" charset="-122"/>
              </a:rPr>
              <a:t>设备向</a:t>
            </a:r>
            <a:r>
              <a:rPr lang="zh-CN" altLang="zh-CN" sz="2400" b="0" dirty="0">
                <a:latin typeface="黑体" panose="02010609060101010101" pitchFamily="49" charset="-122"/>
                <a:sym typeface="+mn-ea"/>
              </a:rPr>
              <a:t>缓冲队列</a:t>
            </a:r>
            <a:r>
              <a:rPr lang="zh-CN" altLang="en-US" sz="2400" b="0" dirty="0">
                <a:latin typeface="黑体" panose="02010609060101010101" pitchFamily="49" charset="-122"/>
              </a:rPr>
              <a:t>送入字符时，先检查</a:t>
            </a:r>
            <a:r>
              <a:rPr lang="en-US" altLang="zh-CN" sz="2400" b="0" dirty="0" err="1">
                <a:latin typeface="黑体" panose="02010609060101010101" pitchFamily="49" charset="-122"/>
              </a:rPr>
              <a:t>c_cl</a:t>
            </a:r>
            <a:r>
              <a:rPr lang="zh-CN" altLang="en-US" sz="2400" b="0" dirty="0">
                <a:latin typeface="黑体" panose="02010609060101010101" pitchFamily="49" charset="-122"/>
              </a:rPr>
              <a:t>是否已满，如果已满则应先分配自由字符</a:t>
            </a:r>
            <a:r>
              <a:rPr lang="zh-CN" altLang="zh-CN" sz="2400" b="0" dirty="0">
                <a:latin typeface="黑体" panose="02010609060101010101" pitchFamily="49" charset="-122"/>
                <a:sym typeface="+mn-ea"/>
              </a:rPr>
              <a:t>缓冲区</a:t>
            </a:r>
            <a:r>
              <a:rPr lang="zh-CN" altLang="en-US" sz="2400" b="0" dirty="0">
                <a:latin typeface="黑体" panose="02010609060101010101" pitchFamily="49" charset="-122"/>
              </a:rPr>
              <a:t>，将其接入</a:t>
            </a:r>
            <a:r>
              <a:rPr lang="en-US" altLang="zh-CN" sz="2400" b="0" dirty="0">
                <a:latin typeface="黑体" panose="02010609060101010101" pitchFamily="49" charset="-122"/>
              </a:rPr>
              <a:t>I/O</a:t>
            </a:r>
            <a:r>
              <a:rPr lang="zh-CN" altLang="en-US" sz="2400" b="0" dirty="0">
                <a:latin typeface="黑体" panose="02010609060101010101" pitchFamily="49" charset="-122"/>
              </a:rPr>
              <a:t>字符缓存队尾，然后送字符进入新分配的</a:t>
            </a:r>
            <a:r>
              <a:rPr lang="zh-CN" altLang="zh-CN" sz="2400" b="0" dirty="0">
                <a:latin typeface="黑体" panose="02010609060101010101" pitchFamily="49" charset="-122"/>
                <a:sym typeface="+mn-ea"/>
              </a:rPr>
              <a:t>缓冲区</a:t>
            </a:r>
            <a:r>
              <a:rPr lang="zh-CN" altLang="en-US" sz="2400" b="0" dirty="0">
                <a:latin typeface="黑体" panose="02010609060101010101" pitchFamily="49" charset="-122"/>
              </a:rPr>
              <a:t>。</a:t>
            </a:r>
            <a:endParaRPr lang="zh-CN" altLang="zh-CN" sz="2400" b="0" dirty="0">
              <a:latin typeface="黑体" panose="02010609060101010101" pitchFamily="49" charset="-122"/>
            </a:endParaRPr>
          </a:p>
        </p:txBody>
      </p:sp>
      <p:sp>
        <p:nvSpPr>
          <p:cNvPr id="93188" name="object 4"/>
          <p:cNvSpPr/>
          <p:nvPr/>
        </p:nvSpPr>
        <p:spPr>
          <a:xfrm>
            <a:off x="541338" y="3027363"/>
            <a:ext cx="3167062" cy="2130425"/>
          </a:xfrm>
          <a:prstGeom prst="rect">
            <a:avLst/>
          </a:prstGeom>
          <a:blipFill rotWithShape="1">
            <a:blip r:embed="rId2"/>
            <a:stretch>
              <a:fillRect/>
            </a:stretch>
          </a:blipFill>
          <a:ln w="9525">
            <a:noFill/>
          </a:ln>
        </p:spPr>
        <p:txBody>
          <a:bodyPr lIns="0" tIns="0" rIns="0" bIns="0"/>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0" lvl="0" indent="0">
              <a:spcBef>
                <a:spcPct val="0"/>
              </a:spcBef>
              <a:buClrTx/>
              <a:buFontTx/>
              <a:buNone/>
            </a:pPr>
            <a:endParaRPr lang="zh-CN" altLang="zh-CN" sz="2400" b="0">
              <a:ea typeface="宋体" panose="02010600030101010101" pitchFamily="2" charset="-122"/>
            </a:endParaRPr>
          </a:p>
        </p:txBody>
      </p:sp>
      <p:sp>
        <p:nvSpPr>
          <p:cNvPr id="93189" name="object 5"/>
          <p:cNvSpPr/>
          <p:nvPr/>
        </p:nvSpPr>
        <p:spPr>
          <a:xfrm>
            <a:off x="4186238" y="4603750"/>
            <a:ext cx="4130675" cy="1997075"/>
          </a:xfrm>
          <a:prstGeom prst="rect">
            <a:avLst/>
          </a:prstGeom>
          <a:blipFill rotWithShape="1">
            <a:blip r:embed="rId3"/>
            <a:stretch>
              <a:fillRect/>
            </a:stretch>
          </a:blipFill>
          <a:ln w="9525">
            <a:noFill/>
          </a:ln>
        </p:spPr>
        <p:txBody>
          <a:bodyPr lIns="0" tIns="0" rIns="0" bIns="0"/>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0" lvl="0" indent="0">
              <a:spcBef>
                <a:spcPct val="0"/>
              </a:spcBef>
              <a:buClrTx/>
              <a:buFontTx/>
              <a:buNone/>
            </a:pPr>
            <a:endParaRPr lang="zh-CN" altLang="zh-CN" sz="2400" b="0">
              <a:ea typeface="宋体" panose="02010600030101010101" pitchFamily="2" charset="-122"/>
            </a:endParaRPr>
          </a:p>
        </p:txBody>
      </p:sp>
      <p:sp>
        <p:nvSpPr>
          <p:cNvPr id="93190" name="object 6"/>
          <p:cNvSpPr/>
          <p:nvPr/>
        </p:nvSpPr>
        <p:spPr>
          <a:xfrm>
            <a:off x="3756025" y="3762375"/>
            <a:ext cx="769938" cy="638175"/>
          </a:xfrm>
          <a:custGeom>
            <a:avLst/>
            <a:gdLst/>
            <a:ahLst/>
            <a:cxnLst>
              <a:cxn ang="0">
                <a:pos x="647943" y="482147"/>
              </a:cxn>
              <a:cxn ang="0">
                <a:pos x="50506" y="0"/>
              </a:cxn>
              <a:cxn ang="0">
                <a:pos x="0" y="61124"/>
              </a:cxn>
              <a:cxn ang="0">
                <a:pos x="597328" y="543934"/>
              </a:cxn>
              <a:cxn ang="0">
                <a:pos x="647943" y="482147"/>
              </a:cxn>
              <a:cxn ang="0">
                <a:pos x="679033" y="634905"/>
              </a:cxn>
              <a:cxn ang="0">
                <a:pos x="679033" y="507239"/>
              </a:cxn>
              <a:cxn ang="0">
                <a:pos x="628525" y="569152"/>
              </a:cxn>
              <a:cxn ang="0">
                <a:pos x="597328" y="543934"/>
              </a:cxn>
              <a:cxn ang="0">
                <a:pos x="546753" y="605667"/>
              </a:cxn>
              <a:cxn ang="0">
                <a:pos x="679033" y="634905"/>
              </a:cxn>
              <a:cxn ang="0">
                <a:pos x="679033" y="507239"/>
              </a:cxn>
              <a:cxn ang="0">
                <a:pos x="647943" y="482147"/>
              </a:cxn>
              <a:cxn ang="0">
                <a:pos x="597328" y="543934"/>
              </a:cxn>
              <a:cxn ang="0">
                <a:pos x="628525" y="569152"/>
              </a:cxn>
              <a:cxn ang="0">
                <a:pos x="679033" y="507239"/>
              </a:cxn>
              <a:cxn ang="0">
                <a:pos x="808909" y="663613"/>
              </a:cxn>
              <a:cxn ang="0">
                <a:pos x="698277" y="420711"/>
              </a:cxn>
              <a:cxn ang="0">
                <a:pos x="647943" y="482147"/>
              </a:cxn>
              <a:cxn ang="0">
                <a:pos x="679033" y="507239"/>
              </a:cxn>
              <a:cxn ang="0">
                <a:pos x="679033" y="634905"/>
              </a:cxn>
              <a:cxn ang="0">
                <a:pos x="808909" y="663613"/>
              </a:cxn>
            </a:cxnLst>
            <a:rect l="0" t="0" r="0" b="0"/>
            <a:pathLst>
              <a:path w="768985" h="637539">
                <a:moveTo>
                  <a:pt x="615864" y="462833"/>
                </a:moveTo>
                <a:lnTo>
                  <a:pt x="48005" y="0"/>
                </a:lnTo>
                <a:lnTo>
                  <a:pt x="0" y="58674"/>
                </a:lnTo>
                <a:lnTo>
                  <a:pt x="567753" y="522146"/>
                </a:lnTo>
                <a:lnTo>
                  <a:pt x="615864" y="462833"/>
                </a:lnTo>
                <a:close/>
              </a:path>
              <a:path w="768985" h="637539">
                <a:moveTo>
                  <a:pt x="645413" y="609474"/>
                </a:moveTo>
                <a:lnTo>
                  <a:pt x="645413" y="486918"/>
                </a:lnTo>
                <a:lnTo>
                  <a:pt x="597407" y="546354"/>
                </a:lnTo>
                <a:lnTo>
                  <a:pt x="567753" y="522146"/>
                </a:lnTo>
                <a:lnTo>
                  <a:pt x="519683" y="581406"/>
                </a:lnTo>
                <a:lnTo>
                  <a:pt x="645413" y="609474"/>
                </a:lnTo>
                <a:close/>
              </a:path>
              <a:path w="768985" h="637539">
                <a:moveTo>
                  <a:pt x="645413" y="486918"/>
                </a:moveTo>
                <a:lnTo>
                  <a:pt x="615864" y="462833"/>
                </a:lnTo>
                <a:lnTo>
                  <a:pt x="567753" y="522146"/>
                </a:lnTo>
                <a:lnTo>
                  <a:pt x="597407" y="546354"/>
                </a:lnTo>
                <a:lnTo>
                  <a:pt x="645413" y="486918"/>
                </a:lnTo>
                <a:close/>
              </a:path>
              <a:path w="768985" h="637539">
                <a:moveTo>
                  <a:pt x="768857" y="637032"/>
                </a:moveTo>
                <a:lnTo>
                  <a:pt x="663701" y="403859"/>
                </a:lnTo>
                <a:lnTo>
                  <a:pt x="615864" y="462833"/>
                </a:lnTo>
                <a:lnTo>
                  <a:pt x="645413" y="486918"/>
                </a:lnTo>
                <a:lnTo>
                  <a:pt x="645413" y="609474"/>
                </a:lnTo>
                <a:lnTo>
                  <a:pt x="768857" y="637032"/>
                </a:lnTo>
                <a:close/>
              </a:path>
            </a:pathLst>
          </a:custGeom>
          <a:solidFill>
            <a:srgbClr val="FF3300">
              <a:alpha val="100000"/>
            </a:srgbClr>
          </a:solidFill>
          <a:ln w="9525">
            <a:noFill/>
          </a:ln>
        </p:spPr>
        <p:txBody>
          <a:bodyPr/>
          <a:lstStyle/>
          <a:p>
            <a:endParaRPr lang="zh-CN" altLang="en-US"/>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09" name="灯片编号占位符 3"/>
          <p:cNvSpPr txBox="1">
            <a:spLocks noGrp="1"/>
          </p:cNvSpPr>
          <p:nvPr>
            <p:ph type="sldNum" sz="quarter" idx="12"/>
          </p:nvPr>
        </p:nvSpPr>
        <p:spPr>
          <a:xfrm>
            <a:off x="431800" y="6229350"/>
            <a:ext cx="2311400" cy="457200"/>
          </a:xfrm>
        </p:spPr>
        <p:txBody>
          <a:bodyPr anchor="b" anchorCtr="0"/>
          <a:lstStyle/>
          <a:p>
            <a:pPr marL="0" indent="0">
              <a:spcBef>
                <a:spcPct val="50000"/>
              </a:spcBef>
              <a:buClrTx/>
              <a:buFontTx/>
              <a:buNone/>
            </a:pPr>
            <a:r>
              <a:rPr lang="zh-CN" altLang="en-US" sz="1200" b="0">
                <a:solidFill>
                  <a:srgbClr val="3366CC"/>
                </a:solidFill>
                <a:ea typeface="宋体" panose="02010600030101010101" pitchFamily="2" charset="-122"/>
              </a:rPr>
              <a:t>第</a:t>
            </a:r>
            <a:fld id="{9A0DB2DC-4C9A-4742-B13C-FB6460FD3503}" type="slidenum">
              <a:rPr lang="zh-TW" altLang="en-US" sz="1200" b="0">
                <a:solidFill>
                  <a:srgbClr val="3366CC"/>
                </a:solidFill>
                <a:ea typeface="PMingLiU" pitchFamily="18" charset="-120"/>
              </a:rPr>
              <a:t>79</a:t>
            </a:fld>
            <a:r>
              <a:rPr lang="zh-CN" altLang="en-US" sz="1200" b="0">
                <a:solidFill>
                  <a:srgbClr val="3366CC"/>
                </a:solidFill>
                <a:ea typeface="宋体" panose="02010600030101010101" pitchFamily="2" charset="-122"/>
              </a:rPr>
              <a:t>页</a:t>
            </a:r>
            <a:endParaRPr lang="zh-TW" altLang="en-US" sz="1200" b="0">
              <a:solidFill>
                <a:srgbClr val="3366CC"/>
              </a:solidFill>
              <a:ea typeface="宋体" panose="02010600030101010101" pitchFamily="2" charset="-122"/>
            </a:endParaRPr>
          </a:p>
        </p:txBody>
      </p:sp>
      <p:sp>
        <p:nvSpPr>
          <p:cNvPr id="94210" name="Rectangle 2"/>
          <p:cNvSpPr>
            <a:spLocks noGrp="1"/>
          </p:cNvSpPr>
          <p:nvPr>
            <p:ph type="title"/>
          </p:nvPr>
        </p:nvSpPr>
        <p:spPr/>
        <p:txBody>
          <a:bodyPr vert="horz" wrap="square" lIns="91440" tIns="45720" rIns="91440" bIns="45720" anchor="b" anchorCtr="0"/>
          <a:lstStyle/>
          <a:p>
            <a:pPr eaLnBrk="1" hangingPunct="1"/>
            <a:r>
              <a:rPr lang="en-US" altLang="zh-CN"/>
              <a:t>7.7 UNIX</a:t>
            </a:r>
            <a:r>
              <a:rPr lang="zh-CN" altLang="en-US"/>
              <a:t>设备管理</a:t>
            </a:r>
          </a:p>
        </p:txBody>
      </p:sp>
      <p:sp>
        <p:nvSpPr>
          <p:cNvPr id="104451" name="Text Box 4"/>
          <p:cNvSpPr txBox="1">
            <a:spLocks noChangeArrowheads="1"/>
          </p:cNvSpPr>
          <p:nvPr/>
        </p:nvSpPr>
        <p:spPr bwMode="auto">
          <a:xfrm>
            <a:off x="304800" y="1817688"/>
            <a:ext cx="8610600" cy="1323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0" lvl="0" indent="0" eaLnBrk="1" hangingPunct="1">
              <a:spcBef>
                <a:spcPct val="0"/>
              </a:spcBef>
              <a:buClrTx/>
              <a:buFontTx/>
              <a:buNone/>
            </a:pPr>
            <a:r>
              <a:rPr lang="en-US" altLang="zh-CN" sz="2000" b="0">
                <a:latin typeface="黑体" panose="02010609060101010101" pitchFamily="49" charset="-122"/>
              </a:rPr>
              <a:t>UNIX</a:t>
            </a:r>
            <a:r>
              <a:rPr lang="zh-CN" altLang="en-US" sz="2000" b="0">
                <a:latin typeface="黑体" panose="02010609060101010101" pitchFamily="49" charset="-122"/>
              </a:rPr>
              <a:t>设备驱动程序通过相应的块设备开关表和字符设备开关表描述向上与文件系统的接口。开关表是每个设备驱动程序的一系列接口过程的入口表，给出了一组标准操作的驱动程序入口地址，文件系统可通过开关表中的各函数入口地址转向适当的驱动程序入口。</a:t>
            </a:r>
          </a:p>
        </p:txBody>
      </p:sp>
      <p:graphicFrame>
        <p:nvGraphicFramePr>
          <p:cNvPr id="94212" name="Object 5"/>
          <p:cNvGraphicFramePr>
            <a:graphicFrameLocks noChangeAspect="1"/>
          </p:cNvGraphicFramePr>
          <p:nvPr/>
        </p:nvGraphicFramePr>
        <p:xfrm>
          <a:off x="1485900" y="3357563"/>
          <a:ext cx="5943600" cy="3436937"/>
        </p:xfrm>
        <a:graphic>
          <a:graphicData uri="http://schemas.openxmlformats.org/presentationml/2006/ole">
            <mc:AlternateContent xmlns:mc="http://schemas.openxmlformats.org/markup-compatibility/2006">
              <mc:Choice xmlns:v="urn:schemas-microsoft-com:vml" Requires="v">
                <p:oleObj spid="_x0000_s12301" r:id="rId3" imgW="4552315" imgH="2635250" progId="Visio.Drawing.11">
                  <p:embed/>
                </p:oleObj>
              </mc:Choice>
              <mc:Fallback>
                <p:oleObj r:id="rId3" imgW="4552315" imgH="2635250" progId="Visio.Drawing.11">
                  <p:embed/>
                  <p:pic>
                    <p:nvPicPr>
                      <p:cNvPr id="0" name="图片 3083"/>
                      <p:cNvPicPr/>
                      <p:nvPr/>
                    </p:nvPicPr>
                    <p:blipFill>
                      <a:blip r:embed="rId4"/>
                      <a:stretch>
                        <a:fillRect/>
                      </a:stretch>
                    </p:blipFill>
                    <p:spPr>
                      <a:xfrm>
                        <a:off x="1485900" y="3357563"/>
                        <a:ext cx="5943600" cy="3436937"/>
                      </a:xfrm>
                      <a:prstGeom prst="rect">
                        <a:avLst/>
                      </a:prstGeom>
                      <a:noFill/>
                      <a:ln w="38100">
                        <a:noFill/>
                        <a:miter/>
                      </a:ln>
                    </p:spPr>
                  </p:pic>
                </p:oleObj>
              </mc:Fallback>
            </mc:AlternateContent>
          </a:graphicData>
        </a:graphic>
      </p:graphicFrame>
      <p:sp>
        <p:nvSpPr>
          <p:cNvPr id="104453" name="矩形 1"/>
          <p:cNvSpPr>
            <a:spLocks noChangeArrowheads="1"/>
          </p:cNvSpPr>
          <p:nvPr/>
        </p:nvSpPr>
        <p:spPr bwMode="auto">
          <a:xfrm>
            <a:off x="323850" y="1385888"/>
            <a:ext cx="3508375"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0" lvl="0" indent="0">
              <a:spcBef>
                <a:spcPct val="0"/>
              </a:spcBef>
              <a:buClrTx/>
              <a:buFontTx/>
              <a:buNone/>
            </a:pPr>
            <a:r>
              <a:rPr lang="zh-CN" altLang="en-US" sz="2400" b="0">
                <a:latin typeface="黑体" panose="02010609060101010101" pitchFamily="49" charset="-122"/>
              </a:rPr>
              <a:t>设备开关表</a:t>
            </a:r>
            <a:r>
              <a:rPr lang="en-US" altLang="zh-CN" sz="2400" b="0">
                <a:latin typeface="黑体" panose="02010609060101010101" pitchFamily="49" charset="-122"/>
              </a:rPr>
              <a:t>(</a:t>
            </a:r>
            <a:r>
              <a:rPr lang="en-US" altLang="zh-CN" sz="2400" b="0"/>
              <a:t>switch table</a:t>
            </a:r>
            <a:r>
              <a:rPr lang="en-US" altLang="zh-CN" sz="2400" b="0">
                <a:latin typeface="黑体" panose="02010609060101010101" pitchFamily="49" charset="-122"/>
              </a:rPr>
              <a:t>)</a:t>
            </a:r>
            <a:endParaRPr lang="zh-CN" altLang="en-US" sz="2400" b="0">
              <a:latin typeface="黑体" panose="02010609060101010101" pitchFamily="49" charset="-122"/>
            </a:endParaRPr>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3" name="灯片编号占位符 3"/>
          <p:cNvSpPr txBox="1">
            <a:spLocks noGrp="1"/>
          </p:cNvSpPr>
          <p:nvPr>
            <p:ph type="sldNum" sz="quarter" idx="12"/>
          </p:nvPr>
        </p:nvSpPr>
        <p:spPr>
          <a:xfrm>
            <a:off x="431800" y="6229350"/>
            <a:ext cx="2311400" cy="457200"/>
          </a:xfrm>
        </p:spPr>
        <p:txBody>
          <a:bodyPr anchor="b" anchorCtr="0"/>
          <a:lstStyle/>
          <a:p>
            <a:pPr marL="0" indent="0">
              <a:spcBef>
                <a:spcPct val="50000"/>
              </a:spcBef>
              <a:buClrTx/>
              <a:buFontTx/>
              <a:buNone/>
            </a:pPr>
            <a:r>
              <a:rPr lang="zh-CN" altLang="en-US" sz="1200" b="0">
                <a:solidFill>
                  <a:srgbClr val="3366CC"/>
                </a:solidFill>
                <a:ea typeface="宋体" panose="02010600030101010101" pitchFamily="2" charset="-122"/>
              </a:rPr>
              <a:t>第</a:t>
            </a:r>
            <a:fld id="{9A0DB2DC-4C9A-4742-B13C-FB6460FD3503}" type="slidenum">
              <a:rPr lang="zh-TW" altLang="en-US" sz="1200" b="0">
                <a:solidFill>
                  <a:srgbClr val="3366CC"/>
                </a:solidFill>
                <a:ea typeface="PMingLiU" pitchFamily="18" charset="-120"/>
              </a:rPr>
              <a:t>80</a:t>
            </a:fld>
            <a:r>
              <a:rPr lang="zh-CN" altLang="en-US" sz="1200" b="0">
                <a:solidFill>
                  <a:srgbClr val="3366CC"/>
                </a:solidFill>
                <a:ea typeface="宋体" panose="02010600030101010101" pitchFamily="2" charset="-122"/>
              </a:rPr>
              <a:t>页</a:t>
            </a:r>
            <a:endParaRPr lang="zh-TW" altLang="en-US" sz="1200" b="0">
              <a:solidFill>
                <a:srgbClr val="3366CC"/>
              </a:solidFill>
              <a:ea typeface="宋体" panose="02010600030101010101" pitchFamily="2" charset="-122"/>
            </a:endParaRPr>
          </a:p>
        </p:txBody>
      </p:sp>
      <p:sp>
        <p:nvSpPr>
          <p:cNvPr id="95234" name="Rectangle 2"/>
          <p:cNvSpPr>
            <a:spLocks noGrp="1"/>
          </p:cNvSpPr>
          <p:nvPr>
            <p:ph type="title"/>
          </p:nvPr>
        </p:nvSpPr>
        <p:spPr/>
        <p:txBody>
          <a:bodyPr vert="horz" wrap="square" lIns="91440" tIns="45720" rIns="91440" bIns="45720" anchor="b" anchorCtr="0"/>
          <a:lstStyle/>
          <a:p>
            <a:pPr eaLnBrk="1" hangingPunct="1"/>
            <a:r>
              <a:rPr lang="en-US" altLang="zh-CN"/>
              <a:t>7.7 UNIX</a:t>
            </a:r>
            <a:r>
              <a:rPr lang="zh-CN" altLang="en-US"/>
              <a:t>设备管理</a:t>
            </a:r>
          </a:p>
        </p:txBody>
      </p:sp>
      <p:sp>
        <p:nvSpPr>
          <p:cNvPr id="105475" name="矩形 1"/>
          <p:cNvSpPr>
            <a:spLocks noChangeArrowheads="1"/>
          </p:cNvSpPr>
          <p:nvPr/>
        </p:nvSpPr>
        <p:spPr bwMode="auto">
          <a:xfrm>
            <a:off x="323850" y="1382713"/>
            <a:ext cx="3878263"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0" lvl="0" indent="0">
              <a:spcBef>
                <a:spcPct val="0"/>
              </a:spcBef>
              <a:buClrTx/>
              <a:buFontTx/>
              <a:buNone/>
            </a:pPr>
            <a:r>
              <a:rPr lang="zh-CN" altLang="en-US" sz="2400" b="0">
                <a:latin typeface="黑体" panose="02010609060101010101" pitchFamily="49" charset="-122"/>
              </a:rPr>
              <a:t>设备开关表</a:t>
            </a:r>
            <a:r>
              <a:rPr lang="en-US" altLang="zh-CN" sz="2400" b="0">
                <a:latin typeface="黑体" panose="02010609060101010101" pitchFamily="49" charset="-122"/>
              </a:rPr>
              <a:t>(switch table)</a:t>
            </a:r>
            <a:endParaRPr lang="zh-CN" altLang="en-US" sz="2400" b="0">
              <a:latin typeface="黑体" panose="02010609060101010101" pitchFamily="49" charset="-122"/>
            </a:endParaRPr>
          </a:p>
        </p:txBody>
      </p:sp>
      <p:sp>
        <p:nvSpPr>
          <p:cNvPr id="105476" name="Rectangle 3"/>
          <p:cNvSpPr txBox="1">
            <a:spLocks noChangeArrowheads="1"/>
          </p:cNvSpPr>
          <p:nvPr/>
        </p:nvSpPr>
        <p:spPr bwMode="auto">
          <a:xfrm>
            <a:off x="-180975" y="1789113"/>
            <a:ext cx="9074150" cy="495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609600" lvl="0" indent="-609600" algn="just">
              <a:lnSpc>
                <a:spcPct val="90000"/>
              </a:lnSpc>
              <a:buClrTx/>
              <a:buNone/>
            </a:pPr>
            <a:r>
              <a:rPr lang="en-US" altLang="zh-CN" sz="2400" b="0">
                <a:latin typeface="黑体" panose="02010609060101010101" pitchFamily="49" charset="-122"/>
              </a:rPr>
              <a:t>    </a:t>
            </a:r>
            <a:r>
              <a:rPr lang="zh-CN" altLang="en-US" sz="2400" b="0">
                <a:latin typeface="黑体" panose="02010609060101010101" pitchFamily="49" charset="-122"/>
              </a:rPr>
              <a:t>每类设备有自己的设备处理程序分成两部分，主要用于启动设备的设备驱动程序和负责处理</a:t>
            </a:r>
            <a:r>
              <a:rPr lang="en-US" altLang="zh-CN" sz="2400" b="0">
                <a:latin typeface="黑体" panose="02010609060101010101" pitchFamily="49" charset="-122"/>
              </a:rPr>
              <a:t>I/O</a:t>
            </a:r>
            <a:r>
              <a:rPr lang="zh-CN" altLang="en-US" sz="2400" b="0">
                <a:latin typeface="黑体" panose="02010609060101010101" pitchFamily="49" charset="-122"/>
              </a:rPr>
              <a:t>完成工作的设备中断处理程序。</a:t>
            </a:r>
          </a:p>
          <a:p>
            <a:pPr marL="609600" lvl="0" indent="-609600" algn="just">
              <a:lnSpc>
                <a:spcPct val="90000"/>
              </a:lnSpc>
              <a:buClrTx/>
              <a:buNone/>
            </a:pPr>
            <a:r>
              <a:rPr lang="en-US" altLang="zh-CN" sz="2400" b="0">
                <a:latin typeface="黑体" panose="02010609060101010101" pitchFamily="49" charset="-122"/>
              </a:rPr>
              <a:t>    </a:t>
            </a:r>
            <a:r>
              <a:rPr lang="zh-CN" altLang="en-US" sz="2400" b="0">
                <a:latin typeface="黑体" panose="02010609060101010101" pitchFamily="49" charset="-122"/>
              </a:rPr>
              <a:t>块设备开关表的数据结构如下所示：</a:t>
            </a:r>
          </a:p>
          <a:p>
            <a:pPr marL="609600" lvl="0" indent="-609600" algn="just">
              <a:lnSpc>
                <a:spcPct val="90000"/>
              </a:lnSpc>
              <a:buClrTx/>
              <a:buNone/>
            </a:pPr>
            <a:r>
              <a:rPr lang="en-US" altLang="zh-CN" sz="2400" b="0">
                <a:latin typeface="黑体" panose="02010609060101010101" pitchFamily="49" charset="-122"/>
              </a:rPr>
              <a:t>    struct bdevsw</a:t>
            </a:r>
          </a:p>
          <a:p>
            <a:pPr marL="609600" lvl="0" indent="-609600" algn="just">
              <a:lnSpc>
                <a:spcPct val="90000"/>
              </a:lnSpc>
              <a:buClrTx/>
              <a:buNone/>
            </a:pPr>
            <a:r>
              <a:rPr lang="en-US" altLang="zh-CN" sz="2400" b="0">
                <a:latin typeface="黑体" panose="02010609060101010101" pitchFamily="49" charset="-122"/>
              </a:rPr>
              <a:t>          {</a:t>
            </a:r>
          </a:p>
          <a:p>
            <a:pPr marL="609600" lvl="0" indent="-609600" algn="just">
              <a:lnSpc>
                <a:spcPct val="90000"/>
              </a:lnSpc>
              <a:buClrTx/>
              <a:buNone/>
            </a:pPr>
            <a:r>
              <a:rPr lang="en-US" altLang="zh-CN" sz="2400" b="0">
                <a:latin typeface="黑体" panose="02010609060101010101" pitchFamily="49" charset="-122"/>
              </a:rPr>
              <a:t>      int (*d_open)();     /*</a:t>
            </a:r>
            <a:r>
              <a:rPr lang="zh-CN" altLang="en-US" sz="2400" b="0">
                <a:latin typeface="黑体" panose="02010609060101010101" pitchFamily="49" charset="-122"/>
              </a:rPr>
              <a:t>打开函数入口*</a:t>
            </a:r>
            <a:r>
              <a:rPr lang="en-US" altLang="zh-CN" sz="2400" b="0">
                <a:latin typeface="黑体" panose="02010609060101010101" pitchFamily="49" charset="-122"/>
              </a:rPr>
              <a:t>/</a:t>
            </a:r>
          </a:p>
          <a:p>
            <a:pPr marL="609600" lvl="0" indent="-609600" algn="just">
              <a:lnSpc>
                <a:spcPct val="90000"/>
              </a:lnSpc>
              <a:buClrTx/>
              <a:buNone/>
            </a:pPr>
            <a:r>
              <a:rPr lang="en-US" altLang="zh-CN" sz="2400" b="0">
                <a:latin typeface="黑体" panose="02010609060101010101" pitchFamily="49" charset="-122"/>
              </a:rPr>
              <a:t>      int (*d_close)();    /*</a:t>
            </a:r>
            <a:r>
              <a:rPr lang="zh-CN" altLang="en-US" sz="2400" b="0">
                <a:latin typeface="黑体" panose="02010609060101010101" pitchFamily="49" charset="-122"/>
              </a:rPr>
              <a:t>关闭函数入口*</a:t>
            </a:r>
            <a:r>
              <a:rPr lang="en-US" altLang="zh-CN" sz="2400" b="0">
                <a:latin typeface="黑体" panose="02010609060101010101" pitchFamily="49" charset="-122"/>
              </a:rPr>
              <a:t>/</a:t>
            </a:r>
          </a:p>
          <a:p>
            <a:pPr marL="609600" lvl="0" indent="-609600" algn="just">
              <a:lnSpc>
                <a:spcPct val="90000"/>
              </a:lnSpc>
              <a:buClrTx/>
              <a:buNone/>
            </a:pPr>
            <a:r>
              <a:rPr lang="en-US" altLang="zh-CN" sz="2400" b="0">
                <a:latin typeface="黑体" panose="02010609060101010101" pitchFamily="49" charset="-122"/>
              </a:rPr>
              <a:t>      int (*d_strategy)(); /*</a:t>
            </a:r>
            <a:r>
              <a:rPr lang="zh-CN" altLang="en-US" sz="2400" b="0">
                <a:latin typeface="黑体" panose="02010609060101010101" pitchFamily="49" charset="-122"/>
              </a:rPr>
              <a:t>启动函数入口*</a:t>
            </a:r>
            <a:r>
              <a:rPr lang="en-US" altLang="zh-CN" sz="2400" b="0">
                <a:latin typeface="黑体" panose="02010609060101010101" pitchFamily="49" charset="-122"/>
              </a:rPr>
              <a:t>/</a:t>
            </a:r>
          </a:p>
          <a:p>
            <a:pPr marL="609600" lvl="0" indent="-609600" algn="just">
              <a:lnSpc>
                <a:spcPct val="90000"/>
              </a:lnSpc>
              <a:buClrTx/>
              <a:buNone/>
            </a:pPr>
            <a:r>
              <a:rPr lang="en-US" altLang="zh-CN" sz="2400" b="0">
                <a:latin typeface="黑体" panose="02010609060101010101" pitchFamily="49" charset="-122"/>
              </a:rPr>
              <a:t>      int (*d_print)();    /*</a:t>
            </a:r>
            <a:r>
              <a:rPr lang="zh-CN" altLang="en-US" sz="2400" b="0">
                <a:latin typeface="黑体" panose="02010609060101010101" pitchFamily="49" charset="-122"/>
              </a:rPr>
              <a:t>打印函数入口*</a:t>
            </a:r>
            <a:r>
              <a:rPr lang="en-US" altLang="zh-CN" sz="2400" b="0">
                <a:latin typeface="黑体" panose="02010609060101010101" pitchFamily="49" charset="-122"/>
              </a:rPr>
              <a:t>/</a:t>
            </a:r>
          </a:p>
          <a:p>
            <a:pPr marL="609600" lvl="0" indent="-609600" algn="just">
              <a:lnSpc>
                <a:spcPct val="90000"/>
              </a:lnSpc>
              <a:buClrTx/>
              <a:buNone/>
            </a:pPr>
            <a:r>
              <a:rPr lang="en-US" altLang="zh-CN" sz="2400" b="0">
                <a:latin typeface="黑体" panose="02010609060101010101" pitchFamily="49" charset="-122"/>
              </a:rPr>
              <a:t>      }</a:t>
            </a:r>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7" name="灯片编号占位符 3"/>
          <p:cNvSpPr txBox="1">
            <a:spLocks noGrp="1"/>
          </p:cNvSpPr>
          <p:nvPr>
            <p:ph type="sldNum" sz="quarter" idx="12"/>
          </p:nvPr>
        </p:nvSpPr>
        <p:spPr>
          <a:xfrm>
            <a:off x="431800" y="6229350"/>
            <a:ext cx="2311400" cy="457200"/>
          </a:xfrm>
        </p:spPr>
        <p:txBody>
          <a:bodyPr anchor="b" anchorCtr="0"/>
          <a:lstStyle/>
          <a:p>
            <a:pPr marL="0" indent="0">
              <a:spcBef>
                <a:spcPct val="50000"/>
              </a:spcBef>
              <a:buClrTx/>
              <a:buFontTx/>
              <a:buNone/>
            </a:pPr>
            <a:r>
              <a:rPr lang="zh-CN" altLang="en-US" sz="1200" b="0">
                <a:solidFill>
                  <a:srgbClr val="3366CC"/>
                </a:solidFill>
                <a:ea typeface="宋体" panose="02010600030101010101" pitchFamily="2" charset="-122"/>
              </a:rPr>
              <a:t>第</a:t>
            </a:r>
            <a:fld id="{9A0DB2DC-4C9A-4742-B13C-FB6460FD3503}" type="slidenum">
              <a:rPr lang="zh-TW" altLang="en-US" sz="1200" b="0">
                <a:solidFill>
                  <a:srgbClr val="3366CC"/>
                </a:solidFill>
                <a:ea typeface="PMingLiU" pitchFamily="18" charset="-120"/>
              </a:rPr>
              <a:t>81</a:t>
            </a:fld>
            <a:r>
              <a:rPr lang="zh-CN" altLang="en-US" sz="1200" b="0">
                <a:solidFill>
                  <a:srgbClr val="3366CC"/>
                </a:solidFill>
                <a:ea typeface="宋体" panose="02010600030101010101" pitchFamily="2" charset="-122"/>
              </a:rPr>
              <a:t>页</a:t>
            </a:r>
            <a:endParaRPr lang="zh-TW" altLang="en-US" sz="1200" b="0">
              <a:solidFill>
                <a:srgbClr val="3366CC"/>
              </a:solidFill>
              <a:ea typeface="宋体" panose="02010600030101010101" pitchFamily="2" charset="-122"/>
            </a:endParaRPr>
          </a:p>
        </p:txBody>
      </p:sp>
      <p:sp>
        <p:nvSpPr>
          <p:cNvPr id="96258" name="Rectangle 2"/>
          <p:cNvSpPr>
            <a:spLocks noGrp="1"/>
          </p:cNvSpPr>
          <p:nvPr>
            <p:ph type="title"/>
          </p:nvPr>
        </p:nvSpPr>
        <p:spPr/>
        <p:txBody>
          <a:bodyPr vert="horz" wrap="square" lIns="91440" tIns="45720" rIns="91440" bIns="45720" anchor="b" anchorCtr="0"/>
          <a:lstStyle/>
          <a:p>
            <a:pPr eaLnBrk="1" hangingPunct="1"/>
            <a:r>
              <a:rPr lang="en-US" altLang="zh-CN"/>
              <a:t>7.7 UNIX</a:t>
            </a:r>
            <a:r>
              <a:rPr lang="zh-CN" altLang="en-US"/>
              <a:t>设备管理</a:t>
            </a:r>
          </a:p>
        </p:txBody>
      </p:sp>
      <p:sp>
        <p:nvSpPr>
          <p:cNvPr id="4" name="Rectangle 3"/>
          <p:cNvSpPr txBox="1">
            <a:spLocks noChangeArrowheads="1"/>
          </p:cNvSpPr>
          <p:nvPr/>
        </p:nvSpPr>
        <p:spPr bwMode="auto">
          <a:xfrm>
            <a:off x="544513" y="2944813"/>
            <a:ext cx="2732088" cy="304800"/>
          </a:xfrm>
          <a:prstGeom prst="rect">
            <a:avLst/>
          </a:prstGeom>
          <a:noFill/>
          <a:ln w="9525">
            <a:noFill/>
            <a:miter lim="800000"/>
          </a:ln>
          <a:effectLst/>
        </p:spPr>
        <p:txBody>
          <a:bodyPr/>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609600" lvl="0" indent="-609600">
              <a:lnSpc>
                <a:spcPct val="90000"/>
              </a:lnSpc>
              <a:buClrTx/>
              <a:buNone/>
            </a:pPr>
            <a:r>
              <a:rPr lang="zh-CN" altLang="en-US" sz="2400" b="0"/>
              <a:t>字符设备开关表</a:t>
            </a:r>
            <a:endParaRPr lang="zh-CN" altLang="en-US" sz="2400" b="0">
              <a:effectLst>
                <a:outerShdw blurRad="38100" dist="38100" dir="2700000">
                  <a:srgbClr val="FFFFFF"/>
                </a:outerShdw>
              </a:effectLst>
              <a:latin typeface="黑体" panose="02010609060101010101" pitchFamily="49" charset="-122"/>
            </a:endParaRPr>
          </a:p>
        </p:txBody>
      </p:sp>
      <p:graphicFrame>
        <p:nvGraphicFramePr>
          <p:cNvPr id="96260" name="Object 4"/>
          <p:cNvGraphicFramePr>
            <a:graphicFrameLocks noChangeAspect="1"/>
          </p:cNvGraphicFramePr>
          <p:nvPr/>
        </p:nvGraphicFramePr>
        <p:xfrm>
          <a:off x="1295400" y="3394075"/>
          <a:ext cx="5943600" cy="3203575"/>
        </p:xfrm>
        <a:graphic>
          <a:graphicData uri="http://schemas.openxmlformats.org/presentationml/2006/ole">
            <mc:AlternateContent xmlns:mc="http://schemas.openxmlformats.org/markup-compatibility/2006">
              <mc:Choice xmlns:v="urn:schemas-microsoft-com:vml" Requires="v">
                <p:oleObj spid="_x0000_s13334" r:id="rId3" imgW="3286125" imgH="1771650" progId="Paint.Picture">
                  <p:embed/>
                </p:oleObj>
              </mc:Choice>
              <mc:Fallback>
                <p:oleObj r:id="rId3" imgW="3286125" imgH="1771650" progId="Paint.Picture">
                  <p:embed/>
                  <p:pic>
                    <p:nvPicPr>
                      <p:cNvPr id="0" name="图片 3084"/>
                      <p:cNvPicPr/>
                      <p:nvPr/>
                    </p:nvPicPr>
                    <p:blipFill>
                      <a:blip r:embed="rId4"/>
                      <a:stretch>
                        <a:fillRect/>
                      </a:stretch>
                    </p:blipFill>
                    <p:spPr>
                      <a:xfrm>
                        <a:off x="1295400" y="3394075"/>
                        <a:ext cx="5943600" cy="3203575"/>
                      </a:xfrm>
                      <a:prstGeom prst="rect">
                        <a:avLst/>
                      </a:prstGeom>
                      <a:noFill/>
                      <a:ln w="38100">
                        <a:noFill/>
                        <a:miter/>
                      </a:ln>
                    </p:spPr>
                  </p:pic>
                </p:oleObj>
              </mc:Fallback>
            </mc:AlternateContent>
          </a:graphicData>
        </a:graphic>
      </p:graphicFrame>
      <p:graphicFrame>
        <p:nvGraphicFramePr>
          <p:cNvPr id="96261" name="Object 6"/>
          <p:cNvGraphicFramePr>
            <a:graphicFrameLocks noChangeAspect="1"/>
          </p:cNvGraphicFramePr>
          <p:nvPr/>
        </p:nvGraphicFramePr>
        <p:xfrm>
          <a:off x="3276600" y="1371600"/>
          <a:ext cx="3962400" cy="1733550"/>
        </p:xfrm>
        <a:graphic>
          <a:graphicData uri="http://schemas.openxmlformats.org/presentationml/2006/ole">
            <mc:AlternateContent xmlns:mc="http://schemas.openxmlformats.org/markup-compatibility/2006">
              <mc:Choice xmlns:v="urn:schemas-microsoft-com:vml" Requires="v">
                <p:oleObj spid="_x0000_s13335" r:id="rId5" imgW="2133600" imgH="933450" progId="Paint.Picture">
                  <p:embed/>
                </p:oleObj>
              </mc:Choice>
              <mc:Fallback>
                <p:oleObj r:id="rId5" imgW="2133600" imgH="933450" progId="Paint.Picture">
                  <p:embed/>
                  <p:pic>
                    <p:nvPicPr>
                      <p:cNvPr id="0" name="图片 3085"/>
                      <p:cNvPicPr/>
                      <p:nvPr/>
                    </p:nvPicPr>
                    <p:blipFill>
                      <a:blip r:embed="rId6"/>
                      <a:stretch>
                        <a:fillRect/>
                      </a:stretch>
                    </p:blipFill>
                    <p:spPr>
                      <a:xfrm>
                        <a:off x="3276600" y="1371600"/>
                        <a:ext cx="3962400" cy="1733550"/>
                      </a:xfrm>
                      <a:prstGeom prst="rect">
                        <a:avLst/>
                      </a:prstGeom>
                      <a:noFill/>
                      <a:ln w="38100">
                        <a:noFill/>
                        <a:miter/>
                      </a:ln>
                    </p:spPr>
                  </p:pic>
                </p:oleObj>
              </mc:Fallback>
            </mc:AlternateContent>
          </a:graphicData>
        </a:graphic>
      </p:graphicFrame>
      <p:sp>
        <p:nvSpPr>
          <p:cNvPr id="96262" name="Rectangle 7"/>
          <p:cNvSpPr/>
          <p:nvPr/>
        </p:nvSpPr>
        <p:spPr>
          <a:xfrm>
            <a:off x="533400" y="1447800"/>
            <a:ext cx="2732088" cy="304800"/>
          </a:xfrm>
          <a:prstGeom prst="rect">
            <a:avLst/>
          </a:prstGeom>
          <a:noFill/>
          <a:ln w="9525">
            <a:noFill/>
          </a:ln>
        </p:spPr>
        <p:txBody>
          <a:bodyPr/>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342900" lvl="0" indent="-342900">
              <a:lnSpc>
                <a:spcPct val="90000"/>
              </a:lnSpc>
              <a:buNone/>
            </a:pPr>
            <a:r>
              <a:rPr lang="zh-CN" altLang="en-US" sz="2400" b="0"/>
              <a:t>块设备开关表：</a:t>
            </a:r>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1" name="灯片编号占位符 3"/>
          <p:cNvSpPr txBox="1">
            <a:spLocks noGrp="1"/>
          </p:cNvSpPr>
          <p:nvPr>
            <p:ph type="sldNum" sz="quarter" idx="12"/>
          </p:nvPr>
        </p:nvSpPr>
        <p:spPr>
          <a:xfrm>
            <a:off x="431800" y="6229350"/>
            <a:ext cx="2311400" cy="457200"/>
          </a:xfrm>
        </p:spPr>
        <p:txBody>
          <a:bodyPr anchor="b" anchorCtr="0"/>
          <a:lstStyle/>
          <a:p>
            <a:pPr marL="0" indent="0">
              <a:spcBef>
                <a:spcPct val="50000"/>
              </a:spcBef>
              <a:buClrTx/>
              <a:buFontTx/>
              <a:buNone/>
            </a:pPr>
            <a:r>
              <a:rPr lang="zh-CN" altLang="en-US" sz="1200" b="0">
                <a:solidFill>
                  <a:srgbClr val="3366CC"/>
                </a:solidFill>
                <a:ea typeface="宋体" panose="02010600030101010101" pitchFamily="2" charset="-122"/>
              </a:rPr>
              <a:t>第</a:t>
            </a:r>
            <a:fld id="{9A0DB2DC-4C9A-4742-B13C-FB6460FD3503}" type="slidenum">
              <a:rPr lang="zh-TW" altLang="en-US" sz="1200" b="0">
                <a:solidFill>
                  <a:srgbClr val="3366CC"/>
                </a:solidFill>
                <a:ea typeface="PMingLiU" pitchFamily="18" charset="-120"/>
              </a:rPr>
              <a:t>82</a:t>
            </a:fld>
            <a:r>
              <a:rPr lang="zh-CN" altLang="en-US" sz="1200" b="0">
                <a:solidFill>
                  <a:srgbClr val="3366CC"/>
                </a:solidFill>
                <a:ea typeface="宋体" panose="02010600030101010101" pitchFamily="2" charset="-122"/>
              </a:rPr>
              <a:t>页</a:t>
            </a:r>
            <a:endParaRPr lang="zh-TW" altLang="en-US" sz="1200" b="0">
              <a:solidFill>
                <a:srgbClr val="3366CC"/>
              </a:solidFill>
              <a:ea typeface="宋体" panose="02010600030101010101" pitchFamily="2" charset="-122"/>
            </a:endParaRPr>
          </a:p>
        </p:txBody>
      </p:sp>
      <p:sp>
        <p:nvSpPr>
          <p:cNvPr id="97282" name="Rectangle 2"/>
          <p:cNvSpPr>
            <a:spLocks noGrp="1"/>
          </p:cNvSpPr>
          <p:nvPr>
            <p:ph type="title"/>
          </p:nvPr>
        </p:nvSpPr>
        <p:spPr/>
        <p:txBody>
          <a:bodyPr vert="horz" wrap="square" lIns="91440" tIns="45720" rIns="91440" bIns="45720" anchor="b" anchorCtr="0"/>
          <a:lstStyle/>
          <a:p>
            <a:pPr eaLnBrk="1" hangingPunct="1"/>
            <a:r>
              <a:rPr lang="zh-CN" altLang="en-US"/>
              <a:t>总结</a:t>
            </a:r>
          </a:p>
        </p:txBody>
      </p:sp>
      <p:sp>
        <p:nvSpPr>
          <p:cNvPr id="107523" name="矩形 1"/>
          <p:cNvSpPr>
            <a:spLocks noChangeArrowheads="1"/>
          </p:cNvSpPr>
          <p:nvPr/>
        </p:nvSpPr>
        <p:spPr bwMode="auto">
          <a:xfrm>
            <a:off x="468313" y="1096963"/>
            <a:ext cx="7704138" cy="3786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algn="l" rtl="0" eaLnBrk="0" fontAlgn="base" hangingPunct="0">
              <a:spcBef>
                <a:spcPct val="20000"/>
              </a:spcBef>
              <a:spcAft>
                <a:spcPct val="0"/>
              </a:spcAft>
              <a:buClr>
                <a:srgbClr val="0000FF"/>
              </a:buClr>
              <a:buFont typeface="Monotype Sorts" pitchFamily="2" charset="2"/>
              <a:buChar char="•"/>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00FF"/>
              </a:buClr>
              <a:buFont typeface="Monotype Sorts" pitchFamily="2" charset="2"/>
              <a:buChar char="–"/>
              <a:defRPr kumimoji="1" sz="2400" b="1">
                <a:solidFill>
                  <a:schemeClr val="tx1"/>
                </a:solidFill>
                <a:latin typeface="+mn-lt"/>
                <a:ea typeface="+mn-ea"/>
              </a:defRPr>
            </a:lvl2pPr>
            <a:lvl3pPr marL="1143000" indent="-228600" algn="l" rtl="0" eaLnBrk="0" fontAlgn="base" hangingPunct="0">
              <a:spcBef>
                <a:spcPct val="20000"/>
              </a:spcBef>
              <a:spcAft>
                <a:spcPct val="0"/>
              </a:spcAft>
              <a:buClr>
                <a:srgbClr val="0000FF"/>
              </a:buClr>
              <a:buFont typeface="Monotype Sorts" pitchFamily="2" charset="2"/>
              <a:buChar char="•"/>
              <a:defRPr kumimoji="1"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rgbClr val="0000FF"/>
              </a:buClr>
              <a:buChar char="»"/>
              <a:defRPr kumimoji="1" sz="2000" b="1">
                <a:solidFill>
                  <a:schemeClr val="tx1"/>
                </a:solidFill>
                <a:latin typeface="+mn-lt"/>
                <a:ea typeface="+mn-ea"/>
              </a:defRPr>
            </a:lvl5pPr>
          </a:lstStyle>
          <a:p>
            <a:pPr marL="0" lvl="0" indent="0">
              <a:spcBef>
                <a:spcPct val="0"/>
              </a:spcBef>
              <a:buClrTx/>
              <a:buFontTx/>
              <a:buNone/>
            </a:pPr>
            <a:br>
              <a:rPr lang="zh-CN" altLang="en-US" sz="2400" b="0">
                <a:latin typeface="黑体" panose="02010609060101010101" pitchFamily="49" charset="-122"/>
              </a:rPr>
            </a:br>
            <a:br>
              <a:rPr lang="zh-CN" altLang="en-US" sz="2400" b="0">
                <a:latin typeface="黑体" panose="02010609060101010101" pitchFamily="49" charset="-122"/>
              </a:rPr>
            </a:br>
            <a:r>
              <a:rPr lang="en-US" altLang="zh-CN" sz="2400" b="0">
                <a:latin typeface="黑体" panose="02010609060101010101" pitchFamily="49" charset="-122"/>
              </a:rPr>
              <a:t>I/O</a:t>
            </a:r>
            <a:r>
              <a:rPr lang="zh-CN" altLang="en-US" sz="2400" b="0">
                <a:latin typeface="黑体" panose="02010609060101010101" pitchFamily="49" charset="-122"/>
              </a:rPr>
              <a:t>系统定义</a:t>
            </a:r>
            <a:endParaRPr lang="en-US" altLang="zh-CN" sz="2400" b="0">
              <a:latin typeface="黑体" panose="02010609060101010101" pitchFamily="49" charset="-122"/>
            </a:endParaRPr>
          </a:p>
          <a:p>
            <a:pPr marL="0" lvl="0" indent="0">
              <a:spcBef>
                <a:spcPct val="0"/>
              </a:spcBef>
              <a:buClrTx/>
              <a:buFontTx/>
              <a:buNone/>
            </a:pPr>
            <a:r>
              <a:rPr lang="en-US" altLang="zh-CN" sz="2400" b="0">
                <a:latin typeface="黑体" panose="02010609060101010101" pitchFamily="49" charset="-122"/>
              </a:rPr>
              <a:t>I/O</a:t>
            </a:r>
            <a:r>
              <a:rPr lang="zh-CN" altLang="en-US" sz="2400" b="0">
                <a:latin typeface="黑体" panose="02010609060101010101" pitchFamily="49" charset="-122"/>
              </a:rPr>
              <a:t>设备分类</a:t>
            </a:r>
            <a:endParaRPr lang="en-US" altLang="zh-CN" sz="2400" b="0">
              <a:latin typeface="黑体" panose="02010609060101010101" pitchFamily="49" charset="-122"/>
            </a:endParaRPr>
          </a:p>
          <a:p>
            <a:pPr marL="0" lvl="0" indent="0">
              <a:spcBef>
                <a:spcPct val="0"/>
              </a:spcBef>
              <a:buClrTx/>
              <a:buFontTx/>
              <a:buNone/>
            </a:pPr>
            <a:r>
              <a:rPr lang="en-US" altLang="zh-CN" sz="2400" b="0">
                <a:latin typeface="黑体" panose="02010609060101010101" pitchFamily="49" charset="-122"/>
              </a:rPr>
              <a:t>I/O</a:t>
            </a:r>
            <a:r>
              <a:rPr lang="zh-CN" altLang="en-US" sz="2400" b="0">
                <a:latin typeface="黑体" panose="02010609060101010101" pitchFamily="49" charset="-122"/>
              </a:rPr>
              <a:t>控制方式</a:t>
            </a:r>
            <a:br>
              <a:rPr lang="zh-CN" altLang="en-US" sz="2400" b="0">
                <a:latin typeface="黑体" panose="02010609060101010101" pitchFamily="49" charset="-122"/>
              </a:rPr>
            </a:br>
            <a:r>
              <a:rPr lang="zh-CN" altLang="en-US" sz="2400" b="0">
                <a:latin typeface="黑体" panose="02010609060101010101" pitchFamily="49" charset="-122"/>
              </a:rPr>
              <a:t>通道</a:t>
            </a:r>
            <a:endParaRPr lang="en-US" altLang="zh-CN" sz="2400" b="0">
              <a:latin typeface="黑体" panose="02010609060101010101" pitchFamily="49" charset="-122"/>
            </a:endParaRPr>
          </a:p>
          <a:p>
            <a:pPr marL="0" lvl="0" indent="0">
              <a:spcBef>
                <a:spcPct val="0"/>
              </a:spcBef>
              <a:buClrTx/>
              <a:buFontTx/>
              <a:buNone/>
            </a:pPr>
            <a:r>
              <a:rPr lang="en-US" altLang="zh-CN" sz="2400" b="0">
                <a:latin typeface="黑体" panose="02010609060101010101" pitchFamily="49" charset="-122"/>
              </a:rPr>
              <a:t>I/O</a:t>
            </a:r>
            <a:r>
              <a:rPr lang="zh-CN" altLang="en-US" sz="2400" b="0">
                <a:latin typeface="黑体" panose="02010609060101010101" pitchFamily="49" charset="-122"/>
              </a:rPr>
              <a:t>软件的组成</a:t>
            </a:r>
            <a:br>
              <a:rPr lang="zh-CN" altLang="en-US" sz="2400" b="0">
                <a:latin typeface="黑体" panose="02010609060101010101" pitchFamily="49" charset="-122"/>
              </a:rPr>
            </a:br>
            <a:r>
              <a:rPr lang="zh-CN" altLang="en-US" sz="2400" b="0">
                <a:latin typeface="黑体" panose="02010609060101010101" pitchFamily="49" charset="-122"/>
              </a:rPr>
              <a:t>缓冲技术：单缓冲；双缓冲；环形缓冲；缓冲池</a:t>
            </a:r>
            <a:br>
              <a:rPr lang="zh-CN" altLang="en-US" sz="2400" b="0">
                <a:latin typeface="黑体" panose="02010609060101010101" pitchFamily="49" charset="-122"/>
              </a:rPr>
            </a:br>
            <a:r>
              <a:rPr lang="en-US" altLang="zh-CN" sz="2400" b="0">
                <a:latin typeface="黑体" panose="02010609060101010101" pitchFamily="49" charset="-122"/>
              </a:rPr>
              <a:t>UNIX</a:t>
            </a:r>
            <a:r>
              <a:rPr lang="zh-CN" altLang="en-US" sz="2400" b="0">
                <a:latin typeface="黑体" panose="02010609060101010101" pitchFamily="49" charset="-122"/>
              </a:rPr>
              <a:t>系统缓冲管理：块设备，字符设备缓冲管理</a:t>
            </a:r>
            <a:br>
              <a:rPr lang="zh-CN" altLang="en-US" sz="2400" b="0">
                <a:latin typeface="黑体" panose="02010609060101010101" pitchFamily="49" charset="-122"/>
              </a:rPr>
            </a:br>
            <a:endParaRPr lang="zh-CN" altLang="en-US" sz="2400" b="0">
              <a:latin typeface="黑体" panose="02010609060101010101" pitchFamily="49" charset="-122"/>
            </a:endParaRPr>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5" name="灯片编号占位符 3"/>
          <p:cNvSpPr txBox="1">
            <a:spLocks noGrp="1"/>
          </p:cNvSpPr>
          <p:nvPr>
            <p:ph type="sldNum" sz="quarter" idx="12"/>
          </p:nvPr>
        </p:nvSpPr>
        <p:spPr>
          <a:xfrm>
            <a:off x="431800" y="6229350"/>
            <a:ext cx="2311400" cy="457200"/>
          </a:xfrm>
        </p:spPr>
        <p:txBody>
          <a:bodyPr anchor="b" anchorCtr="0"/>
          <a:lstStyle/>
          <a:p>
            <a:pPr marL="0" indent="0">
              <a:spcBef>
                <a:spcPct val="50000"/>
              </a:spcBef>
              <a:buClrTx/>
              <a:buFontTx/>
              <a:buNone/>
            </a:pPr>
            <a:r>
              <a:rPr lang="zh-CN" altLang="en-US" sz="1200" b="0">
                <a:solidFill>
                  <a:srgbClr val="3366CC"/>
                </a:solidFill>
                <a:ea typeface="宋体" panose="02010600030101010101" pitchFamily="2" charset="-122"/>
              </a:rPr>
              <a:t>第</a:t>
            </a:r>
            <a:fld id="{9A0DB2DC-4C9A-4742-B13C-FB6460FD3503}" type="slidenum">
              <a:rPr lang="zh-TW" altLang="en-US" sz="1200" b="0">
                <a:solidFill>
                  <a:srgbClr val="3366CC"/>
                </a:solidFill>
                <a:ea typeface="PMingLiU" pitchFamily="18" charset="-120"/>
              </a:rPr>
              <a:t>83</a:t>
            </a:fld>
            <a:r>
              <a:rPr lang="zh-CN" altLang="en-US" sz="1200" b="0">
                <a:solidFill>
                  <a:srgbClr val="3366CC"/>
                </a:solidFill>
                <a:ea typeface="宋体" panose="02010600030101010101" pitchFamily="2" charset="-122"/>
              </a:rPr>
              <a:t>页</a:t>
            </a:r>
            <a:endParaRPr lang="zh-TW" altLang="en-US" sz="1200" b="0">
              <a:solidFill>
                <a:srgbClr val="3366CC"/>
              </a:solidFill>
              <a:ea typeface="宋体" panose="02010600030101010101" pitchFamily="2" charset="-122"/>
            </a:endParaRPr>
          </a:p>
        </p:txBody>
      </p:sp>
      <p:sp>
        <p:nvSpPr>
          <p:cNvPr id="98306" name="Rectangle 2"/>
          <p:cNvSpPr>
            <a:spLocks noGrp="1"/>
          </p:cNvSpPr>
          <p:nvPr>
            <p:ph type="title"/>
          </p:nvPr>
        </p:nvSpPr>
        <p:spPr/>
        <p:txBody>
          <a:bodyPr vert="horz" wrap="square" lIns="91440" tIns="45720" rIns="91440" bIns="45720" anchor="b" anchorCtr="0"/>
          <a:lstStyle/>
          <a:p>
            <a:pPr eaLnBrk="1" hangingPunct="1"/>
            <a:endParaRPr lang="zh-CN" altLang="zh-CN"/>
          </a:p>
        </p:txBody>
      </p:sp>
      <p:sp>
        <p:nvSpPr>
          <p:cNvPr id="108547" name="Rectangle 3"/>
          <p:cNvSpPr>
            <a:spLocks noGrp="1" noChangeArrowheads="1"/>
          </p:cNvSpPr>
          <p:nvPr>
            <p:ph idx="1"/>
          </p:nvPr>
        </p:nvSpPr>
        <p:spPr/>
        <p:txBody>
          <a:bodyPr vert="horz" wrap="square" lIns="91440" tIns="45720" rIns="91440" bIns="45720" numCol="1" anchor="t" anchorCtr="0" compatLnSpc="1"/>
          <a:lstStyle/>
          <a:p>
            <a:pPr marL="342900" marR="0" lvl="0" indent="-342900" algn="l" defTabSz="914400" rtl="0" eaLnBrk="1" fontAlgn="base" latinLnBrk="0" hangingPunct="1">
              <a:lnSpc>
                <a:spcPct val="100000"/>
              </a:lnSpc>
              <a:spcBef>
                <a:spcPct val="20000"/>
              </a:spcBef>
              <a:spcAft>
                <a:spcPct val="0"/>
              </a:spcAft>
              <a:buClr>
                <a:srgbClr val="0000FF"/>
              </a:buClr>
              <a:buSzTx/>
              <a:buFont typeface="Monotype Sorts" pitchFamily="2" charset="2"/>
              <a:buChar char="•"/>
              <a:defRPr/>
            </a:pPr>
            <a:endParaRPr kumimoji="1" lang="zh-CN" altLang="en-US" sz="3600" b="1" i="0" u="none" strike="noStrike" kern="0" cap="none" spc="0" normalizeH="0" baseline="0" noProof="0" dirty="0">
              <a:ln>
                <a:noFill/>
              </a:ln>
              <a:solidFill>
                <a:schemeClr val="tx1"/>
              </a:solidFill>
              <a:effectLst/>
              <a:uLnTx/>
              <a:uFillTx/>
              <a:latin typeface="+mn-lt"/>
              <a:ea typeface="+mn-ea"/>
              <a:cs typeface="+mn-cs"/>
            </a:endParaRPr>
          </a:p>
          <a:p>
            <a:pPr marL="342900" marR="0" lvl="1" indent="-342900" algn="l" defTabSz="914400" rtl="0" eaLnBrk="1" fontAlgn="base" latinLnBrk="0" hangingPunct="1">
              <a:lnSpc>
                <a:spcPct val="100000"/>
              </a:lnSpc>
              <a:spcBef>
                <a:spcPct val="20000"/>
              </a:spcBef>
              <a:spcAft>
                <a:spcPct val="0"/>
              </a:spcAft>
              <a:buClr>
                <a:srgbClr val="0000FF"/>
              </a:buClr>
              <a:buSzTx/>
              <a:buFont typeface="Monotype Sorts" pitchFamily="2" charset="2"/>
              <a:buChar char="•"/>
              <a:defRPr/>
            </a:pPr>
            <a:r>
              <a:rPr kumimoji="1" lang="zh-CN" altLang="en-US" sz="3600" b="1" i="0" u="none" strike="noStrike" kern="0" cap="none" spc="0" normalizeH="0" baseline="0" noProof="0" dirty="0">
                <a:ln>
                  <a:noFill/>
                </a:ln>
                <a:solidFill>
                  <a:schemeClr val="tx1"/>
                </a:solidFill>
                <a:effectLst/>
                <a:uLnTx/>
                <a:uFillTx/>
                <a:latin typeface="+mn-lt"/>
                <a:ea typeface="+mn-ea"/>
                <a:cs typeface="+mn-cs"/>
              </a:rPr>
              <a:t>习题</a:t>
            </a:r>
            <a:r>
              <a:rPr kumimoji="1" lang="en-US" altLang="zh-CN" sz="3600" b="1" i="0" u="none" strike="noStrike" kern="0" cap="none" spc="0" normalizeH="0" baseline="0" noProof="0" dirty="0">
                <a:ln>
                  <a:noFill/>
                </a:ln>
                <a:solidFill>
                  <a:schemeClr val="tx1"/>
                </a:solidFill>
                <a:effectLst/>
                <a:uLnTx/>
                <a:uFillTx/>
                <a:latin typeface="+mn-lt"/>
                <a:ea typeface="+mn-ea"/>
                <a:cs typeface="+mn-cs"/>
              </a:rPr>
              <a:t>1</a:t>
            </a:r>
            <a:r>
              <a:rPr kumimoji="1" lang="zh-CN" altLang="en-US" sz="3600" b="1" i="0" u="none" strike="noStrike" kern="0" cap="none" spc="0" normalizeH="0" baseline="0" noProof="0" dirty="0">
                <a:ln>
                  <a:noFill/>
                </a:ln>
                <a:solidFill>
                  <a:schemeClr val="tx1"/>
                </a:solidFill>
                <a:effectLst/>
                <a:uLnTx/>
                <a:uFillTx/>
                <a:latin typeface="+mn-lt"/>
                <a:ea typeface="+mn-ea"/>
                <a:cs typeface="+mn-cs"/>
              </a:rPr>
              <a:t>，</a:t>
            </a:r>
            <a:r>
              <a:rPr kumimoji="1" lang="en-US" altLang="zh-CN" sz="3600" b="1" i="0" u="none" strike="noStrike" kern="0" cap="none" spc="0" normalizeH="0" baseline="0" noProof="0" dirty="0">
                <a:ln>
                  <a:noFill/>
                </a:ln>
                <a:solidFill>
                  <a:schemeClr val="tx1"/>
                </a:solidFill>
                <a:effectLst/>
                <a:uLnTx/>
                <a:uFillTx/>
                <a:latin typeface="+mn-lt"/>
                <a:ea typeface="+mn-ea"/>
                <a:cs typeface="+mn-cs"/>
              </a:rPr>
              <a:t>5</a:t>
            </a:r>
            <a:r>
              <a:rPr kumimoji="1" lang="zh-CN" altLang="en-US" sz="3600" b="1" i="0" u="none" strike="noStrike" kern="0" cap="none" spc="0" normalizeH="0" baseline="0" noProof="0" dirty="0">
                <a:ln>
                  <a:noFill/>
                </a:ln>
                <a:solidFill>
                  <a:schemeClr val="tx1"/>
                </a:solidFill>
                <a:effectLst/>
                <a:uLnTx/>
                <a:uFillTx/>
                <a:latin typeface="+mn-lt"/>
                <a:ea typeface="+mn-ea"/>
                <a:cs typeface="+mn-cs"/>
              </a:rPr>
              <a:t>，</a:t>
            </a:r>
            <a:r>
              <a:rPr kumimoji="1" lang="en-US" altLang="zh-CN" sz="3600" b="1" i="0" u="none" strike="noStrike" kern="0" cap="none" spc="0" normalizeH="0" baseline="0" noProof="0" dirty="0">
                <a:ln>
                  <a:noFill/>
                </a:ln>
                <a:solidFill>
                  <a:schemeClr val="tx1"/>
                </a:solidFill>
                <a:effectLst/>
                <a:uLnTx/>
                <a:uFillTx/>
                <a:latin typeface="+mn-lt"/>
                <a:ea typeface="+mn-ea"/>
                <a:cs typeface="+mn-cs"/>
              </a:rPr>
              <a:t>8</a:t>
            </a:r>
            <a:endParaRPr kumimoji="1" lang="zh-CN" altLang="en-US" sz="3600" b="1" i="0" u="none" strike="noStrike" kern="0" cap="none" spc="0" normalizeH="0" baseline="0" noProof="0" dirty="0">
              <a:ln>
                <a:noFill/>
              </a:ln>
              <a:solidFill>
                <a:schemeClr val="tx1"/>
              </a:solidFill>
              <a:effectLst/>
              <a:uLnTx/>
              <a:uFillTx/>
              <a:latin typeface="+mn-lt"/>
              <a:ea typeface="+mn-ea"/>
              <a:cs typeface="+mn-cs"/>
            </a:endParaRPr>
          </a:p>
          <a:p>
            <a:pPr marL="742950" marR="0" lvl="1" indent="-285750" algn="l" defTabSz="914400" rtl="0" eaLnBrk="1" fontAlgn="base" latinLnBrk="0" hangingPunct="1">
              <a:lnSpc>
                <a:spcPct val="100000"/>
              </a:lnSpc>
              <a:spcBef>
                <a:spcPct val="20000"/>
              </a:spcBef>
              <a:spcAft>
                <a:spcPct val="0"/>
              </a:spcAft>
              <a:buClr>
                <a:srgbClr val="0000FF"/>
              </a:buClr>
              <a:buSzTx/>
              <a:buFont typeface="Wingdings" panose="05000000000000000000" pitchFamily="2" charset="2"/>
              <a:buNone/>
              <a:defRPr/>
            </a:pPr>
            <a:endParaRPr kumimoji="1" lang="en-US" altLang="zh-CN" sz="2400" b="1" i="0" u="none" strike="noStrike" kern="0" cap="none" spc="0" normalizeH="0" baseline="0" noProof="0" dirty="0">
              <a:ln>
                <a:noFill/>
              </a:ln>
              <a:solidFill>
                <a:schemeClr val="tx1"/>
              </a:solidFill>
              <a:effectLst/>
              <a:uLnTx/>
              <a:uFillTx/>
              <a:latin typeface="+mn-lt"/>
              <a:ea typeface="+mn-ea"/>
            </a:endParaRPr>
          </a:p>
        </p:txBody>
      </p:sp>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COMMONDATA" val="eyJoZGlkIjoiYzVjMGE0OTkyMjE4MGFjZTBkZGNmNTkzMzk5N2EwOTgifQ=="/>
  <p:tag name="KSO_WPP_MARK_KEY" val="e8ede9de-cec3-42f5-a4a8-7a1e27aa4d08"/>
</p:tagLst>
</file>

<file path=ppt/tags/tag2.xml><?xml version="1.0" encoding="utf-8"?>
<p:tagLst xmlns:a="http://schemas.openxmlformats.org/drawingml/2006/main" xmlns:r="http://schemas.openxmlformats.org/officeDocument/2006/relationships" xmlns:p="http://schemas.openxmlformats.org/presentationml/2006/main">
  <p:tag name="KSO_WM_UNIT_TABLE_BEAUTIFY" val="smartTable{cee711be-6f54-4965-b6d5-28f1f39c50a3}"/>
  <p:tag name="TABLE_ENDDRAG_ORIGIN_RECT" val="610*385"/>
  <p:tag name="TABLE_ENDDRAG_RECT" val="31*121*610*385"/>
</p:tagLst>
</file>

<file path=ppt/tags/tag3.xml><?xml version="1.0" encoding="utf-8"?>
<p:tagLst xmlns:a="http://schemas.openxmlformats.org/drawingml/2006/main" xmlns:r="http://schemas.openxmlformats.org/officeDocument/2006/relationships" xmlns:p="http://schemas.openxmlformats.org/presentationml/2006/main">
  <p:tag name="RAINPROBLEM" val="MultipleChoice"/>
  <p:tag name="PROBLEMSCORE" val="1.0"/>
</p:tagLst>
</file>

<file path=ppt/tags/tag4.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5.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6.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7.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8.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9.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10.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11.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Correct"/>
</p:tagLst>
</file>

<file path=ppt/tags/tag12.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13.xml><?xml version="1.0" encoding="utf-8"?>
<p:tagLst xmlns:a="http://schemas.openxmlformats.org/drawingml/2006/main" xmlns:r="http://schemas.openxmlformats.org/officeDocument/2006/relationships" xmlns:p="http://schemas.openxmlformats.org/presentationml/2006/main">
  <p:tag name="RAINPROBLEM" val="ProblemSubmit"/>
  <p:tag name="RAINPROBLEMTYPE" val="MultipleChoice"/>
</p:tagLst>
</file>

<file path=ppt/tags/tag14.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MultipleChoice"/>
</p:tagLst>
</file>

<file path=ppt/tags/tag15.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6.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7.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8.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9.xml><?xml version="1.0" encoding="utf-8"?>
<p:tagLst xmlns:a="http://schemas.openxmlformats.org/drawingml/2006/main" xmlns:r="http://schemas.openxmlformats.org/officeDocument/2006/relationships" xmlns:p="http://schemas.openxmlformats.org/presentationml/2006/main">
  <p:tag name="RAINPROBLEM" val="MultipleChoice"/>
  <p:tag name="PROBLEMSCORE" val="1.0"/>
</p:tagLst>
</file>

<file path=ppt/tags/tag20.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21.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22.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23.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24.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25.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26.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Correct"/>
</p:tagLst>
</file>

<file path=ppt/tags/tag27.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28.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29.xml><?xml version="1.0" encoding="utf-8"?>
<p:tagLst xmlns:a="http://schemas.openxmlformats.org/drawingml/2006/main" xmlns:r="http://schemas.openxmlformats.org/officeDocument/2006/relationships" xmlns:p="http://schemas.openxmlformats.org/presentationml/2006/main">
  <p:tag name="RAINPROBLEM" val="ProblemSubmit"/>
  <p:tag name="RAINPROBLEMTYPE" val="MultipleChoice"/>
</p:tagLst>
</file>

<file path=ppt/tags/tag30.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MultipleChoice"/>
</p:tagLst>
</file>

<file path=ppt/tags/tag31.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32.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33.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34.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35.xml><?xml version="1.0" encoding="utf-8"?>
<p:tagLst xmlns:a="http://schemas.openxmlformats.org/drawingml/2006/main" xmlns:r="http://schemas.openxmlformats.org/officeDocument/2006/relationships" xmlns:p="http://schemas.openxmlformats.org/presentationml/2006/main">
  <p:tag name="RAINPROBLEM" val="MultipleChoice"/>
  <p:tag name="PROBLEMSCORE" val="1.0"/>
</p:tagLst>
</file>

<file path=ppt/tags/tag36.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37.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38.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39.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40.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41.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42.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43.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Correct"/>
</p:tagLst>
</file>

<file path=ppt/tags/tag44.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45.xml><?xml version="1.0" encoding="utf-8"?>
<p:tagLst xmlns:a="http://schemas.openxmlformats.org/drawingml/2006/main" xmlns:r="http://schemas.openxmlformats.org/officeDocument/2006/relationships" xmlns:p="http://schemas.openxmlformats.org/presentationml/2006/main">
  <p:tag name="RAINPROBLEM" val="ProblemSubmit"/>
  <p:tag name="RAINPROBLEMTYPE" val="MultipleChoice"/>
</p:tagLst>
</file>

<file path=ppt/tags/tag46.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MultipleChoice"/>
</p:tagLst>
</file>

<file path=ppt/tags/tag47.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48.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49.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50.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51.xml><?xml version="1.0" encoding="utf-8"?>
<p:tagLst xmlns:a="http://schemas.openxmlformats.org/drawingml/2006/main" xmlns:r="http://schemas.openxmlformats.org/officeDocument/2006/relationships" xmlns:p="http://schemas.openxmlformats.org/presentationml/2006/main">
  <p:tag name="RAINPROBLEM" val="MultipleChoiceMA"/>
  <p:tag name="PROBLEMSCORE" val="1.0"/>
  <p:tag name="PROBLEMSCORE_HALF" val="0.0"/>
</p:tagLst>
</file>

<file path=ppt/tags/tag52.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53.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54.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55.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56.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57.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MA"/>
  <p:tag name="RAINBULLET" val="Wrong"/>
</p:tagLst>
</file>

<file path=ppt/tags/tag58.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MA"/>
  <p:tag name="RAINBULLET" val="Wrong"/>
</p:tagLst>
</file>

<file path=ppt/tags/tag59.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MA"/>
  <p:tag name="RAINBULLET" val="Wrong"/>
</p:tagLst>
</file>

<file path=ppt/tags/tag60.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MA"/>
  <p:tag name="RAINBULLET" val="Wrong"/>
</p:tagLst>
</file>

<file path=ppt/tags/tag61.xml><?xml version="1.0" encoding="utf-8"?>
<p:tagLst xmlns:a="http://schemas.openxmlformats.org/drawingml/2006/main" xmlns:r="http://schemas.openxmlformats.org/officeDocument/2006/relationships" xmlns:p="http://schemas.openxmlformats.org/presentationml/2006/main">
  <p:tag name="RAINPROBLEM" val="ProblemSubmit"/>
  <p:tag name="RAINPROBLEMTYPE" val="MultipleChoiceMA"/>
</p:tagLst>
</file>

<file path=ppt/tags/tag62.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63.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MA"/>
  <p:tag name="RAINBULLET" val="Correct"/>
</p:tagLst>
</file>

<file path=ppt/tags/tag64.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65.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MA"/>
  <p:tag name="RAINBULLET" val="Correct"/>
</p:tagLst>
</file>

<file path=ppt/tags/tag66.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67.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MA"/>
  <p:tag name="RAINBULLET" val="Correct"/>
</p:tagLst>
</file>

<file path=ppt/tags/tag68.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MultipleChoiceMA"/>
</p:tagLst>
</file>

<file path=ppt/tags/tag69.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70.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71.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72.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heme/theme1.xml><?xml version="1.0" encoding="utf-8"?>
<a:theme xmlns:a="http://schemas.openxmlformats.org/drawingml/2006/main" name="操作系统讲义">
  <a:themeElements>
    <a:clrScheme name="操作系统讲义 2">
      <a:dk1>
        <a:srgbClr val="000000"/>
      </a:dk1>
      <a:lt1>
        <a:srgbClr val="FFFFFF"/>
      </a:lt1>
      <a:dk2>
        <a:srgbClr val="000000"/>
      </a:dk2>
      <a:lt2>
        <a:srgbClr val="5E574E"/>
      </a:lt2>
      <a:accent1>
        <a:srgbClr val="FF6600"/>
      </a:accent1>
      <a:accent2>
        <a:srgbClr val="FFCC00"/>
      </a:accent2>
      <a:accent3>
        <a:srgbClr val="FFFFFF"/>
      </a:accent3>
      <a:accent4>
        <a:srgbClr val="000000"/>
      </a:accent4>
      <a:accent5>
        <a:srgbClr val="FFB8AA"/>
      </a:accent5>
      <a:accent6>
        <a:srgbClr val="E7B900"/>
      </a:accent6>
      <a:hlink>
        <a:srgbClr val="996633"/>
      </a:hlink>
      <a:folHlink>
        <a:srgbClr val="808000"/>
      </a:folHlink>
    </a:clrScheme>
    <a:fontScheme name="操作系统讲义">
      <a:majorFont>
        <a:latin typeface="Arial Black"/>
        <a:ea typeface=""/>
        <a:cs typeface=""/>
      </a:majorFont>
      <a:minorFont>
        <a:latin typeface="Times New Roman"/>
        <a:ea typeface="黑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9525" cap="flat" cmpd="sng" algn="ctr">
          <a:solidFill>
            <a:schemeClr val="tx1"/>
          </a:solidFill>
          <a:prstDash val="solid"/>
          <a:round/>
          <a:headEnd type="none" w="med" len="med"/>
          <a:tailEnd type="none" w="med" len="med"/>
        </a:ln>
      </a:spPr>
      <a:bodyPr vert="horz" wrap="square" lIns="90000" tIns="46800" rIns="90000" bIns="46800" numCol="1" anchor="t" anchorCtr="0" compatLnSpc="1"/>
      <a:lstStyle>
        <a:defPPr marL="0" marR="0" indent="0" algn="l" defTabSz="914400" rtl="0" eaLnBrk="0" fontAlgn="base" latinLnBrk="0" hangingPunct="0">
          <a:lnSpc>
            <a:spcPct val="100000"/>
          </a:lnSpc>
          <a:spcBef>
            <a:spcPct val="0"/>
          </a:spcBef>
          <a:spcAft>
            <a:spcPct val="0"/>
          </a:spcAft>
          <a:buClrTx/>
          <a:buSzTx/>
          <a:buFontTx/>
          <a:buNone/>
          <a:defRPr kumimoji="0" lang="en-US" sz="2400" b="0" i="0" u="none" strike="noStrike" cap="none" normalizeH="0" baseline="0" smtClean="0">
            <a:ln>
              <a:noFill/>
            </a:ln>
            <a:solidFill>
              <a:schemeClr val="tx1"/>
            </a:solidFill>
            <a:effectLst/>
            <a:latin typeface="Times New Roman" panose="02020603050405020304" pitchFamily="18" charset="0"/>
          </a:defRPr>
        </a:defPPr>
      </a:lstStyle>
    </a:spDef>
    <a:lnDef>
      <a:spPr bwMode="auto">
        <a:xfrm>
          <a:off x="0" y="0"/>
          <a:ext cx="1" cy="1"/>
        </a:xfrm>
        <a:custGeom>
          <a:avLst/>
          <a:gdLst/>
          <a:ahLst/>
          <a:cxnLst/>
          <a:rect l="0" t="0" r="0" b="0"/>
          <a:pathLst/>
        </a:custGeom>
        <a:noFill/>
        <a:ln w="9525" cap="flat" cmpd="sng" algn="ctr">
          <a:solidFill>
            <a:schemeClr val="tx1"/>
          </a:solidFill>
          <a:prstDash val="solid"/>
          <a:round/>
          <a:headEnd type="none" w="med" len="med"/>
          <a:tailEnd type="none" w="med" len="med"/>
        </a:ln>
      </a:spPr>
      <a:bodyPr vert="horz" wrap="square" lIns="90000" tIns="46800" rIns="90000" bIns="46800" numCol="1" anchor="t" anchorCtr="0" compatLnSpc="1"/>
      <a:lstStyle>
        <a:defPPr marL="0" marR="0" indent="0" algn="l" defTabSz="914400" rtl="0" eaLnBrk="0" fontAlgn="base" latinLnBrk="0" hangingPunct="0">
          <a:lnSpc>
            <a:spcPct val="100000"/>
          </a:lnSpc>
          <a:spcBef>
            <a:spcPct val="0"/>
          </a:spcBef>
          <a:spcAft>
            <a:spcPct val="0"/>
          </a:spcAft>
          <a:buClrTx/>
          <a:buSzTx/>
          <a:buFontTx/>
          <a:buNone/>
          <a:defRPr kumimoji="0" lang="en-US" sz="2400" b="0" i="0" u="none" strike="noStrike" cap="none" normalizeH="0" baseline="0" smtClean="0">
            <a:ln>
              <a:noFill/>
            </a:ln>
            <a:solidFill>
              <a:schemeClr val="tx1"/>
            </a:solidFill>
            <a:effectLst/>
            <a:latin typeface="Times New Roman" panose="02020603050405020304" pitchFamily="18" charset="0"/>
          </a:defRPr>
        </a:defPPr>
      </a:lstStyle>
    </a:lnDef>
  </a:objectDefaults>
  <a:extraClrSchemeLst>
    <a:extraClrScheme>
      <a:clrScheme name="操作系统讲义 1">
        <a:dk1>
          <a:srgbClr val="5E574E"/>
        </a:dk1>
        <a:lt1>
          <a:srgbClr val="FFFFCC"/>
        </a:lt1>
        <a:dk2>
          <a:srgbClr val="000000"/>
        </a:dk2>
        <a:lt2>
          <a:srgbClr val="FFCC00"/>
        </a:lt2>
        <a:accent1>
          <a:srgbClr val="CC9900"/>
        </a:accent1>
        <a:accent2>
          <a:srgbClr val="FF6600"/>
        </a:accent2>
        <a:accent3>
          <a:srgbClr val="AAAAAA"/>
        </a:accent3>
        <a:accent4>
          <a:srgbClr val="DADAAE"/>
        </a:accent4>
        <a:accent5>
          <a:srgbClr val="E2CAAA"/>
        </a:accent5>
        <a:accent6>
          <a:srgbClr val="E75C00"/>
        </a:accent6>
        <a:hlink>
          <a:srgbClr val="FF0000"/>
        </a:hlink>
        <a:folHlink>
          <a:srgbClr val="FFFFCC"/>
        </a:folHlink>
      </a:clrScheme>
      <a:clrMap bg1="dk2" tx1="lt1" bg2="dk1" tx2="lt2" accent1="accent1" accent2="accent2" accent3="accent3" accent4="accent4" accent5="accent5" accent6="accent6" hlink="hlink" folHlink="folHlink"/>
    </a:extraClrScheme>
    <a:extraClrScheme>
      <a:clrScheme name="操作系统讲义 2">
        <a:dk1>
          <a:srgbClr val="000000"/>
        </a:dk1>
        <a:lt1>
          <a:srgbClr val="FFFFFF"/>
        </a:lt1>
        <a:dk2>
          <a:srgbClr val="000000"/>
        </a:dk2>
        <a:lt2>
          <a:srgbClr val="5E574E"/>
        </a:lt2>
        <a:accent1>
          <a:srgbClr val="FF6600"/>
        </a:accent1>
        <a:accent2>
          <a:srgbClr val="FFCC00"/>
        </a:accent2>
        <a:accent3>
          <a:srgbClr val="FFFFFF"/>
        </a:accent3>
        <a:accent4>
          <a:srgbClr val="000000"/>
        </a:accent4>
        <a:accent5>
          <a:srgbClr val="FFB8AA"/>
        </a:accent5>
        <a:accent6>
          <a:srgbClr val="E7B900"/>
        </a:accent6>
        <a:hlink>
          <a:srgbClr val="996633"/>
        </a:hlink>
        <a:folHlink>
          <a:srgbClr val="808000"/>
        </a:folHlink>
      </a:clrScheme>
      <a:clrMap bg1="lt1" tx1="dk1" bg2="lt2" tx2="dk2" accent1="accent1" accent2="accent2" accent3="accent3" accent4="accent4" accent5="accent5" accent6="accent6" hlink="hlink" folHlink="folHlink"/>
    </a:extraClrScheme>
    <a:extraClrScheme>
      <a:clrScheme name="操作系统讲义 3">
        <a:dk1>
          <a:srgbClr val="000000"/>
        </a:dk1>
        <a:lt1>
          <a:srgbClr val="FFFFFF"/>
        </a:lt1>
        <a:dk2>
          <a:srgbClr val="000000"/>
        </a:dk2>
        <a:lt2>
          <a:srgbClr val="393939"/>
        </a:lt2>
        <a:accent1>
          <a:srgbClr val="CBCBCB"/>
        </a:accent1>
        <a:accent2>
          <a:srgbClr val="868686"/>
        </a:accent2>
        <a:accent3>
          <a:srgbClr val="FFFFFF"/>
        </a:accent3>
        <a:accent4>
          <a:srgbClr val="000000"/>
        </a:accent4>
        <a:accent5>
          <a:srgbClr val="E2E2E2"/>
        </a:accent5>
        <a:accent6>
          <a:srgbClr val="797979"/>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操作系统讲义 4">
        <a:dk1>
          <a:srgbClr val="000000"/>
        </a:dk1>
        <a:lt1>
          <a:srgbClr val="FFFFFF"/>
        </a:lt1>
        <a:dk2>
          <a:srgbClr val="800000"/>
        </a:dk2>
        <a:lt2>
          <a:srgbClr val="5E574E"/>
        </a:lt2>
        <a:accent1>
          <a:srgbClr val="FF6600"/>
        </a:accent1>
        <a:accent2>
          <a:srgbClr val="FFCC00"/>
        </a:accent2>
        <a:accent3>
          <a:srgbClr val="FFFFFF"/>
        </a:accent3>
        <a:accent4>
          <a:srgbClr val="000000"/>
        </a:accent4>
        <a:accent5>
          <a:srgbClr val="FFB8AA"/>
        </a:accent5>
        <a:accent6>
          <a:srgbClr val="E7B900"/>
        </a:accent6>
        <a:hlink>
          <a:srgbClr val="FF0000"/>
        </a:hlink>
        <a:folHlink>
          <a:srgbClr val="FFFFCC"/>
        </a:folHlink>
      </a:clrScheme>
      <a:clrMap bg1="lt1" tx1="dk1" bg2="lt2" tx2="dk2" accent1="accent1" accent2="accent2" accent3="accent3" accent4="accent4" accent5="accent5" accent6="accent6" hlink="hlink" folHlink="folHlink"/>
    </a:extraClrScheme>
    <a:extraClrScheme>
      <a:clrScheme name="操作系统讲义 5">
        <a:dk1>
          <a:srgbClr val="000066"/>
        </a:dk1>
        <a:lt1>
          <a:srgbClr val="FFFFFF"/>
        </a:lt1>
        <a:dk2>
          <a:srgbClr val="0000FF"/>
        </a:dk2>
        <a:lt2>
          <a:srgbClr val="000000"/>
        </a:lt2>
        <a:accent1>
          <a:srgbClr val="0066FF"/>
        </a:accent1>
        <a:accent2>
          <a:srgbClr val="33CCCC"/>
        </a:accent2>
        <a:accent3>
          <a:srgbClr val="FFFFFF"/>
        </a:accent3>
        <a:accent4>
          <a:srgbClr val="000056"/>
        </a:accent4>
        <a:accent5>
          <a:srgbClr val="AAB8FF"/>
        </a:accent5>
        <a:accent6>
          <a:srgbClr val="2DB9B9"/>
        </a:accent6>
        <a:hlink>
          <a:srgbClr val="FF00FF"/>
        </a:hlink>
        <a:folHlink>
          <a:srgbClr val="9933FF"/>
        </a:folHlink>
      </a:clrScheme>
      <a:clrMap bg1="lt1" tx1="dk1" bg2="lt2" tx2="dk2" accent1="accent1" accent2="accent2" accent3="accent3" accent4="accent4" accent5="accent5" accent6="accent6" hlink="hlink" folHlink="folHlink"/>
    </a:extraClrScheme>
    <a:extraClrScheme>
      <a:clrScheme name="操作系统讲义 6">
        <a:dk1>
          <a:srgbClr val="000000"/>
        </a:dk1>
        <a:lt1>
          <a:srgbClr val="FFFFFF"/>
        </a:lt1>
        <a:dk2>
          <a:srgbClr val="000066"/>
        </a:dk2>
        <a:lt2>
          <a:srgbClr val="FFCC00"/>
        </a:lt2>
        <a:accent1>
          <a:srgbClr val="0066FF"/>
        </a:accent1>
        <a:accent2>
          <a:srgbClr val="33CCCC"/>
        </a:accent2>
        <a:accent3>
          <a:srgbClr val="AAAAB8"/>
        </a:accent3>
        <a:accent4>
          <a:srgbClr val="DADADA"/>
        </a:accent4>
        <a:accent5>
          <a:srgbClr val="AAB8FF"/>
        </a:accent5>
        <a:accent6>
          <a:srgbClr val="2DB9B9"/>
        </a:accent6>
        <a:hlink>
          <a:srgbClr val="FF00FF"/>
        </a:hlink>
        <a:folHlink>
          <a:srgbClr val="9933FF"/>
        </a:folHlink>
      </a:clrScheme>
      <a:clrMap bg1="dk2" tx1="lt1" bg2="dk1" tx2="lt2" accent1="accent1" accent2="accent2" accent3="accent3" accent4="accent4" accent5="accent5" accent6="accent6" hlink="hlink" folHlink="folHlink"/>
    </a:extraClrScheme>
    <a:extraClrScheme>
      <a:clrScheme name="操作系统讲义 7">
        <a:dk1>
          <a:srgbClr val="5E574E"/>
        </a:dk1>
        <a:lt1>
          <a:srgbClr val="FFFFCC"/>
        </a:lt1>
        <a:dk2>
          <a:srgbClr val="800000"/>
        </a:dk2>
        <a:lt2>
          <a:srgbClr val="FFCC00"/>
        </a:lt2>
        <a:accent1>
          <a:srgbClr val="CC9900"/>
        </a:accent1>
        <a:accent2>
          <a:srgbClr val="FF6600"/>
        </a:accent2>
        <a:accent3>
          <a:srgbClr val="C0AAAA"/>
        </a:accent3>
        <a:accent4>
          <a:srgbClr val="DADAAE"/>
        </a:accent4>
        <a:accent5>
          <a:srgbClr val="E2CAAA"/>
        </a:accent5>
        <a:accent6>
          <a:srgbClr val="E75C00"/>
        </a:accent6>
        <a:hlink>
          <a:srgbClr val="FF0000"/>
        </a:hlink>
        <a:folHlink>
          <a:srgbClr val="FFFFCC"/>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操作系统讲义">
  <a:themeElements>
    <a:clrScheme name="操作系统讲义 2">
      <a:dk1>
        <a:srgbClr val="000000"/>
      </a:dk1>
      <a:lt1>
        <a:srgbClr val="FFFFFF"/>
      </a:lt1>
      <a:dk2>
        <a:srgbClr val="000000"/>
      </a:dk2>
      <a:lt2>
        <a:srgbClr val="5E574E"/>
      </a:lt2>
      <a:accent1>
        <a:srgbClr val="FF6600"/>
      </a:accent1>
      <a:accent2>
        <a:srgbClr val="FFCC00"/>
      </a:accent2>
      <a:accent3>
        <a:srgbClr val="FFFFFF"/>
      </a:accent3>
      <a:accent4>
        <a:srgbClr val="000000"/>
      </a:accent4>
      <a:accent5>
        <a:srgbClr val="FFB8AA"/>
      </a:accent5>
      <a:accent6>
        <a:srgbClr val="E7B900"/>
      </a:accent6>
      <a:hlink>
        <a:srgbClr val="996633"/>
      </a:hlink>
      <a:folHlink>
        <a:srgbClr val="808000"/>
      </a:folHlink>
    </a:clrScheme>
    <a:fontScheme name="操作系统讲义">
      <a:majorFont>
        <a:latin typeface="Arial Black"/>
        <a:ea typeface=""/>
        <a:cs typeface=""/>
      </a:majorFont>
      <a:minorFont>
        <a:latin typeface="Times New Roman"/>
        <a:ea typeface="黑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9525" cap="flat" cmpd="sng" algn="ctr">
          <a:solidFill>
            <a:schemeClr val="tx1"/>
          </a:solidFill>
          <a:prstDash val="solid"/>
          <a:round/>
          <a:headEnd type="none" w="med" len="med"/>
          <a:tailEnd type="none" w="med" len="med"/>
        </a:ln>
      </a:spPr>
      <a:bodyPr vert="horz" wrap="square" lIns="90000" tIns="46800" rIns="90000" bIns="46800" numCol="1" anchor="t" anchorCtr="0" compatLnSpc="1"/>
      <a:lstStyle>
        <a:defPPr marL="0" marR="0" indent="0" algn="l" defTabSz="914400" rtl="0" eaLnBrk="0" fontAlgn="base" latinLnBrk="0" hangingPunct="0">
          <a:lnSpc>
            <a:spcPct val="100000"/>
          </a:lnSpc>
          <a:spcBef>
            <a:spcPct val="0"/>
          </a:spcBef>
          <a:spcAft>
            <a:spcPct val="0"/>
          </a:spcAft>
          <a:buClrTx/>
          <a:buSzTx/>
          <a:buFontTx/>
          <a:buNone/>
          <a:defRPr kumimoji="0" lang="en-US" sz="2400" b="0" i="0" u="none" strike="noStrike" cap="none" normalizeH="0" baseline="0" smtClean="0">
            <a:ln>
              <a:noFill/>
            </a:ln>
            <a:solidFill>
              <a:schemeClr val="tx1"/>
            </a:solidFill>
            <a:effectLst/>
            <a:latin typeface="Times New Roman" panose="02020603050405020304" pitchFamily="18" charset="0"/>
          </a:defRPr>
        </a:defPPr>
      </a:lstStyle>
    </a:spDef>
    <a:lnDef>
      <a:spPr bwMode="auto">
        <a:xfrm>
          <a:off x="0" y="0"/>
          <a:ext cx="1" cy="1"/>
        </a:xfrm>
        <a:custGeom>
          <a:avLst/>
          <a:gdLst/>
          <a:ahLst/>
          <a:cxnLst/>
          <a:rect l="0" t="0" r="0" b="0"/>
          <a:pathLst/>
        </a:custGeom>
        <a:noFill/>
        <a:ln w="9525" cap="flat" cmpd="sng" algn="ctr">
          <a:solidFill>
            <a:schemeClr val="tx1"/>
          </a:solidFill>
          <a:prstDash val="solid"/>
          <a:round/>
          <a:headEnd type="none" w="med" len="med"/>
          <a:tailEnd type="none" w="med" len="med"/>
        </a:ln>
      </a:spPr>
      <a:bodyPr vert="horz" wrap="square" lIns="90000" tIns="46800" rIns="90000" bIns="46800" numCol="1" anchor="t" anchorCtr="0" compatLnSpc="1"/>
      <a:lstStyle>
        <a:defPPr marL="0" marR="0" indent="0" algn="l" defTabSz="914400" rtl="0" eaLnBrk="0" fontAlgn="base" latinLnBrk="0" hangingPunct="0">
          <a:lnSpc>
            <a:spcPct val="100000"/>
          </a:lnSpc>
          <a:spcBef>
            <a:spcPct val="0"/>
          </a:spcBef>
          <a:spcAft>
            <a:spcPct val="0"/>
          </a:spcAft>
          <a:buClrTx/>
          <a:buSzTx/>
          <a:buFontTx/>
          <a:buNone/>
          <a:defRPr kumimoji="0" lang="en-US" sz="2400" b="0" i="0" u="none" strike="noStrike" cap="none" normalizeH="0" baseline="0" smtClean="0">
            <a:ln>
              <a:noFill/>
            </a:ln>
            <a:solidFill>
              <a:schemeClr val="tx1"/>
            </a:solidFill>
            <a:effectLst/>
            <a:latin typeface="Times New Roman" panose="02020603050405020304" pitchFamily="18" charset="0"/>
          </a:defRPr>
        </a:defPPr>
      </a:lstStyle>
    </a:lnDef>
  </a:objectDefaults>
  <a:extraClrSchemeLst>
    <a:extraClrScheme>
      <a:clrScheme name="操作系统讲义 1">
        <a:dk1>
          <a:srgbClr val="5E574E"/>
        </a:dk1>
        <a:lt1>
          <a:srgbClr val="FFFFCC"/>
        </a:lt1>
        <a:dk2>
          <a:srgbClr val="000000"/>
        </a:dk2>
        <a:lt2>
          <a:srgbClr val="FFCC00"/>
        </a:lt2>
        <a:accent1>
          <a:srgbClr val="CC9900"/>
        </a:accent1>
        <a:accent2>
          <a:srgbClr val="FF6600"/>
        </a:accent2>
        <a:accent3>
          <a:srgbClr val="AAAAAA"/>
        </a:accent3>
        <a:accent4>
          <a:srgbClr val="DADAAE"/>
        </a:accent4>
        <a:accent5>
          <a:srgbClr val="E2CAAA"/>
        </a:accent5>
        <a:accent6>
          <a:srgbClr val="E75C00"/>
        </a:accent6>
        <a:hlink>
          <a:srgbClr val="FF0000"/>
        </a:hlink>
        <a:folHlink>
          <a:srgbClr val="FFFFCC"/>
        </a:folHlink>
      </a:clrScheme>
      <a:clrMap bg1="dk2" tx1="lt1" bg2="dk1" tx2="lt2" accent1="accent1" accent2="accent2" accent3="accent3" accent4="accent4" accent5="accent5" accent6="accent6" hlink="hlink" folHlink="folHlink"/>
    </a:extraClrScheme>
    <a:extraClrScheme>
      <a:clrScheme name="操作系统讲义 2">
        <a:dk1>
          <a:srgbClr val="000000"/>
        </a:dk1>
        <a:lt1>
          <a:srgbClr val="FFFFFF"/>
        </a:lt1>
        <a:dk2>
          <a:srgbClr val="000000"/>
        </a:dk2>
        <a:lt2>
          <a:srgbClr val="5E574E"/>
        </a:lt2>
        <a:accent1>
          <a:srgbClr val="FF6600"/>
        </a:accent1>
        <a:accent2>
          <a:srgbClr val="FFCC00"/>
        </a:accent2>
        <a:accent3>
          <a:srgbClr val="FFFFFF"/>
        </a:accent3>
        <a:accent4>
          <a:srgbClr val="000000"/>
        </a:accent4>
        <a:accent5>
          <a:srgbClr val="FFB8AA"/>
        </a:accent5>
        <a:accent6>
          <a:srgbClr val="E7B900"/>
        </a:accent6>
        <a:hlink>
          <a:srgbClr val="996633"/>
        </a:hlink>
        <a:folHlink>
          <a:srgbClr val="808000"/>
        </a:folHlink>
      </a:clrScheme>
      <a:clrMap bg1="lt1" tx1="dk1" bg2="lt2" tx2="dk2" accent1="accent1" accent2="accent2" accent3="accent3" accent4="accent4" accent5="accent5" accent6="accent6" hlink="hlink" folHlink="folHlink"/>
    </a:extraClrScheme>
    <a:extraClrScheme>
      <a:clrScheme name="操作系统讲义 3">
        <a:dk1>
          <a:srgbClr val="000000"/>
        </a:dk1>
        <a:lt1>
          <a:srgbClr val="FFFFFF"/>
        </a:lt1>
        <a:dk2>
          <a:srgbClr val="000000"/>
        </a:dk2>
        <a:lt2>
          <a:srgbClr val="393939"/>
        </a:lt2>
        <a:accent1>
          <a:srgbClr val="CBCBCB"/>
        </a:accent1>
        <a:accent2>
          <a:srgbClr val="868686"/>
        </a:accent2>
        <a:accent3>
          <a:srgbClr val="FFFFFF"/>
        </a:accent3>
        <a:accent4>
          <a:srgbClr val="000000"/>
        </a:accent4>
        <a:accent5>
          <a:srgbClr val="E2E2E2"/>
        </a:accent5>
        <a:accent6>
          <a:srgbClr val="797979"/>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操作系统讲义 4">
        <a:dk1>
          <a:srgbClr val="000000"/>
        </a:dk1>
        <a:lt1>
          <a:srgbClr val="FFFFFF"/>
        </a:lt1>
        <a:dk2>
          <a:srgbClr val="800000"/>
        </a:dk2>
        <a:lt2>
          <a:srgbClr val="5E574E"/>
        </a:lt2>
        <a:accent1>
          <a:srgbClr val="FF6600"/>
        </a:accent1>
        <a:accent2>
          <a:srgbClr val="FFCC00"/>
        </a:accent2>
        <a:accent3>
          <a:srgbClr val="FFFFFF"/>
        </a:accent3>
        <a:accent4>
          <a:srgbClr val="000000"/>
        </a:accent4>
        <a:accent5>
          <a:srgbClr val="FFB8AA"/>
        </a:accent5>
        <a:accent6>
          <a:srgbClr val="E7B900"/>
        </a:accent6>
        <a:hlink>
          <a:srgbClr val="FF0000"/>
        </a:hlink>
        <a:folHlink>
          <a:srgbClr val="FFFFCC"/>
        </a:folHlink>
      </a:clrScheme>
      <a:clrMap bg1="lt1" tx1="dk1" bg2="lt2" tx2="dk2" accent1="accent1" accent2="accent2" accent3="accent3" accent4="accent4" accent5="accent5" accent6="accent6" hlink="hlink" folHlink="folHlink"/>
    </a:extraClrScheme>
    <a:extraClrScheme>
      <a:clrScheme name="操作系统讲义 5">
        <a:dk1>
          <a:srgbClr val="000066"/>
        </a:dk1>
        <a:lt1>
          <a:srgbClr val="FFFFFF"/>
        </a:lt1>
        <a:dk2>
          <a:srgbClr val="0000FF"/>
        </a:dk2>
        <a:lt2>
          <a:srgbClr val="000000"/>
        </a:lt2>
        <a:accent1>
          <a:srgbClr val="0066FF"/>
        </a:accent1>
        <a:accent2>
          <a:srgbClr val="33CCCC"/>
        </a:accent2>
        <a:accent3>
          <a:srgbClr val="FFFFFF"/>
        </a:accent3>
        <a:accent4>
          <a:srgbClr val="000056"/>
        </a:accent4>
        <a:accent5>
          <a:srgbClr val="AAB8FF"/>
        </a:accent5>
        <a:accent6>
          <a:srgbClr val="2DB9B9"/>
        </a:accent6>
        <a:hlink>
          <a:srgbClr val="FF00FF"/>
        </a:hlink>
        <a:folHlink>
          <a:srgbClr val="9933FF"/>
        </a:folHlink>
      </a:clrScheme>
      <a:clrMap bg1="lt1" tx1="dk1" bg2="lt2" tx2="dk2" accent1="accent1" accent2="accent2" accent3="accent3" accent4="accent4" accent5="accent5" accent6="accent6" hlink="hlink" folHlink="folHlink"/>
    </a:extraClrScheme>
    <a:extraClrScheme>
      <a:clrScheme name="操作系统讲义 6">
        <a:dk1>
          <a:srgbClr val="000000"/>
        </a:dk1>
        <a:lt1>
          <a:srgbClr val="FFFFFF"/>
        </a:lt1>
        <a:dk2>
          <a:srgbClr val="000066"/>
        </a:dk2>
        <a:lt2>
          <a:srgbClr val="FFCC00"/>
        </a:lt2>
        <a:accent1>
          <a:srgbClr val="0066FF"/>
        </a:accent1>
        <a:accent2>
          <a:srgbClr val="33CCCC"/>
        </a:accent2>
        <a:accent3>
          <a:srgbClr val="AAAAB8"/>
        </a:accent3>
        <a:accent4>
          <a:srgbClr val="DADADA"/>
        </a:accent4>
        <a:accent5>
          <a:srgbClr val="AAB8FF"/>
        </a:accent5>
        <a:accent6>
          <a:srgbClr val="2DB9B9"/>
        </a:accent6>
        <a:hlink>
          <a:srgbClr val="FF00FF"/>
        </a:hlink>
        <a:folHlink>
          <a:srgbClr val="9933FF"/>
        </a:folHlink>
      </a:clrScheme>
      <a:clrMap bg1="dk2" tx1="lt1" bg2="dk1" tx2="lt2" accent1="accent1" accent2="accent2" accent3="accent3" accent4="accent4" accent5="accent5" accent6="accent6" hlink="hlink" folHlink="folHlink"/>
    </a:extraClrScheme>
    <a:extraClrScheme>
      <a:clrScheme name="操作系统讲义 7">
        <a:dk1>
          <a:srgbClr val="5E574E"/>
        </a:dk1>
        <a:lt1>
          <a:srgbClr val="FFFFCC"/>
        </a:lt1>
        <a:dk2>
          <a:srgbClr val="800000"/>
        </a:dk2>
        <a:lt2>
          <a:srgbClr val="FFCC00"/>
        </a:lt2>
        <a:accent1>
          <a:srgbClr val="CC9900"/>
        </a:accent1>
        <a:accent2>
          <a:srgbClr val="FF6600"/>
        </a:accent2>
        <a:accent3>
          <a:srgbClr val="C0AAAA"/>
        </a:accent3>
        <a:accent4>
          <a:srgbClr val="DADAAE"/>
        </a:accent4>
        <a:accent5>
          <a:srgbClr val="E2CAAA"/>
        </a:accent5>
        <a:accent6>
          <a:srgbClr val="E75C00"/>
        </a:accent6>
        <a:hlink>
          <a:srgbClr val="FF0000"/>
        </a:hlink>
        <a:folHlink>
          <a:srgbClr val="FFFFCC"/>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第3章进程管理_作业习题</Template>
  <TotalTime>23</TotalTime>
  <Words>7464</Words>
  <Application>Microsoft Office PowerPoint</Application>
  <PresentationFormat>全屏显示(4:3)</PresentationFormat>
  <Paragraphs>773</Paragraphs>
  <Slides>83</Slides>
  <Notes>1</Notes>
  <HiddenSlides>0</HiddenSlides>
  <MMClips>0</MMClips>
  <ScaleCrop>false</ScaleCrop>
  <HeadingPairs>
    <vt:vector size="8" baseType="variant">
      <vt:variant>
        <vt:lpstr>已用的字体</vt:lpstr>
      </vt:variant>
      <vt:variant>
        <vt:i4>16</vt:i4>
      </vt:variant>
      <vt:variant>
        <vt:lpstr>主题</vt:lpstr>
      </vt:variant>
      <vt:variant>
        <vt:i4>2</vt:i4>
      </vt:variant>
      <vt:variant>
        <vt:lpstr>嵌入 OLE 服务器</vt:lpstr>
      </vt:variant>
      <vt:variant>
        <vt:i4>3</vt:i4>
      </vt:variant>
      <vt:variant>
        <vt:lpstr>幻灯片标题</vt:lpstr>
      </vt:variant>
      <vt:variant>
        <vt:i4>83</vt:i4>
      </vt:variant>
    </vt:vector>
  </HeadingPairs>
  <TitlesOfParts>
    <vt:vector size="104" baseType="lpstr">
      <vt:lpstr>Batang</vt:lpstr>
      <vt:lpstr>Monotype Sorts</vt:lpstr>
      <vt:lpstr>PMingLiU</vt:lpstr>
      <vt:lpstr>time</vt:lpstr>
      <vt:lpstr>黑体</vt:lpstr>
      <vt:lpstr>华文行楷</vt:lpstr>
      <vt:lpstr>楷体_GB2312</vt:lpstr>
      <vt:lpstr>隶书</vt:lpstr>
      <vt:lpstr>宋体</vt:lpstr>
      <vt:lpstr>微软雅黑</vt:lpstr>
      <vt:lpstr>Arial</vt:lpstr>
      <vt:lpstr>Arial Black</vt:lpstr>
      <vt:lpstr>Helvetica</vt:lpstr>
      <vt:lpstr>times</vt:lpstr>
      <vt:lpstr>Times New Roman</vt:lpstr>
      <vt:lpstr>Wingdings</vt:lpstr>
      <vt:lpstr>操作系统讲义</vt:lpstr>
      <vt:lpstr>1_操作系统讲义</vt:lpstr>
      <vt:lpstr>Microsoft Visio 2003-2010 Drawing</vt:lpstr>
      <vt:lpstr>Microsoft Visio 2000/2002 Drawing</vt:lpstr>
      <vt:lpstr>Bitmap Image</vt:lpstr>
      <vt:lpstr>《操作系统》</vt:lpstr>
      <vt:lpstr>第七章  设备管理</vt:lpstr>
      <vt:lpstr>7.1 设备的引入</vt:lpstr>
      <vt:lpstr>7.1 设备的引入</vt:lpstr>
      <vt:lpstr>7.1.1 设备的分类</vt:lpstr>
      <vt:lpstr>7.1.1 设备的分类</vt:lpstr>
      <vt:lpstr>7.1.2 I/O系统概述</vt:lpstr>
      <vt:lpstr>7.1.2 I/O系统概述</vt:lpstr>
      <vt:lpstr>7.2 I/O系统的控制方式</vt:lpstr>
      <vt:lpstr>7.2.1 程序控制I/O</vt:lpstr>
      <vt:lpstr>7.2.2 中断驱动I/O</vt:lpstr>
      <vt:lpstr>7.2.2 中断驱动I/O</vt:lpstr>
      <vt:lpstr>7.2.3 DMA</vt:lpstr>
      <vt:lpstr>7.2.3 DMA</vt:lpstr>
      <vt:lpstr>7.2.4 通道控制I/O</vt:lpstr>
      <vt:lpstr>7.2.4 通道控制I/O</vt:lpstr>
      <vt:lpstr>7.2.4 通道控制I/O</vt:lpstr>
      <vt:lpstr>7.2 I/O系统的控制方式</vt:lpstr>
      <vt:lpstr>7.3 通道</vt:lpstr>
      <vt:lpstr>7.3 通道 </vt:lpstr>
      <vt:lpstr>7.3 通道</vt:lpstr>
      <vt:lpstr>7.3 通道</vt:lpstr>
      <vt:lpstr>7.3 通道</vt:lpstr>
      <vt:lpstr>7.3 通道</vt:lpstr>
      <vt:lpstr>7.3 通道</vt:lpstr>
      <vt:lpstr>7.3 通道</vt:lpstr>
      <vt:lpstr>7.3 通道</vt:lpstr>
      <vt:lpstr>7.4 设备分配</vt:lpstr>
      <vt:lpstr>7.4 设备分配</vt:lpstr>
      <vt:lpstr>PowerPoint 演示文稿</vt:lpstr>
      <vt:lpstr>7.4 设备分配</vt:lpstr>
      <vt:lpstr>7.4 设备分配</vt:lpstr>
      <vt:lpstr>7.4 设备分配</vt:lpstr>
      <vt:lpstr>7.4 设备分配</vt:lpstr>
      <vt:lpstr>7.4 设备分配</vt:lpstr>
      <vt:lpstr>7.4 设备分配</vt:lpstr>
      <vt:lpstr>7.5 I/O软件的组成</vt:lpstr>
      <vt:lpstr>PowerPoint 演示文稿</vt:lpstr>
      <vt:lpstr>7.5 I/O软件的组成</vt:lpstr>
      <vt:lpstr>7.5 I/O软件的组成</vt:lpstr>
      <vt:lpstr>7.5 I/O软件的组成</vt:lpstr>
      <vt:lpstr>7.5 I/O软件的组成</vt:lpstr>
      <vt:lpstr>7.5 I/O软件的组成</vt:lpstr>
      <vt:lpstr>PowerPoint 演示文稿</vt:lpstr>
      <vt:lpstr>7.5 I/O软件的组成</vt:lpstr>
      <vt:lpstr>7.5 I/O软件的组成</vt:lpstr>
      <vt:lpstr>7.5 I/O软件的组成</vt:lpstr>
      <vt:lpstr>7.5 I/O软件的组成</vt:lpstr>
      <vt:lpstr>7.5 I/O软件的组成</vt:lpstr>
      <vt:lpstr>PowerPoint 演示文稿</vt:lpstr>
      <vt:lpstr>PowerPoint 演示文稿</vt:lpstr>
      <vt:lpstr>7.6 与设备管理有关的技术</vt:lpstr>
      <vt:lpstr>7.6.1 缓冲</vt:lpstr>
      <vt:lpstr>7.6.1 缓冲</vt:lpstr>
      <vt:lpstr>7.6.1 缓冲</vt:lpstr>
      <vt:lpstr>PowerPoint 演示文稿</vt:lpstr>
      <vt:lpstr>PowerPoint 演示文稿</vt:lpstr>
      <vt:lpstr>7.6.1 缓冲</vt:lpstr>
      <vt:lpstr>7.6.1 缓冲</vt:lpstr>
      <vt:lpstr>7.6.1 缓冲</vt:lpstr>
      <vt:lpstr>7.6.1 缓冲</vt:lpstr>
      <vt:lpstr>7.6.1 缓冲</vt:lpstr>
      <vt:lpstr>7.6.1 缓冲</vt:lpstr>
      <vt:lpstr>PowerPoint 演示文稿</vt:lpstr>
      <vt:lpstr>PowerPoint 演示文稿</vt:lpstr>
      <vt:lpstr>7.7 UNIX设备管理</vt:lpstr>
      <vt:lpstr>7.7 UNIX设备管理</vt:lpstr>
      <vt:lpstr>7.7 UNIX设备管理</vt:lpstr>
      <vt:lpstr>7.7 UNIX设备管理</vt:lpstr>
      <vt:lpstr>7.7 UNIX设备管理</vt:lpstr>
      <vt:lpstr>7.7 UNIX设备管理</vt:lpstr>
      <vt:lpstr>7.7 UNIX设备管理</vt:lpstr>
      <vt:lpstr>7.7 UNIX设备管理</vt:lpstr>
      <vt:lpstr>7.7 UNIX设备管理</vt:lpstr>
      <vt:lpstr>7.7 UNIX设备管理</vt:lpstr>
      <vt:lpstr>7.7 UNIX设备管理</vt:lpstr>
      <vt:lpstr>7.7 UNIX设备管理</vt:lpstr>
      <vt:lpstr>7.7 UNIX设备管理</vt:lpstr>
      <vt:lpstr>7.7 UNIX设备管理</vt:lpstr>
      <vt:lpstr>7.7 UNIX设备管理</vt:lpstr>
      <vt:lpstr>7.7 UNIX设备管理</vt:lpstr>
      <vt:lpstr>总结</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第1章操作系统概论</dc:title>
  <dc:creator/>
  <cp:lastModifiedBy>Dell</cp:lastModifiedBy>
  <cp:revision>302</cp:revision>
  <dcterms:created xsi:type="dcterms:W3CDTF">1999-09-03T12:49:00Z</dcterms:created>
  <dcterms:modified xsi:type="dcterms:W3CDTF">2024-05-23T03:04:34Z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D98440E7A21B410F9DE728AC3C369FCB</vt:lpwstr>
  </property>
  <property fmtid="{D5CDD505-2E9C-101B-9397-08002B2CF9AE}" pid="3" name="KSOProductBuildVer">
    <vt:lpwstr>2052-11.1.0.14309</vt:lpwstr>
  </property>
</Properties>
</file>