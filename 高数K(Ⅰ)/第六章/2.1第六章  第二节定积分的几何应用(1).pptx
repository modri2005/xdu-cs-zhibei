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85" r:id="rId2"/>
    <p:sldId id="486" r:id="rId3"/>
    <p:sldId id="356" r:id="rId4"/>
    <p:sldId id="457" r:id="rId5"/>
    <p:sldId id="487" r:id="rId6"/>
    <p:sldId id="458" r:id="rId7"/>
    <p:sldId id="357" r:id="rId8"/>
    <p:sldId id="709" r:id="rId9"/>
    <p:sldId id="358" r:id="rId10"/>
    <p:sldId id="359" r:id="rId11"/>
    <p:sldId id="460" r:id="rId12"/>
    <p:sldId id="459" r:id="rId13"/>
    <p:sldId id="488" r:id="rId14"/>
    <p:sldId id="489" r:id="rId15"/>
    <p:sldId id="492" r:id="rId16"/>
    <p:sldId id="362" r:id="rId17"/>
    <p:sldId id="495" r:id="rId18"/>
    <p:sldId id="364" r:id="rId19"/>
    <p:sldId id="490" r:id="rId20"/>
    <p:sldId id="491" r:id="rId21"/>
    <p:sldId id="367" r:id="rId22"/>
    <p:sldId id="496" r:id="rId23"/>
    <p:sldId id="499" r:id="rId24"/>
    <p:sldId id="368" r:id="rId25"/>
    <p:sldId id="369" r:id="rId26"/>
    <p:sldId id="370" r:id="rId27"/>
    <p:sldId id="371" r:id="rId28"/>
    <p:sldId id="372" r:id="rId29"/>
    <p:sldId id="374" r:id="rId30"/>
    <p:sldId id="375" r:id="rId31"/>
    <p:sldId id="373" r:id="rId32"/>
    <p:sldId id="710" r:id="rId33"/>
    <p:sldId id="711" r:id="rId34"/>
    <p:sldId id="493" r:id="rId35"/>
    <p:sldId id="508" r:id="rId36"/>
    <p:sldId id="708" r:id="rId37"/>
    <p:sldId id="330" r:id="rId3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6" userDrawn="1">
          <p15:clr>
            <a:srgbClr val="A4A3A4"/>
          </p15:clr>
        </p15:guide>
        <p15:guide id="2" pos="44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66FF"/>
    <a:srgbClr val="F5D86F"/>
    <a:srgbClr val="6666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02" autoAdjust="0"/>
    <p:restoredTop sz="79906" autoAdjust="0"/>
  </p:normalViewPr>
  <p:slideViewPr>
    <p:cSldViewPr>
      <p:cViewPr varScale="1">
        <p:scale>
          <a:sx n="115" d="100"/>
          <a:sy n="115" d="100"/>
        </p:scale>
        <p:origin x="1080" y="102"/>
      </p:cViewPr>
      <p:guideLst>
        <p:guide orient="horz" pos="1756"/>
        <p:guide pos="4422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17" Type="http://schemas.openxmlformats.org/officeDocument/2006/relationships/image" Target="../media/image32.wmf"/><Relationship Id="rId2" Type="http://schemas.openxmlformats.org/officeDocument/2006/relationships/image" Target="../media/image17.wmf"/><Relationship Id="rId16" Type="http://schemas.openxmlformats.org/officeDocument/2006/relationships/image" Target="../media/image31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5" Type="http://schemas.openxmlformats.org/officeDocument/2006/relationships/image" Target="../media/image3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Relationship Id="rId14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wmf"/><Relationship Id="rId16" Type="http://schemas.openxmlformats.org/officeDocument/2006/relationships/image" Target="../media/image58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5" Type="http://schemas.openxmlformats.org/officeDocument/2006/relationships/image" Target="../media/image11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wmf"/><Relationship Id="rId18" Type="http://schemas.openxmlformats.org/officeDocument/2006/relationships/image" Target="../media/image7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17" Type="http://schemas.openxmlformats.org/officeDocument/2006/relationships/image" Target="../media/image75.wmf"/><Relationship Id="rId2" Type="http://schemas.openxmlformats.org/officeDocument/2006/relationships/image" Target="../media/image60.wmf"/><Relationship Id="rId16" Type="http://schemas.openxmlformats.org/officeDocument/2006/relationships/image" Target="../media/image74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5" Type="http://schemas.openxmlformats.org/officeDocument/2006/relationships/image" Target="../media/image73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76.wmf"/><Relationship Id="rId12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59.wmf"/><Relationship Id="rId6" Type="http://schemas.openxmlformats.org/officeDocument/2006/relationships/image" Target="../media/image75.wmf"/><Relationship Id="rId11" Type="http://schemas.openxmlformats.org/officeDocument/2006/relationships/image" Target="../media/image81.wmf"/><Relationship Id="rId5" Type="http://schemas.openxmlformats.org/officeDocument/2006/relationships/image" Target="../media/image74.wmf"/><Relationship Id="rId10" Type="http://schemas.openxmlformats.org/officeDocument/2006/relationships/image" Target="../media/image69.wmf"/><Relationship Id="rId4" Type="http://schemas.openxmlformats.org/officeDocument/2006/relationships/image" Target="../media/image68.wmf"/><Relationship Id="rId9" Type="http://schemas.openxmlformats.org/officeDocument/2006/relationships/image" Target="../media/image8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image" Target="../media/image96.wmf"/><Relationship Id="rId18" Type="http://schemas.openxmlformats.org/officeDocument/2006/relationships/image" Target="../media/image101.wmf"/><Relationship Id="rId3" Type="http://schemas.openxmlformats.org/officeDocument/2006/relationships/image" Target="../media/image86.wmf"/><Relationship Id="rId21" Type="http://schemas.openxmlformats.org/officeDocument/2006/relationships/image" Target="../media/image104.wmf"/><Relationship Id="rId7" Type="http://schemas.openxmlformats.org/officeDocument/2006/relationships/image" Target="../media/image90.wmf"/><Relationship Id="rId12" Type="http://schemas.openxmlformats.org/officeDocument/2006/relationships/image" Target="../media/image95.wmf"/><Relationship Id="rId17" Type="http://schemas.openxmlformats.org/officeDocument/2006/relationships/image" Target="../media/image100.wmf"/><Relationship Id="rId2" Type="http://schemas.openxmlformats.org/officeDocument/2006/relationships/image" Target="../media/image85.wmf"/><Relationship Id="rId16" Type="http://schemas.openxmlformats.org/officeDocument/2006/relationships/image" Target="../media/image99.wmf"/><Relationship Id="rId20" Type="http://schemas.openxmlformats.org/officeDocument/2006/relationships/image" Target="../media/image103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11" Type="http://schemas.openxmlformats.org/officeDocument/2006/relationships/image" Target="../media/image94.wmf"/><Relationship Id="rId5" Type="http://schemas.openxmlformats.org/officeDocument/2006/relationships/image" Target="../media/image88.wmf"/><Relationship Id="rId15" Type="http://schemas.openxmlformats.org/officeDocument/2006/relationships/image" Target="../media/image98.wmf"/><Relationship Id="rId23" Type="http://schemas.openxmlformats.org/officeDocument/2006/relationships/image" Target="../media/image106.wmf"/><Relationship Id="rId10" Type="http://schemas.openxmlformats.org/officeDocument/2006/relationships/image" Target="../media/image93.wmf"/><Relationship Id="rId19" Type="http://schemas.openxmlformats.org/officeDocument/2006/relationships/image" Target="../media/image102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Relationship Id="rId14" Type="http://schemas.openxmlformats.org/officeDocument/2006/relationships/image" Target="../media/image97.wmf"/><Relationship Id="rId22" Type="http://schemas.openxmlformats.org/officeDocument/2006/relationships/image" Target="../media/image10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image" Target="../media/image129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28.wmf"/><Relationship Id="rId2" Type="http://schemas.openxmlformats.org/officeDocument/2006/relationships/image" Target="../media/image119.wmf"/><Relationship Id="rId16" Type="http://schemas.openxmlformats.org/officeDocument/2006/relationships/image" Target="../media/image131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7.wmf"/><Relationship Id="rId5" Type="http://schemas.openxmlformats.org/officeDocument/2006/relationships/image" Target="../media/image122.wmf"/><Relationship Id="rId15" Type="http://schemas.openxmlformats.org/officeDocument/2006/relationships/image" Target="../media/image130.wmf"/><Relationship Id="rId10" Type="http://schemas.openxmlformats.org/officeDocument/2006/relationships/image" Target="../media/image11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Relationship Id="rId14" Type="http://schemas.openxmlformats.org/officeDocument/2006/relationships/image" Target="../media/image11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image" Target="../media/image12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12" Type="http://schemas.openxmlformats.org/officeDocument/2006/relationships/image" Target="../media/image143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11" Type="http://schemas.openxmlformats.org/officeDocument/2006/relationships/image" Target="../media/image142.wmf"/><Relationship Id="rId5" Type="http://schemas.openxmlformats.org/officeDocument/2006/relationships/image" Target="../media/image13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Relationship Id="rId14" Type="http://schemas.openxmlformats.org/officeDocument/2006/relationships/image" Target="../media/image11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image" Target="../media/image166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12" Type="http://schemas.openxmlformats.org/officeDocument/2006/relationships/image" Target="../media/image165.wmf"/><Relationship Id="rId2" Type="http://schemas.openxmlformats.org/officeDocument/2006/relationships/image" Target="../media/image155.wmf"/><Relationship Id="rId16" Type="http://schemas.openxmlformats.org/officeDocument/2006/relationships/image" Target="../media/image169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11" Type="http://schemas.openxmlformats.org/officeDocument/2006/relationships/image" Target="../media/image164.wmf"/><Relationship Id="rId5" Type="http://schemas.openxmlformats.org/officeDocument/2006/relationships/image" Target="../media/image158.wmf"/><Relationship Id="rId15" Type="http://schemas.openxmlformats.org/officeDocument/2006/relationships/image" Target="../media/image168.wmf"/><Relationship Id="rId10" Type="http://schemas.openxmlformats.org/officeDocument/2006/relationships/image" Target="../media/image163.wmf"/><Relationship Id="rId4" Type="http://schemas.openxmlformats.org/officeDocument/2006/relationships/image" Target="../media/image157.wmf"/><Relationship Id="rId9" Type="http://schemas.openxmlformats.org/officeDocument/2006/relationships/image" Target="../media/image162.wmf"/><Relationship Id="rId14" Type="http://schemas.openxmlformats.org/officeDocument/2006/relationships/image" Target="../media/image16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5" Type="http://schemas.openxmlformats.org/officeDocument/2006/relationships/image" Target="../media/image174.wmf"/><Relationship Id="rId10" Type="http://schemas.openxmlformats.org/officeDocument/2006/relationships/image" Target="../media/image179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image" Target="../media/image193.wmf"/><Relationship Id="rId3" Type="http://schemas.openxmlformats.org/officeDocument/2006/relationships/image" Target="../media/image183.wmf"/><Relationship Id="rId7" Type="http://schemas.openxmlformats.org/officeDocument/2006/relationships/image" Target="../media/image187.wmf"/><Relationship Id="rId12" Type="http://schemas.openxmlformats.org/officeDocument/2006/relationships/image" Target="../media/image192.wmf"/><Relationship Id="rId2" Type="http://schemas.openxmlformats.org/officeDocument/2006/relationships/image" Target="../media/image182.wmf"/><Relationship Id="rId16" Type="http://schemas.openxmlformats.org/officeDocument/2006/relationships/image" Target="../media/image196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11" Type="http://schemas.openxmlformats.org/officeDocument/2006/relationships/image" Target="../media/image191.wmf"/><Relationship Id="rId5" Type="http://schemas.openxmlformats.org/officeDocument/2006/relationships/image" Target="../media/image185.wmf"/><Relationship Id="rId15" Type="http://schemas.openxmlformats.org/officeDocument/2006/relationships/image" Target="../media/image195.wmf"/><Relationship Id="rId10" Type="http://schemas.openxmlformats.org/officeDocument/2006/relationships/image" Target="../media/image190.wmf"/><Relationship Id="rId4" Type="http://schemas.openxmlformats.org/officeDocument/2006/relationships/image" Target="../media/image184.wmf"/><Relationship Id="rId9" Type="http://schemas.openxmlformats.org/officeDocument/2006/relationships/image" Target="../media/image189.wmf"/><Relationship Id="rId14" Type="http://schemas.openxmlformats.org/officeDocument/2006/relationships/image" Target="../media/image19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9" Type="http://schemas.openxmlformats.org/officeDocument/2006/relationships/image" Target="../media/image20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image" Target="../media/image218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12" Type="http://schemas.openxmlformats.org/officeDocument/2006/relationships/image" Target="../media/image217.wmf"/><Relationship Id="rId2" Type="http://schemas.openxmlformats.org/officeDocument/2006/relationships/image" Target="../media/image207.wmf"/><Relationship Id="rId16" Type="http://schemas.openxmlformats.org/officeDocument/2006/relationships/image" Target="../media/image221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11" Type="http://schemas.openxmlformats.org/officeDocument/2006/relationships/image" Target="../media/image216.wmf"/><Relationship Id="rId5" Type="http://schemas.openxmlformats.org/officeDocument/2006/relationships/image" Target="../media/image210.wmf"/><Relationship Id="rId15" Type="http://schemas.openxmlformats.org/officeDocument/2006/relationships/image" Target="../media/image220.wmf"/><Relationship Id="rId10" Type="http://schemas.openxmlformats.org/officeDocument/2006/relationships/image" Target="../media/image215.wmf"/><Relationship Id="rId4" Type="http://schemas.openxmlformats.org/officeDocument/2006/relationships/image" Target="../media/image209.wmf"/><Relationship Id="rId9" Type="http://schemas.openxmlformats.org/officeDocument/2006/relationships/image" Target="../media/image214.wmf"/><Relationship Id="rId14" Type="http://schemas.openxmlformats.org/officeDocument/2006/relationships/image" Target="../media/image21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34.wmf"/><Relationship Id="rId3" Type="http://schemas.openxmlformats.org/officeDocument/2006/relationships/image" Target="../media/image224.wmf"/><Relationship Id="rId7" Type="http://schemas.openxmlformats.org/officeDocument/2006/relationships/image" Target="../media/image228.wmf"/><Relationship Id="rId12" Type="http://schemas.openxmlformats.org/officeDocument/2006/relationships/image" Target="../media/image233.wmf"/><Relationship Id="rId2" Type="http://schemas.openxmlformats.org/officeDocument/2006/relationships/image" Target="../media/image223.wmf"/><Relationship Id="rId16" Type="http://schemas.openxmlformats.org/officeDocument/2006/relationships/image" Target="../media/image237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11" Type="http://schemas.openxmlformats.org/officeDocument/2006/relationships/image" Target="../media/image232.wmf"/><Relationship Id="rId5" Type="http://schemas.openxmlformats.org/officeDocument/2006/relationships/image" Target="../media/image226.wmf"/><Relationship Id="rId15" Type="http://schemas.openxmlformats.org/officeDocument/2006/relationships/image" Target="../media/image236.wmf"/><Relationship Id="rId10" Type="http://schemas.openxmlformats.org/officeDocument/2006/relationships/image" Target="../media/image231.wmf"/><Relationship Id="rId4" Type="http://schemas.openxmlformats.org/officeDocument/2006/relationships/image" Target="../media/image225.wmf"/><Relationship Id="rId9" Type="http://schemas.openxmlformats.org/officeDocument/2006/relationships/image" Target="../media/image230.wmf"/><Relationship Id="rId14" Type="http://schemas.openxmlformats.org/officeDocument/2006/relationships/image" Target="../media/image23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image" Target="../media/image256.wmf"/><Relationship Id="rId3" Type="http://schemas.openxmlformats.org/officeDocument/2006/relationships/image" Target="../media/image248.wmf"/><Relationship Id="rId7" Type="http://schemas.openxmlformats.org/officeDocument/2006/relationships/image" Target="../media/image11.wmf"/><Relationship Id="rId12" Type="http://schemas.openxmlformats.org/officeDocument/2006/relationships/image" Target="../media/image255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0.wmf"/><Relationship Id="rId11" Type="http://schemas.openxmlformats.org/officeDocument/2006/relationships/image" Target="../media/image254.wmf"/><Relationship Id="rId5" Type="http://schemas.openxmlformats.org/officeDocument/2006/relationships/image" Target="../media/image9.wmf"/><Relationship Id="rId10" Type="http://schemas.openxmlformats.org/officeDocument/2006/relationships/image" Target="../media/image253.wmf"/><Relationship Id="rId4" Type="http://schemas.openxmlformats.org/officeDocument/2006/relationships/image" Target="../media/image249.wmf"/><Relationship Id="rId9" Type="http://schemas.openxmlformats.org/officeDocument/2006/relationships/image" Target="../media/image25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image" Target="../media/image266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12" Type="http://schemas.openxmlformats.org/officeDocument/2006/relationships/image" Target="../media/image265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4.wmf"/><Relationship Id="rId5" Type="http://schemas.openxmlformats.org/officeDocument/2006/relationships/image" Target="../media/image261.wmf"/><Relationship Id="rId10" Type="http://schemas.openxmlformats.org/officeDocument/2006/relationships/image" Target="../media/image203.wmf"/><Relationship Id="rId4" Type="http://schemas.openxmlformats.org/officeDocument/2006/relationships/image" Target="../media/image260.wmf"/><Relationship Id="rId9" Type="http://schemas.openxmlformats.org/officeDocument/2006/relationships/image" Target="../media/image20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image" Target="../media/image279.wmf"/><Relationship Id="rId3" Type="http://schemas.openxmlformats.org/officeDocument/2006/relationships/image" Target="../media/image269.wmf"/><Relationship Id="rId7" Type="http://schemas.openxmlformats.org/officeDocument/2006/relationships/image" Target="../media/image273.wmf"/><Relationship Id="rId12" Type="http://schemas.openxmlformats.org/officeDocument/2006/relationships/image" Target="../media/image278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11" Type="http://schemas.openxmlformats.org/officeDocument/2006/relationships/image" Target="../media/image277.wmf"/><Relationship Id="rId5" Type="http://schemas.openxmlformats.org/officeDocument/2006/relationships/image" Target="../media/image271.wmf"/><Relationship Id="rId10" Type="http://schemas.openxmlformats.org/officeDocument/2006/relationships/image" Target="../media/image276.wmf"/><Relationship Id="rId4" Type="http://schemas.openxmlformats.org/officeDocument/2006/relationships/image" Target="../media/image270.wmf"/><Relationship Id="rId9" Type="http://schemas.openxmlformats.org/officeDocument/2006/relationships/image" Target="../media/image275.wmf"/><Relationship Id="rId14" Type="http://schemas.openxmlformats.org/officeDocument/2006/relationships/image" Target="../media/image28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emf"/><Relationship Id="rId13" Type="http://schemas.openxmlformats.org/officeDocument/2006/relationships/image" Target="../media/image293.wmf"/><Relationship Id="rId3" Type="http://schemas.openxmlformats.org/officeDocument/2006/relationships/image" Target="../media/image283.emf"/><Relationship Id="rId7" Type="http://schemas.openxmlformats.org/officeDocument/2006/relationships/image" Target="../media/image287.emf"/><Relationship Id="rId12" Type="http://schemas.openxmlformats.org/officeDocument/2006/relationships/image" Target="../media/image292.wmf"/><Relationship Id="rId2" Type="http://schemas.openxmlformats.org/officeDocument/2006/relationships/image" Target="../media/image282.emf"/><Relationship Id="rId1" Type="http://schemas.openxmlformats.org/officeDocument/2006/relationships/image" Target="../media/image281.emf"/><Relationship Id="rId6" Type="http://schemas.openxmlformats.org/officeDocument/2006/relationships/image" Target="../media/image286.emf"/><Relationship Id="rId11" Type="http://schemas.openxmlformats.org/officeDocument/2006/relationships/image" Target="../media/image291.wmf"/><Relationship Id="rId5" Type="http://schemas.openxmlformats.org/officeDocument/2006/relationships/image" Target="../media/image285.emf"/><Relationship Id="rId10" Type="http://schemas.openxmlformats.org/officeDocument/2006/relationships/image" Target="../media/image290.wmf"/><Relationship Id="rId4" Type="http://schemas.openxmlformats.org/officeDocument/2006/relationships/image" Target="../media/image284.emf"/><Relationship Id="rId9" Type="http://schemas.openxmlformats.org/officeDocument/2006/relationships/image" Target="../media/image289.emf"/><Relationship Id="rId14" Type="http://schemas.openxmlformats.org/officeDocument/2006/relationships/image" Target="../media/image29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image" Target="../media/image307.wmf"/><Relationship Id="rId18" Type="http://schemas.openxmlformats.org/officeDocument/2006/relationships/image" Target="../media/image312.wmf"/><Relationship Id="rId3" Type="http://schemas.openxmlformats.org/officeDocument/2006/relationships/image" Target="../media/image297.wmf"/><Relationship Id="rId21" Type="http://schemas.openxmlformats.org/officeDocument/2006/relationships/image" Target="../media/image315.wmf"/><Relationship Id="rId7" Type="http://schemas.openxmlformats.org/officeDocument/2006/relationships/image" Target="../media/image301.wmf"/><Relationship Id="rId12" Type="http://schemas.openxmlformats.org/officeDocument/2006/relationships/image" Target="../media/image306.wmf"/><Relationship Id="rId17" Type="http://schemas.openxmlformats.org/officeDocument/2006/relationships/image" Target="../media/image311.wmf"/><Relationship Id="rId2" Type="http://schemas.openxmlformats.org/officeDocument/2006/relationships/image" Target="../media/image296.wmf"/><Relationship Id="rId16" Type="http://schemas.openxmlformats.org/officeDocument/2006/relationships/image" Target="../media/image310.wmf"/><Relationship Id="rId20" Type="http://schemas.openxmlformats.org/officeDocument/2006/relationships/image" Target="../media/image314.wmf"/><Relationship Id="rId1" Type="http://schemas.openxmlformats.org/officeDocument/2006/relationships/image" Target="../media/image295.wmf"/><Relationship Id="rId6" Type="http://schemas.openxmlformats.org/officeDocument/2006/relationships/image" Target="../media/image300.wmf"/><Relationship Id="rId11" Type="http://schemas.openxmlformats.org/officeDocument/2006/relationships/image" Target="../media/image305.wmf"/><Relationship Id="rId24" Type="http://schemas.openxmlformats.org/officeDocument/2006/relationships/image" Target="../media/image318.wmf"/><Relationship Id="rId5" Type="http://schemas.openxmlformats.org/officeDocument/2006/relationships/image" Target="../media/image299.wmf"/><Relationship Id="rId15" Type="http://schemas.openxmlformats.org/officeDocument/2006/relationships/image" Target="../media/image309.wmf"/><Relationship Id="rId23" Type="http://schemas.openxmlformats.org/officeDocument/2006/relationships/image" Target="../media/image317.wmf"/><Relationship Id="rId10" Type="http://schemas.openxmlformats.org/officeDocument/2006/relationships/image" Target="../media/image304.wmf"/><Relationship Id="rId19" Type="http://schemas.openxmlformats.org/officeDocument/2006/relationships/image" Target="../media/image313.wmf"/><Relationship Id="rId4" Type="http://schemas.openxmlformats.org/officeDocument/2006/relationships/image" Target="../media/image298.wmf"/><Relationship Id="rId9" Type="http://schemas.openxmlformats.org/officeDocument/2006/relationships/image" Target="../media/image303.wmf"/><Relationship Id="rId14" Type="http://schemas.openxmlformats.org/officeDocument/2006/relationships/image" Target="../media/image308.wmf"/><Relationship Id="rId22" Type="http://schemas.openxmlformats.org/officeDocument/2006/relationships/image" Target="../media/image31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wmf"/><Relationship Id="rId2" Type="http://schemas.openxmlformats.org/officeDocument/2006/relationships/image" Target="../media/image320.wmf"/><Relationship Id="rId1" Type="http://schemas.openxmlformats.org/officeDocument/2006/relationships/image" Target="../media/image319.wmf"/><Relationship Id="rId6" Type="http://schemas.openxmlformats.org/officeDocument/2006/relationships/image" Target="../media/image324.wmf"/><Relationship Id="rId5" Type="http://schemas.openxmlformats.org/officeDocument/2006/relationships/image" Target="../media/image323.wmf"/><Relationship Id="rId4" Type="http://schemas.openxmlformats.org/officeDocument/2006/relationships/image" Target="../media/image322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3" Type="http://schemas.openxmlformats.org/officeDocument/2006/relationships/image" Target="../media/image327.wmf"/><Relationship Id="rId7" Type="http://schemas.openxmlformats.org/officeDocument/2006/relationships/image" Target="../media/image331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Relationship Id="rId6" Type="http://schemas.openxmlformats.org/officeDocument/2006/relationships/image" Target="../media/image330.wmf"/><Relationship Id="rId5" Type="http://schemas.openxmlformats.org/officeDocument/2006/relationships/image" Target="../media/image329.wmf"/><Relationship Id="rId4" Type="http://schemas.openxmlformats.org/officeDocument/2006/relationships/image" Target="../media/image32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image" Target="../media/image344.emf"/><Relationship Id="rId18" Type="http://schemas.openxmlformats.org/officeDocument/2006/relationships/image" Target="../media/image349.emf"/><Relationship Id="rId3" Type="http://schemas.openxmlformats.org/officeDocument/2006/relationships/image" Target="../media/image334.wmf"/><Relationship Id="rId21" Type="http://schemas.openxmlformats.org/officeDocument/2006/relationships/image" Target="../media/image352.wmf"/><Relationship Id="rId7" Type="http://schemas.openxmlformats.org/officeDocument/2006/relationships/image" Target="../media/image338.wmf"/><Relationship Id="rId12" Type="http://schemas.openxmlformats.org/officeDocument/2006/relationships/image" Target="../media/image343.wmf"/><Relationship Id="rId17" Type="http://schemas.openxmlformats.org/officeDocument/2006/relationships/image" Target="../media/image348.emf"/><Relationship Id="rId2" Type="http://schemas.openxmlformats.org/officeDocument/2006/relationships/image" Target="../media/image333.wmf"/><Relationship Id="rId16" Type="http://schemas.openxmlformats.org/officeDocument/2006/relationships/image" Target="../media/image347.emf"/><Relationship Id="rId20" Type="http://schemas.openxmlformats.org/officeDocument/2006/relationships/image" Target="../media/image351.emf"/><Relationship Id="rId1" Type="http://schemas.openxmlformats.org/officeDocument/2006/relationships/image" Target="../media/image332.emf"/><Relationship Id="rId6" Type="http://schemas.openxmlformats.org/officeDocument/2006/relationships/image" Target="../media/image337.wmf"/><Relationship Id="rId11" Type="http://schemas.openxmlformats.org/officeDocument/2006/relationships/image" Target="../media/image342.wmf"/><Relationship Id="rId5" Type="http://schemas.openxmlformats.org/officeDocument/2006/relationships/image" Target="../media/image336.wmf"/><Relationship Id="rId15" Type="http://schemas.openxmlformats.org/officeDocument/2006/relationships/image" Target="../media/image346.emf"/><Relationship Id="rId10" Type="http://schemas.openxmlformats.org/officeDocument/2006/relationships/image" Target="../media/image341.wmf"/><Relationship Id="rId19" Type="http://schemas.openxmlformats.org/officeDocument/2006/relationships/image" Target="../media/image350.emf"/><Relationship Id="rId4" Type="http://schemas.openxmlformats.org/officeDocument/2006/relationships/image" Target="../media/image335.wmf"/><Relationship Id="rId9" Type="http://schemas.openxmlformats.org/officeDocument/2006/relationships/image" Target="../media/image340.wmf"/><Relationship Id="rId14" Type="http://schemas.openxmlformats.org/officeDocument/2006/relationships/image" Target="../media/image345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wmf"/><Relationship Id="rId13" Type="http://schemas.openxmlformats.org/officeDocument/2006/relationships/image" Target="../media/image10.wmf"/><Relationship Id="rId3" Type="http://schemas.openxmlformats.org/officeDocument/2006/relationships/image" Target="../media/image355.wmf"/><Relationship Id="rId7" Type="http://schemas.openxmlformats.org/officeDocument/2006/relationships/image" Target="../media/image359.wmf"/><Relationship Id="rId12" Type="http://schemas.openxmlformats.org/officeDocument/2006/relationships/image" Target="../media/image9.wmf"/><Relationship Id="rId2" Type="http://schemas.openxmlformats.org/officeDocument/2006/relationships/image" Target="../media/image354.wmf"/><Relationship Id="rId16" Type="http://schemas.openxmlformats.org/officeDocument/2006/relationships/image" Target="../media/image365.wmf"/><Relationship Id="rId1" Type="http://schemas.openxmlformats.org/officeDocument/2006/relationships/image" Target="../media/image353.wmf"/><Relationship Id="rId6" Type="http://schemas.openxmlformats.org/officeDocument/2006/relationships/image" Target="../media/image358.wmf"/><Relationship Id="rId11" Type="http://schemas.openxmlformats.org/officeDocument/2006/relationships/image" Target="../media/image363.wmf"/><Relationship Id="rId5" Type="http://schemas.openxmlformats.org/officeDocument/2006/relationships/image" Target="../media/image357.wmf"/><Relationship Id="rId15" Type="http://schemas.openxmlformats.org/officeDocument/2006/relationships/image" Target="../media/image364.wmf"/><Relationship Id="rId10" Type="http://schemas.openxmlformats.org/officeDocument/2006/relationships/image" Target="../media/image362.wmf"/><Relationship Id="rId4" Type="http://schemas.openxmlformats.org/officeDocument/2006/relationships/image" Target="../media/image356.wmf"/><Relationship Id="rId9" Type="http://schemas.openxmlformats.org/officeDocument/2006/relationships/image" Target="../media/image361.wmf"/><Relationship Id="rId14" Type="http://schemas.openxmlformats.org/officeDocument/2006/relationships/image" Target="../media/image1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3" Type="http://schemas.openxmlformats.org/officeDocument/2006/relationships/image" Target="../media/image368.wmf"/><Relationship Id="rId7" Type="http://schemas.openxmlformats.org/officeDocument/2006/relationships/image" Target="../media/image372.wmf"/><Relationship Id="rId2" Type="http://schemas.openxmlformats.org/officeDocument/2006/relationships/image" Target="../media/image367.wmf"/><Relationship Id="rId1" Type="http://schemas.openxmlformats.org/officeDocument/2006/relationships/image" Target="../media/image366.wmf"/><Relationship Id="rId6" Type="http://schemas.openxmlformats.org/officeDocument/2006/relationships/image" Target="../media/image371.wmf"/><Relationship Id="rId11" Type="http://schemas.openxmlformats.org/officeDocument/2006/relationships/image" Target="../media/image376.wmf"/><Relationship Id="rId5" Type="http://schemas.openxmlformats.org/officeDocument/2006/relationships/image" Target="../media/image370.wmf"/><Relationship Id="rId10" Type="http://schemas.openxmlformats.org/officeDocument/2006/relationships/image" Target="../media/image375.wmf"/><Relationship Id="rId4" Type="http://schemas.openxmlformats.org/officeDocument/2006/relationships/image" Target="../media/image369.wmf"/><Relationship Id="rId9" Type="http://schemas.openxmlformats.org/officeDocument/2006/relationships/image" Target="../media/image37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3" Type="http://schemas.openxmlformats.org/officeDocument/2006/relationships/image" Target="../media/image379.wmf"/><Relationship Id="rId7" Type="http://schemas.openxmlformats.org/officeDocument/2006/relationships/image" Target="../media/image383.wmf"/><Relationship Id="rId2" Type="http://schemas.openxmlformats.org/officeDocument/2006/relationships/image" Target="../media/image378.wmf"/><Relationship Id="rId1" Type="http://schemas.openxmlformats.org/officeDocument/2006/relationships/image" Target="../media/image377.wmf"/><Relationship Id="rId6" Type="http://schemas.openxmlformats.org/officeDocument/2006/relationships/image" Target="../media/image382.wmf"/><Relationship Id="rId5" Type="http://schemas.openxmlformats.org/officeDocument/2006/relationships/image" Target="../media/image381.wmf"/><Relationship Id="rId4" Type="http://schemas.openxmlformats.org/officeDocument/2006/relationships/image" Target="../media/image380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emf"/><Relationship Id="rId13" Type="http://schemas.openxmlformats.org/officeDocument/2006/relationships/image" Target="../media/image397.wmf"/><Relationship Id="rId18" Type="http://schemas.openxmlformats.org/officeDocument/2006/relationships/image" Target="../media/image402.wmf"/><Relationship Id="rId3" Type="http://schemas.openxmlformats.org/officeDocument/2006/relationships/image" Target="../media/image387.wmf"/><Relationship Id="rId21" Type="http://schemas.openxmlformats.org/officeDocument/2006/relationships/image" Target="../media/image405.wmf"/><Relationship Id="rId7" Type="http://schemas.openxmlformats.org/officeDocument/2006/relationships/image" Target="../media/image391.wmf"/><Relationship Id="rId12" Type="http://schemas.openxmlformats.org/officeDocument/2006/relationships/image" Target="../media/image396.wmf"/><Relationship Id="rId17" Type="http://schemas.openxmlformats.org/officeDocument/2006/relationships/image" Target="../media/image401.wmf"/><Relationship Id="rId2" Type="http://schemas.openxmlformats.org/officeDocument/2006/relationships/image" Target="../media/image386.wmf"/><Relationship Id="rId16" Type="http://schemas.openxmlformats.org/officeDocument/2006/relationships/image" Target="../media/image400.wmf"/><Relationship Id="rId20" Type="http://schemas.openxmlformats.org/officeDocument/2006/relationships/image" Target="../media/image404.wmf"/><Relationship Id="rId1" Type="http://schemas.openxmlformats.org/officeDocument/2006/relationships/image" Target="../media/image385.wmf"/><Relationship Id="rId6" Type="http://schemas.openxmlformats.org/officeDocument/2006/relationships/image" Target="../media/image390.wmf"/><Relationship Id="rId11" Type="http://schemas.openxmlformats.org/officeDocument/2006/relationships/image" Target="../media/image395.wmf"/><Relationship Id="rId5" Type="http://schemas.openxmlformats.org/officeDocument/2006/relationships/image" Target="../media/image389.wmf"/><Relationship Id="rId15" Type="http://schemas.openxmlformats.org/officeDocument/2006/relationships/image" Target="../media/image399.wmf"/><Relationship Id="rId10" Type="http://schemas.openxmlformats.org/officeDocument/2006/relationships/image" Target="../media/image394.wmf"/><Relationship Id="rId19" Type="http://schemas.openxmlformats.org/officeDocument/2006/relationships/image" Target="../media/image403.wmf"/><Relationship Id="rId4" Type="http://schemas.openxmlformats.org/officeDocument/2006/relationships/image" Target="../media/image388.wmf"/><Relationship Id="rId9" Type="http://schemas.openxmlformats.org/officeDocument/2006/relationships/image" Target="../media/image393.wmf"/><Relationship Id="rId14" Type="http://schemas.openxmlformats.org/officeDocument/2006/relationships/image" Target="../media/image398.wmf"/><Relationship Id="rId22" Type="http://schemas.openxmlformats.org/officeDocument/2006/relationships/image" Target="../media/image40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13" Type="http://schemas.openxmlformats.org/officeDocument/2006/relationships/image" Target="../media/image402.wmf"/><Relationship Id="rId18" Type="http://schemas.openxmlformats.org/officeDocument/2006/relationships/image" Target="../media/image410.wmf"/><Relationship Id="rId3" Type="http://schemas.openxmlformats.org/officeDocument/2006/relationships/image" Target="../media/image392.emf"/><Relationship Id="rId7" Type="http://schemas.openxmlformats.org/officeDocument/2006/relationships/image" Target="../media/image407.wmf"/><Relationship Id="rId12" Type="http://schemas.openxmlformats.org/officeDocument/2006/relationships/image" Target="../media/image401.wmf"/><Relationship Id="rId17" Type="http://schemas.openxmlformats.org/officeDocument/2006/relationships/image" Target="../media/image409.wmf"/><Relationship Id="rId2" Type="http://schemas.openxmlformats.org/officeDocument/2006/relationships/image" Target="../media/image391.wmf"/><Relationship Id="rId16" Type="http://schemas.openxmlformats.org/officeDocument/2006/relationships/image" Target="../media/image408.wmf"/><Relationship Id="rId1" Type="http://schemas.openxmlformats.org/officeDocument/2006/relationships/image" Target="../media/image390.wmf"/><Relationship Id="rId6" Type="http://schemas.openxmlformats.org/officeDocument/2006/relationships/image" Target="../media/image395.wmf"/><Relationship Id="rId11" Type="http://schemas.openxmlformats.org/officeDocument/2006/relationships/image" Target="../media/image400.wmf"/><Relationship Id="rId5" Type="http://schemas.openxmlformats.org/officeDocument/2006/relationships/image" Target="../media/image394.wmf"/><Relationship Id="rId15" Type="http://schemas.openxmlformats.org/officeDocument/2006/relationships/image" Target="../media/image385.wmf"/><Relationship Id="rId10" Type="http://schemas.openxmlformats.org/officeDocument/2006/relationships/image" Target="../media/image399.wmf"/><Relationship Id="rId19" Type="http://schemas.openxmlformats.org/officeDocument/2006/relationships/image" Target="../media/image411.wmf"/><Relationship Id="rId4" Type="http://schemas.openxmlformats.org/officeDocument/2006/relationships/image" Target="../media/image393.wmf"/><Relationship Id="rId9" Type="http://schemas.openxmlformats.org/officeDocument/2006/relationships/image" Target="../media/image398.wmf"/><Relationship Id="rId14" Type="http://schemas.openxmlformats.org/officeDocument/2006/relationships/image" Target="../media/image40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wmf"/><Relationship Id="rId13" Type="http://schemas.openxmlformats.org/officeDocument/2006/relationships/image" Target="../media/image424.wmf"/><Relationship Id="rId18" Type="http://schemas.openxmlformats.org/officeDocument/2006/relationships/image" Target="../media/image429.wmf"/><Relationship Id="rId3" Type="http://schemas.openxmlformats.org/officeDocument/2006/relationships/image" Target="../media/image414.wmf"/><Relationship Id="rId7" Type="http://schemas.openxmlformats.org/officeDocument/2006/relationships/image" Target="../media/image418.wmf"/><Relationship Id="rId12" Type="http://schemas.openxmlformats.org/officeDocument/2006/relationships/image" Target="../media/image423.wmf"/><Relationship Id="rId17" Type="http://schemas.openxmlformats.org/officeDocument/2006/relationships/image" Target="../media/image428.wmf"/><Relationship Id="rId2" Type="http://schemas.openxmlformats.org/officeDocument/2006/relationships/image" Target="../media/image413.wmf"/><Relationship Id="rId16" Type="http://schemas.openxmlformats.org/officeDocument/2006/relationships/image" Target="../media/image427.wmf"/><Relationship Id="rId1" Type="http://schemas.openxmlformats.org/officeDocument/2006/relationships/image" Target="../media/image412.wmf"/><Relationship Id="rId6" Type="http://schemas.openxmlformats.org/officeDocument/2006/relationships/image" Target="../media/image417.wmf"/><Relationship Id="rId11" Type="http://schemas.openxmlformats.org/officeDocument/2006/relationships/image" Target="../media/image422.wmf"/><Relationship Id="rId5" Type="http://schemas.openxmlformats.org/officeDocument/2006/relationships/image" Target="../media/image416.wmf"/><Relationship Id="rId15" Type="http://schemas.openxmlformats.org/officeDocument/2006/relationships/image" Target="../media/image426.wmf"/><Relationship Id="rId10" Type="http://schemas.openxmlformats.org/officeDocument/2006/relationships/image" Target="../media/image421.wmf"/><Relationship Id="rId19" Type="http://schemas.openxmlformats.org/officeDocument/2006/relationships/image" Target="../media/image430.wmf"/><Relationship Id="rId4" Type="http://schemas.openxmlformats.org/officeDocument/2006/relationships/image" Target="../media/image415.wmf"/><Relationship Id="rId9" Type="http://schemas.openxmlformats.org/officeDocument/2006/relationships/image" Target="../media/image420.wmf"/><Relationship Id="rId14" Type="http://schemas.openxmlformats.org/officeDocument/2006/relationships/image" Target="../media/image4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9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34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04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7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600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121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189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455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645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423BCB9-7909-4AC2-B457-C19D14E5B8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B19F8D-BF6E-4A5B-8801-143F598CEB90}" type="slidenum">
              <a:rPr lang="en-US" altLang="zh-CN" smtClean="0">
                <a:latin typeface="Times New Roman" panose="02020603050405020304" pitchFamily="18" charset="0"/>
              </a:rPr>
              <a:pPr/>
              <a:t>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4F83312-F374-4CF9-9AE7-93B8503D7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1744003-8DBF-4E20-9E38-C16E55C9A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172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498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72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45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FB23CCC-1BC2-4386-B0E7-B3516F1E7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A9719C-EDF3-4F04-AF2C-A62760ABB895}" type="slidenum">
              <a:rPr lang="en-US" altLang="zh-CN" smtClean="0">
                <a:latin typeface="Times New Roman" panose="02020603050405020304" pitchFamily="18" charset="0"/>
              </a:rPr>
              <a:pPr/>
              <a:t>30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5602947-A539-4AB1-9B10-EF2B6493D6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397A1A2-C56E-49B0-BA9D-C3DE285A1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3909BD8-C319-4C06-BF10-664E1265A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E3EC99-8CF7-4575-BBCD-4E6F2AA06458}" type="slidenum">
              <a:rPr lang="en-US" altLang="zh-CN" smtClean="0">
                <a:latin typeface="Times New Roman" panose="02020603050405020304" pitchFamily="18" charset="0"/>
              </a:rPr>
              <a:pPr/>
              <a:t>31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22FF4A8-74FB-4F3D-85DD-2268BB27C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952C110-0BF0-41CA-A4F3-ACFD58AEE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7616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A5FD3-C07C-45FB-B711-A2361F2688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914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A5FD3-C07C-45FB-B711-A2361F26882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80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3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2.bin"/><Relationship Id="rId26" Type="http://schemas.openxmlformats.org/officeDocument/2006/relationships/oleObject" Target="../embeddings/oleObject26.bin"/><Relationship Id="rId21" Type="http://schemas.openxmlformats.org/officeDocument/2006/relationships/image" Target="../media/image24.wmf"/><Relationship Id="rId34" Type="http://schemas.openxmlformats.org/officeDocument/2006/relationships/oleObject" Target="../embeddings/oleObject30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wmf"/><Relationship Id="rId25" Type="http://schemas.openxmlformats.org/officeDocument/2006/relationships/image" Target="../media/image26.wmf"/><Relationship Id="rId33" Type="http://schemas.openxmlformats.org/officeDocument/2006/relationships/image" Target="../media/image3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29" Type="http://schemas.openxmlformats.org/officeDocument/2006/relationships/image" Target="../media/image28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24" Type="http://schemas.openxmlformats.org/officeDocument/2006/relationships/oleObject" Target="../embeddings/oleObject25.bin"/><Relationship Id="rId32" Type="http://schemas.openxmlformats.org/officeDocument/2006/relationships/oleObject" Target="../embeddings/oleObject29.bin"/><Relationship Id="rId37" Type="http://schemas.openxmlformats.org/officeDocument/2006/relationships/image" Target="../media/image32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23" Type="http://schemas.openxmlformats.org/officeDocument/2006/relationships/image" Target="../media/image25.wmf"/><Relationship Id="rId28" Type="http://schemas.openxmlformats.org/officeDocument/2006/relationships/oleObject" Target="../embeddings/oleObject27.bin"/><Relationship Id="rId36" Type="http://schemas.openxmlformats.org/officeDocument/2006/relationships/oleObject" Target="../embeddings/oleObject31.bin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3.wmf"/><Relationship Id="rId31" Type="http://schemas.openxmlformats.org/officeDocument/2006/relationships/image" Target="../media/image29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Relationship Id="rId27" Type="http://schemas.openxmlformats.org/officeDocument/2006/relationships/image" Target="../media/image27.wmf"/><Relationship Id="rId30" Type="http://schemas.openxmlformats.org/officeDocument/2006/relationships/oleObject" Target="../embeddings/oleObject28.bin"/><Relationship Id="rId35" Type="http://schemas.openxmlformats.org/officeDocument/2006/relationships/image" Target="../media/image31.wmf"/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39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42.bin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40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1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0.bin"/><Relationship Id="rId26" Type="http://schemas.openxmlformats.org/officeDocument/2006/relationships/oleObject" Target="../embeddings/oleObject54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52.wmf"/><Relationship Id="rId34" Type="http://schemas.openxmlformats.org/officeDocument/2006/relationships/oleObject" Target="../embeddings/oleObject58.bin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0.wmf"/><Relationship Id="rId25" Type="http://schemas.openxmlformats.org/officeDocument/2006/relationships/image" Target="../media/image54.wmf"/><Relationship Id="rId33" Type="http://schemas.openxmlformats.org/officeDocument/2006/relationships/image" Target="../media/image1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29" Type="http://schemas.openxmlformats.org/officeDocument/2006/relationships/image" Target="../media/image56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7.wmf"/><Relationship Id="rId24" Type="http://schemas.openxmlformats.org/officeDocument/2006/relationships/oleObject" Target="../embeddings/oleObject53.bin"/><Relationship Id="rId32" Type="http://schemas.openxmlformats.org/officeDocument/2006/relationships/oleObject" Target="../embeddings/oleObject57.bin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28" Type="http://schemas.openxmlformats.org/officeDocument/2006/relationships/oleObject" Target="../embeddings/oleObject55.bin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1.wmf"/><Relationship Id="rId31" Type="http://schemas.openxmlformats.org/officeDocument/2006/relationships/image" Target="../media/image57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Relationship Id="rId27" Type="http://schemas.openxmlformats.org/officeDocument/2006/relationships/image" Target="../media/image55.wmf"/><Relationship Id="rId30" Type="http://schemas.openxmlformats.org/officeDocument/2006/relationships/oleObject" Target="../embeddings/oleObject56.bin"/><Relationship Id="rId35" Type="http://schemas.openxmlformats.org/officeDocument/2006/relationships/image" Target="../media/image58.wmf"/><Relationship Id="rId8" Type="http://schemas.openxmlformats.org/officeDocument/2006/relationships/oleObject" Target="../embeddings/oleObject45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6.bin"/><Relationship Id="rId26" Type="http://schemas.openxmlformats.org/officeDocument/2006/relationships/oleObject" Target="../embeddings/oleObject70.bin"/><Relationship Id="rId39" Type="http://schemas.openxmlformats.org/officeDocument/2006/relationships/image" Target="../media/image76.wmf"/><Relationship Id="rId21" Type="http://schemas.openxmlformats.org/officeDocument/2006/relationships/image" Target="../media/image67.wmf"/><Relationship Id="rId34" Type="http://schemas.openxmlformats.org/officeDocument/2006/relationships/oleObject" Target="../embeddings/oleObject74.bin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5.wmf"/><Relationship Id="rId25" Type="http://schemas.openxmlformats.org/officeDocument/2006/relationships/image" Target="../media/image69.wmf"/><Relationship Id="rId33" Type="http://schemas.openxmlformats.org/officeDocument/2006/relationships/image" Target="../media/image73.wmf"/><Relationship Id="rId38" Type="http://schemas.openxmlformats.org/officeDocument/2006/relationships/oleObject" Target="../embeddings/oleObject76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29" Type="http://schemas.openxmlformats.org/officeDocument/2006/relationships/image" Target="../media/image71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69.bin"/><Relationship Id="rId32" Type="http://schemas.openxmlformats.org/officeDocument/2006/relationships/oleObject" Target="../embeddings/oleObject73.bin"/><Relationship Id="rId37" Type="http://schemas.openxmlformats.org/officeDocument/2006/relationships/image" Target="../media/image75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image" Target="../media/image68.wmf"/><Relationship Id="rId28" Type="http://schemas.openxmlformats.org/officeDocument/2006/relationships/oleObject" Target="../embeddings/oleObject71.bin"/><Relationship Id="rId36" Type="http://schemas.openxmlformats.org/officeDocument/2006/relationships/oleObject" Target="../embeddings/oleObject75.bin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6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72.bin"/><Relationship Id="rId35" Type="http://schemas.openxmlformats.org/officeDocument/2006/relationships/image" Target="../media/image74.wmf"/><Relationship Id="rId8" Type="http://schemas.openxmlformats.org/officeDocument/2006/relationships/oleObject" Target="../embeddings/oleObject61.bin"/><Relationship Id="rId3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79.wmf"/><Relationship Id="rId26" Type="http://schemas.openxmlformats.org/officeDocument/2006/relationships/image" Target="../media/image82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6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81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76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3.wmf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5.wmf"/><Relationship Id="rId22" Type="http://schemas.openxmlformats.org/officeDocument/2006/relationships/image" Target="../media/image69.wmf"/><Relationship Id="rId27" Type="http://schemas.openxmlformats.org/officeDocument/2006/relationships/oleObject" Target="../embeddings/oleObject83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wmf"/><Relationship Id="rId18" Type="http://schemas.openxmlformats.org/officeDocument/2006/relationships/oleObject" Target="../embeddings/oleObject91.bin"/><Relationship Id="rId26" Type="http://schemas.openxmlformats.org/officeDocument/2006/relationships/oleObject" Target="../embeddings/oleObject95.bin"/><Relationship Id="rId39" Type="http://schemas.openxmlformats.org/officeDocument/2006/relationships/image" Target="../media/image101.wmf"/><Relationship Id="rId21" Type="http://schemas.openxmlformats.org/officeDocument/2006/relationships/image" Target="../media/image92.wmf"/><Relationship Id="rId34" Type="http://schemas.openxmlformats.org/officeDocument/2006/relationships/oleObject" Target="../embeddings/oleObject99.bin"/><Relationship Id="rId42" Type="http://schemas.openxmlformats.org/officeDocument/2006/relationships/oleObject" Target="../embeddings/oleObject103.bin"/><Relationship Id="rId47" Type="http://schemas.openxmlformats.org/officeDocument/2006/relationships/image" Target="../media/image105.wmf"/><Relationship Id="rId7" Type="http://schemas.openxmlformats.org/officeDocument/2006/relationships/image" Target="../media/image8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0.bin"/><Relationship Id="rId29" Type="http://schemas.openxmlformats.org/officeDocument/2006/relationships/image" Target="../media/image96.wmf"/><Relationship Id="rId11" Type="http://schemas.openxmlformats.org/officeDocument/2006/relationships/image" Target="../media/image87.wmf"/><Relationship Id="rId24" Type="http://schemas.openxmlformats.org/officeDocument/2006/relationships/oleObject" Target="../embeddings/oleObject94.bin"/><Relationship Id="rId32" Type="http://schemas.openxmlformats.org/officeDocument/2006/relationships/oleObject" Target="../embeddings/oleObject98.bin"/><Relationship Id="rId37" Type="http://schemas.openxmlformats.org/officeDocument/2006/relationships/image" Target="../media/image100.wmf"/><Relationship Id="rId40" Type="http://schemas.openxmlformats.org/officeDocument/2006/relationships/oleObject" Target="../embeddings/oleObject102.bin"/><Relationship Id="rId45" Type="http://schemas.openxmlformats.org/officeDocument/2006/relationships/image" Target="../media/image104.wmf"/><Relationship Id="rId5" Type="http://schemas.openxmlformats.org/officeDocument/2006/relationships/image" Target="../media/image84.wmf"/><Relationship Id="rId15" Type="http://schemas.openxmlformats.org/officeDocument/2006/relationships/image" Target="../media/image89.wmf"/><Relationship Id="rId23" Type="http://schemas.openxmlformats.org/officeDocument/2006/relationships/image" Target="../media/image93.wmf"/><Relationship Id="rId28" Type="http://schemas.openxmlformats.org/officeDocument/2006/relationships/oleObject" Target="../embeddings/oleObject96.bin"/><Relationship Id="rId36" Type="http://schemas.openxmlformats.org/officeDocument/2006/relationships/oleObject" Target="../embeddings/oleObject100.bin"/><Relationship Id="rId49" Type="http://schemas.openxmlformats.org/officeDocument/2006/relationships/image" Target="../media/image106.wmf"/><Relationship Id="rId10" Type="http://schemas.openxmlformats.org/officeDocument/2006/relationships/oleObject" Target="../embeddings/oleObject87.bin"/><Relationship Id="rId19" Type="http://schemas.openxmlformats.org/officeDocument/2006/relationships/image" Target="../media/image91.wmf"/><Relationship Id="rId31" Type="http://schemas.openxmlformats.org/officeDocument/2006/relationships/image" Target="../media/image97.wmf"/><Relationship Id="rId44" Type="http://schemas.openxmlformats.org/officeDocument/2006/relationships/oleObject" Target="../embeddings/oleObject104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89.bin"/><Relationship Id="rId22" Type="http://schemas.openxmlformats.org/officeDocument/2006/relationships/oleObject" Target="../embeddings/oleObject93.bin"/><Relationship Id="rId27" Type="http://schemas.openxmlformats.org/officeDocument/2006/relationships/image" Target="../media/image95.wmf"/><Relationship Id="rId30" Type="http://schemas.openxmlformats.org/officeDocument/2006/relationships/oleObject" Target="../embeddings/oleObject97.bin"/><Relationship Id="rId35" Type="http://schemas.openxmlformats.org/officeDocument/2006/relationships/image" Target="../media/image99.wmf"/><Relationship Id="rId43" Type="http://schemas.openxmlformats.org/officeDocument/2006/relationships/image" Target="../media/image103.wmf"/><Relationship Id="rId48" Type="http://schemas.openxmlformats.org/officeDocument/2006/relationships/oleObject" Target="../embeddings/oleObject106.bin"/><Relationship Id="rId8" Type="http://schemas.openxmlformats.org/officeDocument/2006/relationships/oleObject" Target="../embeddings/oleObject86.bin"/><Relationship Id="rId3" Type="http://schemas.openxmlformats.org/officeDocument/2006/relationships/notesSlide" Target="../notesSlides/notesSlide6.xml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90.wmf"/><Relationship Id="rId25" Type="http://schemas.openxmlformats.org/officeDocument/2006/relationships/image" Target="../media/image94.wmf"/><Relationship Id="rId33" Type="http://schemas.openxmlformats.org/officeDocument/2006/relationships/image" Target="../media/image98.wmf"/><Relationship Id="rId38" Type="http://schemas.openxmlformats.org/officeDocument/2006/relationships/oleObject" Target="../embeddings/oleObject101.bin"/><Relationship Id="rId46" Type="http://schemas.openxmlformats.org/officeDocument/2006/relationships/oleObject" Target="../embeddings/oleObject105.bin"/><Relationship Id="rId20" Type="http://schemas.openxmlformats.org/officeDocument/2006/relationships/oleObject" Target="../embeddings/oleObject92.bin"/><Relationship Id="rId41" Type="http://schemas.openxmlformats.org/officeDocument/2006/relationships/image" Target="../media/image102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4.wmf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17.w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w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8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26.wmf"/><Relationship Id="rId34" Type="http://schemas.openxmlformats.org/officeDocument/2006/relationships/oleObject" Target="../embeddings/oleObject131.bin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24.wmf"/><Relationship Id="rId25" Type="http://schemas.openxmlformats.org/officeDocument/2006/relationships/image" Target="../media/image127.wmf"/><Relationship Id="rId33" Type="http://schemas.openxmlformats.org/officeDocument/2006/relationships/image" Target="../media/image13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29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1.wmf"/><Relationship Id="rId24" Type="http://schemas.openxmlformats.org/officeDocument/2006/relationships/oleObject" Target="../embeddings/oleObject127.bin"/><Relationship Id="rId32" Type="http://schemas.openxmlformats.org/officeDocument/2006/relationships/oleObject" Target="../embeddings/oleObject130.bin"/><Relationship Id="rId5" Type="http://schemas.openxmlformats.org/officeDocument/2006/relationships/image" Target="../media/image118.wmf"/><Relationship Id="rId15" Type="http://schemas.openxmlformats.org/officeDocument/2006/relationships/image" Target="../media/image123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29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25.wmf"/><Relationship Id="rId31" Type="http://schemas.openxmlformats.org/officeDocument/2006/relationships/image" Target="../media/image115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8.wmf"/><Relationship Id="rId30" Type="http://schemas.openxmlformats.org/officeDocument/2006/relationships/oleObject" Target="../embeddings/oleObject115.bin"/><Relationship Id="rId35" Type="http://schemas.openxmlformats.org/officeDocument/2006/relationships/image" Target="../media/image131.wmf"/><Relationship Id="rId8" Type="http://schemas.openxmlformats.org/officeDocument/2006/relationships/oleObject" Target="../embeddings/oleObject12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36.wmf"/><Relationship Id="rId18" Type="http://schemas.openxmlformats.org/officeDocument/2006/relationships/oleObject" Target="../embeddings/oleObject139.bin"/><Relationship Id="rId26" Type="http://schemas.openxmlformats.org/officeDocument/2006/relationships/oleObject" Target="../embeddings/oleObject143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40.wmf"/><Relationship Id="rId7" Type="http://schemas.openxmlformats.org/officeDocument/2006/relationships/image" Target="../media/image133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38.wmf"/><Relationship Id="rId25" Type="http://schemas.openxmlformats.org/officeDocument/2006/relationships/image" Target="../media/image14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8.bin"/><Relationship Id="rId20" Type="http://schemas.openxmlformats.org/officeDocument/2006/relationships/oleObject" Target="../embeddings/oleObject140.bin"/><Relationship Id="rId29" Type="http://schemas.openxmlformats.org/officeDocument/2006/relationships/image" Target="../media/image129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5.wmf"/><Relationship Id="rId24" Type="http://schemas.openxmlformats.org/officeDocument/2006/relationships/oleObject" Target="../embeddings/oleObject142.bin"/><Relationship Id="rId5" Type="http://schemas.openxmlformats.org/officeDocument/2006/relationships/image" Target="../media/image132.wmf"/><Relationship Id="rId15" Type="http://schemas.openxmlformats.org/officeDocument/2006/relationships/image" Target="../media/image137.wmf"/><Relationship Id="rId23" Type="http://schemas.openxmlformats.org/officeDocument/2006/relationships/image" Target="../media/image141.wmf"/><Relationship Id="rId28" Type="http://schemas.openxmlformats.org/officeDocument/2006/relationships/oleObject" Target="../embeddings/oleObject129.bin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39.wmf"/><Relationship Id="rId31" Type="http://schemas.openxmlformats.org/officeDocument/2006/relationships/image" Target="../media/image115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4.wmf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1.bin"/><Relationship Id="rId27" Type="http://schemas.openxmlformats.org/officeDocument/2006/relationships/image" Target="../media/image143.wmf"/><Relationship Id="rId30" Type="http://schemas.openxmlformats.org/officeDocument/2006/relationships/oleObject" Target="../embeddings/oleObject11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51.wmf"/><Relationship Id="rId26" Type="http://schemas.openxmlformats.org/officeDocument/2006/relationships/oleObject" Target="../embeddings/oleObject158.bin"/><Relationship Id="rId3" Type="http://schemas.openxmlformats.org/officeDocument/2006/relationships/oleObject" Target="../embeddings/oleObject144.bin"/><Relationship Id="rId21" Type="http://schemas.openxmlformats.org/officeDocument/2006/relationships/oleObject" Target="../embeddings/oleObject153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8.bin"/><Relationship Id="rId24" Type="http://schemas.openxmlformats.org/officeDocument/2006/relationships/oleObject" Target="../embeddings/oleObject156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5.bin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9.wmf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53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1.wmf"/><Relationship Id="rId26" Type="http://schemas.openxmlformats.org/officeDocument/2006/relationships/image" Target="../media/image165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34" Type="http://schemas.openxmlformats.org/officeDocument/2006/relationships/image" Target="../media/image169.wmf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33" Type="http://schemas.openxmlformats.org/officeDocument/2006/relationships/oleObject" Target="../embeddings/oleObject17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0.wmf"/><Relationship Id="rId20" Type="http://schemas.openxmlformats.org/officeDocument/2006/relationships/image" Target="../media/image162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64.wmf"/><Relationship Id="rId32" Type="http://schemas.openxmlformats.org/officeDocument/2006/relationships/image" Target="../media/image168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66.wmf"/><Relationship Id="rId10" Type="http://schemas.openxmlformats.org/officeDocument/2006/relationships/image" Target="../media/image157.wmf"/><Relationship Id="rId19" Type="http://schemas.openxmlformats.org/officeDocument/2006/relationships/oleObject" Target="../embeddings/oleObject167.bin"/><Relationship Id="rId31" Type="http://schemas.openxmlformats.org/officeDocument/2006/relationships/oleObject" Target="../embeddings/oleObject173.bin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59.wmf"/><Relationship Id="rId22" Type="http://schemas.openxmlformats.org/officeDocument/2006/relationships/image" Target="../media/image163.wmf"/><Relationship Id="rId27" Type="http://schemas.openxmlformats.org/officeDocument/2006/relationships/oleObject" Target="../embeddings/oleObject171.bin"/><Relationship Id="rId30" Type="http://schemas.openxmlformats.org/officeDocument/2006/relationships/image" Target="../media/image167.wmf"/><Relationship Id="rId8" Type="http://schemas.openxmlformats.org/officeDocument/2006/relationships/image" Target="../media/image15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80.bin"/><Relationship Id="rId18" Type="http://schemas.openxmlformats.org/officeDocument/2006/relationships/oleObject" Target="../embeddings/oleObject183.bin"/><Relationship Id="rId3" Type="http://schemas.openxmlformats.org/officeDocument/2006/relationships/oleObject" Target="../embeddings/oleObject175.bin"/><Relationship Id="rId21" Type="http://schemas.openxmlformats.org/officeDocument/2006/relationships/image" Target="../media/image178.wmf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74.wmf"/><Relationship Id="rId17" Type="http://schemas.openxmlformats.org/officeDocument/2006/relationships/image" Target="../media/image176.wmf"/><Relationship Id="rId25" Type="http://schemas.openxmlformats.org/officeDocument/2006/relationships/image" Target="../media/image18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79.bin"/><Relationship Id="rId24" Type="http://schemas.openxmlformats.org/officeDocument/2006/relationships/oleObject" Target="../embeddings/oleObject186.bin"/><Relationship Id="rId5" Type="http://schemas.openxmlformats.org/officeDocument/2006/relationships/oleObject" Target="../embeddings/oleObject176.bin"/><Relationship Id="rId15" Type="http://schemas.openxmlformats.org/officeDocument/2006/relationships/image" Target="../media/image175.wmf"/><Relationship Id="rId23" Type="http://schemas.openxmlformats.org/officeDocument/2006/relationships/image" Target="../media/image179.wmf"/><Relationship Id="rId10" Type="http://schemas.openxmlformats.org/officeDocument/2006/relationships/image" Target="../media/image173.wmf"/><Relationship Id="rId19" Type="http://schemas.openxmlformats.org/officeDocument/2006/relationships/image" Target="../media/image177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78.bin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.wmf"/><Relationship Id="rId18" Type="http://schemas.openxmlformats.org/officeDocument/2006/relationships/oleObject" Target="../embeddings/oleObject194.bin"/><Relationship Id="rId26" Type="http://schemas.openxmlformats.org/officeDocument/2006/relationships/oleObject" Target="../embeddings/oleObject198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189.wmf"/><Relationship Id="rId34" Type="http://schemas.openxmlformats.org/officeDocument/2006/relationships/oleObject" Target="../embeddings/oleObject202.bin"/><Relationship Id="rId7" Type="http://schemas.openxmlformats.org/officeDocument/2006/relationships/image" Target="../media/image182.wmf"/><Relationship Id="rId12" Type="http://schemas.openxmlformats.org/officeDocument/2006/relationships/oleObject" Target="../embeddings/oleObject191.bin"/><Relationship Id="rId17" Type="http://schemas.openxmlformats.org/officeDocument/2006/relationships/image" Target="../media/image187.wmf"/><Relationship Id="rId25" Type="http://schemas.openxmlformats.org/officeDocument/2006/relationships/image" Target="../media/image191.wmf"/><Relationship Id="rId33" Type="http://schemas.openxmlformats.org/officeDocument/2006/relationships/image" Target="../media/image19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93.bin"/><Relationship Id="rId20" Type="http://schemas.openxmlformats.org/officeDocument/2006/relationships/oleObject" Target="../embeddings/oleObject195.bin"/><Relationship Id="rId29" Type="http://schemas.openxmlformats.org/officeDocument/2006/relationships/image" Target="../media/image193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84.wmf"/><Relationship Id="rId24" Type="http://schemas.openxmlformats.org/officeDocument/2006/relationships/oleObject" Target="../embeddings/oleObject197.bin"/><Relationship Id="rId32" Type="http://schemas.openxmlformats.org/officeDocument/2006/relationships/oleObject" Target="../embeddings/oleObject201.bin"/><Relationship Id="rId5" Type="http://schemas.openxmlformats.org/officeDocument/2006/relationships/image" Target="../media/image181.wmf"/><Relationship Id="rId15" Type="http://schemas.openxmlformats.org/officeDocument/2006/relationships/image" Target="../media/image186.wmf"/><Relationship Id="rId23" Type="http://schemas.openxmlformats.org/officeDocument/2006/relationships/image" Target="../media/image190.wmf"/><Relationship Id="rId28" Type="http://schemas.openxmlformats.org/officeDocument/2006/relationships/oleObject" Target="../embeddings/oleObject199.bin"/><Relationship Id="rId10" Type="http://schemas.openxmlformats.org/officeDocument/2006/relationships/oleObject" Target="../embeddings/oleObject190.bin"/><Relationship Id="rId19" Type="http://schemas.openxmlformats.org/officeDocument/2006/relationships/image" Target="../media/image188.wmf"/><Relationship Id="rId31" Type="http://schemas.openxmlformats.org/officeDocument/2006/relationships/image" Target="../media/image194.wmf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83.wmf"/><Relationship Id="rId14" Type="http://schemas.openxmlformats.org/officeDocument/2006/relationships/oleObject" Target="../embeddings/oleObject192.bin"/><Relationship Id="rId22" Type="http://schemas.openxmlformats.org/officeDocument/2006/relationships/oleObject" Target="../embeddings/oleObject196.bin"/><Relationship Id="rId27" Type="http://schemas.openxmlformats.org/officeDocument/2006/relationships/image" Target="../media/image192.wmf"/><Relationship Id="rId30" Type="http://schemas.openxmlformats.org/officeDocument/2006/relationships/oleObject" Target="../embeddings/oleObject200.bin"/><Relationship Id="rId35" Type="http://schemas.openxmlformats.org/officeDocument/2006/relationships/image" Target="../media/image196.wmf"/><Relationship Id="rId8" Type="http://schemas.openxmlformats.org/officeDocument/2006/relationships/oleObject" Target="../embeddings/oleObject18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208.bin"/><Relationship Id="rId18" Type="http://schemas.openxmlformats.org/officeDocument/2006/relationships/image" Target="../media/image204.w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01.wmf"/><Relationship Id="rId17" Type="http://schemas.openxmlformats.org/officeDocument/2006/relationships/oleObject" Target="../embeddings/oleObject21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3.wmf"/><Relationship Id="rId20" Type="http://schemas.openxmlformats.org/officeDocument/2006/relationships/image" Target="../media/image205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10" Type="http://schemas.openxmlformats.org/officeDocument/2006/relationships/image" Target="../media/image200.wmf"/><Relationship Id="rId19" Type="http://schemas.openxmlformats.org/officeDocument/2006/relationships/oleObject" Target="../embeddings/oleObject211.bin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02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wmf"/><Relationship Id="rId18" Type="http://schemas.openxmlformats.org/officeDocument/2006/relationships/oleObject" Target="../embeddings/oleObject219.bin"/><Relationship Id="rId26" Type="http://schemas.openxmlformats.org/officeDocument/2006/relationships/oleObject" Target="../embeddings/oleObject223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214.wmf"/><Relationship Id="rId34" Type="http://schemas.openxmlformats.org/officeDocument/2006/relationships/oleObject" Target="../embeddings/oleObject227.bin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216.bin"/><Relationship Id="rId17" Type="http://schemas.openxmlformats.org/officeDocument/2006/relationships/image" Target="../media/image212.wmf"/><Relationship Id="rId25" Type="http://schemas.openxmlformats.org/officeDocument/2006/relationships/image" Target="../media/image216.wmf"/><Relationship Id="rId33" Type="http://schemas.openxmlformats.org/officeDocument/2006/relationships/image" Target="../media/image22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18.bin"/><Relationship Id="rId20" Type="http://schemas.openxmlformats.org/officeDocument/2006/relationships/oleObject" Target="../embeddings/oleObject220.bin"/><Relationship Id="rId29" Type="http://schemas.openxmlformats.org/officeDocument/2006/relationships/image" Target="../media/image218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13.bin"/><Relationship Id="rId11" Type="http://schemas.openxmlformats.org/officeDocument/2006/relationships/image" Target="../media/image209.wmf"/><Relationship Id="rId24" Type="http://schemas.openxmlformats.org/officeDocument/2006/relationships/oleObject" Target="../embeddings/oleObject222.bin"/><Relationship Id="rId32" Type="http://schemas.openxmlformats.org/officeDocument/2006/relationships/oleObject" Target="../embeddings/oleObject226.bin"/><Relationship Id="rId5" Type="http://schemas.openxmlformats.org/officeDocument/2006/relationships/image" Target="../media/image206.wmf"/><Relationship Id="rId15" Type="http://schemas.openxmlformats.org/officeDocument/2006/relationships/image" Target="../media/image211.wmf"/><Relationship Id="rId23" Type="http://schemas.openxmlformats.org/officeDocument/2006/relationships/image" Target="../media/image215.wmf"/><Relationship Id="rId28" Type="http://schemas.openxmlformats.org/officeDocument/2006/relationships/oleObject" Target="../embeddings/oleObject224.bin"/><Relationship Id="rId10" Type="http://schemas.openxmlformats.org/officeDocument/2006/relationships/oleObject" Target="../embeddings/oleObject215.bin"/><Relationship Id="rId19" Type="http://schemas.openxmlformats.org/officeDocument/2006/relationships/image" Target="../media/image213.wmf"/><Relationship Id="rId31" Type="http://schemas.openxmlformats.org/officeDocument/2006/relationships/image" Target="../media/image219.wmf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08.wmf"/><Relationship Id="rId14" Type="http://schemas.openxmlformats.org/officeDocument/2006/relationships/oleObject" Target="../embeddings/oleObject217.bin"/><Relationship Id="rId22" Type="http://schemas.openxmlformats.org/officeDocument/2006/relationships/oleObject" Target="../embeddings/oleObject221.bin"/><Relationship Id="rId27" Type="http://schemas.openxmlformats.org/officeDocument/2006/relationships/image" Target="../media/image217.wmf"/><Relationship Id="rId30" Type="http://schemas.openxmlformats.org/officeDocument/2006/relationships/oleObject" Target="../embeddings/oleObject225.bin"/><Relationship Id="rId35" Type="http://schemas.openxmlformats.org/officeDocument/2006/relationships/image" Target="../media/image221.wmf"/><Relationship Id="rId8" Type="http://schemas.openxmlformats.org/officeDocument/2006/relationships/oleObject" Target="../embeddings/oleObject214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6.wmf"/><Relationship Id="rId18" Type="http://schemas.openxmlformats.org/officeDocument/2006/relationships/oleObject" Target="../embeddings/oleObject235.bin"/><Relationship Id="rId26" Type="http://schemas.openxmlformats.org/officeDocument/2006/relationships/oleObject" Target="../embeddings/oleObject239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230.wmf"/><Relationship Id="rId34" Type="http://schemas.openxmlformats.org/officeDocument/2006/relationships/oleObject" Target="../embeddings/oleObject243.bin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32.bin"/><Relationship Id="rId17" Type="http://schemas.openxmlformats.org/officeDocument/2006/relationships/image" Target="../media/image228.wmf"/><Relationship Id="rId25" Type="http://schemas.openxmlformats.org/officeDocument/2006/relationships/image" Target="../media/image232.wmf"/><Relationship Id="rId33" Type="http://schemas.openxmlformats.org/officeDocument/2006/relationships/image" Target="../media/image23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34.bin"/><Relationship Id="rId20" Type="http://schemas.openxmlformats.org/officeDocument/2006/relationships/oleObject" Target="../embeddings/oleObject236.bin"/><Relationship Id="rId29" Type="http://schemas.openxmlformats.org/officeDocument/2006/relationships/image" Target="../media/image234.w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225.wmf"/><Relationship Id="rId24" Type="http://schemas.openxmlformats.org/officeDocument/2006/relationships/oleObject" Target="../embeddings/oleObject238.bin"/><Relationship Id="rId32" Type="http://schemas.openxmlformats.org/officeDocument/2006/relationships/oleObject" Target="../embeddings/oleObject242.bin"/><Relationship Id="rId5" Type="http://schemas.openxmlformats.org/officeDocument/2006/relationships/image" Target="../media/image222.wmf"/><Relationship Id="rId15" Type="http://schemas.openxmlformats.org/officeDocument/2006/relationships/image" Target="../media/image227.wmf"/><Relationship Id="rId23" Type="http://schemas.openxmlformats.org/officeDocument/2006/relationships/image" Target="../media/image231.wmf"/><Relationship Id="rId28" Type="http://schemas.openxmlformats.org/officeDocument/2006/relationships/oleObject" Target="../embeddings/oleObject240.bin"/><Relationship Id="rId10" Type="http://schemas.openxmlformats.org/officeDocument/2006/relationships/oleObject" Target="../embeddings/oleObject231.bin"/><Relationship Id="rId19" Type="http://schemas.openxmlformats.org/officeDocument/2006/relationships/image" Target="../media/image229.wmf"/><Relationship Id="rId31" Type="http://schemas.openxmlformats.org/officeDocument/2006/relationships/image" Target="../media/image235.wmf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224.wmf"/><Relationship Id="rId14" Type="http://schemas.openxmlformats.org/officeDocument/2006/relationships/oleObject" Target="../embeddings/oleObject233.bin"/><Relationship Id="rId22" Type="http://schemas.openxmlformats.org/officeDocument/2006/relationships/oleObject" Target="../embeddings/oleObject237.bin"/><Relationship Id="rId27" Type="http://schemas.openxmlformats.org/officeDocument/2006/relationships/image" Target="../media/image233.wmf"/><Relationship Id="rId30" Type="http://schemas.openxmlformats.org/officeDocument/2006/relationships/oleObject" Target="../embeddings/oleObject241.bin"/><Relationship Id="rId35" Type="http://schemas.openxmlformats.org/officeDocument/2006/relationships/image" Target="../media/image237.wmf"/><Relationship Id="rId8" Type="http://schemas.openxmlformats.org/officeDocument/2006/relationships/oleObject" Target="../embeddings/oleObject23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242.wmf"/><Relationship Id="rId18" Type="http://schemas.openxmlformats.org/officeDocument/2006/relationships/oleObject" Target="../embeddings/oleObject251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48.bin"/><Relationship Id="rId17" Type="http://schemas.openxmlformats.org/officeDocument/2006/relationships/image" Target="../media/image24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0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41.wmf"/><Relationship Id="rId5" Type="http://schemas.openxmlformats.org/officeDocument/2006/relationships/image" Target="../media/image238.wmf"/><Relationship Id="rId15" Type="http://schemas.openxmlformats.org/officeDocument/2006/relationships/image" Target="../media/image243.wmf"/><Relationship Id="rId10" Type="http://schemas.openxmlformats.org/officeDocument/2006/relationships/oleObject" Target="../embeddings/oleObject247.bin"/><Relationship Id="rId19" Type="http://schemas.openxmlformats.org/officeDocument/2006/relationships/image" Target="../media/image245.wmf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oleObject" Target="../embeddings/oleObject257.bin"/><Relationship Id="rId18" Type="http://schemas.openxmlformats.org/officeDocument/2006/relationships/image" Target="../media/image251.wmf"/><Relationship Id="rId26" Type="http://schemas.openxmlformats.org/officeDocument/2006/relationships/image" Target="../media/image255.wmf"/><Relationship Id="rId3" Type="http://schemas.openxmlformats.org/officeDocument/2006/relationships/oleObject" Target="../embeddings/oleObject252.bin"/><Relationship Id="rId21" Type="http://schemas.openxmlformats.org/officeDocument/2006/relationships/oleObject" Target="../embeddings/oleObject260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258.bin"/><Relationship Id="rId25" Type="http://schemas.openxmlformats.org/officeDocument/2006/relationships/oleObject" Target="../embeddings/oleObject26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.wmf"/><Relationship Id="rId20" Type="http://schemas.openxmlformats.org/officeDocument/2006/relationships/image" Target="../media/image252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56.bin"/><Relationship Id="rId24" Type="http://schemas.openxmlformats.org/officeDocument/2006/relationships/image" Target="../media/image254.wmf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261.bin"/><Relationship Id="rId28" Type="http://schemas.openxmlformats.org/officeDocument/2006/relationships/image" Target="../media/image256.wmf"/><Relationship Id="rId10" Type="http://schemas.openxmlformats.org/officeDocument/2006/relationships/image" Target="../media/image249.wmf"/><Relationship Id="rId19" Type="http://schemas.openxmlformats.org/officeDocument/2006/relationships/oleObject" Target="../embeddings/oleObject259.bin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50.wmf"/><Relationship Id="rId22" Type="http://schemas.openxmlformats.org/officeDocument/2006/relationships/image" Target="../media/image253.wmf"/><Relationship Id="rId27" Type="http://schemas.openxmlformats.org/officeDocument/2006/relationships/oleObject" Target="../embeddings/oleObject26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7.bin"/><Relationship Id="rId13" Type="http://schemas.openxmlformats.org/officeDocument/2006/relationships/image" Target="../media/image261.wmf"/><Relationship Id="rId18" Type="http://schemas.openxmlformats.org/officeDocument/2006/relationships/oleObject" Target="../embeddings/oleObject272.bin"/><Relationship Id="rId26" Type="http://schemas.openxmlformats.org/officeDocument/2006/relationships/oleObject" Target="../embeddings/oleObject276.bin"/><Relationship Id="rId3" Type="http://schemas.openxmlformats.org/officeDocument/2006/relationships/oleObject" Target="../embeddings/oleObject264.bin"/><Relationship Id="rId21" Type="http://schemas.openxmlformats.org/officeDocument/2006/relationships/image" Target="../media/image202.wmf"/><Relationship Id="rId7" Type="http://schemas.openxmlformats.org/officeDocument/2006/relationships/oleObject" Target="../embeddings/oleObject266.bin"/><Relationship Id="rId12" Type="http://schemas.openxmlformats.org/officeDocument/2006/relationships/oleObject" Target="../embeddings/oleObject269.bin"/><Relationship Id="rId17" Type="http://schemas.openxmlformats.org/officeDocument/2006/relationships/image" Target="../media/image263.wmf"/><Relationship Id="rId25" Type="http://schemas.openxmlformats.org/officeDocument/2006/relationships/image" Target="../media/image26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71.bin"/><Relationship Id="rId20" Type="http://schemas.openxmlformats.org/officeDocument/2006/relationships/oleObject" Target="../embeddings/oleObject273.bin"/><Relationship Id="rId29" Type="http://schemas.openxmlformats.org/officeDocument/2006/relationships/image" Target="../media/image26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58.wmf"/><Relationship Id="rId11" Type="http://schemas.openxmlformats.org/officeDocument/2006/relationships/image" Target="../media/image260.wmf"/><Relationship Id="rId24" Type="http://schemas.openxmlformats.org/officeDocument/2006/relationships/oleObject" Target="../embeddings/oleObject275.bin"/><Relationship Id="rId5" Type="http://schemas.openxmlformats.org/officeDocument/2006/relationships/oleObject" Target="../embeddings/oleObject265.bin"/><Relationship Id="rId15" Type="http://schemas.openxmlformats.org/officeDocument/2006/relationships/image" Target="../media/image262.wmf"/><Relationship Id="rId23" Type="http://schemas.openxmlformats.org/officeDocument/2006/relationships/image" Target="../media/image203.wmf"/><Relationship Id="rId28" Type="http://schemas.openxmlformats.org/officeDocument/2006/relationships/oleObject" Target="../embeddings/oleObject277.bin"/><Relationship Id="rId10" Type="http://schemas.openxmlformats.org/officeDocument/2006/relationships/oleObject" Target="../embeddings/oleObject268.bin"/><Relationship Id="rId19" Type="http://schemas.openxmlformats.org/officeDocument/2006/relationships/image" Target="../media/image201.wmf"/><Relationship Id="rId4" Type="http://schemas.openxmlformats.org/officeDocument/2006/relationships/image" Target="../media/image257.wmf"/><Relationship Id="rId9" Type="http://schemas.openxmlformats.org/officeDocument/2006/relationships/image" Target="../media/image259.wmf"/><Relationship Id="rId14" Type="http://schemas.openxmlformats.org/officeDocument/2006/relationships/oleObject" Target="../embeddings/oleObject270.bin"/><Relationship Id="rId22" Type="http://schemas.openxmlformats.org/officeDocument/2006/relationships/oleObject" Target="../embeddings/oleObject274.bin"/><Relationship Id="rId27" Type="http://schemas.openxmlformats.org/officeDocument/2006/relationships/image" Target="../media/image26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image" Target="../media/image271.wmf"/><Relationship Id="rId18" Type="http://schemas.openxmlformats.org/officeDocument/2006/relationships/oleObject" Target="../embeddings/oleObject286.bin"/><Relationship Id="rId26" Type="http://schemas.openxmlformats.org/officeDocument/2006/relationships/oleObject" Target="../embeddings/oleObject290.bin"/><Relationship Id="rId3" Type="http://schemas.openxmlformats.org/officeDocument/2006/relationships/oleObject" Target="../embeddings/oleObject278.bin"/><Relationship Id="rId21" Type="http://schemas.openxmlformats.org/officeDocument/2006/relationships/image" Target="../media/image275.wmf"/><Relationship Id="rId7" Type="http://schemas.openxmlformats.org/officeDocument/2006/relationships/oleObject" Target="../embeddings/oleObject280.bin"/><Relationship Id="rId12" Type="http://schemas.openxmlformats.org/officeDocument/2006/relationships/oleObject" Target="../embeddings/oleObject283.bin"/><Relationship Id="rId17" Type="http://schemas.openxmlformats.org/officeDocument/2006/relationships/image" Target="../media/image273.wmf"/><Relationship Id="rId25" Type="http://schemas.openxmlformats.org/officeDocument/2006/relationships/image" Target="../media/image27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85.bin"/><Relationship Id="rId20" Type="http://schemas.openxmlformats.org/officeDocument/2006/relationships/oleObject" Target="../embeddings/oleObject287.bin"/><Relationship Id="rId29" Type="http://schemas.openxmlformats.org/officeDocument/2006/relationships/image" Target="../media/image27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282.bin"/><Relationship Id="rId24" Type="http://schemas.openxmlformats.org/officeDocument/2006/relationships/oleObject" Target="../embeddings/oleObject289.bin"/><Relationship Id="rId5" Type="http://schemas.openxmlformats.org/officeDocument/2006/relationships/oleObject" Target="../embeddings/oleObject279.bin"/><Relationship Id="rId15" Type="http://schemas.openxmlformats.org/officeDocument/2006/relationships/image" Target="../media/image272.wmf"/><Relationship Id="rId23" Type="http://schemas.openxmlformats.org/officeDocument/2006/relationships/image" Target="../media/image276.wmf"/><Relationship Id="rId28" Type="http://schemas.openxmlformats.org/officeDocument/2006/relationships/oleObject" Target="../embeddings/oleObject291.bin"/><Relationship Id="rId10" Type="http://schemas.openxmlformats.org/officeDocument/2006/relationships/image" Target="../media/image270.wmf"/><Relationship Id="rId19" Type="http://schemas.openxmlformats.org/officeDocument/2006/relationships/image" Target="../media/image274.wmf"/><Relationship Id="rId31" Type="http://schemas.openxmlformats.org/officeDocument/2006/relationships/image" Target="../media/image28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81.bin"/><Relationship Id="rId14" Type="http://schemas.openxmlformats.org/officeDocument/2006/relationships/oleObject" Target="../embeddings/oleObject284.bin"/><Relationship Id="rId22" Type="http://schemas.openxmlformats.org/officeDocument/2006/relationships/oleObject" Target="../embeddings/oleObject288.bin"/><Relationship Id="rId27" Type="http://schemas.openxmlformats.org/officeDocument/2006/relationships/image" Target="../media/image278.wmf"/><Relationship Id="rId30" Type="http://schemas.openxmlformats.org/officeDocument/2006/relationships/oleObject" Target="../embeddings/oleObject29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13" Type="http://schemas.openxmlformats.org/officeDocument/2006/relationships/image" Target="../media/image285.emf"/><Relationship Id="rId18" Type="http://schemas.openxmlformats.org/officeDocument/2006/relationships/oleObject" Target="../embeddings/oleObject300.bin"/><Relationship Id="rId26" Type="http://schemas.openxmlformats.org/officeDocument/2006/relationships/oleObject" Target="../embeddings/oleObject304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289.emf"/><Relationship Id="rId7" Type="http://schemas.openxmlformats.org/officeDocument/2006/relationships/image" Target="../media/image282.emf"/><Relationship Id="rId12" Type="http://schemas.openxmlformats.org/officeDocument/2006/relationships/oleObject" Target="../embeddings/oleObject297.bin"/><Relationship Id="rId17" Type="http://schemas.openxmlformats.org/officeDocument/2006/relationships/image" Target="../media/image287.emf"/><Relationship Id="rId25" Type="http://schemas.openxmlformats.org/officeDocument/2006/relationships/image" Target="../media/image29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99.bin"/><Relationship Id="rId20" Type="http://schemas.openxmlformats.org/officeDocument/2006/relationships/oleObject" Target="../embeddings/oleObject301.bin"/><Relationship Id="rId29" Type="http://schemas.openxmlformats.org/officeDocument/2006/relationships/image" Target="../media/image293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94.bin"/><Relationship Id="rId11" Type="http://schemas.openxmlformats.org/officeDocument/2006/relationships/image" Target="../media/image284.emf"/><Relationship Id="rId24" Type="http://schemas.openxmlformats.org/officeDocument/2006/relationships/oleObject" Target="../embeddings/oleObject303.bin"/><Relationship Id="rId32" Type="http://schemas.openxmlformats.org/officeDocument/2006/relationships/oleObject" Target="../embeddings/oleObject307.bin"/><Relationship Id="rId5" Type="http://schemas.openxmlformats.org/officeDocument/2006/relationships/image" Target="../media/image281.emf"/><Relationship Id="rId15" Type="http://schemas.openxmlformats.org/officeDocument/2006/relationships/image" Target="../media/image286.emf"/><Relationship Id="rId23" Type="http://schemas.openxmlformats.org/officeDocument/2006/relationships/image" Target="../media/image290.wmf"/><Relationship Id="rId28" Type="http://schemas.openxmlformats.org/officeDocument/2006/relationships/oleObject" Target="../embeddings/oleObject305.bin"/><Relationship Id="rId10" Type="http://schemas.openxmlformats.org/officeDocument/2006/relationships/oleObject" Target="../embeddings/oleObject296.bin"/><Relationship Id="rId19" Type="http://schemas.openxmlformats.org/officeDocument/2006/relationships/image" Target="../media/image288.emf"/><Relationship Id="rId31" Type="http://schemas.openxmlformats.org/officeDocument/2006/relationships/image" Target="../media/image294.wmf"/><Relationship Id="rId4" Type="http://schemas.openxmlformats.org/officeDocument/2006/relationships/oleObject" Target="../embeddings/oleObject293.bin"/><Relationship Id="rId9" Type="http://schemas.openxmlformats.org/officeDocument/2006/relationships/image" Target="../media/image283.emf"/><Relationship Id="rId14" Type="http://schemas.openxmlformats.org/officeDocument/2006/relationships/oleObject" Target="../embeddings/oleObject298.bin"/><Relationship Id="rId22" Type="http://schemas.openxmlformats.org/officeDocument/2006/relationships/oleObject" Target="../embeddings/oleObject302.bin"/><Relationship Id="rId27" Type="http://schemas.openxmlformats.org/officeDocument/2006/relationships/image" Target="../media/image292.wmf"/><Relationship Id="rId30" Type="http://schemas.openxmlformats.org/officeDocument/2006/relationships/oleObject" Target="../embeddings/oleObject306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9.wmf"/><Relationship Id="rId18" Type="http://schemas.openxmlformats.org/officeDocument/2006/relationships/oleObject" Target="../embeddings/oleObject315.bin"/><Relationship Id="rId26" Type="http://schemas.openxmlformats.org/officeDocument/2006/relationships/oleObject" Target="../embeddings/oleObject319.bin"/><Relationship Id="rId39" Type="http://schemas.openxmlformats.org/officeDocument/2006/relationships/image" Target="../media/image312.wmf"/><Relationship Id="rId21" Type="http://schemas.openxmlformats.org/officeDocument/2006/relationships/image" Target="../media/image303.wmf"/><Relationship Id="rId34" Type="http://schemas.openxmlformats.org/officeDocument/2006/relationships/oleObject" Target="../embeddings/oleObject323.bin"/><Relationship Id="rId42" Type="http://schemas.openxmlformats.org/officeDocument/2006/relationships/oleObject" Target="../embeddings/oleObject327.bin"/><Relationship Id="rId47" Type="http://schemas.openxmlformats.org/officeDocument/2006/relationships/image" Target="../media/image316.wmf"/><Relationship Id="rId50" Type="http://schemas.openxmlformats.org/officeDocument/2006/relationships/oleObject" Target="../embeddings/oleObject331.bin"/><Relationship Id="rId7" Type="http://schemas.openxmlformats.org/officeDocument/2006/relationships/image" Target="../media/image29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14.bin"/><Relationship Id="rId29" Type="http://schemas.openxmlformats.org/officeDocument/2006/relationships/image" Target="../media/image307.wmf"/><Relationship Id="rId11" Type="http://schemas.openxmlformats.org/officeDocument/2006/relationships/image" Target="../media/image298.wmf"/><Relationship Id="rId24" Type="http://schemas.openxmlformats.org/officeDocument/2006/relationships/oleObject" Target="../embeddings/oleObject318.bin"/><Relationship Id="rId32" Type="http://schemas.openxmlformats.org/officeDocument/2006/relationships/oleObject" Target="../embeddings/oleObject322.bin"/><Relationship Id="rId37" Type="http://schemas.openxmlformats.org/officeDocument/2006/relationships/image" Target="../media/image311.wmf"/><Relationship Id="rId40" Type="http://schemas.openxmlformats.org/officeDocument/2006/relationships/oleObject" Target="../embeddings/oleObject326.bin"/><Relationship Id="rId45" Type="http://schemas.openxmlformats.org/officeDocument/2006/relationships/image" Target="../media/image315.wmf"/><Relationship Id="rId5" Type="http://schemas.openxmlformats.org/officeDocument/2006/relationships/image" Target="../media/image295.wmf"/><Relationship Id="rId15" Type="http://schemas.openxmlformats.org/officeDocument/2006/relationships/image" Target="../media/image300.wmf"/><Relationship Id="rId23" Type="http://schemas.openxmlformats.org/officeDocument/2006/relationships/image" Target="../media/image304.wmf"/><Relationship Id="rId28" Type="http://schemas.openxmlformats.org/officeDocument/2006/relationships/oleObject" Target="../embeddings/oleObject320.bin"/><Relationship Id="rId36" Type="http://schemas.openxmlformats.org/officeDocument/2006/relationships/oleObject" Target="../embeddings/oleObject324.bin"/><Relationship Id="rId49" Type="http://schemas.openxmlformats.org/officeDocument/2006/relationships/image" Target="../media/image317.wmf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02.wmf"/><Relationship Id="rId31" Type="http://schemas.openxmlformats.org/officeDocument/2006/relationships/image" Target="../media/image308.wmf"/><Relationship Id="rId44" Type="http://schemas.openxmlformats.org/officeDocument/2006/relationships/oleObject" Target="../embeddings/oleObject328.bin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297.wmf"/><Relationship Id="rId14" Type="http://schemas.openxmlformats.org/officeDocument/2006/relationships/oleObject" Target="../embeddings/oleObject313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306.wmf"/><Relationship Id="rId30" Type="http://schemas.openxmlformats.org/officeDocument/2006/relationships/oleObject" Target="../embeddings/oleObject321.bin"/><Relationship Id="rId35" Type="http://schemas.openxmlformats.org/officeDocument/2006/relationships/image" Target="../media/image310.wmf"/><Relationship Id="rId43" Type="http://schemas.openxmlformats.org/officeDocument/2006/relationships/image" Target="../media/image314.wmf"/><Relationship Id="rId48" Type="http://schemas.openxmlformats.org/officeDocument/2006/relationships/oleObject" Target="../embeddings/oleObject330.bin"/><Relationship Id="rId8" Type="http://schemas.openxmlformats.org/officeDocument/2006/relationships/oleObject" Target="../embeddings/oleObject310.bin"/><Relationship Id="rId51" Type="http://schemas.openxmlformats.org/officeDocument/2006/relationships/image" Target="../media/image318.wmf"/><Relationship Id="rId3" Type="http://schemas.openxmlformats.org/officeDocument/2006/relationships/notesSlide" Target="../notesSlides/notesSlide14.xml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301.wmf"/><Relationship Id="rId25" Type="http://schemas.openxmlformats.org/officeDocument/2006/relationships/image" Target="../media/image305.wmf"/><Relationship Id="rId33" Type="http://schemas.openxmlformats.org/officeDocument/2006/relationships/image" Target="../media/image309.wmf"/><Relationship Id="rId38" Type="http://schemas.openxmlformats.org/officeDocument/2006/relationships/oleObject" Target="../embeddings/oleObject325.bin"/><Relationship Id="rId46" Type="http://schemas.openxmlformats.org/officeDocument/2006/relationships/oleObject" Target="../embeddings/oleObject329.bin"/><Relationship Id="rId20" Type="http://schemas.openxmlformats.org/officeDocument/2006/relationships/oleObject" Target="../embeddings/oleObject316.bin"/><Relationship Id="rId41" Type="http://schemas.openxmlformats.org/officeDocument/2006/relationships/image" Target="../media/image313.wmf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0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13" Type="http://schemas.openxmlformats.org/officeDocument/2006/relationships/oleObject" Target="../embeddings/oleObject337.bin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2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20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0" Type="http://schemas.openxmlformats.org/officeDocument/2006/relationships/image" Target="../media/image322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32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13" Type="http://schemas.openxmlformats.org/officeDocument/2006/relationships/oleObject" Target="../embeddings/oleObject343.bin"/><Relationship Id="rId18" Type="http://schemas.openxmlformats.org/officeDocument/2006/relationships/image" Target="../media/image324.wmf"/><Relationship Id="rId3" Type="http://schemas.openxmlformats.org/officeDocument/2006/relationships/oleObject" Target="../embeddings/oleObject338.bin"/><Relationship Id="rId7" Type="http://schemas.openxmlformats.org/officeDocument/2006/relationships/oleObject" Target="../embeddings/oleObject340.bin"/><Relationship Id="rId12" Type="http://schemas.openxmlformats.org/officeDocument/2006/relationships/image" Target="../media/image329.wmf"/><Relationship Id="rId17" Type="http://schemas.openxmlformats.org/officeDocument/2006/relationships/oleObject" Target="../embeddings/oleObject34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26.wmf"/><Relationship Id="rId11" Type="http://schemas.openxmlformats.org/officeDocument/2006/relationships/oleObject" Target="../embeddings/oleObject342.bin"/><Relationship Id="rId5" Type="http://schemas.openxmlformats.org/officeDocument/2006/relationships/oleObject" Target="../embeddings/oleObject339.bin"/><Relationship Id="rId15" Type="http://schemas.openxmlformats.org/officeDocument/2006/relationships/oleObject" Target="../embeddings/oleObject344.bin"/><Relationship Id="rId10" Type="http://schemas.openxmlformats.org/officeDocument/2006/relationships/image" Target="../media/image328.wmf"/><Relationship Id="rId4" Type="http://schemas.openxmlformats.org/officeDocument/2006/relationships/image" Target="../media/image325.wmf"/><Relationship Id="rId9" Type="http://schemas.openxmlformats.org/officeDocument/2006/relationships/oleObject" Target="../embeddings/oleObject341.bin"/><Relationship Id="rId14" Type="http://schemas.openxmlformats.org/officeDocument/2006/relationships/image" Target="../media/image330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wmf"/><Relationship Id="rId18" Type="http://schemas.openxmlformats.org/officeDocument/2006/relationships/oleObject" Target="../embeddings/oleObject354.bin"/><Relationship Id="rId26" Type="http://schemas.openxmlformats.org/officeDocument/2006/relationships/oleObject" Target="../embeddings/oleObject358.bin"/><Relationship Id="rId39" Type="http://schemas.openxmlformats.org/officeDocument/2006/relationships/image" Target="../media/image349.emf"/><Relationship Id="rId21" Type="http://schemas.openxmlformats.org/officeDocument/2006/relationships/image" Target="../media/image340.wmf"/><Relationship Id="rId34" Type="http://schemas.openxmlformats.org/officeDocument/2006/relationships/oleObject" Target="../embeddings/oleObject362.bin"/><Relationship Id="rId42" Type="http://schemas.openxmlformats.org/officeDocument/2006/relationships/oleObject" Target="../embeddings/oleObject366.bin"/><Relationship Id="rId7" Type="http://schemas.openxmlformats.org/officeDocument/2006/relationships/image" Target="../media/image33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53.bin"/><Relationship Id="rId29" Type="http://schemas.openxmlformats.org/officeDocument/2006/relationships/image" Target="../media/image344.e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48.bin"/><Relationship Id="rId11" Type="http://schemas.openxmlformats.org/officeDocument/2006/relationships/image" Target="../media/image335.wmf"/><Relationship Id="rId24" Type="http://schemas.openxmlformats.org/officeDocument/2006/relationships/oleObject" Target="../embeddings/oleObject357.bin"/><Relationship Id="rId32" Type="http://schemas.openxmlformats.org/officeDocument/2006/relationships/oleObject" Target="../embeddings/oleObject361.bin"/><Relationship Id="rId37" Type="http://schemas.openxmlformats.org/officeDocument/2006/relationships/image" Target="../media/image348.emf"/><Relationship Id="rId40" Type="http://schemas.openxmlformats.org/officeDocument/2006/relationships/oleObject" Target="../embeddings/oleObject365.bin"/><Relationship Id="rId45" Type="http://schemas.openxmlformats.org/officeDocument/2006/relationships/image" Target="../media/image352.wmf"/><Relationship Id="rId5" Type="http://schemas.openxmlformats.org/officeDocument/2006/relationships/image" Target="../media/image332.emf"/><Relationship Id="rId15" Type="http://schemas.openxmlformats.org/officeDocument/2006/relationships/image" Target="../media/image337.wmf"/><Relationship Id="rId23" Type="http://schemas.openxmlformats.org/officeDocument/2006/relationships/image" Target="../media/image341.wmf"/><Relationship Id="rId28" Type="http://schemas.openxmlformats.org/officeDocument/2006/relationships/oleObject" Target="../embeddings/oleObject359.bin"/><Relationship Id="rId36" Type="http://schemas.openxmlformats.org/officeDocument/2006/relationships/oleObject" Target="../embeddings/oleObject363.bin"/><Relationship Id="rId10" Type="http://schemas.openxmlformats.org/officeDocument/2006/relationships/oleObject" Target="../embeddings/oleObject350.bin"/><Relationship Id="rId19" Type="http://schemas.openxmlformats.org/officeDocument/2006/relationships/image" Target="../media/image339.wmf"/><Relationship Id="rId31" Type="http://schemas.openxmlformats.org/officeDocument/2006/relationships/image" Target="../media/image345.emf"/><Relationship Id="rId44" Type="http://schemas.openxmlformats.org/officeDocument/2006/relationships/oleObject" Target="../embeddings/oleObject367.bin"/><Relationship Id="rId4" Type="http://schemas.openxmlformats.org/officeDocument/2006/relationships/oleObject" Target="../embeddings/oleObject347.bin"/><Relationship Id="rId9" Type="http://schemas.openxmlformats.org/officeDocument/2006/relationships/image" Target="../media/image334.wmf"/><Relationship Id="rId14" Type="http://schemas.openxmlformats.org/officeDocument/2006/relationships/oleObject" Target="../embeddings/oleObject352.bin"/><Relationship Id="rId22" Type="http://schemas.openxmlformats.org/officeDocument/2006/relationships/oleObject" Target="../embeddings/oleObject356.bin"/><Relationship Id="rId27" Type="http://schemas.openxmlformats.org/officeDocument/2006/relationships/image" Target="../media/image343.wmf"/><Relationship Id="rId30" Type="http://schemas.openxmlformats.org/officeDocument/2006/relationships/oleObject" Target="../embeddings/oleObject360.bin"/><Relationship Id="rId35" Type="http://schemas.openxmlformats.org/officeDocument/2006/relationships/image" Target="../media/image347.emf"/><Relationship Id="rId43" Type="http://schemas.openxmlformats.org/officeDocument/2006/relationships/image" Target="../media/image351.emf"/><Relationship Id="rId8" Type="http://schemas.openxmlformats.org/officeDocument/2006/relationships/oleObject" Target="../embeddings/oleObject349.bin"/><Relationship Id="rId3" Type="http://schemas.openxmlformats.org/officeDocument/2006/relationships/oleObject" Target="../embeddings/oleObject346.bin"/><Relationship Id="rId12" Type="http://schemas.openxmlformats.org/officeDocument/2006/relationships/oleObject" Target="../embeddings/oleObject351.bin"/><Relationship Id="rId17" Type="http://schemas.openxmlformats.org/officeDocument/2006/relationships/image" Target="../media/image338.wmf"/><Relationship Id="rId25" Type="http://schemas.openxmlformats.org/officeDocument/2006/relationships/image" Target="../media/image342.wmf"/><Relationship Id="rId33" Type="http://schemas.openxmlformats.org/officeDocument/2006/relationships/image" Target="../media/image346.emf"/><Relationship Id="rId38" Type="http://schemas.openxmlformats.org/officeDocument/2006/relationships/oleObject" Target="../embeddings/oleObject364.bin"/><Relationship Id="rId20" Type="http://schemas.openxmlformats.org/officeDocument/2006/relationships/oleObject" Target="../embeddings/oleObject355.bin"/><Relationship Id="rId41" Type="http://schemas.openxmlformats.org/officeDocument/2006/relationships/image" Target="../media/image350.e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3.bin"/><Relationship Id="rId18" Type="http://schemas.openxmlformats.org/officeDocument/2006/relationships/image" Target="../media/image360.wmf"/><Relationship Id="rId26" Type="http://schemas.openxmlformats.org/officeDocument/2006/relationships/image" Target="../media/image9.wmf"/><Relationship Id="rId3" Type="http://schemas.openxmlformats.org/officeDocument/2006/relationships/oleObject" Target="../embeddings/oleObject368.bin"/><Relationship Id="rId21" Type="http://schemas.openxmlformats.org/officeDocument/2006/relationships/oleObject" Target="../embeddings/oleObject377.bin"/><Relationship Id="rId34" Type="http://schemas.openxmlformats.org/officeDocument/2006/relationships/image" Target="../media/image365.wmf"/><Relationship Id="rId7" Type="http://schemas.openxmlformats.org/officeDocument/2006/relationships/oleObject" Target="../embeddings/oleObject370.bin"/><Relationship Id="rId12" Type="http://schemas.openxmlformats.org/officeDocument/2006/relationships/image" Target="../media/image357.wmf"/><Relationship Id="rId17" Type="http://schemas.openxmlformats.org/officeDocument/2006/relationships/oleObject" Target="../embeddings/oleObject375.bin"/><Relationship Id="rId25" Type="http://schemas.openxmlformats.org/officeDocument/2006/relationships/oleObject" Target="../embeddings/oleObject379.bin"/><Relationship Id="rId33" Type="http://schemas.openxmlformats.org/officeDocument/2006/relationships/oleObject" Target="../embeddings/oleObject38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9.wmf"/><Relationship Id="rId20" Type="http://schemas.openxmlformats.org/officeDocument/2006/relationships/image" Target="../media/image361.wmf"/><Relationship Id="rId29" Type="http://schemas.openxmlformats.org/officeDocument/2006/relationships/oleObject" Target="../embeddings/oleObject381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54.wmf"/><Relationship Id="rId11" Type="http://schemas.openxmlformats.org/officeDocument/2006/relationships/oleObject" Target="../embeddings/oleObject372.bin"/><Relationship Id="rId24" Type="http://schemas.openxmlformats.org/officeDocument/2006/relationships/image" Target="../media/image363.wmf"/><Relationship Id="rId32" Type="http://schemas.openxmlformats.org/officeDocument/2006/relationships/image" Target="../media/image364.wmf"/><Relationship Id="rId5" Type="http://schemas.openxmlformats.org/officeDocument/2006/relationships/oleObject" Target="../embeddings/oleObject369.bin"/><Relationship Id="rId15" Type="http://schemas.openxmlformats.org/officeDocument/2006/relationships/oleObject" Target="../embeddings/oleObject374.bin"/><Relationship Id="rId23" Type="http://schemas.openxmlformats.org/officeDocument/2006/relationships/oleObject" Target="../embeddings/oleObject378.bin"/><Relationship Id="rId28" Type="http://schemas.openxmlformats.org/officeDocument/2006/relationships/image" Target="../media/image10.wmf"/><Relationship Id="rId10" Type="http://schemas.openxmlformats.org/officeDocument/2006/relationships/image" Target="../media/image356.wmf"/><Relationship Id="rId19" Type="http://schemas.openxmlformats.org/officeDocument/2006/relationships/oleObject" Target="../embeddings/oleObject376.bin"/><Relationship Id="rId31" Type="http://schemas.openxmlformats.org/officeDocument/2006/relationships/oleObject" Target="../embeddings/oleObject382.bin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371.bin"/><Relationship Id="rId14" Type="http://schemas.openxmlformats.org/officeDocument/2006/relationships/image" Target="../media/image358.wmf"/><Relationship Id="rId22" Type="http://schemas.openxmlformats.org/officeDocument/2006/relationships/image" Target="../media/image362.wmf"/><Relationship Id="rId27" Type="http://schemas.openxmlformats.org/officeDocument/2006/relationships/oleObject" Target="../embeddings/oleObject380.bin"/><Relationship Id="rId30" Type="http://schemas.openxmlformats.org/officeDocument/2006/relationships/image" Target="../media/image11.wmf"/><Relationship Id="rId8" Type="http://schemas.openxmlformats.org/officeDocument/2006/relationships/image" Target="../media/image35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6.bin"/><Relationship Id="rId13" Type="http://schemas.openxmlformats.org/officeDocument/2006/relationships/image" Target="../media/image370.wmf"/><Relationship Id="rId18" Type="http://schemas.openxmlformats.org/officeDocument/2006/relationships/oleObject" Target="../embeddings/oleObject391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374.wmf"/><Relationship Id="rId7" Type="http://schemas.openxmlformats.org/officeDocument/2006/relationships/image" Target="../media/image367.wmf"/><Relationship Id="rId12" Type="http://schemas.openxmlformats.org/officeDocument/2006/relationships/oleObject" Target="../embeddings/oleObject388.bin"/><Relationship Id="rId17" Type="http://schemas.openxmlformats.org/officeDocument/2006/relationships/image" Target="../media/image372.wmf"/><Relationship Id="rId25" Type="http://schemas.openxmlformats.org/officeDocument/2006/relationships/image" Target="../media/image37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90.bin"/><Relationship Id="rId20" Type="http://schemas.openxmlformats.org/officeDocument/2006/relationships/oleObject" Target="../embeddings/oleObject392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85.bin"/><Relationship Id="rId11" Type="http://schemas.openxmlformats.org/officeDocument/2006/relationships/image" Target="../media/image369.wmf"/><Relationship Id="rId24" Type="http://schemas.openxmlformats.org/officeDocument/2006/relationships/oleObject" Target="../embeddings/oleObject394.bin"/><Relationship Id="rId5" Type="http://schemas.openxmlformats.org/officeDocument/2006/relationships/image" Target="../media/image366.wmf"/><Relationship Id="rId15" Type="http://schemas.openxmlformats.org/officeDocument/2006/relationships/image" Target="../media/image371.wmf"/><Relationship Id="rId23" Type="http://schemas.openxmlformats.org/officeDocument/2006/relationships/image" Target="../media/image375.wmf"/><Relationship Id="rId10" Type="http://schemas.openxmlformats.org/officeDocument/2006/relationships/oleObject" Target="../embeddings/oleObject387.bin"/><Relationship Id="rId19" Type="http://schemas.openxmlformats.org/officeDocument/2006/relationships/image" Target="../media/image373.wmf"/><Relationship Id="rId4" Type="http://schemas.openxmlformats.org/officeDocument/2006/relationships/oleObject" Target="../embeddings/oleObject384.bin"/><Relationship Id="rId9" Type="http://schemas.openxmlformats.org/officeDocument/2006/relationships/image" Target="../media/image368.wmf"/><Relationship Id="rId14" Type="http://schemas.openxmlformats.org/officeDocument/2006/relationships/oleObject" Target="../embeddings/oleObject389.bin"/><Relationship Id="rId22" Type="http://schemas.openxmlformats.org/officeDocument/2006/relationships/oleObject" Target="../embeddings/oleObject39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7.bin"/><Relationship Id="rId13" Type="http://schemas.openxmlformats.org/officeDocument/2006/relationships/image" Target="../media/image381.wmf"/><Relationship Id="rId18" Type="http://schemas.openxmlformats.org/officeDocument/2006/relationships/oleObject" Target="../embeddings/oleObject402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78.wmf"/><Relationship Id="rId12" Type="http://schemas.openxmlformats.org/officeDocument/2006/relationships/oleObject" Target="../embeddings/oleObject399.bin"/><Relationship Id="rId17" Type="http://schemas.openxmlformats.org/officeDocument/2006/relationships/image" Target="../media/image38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01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96.bin"/><Relationship Id="rId11" Type="http://schemas.openxmlformats.org/officeDocument/2006/relationships/image" Target="../media/image380.wmf"/><Relationship Id="rId5" Type="http://schemas.openxmlformats.org/officeDocument/2006/relationships/image" Target="../media/image377.wmf"/><Relationship Id="rId15" Type="http://schemas.openxmlformats.org/officeDocument/2006/relationships/image" Target="../media/image382.wmf"/><Relationship Id="rId10" Type="http://schemas.openxmlformats.org/officeDocument/2006/relationships/oleObject" Target="../embeddings/oleObject398.bin"/><Relationship Id="rId19" Type="http://schemas.openxmlformats.org/officeDocument/2006/relationships/image" Target="../media/image384.wmf"/><Relationship Id="rId4" Type="http://schemas.openxmlformats.org/officeDocument/2006/relationships/oleObject" Target="../embeddings/oleObject395.bin"/><Relationship Id="rId9" Type="http://schemas.openxmlformats.org/officeDocument/2006/relationships/image" Target="../media/image379.wmf"/><Relationship Id="rId14" Type="http://schemas.openxmlformats.org/officeDocument/2006/relationships/oleObject" Target="../embeddings/oleObject400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9.wmf"/><Relationship Id="rId18" Type="http://schemas.openxmlformats.org/officeDocument/2006/relationships/oleObject" Target="../embeddings/oleObject410.bin"/><Relationship Id="rId26" Type="http://schemas.openxmlformats.org/officeDocument/2006/relationships/oleObject" Target="../embeddings/oleObject414.bin"/><Relationship Id="rId39" Type="http://schemas.openxmlformats.org/officeDocument/2006/relationships/image" Target="../media/image402.wmf"/><Relationship Id="rId21" Type="http://schemas.openxmlformats.org/officeDocument/2006/relationships/image" Target="../media/image393.wmf"/><Relationship Id="rId34" Type="http://schemas.openxmlformats.org/officeDocument/2006/relationships/oleObject" Target="../embeddings/oleObject418.bin"/><Relationship Id="rId42" Type="http://schemas.openxmlformats.org/officeDocument/2006/relationships/oleObject" Target="../embeddings/oleObject422.bin"/><Relationship Id="rId47" Type="http://schemas.openxmlformats.org/officeDocument/2006/relationships/image" Target="../media/image406.wmf"/><Relationship Id="rId7" Type="http://schemas.openxmlformats.org/officeDocument/2006/relationships/image" Target="../media/image38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09.bin"/><Relationship Id="rId29" Type="http://schemas.openxmlformats.org/officeDocument/2006/relationships/image" Target="../media/image397.wmf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388.wmf"/><Relationship Id="rId24" Type="http://schemas.openxmlformats.org/officeDocument/2006/relationships/oleObject" Target="../embeddings/oleObject413.bin"/><Relationship Id="rId32" Type="http://schemas.openxmlformats.org/officeDocument/2006/relationships/oleObject" Target="../embeddings/oleObject417.bin"/><Relationship Id="rId37" Type="http://schemas.openxmlformats.org/officeDocument/2006/relationships/image" Target="../media/image401.wmf"/><Relationship Id="rId40" Type="http://schemas.openxmlformats.org/officeDocument/2006/relationships/oleObject" Target="../embeddings/oleObject421.bin"/><Relationship Id="rId45" Type="http://schemas.openxmlformats.org/officeDocument/2006/relationships/image" Target="../media/image405.wmf"/><Relationship Id="rId5" Type="http://schemas.openxmlformats.org/officeDocument/2006/relationships/image" Target="../media/image385.wmf"/><Relationship Id="rId15" Type="http://schemas.openxmlformats.org/officeDocument/2006/relationships/image" Target="../media/image390.wmf"/><Relationship Id="rId23" Type="http://schemas.openxmlformats.org/officeDocument/2006/relationships/image" Target="../media/image394.wmf"/><Relationship Id="rId28" Type="http://schemas.openxmlformats.org/officeDocument/2006/relationships/oleObject" Target="../embeddings/oleObject415.bin"/><Relationship Id="rId36" Type="http://schemas.openxmlformats.org/officeDocument/2006/relationships/oleObject" Target="../embeddings/oleObject419.bin"/><Relationship Id="rId10" Type="http://schemas.openxmlformats.org/officeDocument/2006/relationships/oleObject" Target="../embeddings/oleObject406.bin"/><Relationship Id="rId19" Type="http://schemas.openxmlformats.org/officeDocument/2006/relationships/image" Target="../media/image392.emf"/><Relationship Id="rId31" Type="http://schemas.openxmlformats.org/officeDocument/2006/relationships/image" Target="../media/image398.wmf"/><Relationship Id="rId44" Type="http://schemas.openxmlformats.org/officeDocument/2006/relationships/oleObject" Target="../embeddings/oleObject423.bin"/><Relationship Id="rId4" Type="http://schemas.openxmlformats.org/officeDocument/2006/relationships/oleObject" Target="../embeddings/oleObject403.bin"/><Relationship Id="rId9" Type="http://schemas.openxmlformats.org/officeDocument/2006/relationships/image" Target="../media/image387.wmf"/><Relationship Id="rId14" Type="http://schemas.openxmlformats.org/officeDocument/2006/relationships/oleObject" Target="../embeddings/oleObject408.bin"/><Relationship Id="rId22" Type="http://schemas.openxmlformats.org/officeDocument/2006/relationships/oleObject" Target="../embeddings/oleObject412.bin"/><Relationship Id="rId27" Type="http://schemas.openxmlformats.org/officeDocument/2006/relationships/image" Target="../media/image396.wmf"/><Relationship Id="rId30" Type="http://schemas.openxmlformats.org/officeDocument/2006/relationships/oleObject" Target="../embeddings/oleObject416.bin"/><Relationship Id="rId35" Type="http://schemas.openxmlformats.org/officeDocument/2006/relationships/image" Target="../media/image400.wmf"/><Relationship Id="rId43" Type="http://schemas.openxmlformats.org/officeDocument/2006/relationships/image" Target="../media/image404.wmf"/><Relationship Id="rId8" Type="http://schemas.openxmlformats.org/officeDocument/2006/relationships/oleObject" Target="../embeddings/oleObject405.bin"/><Relationship Id="rId3" Type="http://schemas.openxmlformats.org/officeDocument/2006/relationships/notesSlide" Target="../notesSlides/notesSlide17.xml"/><Relationship Id="rId12" Type="http://schemas.openxmlformats.org/officeDocument/2006/relationships/oleObject" Target="../embeddings/oleObject407.bin"/><Relationship Id="rId17" Type="http://schemas.openxmlformats.org/officeDocument/2006/relationships/image" Target="../media/image391.wmf"/><Relationship Id="rId25" Type="http://schemas.openxmlformats.org/officeDocument/2006/relationships/image" Target="../media/image395.wmf"/><Relationship Id="rId33" Type="http://schemas.openxmlformats.org/officeDocument/2006/relationships/image" Target="../media/image399.wmf"/><Relationship Id="rId38" Type="http://schemas.openxmlformats.org/officeDocument/2006/relationships/oleObject" Target="../embeddings/oleObject420.bin"/><Relationship Id="rId46" Type="http://schemas.openxmlformats.org/officeDocument/2006/relationships/oleObject" Target="../embeddings/oleObject424.bin"/><Relationship Id="rId20" Type="http://schemas.openxmlformats.org/officeDocument/2006/relationships/oleObject" Target="../embeddings/oleObject411.bin"/><Relationship Id="rId41" Type="http://schemas.openxmlformats.org/officeDocument/2006/relationships/image" Target="../media/image403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9.bin"/><Relationship Id="rId18" Type="http://schemas.openxmlformats.org/officeDocument/2006/relationships/image" Target="../media/image397.wmf"/><Relationship Id="rId26" Type="http://schemas.openxmlformats.org/officeDocument/2006/relationships/image" Target="../media/image401.wmf"/><Relationship Id="rId39" Type="http://schemas.openxmlformats.org/officeDocument/2006/relationships/oleObject" Target="../embeddings/oleObject442.bin"/><Relationship Id="rId21" Type="http://schemas.openxmlformats.org/officeDocument/2006/relationships/oleObject" Target="../embeddings/oleObject433.bin"/><Relationship Id="rId34" Type="http://schemas.openxmlformats.org/officeDocument/2006/relationships/image" Target="../media/image408.wmf"/><Relationship Id="rId7" Type="http://schemas.openxmlformats.org/officeDocument/2006/relationships/oleObject" Target="../embeddings/oleObject410.bin"/><Relationship Id="rId12" Type="http://schemas.openxmlformats.org/officeDocument/2006/relationships/image" Target="../media/image394.wmf"/><Relationship Id="rId17" Type="http://schemas.openxmlformats.org/officeDocument/2006/relationships/oleObject" Target="../embeddings/oleObject431.bin"/><Relationship Id="rId25" Type="http://schemas.openxmlformats.org/officeDocument/2006/relationships/oleObject" Target="../embeddings/oleObject435.bin"/><Relationship Id="rId33" Type="http://schemas.openxmlformats.org/officeDocument/2006/relationships/oleObject" Target="../embeddings/oleObject439.bin"/><Relationship Id="rId38" Type="http://schemas.openxmlformats.org/officeDocument/2006/relationships/image" Target="../media/image41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07.wmf"/><Relationship Id="rId20" Type="http://schemas.openxmlformats.org/officeDocument/2006/relationships/image" Target="../media/image398.wmf"/><Relationship Id="rId29" Type="http://schemas.openxmlformats.org/officeDocument/2006/relationships/oleObject" Target="../embeddings/oleObject437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91.wmf"/><Relationship Id="rId11" Type="http://schemas.openxmlformats.org/officeDocument/2006/relationships/oleObject" Target="../embeddings/oleObject428.bin"/><Relationship Id="rId24" Type="http://schemas.openxmlformats.org/officeDocument/2006/relationships/image" Target="../media/image400.wmf"/><Relationship Id="rId32" Type="http://schemas.openxmlformats.org/officeDocument/2006/relationships/image" Target="../media/image385.wmf"/><Relationship Id="rId37" Type="http://schemas.openxmlformats.org/officeDocument/2006/relationships/oleObject" Target="../embeddings/oleObject441.bin"/><Relationship Id="rId40" Type="http://schemas.openxmlformats.org/officeDocument/2006/relationships/image" Target="../media/image411.wmf"/><Relationship Id="rId5" Type="http://schemas.openxmlformats.org/officeDocument/2006/relationships/oleObject" Target="../embeddings/oleObject426.bin"/><Relationship Id="rId15" Type="http://schemas.openxmlformats.org/officeDocument/2006/relationships/oleObject" Target="../embeddings/oleObject430.bin"/><Relationship Id="rId23" Type="http://schemas.openxmlformats.org/officeDocument/2006/relationships/oleObject" Target="../embeddings/oleObject434.bin"/><Relationship Id="rId28" Type="http://schemas.openxmlformats.org/officeDocument/2006/relationships/image" Target="../media/image402.wmf"/><Relationship Id="rId36" Type="http://schemas.openxmlformats.org/officeDocument/2006/relationships/image" Target="../media/image409.wmf"/><Relationship Id="rId10" Type="http://schemas.openxmlformats.org/officeDocument/2006/relationships/image" Target="../media/image393.wmf"/><Relationship Id="rId19" Type="http://schemas.openxmlformats.org/officeDocument/2006/relationships/oleObject" Target="../embeddings/oleObject432.bin"/><Relationship Id="rId31" Type="http://schemas.openxmlformats.org/officeDocument/2006/relationships/oleObject" Target="../embeddings/oleObject438.bin"/><Relationship Id="rId4" Type="http://schemas.openxmlformats.org/officeDocument/2006/relationships/image" Target="../media/image390.wmf"/><Relationship Id="rId9" Type="http://schemas.openxmlformats.org/officeDocument/2006/relationships/oleObject" Target="../embeddings/oleObject427.bin"/><Relationship Id="rId14" Type="http://schemas.openxmlformats.org/officeDocument/2006/relationships/image" Target="../media/image395.wmf"/><Relationship Id="rId22" Type="http://schemas.openxmlformats.org/officeDocument/2006/relationships/image" Target="../media/image399.wmf"/><Relationship Id="rId27" Type="http://schemas.openxmlformats.org/officeDocument/2006/relationships/oleObject" Target="../embeddings/oleObject436.bin"/><Relationship Id="rId30" Type="http://schemas.openxmlformats.org/officeDocument/2006/relationships/image" Target="../media/image403.wmf"/><Relationship Id="rId35" Type="http://schemas.openxmlformats.org/officeDocument/2006/relationships/oleObject" Target="../embeddings/oleObject440.bin"/><Relationship Id="rId8" Type="http://schemas.openxmlformats.org/officeDocument/2006/relationships/image" Target="../media/image392.emf"/><Relationship Id="rId3" Type="http://schemas.openxmlformats.org/officeDocument/2006/relationships/oleObject" Target="../embeddings/oleObject425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6.wmf"/><Relationship Id="rId18" Type="http://schemas.openxmlformats.org/officeDocument/2006/relationships/oleObject" Target="../embeddings/oleObject450.bin"/><Relationship Id="rId26" Type="http://schemas.openxmlformats.org/officeDocument/2006/relationships/oleObject" Target="../embeddings/oleObject454.bin"/><Relationship Id="rId39" Type="http://schemas.openxmlformats.org/officeDocument/2006/relationships/image" Target="../media/image429.wmf"/><Relationship Id="rId21" Type="http://schemas.openxmlformats.org/officeDocument/2006/relationships/image" Target="../media/image420.wmf"/><Relationship Id="rId34" Type="http://schemas.openxmlformats.org/officeDocument/2006/relationships/oleObject" Target="../embeddings/oleObject458.bin"/><Relationship Id="rId7" Type="http://schemas.openxmlformats.org/officeDocument/2006/relationships/image" Target="../media/image41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49.bin"/><Relationship Id="rId20" Type="http://schemas.openxmlformats.org/officeDocument/2006/relationships/oleObject" Target="../embeddings/oleObject451.bin"/><Relationship Id="rId29" Type="http://schemas.openxmlformats.org/officeDocument/2006/relationships/image" Target="../media/image424.wmf"/><Relationship Id="rId41" Type="http://schemas.openxmlformats.org/officeDocument/2006/relationships/image" Target="../media/image430.wmf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44.bin"/><Relationship Id="rId11" Type="http://schemas.openxmlformats.org/officeDocument/2006/relationships/image" Target="../media/image415.wmf"/><Relationship Id="rId24" Type="http://schemas.openxmlformats.org/officeDocument/2006/relationships/oleObject" Target="../embeddings/oleObject453.bin"/><Relationship Id="rId32" Type="http://schemas.openxmlformats.org/officeDocument/2006/relationships/oleObject" Target="../embeddings/oleObject457.bin"/><Relationship Id="rId37" Type="http://schemas.openxmlformats.org/officeDocument/2006/relationships/image" Target="../media/image428.wmf"/><Relationship Id="rId40" Type="http://schemas.openxmlformats.org/officeDocument/2006/relationships/oleObject" Target="../embeddings/oleObject461.bin"/><Relationship Id="rId5" Type="http://schemas.openxmlformats.org/officeDocument/2006/relationships/image" Target="../media/image412.wmf"/><Relationship Id="rId15" Type="http://schemas.openxmlformats.org/officeDocument/2006/relationships/image" Target="../media/image417.wmf"/><Relationship Id="rId23" Type="http://schemas.openxmlformats.org/officeDocument/2006/relationships/image" Target="../media/image421.wmf"/><Relationship Id="rId28" Type="http://schemas.openxmlformats.org/officeDocument/2006/relationships/oleObject" Target="../embeddings/oleObject455.bin"/><Relationship Id="rId36" Type="http://schemas.openxmlformats.org/officeDocument/2006/relationships/oleObject" Target="../embeddings/oleObject459.bin"/><Relationship Id="rId10" Type="http://schemas.openxmlformats.org/officeDocument/2006/relationships/oleObject" Target="../embeddings/oleObject446.bin"/><Relationship Id="rId19" Type="http://schemas.openxmlformats.org/officeDocument/2006/relationships/image" Target="../media/image419.wmf"/><Relationship Id="rId31" Type="http://schemas.openxmlformats.org/officeDocument/2006/relationships/image" Target="../media/image425.wmf"/><Relationship Id="rId4" Type="http://schemas.openxmlformats.org/officeDocument/2006/relationships/oleObject" Target="../embeddings/oleObject443.bin"/><Relationship Id="rId9" Type="http://schemas.openxmlformats.org/officeDocument/2006/relationships/image" Target="../media/image414.wmf"/><Relationship Id="rId14" Type="http://schemas.openxmlformats.org/officeDocument/2006/relationships/oleObject" Target="../embeddings/oleObject448.bin"/><Relationship Id="rId22" Type="http://schemas.openxmlformats.org/officeDocument/2006/relationships/oleObject" Target="../embeddings/oleObject452.bin"/><Relationship Id="rId27" Type="http://schemas.openxmlformats.org/officeDocument/2006/relationships/image" Target="../media/image423.wmf"/><Relationship Id="rId30" Type="http://schemas.openxmlformats.org/officeDocument/2006/relationships/oleObject" Target="../embeddings/oleObject456.bin"/><Relationship Id="rId35" Type="http://schemas.openxmlformats.org/officeDocument/2006/relationships/image" Target="../media/image427.wmf"/><Relationship Id="rId8" Type="http://schemas.openxmlformats.org/officeDocument/2006/relationships/oleObject" Target="../embeddings/oleObject445.bin"/><Relationship Id="rId3" Type="http://schemas.openxmlformats.org/officeDocument/2006/relationships/notesSlide" Target="../notesSlides/notesSlide18.xml"/><Relationship Id="rId12" Type="http://schemas.openxmlformats.org/officeDocument/2006/relationships/oleObject" Target="../embeddings/oleObject447.bin"/><Relationship Id="rId17" Type="http://schemas.openxmlformats.org/officeDocument/2006/relationships/image" Target="../media/image418.wmf"/><Relationship Id="rId25" Type="http://schemas.openxmlformats.org/officeDocument/2006/relationships/image" Target="../media/image422.wmf"/><Relationship Id="rId33" Type="http://schemas.openxmlformats.org/officeDocument/2006/relationships/image" Target="../media/image426.wmf"/><Relationship Id="rId38" Type="http://schemas.openxmlformats.org/officeDocument/2006/relationships/oleObject" Target="../embeddings/oleObject460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6CF5E-CE1B-4E1D-A1EB-A25273EC4F29}"/>
              </a:ext>
            </a:extLst>
          </p:cNvPr>
          <p:cNvSpPr txBox="1">
            <a:spLocks/>
          </p:cNvSpPr>
          <p:nvPr/>
        </p:nvSpPr>
        <p:spPr>
          <a:xfrm>
            <a:off x="755576" y="144500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  定积分的应用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6AF1AF-DB0C-4A92-8BB5-10C68FAB6699}"/>
              </a:ext>
            </a:extLst>
          </p:cNvPr>
          <p:cNvSpPr txBox="1">
            <a:spLocks/>
          </p:cNvSpPr>
          <p:nvPr/>
        </p:nvSpPr>
        <p:spPr>
          <a:xfrm>
            <a:off x="1547664" y="2931790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定积分在几何学上的应用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1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476" name="Picture 12" descr="https://gimg2.baidu.com/image_search/src=http%3A%2F%2Ffile.qingchenwang.com%2Fpptbg%2Fchouxiang%2F2019-02-20%2Fqcw_20661ad774e24390fb001fdd36383722.jpg&amp;refer=http%3A%2F%2Ffile.qingchenwang.com&amp;app=2002&amp;size=f9999,10000&amp;q=a80&amp;n=0&amp;g=0n&amp;fmt=jpeg?sec=1641495804&amp;t=be7cbcc4fb6fc0041eb2e4091c202dee">
            <a:extLst>
              <a:ext uri="{FF2B5EF4-FFF2-40B4-BE49-F238E27FC236}">
                <a16:creationId xmlns:a16="http://schemas.microsoft.com/office/drawing/2014/main" id="{7A6AA227-69E2-4923-A59E-92AA8B54A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9482"/>
            <a:ext cx="9036496" cy="336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1055">
            <a:extLst>
              <a:ext uri="{FF2B5EF4-FFF2-40B4-BE49-F238E27FC236}">
                <a16:creationId xmlns:a16="http://schemas.microsoft.com/office/drawing/2014/main" id="{7DB06B93-0A5B-4A1C-B574-4E27A22A3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764" y="2988578"/>
            <a:ext cx="4724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一、 平面图形的面积</a:t>
            </a:r>
          </a:p>
        </p:txBody>
      </p:sp>
      <p:sp>
        <p:nvSpPr>
          <p:cNvPr id="4" name="Text Box 1058">
            <a:hlinkClick r:id="rId3" action="ppaction://hlinksldjump"/>
            <a:extLst>
              <a:ext uri="{FF2B5EF4-FFF2-40B4-BE49-F238E27FC236}">
                <a16:creationId xmlns:a16="http://schemas.microsoft.com/office/drawing/2014/main" id="{E9CBCC04-4179-426F-AA0C-654B2DE8B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934" y="3819427"/>
            <a:ext cx="464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二、 平面曲线的弧长 </a:t>
            </a:r>
          </a:p>
        </p:txBody>
      </p:sp>
    </p:spTree>
    <p:extLst>
      <p:ext uri="{BB962C8B-B14F-4D97-AF65-F5344CB8AC3E}">
        <p14:creationId xmlns:p14="http://schemas.microsoft.com/office/powerpoint/2010/main" val="252908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8E29B886-9918-40B3-99DC-B86378B6D412}"/>
              </a:ext>
            </a:extLst>
          </p:cNvPr>
          <p:cNvSpPr/>
          <p:nvPr/>
        </p:nvSpPr>
        <p:spPr>
          <a:xfrm>
            <a:off x="6278757" y="957140"/>
            <a:ext cx="1875692" cy="1373945"/>
          </a:xfrm>
          <a:custGeom>
            <a:avLst/>
            <a:gdLst>
              <a:gd name="connsiteX0" fmla="*/ 0 w 1875692"/>
              <a:gd name="connsiteY0" fmla="*/ 525194 h 1373945"/>
              <a:gd name="connsiteX1" fmla="*/ 220394 w 1875692"/>
              <a:gd name="connsiteY1" fmla="*/ 328247 h 1373945"/>
              <a:gd name="connsiteX2" fmla="*/ 314178 w 1875692"/>
              <a:gd name="connsiteY2" fmla="*/ 257908 h 1373945"/>
              <a:gd name="connsiteX3" fmla="*/ 501747 w 1875692"/>
              <a:gd name="connsiteY3" fmla="*/ 164123 h 1373945"/>
              <a:gd name="connsiteX4" fmla="*/ 595532 w 1875692"/>
              <a:gd name="connsiteY4" fmla="*/ 154745 h 1373945"/>
              <a:gd name="connsiteX5" fmla="*/ 670560 w 1875692"/>
              <a:gd name="connsiteY5" fmla="*/ 154745 h 1373945"/>
              <a:gd name="connsiteX6" fmla="*/ 764344 w 1875692"/>
              <a:gd name="connsiteY6" fmla="*/ 187570 h 1373945"/>
              <a:gd name="connsiteX7" fmla="*/ 980049 w 1875692"/>
              <a:gd name="connsiteY7" fmla="*/ 290733 h 1373945"/>
              <a:gd name="connsiteX8" fmla="*/ 1092590 w 1875692"/>
              <a:gd name="connsiteY8" fmla="*/ 365760 h 1373945"/>
              <a:gd name="connsiteX9" fmla="*/ 1205132 w 1875692"/>
              <a:gd name="connsiteY9" fmla="*/ 407963 h 1373945"/>
              <a:gd name="connsiteX10" fmla="*/ 1275470 w 1875692"/>
              <a:gd name="connsiteY10" fmla="*/ 407963 h 1373945"/>
              <a:gd name="connsiteX11" fmla="*/ 1294227 w 1875692"/>
              <a:gd name="connsiteY11" fmla="*/ 417342 h 1373945"/>
              <a:gd name="connsiteX12" fmla="*/ 1364566 w 1875692"/>
              <a:gd name="connsiteY12" fmla="*/ 393896 h 1373945"/>
              <a:gd name="connsiteX13" fmla="*/ 1477107 w 1875692"/>
              <a:gd name="connsiteY13" fmla="*/ 347003 h 1373945"/>
              <a:gd name="connsiteX14" fmla="*/ 1575581 w 1875692"/>
              <a:gd name="connsiteY14" fmla="*/ 281354 h 1373945"/>
              <a:gd name="connsiteX15" fmla="*/ 1617784 w 1875692"/>
              <a:gd name="connsiteY15" fmla="*/ 239151 h 1373945"/>
              <a:gd name="connsiteX16" fmla="*/ 1875692 w 1875692"/>
              <a:gd name="connsiteY16" fmla="*/ 0 h 1373945"/>
              <a:gd name="connsiteX17" fmla="*/ 1871003 w 1875692"/>
              <a:gd name="connsiteY17" fmla="*/ 1373945 h 1373945"/>
              <a:gd name="connsiteX18" fmla="*/ 0 w 1875692"/>
              <a:gd name="connsiteY18" fmla="*/ 1369256 h 1373945"/>
              <a:gd name="connsiteX19" fmla="*/ 0 w 1875692"/>
              <a:gd name="connsiteY19" fmla="*/ 525194 h 137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75692" h="1373945">
                <a:moveTo>
                  <a:pt x="0" y="525194"/>
                </a:moveTo>
                <a:lnTo>
                  <a:pt x="220394" y="328247"/>
                </a:lnTo>
                <a:lnTo>
                  <a:pt x="314178" y="257908"/>
                </a:lnTo>
                <a:lnTo>
                  <a:pt x="501747" y="164123"/>
                </a:lnTo>
                <a:lnTo>
                  <a:pt x="595532" y="154745"/>
                </a:lnTo>
                <a:lnTo>
                  <a:pt x="670560" y="154745"/>
                </a:lnTo>
                <a:lnTo>
                  <a:pt x="764344" y="187570"/>
                </a:lnTo>
                <a:lnTo>
                  <a:pt x="980049" y="290733"/>
                </a:lnTo>
                <a:lnTo>
                  <a:pt x="1092590" y="365760"/>
                </a:lnTo>
                <a:lnTo>
                  <a:pt x="1205132" y="407963"/>
                </a:lnTo>
                <a:lnTo>
                  <a:pt x="1275470" y="407963"/>
                </a:lnTo>
                <a:lnTo>
                  <a:pt x="1294227" y="417342"/>
                </a:lnTo>
                <a:lnTo>
                  <a:pt x="1364566" y="393896"/>
                </a:lnTo>
                <a:lnTo>
                  <a:pt x="1477107" y="347003"/>
                </a:lnTo>
                <a:lnTo>
                  <a:pt x="1575581" y="281354"/>
                </a:lnTo>
                <a:lnTo>
                  <a:pt x="1617784" y="239151"/>
                </a:lnTo>
                <a:lnTo>
                  <a:pt x="1875692" y="0"/>
                </a:lnTo>
                <a:lnTo>
                  <a:pt x="1871003" y="1373945"/>
                </a:lnTo>
                <a:lnTo>
                  <a:pt x="0" y="1369256"/>
                </a:lnTo>
                <a:lnTo>
                  <a:pt x="0" y="52519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7307" y="195486"/>
            <a:ext cx="3741758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平面图形的面积</a:t>
            </a:r>
          </a:p>
        </p:txBody>
      </p:sp>
      <p:sp>
        <p:nvSpPr>
          <p:cNvPr id="166916" name="Text Box 4">
            <a:extLst>
              <a:ext uri="{FF2B5EF4-FFF2-40B4-BE49-F238E27FC236}">
                <a16:creationId xmlns:a16="http://schemas.microsoft.com/office/drawing/2014/main" id="{EF39A990-7B9D-4E75-8E24-D0F5D6087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83" y="707605"/>
            <a:ext cx="2571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1.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直角坐标情形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FAF3AAF-B2E8-4AD0-B285-868CCA18AD79}"/>
              </a:ext>
            </a:extLst>
          </p:cNvPr>
          <p:cNvGrpSpPr/>
          <p:nvPr/>
        </p:nvGrpSpPr>
        <p:grpSpPr>
          <a:xfrm>
            <a:off x="467882" y="1176959"/>
            <a:ext cx="4949814" cy="490112"/>
            <a:chOff x="664953" y="1467154"/>
            <a:chExt cx="4949814" cy="490112"/>
          </a:xfrm>
        </p:grpSpPr>
        <p:sp>
          <p:nvSpPr>
            <p:cNvPr id="166917" name="Text Box 5">
              <a:extLst>
                <a:ext uri="{FF2B5EF4-FFF2-40B4-BE49-F238E27FC236}">
                  <a16:creationId xmlns:a16="http://schemas.microsoft.com/office/drawing/2014/main" id="{60D24001-627F-41F6-B485-E813208F0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953" y="1495601"/>
              <a:ext cx="24460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（</a:t>
              </a:r>
              <a:r>
                <a:rPr kumimoji="1" lang="en-US" altLang="zh-CN" sz="2400" b="1" dirty="0">
                  <a:latin typeface="+mn-ea"/>
                  <a:ea typeface="+mn-ea"/>
                </a:rPr>
                <a:t>1</a:t>
              </a:r>
              <a:r>
                <a:rPr kumimoji="1" lang="zh-CN" altLang="en-US" sz="2400" b="1" dirty="0">
                  <a:latin typeface="+mn-ea"/>
                  <a:ea typeface="+mn-ea"/>
                </a:rPr>
                <a:t>）求曲线</a:t>
              </a:r>
            </a:p>
          </p:txBody>
        </p:sp>
        <p:graphicFrame>
          <p:nvGraphicFramePr>
            <p:cNvPr id="166918" name="Object 6">
              <a:extLst>
                <a:ext uri="{FF2B5EF4-FFF2-40B4-BE49-F238E27FC236}">
                  <a16:creationId xmlns:a16="http://schemas.microsoft.com/office/drawing/2014/main" id="{F8F927A9-65BC-47E9-8E16-F6FB16F69E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4468834"/>
                </p:ext>
              </p:extLst>
            </p:nvPr>
          </p:nvGraphicFramePr>
          <p:xfrm>
            <a:off x="2526981" y="1567481"/>
            <a:ext cx="170172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0" name="Equation" r:id="rId4" imgW="1701720" imgH="342720" progId="Equation.DSMT4">
                    <p:embed/>
                  </p:oleObj>
                </mc:Choice>
                <mc:Fallback>
                  <p:oleObj name="Equation" r:id="rId4" imgW="1701720" imgH="34272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6981" y="1567481"/>
                          <a:ext cx="170172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919" name="Text Box 7">
              <a:extLst>
                <a:ext uri="{FF2B5EF4-FFF2-40B4-BE49-F238E27FC236}">
                  <a16:creationId xmlns:a16="http://schemas.microsoft.com/office/drawing/2014/main" id="{8E0711A9-739D-4CD6-8054-7880E7D89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6017" y="1467154"/>
              <a:ext cx="14287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与直线</a:t>
              </a:r>
            </a:p>
          </p:txBody>
        </p:sp>
      </p:grpSp>
      <p:sp>
        <p:nvSpPr>
          <p:cNvPr id="166921" name="Text Box 9">
            <a:extLst>
              <a:ext uri="{FF2B5EF4-FFF2-40B4-BE49-F238E27FC236}">
                <a16:creationId xmlns:a16="http://schemas.microsoft.com/office/drawing/2014/main" id="{F58CC338-A32E-4714-AECD-A7D191796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07" y="1624582"/>
            <a:ext cx="494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及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E832ADC-DBD5-4DD4-ACB4-0AEC52ECA1A0}"/>
              </a:ext>
            </a:extLst>
          </p:cNvPr>
          <p:cNvGrpSpPr/>
          <p:nvPr/>
        </p:nvGrpSpPr>
        <p:grpSpPr>
          <a:xfrm>
            <a:off x="1963258" y="3701694"/>
            <a:ext cx="2883776" cy="633929"/>
            <a:chOff x="2160329" y="3991889"/>
            <a:chExt cx="2883776" cy="63392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9417B60-5AA4-483F-BC7C-ECF5F5BB2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329" y="3991889"/>
              <a:ext cx="2883776" cy="633929"/>
            </a:xfrm>
            <a:prstGeom prst="rect">
              <a:avLst/>
            </a:prstGeom>
            <a:solidFill>
              <a:srgbClr val="FFFF00"/>
            </a:solidFill>
            <a:ln w="19050" algn="ctr">
              <a:solidFill>
                <a:srgbClr val="FFC000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66943" name="Object 31">
              <a:extLst>
                <a:ext uri="{FF2B5EF4-FFF2-40B4-BE49-F238E27FC236}">
                  <a16:creationId xmlns:a16="http://schemas.microsoft.com/office/drawing/2014/main" id="{E9D909A6-B1CF-4B9B-85B1-C08AE82A9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1828347"/>
                </p:ext>
              </p:extLst>
            </p:nvPr>
          </p:nvGraphicFramePr>
          <p:xfrm>
            <a:off x="2160329" y="4028918"/>
            <a:ext cx="2616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1" name="Equation" r:id="rId6" imgW="2616120" imgH="596880" progId="Equation.DSMT4">
                    <p:embed/>
                  </p:oleObj>
                </mc:Choice>
                <mc:Fallback>
                  <p:oleObj name="Equation" r:id="rId6" imgW="2616120" imgH="596880" progId="Equation.DSMT4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329" y="4028918"/>
                          <a:ext cx="2616200" cy="596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6944" name="Text Box 32">
            <a:extLst>
              <a:ext uri="{FF2B5EF4-FFF2-40B4-BE49-F238E27FC236}">
                <a16:creationId xmlns:a16="http://schemas.microsoft.com/office/drawing/2014/main" id="{441D6CD0-C166-4422-A3D2-8A74E6F9D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5" y="2071633"/>
            <a:ext cx="2228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形面积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BF0A902E-8493-4D6D-852B-7B0A6F67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88" y="2749270"/>
            <a:ext cx="3417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2" name="Object 8">
            <a:extLst>
              <a:ext uri="{FF2B5EF4-FFF2-40B4-BE49-F238E27FC236}">
                <a16:creationId xmlns:a16="http://schemas.microsoft.com/office/drawing/2014/main" id="{3DBF05A8-1149-4CE1-A576-7B10CDB606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76279"/>
              </p:ext>
            </p:extLst>
          </p:nvPr>
        </p:nvGraphicFramePr>
        <p:xfrm>
          <a:off x="83908" y="1720932"/>
          <a:ext cx="24161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32" name="Microsoft 公式 3.0 中文版" r:id="rId8" imgW="2412720" imgH="342720" progId="Equation.DSMT4">
                  <p:embed/>
                </p:oleObj>
              </mc:Choice>
              <mc:Fallback>
                <p:oleObj name="Microsoft 公式 3.0 中文版" r:id="rId8" imgW="2412720" imgH="342720" progId="Equation.DSMT4">
                  <p:embed/>
                  <p:pic>
                    <p:nvPicPr>
                      <p:cNvPr id="166920" name="Object 8">
                        <a:extLst>
                          <a:ext uri="{FF2B5EF4-FFF2-40B4-BE49-F238E27FC236}">
                            <a16:creationId xmlns:a16="http://schemas.microsoft.com/office/drawing/2014/main" id="{64EF6F0F-8048-4233-AB68-E02E4B10F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08" y="1720932"/>
                        <a:ext cx="24161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9">
            <a:extLst>
              <a:ext uri="{FF2B5EF4-FFF2-40B4-BE49-F238E27FC236}">
                <a16:creationId xmlns:a16="http://schemas.microsoft.com/office/drawing/2014/main" id="{005008C4-BB45-4CFD-AC07-4D37E8665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586" y="1631074"/>
            <a:ext cx="20558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轴所围曲边梯</a:t>
            </a:r>
          </a:p>
        </p:txBody>
      </p:sp>
      <p:graphicFrame>
        <p:nvGraphicFramePr>
          <p:cNvPr id="44" name="Object 8">
            <a:extLst>
              <a:ext uri="{FF2B5EF4-FFF2-40B4-BE49-F238E27FC236}">
                <a16:creationId xmlns:a16="http://schemas.microsoft.com/office/drawing/2014/main" id="{F3033CA8-07C0-467C-91CC-9B8272E36F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864411"/>
              </p:ext>
            </p:extLst>
          </p:nvPr>
        </p:nvGraphicFramePr>
        <p:xfrm>
          <a:off x="2887200" y="1771286"/>
          <a:ext cx="2286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33" name="MathType 6.0 Equation" r:id="rId10" imgW="228600" imgH="266400" progId="Equation.DSMT4">
                  <p:embed/>
                </p:oleObj>
              </mc:Choice>
              <mc:Fallback>
                <p:oleObj name="MathType 6.0 Equation" r:id="rId10" imgW="228600" imgH="266400" progId="Equation.DSMT4">
                  <p:embed/>
                  <p:pic>
                    <p:nvPicPr>
                      <p:cNvPr id="42" name="Object 8">
                        <a:extLst>
                          <a:ext uri="{FF2B5EF4-FFF2-40B4-BE49-F238E27FC236}">
                            <a16:creationId xmlns:a16="http://schemas.microsoft.com/office/drawing/2014/main" id="{3DBF05A8-1149-4CE1-A576-7B10CDB606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200" y="1771286"/>
                        <a:ext cx="228600" cy="26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D1E92EA-006B-4CCC-8654-F51A772D0051}"/>
              </a:ext>
            </a:extLst>
          </p:cNvPr>
          <p:cNvCxnSpPr>
            <a:cxnSpLocks/>
          </p:cNvCxnSpPr>
          <p:nvPr/>
        </p:nvCxnSpPr>
        <p:spPr>
          <a:xfrm flipV="1">
            <a:off x="6705531" y="1275651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05A4F8A7-3DBB-4A16-9E01-33C6F80FF1D5}"/>
              </a:ext>
            </a:extLst>
          </p:cNvPr>
          <p:cNvSpPr/>
          <p:nvPr/>
        </p:nvSpPr>
        <p:spPr>
          <a:xfrm>
            <a:off x="6271810" y="958858"/>
            <a:ext cx="1885967" cy="533695"/>
          </a:xfrm>
          <a:custGeom>
            <a:avLst/>
            <a:gdLst>
              <a:gd name="connsiteX0" fmla="*/ 0 w 1786410"/>
              <a:gd name="connsiteY0" fmla="*/ 690342 h 690342"/>
              <a:gd name="connsiteX1" fmla="*/ 569229 w 1786410"/>
              <a:gd name="connsiteY1" fmla="*/ 205891 h 690342"/>
              <a:gd name="connsiteX2" fmla="*/ 1241404 w 1786410"/>
              <a:gd name="connsiteY2" fmla="*/ 538951 h 690342"/>
              <a:gd name="connsiteX3" fmla="*/ 1786410 w 1786410"/>
              <a:gd name="connsiteY3" fmla="*/ 0 h 69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410" h="690342">
                <a:moveTo>
                  <a:pt x="0" y="690342"/>
                </a:moveTo>
                <a:cubicBezTo>
                  <a:pt x="181164" y="460732"/>
                  <a:pt x="362328" y="231123"/>
                  <a:pt x="569229" y="205891"/>
                </a:cubicBezTo>
                <a:cubicBezTo>
                  <a:pt x="776130" y="180659"/>
                  <a:pt x="1038541" y="573266"/>
                  <a:pt x="1241404" y="538951"/>
                </a:cubicBezTo>
                <a:cubicBezTo>
                  <a:pt x="1444267" y="504636"/>
                  <a:pt x="1786410" y="0"/>
                  <a:pt x="178641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aphicFrame>
        <p:nvGraphicFramePr>
          <p:cNvPr id="48" name="Object 7">
            <a:extLst>
              <a:ext uri="{FF2B5EF4-FFF2-40B4-BE49-F238E27FC236}">
                <a16:creationId xmlns:a16="http://schemas.microsoft.com/office/drawing/2014/main" id="{AB287613-78CB-46D0-8F6D-53B523046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89374"/>
              </p:ext>
            </p:extLst>
          </p:nvPr>
        </p:nvGraphicFramePr>
        <p:xfrm>
          <a:off x="6743833" y="753141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34" name="MathType 6.0 Equation" r:id="rId12" imgW="1104840" imgH="342720" progId="Equation.DSMT4">
                  <p:embed/>
                </p:oleObj>
              </mc:Choice>
              <mc:Fallback>
                <p:oleObj name="MathType 6.0 Equation" r:id="rId12" imgW="1104840" imgH="342720" progId="Equation.DSMT4">
                  <p:embed/>
                  <p:pic>
                    <p:nvPicPr>
                      <p:cNvPr id="49" name="Object 7">
                        <a:extLst>
                          <a:ext uri="{FF2B5EF4-FFF2-40B4-BE49-F238E27FC236}">
                            <a16:creationId xmlns:a16="http://schemas.microsoft.com/office/drawing/2014/main" id="{F1448F00-1D9F-46EB-AD54-8673B32D5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833" y="753141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29189EAA-3DB9-42D9-A9A5-A3BB25F1A450}"/>
              </a:ext>
            </a:extLst>
          </p:cNvPr>
          <p:cNvGrpSpPr/>
          <p:nvPr/>
        </p:nvGrpSpPr>
        <p:grpSpPr>
          <a:xfrm>
            <a:off x="6161203" y="952530"/>
            <a:ext cx="2127008" cy="1744145"/>
            <a:chOff x="5278606" y="3512010"/>
            <a:chExt cx="2603005" cy="2325526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429F7C6-E5C7-4BA8-8588-053A4795BF51}"/>
                </a:ext>
              </a:extLst>
            </p:cNvPr>
            <p:cNvCxnSpPr/>
            <p:nvPr/>
          </p:nvCxnSpPr>
          <p:spPr>
            <a:xfrm>
              <a:off x="5416294" y="4215831"/>
              <a:ext cx="0" cy="1147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2E447D1-02AF-44DA-A47F-1F2CDC8923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6558" y="3512010"/>
              <a:ext cx="7732" cy="18611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2" name="Object 7">
              <a:extLst>
                <a:ext uri="{FF2B5EF4-FFF2-40B4-BE49-F238E27FC236}">
                  <a16:creationId xmlns:a16="http://schemas.microsoft.com/office/drawing/2014/main" id="{D30ED6F6-5E90-486A-A1D9-371AA6A1C1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7366486"/>
                </p:ext>
              </p:extLst>
            </p:nvPr>
          </p:nvGraphicFramePr>
          <p:xfrm>
            <a:off x="5278606" y="5530448"/>
            <a:ext cx="270720" cy="270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5" name="MathType 6.0 Equation" r:id="rId14" imgW="203040" imgH="203040" progId="Equation.DSMT4">
                    <p:embed/>
                  </p:oleObj>
                </mc:Choice>
                <mc:Fallback>
                  <p:oleObj name="MathType 6.0 Equation" r:id="rId14" imgW="203040" imgH="2030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F527D0D5-6E55-4887-BADA-60F222AECA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8606" y="5530448"/>
                          <a:ext cx="270720" cy="270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7">
              <a:extLst>
                <a:ext uri="{FF2B5EF4-FFF2-40B4-BE49-F238E27FC236}">
                  <a16:creationId xmlns:a16="http://schemas.microsoft.com/office/drawing/2014/main" id="{566555D4-461A-48B5-B3C4-9C3C4ABD52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0370733"/>
                </p:ext>
              </p:extLst>
            </p:nvPr>
          </p:nvGraphicFramePr>
          <p:xfrm>
            <a:off x="7627691" y="5465056"/>
            <a:ext cx="253920" cy="372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6" name="MathType 6.0 Equation" r:id="rId16" imgW="190440" imgH="279360" progId="Equation.DSMT4">
                    <p:embed/>
                  </p:oleObj>
                </mc:Choice>
                <mc:Fallback>
                  <p:oleObj name="MathType 6.0 Equation" r:id="rId16" imgW="190440" imgH="279360" progId="Equation.DSMT4">
                    <p:embed/>
                    <p:pic>
                      <p:nvPicPr>
                        <p:cNvPr id="55" name="Object 7">
                          <a:extLst>
                            <a:ext uri="{FF2B5EF4-FFF2-40B4-BE49-F238E27FC236}">
                              <a16:creationId xmlns:a16="http://schemas.microsoft.com/office/drawing/2014/main" id="{A859CD3B-E13E-4D74-9FD6-5C14171E2E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7691" y="5465056"/>
                          <a:ext cx="253920" cy="372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0D6B6F5-EB55-4D0F-B3A0-42F7A5777EA6}"/>
              </a:ext>
            </a:extLst>
          </p:cNvPr>
          <p:cNvGrpSpPr/>
          <p:nvPr/>
        </p:nvGrpSpPr>
        <p:grpSpPr>
          <a:xfrm>
            <a:off x="5194743" y="474335"/>
            <a:ext cx="3646652" cy="2301639"/>
            <a:chOff x="5169730" y="477838"/>
            <a:chExt cx="3646652" cy="2301639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F42CC4F-0B02-49DE-83A5-02E96A1753A5}"/>
                </a:ext>
              </a:extLst>
            </p:cNvPr>
            <p:cNvCxnSpPr>
              <a:cxnSpLocks/>
            </p:cNvCxnSpPr>
            <p:nvPr/>
          </p:nvCxnSpPr>
          <p:spPr>
            <a:xfrm>
              <a:off x="5169730" y="2338809"/>
              <a:ext cx="3551484" cy="80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40CF72C-50B7-476E-B952-27A1EC963C92}"/>
                </a:ext>
              </a:extLst>
            </p:cNvPr>
            <p:cNvCxnSpPr/>
            <p:nvPr/>
          </p:nvCxnSpPr>
          <p:spPr>
            <a:xfrm flipV="1">
              <a:off x="5682358" y="582607"/>
              <a:ext cx="0" cy="21968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C74A2570-D667-4A5D-BAA0-5D2AF8332E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377565"/>
                </p:ext>
              </p:extLst>
            </p:nvPr>
          </p:nvGraphicFramePr>
          <p:xfrm>
            <a:off x="5370513" y="477838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7" name="MathType 6.0 Equation" r:id="rId18" imgW="215640" imgH="266400" progId="Equation.DSMT4">
                    <p:embed/>
                  </p:oleObj>
                </mc:Choice>
                <mc:Fallback>
                  <p:oleObj name="MathType 6.0 Equation" r:id="rId18" imgW="215640" imgH="266400" progId="Equation.DSMT4">
                    <p:embed/>
                    <p:pic>
                      <p:nvPicPr>
                        <p:cNvPr id="56" name="Object 7">
                          <a:extLst>
                            <a:ext uri="{FF2B5EF4-FFF2-40B4-BE49-F238E27FC236}">
                              <a16:creationId xmlns:a16="http://schemas.microsoft.com/office/drawing/2014/main" id="{150DEC5F-5A80-4A83-BCDD-4E37BAC510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0513" y="477838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B7E07CC9-6BF4-47CE-AB86-CBE94FE2D3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6051589"/>
                </p:ext>
              </p:extLst>
            </p:nvPr>
          </p:nvGraphicFramePr>
          <p:xfrm>
            <a:off x="8625882" y="239323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8" name="MathType 6.0 Equation" r:id="rId20" imgW="190440" imgH="203040" progId="Equation.DSMT4">
                    <p:embed/>
                  </p:oleObj>
                </mc:Choice>
                <mc:Fallback>
                  <p:oleObj name="MathType 6.0 Equation" r:id="rId20" imgW="190440" imgH="20304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825A012C-A75E-42EB-A76C-F8D73D529C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5882" y="2393236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896AFE32-026C-4955-AF54-3082B511AC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8214274"/>
                </p:ext>
              </p:extLst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39" name="MathType 6.0 Equation" r:id="rId22" imgW="190440" imgH="203040" progId="Equation.DSMT4">
                    <p:embed/>
                  </p:oleObj>
                </mc:Choice>
                <mc:Fallback>
                  <p:oleObj name="MathType 6.0 Equation" r:id="rId22" imgW="190440" imgH="203040" progId="Equation.DSMT4">
                    <p:embed/>
                    <p:pic>
                      <p:nvPicPr>
                        <p:cNvPr id="58" name="Object 7">
                          <a:extLst>
                            <a:ext uri="{FF2B5EF4-FFF2-40B4-BE49-F238E27FC236}">
                              <a16:creationId xmlns:a16="http://schemas.microsoft.com/office/drawing/2014/main" id="{F58CA12E-0D90-47A1-AD19-F9CA14D7D6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5871DC7-8ED7-4F99-94DC-CDFD9D390DEA}"/>
              </a:ext>
            </a:extLst>
          </p:cNvPr>
          <p:cNvGrpSpPr/>
          <p:nvPr/>
        </p:nvGrpSpPr>
        <p:grpSpPr>
          <a:xfrm>
            <a:off x="6759353" y="1114682"/>
            <a:ext cx="1098311" cy="1575350"/>
            <a:chOff x="6340688" y="1337146"/>
            <a:chExt cx="1098311" cy="1575350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BEA5D9F-0754-46D6-A774-8654D02BD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6611" y="1337146"/>
              <a:ext cx="9888" cy="1217276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F0E75EF-B5AC-4EB8-89C7-7EBBAFE308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9474" y="1496441"/>
              <a:ext cx="0" cy="1059655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21E677FE-3815-425F-9AF9-D3065EC421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8890409"/>
                </p:ext>
              </p:extLst>
            </p:nvPr>
          </p:nvGraphicFramePr>
          <p:xfrm>
            <a:off x="6677239" y="2633136"/>
            <a:ext cx="76176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40" name="MathType 6.0 Equation" r:id="rId24" imgW="761760" imgH="279360" progId="Equation.DSMT4">
                    <p:embed/>
                  </p:oleObj>
                </mc:Choice>
                <mc:Fallback>
                  <p:oleObj name="MathType 6.0 Equation" r:id="rId24" imgW="761760" imgH="279360" progId="Equation.DSMT4">
                    <p:embed/>
                    <p:pic>
                      <p:nvPicPr>
                        <p:cNvPr id="65" name="对象 64">
                          <a:extLst>
                            <a:ext uri="{FF2B5EF4-FFF2-40B4-BE49-F238E27FC236}">
                              <a16:creationId xmlns:a16="http://schemas.microsoft.com/office/drawing/2014/main" id="{820277D6-32C5-4BDE-B601-0334310FB3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677239" y="2633136"/>
                          <a:ext cx="761760" cy="2793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9AF3F55F-59A3-4D54-B89B-138C8C8E29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244389"/>
                </p:ext>
              </p:extLst>
            </p:nvPr>
          </p:nvGraphicFramePr>
          <p:xfrm>
            <a:off x="6340688" y="2707219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141" name="MathType 6.0 Equation" r:id="rId26" imgW="190440" imgH="203040" progId="Equation.DSMT4">
                    <p:embed/>
                  </p:oleObj>
                </mc:Choice>
                <mc:Fallback>
                  <p:oleObj name="MathType 6.0 Equation" r:id="rId26" imgW="190440" imgH="203040" progId="Equation.DSMT4">
                    <p:embed/>
                    <p:pic>
                      <p:nvPicPr>
                        <p:cNvPr id="66" name="对象 65">
                          <a:extLst>
                            <a:ext uri="{FF2B5EF4-FFF2-40B4-BE49-F238E27FC236}">
                              <a16:creationId xmlns:a16="http://schemas.microsoft.com/office/drawing/2014/main" id="{B8A7E875-5D85-40B9-9A76-B275FDA1FF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340688" y="2707219"/>
                          <a:ext cx="190440" cy="2030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CB5DB69F-23F0-4A1D-B42D-3D812D44299B}"/>
              </a:ext>
            </a:extLst>
          </p:cNvPr>
          <p:cNvSpPr/>
          <p:nvPr/>
        </p:nvSpPr>
        <p:spPr>
          <a:xfrm>
            <a:off x="6856989" y="1114004"/>
            <a:ext cx="413955" cy="1216800"/>
          </a:xfrm>
          <a:prstGeom prst="rect">
            <a:avLst/>
          </a:prstGeom>
          <a:solidFill>
            <a:schemeClr val="tx2">
              <a:lumMod val="40000"/>
              <a:lumOff val="60000"/>
              <a:alpha val="69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B4C33A1-1222-4245-9F97-208CE95AF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958136"/>
              </p:ext>
            </p:extLst>
          </p:nvPr>
        </p:nvGraphicFramePr>
        <p:xfrm>
          <a:off x="2106150" y="2853421"/>
          <a:ext cx="156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42" name="Equation" r:id="rId28" imgW="1562040" imgH="342720" progId="Equation.DSMT4">
                  <p:embed/>
                </p:oleObj>
              </mc:Choice>
              <mc:Fallback>
                <p:oleObj name="Equation" r:id="rId28" imgW="1562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06150" y="2853421"/>
                        <a:ext cx="1562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2">
            <a:extLst>
              <a:ext uri="{FF2B5EF4-FFF2-40B4-BE49-F238E27FC236}">
                <a16:creationId xmlns:a16="http://schemas.microsoft.com/office/drawing/2014/main" id="{114A1B80-84C9-41C6-B519-D40F1C23F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1" y="3806340"/>
            <a:ext cx="3417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098F031-E294-43FE-AFC1-85B3D461B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076235"/>
              </p:ext>
            </p:extLst>
          </p:nvPr>
        </p:nvGraphicFramePr>
        <p:xfrm>
          <a:off x="6853684" y="1595485"/>
          <a:ext cx="38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143" name="Equation" r:id="rId30" imgW="380880" imgH="342720" progId="Equation.DSMT4">
                  <p:embed/>
                </p:oleObj>
              </mc:Choice>
              <mc:Fallback>
                <p:oleObj name="Equation" r:id="rId30" imgW="380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853684" y="1595485"/>
                        <a:ext cx="381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6916" grpId="0" autoUpdateAnimBg="0"/>
      <p:bldP spid="166921" grpId="0" autoUpdateAnimBg="0"/>
      <p:bldP spid="166944" grpId="0" autoUpdateAnimBg="0"/>
      <p:bldP spid="39" grpId="0" autoUpdateAnimBg="0"/>
      <p:bldP spid="43" grpId="0" autoUpdateAnimBg="0"/>
      <p:bldP spid="47" grpId="0" animBg="1"/>
      <p:bldP spid="65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051164-73A7-45B4-B9EC-2AB05ED0C85E}"/>
              </a:ext>
            </a:extLst>
          </p:cNvPr>
          <p:cNvSpPr/>
          <p:nvPr/>
        </p:nvSpPr>
        <p:spPr>
          <a:xfrm>
            <a:off x="5914288" y="686470"/>
            <a:ext cx="2156791" cy="1212573"/>
          </a:xfrm>
          <a:custGeom>
            <a:avLst/>
            <a:gdLst>
              <a:gd name="connsiteX0" fmla="*/ 4969 w 2156791"/>
              <a:gd name="connsiteY0" fmla="*/ 447260 h 1212573"/>
              <a:gd name="connsiteX1" fmla="*/ 233569 w 2156791"/>
              <a:gd name="connsiteY1" fmla="*/ 278295 h 1212573"/>
              <a:gd name="connsiteX2" fmla="*/ 531743 w 2156791"/>
              <a:gd name="connsiteY2" fmla="*/ 144117 h 1212573"/>
              <a:gd name="connsiteX3" fmla="*/ 675860 w 2156791"/>
              <a:gd name="connsiteY3" fmla="*/ 119269 h 1212573"/>
              <a:gd name="connsiteX4" fmla="*/ 790160 w 2156791"/>
              <a:gd name="connsiteY4" fmla="*/ 119269 h 1212573"/>
              <a:gd name="connsiteX5" fmla="*/ 1078395 w 2156791"/>
              <a:gd name="connsiteY5" fmla="*/ 223630 h 1212573"/>
              <a:gd name="connsiteX6" fmla="*/ 1381539 w 2156791"/>
              <a:gd name="connsiteY6" fmla="*/ 337930 h 1212573"/>
              <a:gd name="connsiteX7" fmla="*/ 1451113 w 2156791"/>
              <a:gd name="connsiteY7" fmla="*/ 337930 h 1212573"/>
              <a:gd name="connsiteX8" fmla="*/ 1480930 w 2156791"/>
              <a:gd name="connsiteY8" fmla="*/ 337930 h 1212573"/>
              <a:gd name="connsiteX9" fmla="*/ 1615108 w 2156791"/>
              <a:gd name="connsiteY9" fmla="*/ 318052 h 1212573"/>
              <a:gd name="connsiteX10" fmla="*/ 1774134 w 2156791"/>
              <a:gd name="connsiteY10" fmla="*/ 253447 h 1212573"/>
              <a:gd name="connsiteX11" fmla="*/ 1977887 w 2156791"/>
              <a:gd name="connsiteY11" fmla="*/ 114300 h 1212573"/>
              <a:gd name="connsiteX12" fmla="*/ 2156791 w 2156791"/>
              <a:gd name="connsiteY12" fmla="*/ 0 h 1212573"/>
              <a:gd name="connsiteX13" fmla="*/ 2141882 w 2156791"/>
              <a:gd name="connsiteY13" fmla="*/ 1078395 h 1212573"/>
              <a:gd name="connsiteX14" fmla="*/ 1958008 w 2156791"/>
              <a:gd name="connsiteY14" fmla="*/ 1033669 h 1212573"/>
              <a:gd name="connsiteX15" fmla="*/ 1545534 w 2156791"/>
              <a:gd name="connsiteY15" fmla="*/ 964095 h 1212573"/>
              <a:gd name="connsiteX16" fmla="*/ 1426265 w 2156791"/>
              <a:gd name="connsiteY16" fmla="*/ 944217 h 1212573"/>
              <a:gd name="connsiteX17" fmla="*/ 1247360 w 2156791"/>
              <a:gd name="connsiteY17" fmla="*/ 959126 h 1212573"/>
              <a:gd name="connsiteX18" fmla="*/ 1108213 w 2156791"/>
              <a:gd name="connsiteY18" fmla="*/ 983973 h 1212573"/>
              <a:gd name="connsiteX19" fmla="*/ 939247 w 2156791"/>
              <a:gd name="connsiteY19" fmla="*/ 1083365 h 1212573"/>
              <a:gd name="connsiteX20" fmla="*/ 770282 w 2156791"/>
              <a:gd name="connsiteY20" fmla="*/ 1192695 h 1212573"/>
              <a:gd name="connsiteX21" fmla="*/ 665921 w 2156791"/>
              <a:gd name="connsiteY21" fmla="*/ 1212573 h 1212573"/>
              <a:gd name="connsiteX22" fmla="*/ 382656 w 2156791"/>
              <a:gd name="connsiteY22" fmla="*/ 1147969 h 1212573"/>
              <a:gd name="connsiteX23" fmla="*/ 149087 w 2156791"/>
              <a:gd name="connsiteY23" fmla="*/ 1013791 h 1212573"/>
              <a:gd name="connsiteX24" fmla="*/ 0 w 2156791"/>
              <a:gd name="connsiteY24" fmla="*/ 939247 h 1212573"/>
              <a:gd name="connsiteX25" fmla="*/ 4969 w 2156791"/>
              <a:gd name="connsiteY25" fmla="*/ 447260 h 1212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156791" h="1212573">
                <a:moveTo>
                  <a:pt x="4969" y="447260"/>
                </a:moveTo>
                <a:lnTo>
                  <a:pt x="233569" y="278295"/>
                </a:lnTo>
                <a:lnTo>
                  <a:pt x="531743" y="144117"/>
                </a:lnTo>
                <a:lnTo>
                  <a:pt x="675860" y="119269"/>
                </a:lnTo>
                <a:lnTo>
                  <a:pt x="790160" y="119269"/>
                </a:lnTo>
                <a:lnTo>
                  <a:pt x="1078395" y="223630"/>
                </a:lnTo>
                <a:lnTo>
                  <a:pt x="1381539" y="337930"/>
                </a:lnTo>
                <a:lnTo>
                  <a:pt x="1451113" y="337930"/>
                </a:lnTo>
                <a:lnTo>
                  <a:pt x="1480930" y="337930"/>
                </a:lnTo>
                <a:lnTo>
                  <a:pt x="1615108" y="318052"/>
                </a:lnTo>
                <a:lnTo>
                  <a:pt x="1774134" y="253447"/>
                </a:lnTo>
                <a:lnTo>
                  <a:pt x="1977887" y="114300"/>
                </a:lnTo>
                <a:lnTo>
                  <a:pt x="2156791" y="0"/>
                </a:lnTo>
                <a:lnTo>
                  <a:pt x="2141882" y="1078395"/>
                </a:lnTo>
                <a:lnTo>
                  <a:pt x="1958008" y="1033669"/>
                </a:lnTo>
                <a:lnTo>
                  <a:pt x="1545534" y="964095"/>
                </a:lnTo>
                <a:lnTo>
                  <a:pt x="1426265" y="944217"/>
                </a:lnTo>
                <a:lnTo>
                  <a:pt x="1247360" y="959126"/>
                </a:lnTo>
                <a:lnTo>
                  <a:pt x="1108213" y="983973"/>
                </a:lnTo>
                <a:lnTo>
                  <a:pt x="939247" y="1083365"/>
                </a:lnTo>
                <a:lnTo>
                  <a:pt x="770282" y="1192695"/>
                </a:lnTo>
                <a:lnTo>
                  <a:pt x="665921" y="1212573"/>
                </a:lnTo>
                <a:lnTo>
                  <a:pt x="382656" y="1147969"/>
                </a:lnTo>
                <a:lnTo>
                  <a:pt x="149087" y="1013791"/>
                </a:lnTo>
                <a:lnTo>
                  <a:pt x="0" y="939247"/>
                </a:lnTo>
                <a:cubicBezTo>
                  <a:pt x="1656" y="775251"/>
                  <a:pt x="3313" y="611256"/>
                  <a:pt x="4969" y="44726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32">
            <a:extLst>
              <a:ext uri="{FF2B5EF4-FFF2-40B4-BE49-F238E27FC236}">
                <a16:creationId xmlns:a16="http://schemas.microsoft.com/office/drawing/2014/main" id="{92B0F127-C383-48CF-B13E-47C69388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34" y="156742"/>
            <a:ext cx="1113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(2)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设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F38A90C-870A-4BCE-AD95-E02EBC6AB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926447"/>
              </p:ext>
            </p:extLst>
          </p:nvPr>
        </p:nvGraphicFramePr>
        <p:xfrm>
          <a:off x="1736725" y="267494"/>
          <a:ext cx="28352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4" name="MathType 6.0 Equation" r:id="rId4" imgW="2844720" imgH="342720" progId="Equation.DSMT4">
                  <p:embed/>
                </p:oleObj>
              </mc:Choice>
              <mc:Fallback>
                <p:oleObj name="MathType 6.0 Equation" r:id="rId4" imgW="2844720" imgH="3427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267494"/>
                        <a:ext cx="283527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2">
            <a:extLst>
              <a:ext uri="{FF2B5EF4-FFF2-40B4-BE49-F238E27FC236}">
                <a16:creationId xmlns:a16="http://schemas.microsoft.com/office/drawing/2014/main" id="{5ADF50B3-53D1-4D52-A6AB-1172592D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7" y="639384"/>
            <a:ext cx="9446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求由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380D7BB-E97C-4821-8926-C3E1F8AD65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298478"/>
              </p:ext>
            </p:extLst>
          </p:nvPr>
        </p:nvGraphicFramePr>
        <p:xfrm>
          <a:off x="866848" y="728133"/>
          <a:ext cx="36798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5" name="MathType 6.0 Equation" r:id="rId6" imgW="3695400" imgH="342720" progId="Equation.DSMT4">
                  <p:embed/>
                </p:oleObj>
              </mc:Choice>
              <mc:Fallback>
                <p:oleObj name="MathType 6.0 Equation" r:id="rId6" imgW="3695400" imgH="342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848" y="728133"/>
                        <a:ext cx="36798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2">
            <a:extLst>
              <a:ext uri="{FF2B5EF4-FFF2-40B4-BE49-F238E27FC236}">
                <a16:creationId xmlns:a16="http://schemas.microsoft.com/office/drawing/2014/main" id="{2BA235F5-5F99-447F-8147-196922CFB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7" y="1129017"/>
            <a:ext cx="3176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所围曲边图形的面积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C9F543-D9E8-4668-A573-92D87BE57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953" y="3350895"/>
            <a:ext cx="3018643" cy="633929"/>
          </a:xfrm>
          <a:prstGeom prst="rect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78018818-A0B6-4D31-BB28-AF97B756E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712847"/>
              </p:ext>
            </p:extLst>
          </p:nvPr>
        </p:nvGraphicFramePr>
        <p:xfrm>
          <a:off x="2396011" y="2630716"/>
          <a:ext cx="23749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6" name="Equation" r:id="rId8" imgW="2654280" imgH="342720" progId="Equation.DSMT4">
                  <p:embed/>
                </p:oleObj>
              </mc:Choice>
              <mc:Fallback>
                <p:oleObj name="Equation" r:id="rId8" imgW="2654280" imgH="3427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011" y="2630716"/>
                        <a:ext cx="23749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>
            <a:extLst>
              <a:ext uri="{FF2B5EF4-FFF2-40B4-BE49-F238E27FC236}">
                <a16:creationId xmlns:a16="http://schemas.microsoft.com/office/drawing/2014/main" id="{17DA4E1B-D422-4C5A-8DEE-51874B160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420927"/>
              </p:ext>
            </p:extLst>
          </p:nvPr>
        </p:nvGraphicFramePr>
        <p:xfrm>
          <a:off x="1899235" y="3375713"/>
          <a:ext cx="2768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7" name="Equation" r:id="rId10" imgW="2768400" imgH="634680" progId="Equation.DSMT4">
                  <p:embed/>
                </p:oleObj>
              </mc:Choice>
              <mc:Fallback>
                <p:oleObj name="Equation" r:id="rId10" imgW="2768400" imgH="6346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235" y="3375713"/>
                        <a:ext cx="27686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6D0098D6-5519-41F0-B8A9-3FB80AB3927D}"/>
              </a:ext>
            </a:extLst>
          </p:cNvPr>
          <p:cNvGrpSpPr/>
          <p:nvPr/>
        </p:nvGrpSpPr>
        <p:grpSpPr>
          <a:xfrm>
            <a:off x="746962" y="1743735"/>
            <a:ext cx="4122374" cy="461666"/>
            <a:chOff x="982001" y="3630063"/>
            <a:chExt cx="5496494" cy="615555"/>
          </a:xfrm>
        </p:grpSpPr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4556D620-C94E-45AE-91AB-E1541B69A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001" y="3630063"/>
              <a:ext cx="72466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21" name="Object 8">
              <a:extLst>
                <a:ext uri="{FF2B5EF4-FFF2-40B4-BE49-F238E27FC236}">
                  <a16:creationId xmlns:a16="http://schemas.microsoft.com/office/drawing/2014/main" id="{2D5EE709-B05B-42B8-BA9C-201F0D88FD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2370915"/>
                </p:ext>
              </p:extLst>
            </p:nvPr>
          </p:nvGraphicFramePr>
          <p:xfrm>
            <a:off x="1468754" y="3731979"/>
            <a:ext cx="876300" cy="461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98" name="MathType 6.0 Equation" r:id="rId12" imgW="660240" imgH="342720" progId="Equation.DSMT4">
                    <p:embed/>
                  </p:oleObj>
                </mc:Choice>
                <mc:Fallback>
                  <p:oleObj name="MathType 6.0 Equation" r:id="rId12" imgW="660240" imgH="34272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8754" y="3731979"/>
                          <a:ext cx="876300" cy="4614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32">
              <a:extLst>
                <a:ext uri="{FF2B5EF4-FFF2-40B4-BE49-F238E27FC236}">
                  <a16:creationId xmlns:a16="http://schemas.microsoft.com/office/drawing/2014/main" id="{AA5AC1B5-FD2F-41C6-AD6B-5C54668D2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2644" y="3630065"/>
              <a:ext cx="2753481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B2C5E28-69B6-4936-A238-BC7663B9EC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4502453"/>
                </p:ext>
              </p:extLst>
            </p:nvPr>
          </p:nvGraphicFramePr>
          <p:xfrm>
            <a:off x="4763996" y="3746558"/>
            <a:ext cx="1714499" cy="440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99" name="MathType 6.0 Equation" r:id="rId14" imgW="1282680" imgH="330120" progId="Equation.DSMT4">
                    <p:embed/>
                  </p:oleObj>
                </mc:Choice>
                <mc:Fallback>
                  <p:oleObj name="MathType 6.0 Equation" r:id="rId14" imgW="1282680" imgH="3301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996" y="3746558"/>
                          <a:ext cx="1714499" cy="440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32">
            <a:extLst>
              <a:ext uri="{FF2B5EF4-FFF2-40B4-BE49-F238E27FC236}">
                <a16:creationId xmlns:a16="http://schemas.microsoft.com/office/drawing/2014/main" id="{66C1698A-5704-4332-896F-EBF9FCBF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55" y="2490743"/>
            <a:ext cx="1538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953ED3C2-C732-4EEB-9D7A-9AFF4FE6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75" y="3430296"/>
            <a:ext cx="14089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C93E905-AF6A-492B-871C-60E752E8D8D5}"/>
              </a:ext>
            </a:extLst>
          </p:cNvPr>
          <p:cNvCxnSpPr>
            <a:cxnSpLocks/>
          </p:cNvCxnSpPr>
          <p:nvPr/>
        </p:nvCxnSpPr>
        <p:spPr>
          <a:xfrm flipV="1">
            <a:off x="6655082" y="1410123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9DFB3D13-A5B8-4137-AA90-3A9719B47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409151"/>
              </p:ext>
            </p:extLst>
          </p:nvPr>
        </p:nvGraphicFramePr>
        <p:xfrm>
          <a:off x="6604643" y="500663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00" name="Equation" r:id="rId16" imgW="927000" imgH="304560" progId="Equation.DSMT4">
                  <p:embed/>
                </p:oleObj>
              </mc:Choice>
              <mc:Fallback>
                <p:oleObj name="Equation" r:id="rId16" imgW="927000" imgH="304560" progId="Equation.DSMT4">
                  <p:embed/>
                  <p:pic>
                    <p:nvPicPr>
                      <p:cNvPr id="30" name="Object 7">
                        <a:extLst>
                          <a:ext uri="{FF2B5EF4-FFF2-40B4-BE49-F238E27FC236}">
                            <a16:creationId xmlns:a16="http://schemas.microsoft.com/office/drawing/2014/main" id="{52C4D7F8-60A9-4FE2-878A-08D851054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643" y="500663"/>
                        <a:ext cx="927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0DEEE199-83F4-446A-8CF9-1225179745D7}"/>
              </a:ext>
            </a:extLst>
          </p:cNvPr>
          <p:cNvGrpSpPr/>
          <p:nvPr/>
        </p:nvGrpSpPr>
        <p:grpSpPr>
          <a:xfrm>
            <a:off x="5802956" y="667132"/>
            <a:ext cx="2362200" cy="2146519"/>
            <a:chOff x="5989723" y="670383"/>
            <a:chExt cx="2362200" cy="2146519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0FC3C11-031A-4369-8574-26A8E5CC95BF}"/>
                </a:ext>
              </a:extLst>
            </p:cNvPr>
            <p:cNvCxnSpPr>
              <a:cxnSpLocks/>
              <a:endCxn id="43" idx="3"/>
            </p:cNvCxnSpPr>
            <p:nvPr/>
          </p:nvCxnSpPr>
          <p:spPr>
            <a:xfrm flipH="1">
              <a:off x="8247039" y="670383"/>
              <a:ext cx="7286" cy="11035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47D81B5F-B832-455E-A1A7-8F9CF0D026D5}"/>
                </a:ext>
              </a:extLst>
            </p:cNvPr>
            <p:cNvSpPr/>
            <p:nvPr/>
          </p:nvSpPr>
          <p:spPr>
            <a:xfrm>
              <a:off x="6113246" y="680506"/>
              <a:ext cx="2137920" cy="449888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7D0B2E8-0DDE-4025-BF32-A84DD740B959}"/>
                </a:ext>
              </a:extLst>
            </p:cNvPr>
            <p:cNvCxnSpPr>
              <a:cxnSpLocks/>
            </p:cNvCxnSpPr>
            <p:nvPr/>
          </p:nvCxnSpPr>
          <p:spPr>
            <a:xfrm>
              <a:off x="6109119" y="1127127"/>
              <a:ext cx="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1" name="Object 7">
              <a:extLst>
                <a:ext uri="{FF2B5EF4-FFF2-40B4-BE49-F238E27FC236}">
                  <a16:creationId xmlns:a16="http://schemas.microsoft.com/office/drawing/2014/main" id="{57398EC9-2CFE-4F79-8014-AC3494837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7794751"/>
                </p:ext>
              </p:extLst>
            </p:nvPr>
          </p:nvGraphicFramePr>
          <p:xfrm>
            <a:off x="5989723" y="2570839"/>
            <a:ext cx="195262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1" name="Equation" r:id="rId18" imgW="177480" imgH="190440" progId="Equation.DSMT4">
                    <p:embed/>
                  </p:oleObj>
                </mc:Choice>
                <mc:Fallback>
                  <p:oleObj name="Equation" r:id="rId18" imgW="177480" imgH="190440" progId="Equation.DSMT4">
                    <p:embed/>
                    <p:pic>
                      <p:nvPicPr>
                        <p:cNvPr id="34" name="Object 7">
                          <a:extLst>
                            <a:ext uri="{FF2B5EF4-FFF2-40B4-BE49-F238E27FC236}">
                              <a16:creationId xmlns:a16="http://schemas.microsoft.com/office/drawing/2014/main" id="{98FEDE1D-1DEC-4027-990D-4C3FD612FE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9723" y="2570839"/>
                          <a:ext cx="195262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7">
              <a:extLst>
                <a:ext uri="{FF2B5EF4-FFF2-40B4-BE49-F238E27FC236}">
                  <a16:creationId xmlns:a16="http://schemas.microsoft.com/office/drawing/2014/main" id="{1AE58BD1-73DA-4377-AD0B-9A546364B5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3159978"/>
                </p:ext>
              </p:extLst>
            </p:nvPr>
          </p:nvGraphicFramePr>
          <p:xfrm>
            <a:off x="8186823" y="2562902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2" name="Equation" r:id="rId20" imgW="164880" imgH="253800" progId="Equation.DSMT4">
                    <p:embed/>
                  </p:oleObj>
                </mc:Choice>
                <mc:Fallback>
                  <p:oleObj name="Equation" r:id="rId20" imgW="164880" imgH="253800" progId="Equation.DSMT4">
                    <p:embed/>
                    <p:pic>
                      <p:nvPicPr>
                        <p:cNvPr id="35" name="Object 7">
                          <a:extLst>
                            <a:ext uri="{FF2B5EF4-FFF2-40B4-BE49-F238E27FC236}">
                              <a16:creationId xmlns:a16="http://schemas.microsoft.com/office/drawing/2014/main" id="{73CC555F-E1EF-4F35-B945-EC6FB58D1F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6823" y="2562902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6BCE8CA-64D4-43CE-AA42-2F41071162A2}"/>
                </a:ext>
              </a:extLst>
            </p:cNvPr>
            <p:cNvSpPr/>
            <p:nvPr/>
          </p:nvSpPr>
          <p:spPr>
            <a:xfrm>
              <a:off x="6109119" y="1629679"/>
              <a:ext cx="2137920" cy="272449"/>
            </a:xfrm>
            <a:custGeom>
              <a:avLst/>
              <a:gdLst>
                <a:gd name="connsiteX0" fmla="*/ 0 w 2037455"/>
                <a:gd name="connsiteY0" fmla="*/ 0 h 208694"/>
                <a:gd name="connsiteX1" fmla="*/ 613691 w 2037455"/>
                <a:gd name="connsiteY1" fmla="*/ 208655 h 208694"/>
                <a:gd name="connsiteX2" fmla="*/ 1178287 w 2037455"/>
                <a:gd name="connsiteY2" fmla="*/ 18410 h 208694"/>
                <a:gd name="connsiteX3" fmla="*/ 2037455 w 2037455"/>
                <a:gd name="connsiteY3" fmla="*/ 110464 h 20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455" h="208694">
                  <a:moveTo>
                    <a:pt x="0" y="0"/>
                  </a:moveTo>
                  <a:cubicBezTo>
                    <a:pt x="208655" y="102793"/>
                    <a:pt x="417310" y="205587"/>
                    <a:pt x="613691" y="208655"/>
                  </a:cubicBezTo>
                  <a:cubicBezTo>
                    <a:pt x="810072" y="211723"/>
                    <a:pt x="940993" y="34775"/>
                    <a:pt x="1178287" y="18410"/>
                  </a:cubicBezTo>
                  <a:cubicBezTo>
                    <a:pt x="1415581" y="2045"/>
                    <a:pt x="1896306" y="104327"/>
                    <a:pt x="2037455" y="110464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41DC30B-268B-4C90-8E27-E0AFDEA059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5853" y="1645953"/>
              <a:ext cx="5967" cy="83295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78353CF-6365-45AE-9DFF-E950DE7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249658" y="1773889"/>
              <a:ext cx="0" cy="703502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6" name="Object 7">
            <a:extLst>
              <a:ext uri="{FF2B5EF4-FFF2-40B4-BE49-F238E27FC236}">
                <a16:creationId xmlns:a16="http://schemas.microsoft.com/office/drawing/2014/main" id="{C0F507FE-0FB8-4D44-8954-6F9BCD2E4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13220"/>
              </p:ext>
            </p:extLst>
          </p:nvPr>
        </p:nvGraphicFramePr>
        <p:xfrm>
          <a:off x="5987309" y="1879610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03" name="Equation" r:id="rId22" imgW="914400" imgH="304560" progId="Equation.DSMT4">
                  <p:embed/>
                </p:oleObj>
              </mc:Choice>
              <mc:Fallback>
                <p:oleObj name="Equation" r:id="rId22" imgW="914400" imgH="304560" progId="Equation.DSMT4">
                  <p:embed/>
                  <p:pic>
                    <p:nvPicPr>
                      <p:cNvPr id="50" name="Object 7">
                        <a:extLst>
                          <a:ext uri="{FF2B5EF4-FFF2-40B4-BE49-F238E27FC236}">
                            <a16:creationId xmlns:a16="http://schemas.microsoft.com/office/drawing/2014/main" id="{60885064-7C05-40FB-9BCA-E0F2819A7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7309" y="1879610"/>
                        <a:ext cx="914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2F3D2263-EFD7-4DC5-9A72-83FA031D0F9C}"/>
              </a:ext>
            </a:extLst>
          </p:cNvPr>
          <p:cNvGrpSpPr/>
          <p:nvPr/>
        </p:nvGrpSpPr>
        <p:grpSpPr>
          <a:xfrm>
            <a:off x="6915793" y="929284"/>
            <a:ext cx="857250" cy="1903417"/>
            <a:chOff x="7102560" y="932535"/>
            <a:chExt cx="857250" cy="1903417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052500B-CED7-4A80-AEFB-33C50B6C6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0971" y="1026106"/>
              <a:ext cx="173" cy="62201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DAC1487-FEA4-473A-8752-0EEE73C229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121" y="932535"/>
              <a:ext cx="1" cy="73548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0905EC26-795B-4822-BA88-2034C56705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2945152"/>
                </p:ext>
              </p:extLst>
            </p:nvPr>
          </p:nvGraphicFramePr>
          <p:xfrm>
            <a:off x="7474035" y="2588302"/>
            <a:ext cx="4857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4" name="Equation" r:id="rId24" imgW="647640" imgH="253800" progId="Equation.DSMT4">
                    <p:embed/>
                  </p:oleObj>
                </mc:Choice>
                <mc:Fallback>
                  <p:oleObj name="Equation" r:id="rId24" imgW="647640" imgH="2538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03D8D29D-BF8F-40C0-AFDA-963E8489A8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474035" y="2588302"/>
                          <a:ext cx="485775" cy="247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B02D0E59-7B3D-44CE-A659-ED1092585C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603632"/>
                </p:ext>
              </p:extLst>
            </p:nvPr>
          </p:nvGraphicFramePr>
          <p:xfrm>
            <a:off x="7102560" y="2640689"/>
            <a:ext cx="177800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5" name="Equation" r:id="rId26" imgW="177480" imgH="190440" progId="Equation.DSMT4">
                    <p:embed/>
                  </p:oleObj>
                </mc:Choice>
                <mc:Fallback>
                  <p:oleObj name="Equation" r:id="rId26" imgW="177480" imgH="19044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6D10F344-E2C3-4BB9-9500-D4F70E54E4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7102560" y="2640689"/>
                          <a:ext cx="177800" cy="188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8A23B3D-203D-499A-8421-0E5C769FCC90}"/>
                </a:ext>
              </a:extLst>
            </p:cNvPr>
            <p:cNvCxnSpPr>
              <a:cxnSpLocks/>
            </p:cNvCxnSpPr>
            <p:nvPr/>
          </p:nvCxnSpPr>
          <p:spPr>
            <a:xfrm>
              <a:off x="7540971" y="1648123"/>
              <a:ext cx="0" cy="83295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60D1923-C099-4189-8F2E-BAF24E46A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7694" y="1694109"/>
              <a:ext cx="1992" cy="785204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87D5025-3BF9-4194-A934-BF0C4375FDC4}"/>
              </a:ext>
            </a:extLst>
          </p:cNvPr>
          <p:cNvGrpSpPr/>
          <p:nvPr/>
        </p:nvGrpSpPr>
        <p:grpSpPr>
          <a:xfrm>
            <a:off x="5144294" y="621313"/>
            <a:ext cx="3639987" cy="2289133"/>
            <a:chOff x="5169730" y="490344"/>
            <a:chExt cx="3639987" cy="2289133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ADE39E2-60F3-4182-8399-5567D74ECB07}"/>
                </a:ext>
              </a:extLst>
            </p:cNvPr>
            <p:cNvCxnSpPr>
              <a:cxnSpLocks/>
            </p:cNvCxnSpPr>
            <p:nvPr/>
          </p:nvCxnSpPr>
          <p:spPr>
            <a:xfrm>
              <a:off x="5169730" y="2338809"/>
              <a:ext cx="3551484" cy="80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F58D1018-F434-4FD4-8B48-7F8E3E558772}"/>
                </a:ext>
              </a:extLst>
            </p:cNvPr>
            <p:cNvCxnSpPr/>
            <p:nvPr/>
          </p:nvCxnSpPr>
          <p:spPr>
            <a:xfrm flipV="1">
              <a:off x="5682358" y="582607"/>
              <a:ext cx="0" cy="21968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3" name="Object 7">
              <a:extLst>
                <a:ext uri="{FF2B5EF4-FFF2-40B4-BE49-F238E27FC236}">
                  <a16:creationId xmlns:a16="http://schemas.microsoft.com/office/drawing/2014/main" id="{A0EAC16F-D50B-4CF1-8189-3F44F494A8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071373"/>
                </p:ext>
              </p:extLst>
            </p:nvPr>
          </p:nvGraphicFramePr>
          <p:xfrm>
            <a:off x="5383892" y="49034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6" name="Equation" r:id="rId28" imgW="190440" imgH="241200" progId="Equation.DSMT4">
                    <p:embed/>
                  </p:oleObj>
                </mc:Choice>
                <mc:Fallback>
                  <p:oleObj name="Equation" r:id="rId28" imgW="190440" imgH="24120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D895ACB6-1CCB-4CB5-A129-3C9E1347DF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3892" y="490344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7">
              <a:extLst>
                <a:ext uri="{FF2B5EF4-FFF2-40B4-BE49-F238E27FC236}">
                  <a16:creationId xmlns:a16="http://schemas.microsoft.com/office/drawing/2014/main" id="{199DAF77-E16F-49A0-A471-9781A7861B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5254311"/>
                </p:ext>
              </p:extLst>
            </p:nvPr>
          </p:nvGraphicFramePr>
          <p:xfrm>
            <a:off x="8631917" y="2400107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7" name="Equation" r:id="rId30" imgW="177480" imgH="190440" progId="Equation.DSMT4">
                    <p:embed/>
                  </p:oleObj>
                </mc:Choice>
                <mc:Fallback>
                  <p:oleObj name="Equation" r:id="rId30" imgW="177480" imgH="190440" progId="Equation.DSMT4">
                    <p:embed/>
                    <p:pic>
                      <p:nvPicPr>
                        <p:cNvPr id="40" name="Object 7">
                          <a:extLst>
                            <a:ext uri="{FF2B5EF4-FFF2-40B4-BE49-F238E27FC236}">
                              <a16:creationId xmlns:a16="http://schemas.microsoft.com/office/drawing/2014/main" id="{4EECA728-1256-4F4A-92C5-0BA94E15E1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1917" y="2400107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7">
              <a:extLst>
                <a:ext uri="{FF2B5EF4-FFF2-40B4-BE49-F238E27FC236}">
                  <a16:creationId xmlns:a16="http://schemas.microsoft.com/office/drawing/2014/main" id="{7B182C08-5E40-416A-8D6C-9A1B852B42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311909"/>
                </p:ext>
              </p:extLst>
            </p:nvPr>
          </p:nvGraphicFramePr>
          <p:xfrm>
            <a:off x="5401354" y="2362007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08" name="Equation" r:id="rId32" imgW="228600" imgH="241200" progId="Equation.DSMT4">
                    <p:embed/>
                  </p:oleObj>
                </mc:Choice>
                <mc:Fallback>
                  <p:oleObj name="Equation" r:id="rId32" imgW="228600" imgH="241200" progId="Equation.DSMT4">
                    <p:embed/>
                    <p:pic>
                      <p:nvPicPr>
                        <p:cNvPr id="41" name="Object 7">
                          <a:extLst>
                            <a:ext uri="{FF2B5EF4-FFF2-40B4-BE49-F238E27FC236}">
                              <a16:creationId xmlns:a16="http://schemas.microsoft.com/office/drawing/2014/main" id="{DF3BE621-1E03-424C-B6D3-B128E239A7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1354" y="2362007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F5DE4128-8D05-425D-BD6C-4300619BD309}"/>
              </a:ext>
            </a:extLst>
          </p:cNvPr>
          <p:cNvSpPr/>
          <p:nvPr/>
        </p:nvSpPr>
        <p:spPr>
          <a:xfrm>
            <a:off x="7061741" y="939474"/>
            <a:ext cx="292199" cy="730800"/>
          </a:xfrm>
          <a:prstGeom prst="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4" name="Object 31">
            <a:extLst>
              <a:ext uri="{FF2B5EF4-FFF2-40B4-BE49-F238E27FC236}">
                <a16:creationId xmlns:a16="http://schemas.microsoft.com/office/drawing/2014/main" id="{5FF493EC-BCA4-4D3E-9A42-CCEA427CD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892476"/>
              </p:ext>
            </p:extLst>
          </p:nvPr>
        </p:nvGraphicFramePr>
        <p:xfrm>
          <a:off x="4796747" y="3358470"/>
          <a:ext cx="2946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09" name="MathType 6.0 Equation" r:id="rId34" imgW="2946240" imgH="634680" progId="Equation.DSMT4">
                  <p:embed/>
                </p:oleObj>
              </mc:Choice>
              <mc:Fallback>
                <p:oleObj name="MathType 6.0 Equation" r:id="rId34" imgW="2946240" imgH="634680" progId="Equation.DSMT4">
                  <p:embed/>
                  <p:pic>
                    <p:nvPicPr>
                      <p:cNvPr id="18" name="Object 31">
                        <a:extLst>
                          <a:ext uri="{FF2B5EF4-FFF2-40B4-BE49-F238E27FC236}">
                            <a16:creationId xmlns:a16="http://schemas.microsoft.com/office/drawing/2014/main" id="{17DA4E1B-D422-4C5A-8DEE-51874B160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747" y="3358470"/>
                        <a:ext cx="2946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F18EFB1-8C95-4E0B-B92E-C49E7B95F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334219"/>
              </p:ext>
            </p:extLst>
          </p:nvPr>
        </p:nvGraphicFramePr>
        <p:xfrm>
          <a:off x="7031681" y="1172176"/>
          <a:ext cx="33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0" name="Equation" r:id="rId36" imgW="330120" imgH="304560" progId="Equation.DSMT4">
                  <p:embed/>
                </p:oleObj>
              </mc:Choice>
              <mc:Fallback>
                <p:oleObj name="Equation" r:id="rId36" imgW="33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031681" y="1172176"/>
                        <a:ext cx="330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847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utoUpdateAnimBg="0"/>
      <p:bldP spid="6" grpId="0" autoUpdateAnimBg="0"/>
      <p:bldP spid="10" grpId="0" autoUpdateAnimBg="0"/>
      <p:bldP spid="16" grpId="0" animBg="1"/>
      <p:bldP spid="25" grpId="0" autoUpdateAnimBg="0"/>
      <p:bldP spid="26" grpId="0" autoUpdateAnimBg="0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4E4F23BE-AF97-4157-B07F-20E15CFB0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74" y="469461"/>
            <a:ext cx="9454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推广</a:t>
            </a:r>
            <a:endParaRPr kumimoji="1" lang="en-US" altLang="zh-CN" sz="2400" b="1" dirty="0">
              <a:solidFill>
                <a:srgbClr val="3366FF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BAFC8FBA-783D-4FAD-8BA4-5E451EEC1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183" y="495351"/>
            <a:ext cx="119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若曲线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11720A0-686D-43D2-9CDE-13D5AB99F2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970288"/>
              </p:ext>
            </p:extLst>
          </p:nvPr>
        </p:nvGraphicFramePr>
        <p:xfrm>
          <a:off x="2699792" y="555526"/>
          <a:ext cx="225266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30" name="MathType 6.0 Equation" r:id="rId4" imgW="2260440" imgH="342720" progId="Equation.DSMT4">
                  <p:embed/>
                </p:oleObj>
              </mc:Choice>
              <mc:Fallback>
                <p:oleObj name="MathType 6.0 Equation" r:id="rId4" imgW="2260440" imgH="34272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EDC9FEBC-BA14-4BC1-A210-6A39244DB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555526"/>
                        <a:ext cx="2252662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2">
            <a:extLst>
              <a:ext uri="{FF2B5EF4-FFF2-40B4-BE49-F238E27FC236}">
                <a16:creationId xmlns:a16="http://schemas.microsoft.com/office/drawing/2014/main" id="{57CAFBF4-99EF-4CD6-9F43-3E0DCB802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812" y="469460"/>
            <a:ext cx="2677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上下交叉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，其面积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" name="Object 31">
            <a:extLst>
              <a:ext uri="{FF2B5EF4-FFF2-40B4-BE49-F238E27FC236}">
                <a16:creationId xmlns:a16="http://schemas.microsoft.com/office/drawing/2014/main" id="{E11260CC-075A-4F64-BF86-59880A2F4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602093"/>
              </p:ext>
            </p:extLst>
          </p:nvPr>
        </p:nvGraphicFramePr>
        <p:xfrm>
          <a:off x="2987824" y="991300"/>
          <a:ext cx="2692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31" name="MathType 6.0 Equation" r:id="rId6" imgW="2692080" imgH="634680" progId="Equation.DSMT4">
                  <p:embed/>
                </p:oleObj>
              </mc:Choice>
              <mc:Fallback>
                <p:oleObj name="MathType 6.0 Equation" r:id="rId6" imgW="2692080" imgH="634680" progId="Equation.DSMT4">
                  <p:embed/>
                  <p:pic>
                    <p:nvPicPr>
                      <p:cNvPr id="59" name="Object 31">
                        <a:extLst>
                          <a:ext uri="{FF2B5EF4-FFF2-40B4-BE49-F238E27FC236}">
                            <a16:creationId xmlns:a16="http://schemas.microsoft.com/office/drawing/2014/main" id="{E0178602-0C51-42C7-AFEA-230F199DAD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991300"/>
                        <a:ext cx="2692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组合 75">
            <a:extLst>
              <a:ext uri="{FF2B5EF4-FFF2-40B4-BE49-F238E27FC236}">
                <a16:creationId xmlns:a16="http://schemas.microsoft.com/office/drawing/2014/main" id="{0F213AFC-69D2-4855-AE54-7B7CD1FC19BA}"/>
              </a:ext>
            </a:extLst>
          </p:cNvPr>
          <p:cNvGrpSpPr/>
          <p:nvPr/>
        </p:nvGrpSpPr>
        <p:grpSpPr>
          <a:xfrm>
            <a:off x="2622123" y="2008510"/>
            <a:ext cx="3639548" cy="2288815"/>
            <a:chOff x="2550115" y="2368550"/>
            <a:chExt cx="3639548" cy="2288815"/>
          </a:xfrm>
        </p:grpSpPr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479CA996-2338-40B5-8806-7F807D5817F3}"/>
                </a:ext>
              </a:extLst>
            </p:cNvPr>
            <p:cNvSpPr/>
            <p:nvPr/>
          </p:nvSpPr>
          <p:spPr>
            <a:xfrm>
              <a:off x="4343400" y="3124852"/>
              <a:ext cx="1080130" cy="827646"/>
            </a:xfrm>
            <a:custGeom>
              <a:avLst/>
              <a:gdLst>
                <a:gd name="connsiteX0" fmla="*/ 0 w 1080130"/>
                <a:gd name="connsiteY0" fmla="*/ 469686 h 808645"/>
                <a:gd name="connsiteX1" fmla="*/ 39414 w 1080130"/>
                <a:gd name="connsiteY1" fmla="*/ 453920 h 808645"/>
                <a:gd name="connsiteX2" fmla="*/ 78828 w 1080130"/>
                <a:gd name="connsiteY2" fmla="*/ 406624 h 808645"/>
                <a:gd name="connsiteX3" fmla="*/ 102476 w 1080130"/>
                <a:gd name="connsiteY3" fmla="*/ 382976 h 808645"/>
                <a:gd name="connsiteX4" fmla="*/ 118241 w 1080130"/>
                <a:gd name="connsiteY4" fmla="*/ 359327 h 808645"/>
                <a:gd name="connsiteX5" fmla="*/ 165538 w 1080130"/>
                <a:gd name="connsiteY5" fmla="*/ 319914 h 808645"/>
                <a:gd name="connsiteX6" fmla="*/ 212834 w 1080130"/>
                <a:gd name="connsiteY6" fmla="*/ 272617 h 808645"/>
                <a:gd name="connsiteX7" fmla="*/ 260131 w 1080130"/>
                <a:gd name="connsiteY7" fmla="*/ 241086 h 808645"/>
                <a:gd name="connsiteX8" fmla="*/ 299545 w 1080130"/>
                <a:gd name="connsiteY8" fmla="*/ 209555 h 808645"/>
                <a:gd name="connsiteX9" fmla="*/ 323193 w 1080130"/>
                <a:gd name="connsiteY9" fmla="*/ 185907 h 808645"/>
                <a:gd name="connsiteX10" fmla="*/ 346841 w 1080130"/>
                <a:gd name="connsiteY10" fmla="*/ 170141 h 808645"/>
                <a:gd name="connsiteX11" fmla="*/ 394138 w 1080130"/>
                <a:gd name="connsiteY11" fmla="*/ 138610 h 808645"/>
                <a:gd name="connsiteX12" fmla="*/ 417786 w 1080130"/>
                <a:gd name="connsiteY12" fmla="*/ 114962 h 808645"/>
                <a:gd name="connsiteX13" fmla="*/ 441434 w 1080130"/>
                <a:gd name="connsiteY13" fmla="*/ 107079 h 808645"/>
                <a:gd name="connsiteX14" fmla="*/ 465083 w 1080130"/>
                <a:gd name="connsiteY14" fmla="*/ 91314 h 808645"/>
                <a:gd name="connsiteX15" fmla="*/ 488731 w 1080130"/>
                <a:gd name="connsiteY15" fmla="*/ 83431 h 808645"/>
                <a:gd name="connsiteX16" fmla="*/ 512379 w 1080130"/>
                <a:gd name="connsiteY16" fmla="*/ 67665 h 808645"/>
                <a:gd name="connsiteX17" fmla="*/ 551793 w 1080130"/>
                <a:gd name="connsiteY17" fmla="*/ 59782 h 808645"/>
                <a:gd name="connsiteX18" fmla="*/ 583324 w 1080130"/>
                <a:gd name="connsiteY18" fmla="*/ 51900 h 808645"/>
                <a:gd name="connsiteX19" fmla="*/ 606972 w 1080130"/>
                <a:gd name="connsiteY19" fmla="*/ 36134 h 808645"/>
                <a:gd name="connsiteX20" fmla="*/ 725214 w 1080130"/>
                <a:gd name="connsiteY20" fmla="*/ 20369 h 808645"/>
                <a:gd name="connsiteX21" fmla="*/ 748862 w 1080130"/>
                <a:gd name="connsiteY21" fmla="*/ 12486 h 808645"/>
                <a:gd name="connsiteX22" fmla="*/ 1056290 w 1080130"/>
                <a:gd name="connsiteY22" fmla="*/ 12486 h 808645"/>
                <a:gd name="connsiteX23" fmla="*/ 1072055 w 1080130"/>
                <a:gd name="connsiteY23" fmla="*/ 36134 h 808645"/>
                <a:gd name="connsiteX24" fmla="*/ 1072055 w 1080130"/>
                <a:gd name="connsiteY24" fmla="*/ 162258 h 808645"/>
                <a:gd name="connsiteX25" fmla="*/ 1056290 w 1080130"/>
                <a:gd name="connsiteY25" fmla="*/ 185907 h 808645"/>
                <a:gd name="connsiteX26" fmla="*/ 1048407 w 1080130"/>
                <a:gd name="connsiteY26" fmla="*/ 248969 h 808645"/>
                <a:gd name="connsiteX27" fmla="*/ 1032641 w 1080130"/>
                <a:gd name="connsiteY27" fmla="*/ 296265 h 808645"/>
                <a:gd name="connsiteX28" fmla="*/ 1024759 w 1080130"/>
                <a:gd name="connsiteY28" fmla="*/ 493334 h 808645"/>
                <a:gd name="connsiteX29" fmla="*/ 1016876 w 1080130"/>
                <a:gd name="connsiteY29" fmla="*/ 792879 h 808645"/>
                <a:gd name="connsiteX30" fmla="*/ 993228 w 1080130"/>
                <a:gd name="connsiteY30" fmla="*/ 808645 h 808645"/>
                <a:gd name="connsiteX31" fmla="*/ 922283 w 1080130"/>
                <a:gd name="connsiteY31" fmla="*/ 800762 h 808645"/>
                <a:gd name="connsiteX32" fmla="*/ 796159 w 1080130"/>
                <a:gd name="connsiteY32" fmla="*/ 792879 h 808645"/>
                <a:gd name="connsiteX33" fmla="*/ 685800 w 1080130"/>
                <a:gd name="connsiteY33" fmla="*/ 769231 h 808645"/>
                <a:gd name="connsiteX34" fmla="*/ 662152 w 1080130"/>
                <a:gd name="connsiteY34" fmla="*/ 761348 h 808645"/>
                <a:gd name="connsiteX35" fmla="*/ 488731 w 1080130"/>
                <a:gd name="connsiteY35" fmla="*/ 745582 h 808645"/>
                <a:gd name="connsiteX36" fmla="*/ 433552 w 1080130"/>
                <a:gd name="connsiteY36" fmla="*/ 737700 h 808645"/>
                <a:gd name="connsiteX37" fmla="*/ 386255 w 1080130"/>
                <a:gd name="connsiteY37" fmla="*/ 721934 h 808645"/>
                <a:gd name="connsiteX38" fmla="*/ 315310 w 1080130"/>
                <a:gd name="connsiteY38" fmla="*/ 706169 h 808645"/>
                <a:gd name="connsiteX39" fmla="*/ 283779 w 1080130"/>
                <a:gd name="connsiteY39" fmla="*/ 690403 h 808645"/>
                <a:gd name="connsiteX40" fmla="*/ 236483 w 1080130"/>
                <a:gd name="connsiteY40" fmla="*/ 674638 h 808645"/>
                <a:gd name="connsiteX41" fmla="*/ 189186 w 1080130"/>
                <a:gd name="connsiteY41" fmla="*/ 643107 h 808645"/>
                <a:gd name="connsiteX42" fmla="*/ 165538 w 1080130"/>
                <a:gd name="connsiteY42" fmla="*/ 635224 h 808645"/>
                <a:gd name="connsiteX43" fmla="*/ 94593 w 1080130"/>
                <a:gd name="connsiteY43" fmla="*/ 587927 h 808645"/>
                <a:gd name="connsiteX44" fmla="*/ 70945 w 1080130"/>
                <a:gd name="connsiteY44" fmla="*/ 572162 h 808645"/>
                <a:gd name="connsiteX45" fmla="*/ 47297 w 1080130"/>
                <a:gd name="connsiteY45" fmla="*/ 564279 h 808645"/>
                <a:gd name="connsiteX46" fmla="*/ 39414 w 1080130"/>
                <a:gd name="connsiteY46" fmla="*/ 540631 h 808645"/>
                <a:gd name="connsiteX47" fmla="*/ 0 w 1080130"/>
                <a:gd name="connsiteY47" fmla="*/ 469686 h 80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80130" h="808645">
                  <a:moveTo>
                    <a:pt x="0" y="469686"/>
                  </a:moveTo>
                  <a:cubicBezTo>
                    <a:pt x="0" y="455234"/>
                    <a:pt x="27415" y="461420"/>
                    <a:pt x="39414" y="453920"/>
                  </a:cubicBezTo>
                  <a:cubicBezTo>
                    <a:pt x="63443" y="438902"/>
                    <a:pt x="62248" y="426520"/>
                    <a:pt x="78828" y="406624"/>
                  </a:cubicBezTo>
                  <a:cubicBezTo>
                    <a:pt x="85965" y="398060"/>
                    <a:pt x="95339" y="391540"/>
                    <a:pt x="102476" y="382976"/>
                  </a:cubicBezTo>
                  <a:cubicBezTo>
                    <a:pt x="108541" y="375698"/>
                    <a:pt x="112176" y="366605"/>
                    <a:pt x="118241" y="359327"/>
                  </a:cubicBezTo>
                  <a:cubicBezTo>
                    <a:pt x="156751" y="313115"/>
                    <a:pt x="125678" y="355345"/>
                    <a:pt x="165538" y="319914"/>
                  </a:cubicBezTo>
                  <a:cubicBezTo>
                    <a:pt x="182202" y="305101"/>
                    <a:pt x="194283" y="284984"/>
                    <a:pt x="212834" y="272617"/>
                  </a:cubicBezTo>
                  <a:lnTo>
                    <a:pt x="260131" y="241086"/>
                  </a:lnTo>
                  <a:cubicBezTo>
                    <a:pt x="295391" y="188198"/>
                    <a:pt x="253854" y="240016"/>
                    <a:pt x="299545" y="209555"/>
                  </a:cubicBezTo>
                  <a:cubicBezTo>
                    <a:pt x="308820" y="203371"/>
                    <a:pt x="314629" y="193044"/>
                    <a:pt x="323193" y="185907"/>
                  </a:cubicBezTo>
                  <a:cubicBezTo>
                    <a:pt x="330471" y="179842"/>
                    <a:pt x="339563" y="176206"/>
                    <a:pt x="346841" y="170141"/>
                  </a:cubicBezTo>
                  <a:cubicBezTo>
                    <a:pt x="386205" y="137338"/>
                    <a:pt x="352580" y="152463"/>
                    <a:pt x="394138" y="138610"/>
                  </a:cubicBezTo>
                  <a:cubicBezTo>
                    <a:pt x="402021" y="130727"/>
                    <a:pt x="408511" y="121146"/>
                    <a:pt x="417786" y="114962"/>
                  </a:cubicBezTo>
                  <a:cubicBezTo>
                    <a:pt x="424700" y="110353"/>
                    <a:pt x="434002" y="110795"/>
                    <a:pt x="441434" y="107079"/>
                  </a:cubicBezTo>
                  <a:cubicBezTo>
                    <a:pt x="449908" y="102842"/>
                    <a:pt x="456609" y="95551"/>
                    <a:pt x="465083" y="91314"/>
                  </a:cubicBezTo>
                  <a:cubicBezTo>
                    <a:pt x="472515" y="87598"/>
                    <a:pt x="481299" y="87147"/>
                    <a:pt x="488731" y="83431"/>
                  </a:cubicBezTo>
                  <a:cubicBezTo>
                    <a:pt x="497205" y="79194"/>
                    <a:pt x="503508" y="70992"/>
                    <a:pt x="512379" y="67665"/>
                  </a:cubicBezTo>
                  <a:cubicBezTo>
                    <a:pt x="524924" y="62960"/>
                    <a:pt x="538714" y="62688"/>
                    <a:pt x="551793" y="59782"/>
                  </a:cubicBezTo>
                  <a:cubicBezTo>
                    <a:pt x="562369" y="57432"/>
                    <a:pt x="572814" y="54527"/>
                    <a:pt x="583324" y="51900"/>
                  </a:cubicBezTo>
                  <a:cubicBezTo>
                    <a:pt x="591207" y="46645"/>
                    <a:pt x="598101" y="39461"/>
                    <a:pt x="606972" y="36134"/>
                  </a:cubicBezTo>
                  <a:cubicBezTo>
                    <a:pt x="630722" y="27227"/>
                    <a:pt x="714963" y="21394"/>
                    <a:pt x="725214" y="20369"/>
                  </a:cubicBezTo>
                  <a:cubicBezTo>
                    <a:pt x="733097" y="17741"/>
                    <a:pt x="740801" y="14501"/>
                    <a:pt x="748862" y="12486"/>
                  </a:cubicBezTo>
                  <a:cubicBezTo>
                    <a:pt x="853180" y="-13594"/>
                    <a:pt x="926556" y="8670"/>
                    <a:pt x="1056290" y="12486"/>
                  </a:cubicBezTo>
                  <a:cubicBezTo>
                    <a:pt x="1061545" y="20369"/>
                    <a:pt x="1069925" y="26903"/>
                    <a:pt x="1072055" y="36134"/>
                  </a:cubicBezTo>
                  <a:cubicBezTo>
                    <a:pt x="1080587" y="73105"/>
                    <a:pt x="1084850" y="123874"/>
                    <a:pt x="1072055" y="162258"/>
                  </a:cubicBezTo>
                  <a:cubicBezTo>
                    <a:pt x="1069059" y="171246"/>
                    <a:pt x="1061545" y="178024"/>
                    <a:pt x="1056290" y="185907"/>
                  </a:cubicBezTo>
                  <a:cubicBezTo>
                    <a:pt x="1053662" y="206928"/>
                    <a:pt x="1052846" y="228255"/>
                    <a:pt x="1048407" y="248969"/>
                  </a:cubicBezTo>
                  <a:cubicBezTo>
                    <a:pt x="1044925" y="265218"/>
                    <a:pt x="1032641" y="296265"/>
                    <a:pt x="1032641" y="296265"/>
                  </a:cubicBezTo>
                  <a:cubicBezTo>
                    <a:pt x="1030014" y="361955"/>
                    <a:pt x="1026845" y="427625"/>
                    <a:pt x="1024759" y="493334"/>
                  </a:cubicBezTo>
                  <a:cubicBezTo>
                    <a:pt x="1021590" y="593167"/>
                    <a:pt x="1026815" y="693492"/>
                    <a:pt x="1016876" y="792879"/>
                  </a:cubicBezTo>
                  <a:cubicBezTo>
                    <a:pt x="1015933" y="802306"/>
                    <a:pt x="1001111" y="803390"/>
                    <a:pt x="993228" y="808645"/>
                  </a:cubicBezTo>
                  <a:cubicBezTo>
                    <a:pt x="969580" y="806017"/>
                    <a:pt x="946001" y="802660"/>
                    <a:pt x="922283" y="800762"/>
                  </a:cubicBezTo>
                  <a:cubicBezTo>
                    <a:pt x="880294" y="797403"/>
                    <a:pt x="838005" y="797707"/>
                    <a:pt x="796159" y="792879"/>
                  </a:cubicBezTo>
                  <a:cubicBezTo>
                    <a:pt x="780973" y="791127"/>
                    <a:pt x="713302" y="777089"/>
                    <a:pt x="685800" y="769231"/>
                  </a:cubicBezTo>
                  <a:cubicBezTo>
                    <a:pt x="677811" y="766948"/>
                    <a:pt x="670348" y="762714"/>
                    <a:pt x="662152" y="761348"/>
                  </a:cubicBezTo>
                  <a:cubicBezTo>
                    <a:pt x="614316" y="753375"/>
                    <a:pt x="532630" y="749972"/>
                    <a:pt x="488731" y="745582"/>
                  </a:cubicBezTo>
                  <a:cubicBezTo>
                    <a:pt x="470243" y="743733"/>
                    <a:pt x="451945" y="740327"/>
                    <a:pt x="433552" y="737700"/>
                  </a:cubicBezTo>
                  <a:cubicBezTo>
                    <a:pt x="417786" y="732445"/>
                    <a:pt x="402377" y="725965"/>
                    <a:pt x="386255" y="721934"/>
                  </a:cubicBezTo>
                  <a:cubicBezTo>
                    <a:pt x="341726" y="710801"/>
                    <a:pt x="365347" y="716175"/>
                    <a:pt x="315310" y="706169"/>
                  </a:cubicBezTo>
                  <a:cubicBezTo>
                    <a:pt x="304800" y="700914"/>
                    <a:pt x="294690" y="694767"/>
                    <a:pt x="283779" y="690403"/>
                  </a:cubicBezTo>
                  <a:cubicBezTo>
                    <a:pt x="268350" y="684231"/>
                    <a:pt x="236483" y="674638"/>
                    <a:pt x="236483" y="674638"/>
                  </a:cubicBezTo>
                  <a:cubicBezTo>
                    <a:pt x="220717" y="664128"/>
                    <a:pt x="207161" y="649099"/>
                    <a:pt x="189186" y="643107"/>
                  </a:cubicBezTo>
                  <a:cubicBezTo>
                    <a:pt x="181303" y="640479"/>
                    <a:pt x="172801" y="639259"/>
                    <a:pt x="165538" y="635224"/>
                  </a:cubicBezTo>
                  <a:cubicBezTo>
                    <a:pt x="165516" y="635212"/>
                    <a:pt x="106428" y="595817"/>
                    <a:pt x="94593" y="587927"/>
                  </a:cubicBezTo>
                  <a:cubicBezTo>
                    <a:pt x="86710" y="582672"/>
                    <a:pt x="79933" y="575158"/>
                    <a:pt x="70945" y="572162"/>
                  </a:cubicBezTo>
                  <a:lnTo>
                    <a:pt x="47297" y="564279"/>
                  </a:lnTo>
                  <a:cubicBezTo>
                    <a:pt x="44669" y="556396"/>
                    <a:pt x="44605" y="547119"/>
                    <a:pt x="39414" y="540631"/>
                  </a:cubicBezTo>
                  <a:cubicBezTo>
                    <a:pt x="11394" y="505605"/>
                    <a:pt x="0" y="484138"/>
                    <a:pt x="0" y="469686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A8BB809F-CCD1-48C4-8D44-4BBD0BE9C61C}"/>
                </a:ext>
              </a:extLst>
            </p:cNvPr>
            <p:cNvSpPr/>
            <p:nvPr/>
          </p:nvSpPr>
          <p:spPr>
            <a:xfrm>
              <a:off x="3476297" y="3145221"/>
              <a:ext cx="863541" cy="828607"/>
            </a:xfrm>
            <a:custGeom>
              <a:avLst/>
              <a:gdLst>
                <a:gd name="connsiteX0" fmla="*/ 23648 w 827689"/>
                <a:gd name="connsiteY0" fmla="*/ 15765 h 815239"/>
                <a:gd name="connsiteX1" fmla="*/ 268013 w 827689"/>
                <a:gd name="connsiteY1" fmla="*/ 7882 h 815239"/>
                <a:gd name="connsiteX2" fmla="*/ 291662 w 827689"/>
                <a:gd name="connsiteY2" fmla="*/ 0 h 815239"/>
                <a:gd name="connsiteX3" fmla="*/ 433551 w 827689"/>
                <a:gd name="connsiteY3" fmla="*/ 7882 h 815239"/>
                <a:gd name="connsiteX4" fmla="*/ 480848 w 827689"/>
                <a:gd name="connsiteY4" fmla="*/ 23648 h 815239"/>
                <a:gd name="connsiteX5" fmla="*/ 528144 w 827689"/>
                <a:gd name="connsiteY5" fmla="*/ 55179 h 815239"/>
                <a:gd name="connsiteX6" fmla="*/ 567558 w 827689"/>
                <a:gd name="connsiteY6" fmla="*/ 94593 h 815239"/>
                <a:gd name="connsiteX7" fmla="*/ 638503 w 827689"/>
                <a:gd name="connsiteY7" fmla="*/ 157655 h 815239"/>
                <a:gd name="connsiteX8" fmla="*/ 662151 w 827689"/>
                <a:gd name="connsiteY8" fmla="*/ 204951 h 815239"/>
                <a:gd name="connsiteX9" fmla="*/ 685800 w 827689"/>
                <a:gd name="connsiteY9" fmla="*/ 220717 h 815239"/>
                <a:gd name="connsiteX10" fmla="*/ 701565 w 827689"/>
                <a:gd name="connsiteY10" fmla="*/ 244365 h 815239"/>
                <a:gd name="connsiteX11" fmla="*/ 748862 w 827689"/>
                <a:gd name="connsiteY11" fmla="*/ 291662 h 815239"/>
                <a:gd name="connsiteX12" fmla="*/ 804041 w 827689"/>
                <a:gd name="connsiteY12" fmla="*/ 362607 h 815239"/>
                <a:gd name="connsiteX13" fmla="*/ 819806 w 827689"/>
                <a:gd name="connsiteY13" fmla="*/ 472965 h 815239"/>
                <a:gd name="connsiteX14" fmla="*/ 827689 w 827689"/>
                <a:gd name="connsiteY14" fmla="*/ 496613 h 815239"/>
                <a:gd name="connsiteX15" fmla="*/ 811924 w 827689"/>
                <a:gd name="connsiteY15" fmla="*/ 520262 h 815239"/>
                <a:gd name="connsiteX16" fmla="*/ 772510 w 827689"/>
                <a:gd name="connsiteY16" fmla="*/ 528145 h 815239"/>
                <a:gd name="connsiteX17" fmla="*/ 748862 w 827689"/>
                <a:gd name="connsiteY17" fmla="*/ 543910 h 815239"/>
                <a:gd name="connsiteX18" fmla="*/ 733096 w 827689"/>
                <a:gd name="connsiteY18" fmla="*/ 567558 h 815239"/>
                <a:gd name="connsiteX19" fmla="*/ 709448 w 827689"/>
                <a:gd name="connsiteY19" fmla="*/ 583324 h 815239"/>
                <a:gd name="connsiteX20" fmla="*/ 654269 w 827689"/>
                <a:gd name="connsiteY20" fmla="*/ 614855 h 815239"/>
                <a:gd name="connsiteX21" fmla="*/ 606972 w 827689"/>
                <a:gd name="connsiteY21" fmla="*/ 662151 h 815239"/>
                <a:gd name="connsiteX22" fmla="*/ 559675 w 827689"/>
                <a:gd name="connsiteY22" fmla="*/ 685800 h 815239"/>
                <a:gd name="connsiteX23" fmla="*/ 536027 w 827689"/>
                <a:gd name="connsiteY23" fmla="*/ 701565 h 815239"/>
                <a:gd name="connsiteX24" fmla="*/ 512379 w 827689"/>
                <a:gd name="connsiteY24" fmla="*/ 709448 h 815239"/>
                <a:gd name="connsiteX25" fmla="*/ 488731 w 827689"/>
                <a:gd name="connsiteY25" fmla="*/ 725213 h 815239"/>
                <a:gd name="connsiteX26" fmla="*/ 457200 w 827689"/>
                <a:gd name="connsiteY26" fmla="*/ 733096 h 815239"/>
                <a:gd name="connsiteX27" fmla="*/ 386255 w 827689"/>
                <a:gd name="connsiteY27" fmla="*/ 748862 h 815239"/>
                <a:gd name="connsiteX28" fmla="*/ 338958 w 827689"/>
                <a:gd name="connsiteY28" fmla="*/ 764627 h 815239"/>
                <a:gd name="connsiteX29" fmla="*/ 315310 w 827689"/>
                <a:gd name="connsiteY29" fmla="*/ 772510 h 815239"/>
                <a:gd name="connsiteX30" fmla="*/ 283779 w 827689"/>
                <a:gd name="connsiteY30" fmla="*/ 788276 h 815239"/>
                <a:gd name="connsiteX31" fmla="*/ 212834 w 827689"/>
                <a:gd name="connsiteY31" fmla="*/ 804041 h 815239"/>
                <a:gd name="connsiteX32" fmla="*/ 7882 w 827689"/>
                <a:gd name="connsiteY32" fmla="*/ 772510 h 815239"/>
                <a:gd name="connsiteX33" fmla="*/ 0 w 827689"/>
                <a:gd name="connsiteY33" fmla="*/ 748862 h 815239"/>
                <a:gd name="connsiteX34" fmla="*/ 7882 w 827689"/>
                <a:gd name="connsiteY34" fmla="*/ 670034 h 815239"/>
                <a:gd name="connsiteX35" fmla="*/ 15765 w 827689"/>
                <a:gd name="connsiteY35" fmla="*/ 646386 h 815239"/>
                <a:gd name="connsiteX36" fmla="*/ 7882 w 827689"/>
                <a:gd name="connsiteY36" fmla="*/ 433551 h 815239"/>
                <a:gd name="connsiteX37" fmla="*/ 15765 w 827689"/>
                <a:gd name="connsiteY37" fmla="*/ 244365 h 815239"/>
                <a:gd name="connsiteX38" fmla="*/ 31531 w 827689"/>
                <a:gd name="connsiteY38" fmla="*/ 141889 h 815239"/>
                <a:gd name="connsiteX39" fmla="*/ 23648 w 827689"/>
                <a:gd name="connsiteY39" fmla="*/ 15765 h 81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27689" h="815239">
                  <a:moveTo>
                    <a:pt x="23648" y="15765"/>
                  </a:moveTo>
                  <a:cubicBezTo>
                    <a:pt x="63062" y="-6570"/>
                    <a:pt x="186656" y="12668"/>
                    <a:pt x="268013" y="7882"/>
                  </a:cubicBezTo>
                  <a:cubicBezTo>
                    <a:pt x="276308" y="7394"/>
                    <a:pt x="283353" y="0"/>
                    <a:pt x="291662" y="0"/>
                  </a:cubicBezTo>
                  <a:cubicBezTo>
                    <a:pt x="339031" y="0"/>
                    <a:pt x="386255" y="5255"/>
                    <a:pt x="433551" y="7882"/>
                  </a:cubicBezTo>
                  <a:cubicBezTo>
                    <a:pt x="449317" y="13137"/>
                    <a:pt x="467021" y="14430"/>
                    <a:pt x="480848" y="23648"/>
                  </a:cubicBezTo>
                  <a:lnTo>
                    <a:pt x="528144" y="55179"/>
                  </a:lnTo>
                  <a:cubicBezTo>
                    <a:pt x="560631" y="103907"/>
                    <a:pt x="524562" y="56375"/>
                    <a:pt x="567558" y="94593"/>
                  </a:cubicBezTo>
                  <a:cubicBezTo>
                    <a:pt x="648552" y="166587"/>
                    <a:pt x="584832" y="121873"/>
                    <a:pt x="638503" y="157655"/>
                  </a:cubicBezTo>
                  <a:cubicBezTo>
                    <a:pt x="644914" y="176887"/>
                    <a:pt x="646871" y="189671"/>
                    <a:pt x="662151" y="204951"/>
                  </a:cubicBezTo>
                  <a:cubicBezTo>
                    <a:pt x="668850" y="211650"/>
                    <a:pt x="677917" y="215462"/>
                    <a:pt x="685800" y="220717"/>
                  </a:cubicBezTo>
                  <a:cubicBezTo>
                    <a:pt x="691055" y="228600"/>
                    <a:pt x="695271" y="237284"/>
                    <a:pt x="701565" y="244365"/>
                  </a:cubicBezTo>
                  <a:cubicBezTo>
                    <a:pt x="716378" y="261029"/>
                    <a:pt x="736494" y="273111"/>
                    <a:pt x="748862" y="291662"/>
                  </a:cubicBezTo>
                  <a:cubicBezTo>
                    <a:pt x="786577" y="348234"/>
                    <a:pt x="766995" y="325560"/>
                    <a:pt x="804041" y="362607"/>
                  </a:cubicBezTo>
                  <a:cubicBezTo>
                    <a:pt x="823574" y="421205"/>
                    <a:pt x="802537" y="352075"/>
                    <a:pt x="819806" y="472965"/>
                  </a:cubicBezTo>
                  <a:cubicBezTo>
                    <a:pt x="820981" y="481191"/>
                    <a:pt x="825061" y="488730"/>
                    <a:pt x="827689" y="496613"/>
                  </a:cubicBezTo>
                  <a:cubicBezTo>
                    <a:pt x="822434" y="504496"/>
                    <a:pt x="820150" y="515561"/>
                    <a:pt x="811924" y="520262"/>
                  </a:cubicBezTo>
                  <a:cubicBezTo>
                    <a:pt x="800291" y="526910"/>
                    <a:pt x="785055" y="523441"/>
                    <a:pt x="772510" y="528145"/>
                  </a:cubicBezTo>
                  <a:cubicBezTo>
                    <a:pt x="763639" y="531471"/>
                    <a:pt x="756745" y="538655"/>
                    <a:pt x="748862" y="543910"/>
                  </a:cubicBezTo>
                  <a:cubicBezTo>
                    <a:pt x="743607" y="551793"/>
                    <a:pt x="739795" y="560859"/>
                    <a:pt x="733096" y="567558"/>
                  </a:cubicBezTo>
                  <a:cubicBezTo>
                    <a:pt x="726397" y="574257"/>
                    <a:pt x="717157" y="577817"/>
                    <a:pt x="709448" y="583324"/>
                  </a:cubicBezTo>
                  <a:cubicBezTo>
                    <a:pt x="667692" y="613150"/>
                    <a:pt x="692643" y="602063"/>
                    <a:pt x="654269" y="614855"/>
                  </a:cubicBezTo>
                  <a:cubicBezTo>
                    <a:pt x="638503" y="630620"/>
                    <a:pt x="625523" y="649783"/>
                    <a:pt x="606972" y="662151"/>
                  </a:cubicBezTo>
                  <a:cubicBezTo>
                    <a:pt x="539211" y="707327"/>
                    <a:pt x="624939" y="653169"/>
                    <a:pt x="559675" y="685800"/>
                  </a:cubicBezTo>
                  <a:cubicBezTo>
                    <a:pt x="551201" y="690037"/>
                    <a:pt x="544501" y="697328"/>
                    <a:pt x="536027" y="701565"/>
                  </a:cubicBezTo>
                  <a:cubicBezTo>
                    <a:pt x="528595" y="705281"/>
                    <a:pt x="519811" y="705732"/>
                    <a:pt x="512379" y="709448"/>
                  </a:cubicBezTo>
                  <a:cubicBezTo>
                    <a:pt x="503905" y="713685"/>
                    <a:pt x="497439" y="721481"/>
                    <a:pt x="488731" y="725213"/>
                  </a:cubicBezTo>
                  <a:cubicBezTo>
                    <a:pt x="478773" y="729481"/>
                    <a:pt x="467776" y="730746"/>
                    <a:pt x="457200" y="733096"/>
                  </a:cubicBezTo>
                  <a:cubicBezTo>
                    <a:pt x="428261" y="739527"/>
                    <a:pt x="413724" y="740621"/>
                    <a:pt x="386255" y="748862"/>
                  </a:cubicBezTo>
                  <a:cubicBezTo>
                    <a:pt x="370337" y="753637"/>
                    <a:pt x="354724" y="759372"/>
                    <a:pt x="338958" y="764627"/>
                  </a:cubicBezTo>
                  <a:cubicBezTo>
                    <a:pt x="331075" y="767255"/>
                    <a:pt x="322742" y="768794"/>
                    <a:pt x="315310" y="772510"/>
                  </a:cubicBezTo>
                  <a:cubicBezTo>
                    <a:pt x="304800" y="777765"/>
                    <a:pt x="294782" y="784150"/>
                    <a:pt x="283779" y="788276"/>
                  </a:cubicBezTo>
                  <a:cubicBezTo>
                    <a:pt x="271063" y="793044"/>
                    <a:pt x="223528" y="801902"/>
                    <a:pt x="212834" y="804041"/>
                  </a:cubicBezTo>
                  <a:cubicBezTo>
                    <a:pt x="100565" y="799363"/>
                    <a:pt x="45694" y="848133"/>
                    <a:pt x="7882" y="772510"/>
                  </a:cubicBezTo>
                  <a:cubicBezTo>
                    <a:pt x="4166" y="765078"/>
                    <a:pt x="2627" y="756745"/>
                    <a:pt x="0" y="748862"/>
                  </a:cubicBezTo>
                  <a:cubicBezTo>
                    <a:pt x="2627" y="722586"/>
                    <a:pt x="3867" y="696134"/>
                    <a:pt x="7882" y="670034"/>
                  </a:cubicBezTo>
                  <a:cubicBezTo>
                    <a:pt x="9145" y="661822"/>
                    <a:pt x="15765" y="654695"/>
                    <a:pt x="15765" y="646386"/>
                  </a:cubicBezTo>
                  <a:cubicBezTo>
                    <a:pt x="15765" y="575392"/>
                    <a:pt x="10510" y="504496"/>
                    <a:pt x="7882" y="433551"/>
                  </a:cubicBezTo>
                  <a:cubicBezTo>
                    <a:pt x="10510" y="370489"/>
                    <a:pt x="11566" y="307342"/>
                    <a:pt x="15765" y="244365"/>
                  </a:cubicBezTo>
                  <a:cubicBezTo>
                    <a:pt x="22750" y="139593"/>
                    <a:pt x="25983" y="258401"/>
                    <a:pt x="31531" y="141889"/>
                  </a:cubicBezTo>
                  <a:cubicBezTo>
                    <a:pt x="33281" y="105145"/>
                    <a:pt x="-15766" y="38100"/>
                    <a:pt x="23648" y="15765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1119811-751C-422B-B8D9-4FA98BAE54E8}"/>
                </a:ext>
              </a:extLst>
            </p:cNvPr>
            <p:cNvGrpSpPr/>
            <p:nvPr/>
          </p:nvGrpSpPr>
          <p:grpSpPr>
            <a:xfrm>
              <a:off x="2550115" y="2368550"/>
              <a:ext cx="3639548" cy="2288815"/>
              <a:chOff x="5169730" y="490662"/>
              <a:chExt cx="3639548" cy="2288815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123DCDFD-3BDB-46FF-A086-AFC887CAB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9730" y="2338809"/>
                <a:ext cx="3551484" cy="80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5778D9F8-44DC-4DEC-A815-63F8041A31A1}"/>
                  </a:ext>
                </a:extLst>
              </p:cNvPr>
              <p:cNvCxnSpPr/>
              <p:nvPr/>
            </p:nvCxnSpPr>
            <p:spPr>
              <a:xfrm flipV="1">
                <a:off x="5682358" y="582607"/>
                <a:ext cx="0" cy="219687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5" name="Object 7">
                <a:extLst>
                  <a:ext uri="{FF2B5EF4-FFF2-40B4-BE49-F238E27FC236}">
                    <a16:creationId xmlns:a16="http://schemas.microsoft.com/office/drawing/2014/main" id="{CE7CB519-6C40-4494-8431-7D4F70C1BD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0731905"/>
                  </p:ext>
                </p:extLst>
              </p:nvPr>
            </p:nvGraphicFramePr>
            <p:xfrm>
              <a:off x="5383453" y="490662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6432" name="Equation" r:id="rId8" imgW="190440" imgH="241200" progId="Equation.DSMT4">
                      <p:embed/>
                    </p:oleObj>
                  </mc:Choice>
                  <mc:Fallback>
                    <p:oleObj name="Equation" r:id="rId8" imgW="190440" imgH="241200" progId="Equation.DSMT4">
                      <p:embed/>
                      <p:pic>
                        <p:nvPicPr>
                          <p:cNvPr id="33" name="Object 7">
                            <a:extLst>
                              <a:ext uri="{FF2B5EF4-FFF2-40B4-BE49-F238E27FC236}">
                                <a16:creationId xmlns:a16="http://schemas.microsoft.com/office/drawing/2014/main" id="{A0EAC16F-D50B-4CF1-8189-3F44F494A8F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3453" y="490662"/>
                            <a:ext cx="1905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7">
                <a:extLst>
                  <a:ext uri="{FF2B5EF4-FFF2-40B4-BE49-F238E27FC236}">
                    <a16:creationId xmlns:a16="http://schemas.microsoft.com/office/drawing/2014/main" id="{E10BD675-8C05-4BD0-9E9E-7088360527A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077574"/>
                  </p:ext>
                </p:extLst>
              </p:nvPr>
            </p:nvGraphicFramePr>
            <p:xfrm>
              <a:off x="8631478" y="239883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6433" name="Equation" r:id="rId10" imgW="177480" imgH="190440" progId="Equation.DSMT4">
                      <p:embed/>
                    </p:oleObj>
                  </mc:Choice>
                  <mc:Fallback>
                    <p:oleObj name="Equation" r:id="rId10" imgW="177480" imgH="190440" progId="Equation.DSMT4">
                      <p:embed/>
                      <p:pic>
                        <p:nvPicPr>
                          <p:cNvPr id="34" name="Object 7">
                            <a:extLst>
                              <a:ext uri="{FF2B5EF4-FFF2-40B4-BE49-F238E27FC236}">
                                <a16:creationId xmlns:a16="http://schemas.microsoft.com/office/drawing/2014/main" id="{199DAF77-E16F-49A0-A471-9781A7861BE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31478" y="2398837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7">
                <a:extLst>
                  <a:ext uri="{FF2B5EF4-FFF2-40B4-BE49-F238E27FC236}">
                    <a16:creationId xmlns:a16="http://schemas.microsoft.com/office/drawing/2014/main" id="{3049476E-CEDD-4F0E-99F4-797EF64783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09379883"/>
                  </p:ext>
                </p:extLst>
              </p:nvPr>
            </p:nvGraphicFramePr>
            <p:xfrm>
              <a:off x="5400915" y="2362325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6434" name="Equation" r:id="rId12" imgW="228600" imgH="241200" progId="Equation.DSMT4">
                      <p:embed/>
                    </p:oleObj>
                  </mc:Choice>
                  <mc:Fallback>
                    <p:oleObj name="Equation" r:id="rId12" imgW="228600" imgH="241200" progId="Equation.DSMT4">
                      <p:embed/>
                      <p:pic>
                        <p:nvPicPr>
                          <p:cNvPr id="35" name="Object 7">
                            <a:extLst>
                              <a:ext uri="{FF2B5EF4-FFF2-40B4-BE49-F238E27FC236}">
                                <a16:creationId xmlns:a16="http://schemas.microsoft.com/office/drawing/2014/main" id="{7B182C08-5E40-416A-8D6C-9A1B852B42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00915" y="2362325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4F4F20F7-F7C8-4EDD-9516-13EB1E88AD7D}"/>
                </a:ext>
              </a:extLst>
            </p:cNvPr>
            <p:cNvSpPr/>
            <p:nvPr/>
          </p:nvSpPr>
          <p:spPr>
            <a:xfrm>
              <a:off x="3499945" y="3113690"/>
              <a:ext cx="1891862" cy="819807"/>
            </a:xfrm>
            <a:custGeom>
              <a:avLst/>
              <a:gdLst>
                <a:gd name="connsiteX0" fmla="*/ 0 w 1891862"/>
                <a:gd name="connsiteY0" fmla="*/ 15765 h 819807"/>
                <a:gd name="connsiteX1" fmla="*/ 149772 w 1891862"/>
                <a:gd name="connsiteY1" fmla="*/ 7882 h 819807"/>
                <a:gd name="connsiteX2" fmla="*/ 173421 w 1891862"/>
                <a:gd name="connsiteY2" fmla="*/ 0 h 819807"/>
                <a:gd name="connsiteX3" fmla="*/ 370489 w 1891862"/>
                <a:gd name="connsiteY3" fmla="*/ 7882 h 819807"/>
                <a:gd name="connsiteX4" fmla="*/ 449317 w 1891862"/>
                <a:gd name="connsiteY4" fmla="*/ 31531 h 819807"/>
                <a:gd name="connsiteX5" fmla="*/ 472965 w 1891862"/>
                <a:gd name="connsiteY5" fmla="*/ 47296 h 819807"/>
                <a:gd name="connsiteX6" fmla="*/ 496614 w 1891862"/>
                <a:gd name="connsiteY6" fmla="*/ 70944 h 819807"/>
                <a:gd name="connsiteX7" fmla="*/ 528145 w 1891862"/>
                <a:gd name="connsiteY7" fmla="*/ 86710 h 819807"/>
                <a:gd name="connsiteX8" fmla="*/ 583324 w 1891862"/>
                <a:gd name="connsiteY8" fmla="*/ 141889 h 819807"/>
                <a:gd name="connsiteX9" fmla="*/ 599089 w 1891862"/>
                <a:gd name="connsiteY9" fmla="*/ 165538 h 819807"/>
                <a:gd name="connsiteX10" fmla="*/ 622738 w 1891862"/>
                <a:gd name="connsiteY10" fmla="*/ 181303 h 819807"/>
                <a:gd name="connsiteX11" fmla="*/ 654269 w 1891862"/>
                <a:gd name="connsiteY11" fmla="*/ 228600 h 819807"/>
                <a:gd name="connsiteX12" fmla="*/ 685800 w 1891862"/>
                <a:gd name="connsiteY12" fmla="*/ 275896 h 819807"/>
                <a:gd name="connsiteX13" fmla="*/ 701565 w 1891862"/>
                <a:gd name="connsiteY13" fmla="*/ 299544 h 819807"/>
                <a:gd name="connsiteX14" fmla="*/ 725214 w 1891862"/>
                <a:gd name="connsiteY14" fmla="*/ 323193 h 819807"/>
                <a:gd name="connsiteX15" fmla="*/ 756745 w 1891862"/>
                <a:gd name="connsiteY15" fmla="*/ 370489 h 819807"/>
                <a:gd name="connsiteX16" fmla="*/ 764627 w 1891862"/>
                <a:gd name="connsiteY16" fmla="*/ 394138 h 819807"/>
                <a:gd name="connsiteX17" fmla="*/ 796158 w 1891862"/>
                <a:gd name="connsiteY17" fmla="*/ 441434 h 819807"/>
                <a:gd name="connsiteX18" fmla="*/ 804041 w 1891862"/>
                <a:gd name="connsiteY18" fmla="*/ 465082 h 819807"/>
                <a:gd name="connsiteX19" fmla="*/ 827689 w 1891862"/>
                <a:gd name="connsiteY19" fmla="*/ 488731 h 819807"/>
                <a:gd name="connsiteX20" fmla="*/ 859221 w 1891862"/>
                <a:gd name="connsiteY20" fmla="*/ 536027 h 819807"/>
                <a:gd name="connsiteX21" fmla="*/ 890752 w 1891862"/>
                <a:gd name="connsiteY21" fmla="*/ 583324 h 819807"/>
                <a:gd name="connsiteX22" fmla="*/ 938048 w 1891862"/>
                <a:gd name="connsiteY22" fmla="*/ 638503 h 819807"/>
                <a:gd name="connsiteX23" fmla="*/ 961696 w 1891862"/>
                <a:gd name="connsiteY23" fmla="*/ 654269 h 819807"/>
                <a:gd name="connsiteX24" fmla="*/ 985345 w 1891862"/>
                <a:gd name="connsiteY24" fmla="*/ 677917 h 819807"/>
                <a:gd name="connsiteX25" fmla="*/ 1016876 w 1891862"/>
                <a:gd name="connsiteY25" fmla="*/ 685800 h 819807"/>
                <a:gd name="connsiteX26" fmla="*/ 1064172 w 1891862"/>
                <a:gd name="connsiteY26" fmla="*/ 709448 h 819807"/>
                <a:gd name="connsiteX27" fmla="*/ 1087821 w 1891862"/>
                <a:gd name="connsiteY27" fmla="*/ 725213 h 819807"/>
                <a:gd name="connsiteX28" fmla="*/ 1135117 w 1891862"/>
                <a:gd name="connsiteY28" fmla="*/ 740979 h 819807"/>
                <a:gd name="connsiteX29" fmla="*/ 1158765 w 1891862"/>
                <a:gd name="connsiteY29" fmla="*/ 748862 h 819807"/>
                <a:gd name="connsiteX30" fmla="*/ 1206062 w 1891862"/>
                <a:gd name="connsiteY30" fmla="*/ 764627 h 819807"/>
                <a:gd name="connsiteX31" fmla="*/ 1229710 w 1891862"/>
                <a:gd name="connsiteY31" fmla="*/ 772510 h 819807"/>
                <a:gd name="connsiteX32" fmla="*/ 1269124 w 1891862"/>
                <a:gd name="connsiteY32" fmla="*/ 780393 h 819807"/>
                <a:gd name="connsiteX33" fmla="*/ 1316421 w 1891862"/>
                <a:gd name="connsiteY33" fmla="*/ 796158 h 819807"/>
                <a:gd name="connsiteX34" fmla="*/ 1450427 w 1891862"/>
                <a:gd name="connsiteY34" fmla="*/ 819807 h 819807"/>
                <a:gd name="connsiteX35" fmla="*/ 1686910 w 1891862"/>
                <a:gd name="connsiteY35" fmla="*/ 811924 h 819807"/>
                <a:gd name="connsiteX36" fmla="*/ 1749972 w 1891862"/>
                <a:gd name="connsiteY36" fmla="*/ 804041 h 819807"/>
                <a:gd name="connsiteX37" fmla="*/ 1805152 w 1891862"/>
                <a:gd name="connsiteY37" fmla="*/ 788276 h 819807"/>
                <a:gd name="connsiteX38" fmla="*/ 1891862 w 1891862"/>
                <a:gd name="connsiteY38" fmla="*/ 788276 h 81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91862" h="819807">
                  <a:moveTo>
                    <a:pt x="0" y="15765"/>
                  </a:moveTo>
                  <a:cubicBezTo>
                    <a:pt x="49924" y="13137"/>
                    <a:pt x="99984" y="12408"/>
                    <a:pt x="149772" y="7882"/>
                  </a:cubicBezTo>
                  <a:cubicBezTo>
                    <a:pt x="158047" y="7130"/>
                    <a:pt x="165112" y="0"/>
                    <a:pt x="173421" y="0"/>
                  </a:cubicBezTo>
                  <a:cubicBezTo>
                    <a:pt x="239163" y="0"/>
                    <a:pt x="304800" y="5255"/>
                    <a:pt x="370489" y="7882"/>
                  </a:cubicBezTo>
                  <a:cubicBezTo>
                    <a:pt x="388116" y="12289"/>
                    <a:pt x="437800" y="23853"/>
                    <a:pt x="449317" y="31531"/>
                  </a:cubicBezTo>
                  <a:cubicBezTo>
                    <a:pt x="457200" y="36786"/>
                    <a:pt x="465687" y="41231"/>
                    <a:pt x="472965" y="47296"/>
                  </a:cubicBezTo>
                  <a:cubicBezTo>
                    <a:pt x="481529" y="54433"/>
                    <a:pt x="487542" y="64464"/>
                    <a:pt x="496614" y="70944"/>
                  </a:cubicBezTo>
                  <a:cubicBezTo>
                    <a:pt x="506176" y="77774"/>
                    <a:pt x="519050" y="79269"/>
                    <a:pt x="528145" y="86710"/>
                  </a:cubicBezTo>
                  <a:cubicBezTo>
                    <a:pt x="548277" y="103182"/>
                    <a:pt x="568896" y="120246"/>
                    <a:pt x="583324" y="141889"/>
                  </a:cubicBezTo>
                  <a:cubicBezTo>
                    <a:pt x="588579" y="149772"/>
                    <a:pt x="592390" y="158839"/>
                    <a:pt x="599089" y="165538"/>
                  </a:cubicBezTo>
                  <a:cubicBezTo>
                    <a:pt x="605788" y="172237"/>
                    <a:pt x="614855" y="176048"/>
                    <a:pt x="622738" y="181303"/>
                  </a:cubicBezTo>
                  <a:cubicBezTo>
                    <a:pt x="637814" y="226529"/>
                    <a:pt x="619825" y="184315"/>
                    <a:pt x="654269" y="228600"/>
                  </a:cubicBezTo>
                  <a:cubicBezTo>
                    <a:pt x="665902" y="243556"/>
                    <a:pt x="675290" y="260131"/>
                    <a:pt x="685800" y="275896"/>
                  </a:cubicBezTo>
                  <a:cubicBezTo>
                    <a:pt x="691055" y="283779"/>
                    <a:pt x="694866" y="292845"/>
                    <a:pt x="701565" y="299544"/>
                  </a:cubicBezTo>
                  <a:lnTo>
                    <a:pt x="725214" y="323193"/>
                  </a:lnTo>
                  <a:cubicBezTo>
                    <a:pt x="743316" y="395609"/>
                    <a:pt x="717153" y="320999"/>
                    <a:pt x="756745" y="370489"/>
                  </a:cubicBezTo>
                  <a:cubicBezTo>
                    <a:pt x="761936" y="376977"/>
                    <a:pt x="760592" y="386874"/>
                    <a:pt x="764627" y="394138"/>
                  </a:cubicBezTo>
                  <a:cubicBezTo>
                    <a:pt x="773829" y="410701"/>
                    <a:pt x="790166" y="423459"/>
                    <a:pt x="796158" y="441434"/>
                  </a:cubicBezTo>
                  <a:cubicBezTo>
                    <a:pt x="798786" y="449317"/>
                    <a:pt x="799432" y="458168"/>
                    <a:pt x="804041" y="465082"/>
                  </a:cubicBezTo>
                  <a:cubicBezTo>
                    <a:pt x="810225" y="474358"/>
                    <a:pt x="820845" y="479931"/>
                    <a:pt x="827689" y="488731"/>
                  </a:cubicBezTo>
                  <a:cubicBezTo>
                    <a:pt x="839322" y="503687"/>
                    <a:pt x="859221" y="536027"/>
                    <a:pt x="859221" y="536027"/>
                  </a:cubicBezTo>
                  <a:cubicBezTo>
                    <a:pt x="872628" y="576254"/>
                    <a:pt x="858543" y="545748"/>
                    <a:pt x="890752" y="583324"/>
                  </a:cubicBezTo>
                  <a:cubicBezTo>
                    <a:pt x="916852" y="613774"/>
                    <a:pt x="908705" y="614050"/>
                    <a:pt x="938048" y="638503"/>
                  </a:cubicBezTo>
                  <a:cubicBezTo>
                    <a:pt x="945326" y="644568"/>
                    <a:pt x="954418" y="648204"/>
                    <a:pt x="961696" y="654269"/>
                  </a:cubicBezTo>
                  <a:cubicBezTo>
                    <a:pt x="970260" y="661406"/>
                    <a:pt x="975666" y="672386"/>
                    <a:pt x="985345" y="677917"/>
                  </a:cubicBezTo>
                  <a:cubicBezTo>
                    <a:pt x="994751" y="683292"/>
                    <a:pt x="1006366" y="683172"/>
                    <a:pt x="1016876" y="685800"/>
                  </a:cubicBezTo>
                  <a:cubicBezTo>
                    <a:pt x="1084643" y="730977"/>
                    <a:pt x="998905" y="676815"/>
                    <a:pt x="1064172" y="709448"/>
                  </a:cubicBezTo>
                  <a:cubicBezTo>
                    <a:pt x="1072646" y="713685"/>
                    <a:pt x="1079164" y="721365"/>
                    <a:pt x="1087821" y="725213"/>
                  </a:cubicBezTo>
                  <a:cubicBezTo>
                    <a:pt x="1103007" y="731962"/>
                    <a:pt x="1119352" y="735724"/>
                    <a:pt x="1135117" y="740979"/>
                  </a:cubicBezTo>
                  <a:lnTo>
                    <a:pt x="1158765" y="748862"/>
                  </a:lnTo>
                  <a:lnTo>
                    <a:pt x="1206062" y="764627"/>
                  </a:lnTo>
                  <a:cubicBezTo>
                    <a:pt x="1213945" y="767255"/>
                    <a:pt x="1221562" y="770880"/>
                    <a:pt x="1229710" y="772510"/>
                  </a:cubicBezTo>
                  <a:cubicBezTo>
                    <a:pt x="1242848" y="775138"/>
                    <a:pt x="1256198" y="776868"/>
                    <a:pt x="1269124" y="780393"/>
                  </a:cubicBezTo>
                  <a:cubicBezTo>
                    <a:pt x="1285157" y="784766"/>
                    <a:pt x="1300055" y="793270"/>
                    <a:pt x="1316421" y="796158"/>
                  </a:cubicBezTo>
                  <a:lnTo>
                    <a:pt x="1450427" y="819807"/>
                  </a:lnTo>
                  <a:lnTo>
                    <a:pt x="1686910" y="811924"/>
                  </a:lnTo>
                  <a:cubicBezTo>
                    <a:pt x="1708065" y="810811"/>
                    <a:pt x="1729129" y="807831"/>
                    <a:pt x="1749972" y="804041"/>
                  </a:cubicBezTo>
                  <a:cubicBezTo>
                    <a:pt x="1780195" y="798546"/>
                    <a:pt x="1770388" y="790593"/>
                    <a:pt x="1805152" y="788276"/>
                  </a:cubicBezTo>
                  <a:cubicBezTo>
                    <a:pt x="1833991" y="786354"/>
                    <a:pt x="1862959" y="788276"/>
                    <a:pt x="1891862" y="788276"/>
                  </a:cubicBezTo>
                </a:path>
              </a:pathLst>
            </a:custGeom>
            <a:noFill/>
            <a:ln w="15875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1C8BA9C-BD93-44A3-8D3F-26E0457C7591}"/>
                </a:ext>
              </a:extLst>
            </p:cNvPr>
            <p:cNvSpPr/>
            <p:nvPr/>
          </p:nvSpPr>
          <p:spPr>
            <a:xfrm>
              <a:off x="3491880" y="3094689"/>
              <a:ext cx="1915511" cy="863873"/>
            </a:xfrm>
            <a:custGeom>
              <a:avLst/>
              <a:gdLst>
                <a:gd name="connsiteX0" fmla="*/ 0 w 1915511"/>
                <a:gd name="connsiteY0" fmla="*/ 837780 h 863873"/>
                <a:gd name="connsiteX1" fmla="*/ 520262 w 1915511"/>
                <a:gd name="connsiteY1" fmla="*/ 774717 h 863873"/>
                <a:gd name="connsiteX2" fmla="*/ 1292773 w 1915511"/>
                <a:gd name="connsiteY2" fmla="*/ 104683 h 863873"/>
                <a:gd name="connsiteX3" fmla="*/ 1915511 w 1915511"/>
                <a:gd name="connsiteY3" fmla="*/ 2207 h 863873"/>
                <a:gd name="connsiteX4" fmla="*/ 1915511 w 1915511"/>
                <a:gd name="connsiteY4" fmla="*/ 2207 h 8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5511" h="863873">
                  <a:moveTo>
                    <a:pt x="0" y="837780"/>
                  </a:moveTo>
                  <a:cubicBezTo>
                    <a:pt x="152400" y="867340"/>
                    <a:pt x="304800" y="896900"/>
                    <a:pt x="520262" y="774717"/>
                  </a:cubicBezTo>
                  <a:cubicBezTo>
                    <a:pt x="735724" y="652534"/>
                    <a:pt x="1060231" y="233435"/>
                    <a:pt x="1292773" y="104683"/>
                  </a:cubicBezTo>
                  <a:cubicBezTo>
                    <a:pt x="1525315" y="-24069"/>
                    <a:pt x="1915511" y="2207"/>
                    <a:pt x="1915511" y="2207"/>
                  </a:cubicBezTo>
                  <a:lnTo>
                    <a:pt x="1915511" y="2207"/>
                  </a:lnTo>
                </a:path>
              </a:pathLst>
            </a:custGeom>
            <a:noFill/>
            <a:ln w="15875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50D9F0E-8F4B-4643-ACCF-02719164DE9D}"/>
                </a:ext>
              </a:extLst>
            </p:cNvPr>
            <p:cNvCxnSpPr/>
            <p:nvPr/>
          </p:nvCxnSpPr>
          <p:spPr>
            <a:xfrm>
              <a:off x="3491880" y="3113690"/>
              <a:ext cx="8065" cy="11110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D59772-1AC9-4A6A-B7C4-68CE84E724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1807" y="3089347"/>
              <a:ext cx="4032" cy="11353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F3FE7CEA-2103-4AC9-A13F-D30F30A6BF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9342420"/>
                </p:ext>
              </p:extLst>
            </p:nvPr>
          </p:nvGraphicFramePr>
          <p:xfrm>
            <a:off x="3334916" y="2774623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35" name="Equation" r:id="rId14" imgW="927000" imgH="304560" progId="Equation.DSMT4">
                    <p:embed/>
                  </p:oleObj>
                </mc:Choice>
                <mc:Fallback>
                  <p:oleObj name="Equation" r:id="rId14" imgW="92700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334916" y="2774623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AD209555-65B5-4D85-8A0A-FE86093994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941415"/>
                </p:ext>
              </p:extLst>
            </p:nvPr>
          </p:nvGraphicFramePr>
          <p:xfrm>
            <a:off x="4794250" y="2733675"/>
            <a:ext cx="914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36" name="Equation" r:id="rId16" imgW="914400" imgH="304560" progId="Equation.DSMT4">
                    <p:embed/>
                  </p:oleObj>
                </mc:Choice>
                <mc:Fallback>
                  <p:oleObj name="Equation" r:id="rId16" imgW="914400" imgH="304560" progId="Equation.DSMT4">
                    <p:embed/>
                    <p:pic>
                      <p:nvPicPr>
                        <p:cNvPr id="62" name="对象 61">
                          <a:extLst>
                            <a:ext uri="{FF2B5EF4-FFF2-40B4-BE49-F238E27FC236}">
                              <a16:creationId xmlns:a16="http://schemas.microsoft.com/office/drawing/2014/main" id="{F3FE7CEA-2103-4AC9-A13F-D30F30A6BF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794250" y="2733675"/>
                          <a:ext cx="914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B4995FCE-FCC2-4C81-B2B4-A14F9C1F29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3823357"/>
                </p:ext>
              </p:extLst>
            </p:nvPr>
          </p:nvGraphicFramePr>
          <p:xfrm>
            <a:off x="3380044" y="426585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37" name="Equation" r:id="rId18" imgW="177480" imgH="190440" progId="Equation.DSMT4">
                    <p:embed/>
                  </p:oleObj>
                </mc:Choice>
                <mc:Fallback>
                  <p:oleObj name="Equation" r:id="rId18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380044" y="426585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D8621783-15B5-4A2A-9252-2CD7E492EC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1558137"/>
                </p:ext>
              </p:extLst>
            </p:nvPr>
          </p:nvGraphicFramePr>
          <p:xfrm>
            <a:off x="5468960" y="3933497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38" name="Equation" r:id="rId20" imgW="164880" imgH="253800" progId="Equation.DSMT4">
                    <p:embed/>
                  </p:oleObj>
                </mc:Choice>
                <mc:Fallback>
                  <p:oleObj name="Equation" r:id="rId20" imgW="1648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468960" y="3933497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Rectangle 129">
              <a:extLst>
                <a:ext uri="{FF2B5EF4-FFF2-40B4-BE49-F238E27FC236}">
                  <a16:creationId xmlns:a16="http://schemas.microsoft.com/office/drawing/2014/main" id="{D9B5FC20-4052-4518-A004-B6359D51B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117" y="3226499"/>
              <a:ext cx="188350" cy="6649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A76D3AE-A0B7-41FA-A619-428EC1B7B787}"/>
                </a:ext>
              </a:extLst>
            </p:cNvPr>
            <p:cNvCxnSpPr/>
            <p:nvPr/>
          </p:nvCxnSpPr>
          <p:spPr>
            <a:xfrm>
              <a:off x="4750117" y="3875938"/>
              <a:ext cx="0" cy="34880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936E3C-D019-49AC-A78D-AD4BA494FCEE}"/>
                </a:ext>
              </a:extLst>
            </p:cNvPr>
            <p:cNvCxnSpPr>
              <a:cxnSpLocks/>
            </p:cNvCxnSpPr>
            <p:nvPr/>
          </p:nvCxnSpPr>
          <p:spPr>
            <a:xfrm>
              <a:off x="4938467" y="3875938"/>
              <a:ext cx="0" cy="32528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4" name="对象 73">
              <a:extLst>
                <a:ext uri="{FF2B5EF4-FFF2-40B4-BE49-F238E27FC236}">
                  <a16:creationId xmlns:a16="http://schemas.microsoft.com/office/drawing/2014/main" id="{A230A94B-C512-4829-9666-E33723A350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178693"/>
                </p:ext>
              </p:extLst>
            </p:nvPr>
          </p:nvGraphicFramePr>
          <p:xfrm>
            <a:off x="4661217" y="426585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39" name="Equation" r:id="rId22" imgW="177480" imgH="190440" progId="Equation.DSMT4">
                    <p:embed/>
                  </p:oleObj>
                </mc:Choice>
                <mc:Fallback>
                  <p:oleObj name="Equation" r:id="rId22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661217" y="426585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对象 74">
              <a:extLst>
                <a:ext uri="{FF2B5EF4-FFF2-40B4-BE49-F238E27FC236}">
                  <a16:creationId xmlns:a16="http://schemas.microsoft.com/office/drawing/2014/main" id="{A26A1D32-906D-4958-A90B-A5193417FF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372390"/>
                </p:ext>
              </p:extLst>
            </p:nvPr>
          </p:nvGraphicFramePr>
          <p:xfrm>
            <a:off x="4880446" y="4202354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6440" name="Equation" r:id="rId24" imgW="647640" imgH="253800" progId="Equation.DSMT4">
                    <p:embed/>
                  </p:oleObj>
                </mc:Choice>
                <mc:Fallback>
                  <p:oleObj name="Equation" r:id="rId24" imgW="6476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880446" y="4202354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987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4C09C221-8A8D-4875-8214-A006893BDF75}"/>
              </a:ext>
            </a:extLst>
          </p:cNvPr>
          <p:cNvSpPr/>
          <p:nvPr/>
        </p:nvSpPr>
        <p:spPr>
          <a:xfrm>
            <a:off x="6858415" y="894068"/>
            <a:ext cx="1281044" cy="1713948"/>
          </a:xfrm>
          <a:custGeom>
            <a:avLst/>
            <a:gdLst>
              <a:gd name="connsiteX0" fmla="*/ 234122 w 1281044"/>
              <a:gd name="connsiteY0" fmla="*/ 0 h 1713948"/>
              <a:gd name="connsiteX1" fmla="*/ 1245704 w 1281044"/>
              <a:gd name="connsiteY1" fmla="*/ 4417 h 1713948"/>
              <a:gd name="connsiteX2" fmla="*/ 1276626 w 1281044"/>
              <a:gd name="connsiteY2" fmla="*/ 181113 h 1713948"/>
              <a:gd name="connsiteX3" fmla="*/ 1281044 w 1281044"/>
              <a:gd name="connsiteY3" fmla="*/ 379896 h 1713948"/>
              <a:gd name="connsiteX4" fmla="*/ 1267791 w 1281044"/>
              <a:gd name="connsiteY4" fmla="*/ 525669 h 1713948"/>
              <a:gd name="connsiteX5" fmla="*/ 1232452 w 1281044"/>
              <a:gd name="connsiteY5" fmla="*/ 631687 h 1713948"/>
              <a:gd name="connsiteX6" fmla="*/ 1148522 w 1281044"/>
              <a:gd name="connsiteY6" fmla="*/ 790713 h 1713948"/>
              <a:gd name="connsiteX7" fmla="*/ 1007165 w 1281044"/>
              <a:gd name="connsiteY7" fmla="*/ 998330 h 1713948"/>
              <a:gd name="connsiteX8" fmla="*/ 945322 w 1281044"/>
              <a:gd name="connsiteY8" fmla="*/ 1130852 h 1713948"/>
              <a:gd name="connsiteX9" fmla="*/ 932070 w 1281044"/>
              <a:gd name="connsiteY9" fmla="*/ 1245704 h 1713948"/>
              <a:gd name="connsiteX10" fmla="*/ 932070 w 1281044"/>
              <a:gd name="connsiteY10" fmla="*/ 1369391 h 1713948"/>
              <a:gd name="connsiteX11" fmla="*/ 971826 w 1281044"/>
              <a:gd name="connsiteY11" fmla="*/ 1656522 h 1713948"/>
              <a:gd name="connsiteX12" fmla="*/ 980661 w 1281044"/>
              <a:gd name="connsiteY12" fmla="*/ 1709530 h 1713948"/>
              <a:gd name="connsiteX13" fmla="*/ 265044 w 1281044"/>
              <a:gd name="connsiteY13" fmla="*/ 1713948 h 1713948"/>
              <a:gd name="connsiteX14" fmla="*/ 344557 w 1281044"/>
              <a:gd name="connsiteY14" fmla="*/ 1528417 h 1713948"/>
              <a:gd name="connsiteX15" fmla="*/ 379896 w 1281044"/>
              <a:gd name="connsiteY15" fmla="*/ 1254539 h 1713948"/>
              <a:gd name="connsiteX16" fmla="*/ 353391 w 1281044"/>
              <a:gd name="connsiteY16" fmla="*/ 1042504 h 1713948"/>
              <a:gd name="connsiteX17" fmla="*/ 318052 w 1281044"/>
              <a:gd name="connsiteY17" fmla="*/ 940904 h 1713948"/>
              <a:gd name="connsiteX18" fmla="*/ 172278 w 1281044"/>
              <a:gd name="connsiteY18" fmla="*/ 711200 h 1713948"/>
              <a:gd name="connsiteX19" fmla="*/ 79513 w 1281044"/>
              <a:gd name="connsiteY19" fmla="*/ 578678 h 1713948"/>
              <a:gd name="connsiteX20" fmla="*/ 35339 w 1281044"/>
              <a:gd name="connsiteY20" fmla="*/ 508000 h 1713948"/>
              <a:gd name="connsiteX21" fmla="*/ 13252 w 1281044"/>
              <a:gd name="connsiteY21" fmla="*/ 450574 h 1713948"/>
              <a:gd name="connsiteX22" fmla="*/ 0 w 1281044"/>
              <a:gd name="connsiteY22" fmla="*/ 371061 h 1713948"/>
              <a:gd name="connsiteX23" fmla="*/ 17670 w 1281044"/>
              <a:gd name="connsiteY23" fmla="*/ 278296 h 1713948"/>
              <a:gd name="connsiteX24" fmla="*/ 48591 w 1281044"/>
              <a:gd name="connsiteY24" fmla="*/ 189948 h 1713948"/>
              <a:gd name="connsiteX25" fmla="*/ 114852 w 1281044"/>
              <a:gd name="connsiteY25" fmla="*/ 114852 h 1713948"/>
              <a:gd name="connsiteX26" fmla="*/ 234122 w 1281044"/>
              <a:gd name="connsiteY26" fmla="*/ 0 h 1713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81044" h="1713948">
                <a:moveTo>
                  <a:pt x="234122" y="0"/>
                </a:moveTo>
                <a:lnTo>
                  <a:pt x="1245704" y="4417"/>
                </a:lnTo>
                <a:lnTo>
                  <a:pt x="1276626" y="181113"/>
                </a:lnTo>
                <a:cubicBezTo>
                  <a:pt x="1278099" y="247374"/>
                  <a:pt x="1279571" y="313635"/>
                  <a:pt x="1281044" y="379896"/>
                </a:cubicBezTo>
                <a:lnTo>
                  <a:pt x="1267791" y="525669"/>
                </a:lnTo>
                <a:lnTo>
                  <a:pt x="1232452" y="631687"/>
                </a:lnTo>
                <a:lnTo>
                  <a:pt x="1148522" y="790713"/>
                </a:lnTo>
                <a:lnTo>
                  <a:pt x="1007165" y="998330"/>
                </a:lnTo>
                <a:lnTo>
                  <a:pt x="945322" y="1130852"/>
                </a:lnTo>
                <a:lnTo>
                  <a:pt x="932070" y="1245704"/>
                </a:lnTo>
                <a:lnTo>
                  <a:pt x="932070" y="1369391"/>
                </a:lnTo>
                <a:lnTo>
                  <a:pt x="971826" y="1656522"/>
                </a:lnTo>
                <a:lnTo>
                  <a:pt x="980661" y="1709530"/>
                </a:lnTo>
                <a:lnTo>
                  <a:pt x="265044" y="1713948"/>
                </a:lnTo>
                <a:lnTo>
                  <a:pt x="344557" y="1528417"/>
                </a:lnTo>
                <a:lnTo>
                  <a:pt x="379896" y="1254539"/>
                </a:lnTo>
                <a:lnTo>
                  <a:pt x="353391" y="1042504"/>
                </a:lnTo>
                <a:lnTo>
                  <a:pt x="318052" y="940904"/>
                </a:lnTo>
                <a:lnTo>
                  <a:pt x="172278" y="711200"/>
                </a:lnTo>
                <a:lnTo>
                  <a:pt x="79513" y="578678"/>
                </a:lnTo>
                <a:lnTo>
                  <a:pt x="35339" y="508000"/>
                </a:lnTo>
                <a:lnTo>
                  <a:pt x="13252" y="450574"/>
                </a:lnTo>
                <a:lnTo>
                  <a:pt x="0" y="371061"/>
                </a:lnTo>
                <a:lnTo>
                  <a:pt x="17670" y="278296"/>
                </a:lnTo>
                <a:lnTo>
                  <a:pt x="48591" y="189948"/>
                </a:lnTo>
                <a:lnTo>
                  <a:pt x="114852" y="114852"/>
                </a:lnTo>
                <a:lnTo>
                  <a:pt x="234122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32">
            <a:extLst>
              <a:ext uri="{FF2B5EF4-FFF2-40B4-BE49-F238E27FC236}">
                <a16:creationId xmlns:a16="http://schemas.microsoft.com/office/drawing/2014/main" id="{92B0F127-C383-48CF-B13E-47C69388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038" y="233704"/>
            <a:ext cx="1071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(3)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设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F38A90C-870A-4BCE-AD95-E02EBC6AB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965597"/>
              </p:ext>
            </p:extLst>
          </p:nvPr>
        </p:nvGraphicFramePr>
        <p:xfrm>
          <a:off x="1663920" y="339502"/>
          <a:ext cx="29080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47" name="MathType 6.0 Equation" r:id="rId4" imgW="2908080" imgH="342720" progId="Equation.DSMT4">
                  <p:embed/>
                </p:oleObj>
              </mc:Choice>
              <mc:Fallback>
                <p:oleObj name="MathType 6.0 Equation" r:id="rId4" imgW="2908080" imgH="3427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920" y="339502"/>
                        <a:ext cx="29080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2">
            <a:extLst>
              <a:ext uri="{FF2B5EF4-FFF2-40B4-BE49-F238E27FC236}">
                <a16:creationId xmlns:a16="http://schemas.microsoft.com/office/drawing/2014/main" id="{5ADF50B3-53D1-4D52-A6AB-1172592D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69" y="793616"/>
            <a:ext cx="9446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求由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380D7BB-E97C-4821-8926-C3E1F8AD65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15165"/>
              </p:ext>
            </p:extLst>
          </p:nvPr>
        </p:nvGraphicFramePr>
        <p:xfrm>
          <a:off x="873988" y="891296"/>
          <a:ext cx="37461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48" name="Equation" r:id="rId6" imgW="3746160" imgH="342720" progId="Equation.DSMT4">
                  <p:embed/>
                </p:oleObj>
              </mc:Choice>
              <mc:Fallback>
                <p:oleObj name="Equation" r:id="rId6" imgW="3746160" imgH="342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988" y="891296"/>
                        <a:ext cx="374616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2">
            <a:extLst>
              <a:ext uri="{FF2B5EF4-FFF2-40B4-BE49-F238E27FC236}">
                <a16:creationId xmlns:a16="http://schemas.microsoft.com/office/drawing/2014/main" id="{2BA235F5-5F99-447F-8147-196922CFB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9" y="1352466"/>
            <a:ext cx="32481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所围曲边图形的面积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C9F543-D9E8-4668-A573-92D87BE57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463" y="3696120"/>
            <a:ext cx="4022225" cy="633929"/>
          </a:xfrm>
          <a:prstGeom prst="rect">
            <a:avLst/>
          </a:prstGeom>
          <a:solidFill>
            <a:srgbClr val="FFFF00"/>
          </a:solidFill>
          <a:ln w="19050" algn="ctr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78018818-A0B6-4D31-BB28-AF97B756E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528070"/>
              </p:ext>
            </p:extLst>
          </p:nvPr>
        </p:nvGraphicFramePr>
        <p:xfrm>
          <a:off x="2456378" y="3104394"/>
          <a:ext cx="27176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49" name="Equation" r:id="rId8" imgW="2717640" imgH="342720" progId="Equation.DSMT4">
                  <p:embed/>
                </p:oleObj>
              </mc:Choice>
              <mc:Fallback>
                <p:oleObj name="Equation" r:id="rId8" imgW="2717640" imgH="3427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378" y="3104394"/>
                        <a:ext cx="271764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>
            <a:extLst>
              <a:ext uri="{FF2B5EF4-FFF2-40B4-BE49-F238E27FC236}">
                <a16:creationId xmlns:a16="http://schemas.microsoft.com/office/drawing/2014/main" id="{17DA4E1B-D422-4C5A-8DEE-51874B160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617997"/>
              </p:ext>
            </p:extLst>
          </p:nvPr>
        </p:nvGraphicFramePr>
        <p:xfrm>
          <a:off x="1697967" y="3733316"/>
          <a:ext cx="3746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50" name="Equation" r:id="rId10" imgW="3746160" imgH="634680" progId="Equation.DSMT4">
                  <p:embed/>
                </p:oleObj>
              </mc:Choice>
              <mc:Fallback>
                <p:oleObj name="Equation" r:id="rId10" imgW="3746160" imgH="6346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967" y="3733316"/>
                        <a:ext cx="37465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6D0098D6-5519-41F0-B8A9-3FB80AB3927D}"/>
              </a:ext>
            </a:extLst>
          </p:cNvPr>
          <p:cNvGrpSpPr/>
          <p:nvPr/>
        </p:nvGrpSpPr>
        <p:grpSpPr>
          <a:xfrm>
            <a:off x="724272" y="1942781"/>
            <a:ext cx="4027507" cy="461950"/>
            <a:chOff x="983533" y="3629685"/>
            <a:chExt cx="5370009" cy="615933"/>
          </a:xfrm>
        </p:grpSpPr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4556D620-C94E-45AE-91AB-E1541B69A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533" y="3629685"/>
              <a:ext cx="79076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21" name="Object 8">
              <a:extLst>
                <a:ext uri="{FF2B5EF4-FFF2-40B4-BE49-F238E27FC236}">
                  <a16:creationId xmlns:a16="http://schemas.microsoft.com/office/drawing/2014/main" id="{2D5EE709-B05B-42B8-BA9C-201F0D88FD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4536" y="3724933"/>
            <a:ext cx="901700" cy="4550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1" name="Equation" r:id="rId12" imgW="685800" imgH="342720" progId="Equation.DSMT4">
                    <p:embed/>
                  </p:oleObj>
                </mc:Choice>
                <mc:Fallback>
                  <p:oleObj name="Equation" r:id="rId12" imgW="685800" imgH="34272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536" y="3724933"/>
                          <a:ext cx="901700" cy="4550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32">
              <a:extLst>
                <a:ext uri="{FF2B5EF4-FFF2-40B4-BE49-F238E27FC236}">
                  <a16:creationId xmlns:a16="http://schemas.microsoft.com/office/drawing/2014/main" id="{AA5AC1B5-FD2F-41C6-AD6B-5C54668D2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6542" y="3630065"/>
              <a:ext cx="281958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B2C5E28-69B6-4936-A238-BC7663B9EC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434932"/>
                </p:ext>
              </p:extLst>
            </p:nvPr>
          </p:nvGraphicFramePr>
          <p:xfrm>
            <a:off x="4698309" y="3724933"/>
            <a:ext cx="1655233" cy="457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2" name="MathType 6.0 Equation" r:id="rId14" imgW="1244520" imgH="342720" progId="Equation.DSMT4">
                    <p:embed/>
                  </p:oleObj>
                </mc:Choice>
                <mc:Fallback>
                  <p:oleObj name="MathType 6.0 Equation" r:id="rId14" imgW="1244520" imgH="34272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8309" y="3724933"/>
                          <a:ext cx="1655233" cy="457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32">
            <a:extLst>
              <a:ext uri="{FF2B5EF4-FFF2-40B4-BE49-F238E27FC236}">
                <a16:creationId xmlns:a16="http://schemas.microsoft.com/office/drawing/2014/main" id="{66C1698A-5704-4332-896F-EBF9FCBF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42" y="2993649"/>
            <a:ext cx="1609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953ED3C2-C732-4EEB-9D7A-9AFF4FE6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15" y="3742655"/>
            <a:ext cx="1256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7" name="Text Box 32">
            <a:extLst>
              <a:ext uri="{FF2B5EF4-FFF2-40B4-BE49-F238E27FC236}">
                <a16:creationId xmlns:a16="http://schemas.microsoft.com/office/drawing/2014/main" id="{9C72A238-E6D8-48B7-B60D-B6BC85E7C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81" y="2442055"/>
            <a:ext cx="3339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小窄条近似看作小矩形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ECE8506-3FFE-4497-B404-29CD887560F6}"/>
              </a:ext>
            </a:extLst>
          </p:cNvPr>
          <p:cNvCxnSpPr>
            <a:cxnSpLocks/>
          </p:cNvCxnSpPr>
          <p:nvPr/>
        </p:nvCxnSpPr>
        <p:spPr>
          <a:xfrm flipV="1">
            <a:off x="6570373" y="1493949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54D43E38-4762-41E0-894F-9CD6DAFE1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316528"/>
              </p:ext>
            </p:extLst>
          </p:nvPr>
        </p:nvGraphicFramePr>
        <p:xfrm>
          <a:off x="7863027" y="2036081"/>
          <a:ext cx="901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53" name="Equation" r:id="rId16" imgW="901440" imgH="304560" progId="Equation.DSMT4">
                  <p:embed/>
                </p:oleObj>
              </mc:Choice>
              <mc:Fallback>
                <p:oleObj name="Equation" r:id="rId16" imgW="901440" imgH="304560" progId="Equation.DSMT4">
                  <p:embed/>
                  <p:pic>
                    <p:nvPicPr>
                      <p:cNvPr id="29" name="Object 7">
                        <a:extLst>
                          <a:ext uri="{FF2B5EF4-FFF2-40B4-BE49-F238E27FC236}">
                            <a16:creationId xmlns:a16="http://schemas.microsoft.com/office/drawing/2014/main" id="{82F7B434-11BF-45CA-A63A-BE297F9C1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3027" y="2036081"/>
                        <a:ext cx="901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509DBEE-7FC9-41D3-9DF3-4514A5637C03}"/>
              </a:ext>
            </a:extLst>
          </p:cNvPr>
          <p:cNvGrpSpPr/>
          <p:nvPr/>
        </p:nvGrpSpPr>
        <p:grpSpPr>
          <a:xfrm>
            <a:off x="6086614" y="756556"/>
            <a:ext cx="207963" cy="1968949"/>
            <a:chOff x="6192937" y="1000964"/>
            <a:chExt cx="207963" cy="1968949"/>
          </a:xfrm>
        </p:grpSpPr>
        <p:graphicFrame>
          <p:nvGraphicFramePr>
            <p:cNvPr id="31" name="Object 7">
              <a:extLst>
                <a:ext uri="{FF2B5EF4-FFF2-40B4-BE49-F238E27FC236}">
                  <a16:creationId xmlns:a16="http://schemas.microsoft.com/office/drawing/2014/main" id="{DF1B67A3-CA50-44AA-84C6-C6F8F5E14C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4695143"/>
                </p:ext>
              </p:extLst>
            </p:nvPr>
          </p:nvGraphicFramePr>
          <p:xfrm>
            <a:off x="6215356" y="2766873"/>
            <a:ext cx="17748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4" name="MathType 6.0 Equation" r:id="rId18" imgW="177480" imgH="203040" progId="Equation.DSMT4">
                    <p:embed/>
                  </p:oleObj>
                </mc:Choice>
                <mc:Fallback>
                  <p:oleObj name="MathType 6.0 Equation" r:id="rId18" imgW="177480" imgH="203040" progId="Equation.DSMT4">
                    <p:embed/>
                    <p:pic>
                      <p:nvPicPr>
                        <p:cNvPr id="34" name="Object 7">
                          <a:extLst>
                            <a:ext uri="{FF2B5EF4-FFF2-40B4-BE49-F238E27FC236}">
                              <a16:creationId xmlns:a16="http://schemas.microsoft.com/office/drawing/2014/main" id="{1016B125-CB31-4A48-803C-1747F36142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5356" y="2766873"/>
                          <a:ext cx="177480" cy="203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7">
              <a:extLst>
                <a:ext uri="{FF2B5EF4-FFF2-40B4-BE49-F238E27FC236}">
                  <a16:creationId xmlns:a16="http://schemas.microsoft.com/office/drawing/2014/main" id="{69B882C9-E9E8-4640-8614-ECC01C61DA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0743313"/>
                </p:ext>
              </p:extLst>
            </p:nvPr>
          </p:nvGraphicFramePr>
          <p:xfrm>
            <a:off x="6192937" y="1000964"/>
            <a:ext cx="20796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5" name="Equation" r:id="rId20" imgW="190440" imgH="253800" progId="Equation.DSMT4">
                    <p:embed/>
                  </p:oleObj>
                </mc:Choice>
                <mc:Fallback>
                  <p:oleObj name="Equation" r:id="rId20" imgW="190440" imgH="253800" progId="Equation.DSMT4">
                    <p:embed/>
                    <p:pic>
                      <p:nvPicPr>
                        <p:cNvPr id="35" name="Object 7">
                          <a:extLst>
                            <a:ext uri="{FF2B5EF4-FFF2-40B4-BE49-F238E27FC236}">
                              <a16:creationId xmlns:a16="http://schemas.microsoft.com/office/drawing/2014/main" id="{73153EEF-7ADC-4A5C-982A-C7F954878B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2937" y="1000964"/>
                          <a:ext cx="20796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AC2CE6C-2CAE-4FA7-A4DA-150C41114961}"/>
              </a:ext>
            </a:extLst>
          </p:cNvPr>
          <p:cNvGrpSpPr/>
          <p:nvPr/>
        </p:nvGrpSpPr>
        <p:grpSpPr>
          <a:xfrm>
            <a:off x="6364454" y="888356"/>
            <a:ext cx="1745219" cy="1730161"/>
            <a:chOff x="6484332" y="1148792"/>
            <a:chExt cx="1745219" cy="1730161"/>
          </a:xfrm>
        </p:grpSpPr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06766A10-3F35-4929-9764-A1AA71391606}"/>
                </a:ext>
              </a:extLst>
            </p:cNvPr>
            <p:cNvSpPr/>
            <p:nvPr/>
          </p:nvSpPr>
          <p:spPr>
            <a:xfrm rot="6460896">
              <a:off x="7234685" y="1881463"/>
              <a:ext cx="1714082" cy="262890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9BBD504-F9A5-4FBD-A621-31DF384092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9254" y="2876199"/>
              <a:ext cx="727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B26FCD9-F6CB-4822-BEBF-F3CFE7492B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8373" y="1150211"/>
              <a:ext cx="99117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6BECD6DC-2424-478F-A0B0-89AB1A6B1527}"/>
                </a:ext>
              </a:extLst>
            </p:cNvPr>
            <p:cNvSpPr/>
            <p:nvPr/>
          </p:nvSpPr>
          <p:spPr>
            <a:xfrm>
              <a:off x="6978739" y="1151721"/>
              <a:ext cx="369333" cy="1727232"/>
            </a:xfrm>
            <a:custGeom>
              <a:avLst/>
              <a:gdLst>
                <a:gd name="connsiteX0" fmla="*/ 237055 w 369333"/>
                <a:gd name="connsiteY0" fmla="*/ 0 h 1431689"/>
                <a:gd name="connsiteX1" fmla="*/ 1924 w 369333"/>
                <a:gd name="connsiteY1" fmla="*/ 355310 h 1431689"/>
                <a:gd name="connsiteX2" fmla="*/ 352009 w 369333"/>
                <a:gd name="connsiteY2" fmla="*/ 877824 h 1431689"/>
                <a:gd name="connsiteX3" fmla="*/ 263181 w 369333"/>
                <a:gd name="connsiteY3" fmla="*/ 1431689 h 143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333" h="1431689">
                  <a:moveTo>
                    <a:pt x="237055" y="0"/>
                  </a:moveTo>
                  <a:cubicBezTo>
                    <a:pt x="109910" y="104503"/>
                    <a:pt x="-17235" y="209006"/>
                    <a:pt x="1924" y="355310"/>
                  </a:cubicBezTo>
                  <a:cubicBezTo>
                    <a:pt x="21083" y="501614"/>
                    <a:pt x="308466" y="698428"/>
                    <a:pt x="352009" y="877824"/>
                  </a:cubicBezTo>
                  <a:cubicBezTo>
                    <a:pt x="395552" y="1057221"/>
                    <a:pt x="353750" y="1339378"/>
                    <a:pt x="263181" y="1431689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0FAB75A-88CE-4BC7-8B81-98CCB0454C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4332" y="2877649"/>
              <a:ext cx="78442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57409C9-9DA4-4C87-9DA1-54948EE52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8596" y="1148792"/>
              <a:ext cx="778123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7" name="Object 7">
            <a:extLst>
              <a:ext uri="{FF2B5EF4-FFF2-40B4-BE49-F238E27FC236}">
                <a16:creationId xmlns:a16="http://schemas.microsoft.com/office/drawing/2014/main" id="{D2B2B0DA-8320-46BF-B7F8-59573B89D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286909"/>
              </p:ext>
            </p:extLst>
          </p:nvPr>
        </p:nvGraphicFramePr>
        <p:xfrm>
          <a:off x="6548577" y="2194831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56" name="Equation" r:id="rId22" imgW="939600" imgH="304560" progId="Equation.DSMT4">
                  <p:embed/>
                </p:oleObj>
              </mc:Choice>
              <mc:Fallback>
                <p:oleObj name="Equation" r:id="rId22" imgW="939600" imgH="304560" progId="Equation.DSMT4">
                  <p:embed/>
                  <p:pic>
                    <p:nvPicPr>
                      <p:cNvPr id="56" name="Object 7">
                        <a:extLst>
                          <a:ext uri="{FF2B5EF4-FFF2-40B4-BE49-F238E27FC236}">
                            <a16:creationId xmlns:a16="http://schemas.microsoft.com/office/drawing/2014/main" id="{3CE570AB-7AE9-4F2D-9D67-D089AB478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577" y="2194831"/>
                        <a:ext cx="939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80FB0D52-20B1-4596-B096-BD61C483FD67}"/>
              </a:ext>
            </a:extLst>
          </p:cNvPr>
          <p:cNvGrpSpPr/>
          <p:nvPr/>
        </p:nvGrpSpPr>
        <p:grpSpPr>
          <a:xfrm>
            <a:off x="5611952" y="1178831"/>
            <a:ext cx="2458218" cy="620713"/>
            <a:chOff x="5719763" y="1438275"/>
            <a:chExt cx="2458218" cy="620713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DC4FD905-48DC-4296-BC75-8313EE1E3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6030" y="1856287"/>
              <a:ext cx="107195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611CA51F-5550-4AA6-B262-90311037E3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091061"/>
                </p:ext>
              </p:extLst>
            </p:nvPr>
          </p:nvGraphicFramePr>
          <p:xfrm>
            <a:off x="5719763" y="1438275"/>
            <a:ext cx="658812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7" name="Equation" r:id="rId24" imgW="660240" imgH="304560" progId="Equation.DSMT4">
                    <p:embed/>
                  </p:oleObj>
                </mc:Choice>
                <mc:Fallback>
                  <p:oleObj name="Equation" r:id="rId24" imgW="660240" imgH="30456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D82B8F22-1D97-4416-B38A-CFA6B23916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719763" y="1438275"/>
                          <a:ext cx="658812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B406AA1C-AB5B-4E9B-BBD5-33BE592A47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8329570"/>
                </p:ext>
              </p:extLst>
            </p:nvPr>
          </p:nvGraphicFramePr>
          <p:xfrm>
            <a:off x="6223000" y="181768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8" name="Equation" r:id="rId26" imgW="190440" imgH="241200" progId="Equation.DSMT4">
                    <p:embed/>
                  </p:oleObj>
                </mc:Choice>
                <mc:Fallback>
                  <p:oleObj name="Equation" r:id="rId26" imgW="190440" imgH="2412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B39ED659-CBFC-45DC-9781-738756C48D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223000" y="1817688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D768E5A-FBE4-4287-A67E-51523ED20E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8651" y="1856287"/>
              <a:ext cx="657637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F760CFF-8888-4222-9E7F-C6283BC1EC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3185" y="1563324"/>
              <a:ext cx="64284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9F19C94-5DA6-4E08-8A49-11A9F05AA3CE}"/>
              </a:ext>
            </a:extLst>
          </p:cNvPr>
          <p:cNvGrpSpPr/>
          <p:nvPr/>
        </p:nvGrpSpPr>
        <p:grpSpPr>
          <a:xfrm>
            <a:off x="5718688" y="461281"/>
            <a:ext cx="3128589" cy="2821394"/>
            <a:chOff x="5040207" y="-41917"/>
            <a:chExt cx="3128589" cy="2821394"/>
          </a:xfrm>
        </p:grpSpPr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E07D228-EF39-445C-B73E-B6C5D1B1B042}"/>
                </a:ext>
              </a:extLst>
            </p:cNvPr>
            <p:cNvCxnSpPr>
              <a:cxnSpLocks/>
            </p:cNvCxnSpPr>
            <p:nvPr/>
          </p:nvCxnSpPr>
          <p:spPr>
            <a:xfrm>
              <a:off x="5040207" y="2338863"/>
              <a:ext cx="3070302" cy="157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6" name="Object 7">
              <a:extLst>
                <a:ext uri="{FF2B5EF4-FFF2-40B4-BE49-F238E27FC236}">
                  <a16:creationId xmlns:a16="http://schemas.microsoft.com/office/drawing/2014/main" id="{E840C488-8B50-477F-B0B7-E59D4088D7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583229"/>
                </p:ext>
              </p:extLst>
            </p:nvPr>
          </p:nvGraphicFramePr>
          <p:xfrm>
            <a:off x="5468458" y="-41917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59" name="Equation" r:id="rId28" imgW="190440" imgH="241200" progId="Equation.DSMT4">
                    <p:embed/>
                  </p:oleObj>
                </mc:Choice>
                <mc:Fallback>
                  <p:oleObj name="Equation" r:id="rId28" imgW="190440" imgH="24120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6FB5CC07-7F60-454A-8AF6-467FF770C9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8458" y="-41917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7">
              <a:extLst>
                <a:ext uri="{FF2B5EF4-FFF2-40B4-BE49-F238E27FC236}">
                  <a16:creationId xmlns:a16="http://schemas.microsoft.com/office/drawing/2014/main" id="{1B077D20-CA2E-4A92-85EB-9B097E0702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498262"/>
                </p:ext>
              </p:extLst>
            </p:nvPr>
          </p:nvGraphicFramePr>
          <p:xfrm>
            <a:off x="7990996" y="241870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60" name="Equation" r:id="rId30" imgW="177480" imgH="190440" progId="Equation.DSMT4">
                    <p:embed/>
                  </p:oleObj>
                </mc:Choice>
                <mc:Fallback>
                  <p:oleObj name="Equation" r:id="rId30" imgW="177480" imgH="190440" progId="Equation.DSMT4">
                    <p:embed/>
                    <p:pic>
                      <p:nvPicPr>
                        <p:cNvPr id="40" name="Object 7">
                          <a:extLst>
                            <a:ext uri="{FF2B5EF4-FFF2-40B4-BE49-F238E27FC236}">
                              <a16:creationId xmlns:a16="http://schemas.microsoft.com/office/drawing/2014/main" id="{DC441006-4882-4786-877F-560C1DB0ED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0996" y="2418708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7">
              <a:extLst>
                <a:ext uri="{FF2B5EF4-FFF2-40B4-BE49-F238E27FC236}">
                  <a16:creationId xmlns:a16="http://schemas.microsoft.com/office/drawing/2014/main" id="{20F5E2F3-4851-4832-872F-86658C8E0D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5677495"/>
                </p:ext>
              </p:extLst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361" name="MathType 6.0 Equation" r:id="rId32" imgW="190440" imgH="203040" progId="Equation.DSMT4">
                    <p:embed/>
                  </p:oleObj>
                </mc:Choice>
                <mc:Fallback>
                  <p:oleObj name="MathType 6.0 Equation" r:id="rId32" imgW="190440" imgH="203040" progId="Equation.DSMT4">
                    <p:embed/>
                    <p:pic>
                      <p:nvPicPr>
                        <p:cNvPr id="41" name="Object 7">
                          <a:extLst>
                            <a:ext uri="{FF2B5EF4-FFF2-40B4-BE49-F238E27FC236}">
                              <a16:creationId xmlns:a16="http://schemas.microsoft.com/office/drawing/2014/main" id="{24221C12-87E1-41D9-A203-041952793A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6599B0E-6002-4840-92F6-E36CAD582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2358" y="-10241"/>
              <a:ext cx="0" cy="27897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D159E165-1AB7-451F-BD16-7A9173C94A86}"/>
              </a:ext>
            </a:extLst>
          </p:cNvPr>
          <p:cNvSpPr/>
          <p:nvPr/>
        </p:nvSpPr>
        <p:spPr>
          <a:xfrm rot="16200000">
            <a:off x="7389351" y="921598"/>
            <a:ext cx="292323" cy="1058157"/>
          </a:xfrm>
          <a:prstGeom prst="rect">
            <a:avLst/>
          </a:prstGeom>
          <a:solidFill>
            <a:srgbClr val="3366FF">
              <a:alpha val="69000"/>
            </a:srgb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1F8FBCE-2066-4BEE-A45F-6C55866F9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404454"/>
              </p:ext>
            </p:extLst>
          </p:nvPr>
        </p:nvGraphicFramePr>
        <p:xfrm>
          <a:off x="7340634" y="1321602"/>
          <a:ext cx="33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362" name="Equation" r:id="rId34" imgW="330120" imgH="304560" progId="Equation.DSMT4">
                  <p:embed/>
                </p:oleObj>
              </mc:Choice>
              <mc:Fallback>
                <p:oleObj name="Equation" r:id="rId34" imgW="3301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340634" y="1321602"/>
                        <a:ext cx="330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705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utoUpdateAnimBg="0"/>
      <p:bldP spid="6" grpId="0" autoUpdateAnimBg="0"/>
      <p:bldP spid="10" grpId="0" autoUpdateAnimBg="0"/>
      <p:bldP spid="16" grpId="0" animBg="1"/>
      <p:bldP spid="25" grpId="0" autoUpdateAnimBg="0"/>
      <p:bldP spid="26" grpId="0" autoUpdateAnimBg="0"/>
      <p:bldP spid="27" grpId="0" autoUpdateAnimBg="0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285AA65B-B2BA-45E6-8230-FC3C26411198}"/>
              </a:ext>
            </a:extLst>
          </p:cNvPr>
          <p:cNvSpPr/>
          <p:nvPr/>
        </p:nvSpPr>
        <p:spPr>
          <a:xfrm>
            <a:off x="5731872" y="1823539"/>
            <a:ext cx="1416147" cy="1448972"/>
          </a:xfrm>
          <a:custGeom>
            <a:avLst/>
            <a:gdLst>
              <a:gd name="connsiteX0" fmla="*/ 0 w 1416147"/>
              <a:gd name="connsiteY0" fmla="*/ 1448972 h 1448972"/>
              <a:gd name="connsiteX1" fmla="*/ 65649 w 1416147"/>
              <a:gd name="connsiteY1" fmla="*/ 1167618 h 1448972"/>
              <a:gd name="connsiteX2" fmla="*/ 196947 w 1416147"/>
              <a:gd name="connsiteY2" fmla="*/ 895643 h 1448972"/>
              <a:gd name="connsiteX3" fmla="*/ 337624 w 1416147"/>
              <a:gd name="connsiteY3" fmla="*/ 736209 h 1448972"/>
              <a:gd name="connsiteX4" fmla="*/ 525194 w 1416147"/>
              <a:gd name="connsiteY4" fmla="*/ 576775 h 1448972"/>
              <a:gd name="connsiteX5" fmla="*/ 783101 w 1416147"/>
              <a:gd name="connsiteY5" fmla="*/ 403274 h 1448972"/>
              <a:gd name="connsiteX6" fmla="*/ 1031630 w 1416147"/>
              <a:gd name="connsiteY6" fmla="*/ 243840 h 1448972"/>
              <a:gd name="connsiteX7" fmla="*/ 1327052 w 1416147"/>
              <a:gd name="connsiteY7" fmla="*/ 60960 h 1448972"/>
              <a:gd name="connsiteX8" fmla="*/ 1416147 w 1416147"/>
              <a:gd name="connsiteY8" fmla="*/ 0 h 1448972"/>
              <a:gd name="connsiteX9" fmla="*/ 1233267 w 1416147"/>
              <a:gd name="connsiteY9" fmla="*/ 323557 h 1448972"/>
              <a:gd name="connsiteX10" fmla="*/ 1083212 w 1416147"/>
              <a:gd name="connsiteY10" fmla="*/ 558018 h 1448972"/>
              <a:gd name="connsiteX11" fmla="*/ 881575 w 1416147"/>
              <a:gd name="connsiteY11" fmla="*/ 853440 h 1448972"/>
              <a:gd name="connsiteX12" fmla="*/ 797169 w 1416147"/>
              <a:gd name="connsiteY12" fmla="*/ 961292 h 1448972"/>
              <a:gd name="connsiteX13" fmla="*/ 675249 w 1416147"/>
              <a:gd name="connsiteY13" fmla="*/ 1078523 h 1448972"/>
              <a:gd name="connsiteX14" fmla="*/ 511126 w 1416147"/>
              <a:gd name="connsiteY14" fmla="*/ 1228578 h 1448972"/>
              <a:gd name="connsiteX15" fmla="*/ 403274 w 1416147"/>
              <a:gd name="connsiteY15" fmla="*/ 1289538 h 1448972"/>
              <a:gd name="connsiteX16" fmla="*/ 211015 w 1416147"/>
              <a:gd name="connsiteY16" fmla="*/ 1378634 h 1448972"/>
              <a:gd name="connsiteX17" fmla="*/ 0 w 1416147"/>
              <a:gd name="connsiteY17" fmla="*/ 1448972 h 144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16147" h="1448972">
                <a:moveTo>
                  <a:pt x="0" y="1448972"/>
                </a:moveTo>
                <a:lnTo>
                  <a:pt x="65649" y="1167618"/>
                </a:lnTo>
                <a:lnTo>
                  <a:pt x="196947" y="895643"/>
                </a:lnTo>
                <a:lnTo>
                  <a:pt x="337624" y="736209"/>
                </a:lnTo>
                <a:lnTo>
                  <a:pt x="525194" y="576775"/>
                </a:lnTo>
                <a:lnTo>
                  <a:pt x="783101" y="403274"/>
                </a:lnTo>
                <a:lnTo>
                  <a:pt x="1031630" y="243840"/>
                </a:lnTo>
                <a:lnTo>
                  <a:pt x="1327052" y="60960"/>
                </a:lnTo>
                <a:lnTo>
                  <a:pt x="1416147" y="0"/>
                </a:lnTo>
                <a:lnTo>
                  <a:pt x="1233267" y="323557"/>
                </a:lnTo>
                <a:lnTo>
                  <a:pt x="1083212" y="558018"/>
                </a:lnTo>
                <a:lnTo>
                  <a:pt x="881575" y="853440"/>
                </a:lnTo>
                <a:lnTo>
                  <a:pt x="797169" y="961292"/>
                </a:lnTo>
                <a:lnTo>
                  <a:pt x="675249" y="1078523"/>
                </a:lnTo>
                <a:lnTo>
                  <a:pt x="511126" y="1228578"/>
                </a:lnTo>
                <a:lnTo>
                  <a:pt x="403274" y="1289538"/>
                </a:lnTo>
                <a:lnTo>
                  <a:pt x="211015" y="1378634"/>
                </a:lnTo>
                <a:lnTo>
                  <a:pt x="0" y="144897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5F2B4A75-9061-4FF5-BC27-B5BABE5680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8087" y="288643"/>
            <a:ext cx="670146" cy="514350"/>
          </a:xfrm>
        </p:spPr>
        <p:txBody>
          <a:bodyPr/>
          <a:lstStyle/>
          <a:p>
            <a:pPr algn="l" eaLnBrk="1" hangingPunct="1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0245" name="Object 3">
            <a:extLst>
              <a:ext uri="{FF2B5EF4-FFF2-40B4-BE49-F238E27FC236}">
                <a16:creationId xmlns:a16="http://schemas.microsoft.com/office/drawing/2014/main" id="{EE023ADE-AD98-42D5-8FC9-4F5404DF2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43044"/>
              </p:ext>
            </p:extLst>
          </p:nvPr>
        </p:nvGraphicFramePr>
        <p:xfrm>
          <a:off x="2771800" y="339502"/>
          <a:ext cx="171432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0" name="MathType 6.0 Equation" r:id="rId4" imgW="1714320" imgH="406080" progId="Equation.DSMT4">
                  <p:embed/>
                </p:oleObj>
              </mc:Choice>
              <mc:Fallback>
                <p:oleObj name="MathType 6.0 Equation" r:id="rId4" imgW="1714320" imgH="40608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39502"/>
                        <a:ext cx="171432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4">
            <a:extLst>
              <a:ext uri="{FF2B5EF4-FFF2-40B4-BE49-F238E27FC236}">
                <a16:creationId xmlns:a16="http://schemas.microsoft.com/office/drawing/2014/main" id="{56D2217C-010C-429E-8031-381EDBBEA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276" y="320277"/>
            <a:ext cx="3979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在第一象限所围图形的面积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67954" name="Text Box 18">
            <a:extLst>
              <a:ext uri="{FF2B5EF4-FFF2-40B4-BE49-F238E27FC236}">
                <a16:creationId xmlns:a16="http://schemas.microsoft.com/office/drawing/2014/main" id="{C78B750F-21C4-4F49-BE1B-E491F2BD2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24" y="1077414"/>
            <a:ext cx="4638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67959" name="Object 23">
            <a:extLst>
              <a:ext uri="{FF2B5EF4-FFF2-40B4-BE49-F238E27FC236}">
                <a16:creationId xmlns:a16="http://schemas.microsoft.com/office/drawing/2014/main" id="{35AC68CC-5E67-4124-B5B9-E4364B4F1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119875"/>
              </p:ext>
            </p:extLst>
          </p:nvPr>
        </p:nvGraphicFramePr>
        <p:xfrm>
          <a:off x="3596904" y="1231084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1" name="Equation" r:id="rId6" imgW="1536480" imgH="342720" progId="Equation.DSMT4">
                  <p:embed/>
                </p:oleObj>
              </mc:Choice>
              <mc:Fallback>
                <p:oleObj name="Equation" r:id="rId6" imgW="1536480" imgH="34272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904" y="1231084"/>
                        <a:ext cx="1536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62" name="Object 26">
            <a:extLst>
              <a:ext uri="{FF2B5EF4-FFF2-40B4-BE49-F238E27FC236}">
                <a16:creationId xmlns:a16="http://schemas.microsoft.com/office/drawing/2014/main" id="{EC08BD3E-1797-4310-8C2C-81233E88E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960300"/>
              </p:ext>
            </p:extLst>
          </p:nvPr>
        </p:nvGraphicFramePr>
        <p:xfrm>
          <a:off x="2342779" y="2545534"/>
          <a:ext cx="228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2" name="Equation" r:id="rId8" imgW="2286000" imgH="431640" progId="Equation.DSMT4">
                  <p:embed/>
                </p:oleObj>
              </mc:Choice>
              <mc:Fallback>
                <p:oleObj name="Equation" r:id="rId8" imgW="2286000" imgH="43164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779" y="2545534"/>
                        <a:ext cx="22860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63" name="Object 27">
            <a:extLst>
              <a:ext uri="{FF2B5EF4-FFF2-40B4-BE49-F238E27FC236}">
                <a16:creationId xmlns:a16="http://schemas.microsoft.com/office/drawing/2014/main" id="{53C91535-9E29-4C6C-88DB-A7EF1597F0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002693"/>
              </p:ext>
            </p:extLst>
          </p:nvPr>
        </p:nvGraphicFramePr>
        <p:xfrm>
          <a:off x="2057029" y="3806009"/>
          <a:ext cx="25781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3" name="Equation" r:id="rId10" imgW="2577960" imgH="863280" progId="Equation.DSMT4">
                  <p:embed/>
                </p:oleObj>
              </mc:Choice>
              <mc:Fallback>
                <p:oleObj name="Equation" r:id="rId10" imgW="2577960" imgH="86328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029" y="3806009"/>
                        <a:ext cx="2578100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4" name="Object 32">
            <a:extLst>
              <a:ext uri="{FF2B5EF4-FFF2-40B4-BE49-F238E27FC236}">
                <a16:creationId xmlns:a16="http://schemas.microsoft.com/office/drawing/2014/main" id="{193B61AD-09B4-491F-844C-032BFFF5E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75281"/>
              </p:ext>
            </p:extLst>
          </p:nvPr>
        </p:nvGraphicFramePr>
        <p:xfrm>
          <a:off x="1835975" y="3170824"/>
          <a:ext cx="2324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4" name="Equation" r:id="rId12" imgW="2323800" imgH="634680" progId="Equation.DSMT4">
                  <p:embed/>
                </p:oleObj>
              </mc:Choice>
              <mc:Fallback>
                <p:oleObj name="Equation" r:id="rId12" imgW="2323800" imgH="634680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975" y="3170824"/>
                        <a:ext cx="23241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1BBAC051-0DA3-439A-9719-E7B93469DA90}"/>
              </a:ext>
            </a:extLst>
          </p:cNvPr>
          <p:cNvGrpSpPr/>
          <p:nvPr/>
        </p:nvGrpSpPr>
        <p:grpSpPr>
          <a:xfrm>
            <a:off x="761619" y="1865085"/>
            <a:ext cx="3995747" cy="461950"/>
            <a:chOff x="1174034" y="3629685"/>
            <a:chExt cx="5327664" cy="615933"/>
          </a:xfrm>
        </p:grpSpPr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0ED84EDD-3DDD-4F87-8D92-5ACAFA5AF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4034" y="3629685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6" name="Object 8">
              <a:extLst>
                <a:ext uri="{FF2B5EF4-FFF2-40B4-BE49-F238E27FC236}">
                  <a16:creationId xmlns:a16="http://schemas.microsoft.com/office/drawing/2014/main" id="{CBB736D0-F292-4ABD-8662-F58935C5C9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8823257"/>
                </p:ext>
              </p:extLst>
            </p:nvPr>
          </p:nvGraphicFramePr>
          <p:xfrm>
            <a:off x="1650287" y="3747509"/>
            <a:ext cx="787400" cy="457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25" name="Equation" r:id="rId14" imgW="596880" imgH="342720" progId="Equation.DSMT4">
                    <p:embed/>
                  </p:oleObj>
                </mc:Choice>
                <mc:Fallback>
                  <p:oleObj name="Equation" r:id="rId14" imgW="596880" imgH="342720" progId="Equation.DSMT4">
                    <p:embed/>
                    <p:pic>
                      <p:nvPicPr>
                        <p:cNvPr id="0" name="Picture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0287" y="3747509"/>
                          <a:ext cx="787400" cy="457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7ACB4181-8D44-4D64-83B9-1F8309D38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793" y="3630065"/>
              <a:ext cx="272433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6754156D-EACB-460F-8934-00F714B175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704373"/>
                </p:ext>
              </p:extLst>
            </p:nvPr>
          </p:nvGraphicFramePr>
          <p:xfrm>
            <a:off x="4799898" y="3738968"/>
            <a:ext cx="1701800" cy="442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26" name="Equation" r:id="rId16" imgW="1269720" imgH="330120" progId="Equation.DSMT4">
                    <p:embed/>
                  </p:oleObj>
                </mc:Choice>
                <mc:Fallback>
                  <p:oleObj name="Equation" r:id="rId16" imgW="1269720" imgH="330120" progId="Equation.DSMT4">
                    <p:embed/>
                    <p:pic>
                      <p:nvPicPr>
                        <p:cNvPr id="0" name="Picture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9898" y="3738968"/>
                          <a:ext cx="1701800" cy="442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 Box 32">
            <a:extLst>
              <a:ext uri="{FF2B5EF4-FFF2-40B4-BE49-F238E27FC236}">
                <a16:creationId xmlns:a16="http://schemas.microsoft.com/office/drawing/2014/main" id="{607FFB4B-4257-42C6-9B07-AFC682C69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415" y="2521884"/>
            <a:ext cx="149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1" name="Text Box 32">
            <a:extLst>
              <a:ext uri="{FF2B5EF4-FFF2-40B4-BE49-F238E27FC236}">
                <a16:creationId xmlns:a16="http://schemas.microsoft.com/office/drawing/2014/main" id="{9D7E1454-2914-4FEA-AB59-C333715E1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25" y="3226013"/>
            <a:ext cx="908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DD19BCB-8648-4E74-B83B-1A4F3D3B1B53}"/>
              </a:ext>
            </a:extLst>
          </p:cNvPr>
          <p:cNvSpPr/>
          <p:nvPr/>
        </p:nvSpPr>
        <p:spPr>
          <a:xfrm>
            <a:off x="6277201" y="2389926"/>
            <a:ext cx="234000" cy="620881"/>
          </a:xfrm>
          <a:prstGeom prst="rect">
            <a:avLst/>
          </a:prstGeom>
          <a:solidFill>
            <a:srgbClr val="3366FF">
              <a:alpha val="50000"/>
            </a:srgbClr>
          </a:solidFill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7862621-B95A-4DCF-B129-981AA82D9340}"/>
              </a:ext>
            </a:extLst>
          </p:cNvPr>
          <p:cNvCxnSpPr>
            <a:cxnSpLocks/>
          </p:cNvCxnSpPr>
          <p:nvPr/>
        </p:nvCxnSpPr>
        <p:spPr>
          <a:xfrm flipV="1">
            <a:off x="6732994" y="2214626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E7490DC-8B21-4376-883F-34328C7B5E2C}"/>
              </a:ext>
            </a:extLst>
          </p:cNvPr>
          <p:cNvGrpSpPr/>
          <p:nvPr/>
        </p:nvGrpSpPr>
        <p:grpSpPr>
          <a:xfrm>
            <a:off x="5729251" y="1230643"/>
            <a:ext cx="1742142" cy="2057729"/>
            <a:chOff x="6014175" y="1225518"/>
            <a:chExt cx="1742142" cy="2057729"/>
          </a:xfrm>
        </p:grpSpPr>
        <p:graphicFrame>
          <p:nvGraphicFramePr>
            <p:cNvPr id="50" name="Object 7">
              <a:extLst>
                <a:ext uri="{FF2B5EF4-FFF2-40B4-BE49-F238E27FC236}">
                  <a16:creationId xmlns:a16="http://schemas.microsoft.com/office/drawing/2014/main" id="{E81E85F8-F9AC-4FB2-8EED-2DB49FE037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8999705"/>
                </p:ext>
              </p:extLst>
            </p:nvPr>
          </p:nvGraphicFramePr>
          <p:xfrm>
            <a:off x="6955228" y="1233897"/>
            <a:ext cx="66040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27" name="Equation" r:id="rId18" imgW="660240" imgH="342720" progId="Equation.DSMT4">
                    <p:embed/>
                  </p:oleObj>
                </mc:Choice>
                <mc:Fallback>
                  <p:oleObj name="Equation" r:id="rId18" imgW="660240" imgH="342720" progId="Equation.DSMT4">
                    <p:embed/>
                    <p:pic>
                      <p:nvPicPr>
                        <p:cNvPr id="43" name="Object 7">
                          <a:extLst>
                            <a:ext uri="{FF2B5EF4-FFF2-40B4-BE49-F238E27FC236}">
                              <a16:creationId xmlns:a16="http://schemas.microsoft.com/office/drawing/2014/main" id="{14D56D60-4C6F-40B6-B04E-0549C27AA0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5228" y="1233897"/>
                          <a:ext cx="660400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23D958A0-7AAA-4120-BE86-DAA459A491A2}"/>
                </a:ext>
              </a:extLst>
            </p:cNvPr>
            <p:cNvSpPr/>
            <p:nvPr/>
          </p:nvSpPr>
          <p:spPr>
            <a:xfrm>
              <a:off x="6014175" y="1225518"/>
              <a:ext cx="1742142" cy="2057729"/>
            </a:xfrm>
            <a:custGeom>
              <a:avLst/>
              <a:gdLst>
                <a:gd name="connsiteX0" fmla="*/ 0 w 1699925"/>
                <a:gd name="connsiteY0" fmla="*/ 1884032 h 1884032"/>
                <a:gd name="connsiteX1" fmla="*/ 711882 w 1699925"/>
                <a:gd name="connsiteY1" fmla="*/ 1485133 h 1884032"/>
                <a:gd name="connsiteX2" fmla="*/ 1442175 w 1699925"/>
                <a:gd name="connsiteY2" fmla="*/ 447995 h 1884032"/>
                <a:gd name="connsiteX3" fmla="*/ 1699925 w 1699925"/>
                <a:gd name="connsiteY3" fmla="*/ 0 h 1884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9925" h="1884032">
                  <a:moveTo>
                    <a:pt x="0" y="1884032"/>
                  </a:moveTo>
                  <a:cubicBezTo>
                    <a:pt x="235760" y="1804252"/>
                    <a:pt x="471520" y="1724472"/>
                    <a:pt x="711882" y="1485133"/>
                  </a:cubicBezTo>
                  <a:cubicBezTo>
                    <a:pt x="952244" y="1245794"/>
                    <a:pt x="1277501" y="695517"/>
                    <a:pt x="1442175" y="447995"/>
                  </a:cubicBezTo>
                  <a:cubicBezTo>
                    <a:pt x="1606849" y="200473"/>
                    <a:pt x="1654921" y="76711"/>
                    <a:pt x="1699925" y="0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0B9D360-A508-4AF2-9F83-D11192B33B74}"/>
              </a:ext>
            </a:extLst>
          </p:cNvPr>
          <p:cNvGrpSpPr/>
          <p:nvPr/>
        </p:nvGrpSpPr>
        <p:grpSpPr>
          <a:xfrm>
            <a:off x="5722155" y="1426347"/>
            <a:ext cx="2490960" cy="1851936"/>
            <a:chOff x="6001901" y="1579074"/>
            <a:chExt cx="2194946" cy="1716448"/>
          </a:xfrm>
        </p:grpSpPr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C475C97C-3D2F-4AF7-BDD6-E45998057C51}"/>
                </a:ext>
              </a:extLst>
            </p:cNvPr>
            <p:cNvSpPr/>
            <p:nvPr/>
          </p:nvSpPr>
          <p:spPr>
            <a:xfrm>
              <a:off x="6001901" y="1644042"/>
              <a:ext cx="1800435" cy="1651480"/>
            </a:xfrm>
            <a:custGeom>
              <a:avLst/>
              <a:gdLst>
                <a:gd name="connsiteX0" fmla="*/ 0 w 2037455"/>
                <a:gd name="connsiteY0" fmla="*/ 1779705 h 1779705"/>
                <a:gd name="connsiteX1" fmla="*/ 355941 w 2037455"/>
                <a:gd name="connsiteY1" fmla="*/ 1055549 h 1779705"/>
                <a:gd name="connsiteX2" fmla="*/ 1460585 w 2037455"/>
                <a:gd name="connsiteY2" fmla="*/ 306846 h 1779705"/>
                <a:gd name="connsiteX3" fmla="*/ 2037455 w 2037455"/>
                <a:gd name="connsiteY3" fmla="*/ 0 h 177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455" h="1779705">
                  <a:moveTo>
                    <a:pt x="0" y="1779705"/>
                  </a:moveTo>
                  <a:cubicBezTo>
                    <a:pt x="56255" y="1540365"/>
                    <a:pt x="112510" y="1301025"/>
                    <a:pt x="355941" y="1055549"/>
                  </a:cubicBezTo>
                  <a:cubicBezTo>
                    <a:pt x="599372" y="810072"/>
                    <a:pt x="1180333" y="482771"/>
                    <a:pt x="1460585" y="306846"/>
                  </a:cubicBezTo>
                  <a:cubicBezTo>
                    <a:pt x="1740837" y="130921"/>
                    <a:pt x="1889146" y="65460"/>
                    <a:pt x="2037455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067E2350-CB48-4299-97EE-09AE583C02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66196"/>
                </p:ext>
              </p:extLst>
            </p:nvPr>
          </p:nvGraphicFramePr>
          <p:xfrm>
            <a:off x="7525611" y="1579074"/>
            <a:ext cx="671236" cy="341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28" name="Equation" r:id="rId20" imgW="761760" imgH="368280" progId="Equation.DSMT4">
                    <p:embed/>
                  </p:oleObj>
                </mc:Choice>
                <mc:Fallback>
                  <p:oleObj name="Equation" r:id="rId20" imgW="761760" imgH="368280" progId="Equation.DSMT4">
                    <p:embed/>
                    <p:pic>
                      <p:nvPicPr>
                        <p:cNvPr id="62" name="Object 7">
                          <a:extLst>
                            <a:ext uri="{FF2B5EF4-FFF2-40B4-BE49-F238E27FC236}">
                              <a16:creationId xmlns:a16="http://schemas.microsoft.com/office/drawing/2014/main" id="{79CE0EE9-A196-4202-B36E-A60D375919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5611" y="1579074"/>
                          <a:ext cx="671236" cy="34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75427B9-FEAF-4F35-89CD-3B54430CA948}"/>
              </a:ext>
            </a:extLst>
          </p:cNvPr>
          <p:cNvGrpSpPr/>
          <p:nvPr/>
        </p:nvGrpSpPr>
        <p:grpSpPr>
          <a:xfrm>
            <a:off x="7095226" y="1794447"/>
            <a:ext cx="552596" cy="1755445"/>
            <a:chOff x="7380119" y="1800772"/>
            <a:chExt cx="552596" cy="1755445"/>
          </a:xfrm>
        </p:grpSpPr>
        <p:graphicFrame>
          <p:nvGraphicFramePr>
            <p:cNvPr id="56" name="Object 7">
              <a:extLst>
                <a:ext uri="{FF2B5EF4-FFF2-40B4-BE49-F238E27FC236}">
                  <a16:creationId xmlns:a16="http://schemas.microsoft.com/office/drawing/2014/main" id="{48AD7020-E188-4D5D-A39E-BB6178A4B1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0235616"/>
                </p:ext>
              </p:extLst>
            </p:nvPr>
          </p:nvGraphicFramePr>
          <p:xfrm>
            <a:off x="7477102" y="1800772"/>
            <a:ext cx="455613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29" name="Equation" r:id="rId22" imgW="457200" imgH="304560" progId="Equation.DSMT4">
                    <p:embed/>
                  </p:oleObj>
                </mc:Choice>
                <mc:Fallback>
                  <p:oleObj name="Equation" r:id="rId22" imgW="457200" imgH="304560" progId="Equation.DSMT4">
                    <p:embed/>
                    <p:pic>
                      <p:nvPicPr>
                        <p:cNvPr id="65" name="Object 7">
                          <a:extLst>
                            <a:ext uri="{FF2B5EF4-FFF2-40B4-BE49-F238E27FC236}">
                              <a16:creationId xmlns:a16="http://schemas.microsoft.com/office/drawing/2014/main" id="{023CC899-AE33-4122-9970-2A3ED4026B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7102" y="1800772"/>
                          <a:ext cx="455613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A818CD8-32C9-4A5A-9066-A14C40011300}"/>
                </a:ext>
              </a:extLst>
            </p:cNvPr>
            <p:cNvCxnSpPr>
              <a:cxnSpLocks/>
            </p:cNvCxnSpPr>
            <p:nvPr/>
          </p:nvCxnSpPr>
          <p:spPr>
            <a:xfrm>
              <a:off x="7424982" y="1845608"/>
              <a:ext cx="0" cy="143763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0B0DF5FF-4856-404C-A510-D194BFEDD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6137595"/>
                </p:ext>
              </p:extLst>
            </p:nvPr>
          </p:nvGraphicFramePr>
          <p:xfrm>
            <a:off x="7380119" y="3327617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0" name="MathType 6.0 Equation" r:id="rId24" imgW="114120" imgH="228600" progId="Equation.DSMT4">
                    <p:embed/>
                  </p:oleObj>
                </mc:Choice>
                <mc:Fallback>
                  <p:oleObj name="MathType 6.0 Equation" r:id="rId24" imgW="114120" imgH="228600" progId="Equation.DSMT4">
                    <p:embed/>
                    <p:pic>
                      <p:nvPicPr>
                        <p:cNvPr id="63" name="Object 7">
                          <a:extLst>
                            <a:ext uri="{FF2B5EF4-FFF2-40B4-BE49-F238E27FC236}">
                              <a16:creationId xmlns:a16="http://schemas.microsoft.com/office/drawing/2014/main" id="{28BFBB3F-472A-4847-A7E3-4FFA9BC246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0119" y="3327617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AB2AC51-76F3-450B-9B6A-0642A53C482C}"/>
              </a:ext>
            </a:extLst>
          </p:cNvPr>
          <p:cNvGrpSpPr/>
          <p:nvPr/>
        </p:nvGrpSpPr>
        <p:grpSpPr>
          <a:xfrm>
            <a:off x="6167910" y="2221253"/>
            <a:ext cx="848136" cy="1327488"/>
            <a:chOff x="6447658" y="2238491"/>
            <a:chExt cx="848136" cy="1327488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ED9F279-5416-4ABA-AAE6-1FA451CEAC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6426" y="2400661"/>
              <a:ext cx="1" cy="618138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C1C95FD4-6D58-4ED1-AA10-AAC36CC620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8263745"/>
                </p:ext>
              </p:extLst>
            </p:nvPr>
          </p:nvGraphicFramePr>
          <p:xfrm>
            <a:off x="6648094" y="3311979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1" name="MathType 6.0 Equation" r:id="rId26" imgW="647640" imgH="253800" progId="Equation.DSMT4">
                    <p:embed/>
                  </p:oleObj>
                </mc:Choice>
                <mc:Fallback>
                  <p:oleObj name="MathType 6.0 Equation" r:id="rId26" imgW="647640" imgH="253800" progId="Equation.DSMT4">
                    <p:embed/>
                    <p:pic>
                      <p:nvPicPr>
                        <p:cNvPr id="58" name="对象 57">
                          <a:extLst>
                            <a:ext uri="{FF2B5EF4-FFF2-40B4-BE49-F238E27FC236}">
                              <a16:creationId xmlns:a16="http://schemas.microsoft.com/office/drawing/2014/main" id="{FC7002DD-0087-4E89-9677-EF7C700635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648094" y="3311979"/>
                          <a:ext cx="647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F15554A8-E90F-4B06-AE16-947D6A1BF0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6711554"/>
                </p:ext>
              </p:extLst>
            </p:nvPr>
          </p:nvGraphicFramePr>
          <p:xfrm>
            <a:off x="6447658" y="3369989"/>
            <a:ext cx="176213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2" name="MathType 6.0 Equation" r:id="rId28" imgW="177480" imgH="190440" progId="Equation.DSMT4">
                    <p:embed/>
                  </p:oleObj>
                </mc:Choice>
                <mc:Fallback>
                  <p:oleObj name="MathType 6.0 Equation" r:id="rId28" imgW="177480" imgH="190440" progId="Equation.DSMT4">
                    <p:embed/>
                    <p:pic>
                      <p:nvPicPr>
                        <p:cNvPr id="59" name="对象 58">
                          <a:extLst>
                            <a:ext uri="{FF2B5EF4-FFF2-40B4-BE49-F238E27FC236}">
                              <a16:creationId xmlns:a16="http://schemas.microsoft.com/office/drawing/2014/main" id="{788C58D9-95FD-406A-8A07-B18AEA3D67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447658" y="3369989"/>
                          <a:ext cx="176213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BC66726-9291-487A-83F6-64A082BB2842}"/>
                </a:ext>
              </a:extLst>
            </p:cNvPr>
            <p:cNvCxnSpPr>
              <a:cxnSpLocks/>
            </p:cNvCxnSpPr>
            <p:nvPr/>
          </p:nvCxnSpPr>
          <p:spPr>
            <a:xfrm>
              <a:off x="6790994" y="2238491"/>
              <a:ext cx="0" cy="596170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E54DA58C-1882-49D5-BCEA-7DD90EF9D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6427" y="3022661"/>
              <a:ext cx="1" cy="280467"/>
            </a:xfrm>
            <a:prstGeom prst="line">
              <a:avLst/>
            </a:prstGeom>
            <a:ln w="19050">
              <a:solidFill>
                <a:srgbClr val="3366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4F76F0FB-39CC-4E78-A711-366A93EF4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1485" y="2822967"/>
              <a:ext cx="1" cy="484852"/>
            </a:xfrm>
            <a:prstGeom prst="line">
              <a:avLst/>
            </a:prstGeom>
            <a:ln w="19050">
              <a:solidFill>
                <a:srgbClr val="3366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2130DB-5AE5-42A8-8E62-D37D7CA5C445}"/>
              </a:ext>
            </a:extLst>
          </p:cNvPr>
          <p:cNvGrpSpPr/>
          <p:nvPr/>
        </p:nvGrpSpPr>
        <p:grpSpPr>
          <a:xfrm>
            <a:off x="1173710" y="895247"/>
            <a:ext cx="2646426" cy="829543"/>
            <a:chOff x="1247106" y="1083388"/>
            <a:chExt cx="2646426" cy="829543"/>
          </a:xfrm>
        </p:grpSpPr>
        <p:sp>
          <p:nvSpPr>
            <p:cNvPr id="167955" name="AutoShape 19">
              <a:extLst>
                <a:ext uri="{FF2B5EF4-FFF2-40B4-BE49-F238E27FC236}">
                  <a16:creationId xmlns:a16="http://schemas.microsoft.com/office/drawing/2014/main" id="{D3ADC5E4-C4DD-4AE3-A0CA-098DB0ED9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573" y="1212863"/>
              <a:ext cx="114300" cy="6858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67956" name="Object 20">
              <a:extLst>
                <a:ext uri="{FF2B5EF4-FFF2-40B4-BE49-F238E27FC236}">
                  <a16:creationId xmlns:a16="http://schemas.microsoft.com/office/drawing/2014/main" id="{E54C069C-0BD3-4D04-AB60-51B55308A0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1899151"/>
                </p:ext>
              </p:extLst>
            </p:nvPr>
          </p:nvGraphicFramePr>
          <p:xfrm>
            <a:off x="1845715" y="1083388"/>
            <a:ext cx="799920" cy="406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3" name="MathType 6.0 Equation" r:id="rId30" imgW="799920" imgH="406080" progId="Equation.DSMT4">
                    <p:embed/>
                  </p:oleObj>
                </mc:Choice>
                <mc:Fallback>
                  <p:oleObj name="MathType 6.0 Equation" r:id="rId30" imgW="799920" imgH="406080" progId="Equation.DSMT4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5715" y="1083388"/>
                          <a:ext cx="799920" cy="406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7" name="Object 21">
              <a:extLst>
                <a:ext uri="{FF2B5EF4-FFF2-40B4-BE49-F238E27FC236}">
                  <a16:creationId xmlns:a16="http://schemas.microsoft.com/office/drawing/2014/main" id="{11AF9C63-624F-47F2-AFCF-878EF8447A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268671"/>
                </p:ext>
              </p:extLst>
            </p:nvPr>
          </p:nvGraphicFramePr>
          <p:xfrm>
            <a:off x="1847044" y="1506851"/>
            <a:ext cx="774360" cy="406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4" name="Equation" r:id="rId32" imgW="774360" imgH="406080" progId="Equation.DSMT4">
                    <p:embed/>
                  </p:oleObj>
                </mc:Choice>
                <mc:Fallback>
                  <p:oleObj name="Equation" r:id="rId32" imgW="774360" imgH="406080" progId="Equation.DSMT4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7044" y="1506851"/>
                          <a:ext cx="774360" cy="406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58" name="Text Box 22">
              <a:extLst>
                <a:ext uri="{FF2B5EF4-FFF2-40B4-BE49-F238E27FC236}">
                  <a16:creationId xmlns:a16="http://schemas.microsoft.com/office/drawing/2014/main" id="{CCFF260E-D6FE-453A-A680-CF6CB5B52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806" y="1304143"/>
              <a:ext cx="12287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得交点</a:t>
              </a:r>
            </a:p>
          </p:txBody>
        </p:sp>
        <p:sp>
          <p:nvSpPr>
            <p:cNvPr id="66" name="Text Box 18">
              <a:extLst>
                <a:ext uri="{FF2B5EF4-FFF2-40B4-BE49-F238E27FC236}">
                  <a16:creationId xmlns:a16="http://schemas.microsoft.com/office/drawing/2014/main" id="{DDC4C857-5D81-4A97-AF45-E3B0C8931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106" y="1275041"/>
              <a:ext cx="48594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由</a:t>
              </a:r>
            </a:p>
          </p:txBody>
        </p:sp>
      </p:grpSp>
      <p:sp>
        <p:nvSpPr>
          <p:cNvPr id="67" name="Rectangle 2">
            <a:extLst>
              <a:ext uri="{FF2B5EF4-FFF2-40B4-BE49-F238E27FC236}">
                <a16:creationId xmlns:a16="http://schemas.microsoft.com/office/drawing/2014/main" id="{2F9E4DAA-1D46-4852-8DFE-FD169E4701F7}"/>
              </a:ext>
            </a:extLst>
          </p:cNvPr>
          <p:cNvSpPr txBox="1">
            <a:spLocks noChangeArrowheads="1"/>
          </p:cNvSpPr>
          <p:nvPr/>
        </p:nvSpPr>
        <p:spPr>
          <a:xfrm>
            <a:off x="1105613" y="270854"/>
            <a:ext cx="1763034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计算抛物线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1FB2268-1CB1-4515-81F6-59EBDC41237A}"/>
              </a:ext>
            </a:extLst>
          </p:cNvPr>
          <p:cNvGrpSpPr/>
          <p:nvPr/>
        </p:nvGrpSpPr>
        <p:grpSpPr>
          <a:xfrm>
            <a:off x="5204534" y="1398322"/>
            <a:ext cx="3229483" cy="2332090"/>
            <a:chOff x="5169730" y="447387"/>
            <a:chExt cx="3229483" cy="2332090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62573B80-477A-4139-8F6D-77D0F8648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730" y="2335302"/>
              <a:ext cx="3084953" cy="35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9454E52-C849-4564-A02D-51739C310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2358" y="447387"/>
              <a:ext cx="0" cy="2332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5" name="Object 7">
              <a:extLst>
                <a:ext uri="{FF2B5EF4-FFF2-40B4-BE49-F238E27FC236}">
                  <a16:creationId xmlns:a16="http://schemas.microsoft.com/office/drawing/2014/main" id="{D319F34E-0E5F-4131-B7F1-68449DFF19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0484342"/>
                </p:ext>
              </p:extLst>
            </p:nvPr>
          </p:nvGraphicFramePr>
          <p:xfrm>
            <a:off x="5382963" y="491287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5" name="Equation" r:id="rId34" imgW="190440" imgH="241200" progId="Equation.DSMT4">
                    <p:embed/>
                  </p:oleObj>
                </mc:Choice>
                <mc:Fallback>
                  <p:oleObj name="Equation" r:id="rId34" imgW="190440" imgH="241200" progId="Equation.DSMT4">
                    <p:embed/>
                    <p:pic>
                      <p:nvPicPr>
                        <p:cNvPr id="52" name="Object 7">
                          <a:extLst>
                            <a:ext uri="{FF2B5EF4-FFF2-40B4-BE49-F238E27FC236}">
                              <a16:creationId xmlns:a16="http://schemas.microsoft.com/office/drawing/2014/main" id="{F91B739E-3ED6-44D1-AD2F-31006BF7DD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963" y="491287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7">
              <a:extLst>
                <a:ext uri="{FF2B5EF4-FFF2-40B4-BE49-F238E27FC236}">
                  <a16:creationId xmlns:a16="http://schemas.microsoft.com/office/drawing/2014/main" id="{3DE8210C-6930-49C8-A92C-F8E248399A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0087053"/>
                </p:ext>
              </p:extLst>
            </p:nvPr>
          </p:nvGraphicFramePr>
          <p:xfrm>
            <a:off x="8221413" y="247407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6" name="Equation" r:id="rId36" imgW="177480" imgH="190440" progId="Equation.DSMT4">
                    <p:embed/>
                  </p:oleObj>
                </mc:Choice>
                <mc:Fallback>
                  <p:oleObj name="Equation" r:id="rId36" imgW="177480" imgH="190440" progId="Equation.DSMT4">
                    <p:embed/>
                    <p:pic>
                      <p:nvPicPr>
                        <p:cNvPr id="53" name="Object 7">
                          <a:extLst>
                            <a:ext uri="{FF2B5EF4-FFF2-40B4-BE49-F238E27FC236}">
                              <a16:creationId xmlns:a16="http://schemas.microsoft.com/office/drawing/2014/main" id="{1E5647EA-753B-4BED-956D-0D56009956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1413" y="247407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7">
              <a:extLst>
                <a:ext uri="{FF2B5EF4-FFF2-40B4-BE49-F238E27FC236}">
                  <a16:creationId xmlns:a16="http://schemas.microsoft.com/office/drawing/2014/main" id="{1FAF1607-E2A7-4D47-A450-F322A3B421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5228835"/>
                </p:ext>
              </p:extLst>
            </p:nvPr>
          </p:nvGraphicFramePr>
          <p:xfrm>
            <a:off x="5402013" y="236136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37" name="Equation" r:id="rId38" imgW="228600" imgH="241200" progId="Equation.DSMT4">
                    <p:embed/>
                  </p:oleObj>
                </mc:Choice>
                <mc:Fallback>
                  <p:oleObj name="Equation" r:id="rId38" imgW="228600" imgH="24120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F780BE7D-6AA0-4E93-AB22-9F8ABC7786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2013" y="2361362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7954" grpId="0" autoUpdateAnimBg="0"/>
      <p:bldP spid="40" grpId="0" autoUpdateAnimBg="0"/>
      <p:bldP spid="41" grpId="0" autoUpdateAnimBg="0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518D363-E6F7-4321-81AB-85CE2E641911}"/>
              </a:ext>
            </a:extLst>
          </p:cNvPr>
          <p:cNvSpPr txBox="1">
            <a:spLocks noChangeArrowheads="1"/>
          </p:cNvSpPr>
          <p:nvPr/>
        </p:nvSpPr>
        <p:spPr>
          <a:xfrm>
            <a:off x="466079" y="360651"/>
            <a:ext cx="670146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>
                <a:solidFill>
                  <a:srgbClr val="0066FF"/>
                </a:solidFill>
                <a:latin typeface="+mn-ea"/>
                <a:ea typeface="+mn-ea"/>
              </a:rPr>
              <a:t>1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EEA7ABD-A8FF-4D00-BF54-F029B6EC0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671909"/>
              </p:ext>
            </p:extLst>
          </p:nvPr>
        </p:nvGraphicFramePr>
        <p:xfrm>
          <a:off x="2699792" y="411510"/>
          <a:ext cx="171432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29" name="MathType 6.0 Equation" r:id="rId3" imgW="1714320" imgH="406080" progId="Equation.DSMT4">
                  <p:embed/>
                </p:oleObj>
              </mc:Choice>
              <mc:Fallback>
                <p:oleObj name="MathType 6.0 Equation" r:id="rId3" imgW="1714320" imgH="406080" progId="Equation.DSMT4">
                  <p:embed/>
                  <p:pic>
                    <p:nvPicPr>
                      <p:cNvPr id="10245" name="Object 3">
                        <a:extLst>
                          <a:ext uri="{FF2B5EF4-FFF2-40B4-BE49-F238E27FC236}">
                            <a16:creationId xmlns:a16="http://schemas.microsoft.com/office/drawing/2014/main" id="{EE023ADE-AD98-42D5-8FC9-4F5404DF20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11510"/>
                        <a:ext cx="171432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E4A5D290-E94B-4111-95A9-2349D5770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268" y="392285"/>
            <a:ext cx="3979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在第一象限所围图形的面积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0322C1-38BF-4896-AFD6-EC39D3E1F4EC}"/>
              </a:ext>
            </a:extLst>
          </p:cNvPr>
          <p:cNvSpPr txBox="1">
            <a:spLocks noChangeArrowheads="1"/>
          </p:cNvSpPr>
          <p:nvPr/>
        </p:nvSpPr>
        <p:spPr>
          <a:xfrm>
            <a:off x="1033605" y="342862"/>
            <a:ext cx="1763034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计算抛物线</a:t>
            </a: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C814E510-B29A-4A9E-836E-B545B7DB3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16" y="1149422"/>
            <a:ext cx="2210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 法二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10D47E6-7D69-43D6-A538-7A4B1D3E5F27}"/>
              </a:ext>
            </a:extLst>
          </p:cNvPr>
          <p:cNvGrpSpPr/>
          <p:nvPr/>
        </p:nvGrpSpPr>
        <p:grpSpPr>
          <a:xfrm>
            <a:off x="5239980" y="1176092"/>
            <a:ext cx="3496219" cy="2511890"/>
            <a:chOff x="5385384" y="1292225"/>
            <a:chExt cx="3496219" cy="251189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8E56C1D-BE35-4CD7-9C38-E66FA6342962}"/>
                </a:ext>
              </a:extLst>
            </p:cNvPr>
            <p:cNvGrpSpPr/>
            <p:nvPr/>
          </p:nvGrpSpPr>
          <p:grpSpPr>
            <a:xfrm>
              <a:off x="5652120" y="1292225"/>
              <a:ext cx="3229483" cy="2511890"/>
              <a:chOff x="5277930" y="1406663"/>
              <a:chExt cx="3229483" cy="2511890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6097C4E2-6F35-4731-8514-02C84342A4B8}"/>
                  </a:ext>
                </a:extLst>
              </p:cNvPr>
              <p:cNvSpPr/>
              <p:nvPr/>
            </p:nvSpPr>
            <p:spPr>
              <a:xfrm>
                <a:off x="5805268" y="2011680"/>
                <a:ext cx="1416147" cy="1448972"/>
              </a:xfrm>
              <a:custGeom>
                <a:avLst/>
                <a:gdLst>
                  <a:gd name="connsiteX0" fmla="*/ 0 w 1416147"/>
                  <a:gd name="connsiteY0" fmla="*/ 1448972 h 1448972"/>
                  <a:gd name="connsiteX1" fmla="*/ 65649 w 1416147"/>
                  <a:gd name="connsiteY1" fmla="*/ 1167618 h 1448972"/>
                  <a:gd name="connsiteX2" fmla="*/ 196947 w 1416147"/>
                  <a:gd name="connsiteY2" fmla="*/ 895643 h 1448972"/>
                  <a:gd name="connsiteX3" fmla="*/ 337624 w 1416147"/>
                  <a:gd name="connsiteY3" fmla="*/ 736209 h 1448972"/>
                  <a:gd name="connsiteX4" fmla="*/ 525194 w 1416147"/>
                  <a:gd name="connsiteY4" fmla="*/ 576775 h 1448972"/>
                  <a:gd name="connsiteX5" fmla="*/ 783101 w 1416147"/>
                  <a:gd name="connsiteY5" fmla="*/ 403274 h 1448972"/>
                  <a:gd name="connsiteX6" fmla="*/ 1031630 w 1416147"/>
                  <a:gd name="connsiteY6" fmla="*/ 243840 h 1448972"/>
                  <a:gd name="connsiteX7" fmla="*/ 1327052 w 1416147"/>
                  <a:gd name="connsiteY7" fmla="*/ 60960 h 1448972"/>
                  <a:gd name="connsiteX8" fmla="*/ 1416147 w 1416147"/>
                  <a:gd name="connsiteY8" fmla="*/ 0 h 1448972"/>
                  <a:gd name="connsiteX9" fmla="*/ 1233267 w 1416147"/>
                  <a:gd name="connsiteY9" fmla="*/ 323557 h 1448972"/>
                  <a:gd name="connsiteX10" fmla="*/ 1083212 w 1416147"/>
                  <a:gd name="connsiteY10" fmla="*/ 558018 h 1448972"/>
                  <a:gd name="connsiteX11" fmla="*/ 881575 w 1416147"/>
                  <a:gd name="connsiteY11" fmla="*/ 853440 h 1448972"/>
                  <a:gd name="connsiteX12" fmla="*/ 797169 w 1416147"/>
                  <a:gd name="connsiteY12" fmla="*/ 961292 h 1448972"/>
                  <a:gd name="connsiteX13" fmla="*/ 675249 w 1416147"/>
                  <a:gd name="connsiteY13" fmla="*/ 1078523 h 1448972"/>
                  <a:gd name="connsiteX14" fmla="*/ 511126 w 1416147"/>
                  <a:gd name="connsiteY14" fmla="*/ 1228578 h 1448972"/>
                  <a:gd name="connsiteX15" fmla="*/ 403274 w 1416147"/>
                  <a:gd name="connsiteY15" fmla="*/ 1289538 h 1448972"/>
                  <a:gd name="connsiteX16" fmla="*/ 211015 w 1416147"/>
                  <a:gd name="connsiteY16" fmla="*/ 1378634 h 1448972"/>
                  <a:gd name="connsiteX17" fmla="*/ 0 w 1416147"/>
                  <a:gd name="connsiteY17" fmla="*/ 1448972 h 1448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16147" h="1448972">
                    <a:moveTo>
                      <a:pt x="0" y="1448972"/>
                    </a:moveTo>
                    <a:lnTo>
                      <a:pt x="65649" y="1167618"/>
                    </a:lnTo>
                    <a:lnTo>
                      <a:pt x="196947" y="895643"/>
                    </a:lnTo>
                    <a:lnTo>
                      <a:pt x="337624" y="736209"/>
                    </a:lnTo>
                    <a:lnTo>
                      <a:pt x="525194" y="576775"/>
                    </a:lnTo>
                    <a:lnTo>
                      <a:pt x="783101" y="403274"/>
                    </a:lnTo>
                    <a:lnTo>
                      <a:pt x="1031630" y="243840"/>
                    </a:lnTo>
                    <a:lnTo>
                      <a:pt x="1327052" y="60960"/>
                    </a:lnTo>
                    <a:lnTo>
                      <a:pt x="1416147" y="0"/>
                    </a:lnTo>
                    <a:lnTo>
                      <a:pt x="1233267" y="323557"/>
                    </a:lnTo>
                    <a:lnTo>
                      <a:pt x="1083212" y="558018"/>
                    </a:lnTo>
                    <a:lnTo>
                      <a:pt x="881575" y="853440"/>
                    </a:lnTo>
                    <a:lnTo>
                      <a:pt x="797169" y="961292"/>
                    </a:lnTo>
                    <a:lnTo>
                      <a:pt x="675249" y="1078523"/>
                    </a:lnTo>
                    <a:lnTo>
                      <a:pt x="511126" y="1228578"/>
                    </a:lnTo>
                    <a:lnTo>
                      <a:pt x="403274" y="1289538"/>
                    </a:lnTo>
                    <a:lnTo>
                      <a:pt x="211015" y="1378634"/>
                    </a:lnTo>
                    <a:lnTo>
                      <a:pt x="0" y="144897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B003F80-E59A-4534-B185-B29BAF250922}"/>
                  </a:ext>
                </a:extLst>
              </p:cNvPr>
              <p:cNvSpPr/>
              <p:nvPr/>
            </p:nvSpPr>
            <p:spPr>
              <a:xfrm rot="5400000">
                <a:off x="6146999" y="2642701"/>
                <a:ext cx="219712" cy="611487"/>
              </a:xfrm>
              <a:prstGeom prst="rect">
                <a:avLst/>
              </a:prstGeom>
              <a:solidFill>
                <a:srgbClr val="3366FF">
                  <a:alpha val="50000"/>
                </a:srgbClr>
              </a:solidFill>
              <a:ln w="19050"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831118A-5B8E-4571-8B94-A7B6804575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06390" y="2402767"/>
                <a:ext cx="0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D6341FAE-5A29-40A7-8F41-C42B42D44769}"/>
                  </a:ext>
                </a:extLst>
              </p:cNvPr>
              <p:cNvGrpSpPr/>
              <p:nvPr/>
            </p:nvGrpSpPr>
            <p:grpSpPr>
              <a:xfrm>
                <a:off x="5802647" y="1406663"/>
                <a:ext cx="1742142" cy="2069850"/>
                <a:chOff x="6014175" y="1213397"/>
                <a:chExt cx="1742142" cy="2069850"/>
              </a:xfrm>
            </p:grpSpPr>
            <p:graphicFrame>
              <p:nvGraphicFramePr>
                <p:cNvPr id="16" name="Object 7">
                  <a:extLst>
                    <a:ext uri="{FF2B5EF4-FFF2-40B4-BE49-F238E27FC236}">
                      <a16:creationId xmlns:a16="http://schemas.microsoft.com/office/drawing/2014/main" id="{A5D598B4-FE2B-4931-BE3E-0AE7C180B2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59018717"/>
                    </p:ext>
                  </p:extLst>
                </p:nvPr>
              </p:nvGraphicFramePr>
              <p:xfrm>
                <a:off x="6904888" y="1213397"/>
                <a:ext cx="76200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630" name="Equation" r:id="rId5" imgW="761760" imgH="380880" progId="Equation.DSMT4">
                        <p:embed/>
                      </p:oleObj>
                    </mc:Choice>
                    <mc:Fallback>
                      <p:oleObj name="Equation" r:id="rId5" imgW="761760" imgH="380880" progId="Equation.DSMT4">
                        <p:embed/>
                        <p:pic>
                          <p:nvPicPr>
                            <p:cNvPr id="50" name="Object 7">
                              <a:extLst>
                                <a:ext uri="{FF2B5EF4-FFF2-40B4-BE49-F238E27FC236}">
                                  <a16:creationId xmlns:a16="http://schemas.microsoft.com/office/drawing/2014/main" id="{E81E85F8-F9AC-4FB2-8EED-2DB49FE0373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04888" y="1213397"/>
                              <a:ext cx="762000" cy="3810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A77AA6E4-9967-4C0E-A8B9-37D7BBBA64CA}"/>
                    </a:ext>
                  </a:extLst>
                </p:cNvPr>
                <p:cNvSpPr/>
                <p:nvPr/>
              </p:nvSpPr>
              <p:spPr>
                <a:xfrm>
                  <a:off x="6014175" y="1225518"/>
                  <a:ext cx="1742142" cy="2057729"/>
                </a:xfrm>
                <a:custGeom>
                  <a:avLst/>
                  <a:gdLst>
                    <a:gd name="connsiteX0" fmla="*/ 0 w 1699925"/>
                    <a:gd name="connsiteY0" fmla="*/ 1884032 h 1884032"/>
                    <a:gd name="connsiteX1" fmla="*/ 711882 w 1699925"/>
                    <a:gd name="connsiteY1" fmla="*/ 1485133 h 1884032"/>
                    <a:gd name="connsiteX2" fmla="*/ 1442175 w 1699925"/>
                    <a:gd name="connsiteY2" fmla="*/ 447995 h 1884032"/>
                    <a:gd name="connsiteX3" fmla="*/ 1699925 w 1699925"/>
                    <a:gd name="connsiteY3" fmla="*/ 0 h 1884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9925" h="1884032">
                      <a:moveTo>
                        <a:pt x="0" y="1884032"/>
                      </a:moveTo>
                      <a:cubicBezTo>
                        <a:pt x="235760" y="1804252"/>
                        <a:pt x="471520" y="1724472"/>
                        <a:pt x="711882" y="1485133"/>
                      </a:cubicBezTo>
                      <a:cubicBezTo>
                        <a:pt x="952244" y="1245794"/>
                        <a:pt x="1277501" y="695517"/>
                        <a:pt x="1442175" y="447995"/>
                      </a:cubicBezTo>
                      <a:cubicBezTo>
                        <a:pt x="1606849" y="200473"/>
                        <a:pt x="1654921" y="76711"/>
                        <a:pt x="1699925" y="0"/>
                      </a:cubicBezTo>
                    </a:path>
                  </a:pathLst>
                </a:custGeom>
                <a:noFill/>
                <a:ln w="19050">
                  <a:solidFill>
                    <a:srgbClr val="3366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53CD2CDC-F3B3-468A-A1BB-7818CC0B85C2}"/>
                  </a:ext>
                </a:extLst>
              </p:cNvPr>
              <p:cNvGrpSpPr/>
              <p:nvPr/>
            </p:nvGrpSpPr>
            <p:grpSpPr>
              <a:xfrm>
                <a:off x="5795550" y="1627193"/>
                <a:ext cx="2535629" cy="1839232"/>
                <a:chOff x="6001901" y="1590849"/>
                <a:chExt cx="2234307" cy="1704673"/>
              </a:xfrm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59780320-CB19-46D9-91A0-EB32C7F8361C}"/>
                    </a:ext>
                  </a:extLst>
                </p:cNvPr>
                <p:cNvSpPr/>
                <p:nvPr/>
              </p:nvSpPr>
              <p:spPr>
                <a:xfrm>
                  <a:off x="6001901" y="1644042"/>
                  <a:ext cx="1800435" cy="1651480"/>
                </a:xfrm>
                <a:custGeom>
                  <a:avLst/>
                  <a:gdLst>
                    <a:gd name="connsiteX0" fmla="*/ 0 w 2037455"/>
                    <a:gd name="connsiteY0" fmla="*/ 1779705 h 1779705"/>
                    <a:gd name="connsiteX1" fmla="*/ 355941 w 2037455"/>
                    <a:gd name="connsiteY1" fmla="*/ 1055549 h 1779705"/>
                    <a:gd name="connsiteX2" fmla="*/ 1460585 w 2037455"/>
                    <a:gd name="connsiteY2" fmla="*/ 306846 h 1779705"/>
                    <a:gd name="connsiteX3" fmla="*/ 2037455 w 2037455"/>
                    <a:gd name="connsiteY3" fmla="*/ 0 h 177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37455" h="1779705">
                      <a:moveTo>
                        <a:pt x="0" y="1779705"/>
                      </a:moveTo>
                      <a:cubicBezTo>
                        <a:pt x="56255" y="1540365"/>
                        <a:pt x="112510" y="1301025"/>
                        <a:pt x="355941" y="1055549"/>
                      </a:cubicBezTo>
                      <a:cubicBezTo>
                        <a:pt x="599372" y="810072"/>
                        <a:pt x="1180333" y="482771"/>
                        <a:pt x="1460585" y="306846"/>
                      </a:cubicBezTo>
                      <a:cubicBezTo>
                        <a:pt x="1740837" y="130921"/>
                        <a:pt x="1889146" y="65460"/>
                        <a:pt x="2037455" y="0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20" name="Object 7">
                  <a:extLst>
                    <a:ext uri="{FF2B5EF4-FFF2-40B4-BE49-F238E27FC236}">
                      <a16:creationId xmlns:a16="http://schemas.microsoft.com/office/drawing/2014/main" id="{A03E545A-53B7-4D13-B556-F7566D8C9C9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66560703"/>
                    </p:ext>
                  </p:extLst>
                </p:nvPr>
              </p:nvGraphicFramePr>
              <p:xfrm>
                <a:off x="7575951" y="1590849"/>
                <a:ext cx="660257" cy="3413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631" name="Equation" r:id="rId7" imgW="660240" imgH="342720" progId="Equation.DSMT4">
                        <p:embed/>
                      </p:oleObj>
                    </mc:Choice>
                    <mc:Fallback>
                      <p:oleObj name="Equation" r:id="rId7" imgW="660240" imgH="342720" progId="Equation.DSMT4">
                        <p:embed/>
                        <p:pic>
                          <p:nvPicPr>
                            <p:cNvPr id="54" name="Object 7">
                              <a:extLst>
                                <a:ext uri="{FF2B5EF4-FFF2-40B4-BE49-F238E27FC236}">
                                  <a16:creationId xmlns:a16="http://schemas.microsoft.com/office/drawing/2014/main" id="{067E2350-CB48-4299-97EE-09AE583C023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575951" y="1590849"/>
                              <a:ext cx="660257" cy="3413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22" name="Object 7">
                <a:extLst>
                  <a:ext uri="{FF2B5EF4-FFF2-40B4-BE49-F238E27FC236}">
                    <a16:creationId xmlns:a16="http://schemas.microsoft.com/office/drawing/2014/main" id="{4705801B-1CD8-42D8-9698-EAC6B54EB4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77563471"/>
                  </p:ext>
                </p:extLst>
              </p:nvPr>
            </p:nvGraphicFramePr>
            <p:xfrm>
              <a:off x="7265605" y="1982588"/>
              <a:ext cx="455613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32" name="Equation" r:id="rId9" imgW="457200" imgH="304560" progId="Equation.DSMT4">
                      <p:embed/>
                    </p:oleObj>
                  </mc:Choice>
                  <mc:Fallback>
                    <p:oleObj name="Equation" r:id="rId9" imgW="457200" imgH="304560" progId="Equation.DSMT4">
                      <p:embed/>
                      <p:pic>
                        <p:nvPicPr>
                          <p:cNvPr id="56" name="Object 7">
                            <a:extLst>
                              <a:ext uri="{FF2B5EF4-FFF2-40B4-BE49-F238E27FC236}">
                                <a16:creationId xmlns:a16="http://schemas.microsoft.com/office/drawing/2014/main" id="{48AD7020-E188-4D5D-A39E-BB6178A4B16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65605" y="1982588"/>
                            <a:ext cx="455613" cy="304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BA99C53-8575-4CAC-AD99-77A794D125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1078" y="3058301"/>
                <a:ext cx="138376" cy="0"/>
              </a:xfrm>
              <a:prstGeom prst="line">
                <a:avLst/>
              </a:prstGeom>
              <a:ln w="19050">
                <a:solidFill>
                  <a:srgbClr val="3366F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DBD496F4-0FD3-4550-BE14-529BF4A29744}"/>
                  </a:ext>
                </a:extLst>
              </p:cNvPr>
              <p:cNvGrpSpPr/>
              <p:nvPr/>
            </p:nvGrpSpPr>
            <p:grpSpPr>
              <a:xfrm>
                <a:off x="5277930" y="1586463"/>
                <a:ext cx="3229483" cy="2332090"/>
                <a:chOff x="5169730" y="447387"/>
                <a:chExt cx="3229483" cy="2332090"/>
              </a:xfrm>
            </p:grpSpPr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3DBCC3D6-A42B-4249-9B98-93B545B157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69730" y="2335302"/>
                  <a:ext cx="3084953" cy="350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577F3EC7-7ED2-4935-8A5A-7005924282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82358" y="447387"/>
                  <a:ext cx="0" cy="23320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35" name="Object 7">
                  <a:extLst>
                    <a:ext uri="{FF2B5EF4-FFF2-40B4-BE49-F238E27FC236}">
                      <a16:creationId xmlns:a16="http://schemas.microsoft.com/office/drawing/2014/main" id="{0EFEEA22-631B-477C-98B2-0E95E58C9F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30786030"/>
                    </p:ext>
                  </p:extLst>
                </p:nvPr>
              </p:nvGraphicFramePr>
              <p:xfrm>
                <a:off x="5382963" y="491287"/>
                <a:ext cx="1905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633" name="Equation" r:id="rId11" imgW="190440" imgH="241200" progId="Equation.DSMT4">
                        <p:embed/>
                      </p:oleObj>
                    </mc:Choice>
                    <mc:Fallback>
                      <p:oleObj name="Equation" r:id="rId11" imgW="190440" imgH="241200" progId="Equation.DSMT4">
                        <p:embed/>
                        <p:pic>
                          <p:nvPicPr>
                            <p:cNvPr id="45" name="Object 7">
                              <a:extLst>
                                <a:ext uri="{FF2B5EF4-FFF2-40B4-BE49-F238E27FC236}">
                                  <a16:creationId xmlns:a16="http://schemas.microsoft.com/office/drawing/2014/main" id="{D319F34E-0E5F-4131-B7F1-68449DFF197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382963" y="491287"/>
                              <a:ext cx="1905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" name="Object 7">
                  <a:extLst>
                    <a:ext uri="{FF2B5EF4-FFF2-40B4-BE49-F238E27FC236}">
                      <a16:creationId xmlns:a16="http://schemas.microsoft.com/office/drawing/2014/main" id="{B240BAC7-951C-4708-9F2B-ADA35EF27F1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95063881"/>
                    </p:ext>
                  </p:extLst>
                </p:nvPr>
              </p:nvGraphicFramePr>
              <p:xfrm>
                <a:off x="8221413" y="2474074"/>
                <a:ext cx="177800" cy="190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634" name="Equation" r:id="rId13" imgW="177480" imgH="190440" progId="Equation.DSMT4">
                        <p:embed/>
                      </p:oleObj>
                    </mc:Choice>
                    <mc:Fallback>
                      <p:oleObj name="Equation" r:id="rId13" imgW="177480" imgH="190440" progId="Equation.DSMT4">
                        <p:embed/>
                        <p:pic>
                          <p:nvPicPr>
                            <p:cNvPr id="46" name="Object 7">
                              <a:extLst>
                                <a:ext uri="{FF2B5EF4-FFF2-40B4-BE49-F238E27FC236}">
                                  <a16:creationId xmlns:a16="http://schemas.microsoft.com/office/drawing/2014/main" id="{3DE8210C-6930-49C8-A92C-F8E248399A1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21413" y="2474074"/>
                              <a:ext cx="177800" cy="1905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7" name="Object 7">
                  <a:extLst>
                    <a:ext uri="{FF2B5EF4-FFF2-40B4-BE49-F238E27FC236}">
                      <a16:creationId xmlns:a16="http://schemas.microsoft.com/office/drawing/2014/main" id="{3B29EEA8-590F-4DC5-94AC-C7F185B4BB8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49488865"/>
                    </p:ext>
                  </p:extLst>
                </p:nvPr>
              </p:nvGraphicFramePr>
              <p:xfrm>
                <a:off x="5402013" y="2361362"/>
                <a:ext cx="228600" cy="241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4635" name="Equation" r:id="rId15" imgW="228600" imgH="241200" progId="Equation.DSMT4">
                        <p:embed/>
                      </p:oleObj>
                    </mc:Choice>
                    <mc:Fallback>
                      <p:oleObj name="Equation" r:id="rId15" imgW="228600" imgH="241200" progId="Equation.DSMT4">
                        <p:embed/>
                        <p:pic>
                          <p:nvPicPr>
                            <p:cNvPr id="47" name="Object 7">
                              <a:extLst>
                                <a:ext uri="{FF2B5EF4-FFF2-40B4-BE49-F238E27FC236}">
                                  <a16:creationId xmlns:a16="http://schemas.microsoft.com/office/drawing/2014/main" id="{1FAF1607-E2A7-4D47-A450-F322A3B4211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02013" y="2361362"/>
                              <a:ext cx="228600" cy="241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660C1D6-042D-423C-9509-0312870D0C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8872" y="2741669"/>
              <a:ext cx="168500" cy="1"/>
            </a:xfrm>
            <a:prstGeom prst="line">
              <a:avLst/>
            </a:prstGeom>
            <a:ln w="19050">
              <a:solidFill>
                <a:srgbClr val="3366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A29D0A17-2C40-4942-9E68-6F2E925F03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3997468"/>
                </p:ext>
              </p:extLst>
            </p:nvPr>
          </p:nvGraphicFramePr>
          <p:xfrm>
            <a:off x="5861050" y="2868613"/>
            <a:ext cx="188913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36" name="Equation" r:id="rId17" imgW="190440" imgH="241200" progId="Equation.DSMT4">
                    <p:embed/>
                  </p:oleObj>
                </mc:Choice>
                <mc:Fallback>
                  <p:oleObj name="Equation" r:id="rId17" imgW="190440" imgH="2412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A0E9C9DD-9D10-4CB7-8C64-81335D4F6B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861050" y="2868613"/>
                          <a:ext cx="188913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AA413B77-4FB1-4F83-988C-824E584A0C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6160830"/>
                </p:ext>
              </p:extLst>
            </p:nvPr>
          </p:nvGraphicFramePr>
          <p:xfrm>
            <a:off x="5385384" y="2589269"/>
            <a:ext cx="660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37" name="Equation" r:id="rId19" imgW="660240" imgH="304560" progId="Equation.DSMT4">
                    <p:embed/>
                  </p:oleObj>
                </mc:Choice>
                <mc:Fallback>
                  <p:oleObj name="Equation" r:id="rId19" imgW="660240" imgH="30456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87654ED8-63B8-44FD-AE23-AC36B52D72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85384" y="2589269"/>
                          <a:ext cx="660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78AC6B2-DDC6-48E6-81B3-16388250D7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4456" y="1922566"/>
              <a:ext cx="139114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3" name="Object 7">
              <a:extLst>
                <a:ext uri="{FF2B5EF4-FFF2-40B4-BE49-F238E27FC236}">
                  <a16:creationId xmlns:a16="http://schemas.microsoft.com/office/drawing/2014/main" id="{A592B1C8-6004-44BF-B253-649991E34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6985277"/>
                </p:ext>
              </p:extLst>
            </p:nvPr>
          </p:nvGraphicFramePr>
          <p:xfrm>
            <a:off x="5898356" y="1807969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38" name="MathType 6.0 Equation" r:id="rId21" imgW="114120" imgH="228600" progId="Equation.DSMT4">
                    <p:embed/>
                  </p:oleObj>
                </mc:Choice>
                <mc:Fallback>
                  <p:oleObj name="MathType 6.0 Equation" r:id="rId21" imgW="114120" imgH="228600" progId="Equation.DSMT4">
                    <p:embed/>
                    <p:pic>
                      <p:nvPicPr>
                        <p:cNvPr id="24" name="Object 7">
                          <a:extLst>
                            <a:ext uri="{FF2B5EF4-FFF2-40B4-BE49-F238E27FC236}">
                              <a16:creationId xmlns:a16="http://schemas.microsoft.com/office/drawing/2014/main" id="{ED57DA62-6C0B-4868-8809-9FD8E1338D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8356" y="1807969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Object 26">
            <a:extLst>
              <a:ext uri="{FF2B5EF4-FFF2-40B4-BE49-F238E27FC236}">
                <a16:creationId xmlns:a16="http://schemas.microsoft.com/office/drawing/2014/main" id="{E0495998-7E76-43A1-8B6D-F3185A466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524658"/>
              </p:ext>
            </p:extLst>
          </p:nvPr>
        </p:nvGraphicFramePr>
        <p:xfrm>
          <a:off x="2043759" y="1836492"/>
          <a:ext cx="23368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39" name="Equation" r:id="rId23" imgW="2336760" imgH="457200" progId="Equation.DSMT4">
                  <p:embed/>
                </p:oleObj>
              </mc:Choice>
              <mc:Fallback>
                <p:oleObj name="Equation" r:id="rId23" imgW="2336760" imgH="457200" progId="Equation.DSMT4">
                  <p:embed/>
                  <p:pic>
                    <p:nvPicPr>
                      <p:cNvPr id="167962" name="Object 26">
                        <a:extLst>
                          <a:ext uri="{FF2B5EF4-FFF2-40B4-BE49-F238E27FC236}">
                            <a16:creationId xmlns:a16="http://schemas.microsoft.com/office/drawing/2014/main" id="{EC08BD3E-1797-4310-8C2C-81233E88E3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759" y="1836492"/>
                        <a:ext cx="23368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32">
            <a:extLst>
              <a:ext uri="{FF2B5EF4-FFF2-40B4-BE49-F238E27FC236}">
                <a16:creationId xmlns:a16="http://schemas.microsoft.com/office/drawing/2014/main" id="{AEF210FA-FDD9-4AA1-A4D0-A6695D77D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392" y="1825984"/>
            <a:ext cx="149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6" name="Object 27">
            <a:extLst>
              <a:ext uri="{FF2B5EF4-FFF2-40B4-BE49-F238E27FC236}">
                <a16:creationId xmlns:a16="http://schemas.microsoft.com/office/drawing/2014/main" id="{04311685-C546-4042-A38D-37EA9F7B3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114096"/>
              </p:ext>
            </p:extLst>
          </p:nvPr>
        </p:nvGraphicFramePr>
        <p:xfrm>
          <a:off x="2154884" y="3300167"/>
          <a:ext cx="26162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40" name="Equation" r:id="rId25" imgW="2616120" imgH="863280" progId="Equation.DSMT4">
                  <p:embed/>
                </p:oleObj>
              </mc:Choice>
              <mc:Fallback>
                <p:oleObj name="Equation" r:id="rId25" imgW="2616120" imgH="863280" progId="Equation.DSMT4">
                  <p:embed/>
                  <p:pic>
                    <p:nvPicPr>
                      <p:cNvPr id="167963" name="Object 27">
                        <a:extLst>
                          <a:ext uri="{FF2B5EF4-FFF2-40B4-BE49-F238E27FC236}">
                            <a16:creationId xmlns:a16="http://schemas.microsoft.com/office/drawing/2014/main" id="{53C91535-9E29-4C6C-88DB-A7EF1597F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884" y="3300167"/>
                        <a:ext cx="2616200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2">
            <a:extLst>
              <a:ext uri="{FF2B5EF4-FFF2-40B4-BE49-F238E27FC236}">
                <a16:creationId xmlns:a16="http://schemas.microsoft.com/office/drawing/2014/main" id="{2EB4A7E3-9DF8-4925-ADC2-51523FA27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178474"/>
              </p:ext>
            </p:extLst>
          </p:nvPr>
        </p:nvGraphicFramePr>
        <p:xfrm>
          <a:off x="1932634" y="2665167"/>
          <a:ext cx="2362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41" name="Equation" r:id="rId27" imgW="2361960" imgH="634680" progId="Equation.DSMT4">
                  <p:embed/>
                </p:oleObj>
              </mc:Choice>
              <mc:Fallback>
                <p:oleObj name="Equation" r:id="rId27" imgW="2361960" imgH="634680" progId="Equation.DSMT4">
                  <p:embed/>
                  <p:pic>
                    <p:nvPicPr>
                      <p:cNvPr id="10274" name="Object 32">
                        <a:extLst>
                          <a:ext uri="{FF2B5EF4-FFF2-40B4-BE49-F238E27FC236}">
                            <a16:creationId xmlns:a16="http://schemas.microsoft.com/office/drawing/2014/main" id="{193B61AD-09B4-491F-844C-032BFFF5E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634" y="2665167"/>
                        <a:ext cx="23622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32">
            <a:extLst>
              <a:ext uri="{FF2B5EF4-FFF2-40B4-BE49-F238E27FC236}">
                <a16:creationId xmlns:a16="http://schemas.microsoft.com/office/drawing/2014/main" id="{2B05EAAD-CB64-4613-B857-EF9834C3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594" y="2720337"/>
            <a:ext cx="908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42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55" grpId="0" autoUpdateAnimBg="0"/>
      <p:bldP spid="5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9">
            <a:extLst>
              <a:ext uri="{FF2B5EF4-FFF2-40B4-BE49-F238E27FC236}">
                <a16:creationId xmlns:a16="http://schemas.microsoft.com/office/drawing/2014/main" id="{06538358-850D-4986-A382-A32E9E96C3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195486"/>
            <a:ext cx="2786050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计算抛物线</a:t>
            </a:r>
          </a:p>
        </p:txBody>
      </p:sp>
      <p:graphicFrame>
        <p:nvGraphicFramePr>
          <p:cNvPr id="11270" name="Object 10">
            <a:extLst>
              <a:ext uri="{FF2B5EF4-FFF2-40B4-BE49-F238E27FC236}">
                <a16:creationId xmlns:a16="http://schemas.microsoft.com/office/drawing/2014/main" id="{16CC8EBF-7358-4E42-B8E1-B86523FAF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739"/>
              </p:ext>
            </p:extLst>
          </p:nvPr>
        </p:nvGraphicFramePr>
        <p:xfrm>
          <a:off x="2501799" y="225125"/>
          <a:ext cx="9651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4" name="Equation" r:id="rId4" imgW="965160" imgH="406080" progId="Equation.DSMT4">
                  <p:embed/>
                </p:oleObj>
              </mc:Choice>
              <mc:Fallback>
                <p:oleObj name="Equation" r:id="rId4" imgW="965160" imgH="40608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799" y="225125"/>
                        <a:ext cx="965160" cy="406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1">
            <a:extLst>
              <a:ext uri="{FF2B5EF4-FFF2-40B4-BE49-F238E27FC236}">
                <a16:creationId xmlns:a16="http://schemas.microsoft.com/office/drawing/2014/main" id="{75FCB3FC-D3C4-4422-8790-296DAAADD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605" y="19733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与直线</a:t>
            </a:r>
          </a:p>
        </p:txBody>
      </p:sp>
      <p:sp>
        <p:nvSpPr>
          <p:cNvPr id="168973" name="Text Box 13">
            <a:extLst>
              <a:ext uri="{FF2B5EF4-FFF2-40B4-BE49-F238E27FC236}">
                <a16:creationId xmlns:a16="http://schemas.microsoft.com/office/drawing/2014/main" id="{318C5F78-FADB-430B-9ABF-E31106DCB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02" y="930147"/>
            <a:ext cx="5465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68978" name="Object 18">
            <a:extLst>
              <a:ext uri="{FF2B5EF4-FFF2-40B4-BE49-F238E27FC236}">
                <a16:creationId xmlns:a16="http://schemas.microsoft.com/office/drawing/2014/main" id="{767D4926-7EAE-49FB-B47F-0BC4FDFFB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369562"/>
              </p:ext>
            </p:extLst>
          </p:nvPr>
        </p:nvGraphicFramePr>
        <p:xfrm>
          <a:off x="3374983" y="1011125"/>
          <a:ext cx="18796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5" name="Equation" r:id="rId6" imgW="1879560" imgH="342720" progId="Equation.DSMT4">
                  <p:embed/>
                </p:oleObj>
              </mc:Choice>
              <mc:Fallback>
                <p:oleObj name="Equation" r:id="rId6" imgW="1879560" imgH="34272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983" y="1011125"/>
                        <a:ext cx="1879600" cy="341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80" name="Object 20">
            <a:extLst>
              <a:ext uri="{FF2B5EF4-FFF2-40B4-BE49-F238E27FC236}">
                <a16:creationId xmlns:a16="http://schemas.microsoft.com/office/drawing/2014/main" id="{8A8BAA7A-CB4B-43B5-B00B-1EA1FDD0E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091614"/>
              </p:ext>
            </p:extLst>
          </p:nvPr>
        </p:nvGraphicFramePr>
        <p:xfrm>
          <a:off x="1095333" y="2908188"/>
          <a:ext cx="304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6" name="Equation" r:id="rId8" imgW="3047760" imgH="723600" progId="Equation.DSMT4">
                  <p:embed/>
                </p:oleObj>
              </mc:Choice>
              <mc:Fallback>
                <p:oleObj name="Equation" r:id="rId8" imgW="3047760" imgH="72360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33" y="2908188"/>
                        <a:ext cx="3048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22">
            <a:extLst>
              <a:ext uri="{FF2B5EF4-FFF2-40B4-BE49-F238E27FC236}">
                <a16:creationId xmlns:a16="http://schemas.microsoft.com/office/drawing/2014/main" id="{7438C908-D344-42D7-8A75-A74DD678C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048637"/>
              </p:ext>
            </p:extLst>
          </p:nvPr>
        </p:nvGraphicFramePr>
        <p:xfrm>
          <a:off x="4456855" y="286649"/>
          <a:ext cx="10918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7" name="Equation" r:id="rId10" imgW="1091880" imgH="342720" progId="Equation.DSMT4">
                  <p:embed/>
                </p:oleObj>
              </mc:Choice>
              <mc:Fallback>
                <p:oleObj name="Equation" r:id="rId10" imgW="1091880" imgH="34272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855" y="286649"/>
                        <a:ext cx="10918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Text Box 23">
            <a:extLst>
              <a:ext uri="{FF2B5EF4-FFF2-40B4-BE49-F238E27FC236}">
                <a16:creationId xmlns:a16="http://schemas.microsoft.com/office/drawing/2014/main" id="{9B999495-87B5-4C8E-A822-F407105FD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58" y="187264"/>
            <a:ext cx="24849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所围图形的面积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68985" name="Object 25">
            <a:extLst>
              <a:ext uri="{FF2B5EF4-FFF2-40B4-BE49-F238E27FC236}">
                <a16:creationId xmlns:a16="http://schemas.microsoft.com/office/drawing/2014/main" id="{30F7CA28-9603-4414-AAF0-441361ABC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79989"/>
              </p:ext>
            </p:extLst>
          </p:nvPr>
        </p:nvGraphicFramePr>
        <p:xfrm>
          <a:off x="1373872" y="3617800"/>
          <a:ext cx="2679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8" name="MathType 6.0 Equation" r:id="rId12" imgW="2679480" imgH="888840" progId="Equation.DSMT4">
                  <p:embed/>
                </p:oleObj>
              </mc:Choice>
              <mc:Fallback>
                <p:oleObj name="MathType 6.0 Equation" r:id="rId12" imgW="2679480" imgH="88884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872" y="3617800"/>
                        <a:ext cx="26797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32">
            <a:extLst>
              <a:ext uri="{FF2B5EF4-FFF2-40B4-BE49-F238E27FC236}">
                <a16:creationId xmlns:a16="http://schemas.microsoft.com/office/drawing/2014/main" id="{082E4859-7D71-4913-BC37-446763F7C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53" y="3039321"/>
            <a:ext cx="908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8" name="Object 21">
            <a:extLst>
              <a:ext uri="{FF2B5EF4-FFF2-40B4-BE49-F238E27FC236}">
                <a16:creationId xmlns:a16="http://schemas.microsoft.com/office/drawing/2014/main" id="{9BAED1F2-469B-42A6-AFB6-6D2772BB1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842884"/>
              </p:ext>
            </p:extLst>
          </p:nvPr>
        </p:nvGraphicFramePr>
        <p:xfrm>
          <a:off x="4085409" y="3931310"/>
          <a:ext cx="609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29" name="Equation" r:id="rId14" imgW="609480" imgH="279360" progId="Equation.DSMT4">
                  <p:embed/>
                </p:oleObj>
              </mc:Choice>
              <mc:Fallback>
                <p:oleObj name="Equation" r:id="rId14" imgW="609480" imgH="279360" progId="Equation.DSMT4">
                  <p:embed/>
                  <p:pic>
                    <p:nvPicPr>
                      <p:cNvPr id="168981" name="Object 21">
                        <a:extLst>
                          <a:ext uri="{FF2B5EF4-FFF2-40B4-BE49-F238E27FC236}">
                            <a16:creationId xmlns:a16="http://schemas.microsoft.com/office/drawing/2014/main" id="{0AB01038-76C0-4825-AC9B-D70819C70A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409" y="3931310"/>
                        <a:ext cx="609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B39F4D12-51B7-4E58-9FA9-C894888D8A5B}"/>
              </a:ext>
            </a:extLst>
          </p:cNvPr>
          <p:cNvGrpSpPr/>
          <p:nvPr/>
        </p:nvGrpSpPr>
        <p:grpSpPr>
          <a:xfrm>
            <a:off x="5884360" y="1790443"/>
            <a:ext cx="2185126" cy="1562911"/>
            <a:chOff x="966636" y="1465634"/>
            <a:chExt cx="2185126" cy="1562911"/>
          </a:xfrm>
          <a:solidFill>
            <a:schemeClr val="accent6">
              <a:lumMod val="20000"/>
              <a:lumOff val="80000"/>
            </a:schemeClr>
          </a:solidFill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4F72C1D-BEED-488C-BB6D-8542CA8B5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6723" y="1465634"/>
              <a:ext cx="1725039" cy="1562911"/>
            </a:xfrm>
            <a:prstGeom prst="line">
              <a:avLst/>
            </a:prstGeom>
            <a:grp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585A04AD-0089-4979-B53B-B6FEB3EA01DE}"/>
                </a:ext>
              </a:extLst>
            </p:cNvPr>
            <p:cNvSpPr/>
            <p:nvPr/>
          </p:nvSpPr>
          <p:spPr>
            <a:xfrm>
              <a:off x="966636" y="1465634"/>
              <a:ext cx="2172762" cy="1549940"/>
            </a:xfrm>
            <a:custGeom>
              <a:avLst/>
              <a:gdLst>
                <a:gd name="connsiteX0" fmla="*/ 2172762 w 2172762"/>
                <a:gd name="connsiteY0" fmla="*/ 0 h 1549940"/>
                <a:gd name="connsiteX1" fmla="*/ 1433459 w 2172762"/>
                <a:gd name="connsiteY1" fmla="*/ 272375 h 1549940"/>
                <a:gd name="connsiteX2" fmla="*/ 707128 w 2172762"/>
                <a:gd name="connsiteY2" fmla="*/ 564204 h 1549940"/>
                <a:gd name="connsiteX3" fmla="*/ 149408 w 2172762"/>
                <a:gd name="connsiteY3" fmla="*/ 862519 h 1549940"/>
                <a:gd name="connsiteX4" fmla="*/ 251 w 2172762"/>
                <a:gd name="connsiteY4" fmla="*/ 1089498 h 1549940"/>
                <a:gd name="connsiteX5" fmla="*/ 123468 w 2172762"/>
                <a:gd name="connsiteY5" fmla="*/ 1342417 h 1549940"/>
                <a:gd name="connsiteX6" fmla="*/ 454208 w 2172762"/>
                <a:gd name="connsiteY6" fmla="*/ 1549940 h 15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2762" h="1549940">
                  <a:moveTo>
                    <a:pt x="2172762" y="0"/>
                  </a:moveTo>
                  <a:lnTo>
                    <a:pt x="1433459" y="272375"/>
                  </a:lnTo>
                  <a:cubicBezTo>
                    <a:pt x="1189187" y="366409"/>
                    <a:pt x="921136" y="465847"/>
                    <a:pt x="707128" y="564204"/>
                  </a:cubicBezTo>
                  <a:cubicBezTo>
                    <a:pt x="493120" y="662561"/>
                    <a:pt x="267221" y="774970"/>
                    <a:pt x="149408" y="862519"/>
                  </a:cubicBezTo>
                  <a:cubicBezTo>
                    <a:pt x="31595" y="950068"/>
                    <a:pt x="4574" y="1009515"/>
                    <a:pt x="251" y="1089498"/>
                  </a:cubicBezTo>
                  <a:cubicBezTo>
                    <a:pt x="-4072" y="1169481"/>
                    <a:pt x="47808" y="1265677"/>
                    <a:pt x="123468" y="1342417"/>
                  </a:cubicBezTo>
                  <a:cubicBezTo>
                    <a:pt x="199127" y="1419157"/>
                    <a:pt x="389357" y="1528323"/>
                    <a:pt x="454208" y="1549940"/>
                  </a:cubicBezTo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80F03820-1897-4901-BA80-BE7239844602}"/>
              </a:ext>
            </a:extLst>
          </p:cNvPr>
          <p:cNvCxnSpPr>
            <a:cxnSpLocks/>
          </p:cNvCxnSpPr>
          <p:nvPr/>
        </p:nvCxnSpPr>
        <p:spPr>
          <a:xfrm flipV="1">
            <a:off x="7543727" y="2814752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F6E2DEE-A55B-42E7-8420-8AB9B5DD5D2E}"/>
              </a:ext>
            </a:extLst>
          </p:cNvPr>
          <p:cNvGrpSpPr/>
          <p:nvPr/>
        </p:nvGrpSpPr>
        <p:grpSpPr>
          <a:xfrm>
            <a:off x="5413771" y="1401650"/>
            <a:ext cx="3480949" cy="2789783"/>
            <a:chOff x="5259421" y="208026"/>
            <a:chExt cx="3480949" cy="2789783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4A513BB-6794-496B-B095-92B784871616}"/>
                </a:ext>
              </a:extLst>
            </p:cNvPr>
            <p:cNvCxnSpPr>
              <a:cxnSpLocks/>
            </p:cNvCxnSpPr>
            <p:nvPr/>
          </p:nvCxnSpPr>
          <p:spPr>
            <a:xfrm>
              <a:off x="5259421" y="1711361"/>
              <a:ext cx="3433866" cy="1317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F17435D-7454-4053-940F-32D9F0A6D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2358" y="210677"/>
              <a:ext cx="0" cy="2787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A8D02B43-FD2B-4A12-A7E3-48F21A7CC0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7786883"/>
                </p:ext>
              </p:extLst>
            </p:nvPr>
          </p:nvGraphicFramePr>
          <p:xfrm>
            <a:off x="5447895" y="208026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0" name="Equation" r:id="rId16" imgW="190440" imgH="241200" progId="Equation.DSMT4">
                    <p:embed/>
                  </p:oleObj>
                </mc:Choice>
                <mc:Fallback>
                  <p:oleObj name="Equation" r:id="rId16" imgW="190440" imgH="241200" progId="Equation.DSMT4">
                    <p:embed/>
                    <p:pic>
                      <p:nvPicPr>
                        <p:cNvPr id="53" name="Object 7">
                          <a:extLst>
                            <a:ext uri="{FF2B5EF4-FFF2-40B4-BE49-F238E27FC236}">
                              <a16:creationId xmlns:a16="http://schemas.microsoft.com/office/drawing/2014/main" id="{DCEDCF85-CD72-4C53-8933-5031E22C9A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7895" y="208026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E23C1197-F9EB-48F1-9FB0-844347ABF4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8689525"/>
                </p:ext>
              </p:extLst>
            </p:nvPr>
          </p:nvGraphicFramePr>
          <p:xfrm>
            <a:off x="8562570" y="185902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1" name="Equation" r:id="rId18" imgW="177480" imgH="190440" progId="Equation.DSMT4">
                    <p:embed/>
                  </p:oleObj>
                </mc:Choice>
                <mc:Fallback>
                  <p:oleObj name="Equation" r:id="rId18" imgW="177480" imgH="1904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D7A642E4-4E02-4652-A913-9DCB1F6736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2570" y="1859026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D2C2B2BA-D920-4420-8788-5C3A42C6E4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2860194"/>
                </p:ext>
              </p:extLst>
            </p:nvPr>
          </p:nvGraphicFramePr>
          <p:xfrm>
            <a:off x="5425670" y="1747901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2" name="Equation" r:id="rId20" imgW="228600" imgH="241200" progId="Equation.DSMT4">
                    <p:embed/>
                  </p:oleObj>
                </mc:Choice>
                <mc:Fallback>
                  <p:oleObj name="Equation" r:id="rId20" imgW="228600" imgH="241200" progId="Equation.DSMT4">
                    <p:embed/>
                    <p:pic>
                      <p:nvPicPr>
                        <p:cNvPr id="55" name="Object 7">
                          <a:extLst>
                            <a:ext uri="{FF2B5EF4-FFF2-40B4-BE49-F238E27FC236}">
                              <a16:creationId xmlns:a16="http://schemas.microsoft.com/office/drawing/2014/main" id="{C3CB42DC-1C0C-45AE-98B7-5E14811029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5670" y="1747901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499998CB-1518-4CFA-90A5-5549DBD31A11}"/>
              </a:ext>
            </a:extLst>
          </p:cNvPr>
          <p:cNvSpPr/>
          <p:nvPr/>
        </p:nvSpPr>
        <p:spPr>
          <a:xfrm rot="5400000">
            <a:off x="6579421" y="1811032"/>
            <a:ext cx="335019" cy="1054458"/>
          </a:xfrm>
          <a:prstGeom prst="rect">
            <a:avLst/>
          </a:prstGeom>
          <a:solidFill>
            <a:srgbClr val="3366FF">
              <a:alpha val="69000"/>
            </a:srgbClr>
          </a:solidFill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DAAD985-FD69-4E55-8C11-AA7EF9541E06}"/>
              </a:ext>
            </a:extLst>
          </p:cNvPr>
          <p:cNvGrpSpPr/>
          <p:nvPr/>
        </p:nvGrpSpPr>
        <p:grpSpPr>
          <a:xfrm>
            <a:off x="5029158" y="1977913"/>
            <a:ext cx="2260093" cy="661987"/>
            <a:chOff x="4474857" y="1675182"/>
            <a:chExt cx="2260093" cy="661987"/>
          </a:xfrm>
        </p:grpSpPr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7BD87419-5E66-4520-8BEA-36A7108159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6173147"/>
                </p:ext>
              </p:extLst>
            </p:nvPr>
          </p:nvGraphicFramePr>
          <p:xfrm>
            <a:off x="4474857" y="1675182"/>
            <a:ext cx="660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3" name="Equation" r:id="rId22" imgW="660240" imgH="304560" progId="Equation.DSMT4">
                    <p:embed/>
                  </p:oleObj>
                </mc:Choice>
                <mc:Fallback>
                  <p:oleObj name="Equation" r:id="rId22" imgW="660240" imgH="30456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34811099-CE66-4917-9C3C-33C17BC6BE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74857" y="1675182"/>
                          <a:ext cx="6604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BF45249E-ED57-4757-8C47-CC447B3155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686123"/>
                </p:ext>
              </p:extLst>
            </p:nvPr>
          </p:nvGraphicFramePr>
          <p:xfrm>
            <a:off x="4993969" y="2095869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4" name="Equation" r:id="rId24" imgW="190440" imgH="241200" progId="Equation.DSMT4">
                    <p:embed/>
                  </p:oleObj>
                </mc:Choice>
                <mc:Fallback>
                  <p:oleObj name="Equation" r:id="rId24" imgW="190440" imgH="2412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D73984FA-0710-4C6A-B17B-779A2BD230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993969" y="2095869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67E3A7B-A455-4CF3-BE7A-49ACE663A25D}"/>
                </a:ext>
              </a:extLst>
            </p:cNvPr>
            <p:cNvCxnSpPr>
              <a:cxnSpLocks/>
            </p:cNvCxnSpPr>
            <p:nvPr/>
          </p:nvCxnSpPr>
          <p:spPr>
            <a:xfrm>
              <a:off x="5677293" y="2206927"/>
              <a:ext cx="1057657" cy="4823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8AA27D34-F622-402D-A872-A400535E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1139" y="2206927"/>
              <a:ext cx="386154" cy="907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72F07FB-2D61-45BF-82D9-485F99775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7979" y="1868178"/>
              <a:ext cx="1099923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D522228-725E-4260-91C2-F0CEE2EB6C89}"/>
              </a:ext>
            </a:extLst>
          </p:cNvPr>
          <p:cNvGrpSpPr/>
          <p:nvPr/>
        </p:nvGrpSpPr>
        <p:grpSpPr>
          <a:xfrm>
            <a:off x="5854406" y="1712800"/>
            <a:ext cx="2384821" cy="2355993"/>
            <a:chOff x="5297978" y="1398385"/>
            <a:chExt cx="2384821" cy="2355993"/>
          </a:xfrm>
        </p:grpSpPr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E8D176A6-515A-4D4B-A24F-E0B15FDAC47D}"/>
                </a:ext>
              </a:extLst>
            </p:cNvPr>
            <p:cNvSpPr/>
            <p:nvPr/>
          </p:nvSpPr>
          <p:spPr>
            <a:xfrm>
              <a:off x="5297978" y="1403749"/>
              <a:ext cx="2384821" cy="2350629"/>
            </a:xfrm>
            <a:custGeom>
              <a:avLst/>
              <a:gdLst>
                <a:gd name="connsiteX0" fmla="*/ 2155767 w 2155767"/>
                <a:gd name="connsiteY0" fmla="*/ 2166851 h 2166851"/>
                <a:gd name="connsiteX1" fmla="*/ 0 w 2155767"/>
                <a:gd name="connsiteY1" fmla="*/ 1075113 h 2166851"/>
                <a:gd name="connsiteX2" fmla="*/ 2155767 w 2155767"/>
                <a:gd name="connsiteY2" fmla="*/ 0 h 216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5767" h="2166851">
                  <a:moveTo>
                    <a:pt x="2155767" y="2166851"/>
                  </a:moveTo>
                  <a:cubicBezTo>
                    <a:pt x="1077883" y="1801553"/>
                    <a:pt x="0" y="1436255"/>
                    <a:pt x="0" y="1075113"/>
                  </a:cubicBezTo>
                  <a:cubicBezTo>
                    <a:pt x="0" y="713971"/>
                    <a:pt x="1787236" y="157942"/>
                    <a:pt x="2155767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0" name="Object 7">
              <a:extLst>
                <a:ext uri="{FF2B5EF4-FFF2-40B4-BE49-F238E27FC236}">
                  <a16:creationId xmlns:a16="http://schemas.microsoft.com/office/drawing/2014/main" id="{EDB54FC5-835D-4F13-88EB-83146576F7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178823"/>
                </p:ext>
              </p:extLst>
            </p:nvPr>
          </p:nvGraphicFramePr>
          <p:xfrm>
            <a:off x="6039592" y="1398385"/>
            <a:ext cx="812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5" name="Equation" r:id="rId26" imgW="812520" imgH="342720" progId="Equation.DSMT4">
                    <p:embed/>
                  </p:oleObj>
                </mc:Choice>
                <mc:Fallback>
                  <p:oleObj name="Equation" r:id="rId26" imgW="812520" imgH="342720" progId="Equation.DSMT4">
                    <p:embed/>
                    <p:pic>
                      <p:nvPicPr>
                        <p:cNvPr id="80" name="Object 7">
                          <a:extLst>
                            <a:ext uri="{FF2B5EF4-FFF2-40B4-BE49-F238E27FC236}">
                              <a16:creationId xmlns:a16="http://schemas.microsoft.com/office/drawing/2014/main" id="{D88AD320-F572-4708-A08C-6E0A41DD1D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9592" y="1398385"/>
                          <a:ext cx="812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7A1A048-F9D4-4BDA-9ABB-9ED53C862910}"/>
              </a:ext>
            </a:extLst>
          </p:cNvPr>
          <p:cNvGrpSpPr/>
          <p:nvPr/>
        </p:nvGrpSpPr>
        <p:grpSpPr>
          <a:xfrm>
            <a:off x="6186537" y="1647357"/>
            <a:ext cx="1999296" cy="1838883"/>
            <a:chOff x="5630109" y="1332942"/>
            <a:chExt cx="1999296" cy="1838883"/>
          </a:xfrm>
        </p:grpSpPr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87625FA-3F57-4FA7-B72B-700548DA6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109" y="1332942"/>
              <a:ext cx="1999296" cy="1838883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3" name="Object 7">
              <a:extLst>
                <a:ext uri="{FF2B5EF4-FFF2-40B4-BE49-F238E27FC236}">
                  <a16:creationId xmlns:a16="http://schemas.microsoft.com/office/drawing/2014/main" id="{60C6E883-2D41-4BF2-8B00-1E93831E19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7959361"/>
                </p:ext>
              </p:extLst>
            </p:nvPr>
          </p:nvGraphicFramePr>
          <p:xfrm>
            <a:off x="6114205" y="2830310"/>
            <a:ext cx="9271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6" name="Equation" r:id="rId28" imgW="927000" imgH="291960" progId="Equation.DSMT4">
                    <p:embed/>
                  </p:oleObj>
                </mc:Choice>
                <mc:Fallback>
                  <p:oleObj name="Equation" r:id="rId28" imgW="927000" imgH="291960" progId="Equation.DSMT4">
                    <p:embed/>
                    <p:pic>
                      <p:nvPicPr>
                        <p:cNvPr id="81" name="Object 7">
                          <a:extLst>
                            <a:ext uri="{FF2B5EF4-FFF2-40B4-BE49-F238E27FC236}">
                              <a16:creationId xmlns:a16="http://schemas.microsoft.com/office/drawing/2014/main" id="{E9F4C096-100E-472F-A91F-3B96041C8F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4205" y="2830310"/>
                          <a:ext cx="9271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C6676AD-2CB3-48F3-AD12-4D3B26485037}"/>
              </a:ext>
            </a:extLst>
          </p:cNvPr>
          <p:cNvGrpSpPr/>
          <p:nvPr/>
        </p:nvGrpSpPr>
        <p:grpSpPr>
          <a:xfrm>
            <a:off x="5572083" y="1684225"/>
            <a:ext cx="3128962" cy="1520825"/>
            <a:chOff x="5015655" y="1369810"/>
            <a:chExt cx="3128962" cy="1520825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06C6644A-A51D-41B0-8939-92FAD34F5086}"/>
                </a:ext>
              </a:extLst>
            </p:cNvPr>
            <p:cNvSpPr/>
            <p:nvPr/>
          </p:nvSpPr>
          <p:spPr>
            <a:xfrm>
              <a:off x="7415022" y="1453109"/>
              <a:ext cx="73506" cy="80370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6" name="Object 7">
              <a:extLst>
                <a:ext uri="{FF2B5EF4-FFF2-40B4-BE49-F238E27FC236}">
                  <a16:creationId xmlns:a16="http://schemas.microsoft.com/office/drawing/2014/main" id="{56784F74-9F21-467A-A7EF-FB7D8BF85E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1464306"/>
                </p:ext>
              </p:extLst>
            </p:nvPr>
          </p:nvGraphicFramePr>
          <p:xfrm>
            <a:off x="7598517" y="1482523"/>
            <a:ext cx="546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7" name="Equation" r:id="rId30" imgW="545760" imgH="304560" progId="Equation.DSMT4">
                    <p:embed/>
                  </p:oleObj>
                </mc:Choice>
                <mc:Fallback>
                  <p:oleObj name="Equation" r:id="rId30" imgW="545760" imgH="304560" progId="Equation.DSMT4">
                    <p:embed/>
                    <p:pic>
                      <p:nvPicPr>
                        <p:cNvPr id="85" name="Object 7">
                          <a:extLst>
                            <a:ext uri="{FF2B5EF4-FFF2-40B4-BE49-F238E27FC236}">
                              <a16:creationId xmlns:a16="http://schemas.microsoft.com/office/drawing/2014/main" id="{E0BD72BB-EB61-4224-970B-790742B567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8517" y="1482523"/>
                          <a:ext cx="5461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1B97CED-91E4-4193-B475-13125DAF73DC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1493294"/>
              <a:ext cx="0" cy="110939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E4B7969-6E38-4CA0-B068-32BD56D42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8022" y="1493874"/>
              <a:ext cx="2160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9" name="Object 7">
              <a:extLst>
                <a:ext uri="{FF2B5EF4-FFF2-40B4-BE49-F238E27FC236}">
                  <a16:creationId xmlns:a16="http://schemas.microsoft.com/office/drawing/2014/main" id="{510C5F1D-AA7B-4EFA-8FBC-B155E7EF8D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799189"/>
                </p:ext>
              </p:extLst>
            </p:nvPr>
          </p:nvGraphicFramePr>
          <p:xfrm>
            <a:off x="7371505" y="2649335"/>
            <a:ext cx="1524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8" name="Equation" r:id="rId32" imgW="152280" imgH="241200" progId="Equation.DSMT4">
                    <p:embed/>
                  </p:oleObj>
                </mc:Choice>
                <mc:Fallback>
                  <p:oleObj name="Equation" r:id="rId32" imgW="152280" imgH="241200" progId="Equation.DSMT4">
                    <p:embed/>
                    <p:pic>
                      <p:nvPicPr>
                        <p:cNvPr id="92" name="Object 7">
                          <a:extLst>
                            <a:ext uri="{FF2B5EF4-FFF2-40B4-BE49-F238E27FC236}">
                              <a16:creationId xmlns:a16="http://schemas.microsoft.com/office/drawing/2014/main" id="{41DBE854-F782-48A5-9E14-BB4CDE888C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71505" y="2649335"/>
                          <a:ext cx="1524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7">
              <a:extLst>
                <a:ext uri="{FF2B5EF4-FFF2-40B4-BE49-F238E27FC236}">
                  <a16:creationId xmlns:a16="http://schemas.microsoft.com/office/drawing/2014/main" id="{C2AB88CC-1958-4D22-9507-E88B93CF3F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8586505"/>
                </p:ext>
              </p:extLst>
            </p:nvPr>
          </p:nvGraphicFramePr>
          <p:xfrm>
            <a:off x="5015655" y="1369810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39" name="Equation" r:id="rId34" imgW="164880" imgH="228600" progId="Equation.DSMT4">
                    <p:embed/>
                  </p:oleObj>
                </mc:Choice>
                <mc:Fallback>
                  <p:oleObj name="Equation" r:id="rId34" imgW="164880" imgH="228600" progId="Equation.DSMT4">
                    <p:embed/>
                    <p:pic>
                      <p:nvPicPr>
                        <p:cNvPr id="93" name="Object 7">
                          <a:extLst>
                            <a:ext uri="{FF2B5EF4-FFF2-40B4-BE49-F238E27FC236}">
                              <a16:creationId xmlns:a16="http://schemas.microsoft.com/office/drawing/2014/main" id="{173FCF53-B74B-4517-AF95-68FD14C2BC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655" y="1369810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" name="Object 7">
            <a:extLst>
              <a:ext uri="{FF2B5EF4-FFF2-40B4-BE49-F238E27FC236}">
                <a16:creationId xmlns:a16="http://schemas.microsoft.com/office/drawing/2014/main" id="{83A258C2-8991-4371-8997-72A4C4C36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49627"/>
              </p:ext>
            </p:extLst>
          </p:nvPr>
        </p:nvGraphicFramePr>
        <p:xfrm>
          <a:off x="5995945" y="3505088"/>
          <a:ext cx="698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40" name="Equation" r:id="rId36" imgW="698400" imgH="304560" progId="Equation.DSMT4">
                  <p:embed/>
                </p:oleObj>
              </mc:Choice>
              <mc:Fallback>
                <p:oleObj name="Equation" r:id="rId36" imgW="698400" imgH="304560" progId="Equation.DSMT4">
                  <p:embed/>
                  <p:pic>
                    <p:nvPicPr>
                      <p:cNvPr id="108" name="Object 7">
                        <a:extLst>
                          <a:ext uri="{FF2B5EF4-FFF2-40B4-BE49-F238E27FC236}">
                            <a16:creationId xmlns:a16="http://schemas.microsoft.com/office/drawing/2014/main" id="{24A62722-2B5C-49A5-9A9D-0B6D6150D7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945" y="3505088"/>
                        <a:ext cx="698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1EF6917D-3465-47FB-8976-7630F8F80E18}"/>
              </a:ext>
            </a:extLst>
          </p:cNvPr>
          <p:cNvGrpSpPr/>
          <p:nvPr/>
        </p:nvGrpSpPr>
        <p:grpSpPr>
          <a:xfrm>
            <a:off x="638964" y="743814"/>
            <a:ext cx="2858421" cy="771348"/>
            <a:chOff x="963726" y="1142170"/>
            <a:chExt cx="2858421" cy="771348"/>
          </a:xfrm>
        </p:grpSpPr>
        <p:sp>
          <p:nvSpPr>
            <p:cNvPr id="168974" name="AutoShape 14">
              <a:extLst>
                <a:ext uri="{FF2B5EF4-FFF2-40B4-BE49-F238E27FC236}">
                  <a16:creationId xmlns:a16="http://schemas.microsoft.com/office/drawing/2014/main" id="{17912899-1412-4AB8-9869-80C46C5CC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991" y="1219524"/>
              <a:ext cx="114300" cy="6858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168975" name="Object 15">
              <a:extLst>
                <a:ext uri="{FF2B5EF4-FFF2-40B4-BE49-F238E27FC236}">
                  <a16:creationId xmlns:a16="http://schemas.microsoft.com/office/drawing/2014/main" id="{B0B8D8DE-A52C-492B-B46B-57014F8379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5267709"/>
                </p:ext>
              </p:extLst>
            </p:nvPr>
          </p:nvGraphicFramePr>
          <p:xfrm>
            <a:off x="1620590" y="1142170"/>
            <a:ext cx="965160" cy="406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41" name="Equation" r:id="rId38" imgW="965160" imgH="406080" progId="Equation.DSMT4">
                    <p:embed/>
                  </p:oleObj>
                </mc:Choice>
                <mc:Fallback>
                  <p:oleObj name="Equation" r:id="rId38" imgW="965160" imgH="406080" progId="Equation.DSMT4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590" y="1142170"/>
                          <a:ext cx="965160" cy="40608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6" name="Object 16">
              <a:extLst>
                <a:ext uri="{FF2B5EF4-FFF2-40B4-BE49-F238E27FC236}">
                  <a16:creationId xmlns:a16="http://schemas.microsoft.com/office/drawing/2014/main" id="{913900BB-AA7B-4DA7-B924-A463117EB5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317186"/>
                </p:ext>
              </p:extLst>
            </p:nvPr>
          </p:nvGraphicFramePr>
          <p:xfrm>
            <a:off x="1620590" y="1570798"/>
            <a:ext cx="10918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42" name="Equation" r:id="rId40" imgW="1091880" imgH="342720" progId="Equation.DSMT4">
                    <p:embed/>
                  </p:oleObj>
                </mc:Choice>
                <mc:Fallback>
                  <p:oleObj name="Equation" r:id="rId40" imgW="1091880" imgH="342720" progId="Equation.DSMT4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590" y="1570798"/>
                          <a:ext cx="109188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7" name="Text Box 17">
              <a:extLst>
                <a:ext uri="{FF2B5EF4-FFF2-40B4-BE49-F238E27FC236}">
                  <a16:creationId xmlns:a16="http://schemas.microsoft.com/office/drawing/2014/main" id="{DBB0F6A3-5F70-41BE-BA49-5234B8A52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147" y="1310007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得交点</a:t>
              </a:r>
            </a:p>
          </p:txBody>
        </p:sp>
        <p:sp>
          <p:nvSpPr>
            <p:cNvPr id="82" name="Text Box 13">
              <a:extLst>
                <a:ext uri="{FF2B5EF4-FFF2-40B4-BE49-F238E27FC236}">
                  <a16:creationId xmlns:a16="http://schemas.microsoft.com/office/drawing/2014/main" id="{A7E822CA-7681-48E6-9435-D898B8797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726" y="1326981"/>
              <a:ext cx="5023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由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2D7CAB7-33C9-47D0-9B5F-5A55440AB010}"/>
              </a:ext>
            </a:extLst>
          </p:cNvPr>
          <p:cNvGrpSpPr/>
          <p:nvPr/>
        </p:nvGrpSpPr>
        <p:grpSpPr>
          <a:xfrm>
            <a:off x="5435558" y="2895695"/>
            <a:ext cx="906360" cy="564943"/>
            <a:chOff x="5621509" y="2787650"/>
            <a:chExt cx="906360" cy="564943"/>
          </a:xfrm>
        </p:grpSpPr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997B2690-3CB8-4720-91C5-51F0C09EC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2394" y="3235635"/>
              <a:ext cx="504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4" name="Object 7">
              <a:extLst>
                <a:ext uri="{FF2B5EF4-FFF2-40B4-BE49-F238E27FC236}">
                  <a16:creationId xmlns:a16="http://schemas.microsoft.com/office/drawing/2014/main" id="{C6299C7D-DAA2-4519-91A4-29AC4A1F90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5709500"/>
                </p:ext>
              </p:extLst>
            </p:nvPr>
          </p:nvGraphicFramePr>
          <p:xfrm>
            <a:off x="5621509" y="3123993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43" name="Equation" r:id="rId42" imgW="304560" imgH="228600" progId="Equation.DSMT4">
                    <p:embed/>
                  </p:oleObj>
                </mc:Choice>
                <mc:Fallback>
                  <p:oleObj name="Equation" r:id="rId42" imgW="304560" imgH="228600" progId="Equation.DSMT4">
                    <p:embed/>
                    <p:pic>
                      <p:nvPicPr>
                        <p:cNvPr id="81" name="Object 7">
                          <a:extLst>
                            <a:ext uri="{FF2B5EF4-FFF2-40B4-BE49-F238E27FC236}">
                              <a16:creationId xmlns:a16="http://schemas.microsoft.com/office/drawing/2014/main" id="{83A258C2-8991-4371-8997-72A4C4C364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1509" y="3123993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0B298972-6DE1-4DBC-8B7C-6E9CD1977E45}"/>
                </a:ext>
              </a:extLst>
            </p:cNvPr>
            <p:cNvCxnSpPr>
              <a:cxnSpLocks/>
            </p:cNvCxnSpPr>
            <p:nvPr/>
          </p:nvCxnSpPr>
          <p:spPr>
            <a:xfrm>
              <a:off x="6527869" y="2787650"/>
              <a:ext cx="0" cy="450664"/>
            </a:xfrm>
            <a:prstGeom prst="line">
              <a:avLst/>
            </a:prstGeom>
            <a:ln w="19050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B95C8029-0352-442C-B296-1367DDC41542}"/>
              </a:ext>
            </a:extLst>
          </p:cNvPr>
          <p:cNvCxnSpPr>
            <a:cxnSpLocks/>
          </p:cNvCxnSpPr>
          <p:nvPr/>
        </p:nvCxnSpPr>
        <p:spPr>
          <a:xfrm flipH="1">
            <a:off x="6340547" y="2445024"/>
            <a:ext cx="5736" cy="90918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Object 26">
            <a:extLst>
              <a:ext uri="{FF2B5EF4-FFF2-40B4-BE49-F238E27FC236}">
                <a16:creationId xmlns:a16="http://schemas.microsoft.com/office/drawing/2014/main" id="{BFDCF9E5-ADEB-4367-8644-3F1B16E39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256501"/>
              </p:ext>
            </p:extLst>
          </p:nvPr>
        </p:nvGraphicFramePr>
        <p:xfrm>
          <a:off x="1716045" y="2238263"/>
          <a:ext cx="27940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44" name="Equation" r:id="rId44" imgW="2793960" imgH="723600" progId="Equation.DSMT4">
                  <p:embed/>
                </p:oleObj>
              </mc:Choice>
              <mc:Fallback>
                <p:oleObj name="Equation" r:id="rId44" imgW="2793960" imgH="723600" progId="Equation.DSMT4">
                  <p:embed/>
                  <p:pic>
                    <p:nvPicPr>
                      <p:cNvPr id="167962" name="Object 26">
                        <a:extLst>
                          <a:ext uri="{FF2B5EF4-FFF2-40B4-BE49-F238E27FC236}">
                            <a16:creationId xmlns:a16="http://schemas.microsoft.com/office/drawing/2014/main" id="{EC08BD3E-1797-4310-8C2C-81233E88E3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45" y="2238263"/>
                        <a:ext cx="27940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组合 87">
            <a:extLst>
              <a:ext uri="{FF2B5EF4-FFF2-40B4-BE49-F238E27FC236}">
                <a16:creationId xmlns:a16="http://schemas.microsoft.com/office/drawing/2014/main" id="{790BEA28-D274-4A97-B4E3-196118539E4D}"/>
              </a:ext>
            </a:extLst>
          </p:cNvPr>
          <p:cNvGrpSpPr/>
          <p:nvPr/>
        </p:nvGrpSpPr>
        <p:grpSpPr>
          <a:xfrm>
            <a:off x="189568" y="1689578"/>
            <a:ext cx="4323652" cy="465837"/>
            <a:chOff x="1174034" y="3629685"/>
            <a:chExt cx="5764872" cy="621116"/>
          </a:xfrm>
        </p:grpSpPr>
        <p:sp>
          <p:nvSpPr>
            <p:cNvPr id="89" name="Text Box 32">
              <a:extLst>
                <a:ext uri="{FF2B5EF4-FFF2-40B4-BE49-F238E27FC236}">
                  <a16:creationId xmlns:a16="http://schemas.microsoft.com/office/drawing/2014/main" id="{4413E47A-F963-4C63-AF40-B01B0C4B5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4034" y="3629685"/>
              <a:ext cx="50501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0" name="Object 8">
              <a:extLst>
                <a:ext uri="{FF2B5EF4-FFF2-40B4-BE49-F238E27FC236}">
                  <a16:creationId xmlns:a16="http://schemas.microsoft.com/office/drawing/2014/main" id="{0BBDAF34-45DC-45D2-834E-200B4BB791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084308"/>
                </p:ext>
              </p:extLst>
            </p:nvPr>
          </p:nvGraphicFramePr>
          <p:xfrm>
            <a:off x="1663022" y="3749284"/>
            <a:ext cx="1090084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45" name="MathType 6.0 Equation" r:id="rId46" imgW="825480" imgH="342720" progId="Equation.DSMT4">
                    <p:embed/>
                  </p:oleObj>
                </mc:Choice>
                <mc:Fallback>
                  <p:oleObj name="MathType 6.0 Equation" r:id="rId46" imgW="825480" imgH="342720" progId="Equation.DSMT4">
                    <p:embed/>
                    <p:pic>
                      <p:nvPicPr>
                        <p:cNvPr id="36" name="Object 8">
                          <a:extLst>
                            <a:ext uri="{FF2B5EF4-FFF2-40B4-BE49-F238E27FC236}">
                              <a16:creationId xmlns:a16="http://schemas.microsoft.com/office/drawing/2014/main" id="{CBB736D0-F292-4ABD-8662-F58935C5C9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3022" y="3749284"/>
                          <a:ext cx="1090084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Text Box 32">
              <a:extLst>
                <a:ext uri="{FF2B5EF4-FFF2-40B4-BE49-F238E27FC236}">
                  <a16:creationId xmlns:a16="http://schemas.microsoft.com/office/drawing/2014/main" id="{A295B96D-76B5-4940-84EB-955E18B2E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400" y="3635248"/>
              <a:ext cx="272433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上任取小区间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2" name="对象 91">
              <a:extLst>
                <a:ext uri="{FF2B5EF4-FFF2-40B4-BE49-F238E27FC236}">
                  <a16:creationId xmlns:a16="http://schemas.microsoft.com/office/drawing/2014/main" id="{6ED37BC2-47FC-4D56-BA29-781B6084B4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0910291"/>
                </p:ext>
              </p:extLst>
            </p:nvPr>
          </p:nvGraphicFramePr>
          <p:xfrm>
            <a:off x="5186305" y="3724148"/>
            <a:ext cx="1752601" cy="459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46" name="Equation" r:id="rId48" imgW="1307880" imgH="342720" progId="Equation.DSMT4">
                    <p:embed/>
                  </p:oleObj>
                </mc:Choice>
                <mc:Fallback>
                  <p:oleObj name="Equation" r:id="rId48" imgW="1307880" imgH="34272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6754156D-EACB-460F-8934-00F714B175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6305" y="3724148"/>
                          <a:ext cx="1752601" cy="459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Text Box 32">
            <a:extLst>
              <a:ext uri="{FF2B5EF4-FFF2-40B4-BE49-F238E27FC236}">
                <a16:creationId xmlns:a16="http://schemas.microsoft.com/office/drawing/2014/main" id="{EEB45107-9F28-4C1E-9354-C6B2A5D7A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53" y="2365875"/>
            <a:ext cx="1495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面积元素：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3" grpId="0" autoUpdateAnimBg="0"/>
      <p:bldP spid="49" grpId="0" autoUpdateAnimBg="0"/>
      <p:bldP spid="60" grpId="0" animBg="1"/>
      <p:bldP spid="9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17">
            <a:extLst>
              <a:ext uri="{FF2B5EF4-FFF2-40B4-BE49-F238E27FC236}">
                <a16:creationId xmlns:a16="http://schemas.microsoft.com/office/drawing/2014/main" id="{6EE63D9E-757B-4F3A-A74A-CCAC937274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0376" y="415313"/>
            <a:ext cx="666578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3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70003" name="Text Box 19">
            <a:extLst>
              <a:ext uri="{FF2B5EF4-FFF2-40B4-BE49-F238E27FC236}">
                <a16:creationId xmlns:a16="http://schemas.microsoft.com/office/drawing/2014/main" id="{2EBCB6A9-B726-4D3B-8C67-3B61B601F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700" y="1092463"/>
            <a:ext cx="5750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70004" name="Object 20">
            <a:extLst>
              <a:ext uri="{FF2B5EF4-FFF2-40B4-BE49-F238E27FC236}">
                <a16:creationId xmlns:a16="http://schemas.microsoft.com/office/drawing/2014/main" id="{D1C54523-EA53-49E3-B0D8-0875C0FB6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858663"/>
              </p:ext>
            </p:extLst>
          </p:nvPr>
        </p:nvGraphicFramePr>
        <p:xfrm>
          <a:off x="2350697" y="3061046"/>
          <a:ext cx="11525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10" name="Equation" r:id="rId3" imgW="1307880" imgH="342720" progId="Equation.DSMT4">
                  <p:embed/>
                </p:oleObj>
              </mc:Choice>
              <mc:Fallback>
                <p:oleObj name="Equation" r:id="rId3" imgW="1307880" imgH="34272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697" y="3061046"/>
                        <a:ext cx="1152525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21">
            <a:extLst>
              <a:ext uri="{FF2B5EF4-FFF2-40B4-BE49-F238E27FC236}">
                <a16:creationId xmlns:a16="http://schemas.microsoft.com/office/drawing/2014/main" id="{D1E4FB76-161E-4962-BA7A-F305BA506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4131" y="393128"/>
            <a:ext cx="24852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所围图形的面积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</a:p>
        </p:txBody>
      </p:sp>
      <p:graphicFrame>
        <p:nvGraphicFramePr>
          <p:cNvPr id="170007" name="Object 23">
            <a:extLst>
              <a:ext uri="{FF2B5EF4-FFF2-40B4-BE49-F238E27FC236}">
                <a16:creationId xmlns:a16="http://schemas.microsoft.com/office/drawing/2014/main" id="{21B18D1E-81FF-4073-A502-D1778AEAE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886555"/>
              </p:ext>
            </p:extLst>
          </p:nvPr>
        </p:nvGraphicFramePr>
        <p:xfrm>
          <a:off x="1695060" y="3556346"/>
          <a:ext cx="1560512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11" name="Equation" r:id="rId5" imgW="1612800" imgH="634680" progId="Equation.DSMT4">
                  <p:embed/>
                </p:oleObj>
              </mc:Choice>
              <mc:Fallback>
                <p:oleObj name="Equation" r:id="rId5" imgW="1612800" imgH="63468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060" y="3556346"/>
                        <a:ext cx="1560512" cy="633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23">
            <a:extLst>
              <a:ext uri="{FF2B5EF4-FFF2-40B4-BE49-F238E27FC236}">
                <a16:creationId xmlns:a16="http://schemas.microsoft.com/office/drawing/2014/main" id="{5312962E-6B58-4939-AF80-6235D10D3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257220"/>
              </p:ext>
            </p:extLst>
          </p:nvPr>
        </p:nvGraphicFramePr>
        <p:xfrm>
          <a:off x="2339752" y="195486"/>
          <a:ext cx="14112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12" name="MathType 6.0 Equation" r:id="rId7" imgW="1409400" imgH="774360" progId="Equation.DSMT4">
                  <p:embed/>
                </p:oleObj>
              </mc:Choice>
              <mc:Fallback>
                <p:oleObj name="MathType 6.0 Equation" r:id="rId7" imgW="1409400" imgH="77436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5486"/>
                        <a:ext cx="1411287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9">
            <a:extLst>
              <a:ext uri="{FF2B5EF4-FFF2-40B4-BE49-F238E27FC236}">
                <a16:creationId xmlns:a16="http://schemas.microsoft.com/office/drawing/2014/main" id="{90E3DAC3-38FB-4EC5-9C55-02F00D51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084" y="1104957"/>
            <a:ext cx="24852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整个椭圆的面积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7AD56BB-CB86-4EEF-B32F-2E42B02ECE24}"/>
              </a:ext>
            </a:extLst>
          </p:cNvPr>
          <p:cNvGrpSpPr/>
          <p:nvPr/>
        </p:nvGrpSpPr>
        <p:grpSpPr>
          <a:xfrm>
            <a:off x="532860" y="2268278"/>
            <a:ext cx="4062562" cy="461949"/>
            <a:chOff x="1269285" y="3629685"/>
            <a:chExt cx="5416748" cy="615933"/>
          </a:xfrm>
        </p:grpSpPr>
        <p:sp>
          <p:nvSpPr>
            <p:cNvPr id="42" name="Text Box 32">
              <a:extLst>
                <a:ext uri="{FF2B5EF4-FFF2-40B4-BE49-F238E27FC236}">
                  <a16:creationId xmlns:a16="http://schemas.microsoft.com/office/drawing/2014/main" id="{0EB1B1B4-4044-436F-8E95-C802C9085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285" y="3629685"/>
              <a:ext cx="505015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3" name="Object 8">
              <a:extLst>
                <a:ext uri="{FF2B5EF4-FFF2-40B4-BE49-F238E27FC236}">
                  <a16:creationId xmlns:a16="http://schemas.microsoft.com/office/drawing/2014/main" id="{2A44ECFD-917F-4FB0-8DA9-C675A3180B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0838" y="3776864"/>
            <a:ext cx="857256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3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838" y="3776864"/>
                          <a:ext cx="857256" cy="450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32">
              <a:extLst>
                <a:ext uri="{FF2B5EF4-FFF2-40B4-BE49-F238E27FC236}">
                  <a16:creationId xmlns:a16="http://schemas.microsoft.com/office/drawing/2014/main" id="{66B802B4-FD30-4591-898A-19A6AD62B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2950" y="3630064"/>
              <a:ext cx="2882162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90F98946-8024-44AC-B5E5-097741602B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34439"/>
                </p:ext>
              </p:extLst>
            </p:nvPr>
          </p:nvGraphicFramePr>
          <p:xfrm>
            <a:off x="4960951" y="3734209"/>
            <a:ext cx="1725082" cy="442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4" name="Equation" r:id="rId11" imgW="1269720" imgH="330120" progId="Equation.DSMT4">
                    <p:embed/>
                  </p:oleObj>
                </mc:Choice>
                <mc:Fallback>
                  <p:oleObj name="Equation" r:id="rId11" imgW="1269720" imgH="330120" progId="Equation.DSMT4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951" y="3734209"/>
                          <a:ext cx="1725082" cy="442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 Box 32">
            <a:extLst>
              <a:ext uri="{FF2B5EF4-FFF2-40B4-BE49-F238E27FC236}">
                <a16:creationId xmlns:a16="http://schemas.microsoft.com/office/drawing/2014/main" id="{A7CEDF02-11E5-47B7-BD14-5D17EA44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62" y="2951862"/>
            <a:ext cx="18573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面积元素：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7" name="Text Box 32">
            <a:extLst>
              <a:ext uri="{FF2B5EF4-FFF2-40B4-BE49-F238E27FC236}">
                <a16:creationId xmlns:a16="http://schemas.microsoft.com/office/drawing/2014/main" id="{978AD01B-CBFF-4AE4-A7CC-4D01A18B1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646" y="3589117"/>
            <a:ext cx="954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E9F0F66-240A-4B46-BC33-F6DA585A4911}"/>
              </a:ext>
            </a:extLst>
          </p:cNvPr>
          <p:cNvSpPr/>
          <p:nvPr/>
        </p:nvSpPr>
        <p:spPr>
          <a:xfrm>
            <a:off x="5109709" y="1682491"/>
            <a:ext cx="2879968" cy="1456518"/>
          </a:xfrm>
          <a:prstGeom prst="ellipse">
            <a:avLst/>
          </a:prstGeom>
          <a:solidFill>
            <a:srgbClr val="FFFF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8E05F85-9375-40E0-A2A8-FEB98924B875}"/>
              </a:ext>
            </a:extLst>
          </p:cNvPr>
          <p:cNvGrpSpPr/>
          <p:nvPr/>
        </p:nvGrpSpPr>
        <p:grpSpPr>
          <a:xfrm>
            <a:off x="5128113" y="1403696"/>
            <a:ext cx="3036009" cy="1721711"/>
            <a:chOff x="5292016" y="1570038"/>
            <a:chExt cx="3036009" cy="1721711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2C795BA4-518F-4E3D-B9B7-E77421B95532}"/>
                </a:ext>
              </a:extLst>
            </p:cNvPr>
            <p:cNvSpPr/>
            <p:nvPr/>
          </p:nvSpPr>
          <p:spPr>
            <a:xfrm>
              <a:off x="5292016" y="1835231"/>
              <a:ext cx="2879968" cy="145651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2" name="Object 7">
              <a:extLst>
                <a:ext uri="{FF2B5EF4-FFF2-40B4-BE49-F238E27FC236}">
                  <a16:creationId xmlns:a16="http://schemas.microsoft.com/office/drawing/2014/main" id="{61BB696C-1F90-49ED-AB06-C2D4ED2709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4312214"/>
                </p:ext>
              </p:extLst>
            </p:nvPr>
          </p:nvGraphicFramePr>
          <p:xfrm>
            <a:off x="6770688" y="1570038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5"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49" name="Object 7">
                          <a:extLst>
                            <a:ext uri="{FF2B5EF4-FFF2-40B4-BE49-F238E27FC236}">
                              <a16:creationId xmlns:a16="http://schemas.microsoft.com/office/drawing/2014/main" id="{D97F151A-9783-4543-8C81-A5BCAB5543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0688" y="1570038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7">
              <a:extLst>
                <a:ext uri="{FF2B5EF4-FFF2-40B4-BE49-F238E27FC236}">
                  <a16:creationId xmlns:a16="http://schemas.microsoft.com/office/drawing/2014/main" id="{F83D0E3F-2802-42C3-B7F4-63CB5E365D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9618213"/>
                </p:ext>
              </p:extLst>
            </p:nvPr>
          </p:nvGraphicFramePr>
          <p:xfrm>
            <a:off x="8150225" y="26225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6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50" name="Object 7">
                          <a:extLst>
                            <a:ext uri="{FF2B5EF4-FFF2-40B4-BE49-F238E27FC236}">
                              <a16:creationId xmlns:a16="http://schemas.microsoft.com/office/drawing/2014/main" id="{D2839A93-ADF7-4967-B02D-4D68E2831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0225" y="262255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Arc 6">
            <a:extLst>
              <a:ext uri="{FF2B5EF4-FFF2-40B4-BE49-F238E27FC236}">
                <a16:creationId xmlns:a16="http://schemas.microsoft.com/office/drawing/2014/main" id="{7FFE43B3-1FAE-4033-B569-6B1BAEAB1CF3}"/>
              </a:ext>
            </a:extLst>
          </p:cNvPr>
          <p:cNvSpPr>
            <a:spLocks/>
          </p:cNvSpPr>
          <p:nvPr/>
        </p:nvSpPr>
        <p:spPr bwMode="auto">
          <a:xfrm>
            <a:off x="6580041" y="1678199"/>
            <a:ext cx="1419558" cy="723701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68C9EDE-836F-4916-9A58-7C06DCAC471D}"/>
              </a:ext>
            </a:extLst>
          </p:cNvPr>
          <p:cNvSpPr/>
          <p:nvPr/>
        </p:nvSpPr>
        <p:spPr>
          <a:xfrm>
            <a:off x="6942014" y="1694612"/>
            <a:ext cx="360000" cy="702000"/>
          </a:xfrm>
          <a:prstGeom prst="rect">
            <a:avLst/>
          </a:prstGeom>
          <a:solidFill>
            <a:srgbClr val="3366FF">
              <a:alpha val="50000"/>
            </a:srgbClr>
          </a:solidFill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1C91FA0-EFA0-4387-AF71-623CFC4D26DB}"/>
              </a:ext>
            </a:extLst>
          </p:cNvPr>
          <p:cNvGrpSpPr/>
          <p:nvPr/>
        </p:nvGrpSpPr>
        <p:grpSpPr>
          <a:xfrm>
            <a:off x="6851793" y="1685041"/>
            <a:ext cx="912556" cy="984261"/>
            <a:chOff x="8376465" y="-207523"/>
            <a:chExt cx="912556" cy="984261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899CA98-FFDC-4E1E-A0C2-46AA97BBBF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3224" y="-207523"/>
              <a:ext cx="0" cy="720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D33834A-286B-4E55-86D7-11CBE6E5D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30302" y="-127367"/>
              <a:ext cx="1" cy="64371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8" name="对象 57">
              <a:extLst>
                <a:ext uri="{FF2B5EF4-FFF2-40B4-BE49-F238E27FC236}">
                  <a16:creationId xmlns:a16="http://schemas.microsoft.com/office/drawing/2014/main" id="{1696C0A0-5CEC-4959-B338-E76A7EF9DF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1236468"/>
                </p:ext>
              </p:extLst>
            </p:nvPr>
          </p:nvGraphicFramePr>
          <p:xfrm>
            <a:off x="8641381" y="522938"/>
            <a:ext cx="647640" cy="25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7" name="Equation" r:id="rId17" imgW="647640" imgH="253800" progId="Equation.DSMT4">
                    <p:embed/>
                  </p:oleObj>
                </mc:Choice>
                <mc:Fallback>
                  <p:oleObj name="Equation" r:id="rId17" imgW="647640" imgH="253800" progId="Equation.DSMT4">
                    <p:embed/>
                    <p:pic>
                      <p:nvPicPr>
                        <p:cNvPr id="57" name="对象 56">
                          <a:extLst>
                            <a:ext uri="{FF2B5EF4-FFF2-40B4-BE49-F238E27FC236}">
                              <a16:creationId xmlns:a16="http://schemas.microsoft.com/office/drawing/2014/main" id="{2F0DFF6B-B942-403A-A373-13990485784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641381" y="522938"/>
                          <a:ext cx="647640" cy="253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对象 58">
              <a:extLst>
                <a:ext uri="{FF2B5EF4-FFF2-40B4-BE49-F238E27FC236}">
                  <a16:creationId xmlns:a16="http://schemas.microsoft.com/office/drawing/2014/main" id="{CFBEC345-5F39-4BA4-B63B-71A6B997F9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6713424"/>
                </p:ext>
              </p:extLst>
            </p:nvPr>
          </p:nvGraphicFramePr>
          <p:xfrm>
            <a:off x="8376465" y="561455"/>
            <a:ext cx="161925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8" name="MathType 6.0 Equation" r:id="rId19" imgW="215640" imgH="228600" progId="Equation.DSMT4">
                    <p:embed/>
                  </p:oleObj>
                </mc:Choice>
                <mc:Fallback>
                  <p:oleObj name="MathType 6.0 Equation" r:id="rId19" imgW="215640" imgH="228600" progId="Equation.DSMT4">
                    <p:embed/>
                    <p:pic>
                      <p:nvPicPr>
                        <p:cNvPr id="58" name="对象 57">
                          <a:extLst>
                            <a:ext uri="{FF2B5EF4-FFF2-40B4-BE49-F238E27FC236}">
                              <a16:creationId xmlns:a16="http://schemas.microsoft.com/office/drawing/2014/main" id="{F589505E-B5A5-455E-A031-230DA24794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376465" y="561455"/>
                          <a:ext cx="161925" cy="171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17">
            <a:extLst>
              <a:ext uri="{FF2B5EF4-FFF2-40B4-BE49-F238E27FC236}">
                <a16:creationId xmlns:a16="http://schemas.microsoft.com/office/drawing/2014/main" id="{D5284927-3682-4EB2-9E4B-8F8B7E87024B}"/>
              </a:ext>
            </a:extLst>
          </p:cNvPr>
          <p:cNvSpPr txBox="1">
            <a:spLocks noChangeArrowheads="1"/>
          </p:cNvSpPr>
          <p:nvPr/>
        </p:nvSpPr>
        <p:spPr>
          <a:xfrm>
            <a:off x="1251822" y="417181"/>
            <a:ext cx="115212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求椭圆</a:t>
            </a:r>
          </a:p>
        </p:txBody>
      </p:sp>
      <p:sp>
        <p:nvSpPr>
          <p:cNvPr id="61" name="Text Box 19">
            <a:extLst>
              <a:ext uri="{FF2B5EF4-FFF2-40B4-BE49-F238E27FC236}">
                <a16:creationId xmlns:a16="http://schemas.microsoft.com/office/drawing/2014/main" id="{C6F2D7B4-3A52-40D1-9D87-C48392665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822" y="1106633"/>
            <a:ext cx="1632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由对称性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</a:p>
        </p:txBody>
      </p:sp>
      <p:sp>
        <p:nvSpPr>
          <p:cNvPr id="62" name="Text Box 19">
            <a:extLst>
              <a:ext uri="{FF2B5EF4-FFF2-40B4-BE49-F238E27FC236}">
                <a16:creationId xmlns:a16="http://schemas.microsoft.com/office/drawing/2014/main" id="{74EFE408-E9B1-452C-BDA6-E41E0BBB4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1" y="1678268"/>
            <a:ext cx="4239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是椭圆在第一象限部分的四倍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E9F2930-955E-420E-B762-638E1B11A5AC}"/>
              </a:ext>
            </a:extLst>
          </p:cNvPr>
          <p:cNvGrpSpPr/>
          <p:nvPr/>
        </p:nvGrpSpPr>
        <p:grpSpPr>
          <a:xfrm>
            <a:off x="4965313" y="1202424"/>
            <a:ext cx="3554409" cy="2332090"/>
            <a:chOff x="4796992" y="416056"/>
            <a:chExt cx="3554409" cy="2332090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4240E8A1-4A9B-4646-A7C0-DE095DDB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992" y="1622547"/>
              <a:ext cx="351273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D32E703-791C-4D4B-9B33-9621D9929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9776" y="416056"/>
              <a:ext cx="0" cy="2332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9" name="Object 7">
              <a:extLst>
                <a:ext uri="{FF2B5EF4-FFF2-40B4-BE49-F238E27FC236}">
                  <a16:creationId xmlns:a16="http://schemas.microsoft.com/office/drawing/2014/main" id="{DB972364-EAA9-483F-98B0-07BF8E1FCB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5840238"/>
                </p:ext>
              </p:extLst>
            </p:nvPr>
          </p:nvGraphicFramePr>
          <p:xfrm>
            <a:off x="6186051" y="42047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19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38" name="Object 7">
                          <a:extLst>
                            <a:ext uri="{FF2B5EF4-FFF2-40B4-BE49-F238E27FC236}">
                              <a16:creationId xmlns:a16="http://schemas.microsoft.com/office/drawing/2014/main" id="{1BD8AB91-D434-436D-81C1-7757C2BA3D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6051" y="420478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7">
              <a:extLst>
                <a:ext uri="{FF2B5EF4-FFF2-40B4-BE49-F238E27FC236}">
                  <a16:creationId xmlns:a16="http://schemas.microsoft.com/office/drawing/2014/main" id="{5F7BF8DF-FE5C-4400-A1FE-831DF1F83B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188095"/>
                </p:ext>
              </p:extLst>
            </p:nvPr>
          </p:nvGraphicFramePr>
          <p:xfrm>
            <a:off x="8173601" y="167460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20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7167E100-2A85-4B71-A530-BAB8FCFD03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601" y="167460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7">
              <a:extLst>
                <a:ext uri="{FF2B5EF4-FFF2-40B4-BE49-F238E27FC236}">
                  <a16:creationId xmlns:a16="http://schemas.microsoft.com/office/drawing/2014/main" id="{85AC3920-D0F9-444B-9FF3-137538DF4A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8115748"/>
                </p:ext>
              </p:extLst>
            </p:nvPr>
          </p:nvGraphicFramePr>
          <p:xfrm>
            <a:off x="6216388" y="164359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21" name="MathType 6.0 Equation" r:id="rId25" imgW="190440" imgH="203040" progId="Equation.DSMT4">
                    <p:embed/>
                  </p:oleObj>
                </mc:Choice>
                <mc:Fallback>
                  <p:oleObj name="MathType 6.0 Equation" r:id="rId25" imgW="190440" imgH="203040" progId="Equation.DSMT4">
                    <p:embed/>
                    <p:pic>
                      <p:nvPicPr>
                        <p:cNvPr id="48" name="Object 7">
                          <a:extLst>
                            <a:ext uri="{FF2B5EF4-FFF2-40B4-BE49-F238E27FC236}">
                              <a16:creationId xmlns:a16="http://schemas.microsoft.com/office/drawing/2014/main" id="{3FA14F72-8E0E-4C15-8EE6-F045124FEC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6388" y="1643599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03" grpId="0" autoUpdateAnimBg="0"/>
      <p:bldP spid="40" grpId="0" autoUpdateAnimBg="0"/>
      <p:bldP spid="46" grpId="0" autoUpdateAnimBg="0"/>
      <p:bldP spid="47" grpId="0" autoUpdateAnimBg="0"/>
      <p:bldP spid="35" grpId="0" animBg="1"/>
      <p:bldP spid="60" grpId="0" animBg="1"/>
      <p:bldP spid="61" grpId="0" autoUpdateAnimBg="0"/>
      <p:bldP spid="6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17">
            <a:extLst>
              <a:ext uri="{FF2B5EF4-FFF2-40B4-BE49-F238E27FC236}">
                <a16:creationId xmlns:a16="http://schemas.microsoft.com/office/drawing/2014/main" id="{6EE63D9E-757B-4F3A-A74A-CCAC937274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05932" y="242058"/>
            <a:ext cx="1232298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latin typeface="+mn-ea"/>
                <a:ea typeface="+mn-ea"/>
              </a:rPr>
              <a:t>求椭圆</a:t>
            </a:r>
          </a:p>
        </p:txBody>
      </p:sp>
      <p:sp>
        <p:nvSpPr>
          <p:cNvPr id="12300" name="Text Box 21">
            <a:extLst>
              <a:ext uri="{FF2B5EF4-FFF2-40B4-BE49-F238E27FC236}">
                <a16:creationId xmlns:a16="http://schemas.microsoft.com/office/drawing/2014/main" id="{D1E4FB76-161E-4962-BA7A-F305BA506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6515" y="237593"/>
            <a:ext cx="337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所围图形的面积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</a:p>
        </p:txBody>
      </p:sp>
      <p:graphicFrame>
        <p:nvGraphicFramePr>
          <p:cNvPr id="170007" name="Object 23">
            <a:extLst>
              <a:ext uri="{FF2B5EF4-FFF2-40B4-BE49-F238E27FC236}">
                <a16:creationId xmlns:a16="http://schemas.microsoft.com/office/drawing/2014/main" id="{21B18D1E-81FF-4073-A502-D1778AEAE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825939"/>
              </p:ext>
            </p:extLst>
          </p:nvPr>
        </p:nvGraphicFramePr>
        <p:xfrm>
          <a:off x="959883" y="1305718"/>
          <a:ext cx="15732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0" name="Equation" r:id="rId4" imgW="1574640" imgH="634680" progId="Equation.DSMT4">
                  <p:embed/>
                </p:oleObj>
              </mc:Choice>
              <mc:Fallback>
                <p:oleObj name="Equation" r:id="rId4" imgW="1574640" imgH="63468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883" y="1305718"/>
                        <a:ext cx="1573213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5" name="Object 31">
            <a:extLst>
              <a:ext uri="{FF2B5EF4-FFF2-40B4-BE49-F238E27FC236}">
                <a16:creationId xmlns:a16="http://schemas.microsoft.com/office/drawing/2014/main" id="{57741466-00AD-40A4-B772-F5713BE107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942816"/>
              </p:ext>
            </p:extLst>
          </p:nvPr>
        </p:nvGraphicFramePr>
        <p:xfrm>
          <a:off x="1281113" y="3798888"/>
          <a:ext cx="15113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1" name="MathType 6.0 Equation" r:id="rId6" imgW="1511280" imgH="736560" progId="Equation.DSMT4">
                  <p:embed/>
                </p:oleObj>
              </mc:Choice>
              <mc:Fallback>
                <p:oleObj name="MathType 6.0 Equation" r:id="rId6" imgW="1511280" imgH="73656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3798888"/>
                        <a:ext cx="1511300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8" name="Object 34">
            <a:extLst>
              <a:ext uri="{FF2B5EF4-FFF2-40B4-BE49-F238E27FC236}">
                <a16:creationId xmlns:a16="http://schemas.microsoft.com/office/drawing/2014/main" id="{1472245F-0A50-4CAC-954F-B020BCF11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392136"/>
              </p:ext>
            </p:extLst>
          </p:nvPr>
        </p:nvGraphicFramePr>
        <p:xfrm>
          <a:off x="2865438" y="4002088"/>
          <a:ext cx="836612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2" name="Equation" r:id="rId8" imgW="838080" imgH="342720" progId="Equation.DSMT4">
                  <p:embed/>
                </p:oleObj>
              </mc:Choice>
              <mc:Fallback>
                <p:oleObj name="Equation" r:id="rId8" imgW="838080" imgH="34272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4002088"/>
                        <a:ext cx="836612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23">
            <a:extLst>
              <a:ext uri="{FF2B5EF4-FFF2-40B4-BE49-F238E27FC236}">
                <a16:creationId xmlns:a16="http://schemas.microsoft.com/office/drawing/2014/main" id="{5312962E-6B58-4939-AF80-6235D10D3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544586"/>
              </p:ext>
            </p:extLst>
          </p:nvPr>
        </p:nvGraphicFramePr>
        <p:xfrm>
          <a:off x="1836027" y="95419"/>
          <a:ext cx="136048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3" name="Equation" r:id="rId10" imgW="1409400" imgH="774360" progId="Equation.DSMT4">
                  <p:embed/>
                </p:oleObj>
              </mc:Choice>
              <mc:Fallback>
                <p:oleObj name="Equation" r:id="rId10" imgW="1409400" imgH="77436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027" y="95419"/>
                        <a:ext cx="1360488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7DA96A-1395-4964-8C9E-6FA7BC8B88B7}"/>
              </a:ext>
            </a:extLst>
          </p:cNvPr>
          <p:cNvCxnSpPr>
            <a:cxnSpLocks/>
          </p:cNvCxnSpPr>
          <p:nvPr/>
        </p:nvCxnSpPr>
        <p:spPr>
          <a:xfrm>
            <a:off x="107504" y="968422"/>
            <a:ext cx="8823358" cy="2799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23">
            <a:extLst>
              <a:ext uri="{FF2B5EF4-FFF2-40B4-BE49-F238E27FC236}">
                <a16:creationId xmlns:a16="http://schemas.microsoft.com/office/drawing/2014/main" id="{7F1EC031-A983-4DD7-89FE-272CFAB99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51492"/>
              </p:ext>
            </p:extLst>
          </p:nvPr>
        </p:nvGraphicFramePr>
        <p:xfrm>
          <a:off x="1243713" y="1983277"/>
          <a:ext cx="24368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4" name="Equation" r:id="rId12" imgW="2438280" imgH="736560" progId="Equation.DSMT4">
                  <p:embed/>
                </p:oleObj>
              </mc:Choice>
              <mc:Fallback>
                <p:oleObj name="Equation" r:id="rId12" imgW="2438280" imgH="73656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713" y="1983277"/>
                        <a:ext cx="2436813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3">
            <a:extLst>
              <a:ext uri="{FF2B5EF4-FFF2-40B4-BE49-F238E27FC236}">
                <a16:creationId xmlns:a16="http://schemas.microsoft.com/office/drawing/2014/main" id="{BF0A36F2-C749-4DAF-BF79-0C895C2BC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244418"/>
              </p:ext>
            </p:extLst>
          </p:nvPr>
        </p:nvGraphicFramePr>
        <p:xfrm>
          <a:off x="1258264" y="2867695"/>
          <a:ext cx="24368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45" name="Equation" r:id="rId14" imgW="2438280" imgH="736560" progId="Equation.DSMT4">
                  <p:embed/>
                </p:oleObj>
              </mc:Choice>
              <mc:Fallback>
                <p:oleObj name="Equation" r:id="rId14" imgW="2438280" imgH="73656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264" y="2867695"/>
                        <a:ext cx="2436813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65B56831-8647-40F0-AA01-E672D201DC85}"/>
              </a:ext>
            </a:extLst>
          </p:cNvPr>
          <p:cNvGrpSpPr/>
          <p:nvPr/>
        </p:nvGrpSpPr>
        <p:grpSpPr>
          <a:xfrm>
            <a:off x="4054246" y="3971481"/>
            <a:ext cx="3666495" cy="469023"/>
            <a:chOff x="4433891" y="3974711"/>
            <a:chExt cx="3666495" cy="469023"/>
          </a:xfrm>
        </p:grpSpPr>
        <p:sp>
          <p:nvSpPr>
            <p:cNvPr id="170019" name="Text Box 35">
              <a:extLst>
                <a:ext uri="{FF2B5EF4-FFF2-40B4-BE49-F238E27FC236}">
                  <a16:creationId xmlns:a16="http://schemas.microsoft.com/office/drawing/2014/main" id="{8692F8D6-54B6-491A-9CDC-B6F8B6BDC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3891" y="3974711"/>
              <a:ext cx="501421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当</a:t>
              </a:r>
            </a:p>
          </p:txBody>
        </p:sp>
        <p:sp>
          <p:nvSpPr>
            <p:cNvPr id="30" name="Text Box 35">
              <a:extLst>
                <a:ext uri="{FF2B5EF4-FFF2-40B4-BE49-F238E27FC236}">
                  <a16:creationId xmlns:a16="http://schemas.microsoft.com/office/drawing/2014/main" id="{B35D5E26-CFFC-42FC-89B2-C26E9386B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0422" y="3982069"/>
              <a:ext cx="2479964" cy="46166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时得圆面积公式</a:t>
              </a:r>
            </a:p>
          </p:txBody>
        </p:sp>
        <p:graphicFrame>
          <p:nvGraphicFramePr>
            <p:cNvPr id="31" name="Object 34">
              <a:extLst>
                <a:ext uri="{FF2B5EF4-FFF2-40B4-BE49-F238E27FC236}">
                  <a16:creationId xmlns:a16="http://schemas.microsoft.com/office/drawing/2014/main" id="{32C0E72F-9598-4061-8011-40ADF378D7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450815"/>
                </p:ext>
              </p:extLst>
            </p:nvPr>
          </p:nvGraphicFramePr>
          <p:xfrm>
            <a:off x="4935312" y="4049968"/>
            <a:ext cx="6477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46" name="MathType 6.0 Equation" r:id="rId16" imgW="647640" imgH="279360" progId="Equation.DSMT4">
                    <p:embed/>
                  </p:oleObj>
                </mc:Choice>
                <mc:Fallback>
                  <p:oleObj name="MathType 6.0 Equation" r:id="rId16" imgW="647640" imgH="279360" progId="Equation.DSMT4">
                    <p:embed/>
                    <p:pic>
                      <p:nvPicPr>
                        <p:cNvPr id="170018" name="Object 34">
                          <a:extLst>
                            <a:ext uri="{FF2B5EF4-FFF2-40B4-BE49-F238E27FC236}">
                              <a16:creationId xmlns:a16="http://schemas.microsoft.com/office/drawing/2014/main" id="{1472245F-0A50-4CAC-954F-B020BCF110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5312" y="4049968"/>
                          <a:ext cx="6477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D9737EF9-F6A8-464B-88CE-7054353B0AD8}"/>
              </a:ext>
            </a:extLst>
          </p:cNvPr>
          <p:cNvSpPr/>
          <p:nvPr/>
        </p:nvSpPr>
        <p:spPr>
          <a:xfrm>
            <a:off x="4119965" y="3933108"/>
            <a:ext cx="4208060" cy="6111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897D7135-0538-4C46-87E9-4D4A6F4ADA55}"/>
              </a:ext>
            </a:extLst>
          </p:cNvPr>
          <p:cNvSpPr/>
          <p:nvPr/>
        </p:nvSpPr>
        <p:spPr>
          <a:xfrm>
            <a:off x="5273612" y="1848833"/>
            <a:ext cx="2879968" cy="1456518"/>
          </a:xfrm>
          <a:prstGeom prst="ellipse">
            <a:avLst/>
          </a:prstGeom>
          <a:solidFill>
            <a:srgbClr val="FFFF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133CBE8-ED48-4E35-A7CE-38EB14A6176D}"/>
              </a:ext>
            </a:extLst>
          </p:cNvPr>
          <p:cNvGrpSpPr/>
          <p:nvPr/>
        </p:nvGrpSpPr>
        <p:grpSpPr>
          <a:xfrm>
            <a:off x="5129216" y="1368766"/>
            <a:ext cx="3554409" cy="2332090"/>
            <a:chOff x="4796992" y="416056"/>
            <a:chExt cx="3554409" cy="2332090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8BD6DC99-9FC5-4BBA-B723-648211498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992" y="1622547"/>
              <a:ext cx="351273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E3B5905-A38E-4F18-885D-38967BEBB3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9776" y="416056"/>
              <a:ext cx="0" cy="2332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6" name="Object 7">
              <a:extLst>
                <a:ext uri="{FF2B5EF4-FFF2-40B4-BE49-F238E27FC236}">
                  <a16:creationId xmlns:a16="http://schemas.microsoft.com/office/drawing/2014/main" id="{9C228E6B-6A9E-42AA-AFDC-83F7D02499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5722154"/>
                </p:ext>
              </p:extLst>
            </p:nvPr>
          </p:nvGraphicFramePr>
          <p:xfrm>
            <a:off x="6186051" y="42047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47" name="Equation" r:id="rId18" imgW="190440" imgH="241200" progId="Equation.DSMT4">
                    <p:embed/>
                  </p:oleObj>
                </mc:Choice>
                <mc:Fallback>
                  <p:oleObj name="Equation" r:id="rId18" imgW="190440" imgH="24120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DB972364-EAA9-483F-98B0-07BF8E1FCB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6051" y="420478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41797672-12D2-46BF-9C16-1466D498F2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092243"/>
                </p:ext>
              </p:extLst>
            </p:nvPr>
          </p:nvGraphicFramePr>
          <p:xfrm>
            <a:off x="8173601" y="167460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48" name="Equation" r:id="rId20" imgW="177480" imgH="190440" progId="Equation.DSMT4">
                    <p:embed/>
                  </p:oleObj>
                </mc:Choice>
                <mc:Fallback>
                  <p:oleObj name="Equation" r:id="rId20" imgW="177480" imgH="190440" progId="Equation.DSMT4">
                    <p:embed/>
                    <p:pic>
                      <p:nvPicPr>
                        <p:cNvPr id="48" name="Object 7">
                          <a:extLst>
                            <a:ext uri="{FF2B5EF4-FFF2-40B4-BE49-F238E27FC236}">
                              <a16:creationId xmlns:a16="http://schemas.microsoft.com/office/drawing/2014/main" id="{5F7BF8DF-FE5C-4400-A1FE-831DF1F83B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601" y="167460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C8E5F107-C424-42D2-B20D-F5536C2236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308090"/>
                </p:ext>
              </p:extLst>
            </p:nvPr>
          </p:nvGraphicFramePr>
          <p:xfrm>
            <a:off x="6216388" y="164359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49" name="MathType 6.0 Equation" r:id="rId22" imgW="190440" imgH="203040" progId="Equation.DSMT4">
                    <p:embed/>
                  </p:oleObj>
                </mc:Choice>
                <mc:Fallback>
                  <p:oleObj name="MathType 6.0 Equation" r:id="rId22" imgW="190440" imgH="203040" progId="Equation.DSMT4">
                    <p:embed/>
                    <p:pic>
                      <p:nvPicPr>
                        <p:cNvPr id="49" name="Object 7">
                          <a:extLst>
                            <a:ext uri="{FF2B5EF4-FFF2-40B4-BE49-F238E27FC236}">
                              <a16:creationId xmlns:a16="http://schemas.microsoft.com/office/drawing/2014/main" id="{85AC3920-D0F9-444B-9FF3-137538DF4A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6388" y="1643599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Arc 6">
            <a:extLst>
              <a:ext uri="{FF2B5EF4-FFF2-40B4-BE49-F238E27FC236}">
                <a16:creationId xmlns:a16="http://schemas.microsoft.com/office/drawing/2014/main" id="{E3658364-5EB5-4E08-B88E-E1AEEB315F0D}"/>
              </a:ext>
            </a:extLst>
          </p:cNvPr>
          <p:cNvSpPr>
            <a:spLocks/>
          </p:cNvSpPr>
          <p:nvPr/>
        </p:nvSpPr>
        <p:spPr bwMode="auto">
          <a:xfrm>
            <a:off x="6743523" y="1845394"/>
            <a:ext cx="1416551" cy="719674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846A2A8-C5B5-4C5C-92D4-7B05280811A1}"/>
              </a:ext>
            </a:extLst>
          </p:cNvPr>
          <p:cNvGrpSpPr/>
          <p:nvPr/>
        </p:nvGrpSpPr>
        <p:grpSpPr>
          <a:xfrm>
            <a:off x="5292016" y="1570038"/>
            <a:ext cx="3036009" cy="1721711"/>
            <a:chOff x="5292016" y="1570038"/>
            <a:chExt cx="3036009" cy="1721711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CCF0FF16-5059-4E27-A1E4-D7086FDA913F}"/>
                </a:ext>
              </a:extLst>
            </p:cNvPr>
            <p:cNvSpPr/>
            <p:nvPr/>
          </p:nvSpPr>
          <p:spPr>
            <a:xfrm>
              <a:off x="5292016" y="1835231"/>
              <a:ext cx="2879968" cy="145651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1" name="Object 7">
              <a:extLst>
                <a:ext uri="{FF2B5EF4-FFF2-40B4-BE49-F238E27FC236}">
                  <a16:creationId xmlns:a16="http://schemas.microsoft.com/office/drawing/2014/main" id="{A67111A8-1E50-43D2-AFB1-06B27047C1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8556754"/>
                </p:ext>
              </p:extLst>
            </p:nvPr>
          </p:nvGraphicFramePr>
          <p:xfrm>
            <a:off x="6770688" y="1570038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50" name="Equation" r:id="rId24" imgW="164880" imgH="253800" progId="Equation.DSMT4">
                    <p:embed/>
                  </p:oleObj>
                </mc:Choice>
                <mc:Fallback>
                  <p:oleObj name="Equation" r:id="rId24" imgW="164880" imgH="253800" progId="Equation.DSMT4">
                    <p:embed/>
                    <p:pic>
                      <p:nvPicPr>
                        <p:cNvPr id="52" name="Object 7">
                          <a:extLst>
                            <a:ext uri="{FF2B5EF4-FFF2-40B4-BE49-F238E27FC236}">
                              <a16:creationId xmlns:a16="http://schemas.microsoft.com/office/drawing/2014/main" id="{61BB696C-1F90-49ED-AB06-C2D4ED2709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0688" y="1570038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7">
              <a:extLst>
                <a:ext uri="{FF2B5EF4-FFF2-40B4-BE49-F238E27FC236}">
                  <a16:creationId xmlns:a16="http://schemas.microsoft.com/office/drawing/2014/main" id="{1957D4EA-743A-4EBF-9BA9-A9F790C5AC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6680590"/>
                </p:ext>
              </p:extLst>
            </p:nvPr>
          </p:nvGraphicFramePr>
          <p:xfrm>
            <a:off x="8150225" y="26225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51" name="Equation" r:id="rId26" imgW="177480" imgH="190440" progId="Equation.DSMT4">
                    <p:embed/>
                  </p:oleObj>
                </mc:Choice>
                <mc:Fallback>
                  <p:oleObj name="Equation" r:id="rId26" imgW="177480" imgH="190440" progId="Equation.DSMT4">
                    <p:embed/>
                    <p:pic>
                      <p:nvPicPr>
                        <p:cNvPr id="53" name="Object 7">
                          <a:extLst>
                            <a:ext uri="{FF2B5EF4-FFF2-40B4-BE49-F238E27FC236}">
                              <a16:creationId xmlns:a16="http://schemas.microsoft.com/office/drawing/2014/main" id="{F83D0E3F-2802-42C3-B7F4-63CB5E365D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0225" y="262255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" name="矩形 63">
            <a:extLst>
              <a:ext uri="{FF2B5EF4-FFF2-40B4-BE49-F238E27FC236}">
                <a16:creationId xmlns:a16="http://schemas.microsoft.com/office/drawing/2014/main" id="{0B92C952-227C-4B0E-BCA7-4884A2B81D1F}"/>
              </a:ext>
            </a:extLst>
          </p:cNvPr>
          <p:cNvSpPr/>
          <p:nvPr/>
        </p:nvSpPr>
        <p:spPr>
          <a:xfrm>
            <a:off x="7103322" y="1864046"/>
            <a:ext cx="360000" cy="691200"/>
          </a:xfrm>
          <a:prstGeom prst="rect">
            <a:avLst/>
          </a:prstGeom>
          <a:solidFill>
            <a:srgbClr val="3366FF">
              <a:alpha val="50000"/>
            </a:srgbClr>
          </a:solidFill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7559FF35-92BA-4651-89EC-36E32234DC4A}"/>
              </a:ext>
            </a:extLst>
          </p:cNvPr>
          <p:cNvGrpSpPr/>
          <p:nvPr/>
        </p:nvGrpSpPr>
        <p:grpSpPr>
          <a:xfrm>
            <a:off x="7015696" y="1850343"/>
            <a:ext cx="917331" cy="947078"/>
            <a:chOff x="8376465" y="-208563"/>
            <a:chExt cx="917331" cy="947078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5E92ABD-ACA1-455B-953D-B26B3D9038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3224" y="-208563"/>
              <a:ext cx="0" cy="720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C24F087-7618-4509-9741-A89F11A26F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2808" y="-127367"/>
              <a:ext cx="1" cy="64371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EE98416E-9837-40FA-85F3-B35A773673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3171013"/>
                </p:ext>
              </p:extLst>
            </p:nvPr>
          </p:nvGraphicFramePr>
          <p:xfrm>
            <a:off x="8636571" y="500390"/>
            <a:ext cx="657225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52" name="MathType 6.0 Equation" r:id="rId28" imgW="876240" imgH="317160" progId="Equation.DSMT4">
                    <p:embed/>
                  </p:oleObj>
                </mc:Choice>
                <mc:Fallback>
                  <p:oleObj name="MathType 6.0 Equation" r:id="rId28" imgW="876240" imgH="317160" progId="Equation.DSMT4">
                    <p:embed/>
                    <p:pic>
                      <p:nvPicPr>
                        <p:cNvPr id="58" name="对象 57">
                          <a:extLst>
                            <a:ext uri="{FF2B5EF4-FFF2-40B4-BE49-F238E27FC236}">
                              <a16:creationId xmlns:a16="http://schemas.microsoft.com/office/drawing/2014/main" id="{1696C0A0-5CEC-4959-B338-E76A7EF9DF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8636571" y="500390"/>
                          <a:ext cx="657225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982F4D36-B858-4419-93EE-BB141C32EE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7869630"/>
                </p:ext>
              </p:extLst>
            </p:nvPr>
          </p:nvGraphicFramePr>
          <p:xfrm>
            <a:off x="8376465" y="561455"/>
            <a:ext cx="161925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253" name="MathType 6.0 Equation" r:id="rId30" imgW="215640" imgH="228600" progId="Equation.DSMT4">
                    <p:embed/>
                  </p:oleObj>
                </mc:Choice>
                <mc:Fallback>
                  <p:oleObj name="MathType 6.0 Equation" r:id="rId30" imgW="215640" imgH="228600" progId="Equation.DSMT4">
                    <p:embed/>
                    <p:pic>
                      <p:nvPicPr>
                        <p:cNvPr id="59" name="对象 58">
                          <a:extLst>
                            <a:ext uri="{FF2B5EF4-FFF2-40B4-BE49-F238E27FC236}">
                              <a16:creationId xmlns:a16="http://schemas.microsoft.com/office/drawing/2014/main" id="{CFBEC345-5F39-4BA4-B63B-71A6B997F9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8376465" y="561455"/>
                          <a:ext cx="161925" cy="171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34">
            <a:extLst>
              <a:ext uri="{FF2B5EF4-FFF2-40B4-BE49-F238E27FC236}">
                <a16:creationId xmlns:a16="http://schemas.microsoft.com/office/drawing/2014/main" id="{DEA89B1A-F458-416F-9425-1D1EA54ED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326905"/>
              </p:ext>
            </p:extLst>
          </p:nvPr>
        </p:nvGraphicFramePr>
        <p:xfrm>
          <a:off x="7544993" y="4005112"/>
          <a:ext cx="582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54" name="Equation" r:id="rId32" imgW="583920" imgH="406080" progId="Equation.DSMT4">
                  <p:embed/>
                </p:oleObj>
              </mc:Choice>
              <mc:Fallback>
                <p:oleObj name="Equation" r:id="rId32" imgW="583920" imgH="406080" progId="Equation.DSMT4">
                  <p:embed/>
                  <p:pic>
                    <p:nvPicPr>
                      <p:cNvPr id="170018" name="Object 34">
                        <a:extLst>
                          <a:ext uri="{FF2B5EF4-FFF2-40B4-BE49-F238E27FC236}">
                            <a16:creationId xmlns:a16="http://schemas.microsoft.com/office/drawing/2014/main" id="{1472245F-0A50-4CAC-954F-B020BCF11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4993" y="4005112"/>
                        <a:ext cx="582612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3">
            <a:extLst>
              <a:ext uri="{FF2B5EF4-FFF2-40B4-BE49-F238E27FC236}">
                <a16:creationId xmlns:a16="http://schemas.microsoft.com/office/drawing/2014/main" id="{B4BC53B8-BF95-49F4-B726-073D2A8060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828366"/>
              </p:ext>
            </p:extLst>
          </p:nvPr>
        </p:nvGraphicFramePr>
        <p:xfrm>
          <a:off x="7091706" y="1225882"/>
          <a:ext cx="15478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55" name="MathType 6.0 Equation" r:id="rId34" imgW="1549080" imgH="609480" progId="Equation.DSMT4">
                  <p:embed/>
                </p:oleObj>
              </mc:Choice>
              <mc:Fallback>
                <p:oleObj name="MathType 6.0 Equation" r:id="rId34" imgW="1549080" imgH="609480" progId="Equation.DSMT4">
                  <p:embed/>
                  <p:pic>
                    <p:nvPicPr>
                      <p:cNvPr id="38" name="Object 23">
                        <a:extLst>
                          <a:ext uri="{FF2B5EF4-FFF2-40B4-BE49-F238E27FC236}">
                            <a16:creationId xmlns:a16="http://schemas.microsoft.com/office/drawing/2014/main" id="{7F1EC031-A983-4DD7-89FE-272CFAB99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706" y="1225882"/>
                        <a:ext cx="1547812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936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17">
            <a:extLst>
              <a:ext uri="{FF2B5EF4-FFF2-40B4-BE49-F238E27FC236}">
                <a16:creationId xmlns:a16="http://schemas.microsoft.com/office/drawing/2014/main" id="{6EE63D9E-757B-4F3A-A74A-CCAC937274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7857" y="306355"/>
            <a:ext cx="1500165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latin typeface="+mn-ea"/>
                <a:ea typeface="+mn-ea"/>
              </a:rPr>
              <a:t>求椭圆</a:t>
            </a:r>
          </a:p>
        </p:txBody>
      </p:sp>
      <p:sp>
        <p:nvSpPr>
          <p:cNvPr id="12300" name="Text Box 21">
            <a:extLst>
              <a:ext uri="{FF2B5EF4-FFF2-40B4-BE49-F238E27FC236}">
                <a16:creationId xmlns:a16="http://schemas.microsoft.com/office/drawing/2014/main" id="{D1E4FB76-161E-4962-BA7A-F305BA506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316" y="310819"/>
            <a:ext cx="2571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所围图形的面积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</a:p>
        </p:txBody>
      </p:sp>
      <p:graphicFrame>
        <p:nvGraphicFramePr>
          <p:cNvPr id="170007" name="Object 23">
            <a:extLst>
              <a:ext uri="{FF2B5EF4-FFF2-40B4-BE49-F238E27FC236}">
                <a16:creationId xmlns:a16="http://schemas.microsoft.com/office/drawing/2014/main" id="{21B18D1E-81FF-4073-A502-D1778AEAE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520653"/>
              </p:ext>
            </p:extLst>
          </p:nvPr>
        </p:nvGraphicFramePr>
        <p:xfrm>
          <a:off x="1624013" y="1144588"/>
          <a:ext cx="1612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4" name="Equation" r:id="rId4" imgW="1612800" imgH="634680" progId="Equation.DSMT4">
                  <p:embed/>
                </p:oleObj>
              </mc:Choice>
              <mc:Fallback>
                <p:oleObj name="Equation" r:id="rId4" imgW="1612800" imgH="6346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144588"/>
                        <a:ext cx="16129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08" name="Text Box 24">
            <a:extLst>
              <a:ext uri="{FF2B5EF4-FFF2-40B4-BE49-F238E27FC236}">
                <a16:creationId xmlns:a16="http://schemas.microsoft.com/office/drawing/2014/main" id="{FDBE6103-8CD0-48DB-A632-4B9901B78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63" y="1750465"/>
            <a:ext cx="29982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由椭圆的参数方程</a:t>
            </a:r>
          </a:p>
        </p:txBody>
      </p:sp>
      <p:graphicFrame>
        <p:nvGraphicFramePr>
          <p:cNvPr id="170009" name="Object 25">
            <a:extLst>
              <a:ext uri="{FF2B5EF4-FFF2-40B4-BE49-F238E27FC236}">
                <a16:creationId xmlns:a16="http://schemas.microsoft.com/office/drawing/2014/main" id="{E4503215-4BD8-41E0-8652-AC9BB9D4C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88398"/>
              </p:ext>
            </p:extLst>
          </p:nvPr>
        </p:nvGraphicFramePr>
        <p:xfrm>
          <a:off x="1571625" y="2185988"/>
          <a:ext cx="3225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5" name="Equation" r:id="rId6" imgW="3225600" imgH="863280" progId="Equation.DSMT4">
                  <p:embed/>
                </p:oleObj>
              </mc:Choice>
              <mc:Fallback>
                <p:oleObj name="Equation" r:id="rId6" imgW="3225600" imgH="8632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2185988"/>
                        <a:ext cx="3225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10" name="Text Box 26">
            <a:extLst>
              <a:ext uri="{FF2B5EF4-FFF2-40B4-BE49-F238E27FC236}">
                <a16:creationId xmlns:a16="http://schemas.microsoft.com/office/drawing/2014/main" id="{BB35FECE-340E-4D3C-B237-28CB3EC3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66" y="3023568"/>
            <a:ext cx="3257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应用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定积分换元法</a:t>
            </a:r>
            <a:r>
              <a:rPr kumimoji="1" lang="zh-CN" altLang="en-US" sz="2400" b="1" dirty="0">
                <a:latin typeface="+mn-ea"/>
                <a:ea typeface="+mn-ea"/>
              </a:rPr>
              <a:t>得</a:t>
            </a:r>
          </a:p>
        </p:txBody>
      </p:sp>
      <p:graphicFrame>
        <p:nvGraphicFramePr>
          <p:cNvPr id="170011" name="Object 27">
            <a:extLst>
              <a:ext uri="{FF2B5EF4-FFF2-40B4-BE49-F238E27FC236}">
                <a16:creationId xmlns:a16="http://schemas.microsoft.com/office/drawing/2014/main" id="{2A13F3EA-7CFF-496B-8AB4-9281ACEB5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739374"/>
              </p:ext>
            </p:extLst>
          </p:nvPr>
        </p:nvGraphicFramePr>
        <p:xfrm>
          <a:off x="753276" y="3565015"/>
          <a:ext cx="3225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6" name="Equation" r:id="rId8" imgW="3225600" imgH="660240" progId="Equation.DSMT4">
                  <p:embed/>
                </p:oleObj>
              </mc:Choice>
              <mc:Fallback>
                <p:oleObj name="Equation" r:id="rId8" imgW="3225600" imgH="6602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76" y="3565015"/>
                        <a:ext cx="32258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5" name="Object 31">
            <a:extLst>
              <a:ext uri="{FF2B5EF4-FFF2-40B4-BE49-F238E27FC236}">
                <a16:creationId xmlns:a16="http://schemas.microsoft.com/office/drawing/2014/main" id="{57741466-00AD-40A4-B772-F5713BE107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636270"/>
              </p:ext>
            </p:extLst>
          </p:nvPr>
        </p:nvGraphicFramePr>
        <p:xfrm>
          <a:off x="1055688" y="4154488"/>
          <a:ext cx="144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7" name="Equation" r:id="rId10" imgW="1447560" imgH="723600" progId="Equation.DSMT4">
                  <p:embed/>
                </p:oleObj>
              </mc:Choice>
              <mc:Fallback>
                <p:oleObj name="Equation" r:id="rId10" imgW="1447560" imgH="72360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154488"/>
                        <a:ext cx="1447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8" name="Object 34">
            <a:extLst>
              <a:ext uri="{FF2B5EF4-FFF2-40B4-BE49-F238E27FC236}">
                <a16:creationId xmlns:a16="http://schemas.microsoft.com/office/drawing/2014/main" id="{1472245F-0A50-4CAC-954F-B020BCF11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460589"/>
              </p:ext>
            </p:extLst>
          </p:nvPr>
        </p:nvGraphicFramePr>
        <p:xfrm>
          <a:off x="2651125" y="4381500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8" name="Equation" r:id="rId12" imgW="838080" imgH="342720" progId="Equation.DSMT4">
                  <p:embed/>
                </p:oleObj>
              </mc:Choice>
              <mc:Fallback>
                <p:oleObj name="Equation" r:id="rId12" imgW="838080" imgH="34272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4381500"/>
                        <a:ext cx="838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Object 23">
            <a:extLst>
              <a:ext uri="{FF2B5EF4-FFF2-40B4-BE49-F238E27FC236}">
                <a16:creationId xmlns:a16="http://schemas.microsoft.com/office/drawing/2014/main" id="{5312962E-6B58-4939-AF80-6235D10D3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068789"/>
              </p:ext>
            </p:extLst>
          </p:nvPr>
        </p:nvGraphicFramePr>
        <p:xfrm>
          <a:off x="2089516" y="112309"/>
          <a:ext cx="140940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69" name="Equation" r:id="rId14" imgW="1409400" imgH="774360" progId="Equation.DSMT4">
                  <p:embed/>
                </p:oleObj>
              </mc:Choice>
              <mc:Fallback>
                <p:oleObj name="Equation" r:id="rId14" imgW="1409400" imgH="77436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516" y="112309"/>
                        <a:ext cx="1409400" cy="77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7DA96A-1395-4964-8C9E-6FA7BC8B88B7}"/>
              </a:ext>
            </a:extLst>
          </p:cNvPr>
          <p:cNvCxnSpPr>
            <a:cxnSpLocks/>
          </p:cNvCxnSpPr>
          <p:nvPr/>
        </p:nvCxnSpPr>
        <p:spPr>
          <a:xfrm flipV="1">
            <a:off x="179512" y="960433"/>
            <a:ext cx="8667824" cy="38238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Object 27">
            <a:extLst>
              <a:ext uri="{FF2B5EF4-FFF2-40B4-BE49-F238E27FC236}">
                <a16:creationId xmlns:a16="http://schemas.microsoft.com/office/drawing/2014/main" id="{1FC7299B-3441-4BEB-A284-DA02B8947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477088"/>
              </p:ext>
            </p:extLst>
          </p:nvPr>
        </p:nvGraphicFramePr>
        <p:xfrm>
          <a:off x="4132263" y="3579813"/>
          <a:ext cx="1955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70" name="Equation" r:id="rId16" imgW="1955520" imgH="660240" progId="Equation.DSMT4">
                  <p:embed/>
                </p:oleObj>
              </mc:Choice>
              <mc:Fallback>
                <p:oleObj name="Equation" r:id="rId16" imgW="1955520" imgH="660240" progId="Equation.DSMT4">
                  <p:embed/>
                  <p:pic>
                    <p:nvPicPr>
                      <p:cNvPr id="170011" name="Object 27">
                        <a:extLst>
                          <a:ext uri="{FF2B5EF4-FFF2-40B4-BE49-F238E27FC236}">
                            <a16:creationId xmlns:a16="http://schemas.microsoft.com/office/drawing/2014/main" id="{2A13F3EA-7CFF-496B-8AB4-9281ACEB5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3579813"/>
                        <a:ext cx="19558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椭圆 31">
            <a:extLst>
              <a:ext uri="{FF2B5EF4-FFF2-40B4-BE49-F238E27FC236}">
                <a16:creationId xmlns:a16="http://schemas.microsoft.com/office/drawing/2014/main" id="{D1B72581-0847-4DEC-A455-6B0A01706404}"/>
              </a:ext>
            </a:extLst>
          </p:cNvPr>
          <p:cNvSpPr/>
          <p:nvPr/>
        </p:nvSpPr>
        <p:spPr>
          <a:xfrm>
            <a:off x="5299128" y="1850174"/>
            <a:ext cx="2879968" cy="1456518"/>
          </a:xfrm>
          <a:prstGeom prst="ellipse">
            <a:avLst/>
          </a:prstGeom>
          <a:solidFill>
            <a:srgbClr val="FFFF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5634F8B-C96B-4858-8BA7-0C081E0F1740}"/>
              </a:ext>
            </a:extLst>
          </p:cNvPr>
          <p:cNvGrpSpPr/>
          <p:nvPr/>
        </p:nvGrpSpPr>
        <p:grpSpPr>
          <a:xfrm>
            <a:off x="5129216" y="1368766"/>
            <a:ext cx="3554409" cy="2332090"/>
            <a:chOff x="4796992" y="416056"/>
            <a:chExt cx="3554409" cy="2332090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A6A48F7-257A-4DF2-96F8-42B15F21E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992" y="1622547"/>
              <a:ext cx="351273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4885EF4-F970-4EE9-870B-7447D4C508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9776" y="416056"/>
              <a:ext cx="0" cy="2332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2AC1196B-6944-4924-BE6D-3C9574B31E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330800"/>
                </p:ext>
              </p:extLst>
            </p:nvPr>
          </p:nvGraphicFramePr>
          <p:xfrm>
            <a:off x="6186051" y="42047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1" name="Equation" r:id="rId18" imgW="190440" imgH="241200" progId="Equation.DSMT4">
                    <p:embed/>
                  </p:oleObj>
                </mc:Choice>
                <mc:Fallback>
                  <p:oleObj name="Equation" r:id="rId18" imgW="190440" imgH="241200" progId="Equation.DSMT4">
                    <p:embed/>
                    <p:pic>
                      <p:nvPicPr>
                        <p:cNvPr id="56" name="Object 7">
                          <a:extLst>
                            <a:ext uri="{FF2B5EF4-FFF2-40B4-BE49-F238E27FC236}">
                              <a16:creationId xmlns:a16="http://schemas.microsoft.com/office/drawing/2014/main" id="{9C228E6B-6A9E-42AA-AFDC-83F7D02499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6051" y="420478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7">
              <a:extLst>
                <a:ext uri="{FF2B5EF4-FFF2-40B4-BE49-F238E27FC236}">
                  <a16:creationId xmlns:a16="http://schemas.microsoft.com/office/drawing/2014/main" id="{7987B026-FFFC-4B30-932A-20F4520097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3891979"/>
                </p:ext>
              </p:extLst>
            </p:nvPr>
          </p:nvGraphicFramePr>
          <p:xfrm>
            <a:off x="8173601" y="167460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2" name="Equation" r:id="rId20" imgW="177480" imgH="190440" progId="Equation.DSMT4">
                    <p:embed/>
                  </p:oleObj>
                </mc:Choice>
                <mc:Fallback>
                  <p:oleObj name="Equation" r:id="rId20" imgW="177480" imgH="19044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41797672-12D2-46BF-9C16-1466D498F2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601" y="167460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7">
              <a:extLst>
                <a:ext uri="{FF2B5EF4-FFF2-40B4-BE49-F238E27FC236}">
                  <a16:creationId xmlns:a16="http://schemas.microsoft.com/office/drawing/2014/main" id="{B64A2976-6C32-4C68-9E94-7C0F3E6F7A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371165"/>
                </p:ext>
              </p:extLst>
            </p:nvPr>
          </p:nvGraphicFramePr>
          <p:xfrm>
            <a:off x="6197164" y="1623803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3" name="Equation" r:id="rId22" imgW="228600" imgH="241200" progId="Equation.DSMT4">
                    <p:embed/>
                  </p:oleObj>
                </mc:Choice>
                <mc:Fallback>
                  <p:oleObj name="Equation" r:id="rId22" imgW="228600" imgH="241200" progId="Equation.DSMT4">
                    <p:embed/>
                    <p:pic>
                      <p:nvPicPr>
                        <p:cNvPr id="58" name="Object 7">
                          <a:extLst>
                            <a:ext uri="{FF2B5EF4-FFF2-40B4-BE49-F238E27FC236}">
                              <a16:creationId xmlns:a16="http://schemas.microsoft.com/office/drawing/2014/main" id="{C8E5F107-C424-42D2-B20D-F5536C2236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7164" y="1623803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Arc 6">
            <a:extLst>
              <a:ext uri="{FF2B5EF4-FFF2-40B4-BE49-F238E27FC236}">
                <a16:creationId xmlns:a16="http://schemas.microsoft.com/office/drawing/2014/main" id="{B261B1B6-82A3-4834-AD88-C8FE33994BA6}"/>
              </a:ext>
            </a:extLst>
          </p:cNvPr>
          <p:cNvSpPr>
            <a:spLocks/>
          </p:cNvSpPr>
          <p:nvPr/>
        </p:nvSpPr>
        <p:spPr bwMode="auto">
          <a:xfrm>
            <a:off x="6743523" y="1845394"/>
            <a:ext cx="1416551" cy="719674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50" dirty="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9CAE723-DC48-47FF-9551-FDAD8E810B9C}"/>
              </a:ext>
            </a:extLst>
          </p:cNvPr>
          <p:cNvGrpSpPr/>
          <p:nvPr/>
        </p:nvGrpSpPr>
        <p:grpSpPr>
          <a:xfrm>
            <a:off x="5292016" y="1570038"/>
            <a:ext cx="3036009" cy="1721711"/>
            <a:chOff x="5292016" y="1570038"/>
            <a:chExt cx="3036009" cy="1721711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6C656422-9E43-471E-83B9-9A85FF6BB251}"/>
                </a:ext>
              </a:extLst>
            </p:cNvPr>
            <p:cNvSpPr/>
            <p:nvPr/>
          </p:nvSpPr>
          <p:spPr>
            <a:xfrm>
              <a:off x="5292016" y="1835231"/>
              <a:ext cx="2879968" cy="1456518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0" name="Object 7">
              <a:extLst>
                <a:ext uri="{FF2B5EF4-FFF2-40B4-BE49-F238E27FC236}">
                  <a16:creationId xmlns:a16="http://schemas.microsoft.com/office/drawing/2014/main" id="{D07DFB1B-B7E8-4557-B175-C3F8697C0E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4913881"/>
                </p:ext>
              </p:extLst>
            </p:nvPr>
          </p:nvGraphicFramePr>
          <p:xfrm>
            <a:off x="6770688" y="1570038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4" name="Equation" r:id="rId24" imgW="164880" imgH="253800" progId="Equation.DSMT4">
                    <p:embed/>
                  </p:oleObj>
                </mc:Choice>
                <mc:Fallback>
                  <p:oleObj name="Equation" r:id="rId24" imgW="164880" imgH="253800" progId="Equation.DSMT4">
                    <p:embed/>
                    <p:pic>
                      <p:nvPicPr>
                        <p:cNvPr id="61" name="Object 7">
                          <a:extLst>
                            <a:ext uri="{FF2B5EF4-FFF2-40B4-BE49-F238E27FC236}">
                              <a16:creationId xmlns:a16="http://schemas.microsoft.com/office/drawing/2014/main" id="{A67111A8-1E50-43D2-AFB1-06B27047C1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0688" y="1570038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7">
              <a:extLst>
                <a:ext uri="{FF2B5EF4-FFF2-40B4-BE49-F238E27FC236}">
                  <a16:creationId xmlns:a16="http://schemas.microsoft.com/office/drawing/2014/main" id="{42EFAAD4-3781-4B8C-A7A2-B8F6E9C7DC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2620780"/>
                </p:ext>
              </p:extLst>
            </p:nvPr>
          </p:nvGraphicFramePr>
          <p:xfrm>
            <a:off x="8150225" y="26225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5" name="Equation" r:id="rId26" imgW="177480" imgH="190440" progId="Equation.DSMT4">
                    <p:embed/>
                  </p:oleObj>
                </mc:Choice>
                <mc:Fallback>
                  <p:oleObj name="Equation" r:id="rId26" imgW="177480" imgH="190440" progId="Equation.DSMT4">
                    <p:embed/>
                    <p:pic>
                      <p:nvPicPr>
                        <p:cNvPr id="62" name="Object 7">
                          <a:extLst>
                            <a:ext uri="{FF2B5EF4-FFF2-40B4-BE49-F238E27FC236}">
                              <a16:creationId xmlns:a16="http://schemas.microsoft.com/office/drawing/2014/main" id="{1957D4EA-743A-4EBF-9BA9-A9F790C5AC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0225" y="262255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34BDD4FA-1216-4B78-B9F4-780CA663504E}"/>
              </a:ext>
            </a:extLst>
          </p:cNvPr>
          <p:cNvSpPr/>
          <p:nvPr/>
        </p:nvSpPr>
        <p:spPr>
          <a:xfrm>
            <a:off x="7103322" y="1864046"/>
            <a:ext cx="360000" cy="691200"/>
          </a:xfrm>
          <a:prstGeom prst="rect">
            <a:avLst/>
          </a:prstGeom>
          <a:solidFill>
            <a:srgbClr val="3366FF">
              <a:alpha val="50000"/>
            </a:srgbClr>
          </a:solidFill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357CDA3-46EE-4B53-B046-4374FDFFF8B8}"/>
              </a:ext>
            </a:extLst>
          </p:cNvPr>
          <p:cNvGrpSpPr/>
          <p:nvPr/>
        </p:nvGrpSpPr>
        <p:grpSpPr>
          <a:xfrm>
            <a:off x="7015696" y="1850343"/>
            <a:ext cx="917331" cy="947078"/>
            <a:chOff x="8376465" y="-208563"/>
            <a:chExt cx="917331" cy="947078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36B00B6D-5F27-45D0-ABBC-5B4F7A834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3224" y="-208563"/>
              <a:ext cx="0" cy="720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C439B65-0AB2-4FE4-9B57-F9A5499FD9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2808" y="-127367"/>
              <a:ext cx="1" cy="64371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3E74E4FC-AFCE-4C5E-B4BB-0F40F08155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8922518"/>
                </p:ext>
              </p:extLst>
            </p:nvPr>
          </p:nvGraphicFramePr>
          <p:xfrm>
            <a:off x="8636571" y="500390"/>
            <a:ext cx="657225" cy="238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6" name="MathType 6.0 Equation" r:id="rId28" imgW="876240" imgH="317160" progId="Equation.DSMT4">
                    <p:embed/>
                  </p:oleObj>
                </mc:Choice>
                <mc:Fallback>
                  <p:oleObj name="MathType 6.0 Equation" r:id="rId28" imgW="876240" imgH="31716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EE98416E-9837-40FA-85F3-B35A7736737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8636571" y="500390"/>
                          <a:ext cx="657225" cy="238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D6559239-7753-433D-A608-CA75AB0C94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7494925"/>
                </p:ext>
              </p:extLst>
            </p:nvPr>
          </p:nvGraphicFramePr>
          <p:xfrm>
            <a:off x="8376465" y="561455"/>
            <a:ext cx="161925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77" name="MathType 6.0 Equation" r:id="rId30" imgW="215640" imgH="228600" progId="Equation.DSMT4">
                    <p:embed/>
                  </p:oleObj>
                </mc:Choice>
                <mc:Fallback>
                  <p:oleObj name="MathType 6.0 Equation" r:id="rId30" imgW="21564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982F4D36-B858-4419-93EE-BB141C32EE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8376465" y="561455"/>
                          <a:ext cx="161925" cy="171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3681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08" grpId="0" autoUpdateAnimBg="0"/>
      <p:bldP spid="1700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8F35F306-27AF-4A66-9A3F-B38BDC4174C7}"/>
              </a:ext>
            </a:extLst>
          </p:cNvPr>
          <p:cNvSpPr/>
          <p:nvPr/>
        </p:nvSpPr>
        <p:spPr>
          <a:xfrm>
            <a:off x="5588228" y="1987514"/>
            <a:ext cx="1470991" cy="1134065"/>
          </a:xfrm>
          <a:custGeom>
            <a:avLst/>
            <a:gdLst>
              <a:gd name="connsiteX0" fmla="*/ 47708 w 1470991"/>
              <a:gd name="connsiteY0" fmla="*/ 5578 h 1102858"/>
              <a:gd name="connsiteX1" fmla="*/ 87464 w 1470991"/>
              <a:gd name="connsiteY1" fmla="*/ 13529 h 1102858"/>
              <a:gd name="connsiteX2" fmla="*/ 1447137 w 1470991"/>
              <a:gd name="connsiteY2" fmla="*/ 37383 h 1102858"/>
              <a:gd name="connsiteX3" fmla="*/ 1455089 w 1470991"/>
              <a:gd name="connsiteY3" fmla="*/ 69188 h 1102858"/>
              <a:gd name="connsiteX4" fmla="*/ 1470991 w 1470991"/>
              <a:gd name="connsiteY4" fmla="*/ 116896 h 1102858"/>
              <a:gd name="connsiteX5" fmla="*/ 1463040 w 1470991"/>
              <a:gd name="connsiteY5" fmla="*/ 244117 h 1102858"/>
              <a:gd name="connsiteX6" fmla="*/ 1447137 w 1470991"/>
              <a:gd name="connsiteY6" fmla="*/ 562169 h 1102858"/>
              <a:gd name="connsiteX7" fmla="*/ 1455089 w 1470991"/>
              <a:gd name="connsiteY7" fmla="*/ 713244 h 1102858"/>
              <a:gd name="connsiteX8" fmla="*/ 1455089 w 1470991"/>
              <a:gd name="connsiteY8" fmla="*/ 1047199 h 1102858"/>
              <a:gd name="connsiteX9" fmla="*/ 1447137 w 1470991"/>
              <a:gd name="connsiteY9" fmla="*/ 1071052 h 1102858"/>
              <a:gd name="connsiteX10" fmla="*/ 1439186 w 1470991"/>
              <a:gd name="connsiteY10" fmla="*/ 1102858 h 1102858"/>
              <a:gd name="connsiteX11" fmla="*/ 1415332 w 1470991"/>
              <a:gd name="connsiteY11" fmla="*/ 1094906 h 1102858"/>
              <a:gd name="connsiteX12" fmla="*/ 1367624 w 1470991"/>
              <a:gd name="connsiteY12" fmla="*/ 1071052 h 1102858"/>
              <a:gd name="connsiteX13" fmla="*/ 1343770 w 1470991"/>
              <a:gd name="connsiteY13" fmla="*/ 1047199 h 1102858"/>
              <a:gd name="connsiteX14" fmla="*/ 1327868 w 1470991"/>
              <a:gd name="connsiteY14" fmla="*/ 1015393 h 1102858"/>
              <a:gd name="connsiteX15" fmla="*/ 1304014 w 1470991"/>
              <a:gd name="connsiteY15" fmla="*/ 999491 h 1102858"/>
              <a:gd name="connsiteX16" fmla="*/ 1256306 w 1470991"/>
              <a:gd name="connsiteY16" fmla="*/ 967686 h 1102858"/>
              <a:gd name="connsiteX17" fmla="*/ 1184744 w 1470991"/>
              <a:gd name="connsiteY17" fmla="*/ 935880 h 1102858"/>
              <a:gd name="connsiteX18" fmla="*/ 1160890 w 1470991"/>
              <a:gd name="connsiteY18" fmla="*/ 927929 h 1102858"/>
              <a:gd name="connsiteX19" fmla="*/ 1137036 w 1470991"/>
              <a:gd name="connsiteY19" fmla="*/ 919978 h 1102858"/>
              <a:gd name="connsiteX20" fmla="*/ 1097280 w 1470991"/>
              <a:gd name="connsiteY20" fmla="*/ 912026 h 1102858"/>
              <a:gd name="connsiteX21" fmla="*/ 882595 w 1470991"/>
              <a:gd name="connsiteY21" fmla="*/ 919978 h 1102858"/>
              <a:gd name="connsiteX22" fmla="*/ 842838 w 1470991"/>
              <a:gd name="connsiteY22" fmla="*/ 927929 h 1102858"/>
              <a:gd name="connsiteX23" fmla="*/ 811033 w 1470991"/>
              <a:gd name="connsiteY23" fmla="*/ 943832 h 1102858"/>
              <a:gd name="connsiteX24" fmla="*/ 787179 w 1470991"/>
              <a:gd name="connsiteY24" fmla="*/ 951783 h 1102858"/>
              <a:gd name="connsiteX25" fmla="*/ 763325 w 1470991"/>
              <a:gd name="connsiteY25" fmla="*/ 967686 h 1102858"/>
              <a:gd name="connsiteX26" fmla="*/ 699715 w 1470991"/>
              <a:gd name="connsiteY26" fmla="*/ 983588 h 1102858"/>
              <a:gd name="connsiteX27" fmla="*/ 675861 w 1470991"/>
              <a:gd name="connsiteY27" fmla="*/ 991539 h 1102858"/>
              <a:gd name="connsiteX28" fmla="*/ 326003 w 1470991"/>
              <a:gd name="connsiteY28" fmla="*/ 983588 h 1102858"/>
              <a:gd name="connsiteX29" fmla="*/ 278295 w 1470991"/>
              <a:gd name="connsiteY29" fmla="*/ 959734 h 1102858"/>
              <a:gd name="connsiteX30" fmla="*/ 246490 w 1470991"/>
              <a:gd name="connsiteY30" fmla="*/ 951783 h 1102858"/>
              <a:gd name="connsiteX31" fmla="*/ 222636 w 1470991"/>
              <a:gd name="connsiteY31" fmla="*/ 935880 h 1102858"/>
              <a:gd name="connsiteX32" fmla="*/ 198782 w 1470991"/>
              <a:gd name="connsiteY32" fmla="*/ 927929 h 1102858"/>
              <a:gd name="connsiteX33" fmla="*/ 151075 w 1470991"/>
              <a:gd name="connsiteY33" fmla="*/ 896124 h 1102858"/>
              <a:gd name="connsiteX34" fmla="*/ 103367 w 1470991"/>
              <a:gd name="connsiteY34" fmla="*/ 872270 h 1102858"/>
              <a:gd name="connsiteX35" fmla="*/ 47708 w 1470991"/>
              <a:gd name="connsiteY35" fmla="*/ 832513 h 1102858"/>
              <a:gd name="connsiteX36" fmla="*/ 23854 w 1470991"/>
              <a:gd name="connsiteY36" fmla="*/ 776854 h 1102858"/>
              <a:gd name="connsiteX37" fmla="*/ 15902 w 1470991"/>
              <a:gd name="connsiteY37" fmla="*/ 403143 h 1102858"/>
              <a:gd name="connsiteX38" fmla="*/ 0 w 1470991"/>
              <a:gd name="connsiteY38" fmla="*/ 299776 h 1102858"/>
              <a:gd name="connsiteX39" fmla="*/ 7951 w 1470991"/>
              <a:gd name="connsiteY39" fmla="*/ 228214 h 1102858"/>
              <a:gd name="connsiteX40" fmla="*/ 15902 w 1470991"/>
              <a:gd name="connsiteY40" fmla="*/ 132799 h 1102858"/>
              <a:gd name="connsiteX41" fmla="*/ 23854 w 1470991"/>
              <a:gd name="connsiteY41" fmla="*/ 108945 h 1102858"/>
              <a:gd name="connsiteX42" fmla="*/ 47708 w 1470991"/>
              <a:gd name="connsiteY42" fmla="*/ 5578 h 1102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70991" h="1102858">
                <a:moveTo>
                  <a:pt x="47708" y="5578"/>
                </a:moveTo>
                <a:cubicBezTo>
                  <a:pt x="58310" y="-10325"/>
                  <a:pt x="73972" y="12751"/>
                  <a:pt x="87464" y="13529"/>
                </a:cubicBezTo>
                <a:cubicBezTo>
                  <a:pt x="575385" y="41678"/>
                  <a:pt x="901016" y="32979"/>
                  <a:pt x="1447137" y="37383"/>
                </a:cubicBezTo>
                <a:cubicBezTo>
                  <a:pt x="1449788" y="47985"/>
                  <a:pt x="1451949" y="58721"/>
                  <a:pt x="1455089" y="69188"/>
                </a:cubicBezTo>
                <a:cubicBezTo>
                  <a:pt x="1459906" y="85244"/>
                  <a:pt x="1470991" y="116896"/>
                  <a:pt x="1470991" y="116896"/>
                </a:cubicBezTo>
                <a:cubicBezTo>
                  <a:pt x="1468341" y="159303"/>
                  <a:pt x="1464705" y="201660"/>
                  <a:pt x="1463040" y="244117"/>
                </a:cubicBezTo>
                <a:cubicBezTo>
                  <a:pt x="1450840" y="555237"/>
                  <a:pt x="1473853" y="428599"/>
                  <a:pt x="1447137" y="562169"/>
                </a:cubicBezTo>
                <a:cubicBezTo>
                  <a:pt x="1449788" y="612527"/>
                  <a:pt x="1453113" y="662855"/>
                  <a:pt x="1455089" y="713244"/>
                </a:cubicBezTo>
                <a:cubicBezTo>
                  <a:pt x="1459943" y="837022"/>
                  <a:pt x="1472716" y="932625"/>
                  <a:pt x="1455089" y="1047199"/>
                </a:cubicBezTo>
                <a:cubicBezTo>
                  <a:pt x="1453815" y="1055483"/>
                  <a:pt x="1449440" y="1062993"/>
                  <a:pt x="1447137" y="1071052"/>
                </a:cubicBezTo>
                <a:cubicBezTo>
                  <a:pt x="1444135" y="1081560"/>
                  <a:pt x="1441836" y="1092256"/>
                  <a:pt x="1439186" y="1102858"/>
                </a:cubicBezTo>
                <a:cubicBezTo>
                  <a:pt x="1431235" y="1100207"/>
                  <a:pt x="1422829" y="1098654"/>
                  <a:pt x="1415332" y="1094906"/>
                </a:cubicBezTo>
                <a:cubicBezTo>
                  <a:pt x="1353676" y="1064078"/>
                  <a:pt x="1427582" y="1091040"/>
                  <a:pt x="1367624" y="1071052"/>
                </a:cubicBezTo>
                <a:cubicBezTo>
                  <a:pt x="1359673" y="1063101"/>
                  <a:pt x="1350306" y="1056349"/>
                  <a:pt x="1343770" y="1047199"/>
                </a:cubicBezTo>
                <a:cubicBezTo>
                  <a:pt x="1336880" y="1037554"/>
                  <a:pt x="1335456" y="1024499"/>
                  <a:pt x="1327868" y="1015393"/>
                </a:cubicBezTo>
                <a:cubicBezTo>
                  <a:pt x="1321750" y="1008052"/>
                  <a:pt x="1311355" y="1005609"/>
                  <a:pt x="1304014" y="999491"/>
                </a:cubicBezTo>
                <a:cubicBezTo>
                  <a:pt x="1264306" y="966401"/>
                  <a:pt x="1298228" y="981659"/>
                  <a:pt x="1256306" y="967686"/>
                </a:cubicBezTo>
                <a:cubicBezTo>
                  <a:pt x="1218505" y="942485"/>
                  <a:pt x="1241517" y="954804"/>
                  <a:pt x="1184744" y="935880"/>
                </a:cubicBezTo>
                <a:lnTo>
                  <a:pt x="1160890" y="927929"/>
                </a:lnTo>
                <a:cubicBezTo>
                  <a:pt x="1152939" y="925279"/>
                  <a:pt x="1145255" y="921622"/>
                  <a:pt x="1137036" y="919978"/>
                </a:cubicBezTo>
                <a:lnTo>
                  <a:pt x="1097280" y="912026"/>
                </a:lnTo>
                <a:cubicBezTo>
                  <a:pt x="1025718" y="914677"/>
                  <a:pt x="954066" y="915511"/>
                  <a:pt x="882595" y="919978"/>
                </a:cubicBezTo>
                <a:cubicBezTo>
                  <a:pt x="869107" y="920821"/>
                  <a:pt x="855659" y="923655"/>
                  <a:pt x="842838" y="927929"/>
                </a:cubicBezTo>
                <a:cubicBezTo>
                  <a:pt x="831593" y="931677"/>
                  <a:pt x="821928" y="939163"/>
                  <a:pt x="811033" y="943832"/>
                </a:cubicBezTo>
                <a:cubicBezTo>
                  <a:pt x="803329" y="947134"/>
                  <a:pt x="795130" y="949133"/>
                  <a:pt x="787179" y="951783"/>
                </a:cubicBezTo>
                <a:cubicBezTo>
                  <a:pt x="779228" y="957084"/>
                  <a:pt x="772306" y="964420"/>
                  <a:pt x="763325" y="967686"/>
                </a:cubicBezTo>
                <a:cubicBezTo>
                  <a:pt x="742785" y="975155"/>
                  <a:pt x="720449" y="976677"/>
                  <a:pt x="699715" y="983588"/>
                </a:cubicBezTo>
                <a:lnTo>
                  <a:pt x="675861" y="991539"/>
                </a:lnTo>
                <a:lnTo>
                  <a:pt x="326003" y="983588"/>
                </a:lnTo>
                <a:cubicBezTo>
                  <a:pt x="301202" y="982533"/>
                  <a:pt x="299865" y="968978"/>
                  <a:pt x="278295" y="959734"/>
                </a:cubicBezTo>
                <a:cubicBezTo>
                  <a:pt x="268251" y="955429"/>
                  <a:pt x="257092" y="954433"/>
                  <a:pt x="246490" y="951783"/>
                </a:cubicBezTo>
                <a:cubicBezTo>
                  <a:pt x="238539" y="946482"/>
                  <a:pt x="231183" y="940154"/>
                  <a:pt x="222636" y="935880"/>
                </a:cubicBezTo>
                <a:cubicBezTo>
                  <a:pt x="215139" y="932132"/>
                  <a:pt x="206109" y="931999"/>
                  <a:pt x="198782" y="927929"/>
                </a:cubicBezTo>
                <a:cubicBezTo>
                  <a:pt x="182075" y="918647"/>
                  <a:pt x="169206" y="902168"/>
                  <a:pt x="151075" y="896124"/>
                </a:cubicBezTo>
                <a:cubicBezTo>
                  <a:pt x="107341" y="881545"/>
                  <a:pt x="146524" y="896931"/>
                  <a:pt x="103367" y="872270"/>
                </a:cubicBezTo>
                <a:cubicBezTo>
                  <a:pt x="74299" y="855660"/>
                  <a:pt x="67805" y="860648"/>
                  <a:pt x="47708" y="832513"/>
                </a:cubicBezTo>
                <a:cubicBezTo>
                  <a:pt x="35425" y="815317"/>
                  <a:pt x="30343" y="796322"/>
                  <a:pt x="23854" y="776854"/>
                </a:cubicBezTo>
                <a:cubicBezTo>
                  <a:pt x="37446" y="613745"/>
                  <a:pt x="39667" y="640804"/>
                  <a:pt x="15902" y="403143"/>
                </a:cubicBezTo>
                <a:cubicBezTo>
                  <a:pt x="7117" y="315290"/>
                  <a:pt x="16374" y="348900"/>
                  <a:pt x="0" y="299776"/>
                </a:cubicBezTo>
                <a:cubicBezTo>
                  <a:pt x="2650" y="275922"/>
                  <a:pt x="5676" y="252107"/>
                  <a:pt x="7951" y="228214"/>
                </a:cubicBezTo>
                <a:cubicBezTo>
                  <a:pt x="10977" y="196443"/>
                  <a:pt x="11684" y="164434"/>
                  <a:pt x="15902" y="132799"/>
                </a:cubicBezTo>
                <a:cubicBezTo>
                  <a:pt x="17010" y="124491"/>
                  <a:pt x="23362" y="117312"/>
                  <a:pt x="23854" y="108945"/>
                </a:cubicBezTo>
                <a:cubicBezTo>
                  <a:pt x="26033" y="71903"/>
                  <a:pt x="37106" y="21481"/>
                  <a:pt x="47708" y="5578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1478BBCC-C4F7-4E0A-837B-B887485241EA}"/>
              </a:ext>
            </a:extLst>
          </p:cNvPr>
          <p:cNvSpPr/>
          <p:nvPr/>
        </p:nvSpPr>
        <p:spPr>
          <a:xfrm>
            <a:off x="1570407" y="1616198"/>
            <a:ext cx="1899453" cy="1397450"/>
          </a:xfrm>
          <a:custGeom>
            <a:avLst/>
            <a:gdLst>
              <a:gd name="connsiteX0" fmla="*/ 41251 w 1909320"/>
              <a:gd name="connsiteY0" fmla="*/ 1290258 h 1355136"/>
              <a:gd name="connsiteX1" fmla="*/ 30031 w 1909320"/>
              <a:gd name="connsiteY1" fmla="*/ 1262209 h 1355136"/>
              <a:gd name="connsiteX2" fmla="*/ 41251 w 1909320"/>
              <a:gd name="connsiteY2" fmla="*/ 1004157 h 1355136"/>
              <a:gd name="connsiteX3" fmla="*/ 35641 w 1909320"/>
              <a:gd name="connsiteY3" fmla="*/ 925620 h 1355136"/>
              <a:gd name="connsiteX4" fmla="*/ 41251 w 1909320"/>
              <a:gd name="connsiteY4" fmla="*/ 437566 h 1355136"/>
              <a:gd name="connsiteX5" fmla="*/ 58080 w 1909320"/>
              <a:gd name="connsiteY5" fmla="*/ 431956 h 1355136"/>
              <a:gd name="connsiteX6" fmla="*/ 91739 w 1909320"/>
              <a:gd name="connsiteY6" fmla="*/ 415127 h 1355136"/>
              <a:gd name="connsiteX7" fmla="*/ 108569 w 1909320"/>
              <a:gd name="connsiteY7" fmla="*/ 398297 h 1355136"/>
              <a:gd name="connsiteX8" fmla="*/ 125398 w 1909320"/>
              <a:gd name="connsiteY8" fmla="*/ 392687 h 1355136"/>
              <a:gd name="connsiteX9" fmla="*/ 159057 w 1909320"/>
              <a:gd name="connsiteY9" fmla="*/ 370248 h 1355136"/>
              <a:gd name="connsiteX10" fmla="*/ 159057 w 1909320"/>
              <a:gd name="connsiteY10" fmla="*/ 370248 h 1355136"/>
              <a:gd name="connsiteX11" fmla="*/ 192716 w 1909320"/>
              <a:gd name="connsiteY11" fmla="*/ 336589 h 1355136"/>
              <a:gd name="connsiteX12" fmla="*/ 209545 w 1909320"/>
              <a:gd name="connsiteY12" fmla="*/ 319760 h 1355136"/>
              <a:gd name="connsiteX13" fmla="*/ 237595 w 1909320"/>
              <a:gd name="connsiteY13" fmla="*/ 286101 h 1355136"/>
              <a:gd name="connsiteX14" fmla="*/ 254424 w 1909320"/>
              <a:gd name="connsiteY14" fmla="*/ 252442 h 1355136"/>
              <a:gd name="connsiteX15" fmla="*/ 271253 w 1909320"/>
              <a:gd name="connsiteY15" fmla="*/ 235613 h 1355136"/>
              <a:gd name="connsiteX16" fmla="*/ 282473 w 1909320"/>
              <a:gd name="connsiteY16" fmla="*/ 218783 h 1355136"/>
              <a:gd name="connsiteX17" fmla="*/ 316132 w 1909320"/>
              <a:gd name="connsiteY17" fmla="*/ 207564 h 1355136"/>
              <a:gd name="connsiteX18" fmla="*/ 349791 w 1909320"/>
              <a:gd name="connsiteY18" fmla="*/ 196344 h 1355136"/>
              <a:gd name="connsiteX19" fmla="*/ 366620 w 1909320"/>
              <a:gd name="connsiteY19" fmla="*/ 190734 h 1355136"/>
              <a:gd name="connsiteX20" fmla="*/ 383450 w 1909320"/>
              <a:gd name="connsiteY20" fmla="*/ 179514 h 1355136"/>
              <a:gd name="connsiteX21" fmla="*/ 417109 w 1909320"/>
              <a:gd name="connsiteY21" fmla="*/ 168295 h 1355136"/>
              <a:gd name="connsiteX22" fmla="*/ 450768 w 1909320"/>
              <a:gd name="connsiteY22" fmla="*/ 157075 h 1355136"/>
              <a:gd name="connsiteX23" fmla="*/ 484426 w 1909320"/>
              <a:gd name="connsiteY23" fmla="*/ 145856 h 1355136"/>
              <a:gd name="connsiteX24" fmla="*/ 512476 w 1909320"/>
              <a:gd name="connsiteY24" fmla="*/ 140246 h 1355136"/>
              <a:gd name="connsiteX25" fmla="*/ 546134 w 1909320"/>
              <a:gd name="connsiteY25" fmla="*/ 129026 h 1355136"/>
              <a:gd name="connsiteX26" fmla="*/ 641501 w 1909320"/>
              <a:gd name="connsiteY26" fmla="*/ 112197 h 1355136"/>
              <a:gd name="connsiteX27" fmla="*/ 720039 w 1909320"/>
              <a:gd name="connsiteY27" fmla="*/ 117806 h 1355136"/>
              <a:gd name="connsiteX28" fmla="*/ 742478 w 1909320"/>
              <a:gd name="connsiteY28" fmla="*/ 123416 h 1355136"/>
              <a:gd name="connsiteX29" fmla="*/ 776137 w 1909320"/>
              <a:gd name="connsiteY29" fmla="*/ 145856 h 1355136"/>
              <a:gd name="connsiteX30" fmla="*/ 809796 w 1909320"/>
              <a:gd name="connsiteY30" fmla="*/ 157075 h 1355136"/>
              <a:gd name="connsiteX31" fmla="*/ 860284 w 1909320"/>
              <a:gd name="connsiteY31" fmla="*/ 179514 h 1355136"/>
              <a:gd name="connsiteX32" fmla="*/ 877114 w 1909320"/>
              <a:gd name="connsiteY32" fmla="*/ 185124 h 1355136"/>
              <a:gd name="connsiteX33" fmla="*/ 910772 w 1909320"/>
              <a:gd name="connsiteY33" fmla="*/ 190734 h 1355136"/>
              <a:gd name="connsiteX34" fmla="*/ 933212 w 1909320"/>
              <a:gd name="connsiteY34" fmla="*/ 201954 h 1355136"/>
              <a:gd name="connsiteX35" fmla="*/ 950041 w 1909320"/>
              <a:gd name="connsiteY35" fmla="*/ 213173 h 1355136"/>
              <a:gd name="connsiteX36" fmla="*/ 989310 w 1909320"/>
              <a:gd name="connsiteY36" fmla="*/ 224393 h 1355136"/>
              <a:gd name="connsiteX37" fmla="*/ 1006139 w 1909320"/>
              <a:gd name="connsiteY37" fmla="*/ 230003 h 1355136"/>
              <a:gd name="connsiteX38" fmla="*/ 1056628 w 1909320"/>
              <a:gd name="connsiteY38" fmla="*/ 263662 h 1355136"/>
              <a:gd name="connsiteX39" fmla="*/ 1090287 w 1909320"/>
              <a:gd name="connsiteY39" fmla="*/ 286101 h 1355136"/>
              <a:gd name="connsiteX40" fmla="*/ 1107116 w 1909320"/>
              <a:gd name="connsiteY40" fmla="*/ 291711 h 1355136"/>
              <a:gd name="connsiteX41" fmla="*/ 1123945 w 1909320"/>
              <a:gd name="connsiteY41" fmla="*/ 302930 h 1355136"/>
              <a:gd name="connsiteX42" fmla="*/ 1146385 w 1909320"/>
              <a:gd name="connsiteY42" fmla="*/ 308540 h 1355136"/>
              <a:gd name="connsiteX43" fmla="*/ 1180044 w 1909320"/>
              <a:gd name="connsiteY43" fmla="*/ 319760 h 1355136"/>
              <a:gd name="connsiteX44" fmla="*/ 1196873 w 1909320"/>
              <a:gd name="connsiteY44" fmla="*/ 325370 h 1355136"/>
              <a:gd name="connsiteX45" fmla="*/ 1247361 w 1909320"/>
              <a:gd name="connsiteY45" fmla="*/ 336589 h 1355136"/>
              <a:gd name="connsiteX46" fmla="*/ 1264191 w 1909320"/>
              <a:gd name="connsiteY46" fmla="*/ 342199 h 1355136"/>
              <a:gd name="connsiteX47" fmla="*/ 1297850 w 1909320"/>
              <a:gd name="connsiteY47" fmla="*/ 347809 h 1355136"/>
              <a:gd name="connsiteX48" fmla="*/ 1550291 w 1909320"/>
              <a:gd name="connsiteY48" fmla="*/ 342199 h 1355136"/>
              <a:gd name="connsiteX49" fmla="*/ 1516633 w 1909320"/>
              <a:gd name="connsiteY49" fmla="*/ 330979 h 1355136"/>
              <a:gd name="connsiteX50" fmla="*/ 1533462 w 1909320"/>
              <a:gd name="connsiteY50" fmla="*/ 319760 h 1355136"/>
              <a:gd name="connsiteX51" fmla="*/ 1550291 w 1909320"/>
              <a:gd name="connsiteY51" fmla="*/ 314150 h 1355136"/>
              <a:gd name="connsiteX52" fmla="*/ 1567121 w 1909320"/>
              <a:gd name="connsiteY52" fmla="*/ 297321 h 1355136"/>
              <a:gd name="connsiteX53" fmla="*/ 1617609 w 1909320"/>
              <a:gd name="connsiteY53" fmla="*/ 269272 h 1355136"/>
              <a:gd name="connsiteX54" fmla="*/ 1628829 w 1909320"/>
              <a:gd name="connsiteY54" fmla="*/ 252442 h 1355136"/>
              <a:gd name="connsiteX55" fmla="*/ 1645658 w 1909320"/>
              <a:gd name="connsiteY55" fmla="*/ 246832 h 1355136"/>
              <a:gd name="connsiteX56" fmla="*/ 1662488 w 1909320"/>
              <a:gd name="connsiteY56" fmla="*/ 235613 h 1355136"/>
              <a:gd name="connsiteX57" fmla="*/ 1679317 w 1909320"/>
              <a:gd name="connsiteY57" fmla="*/ 218783 h 1355136"/>
              <a:gd name="connsiteX58" fmla="*/ 1696147 w 1909320"/>
              <a:gd name="connsiteY58" fmla="*/ 207564 h 1355136"/>
              <a:gd name="connsiteX59" fmla="*/ 1712976 w 1909320"/>
              <a:gd name="connsiteY59" fmla="*/ 190734 h 1355136"/>
              <a:gd name="connsiteX60" fmla="*/ 1741025 w 1909320"/>
              <a:gd name="connsiteY60" fmla="*/ 151465 h 1355136"/>
              <a:gd name="connsiteX61" fmla="*/ 1757855 w 1909320"/>
              <a:gd name="connsiteY61" fmla="*/ 140246 h 1355136"/>
              <a:gd name="connsiteX62" fmla="*/ 1780294 w 1909320"/>
              <a:gd name="connsiteY62" fmla="*/ 106587 h 1355136"/>
              <a:gd name="connsiteX63" fmla="*/ 1791514 w 1909320"/>
              <a:gd name="connsiteY63" fmla="*/ 89757 h 1355136"/>
              <a:gd name="connsiteX64" fmla="*/ 1842002 w 1909320"/>
              <a:gd name="connsiteY64" fmla="*/ 44879 h 1355136"/>
              <a:gd name="connsiteX65" fmla="*/ 1881271 w 1909320"/>
              <a:gd name="connsiteY65" fmla="*/ 0 h 1355136"/>
              <a:gd name="connsiteX66" fmla="*/ 1892490 w 1909320"/>
              <a:gd name="connsiteY66" fmla="*/ 84148 h 1355136"/>
              <a:gd name="connsiteX67" fmla="*/ 1898100 w 1909320"/>
              <a:gd name="connsiteY67" fmla="*/ 106587 h 1355136"/>
              <a:gd name="connsiteX68" fmla="*/ 1909320 w 1909320"/>
              <a:gd name="connsiteY68" fmla="*/ 140246 h 1355136"/>
              <a:gd name="connsiteX69" fmla="*/ 1903710 w 1909320"/>
              <a:gd name="connsiteY69" fmla="*/ 359029 h 1355136"/>
              <a:gd name="connsiteX70" fmla="*/ 1898100 w 1909320"/>
              <a:gd name="connsiteY70" fmla="*/ 392687 h 1355136"/>
              <a:gd name="connsiteX71" fmla="*/ 1886880 w 1909320"/>
              <a:gd name="connsiteY71" fmla="*/ 544153 h 1355136"/>
              <a:gd name="connsiteX72" fmla="*/ 1881271 w 1909320"/>
              <a:gd name="connsiteY72" fmla="*/ 897571 h 1355136"/>
              <a:gd name="connsiteX73" fmla="*/ 1875661 w 1909320"/>
              <a:gd name="connsiteY73" fmla="*/ 1351966 h 1355136"/>
              <a:gd name="connsiteX74" fmla="*/ 1864441 w 1909320"/>
              <a:gd name="connsiteY74" fmla="*/ 1295868 h 1355136"/>
              <a:gd name="connsiteX75" fmla="*/ 1342728 w 1909320"/>
              <a:gd name="connsiteY75" fmla="*/ 1290258 h 1355136"/>
              <a:gd name="connsiteX76" fmla="*/ 882723 w 1909320"/>
              <a:gd name="connsiteY76" fmla="*/ 1279038 h 1355136"/>
              <a:gd name="connsiteX77" fmla="*/ 641501 w 1909320"/>
              <a:gd name="connsiteY77" fmla="*/ 1267819 h 1355136"/>
              <a:gd name="connsiteX78" fmla="*/ 1982 w 1909320"/>
              <a:gd name="connsiteY78" fmla="*/ 1273429 h 1355136"/>
              <a:gd name="connsiteX79" fmla="*/ 18812 w 1909320"/>
              <a:gd name="connsiteY79" fmla="*/ 1290258 h 1355136"/>
              <a:gd name="connsiteX80" fmla="*/ 41251 w 1909320"/>
              <a:gd name="connsiteY80" fmla="*/ 1290258 h 135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909320" h="1355136">
                <a:moveTo>
                  <a:pt x="41251" y="1290258"/>
                </a:moveTo>
                <a:cubicBezTo>
                  <a:pt x="43121" y="1285583"/>
                  <a:pt x="30245" y="1272277"/>
                  <a:pt x="30031" y="1262209"/>
                </a:cubicBezTo>
                <a:cubicBezTo>
                  <a:pt x="25714" y="1059330"/>
                  <a:pt x="17580" y="1098842"/>
                  <a:pt x="41251" y="1004157"/>
                </a:cubicBezTo>
                <a:cubicBezTo>
                  <a:pt x="39381" y="977978"/>
                  <a:pt x="35641" y="951866"/>
                  <a:pt x="35641" y="925620"/>
                </a:cubicBezTo>
                <a:cubicBezTo>
                  <a:pt x="35641" y="762925"/>
                  <a:pt x="33863" y="600094"/>
                  <a:pt x="41251" y="437566"/>
                </a:cubicBezTo>
                <a:cubicBezTo>
                  <a:pt x="41519" y="431659"/>
                  <a:pt x="52791" y="434600"/>
                  <a:pt x="58080" y="431956"/>
                </a:cubicBezTo>
                <a:cubicBezTo>
                  <a:pt x="101579" y="410207"/>
                  <a:pt x="49439" y="429228"/>
                  <a:pt x="91739" y="415127"/>
                </a:cubicBezTo>
                <a:cubicBezTo>
                  <a:pt x="97349" y="409517"/>
                  <a:pt x="101968" y="402698"/>
                  <a:pt x="108569" y="398297"/>
                </a:cubicBezTo>
                <a:cubicBezTo>
                  <a:pt x="113489" y="395017"/>
                  <a:pt x="120229" y="395559"/>
                  <a:pt x="125398" y="392687"/>
                </a:cubicBezTo>
                <a:cubicBezTo>
                  <a:pt x="137185" y="386138"/>
                  <a:pt x="147837" y="377728"/>
                  <a:pt x="159057" y="370248"/>
                </a:cubicBezTo>
                <a:lnTo>
                  <a:pt x="159057" y="370248"/>
                </a:lnTo>
                <a:lnTo>
                  <a:pt x="192716" y="336589"/>
                </a:lnTo>
                <a:cubicBezTo>
                  <a:pt x="198326" y="330979"/>
                  <a:pt x="205144" y="326361"/>
                  <a:pt x="209545" y="319760"/>
                </a:cubicBezTo>
                <a:cubicBezTo>
                  <a:pt x="225166" y="296329"/>
                  <a:pt x="215997" y="307697"/>
                  <a:pt x="237595" y="286101"/>
                </a:cubicBezTo>
                <a:cubicBezTo>
                  <a:pt x="243217" y="269233"/>
                  <a:pt x="242340" y="266943"/>
                  <a:pt x="254424" y="252442"/>
                </a:cubicBezTo>
                <a:cubicBezTo>
                  <a:pt x="259503" y="246347"/>
                  <a:pt x="266174" y="241708"/>
                  <a:pt x="271253" y="235613"/>
                </a:cubicBezTo>
                <a:cubicBezTo>
                  <a:pt x="275569" y="230433"/>
                  <a:pt x="276755" y="222356"/>
                  <a:pt x="282473" y="218783"/>
                </a:cubicBezTo>
                <a:cubicBezTo>
                  <a:pt x="292502" y="212515"/>
                  <a:pt x="304912" y="211304"/>
                  <a:pt x="316132" y="207564"/>
                </a:cubicBezTo>
                <a:lnTo>
                  <a:pt x="349791" y="196344"/>
                </a:lnTo>
                <a:cubicBezTo>
                  <a:pt x="355401" y="194474"/>
                  <a:pt x="361700" y="194014"/>
                  <a:pt x="366620" y="190734"/>
                </a:cubicBezTo>
                <a:cubicBezTo>
                  <a:pt x="372230" y="186994"/>
                  <a:pt x="377289" y="182252"/>
                  <a:pt x="383450" y="179514"/>
                </a:cubicBezTo>
                <a:cubicBezTo>
                  <a:pt x="394257" y="174711"/>
                  <a:pt x="405889" y="172035"/>
                  <a:pt x="417109" y="168295"/>
                </a:cubicBezTo>
                <a:lnTo>
                  <a:pt x="450768" y="157075"/>
                </a:lnTo>
                <a:lnTo>
                  <a:pt x="484426" y="145856"/>
                </a:lnTo>
                <a:cubicBezTo>
                  <a:pt x="493776" y="143986"/>
                  <a:pt x="503277" y="142755"/>
                  <a:pt x="512476" y="140246"/>
                </a:cubicBezTo>
                <a:cubicBezTo>
                  <a:pt x="523886" y="137134"/>
                  <a:pt x="534537" y="131345"/>
                  <a:pt x="546134" y="129026"/>
                </a:cubicBezTo>
                <a:cubicBezTo>
                  <a:pt x="596490" y="118954"/>
                  <a:pt x="564778" y="124983"/>
                  <a:pt x="641501" y="112197"/>
                </a:cubicBezTo>
                <a:cubicBezTo>
                  <a:pt x="667680" y="114067"/>
                  <a:pt x="693953" y="114908"/>
                  <a:pt x="720039" y="117806"/>
                </a:cubicBezTo>
                <a:cubicBezTo>
                  <a:pt x="727702" y="118657"/>
                  <a:pt x="735582" y="119968"/>
                  <a:pt x="742478" y="123416"/>
                </a:cubicBezTo>
                <a:cubicBezTo>
                  <a:pt x="754539" y="129447"/>
                  <a:pt x="763344" y="141592"/>
                  <a:pt x="776137" y="145856"/>
                </a:cubicBezTo>
                <a:cubicBezTo>
                  <a:pt x="787357" y="149596"/>
                  <a:pt x="799218" y="151786"/>
                  <a:pt x="809796" y="157075"/>
                </a:cubicBezTo>
                <a:cubicBezTo>
                  <a:pt x="835297" y="169826"/>
                  <a:pt x="831629" y="168769"/>
                  <a:pt x="860284" y="179514"/>
                </a:cubicBezTo>
                <a:cubicBezTo>
                  <a:pt x="865821" y="181590"/>
                  <a:pt x="871341" y="183841"/>
                  <a:pt x="877114" y="185124"/>
                </a:cubicBezTo>
                <a:cubicBezTo>
                  <a:pt x="888217" y="187591"/>
                  <a:pt x="899553" y="188864"/>
                  <a:pt x="910772" y="190734"/>
                </a:cubicBezTo>
                <a:cubicBezTo>
                  <a:pt x="918252" y="194474"/>
                  <a:pt x="925951" y="197805"/>
                  <a:pt x="933212" y="201954"/>
                </a:cubicBezTo>
                <a:cubicBezTo>
                  <a:pt x="939066" y="205299"/>
                  <a:pt x="944011" y="210158"/>
                  <a:pt x="950041" y="213173"/>
                </a:cubicBezTo>
                <a:cubicBezTo>
                  <a:pt x="959008" y="217656"/>
                  <a:pt x="980922" y="221996"/>
                  <a:pt x="989310" y="224393"/>
                </a:cubicBezTo>
                <a:cubicBezTo>
                  <a:pt x="994996" y="226018"/>
                  <a:pt x="1000529" y="228133"/>
                  <a:pt x="1006139" y="230003"/>
                </a:cubicBezTo>
                <a:cubicBezTo>
                  <a:pt x="1046876" y="284317"/>
                  <a:pt x="992834" y="221134"/>
                  <a:pt x="1056628" y="263662"/>
                </a:cubicBezTo>
                <a:cubicBezTo>
                  <a:pt x="1067848" y="271142"/>
                  <a:pt x="1077495" y="281837"/>
                  <a:pt x="1090287" y="286101"/>
                </a:cubicBezTo>
                <a:cubicBezTo>
                  <a:pt x="1095897" y="287971"/>
                  <a:pt x="1101827" y="289067"/>
                  <a:pt x="1107116" y="291711"/>
                </a:cubicBezTo>
                <a:cubicBezTo>
                  <a:pt x="1113146" y="294726"/>
                  <a:pt x="1117748" y="300274"/>
                  <a:pt x="1123945" y="302930"/>
                </a:cubicBezTo>
                <a:cubicBezTo>
                  <a:pt x="1131032" y="305967"/>
                  <a:pt x="1139000" y="306324"/>
                  <a:pt x="1146385" y="308540"/>
                </a:cubicBezTo>
                <a:cubicBezTo>
                  <a:pt x="1157713" y="311938"/>
                  <a:pt x="1168824" y="316020"/>
                  <a:pt x="1180044" y="319760"/>
                </a:cubicBezTo>
                <a:cubicBezTo>
                  <a:pt x="1185654" y="321630"/>
                  <a:pt x="1191075" y="324210"/>
                  <a:pt x="1196873" y="325370"/>
                </a:cubicBezTo>
                <a:cubicBezTo>
                  <a:pt x="1216162" y="329227"/>
                  <a:pt x="1228869" y="331305"/>
                  <a:pt x="1247361" y="336589"/>
                </a:cubicBezTo>
                <a:cubicBezTo>
                  <a:pt x="1253047" y="338214"/>
                  <a:pt x="1258418" y="340916"/>
                  <a:pt x="1264191" y="342199"/>
                </a:cubicBezTo>
                <a:cubicBezTo>
                  <a:pt x="1275295" y="344667"/>
                  <a:pt x="1286630" y="345939"/>
                  <a:pt x="1297850" y="347809"/>
                </a:cubicBezTo>
                <a:cubicBezTo>
                  <a:pt x="1381997" y="345939"/>
                  <a:pt x="1466371" y="348655"/>
                  <a:pt x="1550291" y="342199"/>
                </a:cubicBezTo>
                <a:cubicBezTo>
                  <a:pt x="1562082" y="341292"/>
                  <a:pt x="1516633" y="330979"/>
                  <a:pt x="1516633" y="330979"/>
                </a:cubicBezTo>
                <a:cubicBezTo>
                  <a:pt x="1522243" y="327239"/>
                  <a:pt x="1527432" y="322775"/>
                  <a:pt x="1533462" y="319760"/>
                </a:cubicBezTo>
                <a:cubicBezTo>
                  <a:pt x="1538751" y="317116"/>
                  <a:pt x="1545371" y="317430"/>
                  <a:pt x="1550291" y="314150"/>
                </a:cubicBezTo>
                <a:cubicBezTo>
                  <a:pt x="1556892" y="309749"/>
                  <a:pt x="1560859" y="302192"/>
                  <a:pt x="1567121" y="297321"/>
                </a:cubicBezTo>
                <a:cubicBezTo>
                  <a:pt x="1596058" y="274815"/>
                  <a:pt x="1592215" y="277736"/>
                  <a:pt x="1617609" y="269272"/>
                </a:cubicBezTo>
                <a:cubicBezTo>
                  <a:pt x="1621349" y="263662"/>
                  <a:pt x="1623564" y="256654"/>
                  <a:pt x="1628829" y="252442"/>
                </a:cubicBezTo>
                <a:cubicBezTo>
                  <a:pt x="1633446" y="248748"/>
                  <a:pt x="1640369" y="249476"/>
                  <a:pt x="1645658" y="246832"/>
                </a:cubicBezTo>
                <a:cubicBezTo>
                  <a:pt x="1651688" y="243817"/>
                  <a:pt x="1657308" y="239929"/>
                  <a:pt x="1662488" y="235613"/>
                </a:cubicBezTo>
                <a:cubicBezTo>
                  <a:pt x="1668583" y="230534"/>
                  <a:pt x="1673222" y="223862"/>
                  <a:pt x="1679317" y="218783"/>
                </a:cubicBezTo>
                <a:cubicBezTo>
                  <a:pt x="1684497" y="214467"/>
                  <a:pt x="1690967" y="211880"/>
                  <a:pt x="1696147" y="207564"/>
                </a:cubicBezTo>
                <a:cubicBezTo>
                  <a:pt x="1702242" y="202485"/>
                  <a:pt x="1707897" y="196829"/>
                  <a:pt x="1712976" y="190734"/>
                </a:cubicBezTo>
                <a:cubicBezTo>
                  <a:pt x="1728891" y="171635"/>
                  <a:pt x="1720832" y="171658"/>
                  <a:pt x="1741025" y="151465"/>
                </a:cubicBezTo>
                <a:cubicBezTo>
                  <a:pt x="1745792" y="146698"/>
                  <a:pt x="1752245" y="143986"/>
                  <a:pt x="1757855" y="140246"/>
                </a:cubicBezTo>
                <a:lnTo>
                  <a:pt x="1780294" y="106587"/>
                </a:lnTo>
                <a:cubicBezTo>
                  <a:pt x="1784034" y="100977"/>
                  <a:pt x="1786746" y="94525"/>
                  <a:pt x="1791514" y="89757"/>
                </a:cubicBezTo>
                <a:cubicBezTo>
                  <a:pt x="1829940" y="51331"/>
                  <a:pt x="1811970" y="64900"/>
                  <a:pt x="1842002" y="44879"/>
                </a:cubicBezTo>
                <a:cubicBezTo>
                  <a:pt x="1868181" y="5610"/>
                  <a:pt x="1853221" y="18700"/>
                  <a:pt x="1881271" y="0"/>
                </a:cubicBezTo>
                <a:cubicBezTo>
                  <a:pt x="1886164" y="48933"/>
                  <a:pt x="1884039" y="46120"/>
                  <a:pt x="1892490" y="84148"/>
                </a:cubicBezTo>
                <a:cubicBezTo>
                  <a:pt x="1894163" y="91674"/>
                  <a:pt x="1895885" y="99202"/>
                  <a:pt x="1898100" y="106587"/>
                </a:cubicBezTo>
                <a:cubicBezTo>
                  <a:pt x="1901498" y="117915"/>
                  <a:pt x="1909320" y="140246"/>
                  <a:pt x="1909320" y="140246"/>
                </a:cubicBezTo>
                <a:cubicBezTo>
                  <a:pt x="1907450" y="213174"/>
                  <a:pt x="1906949" y="286149"/>
                  <a:pt x="1903710" y="359029"/>
                </a:cubicBezTo>
                <a:cubicBezTo>
                  <a:pt x="1903205" y="370392"/>
                  <a:pt x="1899045" y="381352"/>
                  <a:pt x="1898100" y="392687"/>
                </a:cubicBezTo>
                <a:cubicBezTo>
                  <a:pt x="1878451" y="628465"/>
                  <a:pt x="1902793" y="400940"/>
                  <a:pt x="1886880" y="544153"/>
                </a:cubicBezTo>
                <a:cubicBezTo>
                  <a:pt x="1885010" y="661959"/>
                  <a:pt x="1882907" y="779762"/>
                  <a:pt x="1881271" y="897571"/>
                </a:cubicBezTo>
                <a:cubicBezTo>
                  <a:pt x="1879167" y="1049033"/>
                  <a:pt x="1882056" y="1200625"/>
                  <a:pt x="1875661" y="1351966"/>
                </a:cubicBezTo>
                <a:cubicBezTo>
                  <a:pt x="1874856" y="1371019"/>
                  <a:pt x="1883384" y="1298061"/>
                  <a:pt x="1864441" y="1295868"/>
                </a:cubicBezTo>
                <a:cubicBezTo>
                  <a:pt x="1691681" y="1275864"/>
                  <a:pt x="1516632" y="1292128"/>
                  <a:pt x="1342728" y="1290258"/>
                </a:cubicBezTo>
                <a:cubicBezTo>
                  <a:pt x="1185049" y="1237695"/>
                  <a:pt x="1349165" y="1290508"/>
                  <a:pt x="882723" y="1279038"/>
                </a:cubicBezTo>
                <a:cubicBezTo>
                  <a:pt x="802253" y="1277059"/>
                  <a:pt x="641501" y="1267819"/>
                  <a:pt x="641501" y="1267819"/>
                </a:cubicBezTo>
                <a:lnTo>
                  <a:pt x="1982" y="1273429"/>
                </a:lnTo>
                <a:cubicBezTo>
                  <a:pt x="-5946" y="1273715"/>
                  <a:pt x="12009" y="1286176"/>
                  <a:pt x="18812" y="1290258"/>
                </a:cubicBezTo>
                <a:cubicBezTo>
                  <a:pt x="22019" y="1292182"/>
                  <a:pt x="39381" y="1294933"/>
                  <a:pt x="41251" y="1290258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56D069D7-8C78-4CD9-B064-1491E767E367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87130"/>
            <a:ext cx="6324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一般地 </a:t>
            </a:r>
            <a:r>
              <a:rPr lang="en-US" altLang="zh-CN" sz="2400" b="1" dirty="0">
                <a:latin typeface="+mj-ea"/>
              </a:rPr>
              <a:t>, </a:t>
            </a:r>
            <a:r>
              <a:rPr lang="zh-CN" altLang="en-US" sz="2400" b="1" dirty="0">
                <a:latin typeface="+mj-ea"/>
              </a:rPr>
              <a:t>当曲边梯形的曲边由参数方程 </a:t>
            </a:r>
          </a:p>
        </p:txBody>
      </p:sp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2A856CE1-3C6F-4B20-94FF-B6EF7A287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15537"/>
              </p:ext>
            </p:extLst>
          </p:nvPr>
        </p:nvGraphicFramePr>
        <p:xfrm>
          <a:off x="5939954" y="23618"/>
          <a:ext cx="120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41" name="Equation" r:id="rId3" imgW="1206360" imgH="863280" progId="Equation.DSMT4">
                  <p:embed/>
                </p:oleObj>
              </mc:Choice>
              <mc:Fallback>
                <p:oleObj name="Equation" r:id="rId3" imgW="1206360" imgH="863280" progId="Equation.DSMT4">
                  <p:embed/>
                  <p:pic>
                    <p:nvPicPr>
                      <p:cNvPr id="19459" name="Object 3">
                        <a:extLst>
                          <a:ext uri="{FF2B5EF4-FFF2-40B4-BE49-F238E27FC236}">
                            <a16:creationId xmlns:a16="http://schemas.microsoft.com/office/drawing/2014/main" id="{53FDCE4A-44DE-47D7-ADD7-FF97E453A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954" y="23618"/>
                        <a:ext cx="12065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9">
            <a:extLst>
              <a:ext uri="{FF2B5EF4-FFF2-40B4-BE49-F238E27FC236}">
                <a16:creationId xmlns:a16="http://schemas.microsoft.com/office/drawing/2014/main" id="{60C6BBF3-FDD3-4446-8ECF-02DF20D90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686" y="211885"/>
            <a:ext cx="1250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给出时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89194C97-60C8-4636-AFD5-A5094553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49" y="832448"/>
            <a:ext cx="647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按</a:t>
            </a:r>
            <a:r>
              <a:rPr lang="zh-CN" altLang="en-US" sz="2400" b="1" dirty="0">
                <a:solidFill>
                  <a:srgbClr val="FF0000"/>
                </a:solidFill>
              </a:rPr>
              <a:t>顺时针方向</a:t>
            </a:r>
            <a:r>
              <a:rPr lang="zh-CN" altLang="en-US" sz="2400" b="1" dirty="0"/>
              <a:t>规定起点和终点的参数值</a:t>
            </a:r>
          </a:p>
        </p:txBody>
      </p:sp>
      <p:graphicFrame>
        <p:nvGraphicFramePr>
          <p:cNvPr id="25" name="Object 32">
            <a:extLst>
              <a:ext uri="{FF2B5EF4-FFF2-40B4-BE49-F238E27FC236}">
                <a16:creationId xmlns:a16="http://schemas.microsoft.com/office/drawing/2014/main" id="{6C20F723-125D-4B64-AFFB-1442FA312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60058"/>
              </p:ext>
            </p:extLst>
          </p:nvPr>
        </p:nvGraphicFramePr>
        <p:xfrm>
          <a:off x="5569003" y="872746"/>
          <a:ext cx="660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42" name="Equation" r:id="rId5" imgW="660240" imgH="380880" progId="Equation.DSMT4">
                  <p:embed/>
                </p:oleObj>
              </mc:Choice>
              <mc:Fallback>
                <p:oleObj name="Equation" r:id="rId5" imgW="660240" imgH="380880" progId="Equation.DSMT4">
                  <p:embed/>
                  <p:pic>
                    <p:nvPicPr>
                      <p:cNvPr id="19488" name="Object 32">
                        <a:extLst>
                          <a:ext uri="{FF2B5EF4-FFF2-40B4-BE49-F238E27FC236}">
                            <a16:creationId xmlns:a16="http://schemas.microsoft.com/office/drawing/2014/main" id="{52E54C22-762D-482C-BA06-92CE2714E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003" y="872746"/>
                        <a:ext cx="660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4E3BBDA5-F423-49B9-BCF3-C043CE1C05C4}"/>
              </a:ext>
            </a:extLst>
          </p:cNvPr>
          <p:cNvGrpSpPr/>
          <p:nvPr/>
        </p:nvGrpSpPr>
        <p:grpSpPr>
          <a:xfrm>
            <a:off x="1129001" y="1519517"/>
            <a:ext cx="2851150" cy="2197099"/>
            <a:chOff x="1187624" y="2156588"/>
            <a:chExt cx="2851150" cy="2197099"/>
          </a:xfrm>
        </p:grpSpPr>
        <p:grpSp>
          <p:nvGrpSpPr>
            <p:cNvPr id="3" name="Group 124">
              <a:extLst>
                <a:ext uri="{FF2B5EF4-FFF2-40B4-BE49-F238E27FC236}">
                  <a16:creationId xmlns:a16="http://schemas.microsoft.com/office/drawing/2014/main" id="{0A52D2D1-8D28-4896-9ABA-ACF29E909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2156588"/>
              <a:ext cx="2851150" cy="1739900"/>
              <a:chOff x="1056" y="1704"/>
              <a:chExt cx="1796" cy="1096"/>
            </a:xfrm>
          </p:grpSpPr>
          <p:sp>
            <p:nvSpPr>
              <p:cNvPr id="5" name="Line 91">
                <a:extLst>
                  <a:ext uri="{FF2B5EF4-FFF2-40B4-BE49-F238E27FC236}">
                    <a16:creationId xmlns:a16="http://schemas.microsoft.com/office/drawing/2014/main" id="{6C5DA4A7-DA6E-4EBF-9A1D-27A756E8D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2616"/>
                <a:ext cx="15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Line 92">
                <a:extLst>
                  <a:ext uri="{FF2B5EF4-FFF2-40B4-BE49-F238E27FC236}">
                    <a16:creationId xmlns:a16="http://schemas.microsoft.com/office/drawing/2014/main" id="{4968BA0C-83C2-4059-A46B-00A1ED857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0" y="1704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" name="Object 94">
                <a:extLst>
                  <a:ext uri="{FF2B5EF4-FFF2-40B4-BE49-F238E27FC236}">
                    <a16:creationId xmlns:a16="http://schemas.microsoft.com/office/drawing/2014/main" id="{968E2B4B-B9B5-47C2-BC1D-C4D3E4CF25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8809725"/>
                  </p:ext>
                </p:extLst>
              </p:nvPr>
            </p:nvGraphicFramePr>
            <p:xfrm>
              <a:off x="1056" y="1704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43" name="Equation" r:id="rId7" imgW="190440" imgH="241200" progId="Equation.DSMT4">
                      <p:embed/>
                    </p:oleObj>
                  </mc:Choice>
                  <mc:Fallback>
                    <p:oleObj name="Equation" r:id="rId7" imgW="190440" imgH="241200" progId="Equation.DSMT4">
                      <p:embed/>
                      <p:pic>
                        <p:nvPicPr>
                          <p:cNvPr id="19550" name="Object 94">
                            <a:extLst>
                              <a:ext uri="{FF2B5EF4-FFF2-40B4-BE49-F238E27FC236}">
                                <a16:creationId xmlns:a16="http://schemas.microsoft.com/office/drawing/2014/main" id="{4F29D0D8-344E-4219-AA9A-83B808A582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704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95">
                <a:extLst>
                  <a:ext uri="{FF2B5EF4-FFF2-40B4-BE49-F238E27FC236}">
                    <a16:creationId xmlns:a16="http://schemas.microsoft.com/office/drawing/2014/main" id="{EAC55229-B450-48D9-BBA4-5F7FE4CD0F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0580472"/>
                  </p:ext>
                </p:extLst>
              </p:nvPr>
            </p:nvGraphicFramePr>
            <p:xfrm>
              <a:off x="2740" y="2680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44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19551" name="Object 95">
                            <a:extLst>
                              <a:ext uri="{FF2B5EF4-FFF2-40B4-BE49-F238E27FC236}">
                                <a16:creationId xmlns:a16="http://schemas.microsoft.com/office/drawing/2014/main" id="{FAA600AF-A980-444C-9080-7D6836EF64E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0" y="2680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96">
                <a:extLst>
                  <a:ext uri="{FF2B5EF4-FFF2-40B4-BE49-F238E27FC236}">
                    <a16:creationId xmlns:a16="http://schemas.microsoft.com/office/drawing/2014/main" id="{235A1509-4765-47E4-8196-79CD3D0BE2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4491047"/>
                  </p:ext>
                </p:extLst>
              </p:nvPr>
            </p:nvGraphicFramePr>
            <p:xfrm>
              <a:off x="1334" y="2616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45" name="Equation" r:id="rId11" imgW="177480" imgH="190440" progId="Equation.DSMT4">
                      <p:embed/>
                    </p:oleObj>
                  </mc:Choice>
                  <mc:Fallback>
                    <p:oleObj name="Equation" r:id="rId11" imgW="177480" imgH="190440" progId="Equation.DSMT4">
                      <p:embed/>
                      <p:pic>
                        <p:nvPicPr>
                          <p:cNvPr id="19552" name="Object 96">
                            <a:extLst>
                              <a:ext uri="{FF2B5EF4-FFF2-40B4-BE49-F238E27FC236}">
                                <a16:creationId xmlns:a16="http://schemas.microsoft.com/office/drawing/2014/main" id="{4DCCC985-8B03-49BA-A25F-672F63298D1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4" y="2616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97">
                <a:extLst>
                  <a:ext uri="{FF2B5EF4-FFF2-40B4-BE49-F238E27FC236}">
                    <a16:creationId xmlns:a16="http://schemas.microsoft.com/office/drawing/2014/main" id="{E4EE1DC0-09FC-40B8-99F5-6FB4634E87F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2669834"/>
                  </p:ext>
                </p:extLst>
              </p:nvPr>
            </p:nvGraphicFramePr>
            <p:xfrm>
              <a:off x="2477" y="2622"/>
              <a:ext cx="104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46" name="Equation" r:id="rId13" imgW="164880" imgH="253800" progId="Equation.DSMT4">
                      <p:embed/>
                    </p:oleObj>
                  </mc:Choice>
                  <mc:Fallback>
                    <p:oleObj name="Equation" r:id="rId13" imgW="164880" imgH="253800" progId="Equation.DSMT4">
                      <p:embed/>
                      <p:pic>
                        <p:nvPicPr>
                          <p:cNvPr id="19553" name="Object 97">
                            <a:extLst>
                              <a:ext uri="{FF2B5EF4-FFF2-40B4-BE49-F238E27FC236}">
                                <a16:creationId xmlns:a16="http://schemas.microsoft.com/office/drawing/2014/main" id="{822D8459-F10F-4C95-88A3-28CB377A64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7" y="2622"/>
                            <a:ext cx="104" cy="1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8" name="Object 111">
              <a:extLst>
                <a:ext uri="{FF2B5EF4-FFF2-40B4-BE49-F238E27FC236}">
                  <a16:creationId xmlns:a16="http://schemas.microsoft.com/office/drawing/2014/main" id="{0F7F31DD-27FB-4304-B2EE-2F88A8D86C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7947741"/>
                </p:ext>
              </p:extLst>
            </p:nvPr>
          </p:nvGraphicFramePr>
          <p:xfrm>
            <a:off x="1576562" y="3959987"/>
            <a:ext cx="1789112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447" name="Equation" r:id="rId15" imgW="1790640" imgH="393480" progId="Equation.DSMT4">
                    <p:embed/>
                  </p:oleObj>
                </mc:Choice>
                <mc:Fallback>
                  <p:oleObj name="Equation" r:id="rId15" imgW="1790640" imgH="393480" progId="Equation.DSMT4">
                    <p:embed/>
                    <p:pic>
                      <p:nvPicPr>
                        <p:cNvPr id="19567" name="Object 111">
                          <a:extLst>
                            <a:ext uri="{FF2B5EF4-FFF2-40B4-BE49-F238E27FC236}">
                              <a16:creationId xmlns:a16="http://schemas.microsoft.com/office/drawing/2014/main" id="{3D072F03-FC79-443A-B0EF-5FB5B00159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562" y="3959987"/>
                          <a:ext cx="1789112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25ADB5E-5DC3-441B-B191-C8A5A96E9E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6723711"/>
                </p:ext>
              </p:extLst>
            </p:nvPr>
          </p:nvGraphicFramePr>
          <p:xfrm>
            <a:off x="1265904" y="3585338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448" name="Equation" r:id="rId17" imgW="228600" imgH="241200" progId="Equation.DSMT4">
                    <p:embed/>
                  </p:oleObj>
                </mc:Choice>
                <mc:Fallback>
                  <p:oleObj name="Equation" r:id="rId17" imgW="228600" imgH="24120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B7896C56-8920-4F32-9D3A-297A12EF97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65904" y="3585338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D74271DC-FA57-416A-B13B-F97ECD2C0F43}"/>
                </a:ext>
              </a:extLst>
            </p:cNvPr>
            <p:cNvSpPr/>
            <p:nvPr/>
          </p:nvSpPr>
          <p:spPr>
            <a:xfrm>
              <a:off x="1665212" y="2232530"/>
              <a:ext cx="1885967" cy="533695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AB37ECA-9A5D-47DE-AC58-6D335ED165E6}"/>
                </a:ext>
              </a:extLst>
            </p:cNvPr>
            <p:cNvGrpSpPr/>
            <p:nvPr/>
          </p:nvGrpSpPr>
          <p:grpSpPr>
            <a:xfrm>
              <a:off x="1667113" y="2226203"/>
              <a:ext cx="1885945" cy="1395858"/>
              <a:chOff x="5416294" y="3512010"/>
              <a:chExt cx="2307996" cy="1861143"/>
            </a:xfrm>
          </p:grpSpPr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8252F80D-3264-41DE-AA69-CD17C8FCD807}"/>
                  </a:ext>
                </a:extLst>
              </p:cNvPr>
              <p:cNvCxnSpPr/>
              <p:nvPr/>
            </p:nvCxnSpPr>
            <p:spPr>
              <a:xfrm>
                <a:off x="5416294" y="4215831"/>
                <a:ext cx="0" cy="114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63E816B-E827-45C3-931B-44F05E725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6558" y="3512010"/>
                <a:ext cx="7732" cy="18611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Freeform 109">
              <a:extLst>
                <a:ext uri="{FF2B5EF4-FFF2-40B4-BE49-F238E27FC236}">
                  <a16:creationId xmlns:a16="http://schemas.microsoft.com/office/drawing/2014/main" id="{D146F94E-E880-46B5-91AC-C2E560FA2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47" y="2498391"/>
              <a:ext cx="390720" cy="154041"/>
            </a:xfrm>
            <a:custGeom>
              <a:avLst/>
              <a:gdLst>
                <a:gd name="T0" fmla="*/ 0 w 336"/>
                <a:gd name="T1" fmla="*/ 96 h 112"/>
                <a:gd name="T2" fmla="*/ 144 w 336"/>
                <a:gd name="T3" fmla="*/ 96 h 112"/>
                <a:gd name="T4" fmla="*/ 336 w 336"/>
                <a:gd name="T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112">
                  <a:moveTo>
                    <a:pt x="0" y="96"/>
                  </a:moveTo>
                  <a:cubicBezTo>
                    <a:pt x="44" y="104"/>
                    <a:pt x="88" y="112"/>
                    <a:pt x="144" y="96"/>
                  </a:cubicBezTo>
                  <a:cubicBezTo>
                    <a:pt x="200" y="80"/>
                    <a:pt x="268" y="40"/>
                    <a:pt x="336" y="0"/>
                  </a:cubicBez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FE3CA24C-E440-4454-9359-41653FC67695}"/>
              </a:ext>
            </a:extLst>
          </p:cNvPr>
          <p:cNvGrpSpPr/>
          <p:nvPr/>
        </p:nvGrpSpPr>
        <p:grpSpPr>
          <a:xfrm>
            <a:off x="5025569" y="1329831"/>
            <a:ext cx="2514600" cy="2486480"/>
            <a:chOff x="5353382" y="2022020"/>
            <a:chExt cx="2514600" cy="2486480"/>
          </a:xfrm>
        </p:grpSpPr>
        <p:graphicFrame>
          <p:nvGraphicFramePr>
            <p:cNvPr id="29" name="Object 112">
              <a:extLst>
                <a:ext uri="{FF2B5EF4-FFF2-40B4-BE49-F238E27FC236}">
                  <a16:creationId xmlns:a16="http://schemas.microsoft.com/office/drawing/2014/main" id="{0225984D-1FE6-4CE3-9444-21235B4197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7465648"/>
                </p:ext>
              </p:extLst>
            </p:nvPr>
          </p:nvGraphicFramePr>
          <p:xfrm>
            <a:off x="5799138" y="4114800"/>
            <a:ext cx="1776412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449" name="Equation" r:id="rId19" imgW="1777680" imgH="393480" progId="Equation.DSMT4">
                    <p:embed/>
                  </p:oleObj>
                </mc:Choice>
                <mc:Fallback>
                  <p:oleObj name="Equation" r:id="rId19" imgW="1777680" imgH="393480" progId="Equation.DSMT4">
                    <p:embed/>
                    <p:pic>
                      <p:nvPicPr>
                        <p:cNvPr id="19568" name="Object 112">
                          <a:extLst>
                            <a:ext uri="{FF2B5EF4-FFF2-40B4-BE49-F238E27FC236}">
                              <a16:creationId xmlns:a16="http://schemas.microsoft.com/office/drawing/2014/main" id="{4049A35D-9E2A-49C5-98C9-F3D77C9E2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9138" y="4114800"/>
                          <a:ext cx="1776412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" name="Group 124">
              <a:extLst>
                <a:ext uri="{FF2B5EF4-FFF2-40B4-BE49-F238E27FC236}">
                  <a16:creationId xmlns:a16="http://schemas.microsoft.com/office/drawing/2014/main" id="{527312C5-35BC-48C0-A62A-A24262AA5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3382" y="2022020"/>
              <a:ext cx="2514600" cy="2087563"/>
              <a:chOff x="1268" y="2055"/>
              <a:chExt cx="1584" cy="1315"/>
            </a:xfrm>
          </p:grpSpPr>
          <p:sp>
            <p:nvSpPr>
              <p:cNvPr id="40" name="Line 91">
                <a:extLst>
                  <a:ext uri="{FF2B5EF4-FFF2-40B4-BE49-F238E27FC236}">
                    <a16:creationId xmlns:a16="http://schemas.microsoft.com/office/drawing/2014/main" id="{37E9D463-059D-468A-9DC8-E56C2E1AE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2483"/>
                <a:ext cx="15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92">
                <a:extLst>
                  <a:ext uri="{FF2B5EF4-FFF2-40B4-BE49-F238E27FC236}">
                    <a16:creationId xmlns:a16="http://schemas.microsoft.com/office/drawing/2014/main" id="{5012DB33-01E8-41BA-AB71-1910E461E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6" y="2070"/>
                <a:ext cx="0" cy="13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2" name="Object 94">
                <a:extLst>
                  <a:ext uri="{FF2B5EF4-FFF2-40B4-BE49-F238E27FC236}">
                    <a16:creationId xmlns:a16="http://schemas.microsoft.com/office/drawing/2014/main" id="{3249CE3A-9F1F-438C-9BC4-E5A7434808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9439986"/>
                  </p:ext>
                </p:extLst>
              </p:nvPr>
            </p:nvGraphicFramePr>
            <p:xfrm>
              <a:off x="1274" y="2055"/>
              <a:ext cx="12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50" name="Equation" r:id="rId21" imgW="190440" imgH="241200" progId="Equation.DSMT4">
                      <p:embed/>
                    </p:oleObj>
                  </mc:Choice>
                  <mc:Fallback>
                    <p:oleObj name="Equation" r:id="rId21" imgW="190440" imgH="241200" progId="Equation.DSMT4">
                      <p:embed/>
                      <p:pic>
                        <p:nvPicPr>
                          <p:cNvPr id="7" name="Object 94">
                            <a:extLst>
                              <a:ext uri="{FF2B5EF4-FFF2-40B4-BE49-F238E27FC236}">
                                <a16:creationId xmlns:a16="http://schemas.microsoft.com/office/drawing/2014/main" id="{968E2B4B-B9B5-47C2-BC1D-C4D3E4CF25C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4" y="2055"/>
                            <a:ext cx="120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95">
                <a:extLst>
                  <a:ext uri="{FF2B5EF4-FFF2-40B4-BE49-F238E27FC236}">
                    <a16:creationId xmlns:a16="http://schemas.microsoft.com/office/drawing/2014/main" id="{EAFDE980-E5A6-4767-AD20-8E1DC44CA5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762027"/>
                  </p:ext>
                </p:extLst>
              </p:nvPr>
            </p:nvGraphicFramePr>
            <p:xfrm>
              <a:off x="2740" y="2680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51" name="Equation" r:id="rId22" imgW="177480" imgH="190440" progId="Equation.DSMT4">
                      <p:embed/>
                    </p:oleObj>
                  </mc:Choice>
                  <mc:Fallback>
                    <p:oleObj name="Equation" r:id="rId22" imgW="177480" imgH="190440" progId="Equation.DSMT4">
                      <p:embed/>
                      <p:pic>
                        <p:nvPicPr>
                          <p:cNvPr id="8" name="Object 95">
                            <a:extLst>
                              <a:ext uri="{FF2B5EF4-FFF2-40B4-BE49-F238E27FC236}">
                                <a16:creationId xmlns:a16="http://schemas.microsoft.com/office/drawing/2014/main" id="{EAC55229-B450-48D9-BBA4-5F7FE4CD0F0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0" y="2680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96">
                <a:extLst>
                  <a:ext uri="{FF2B5EF4-FFF2-40B4-BE49-F238E27FC236}">
                    <a16:creationId xmlns:a16="http://schemas.microsoft.com/office/drawing/2014/main" id="{D9465B71-8B48-4C82-8594-793BA0472C6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9190313"/>
                  </p:ext>
                </p:extLst>
              </p:nvPr>
            </p:nvGraphicFramePr>
            <p:xfrm>
              <a:off x="1590" y="2363"/>
              <a:ext cx="112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52" name="Equation" r:id="rId23" imgW="177480" imgH="190440" progId="Equation.DSMT4">
                      <p:embed/>
                    </p:oleObj>
                  </mc:Choice>
                  <mc:Fallback>
                    <p:oleObj name="Equation" r:id="rId23" imgW="177480" imgH="190440" progId="Equation.DSMT4">
                      <p:embed/>
                      <p:pic>
                        <p:nvPicPr>
                          <p:cNvPr id="9" name="Object 96">
                            <a:extLst>
                              <a:ext uri="{FF2B5EF4-FFF2-40B4-BE49-F238E27FC236}">
                                <a16:creationId xmlns:a16="http://schemas.microsoft.com/office/drawing/2014/main" id="{235A1509-4765-47E4-8196-79CD3D0BE2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0" y="2363"/>
                            <a:ext cx="112" cy="1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97">
                <a:extLst>
                  <a:ext uri="{FF2B5EF4-FFF2-40B4-BE49-F238E27FC236}">
                    <a16:creationId xmlns:a16="http://schemas.microsoft.com/office/drawing/2014/main" id="{A6846816-4225-4C17-8F8C-24D74A3B5A2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1513718"/>
                  </p:ext>
                </p:extLst>
              </p:nvPr>
            </p:nvGraphicFramePr>
            <p:xfrm>
              <a:off x="2535" y="2305"/>
              <a:ext cx="104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5453" name="Equation" r:id="rId24" imgW="164880" imgH="253800" progId="Equation.DSMT4">
                      <p:embed/>
                    </p:oleObj>
                  </mc:Choice>
                  <mc:Fallback>
                    <p:oleObj name="Equation" r:id="rId24" imgW="164880" imgH="253800" progId="Equation.DSMT4">
                      <p:embed/>
                      <p:pic>
                        <p:nvPicPr>
                          <p:cNvPr id="10" name="Object 97">
                            <a:extLst>
                              <a:ext uri="{FF2B5EF4-FFF2-40B4-BE49-F238E27FC236}">
                                <a16:creationId xmlns:a16="http://schemas.microsoft.com/office/drawing/2014/main" id="{E4EE1DC0-09FC-40B8-99F5-6FB4634E87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35" y="2305"/>
                            <a:ext cx="104" cy="1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103B14A3-811C-413B-AFDF-A8C0C3C6A1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1144917"/>
                </p:ext>
              </p:extLst>
            </p:nvPr>
          </p:nvGraphicFramePr>
          <p:xfrm>
            <a:off x="5391395" y="2737189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454" name="Equation" r:id="rId25" imgW="228600" imgH="241200" progId="Equation.DSMT4">
                    <p:embed/>
                  </p:oleObj>
                </mc:Choice>
                <mc:Fallback>
                  <p:oleObj name="Equation" r:id="rId25" imgW="228600" imgH="2412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E25ADB5E-5DC3-441B-B191-C8A5A96E9E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91395" y="2737189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B8EC0889-CA47-4B9A-8FC3-C4B4919E3C34}"/>
                </a:ext>
              </a:extLst>
            </p:cNvPr>
            <p:cNvSpPr/>
            <p:nvPr/>
          </p:nvSpPr>
          <p:spPr>
            <a:xfrm flipV="1">
              <a:off x="5947244" y="3564961"/>
              <a:ext cx="1408587" cy="253999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878D67D-EDCF-42E6-A723-F869A84A98AF}"/>
                </a:ext>
              </a:extLst>
            </p:cNvPr>
            <p:cNvGrpSpPr/>
            <p:nvPr/>
          </p:nvGrpSpPr>
          <p:grpSpPr>
            <a:xfrm>
              <a:off x="5950194" y="2710910"/>
              <a:ext cx="1429904" cy="1105744"/>
              <a:chOff x="5635959" y="3664879"/>
              <a:chExt cx="1749899" cy="1474325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CB37A81-AF25-46B0-9D77-48BEA13F68D3}"/>
                  </a:ext>
                </a:extLst>
              </p:cNvPr>
              <p:cNvCxnSpPr/>
              <p:nvPr/>
            </p:nvCxnSpPr>
            <p:spPr>
              <a:xfrm>
                <a:off x="5635959" y="3664879"/>
                <a:ext cx="0" cy="114719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3CEAB0EA-0C1D-4A5E-85A2-D461BC356D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2549" y="3668631"/>
                <a:ext cx="33309" cy="14705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CC717665-0E0C-436C-91B7-38D09A79F81F}"/>
                </a:ext>
              </a:extLst>
            </p:cNvPr>
            <p:cNvCxnSpPr>
              <a:cxnSpLocks/>
              <a:stCxn id="47" idx="2"/>
              <a:endCxn id="47" idx="1"/>
            </p:cNvCxnSpPr>
            <p:nvPr/>
          </p:nvCxnSpPr>
          <p:spPr>
            <a:xfrm flipH="1">
              <a:off x="6396082" y="3620663"/>
              <a:ext cx="530011" cy="122543"/>
            </a:xfrm>
            <a:prstGeom prst="straightConnector1">
              <a:avLst/>
            </a:prstGeom>
            <a:ln w="31750">
              <a:solidFill>
                <a:srgbClr val="33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 Box 76">
            <a:extLst>
              <a:ext uri="{FF2B5EF4-FFF2-40B4-BE49-F238E27FC236}">
                <a16:creationId xmlns:a16="http://schemas.microsoft.com/office/drawing/2014/main" id="{D2F76CAB-C069-482F-87B0-90D5E6731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36" y="4087603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则曲边梯形面积</a:t>
            </a:r>
          </a:p>
        </p:txBody>
      </p:sp>
      <p:graphicFrame>
        <p:nvGraphicFramePr>
          <p:cNvPr id="62" name="Object 78">
            <a:extLst>
              <a:ext uri="{FF2B5EF4-FFF2-40B4-BE49-F238E27FC236}">
                <a16:creationId xmlns:a16="http://schemas.microsoft.com/office/drawing/2014/main" id="{24530517-86D6-4E1C-854D-E5EA02942C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908066"/>
              </p:ext>
            </p:extLst>
          </p:nvPr>
        </p:nvGraphicFramePr>
        <p:xfrm>
          <a:off x="2958644" y="3999646"/>
          <a:ext cx="4581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55" name="Equation" r:id="rId26" imgW="4584600" imgH="672840" progId="Equation.DSMT4">
                  <p:embed/>
                </p:oleObj>
              </mc:Choice>
              <mc:Fallback>
                <p:oleObj name="Equation" r:id="rId26" imgW="4584600" imgH="672840" progId="Equation.DSMT4">
                  <p:embed/>
                  <p:pic>
                    <p:nvPicPr>
                      <p:cNvPr id="19534" name="Object 78">
                        <a:extLst>
                          <a:ext uri="{FF2B5EF4-FFF2-40B4-BE49-F238E27FC236}">
                            <a16:creationId xmlns:a16="http://schemas.microsoft.com/office/drawing/2014/main" id="{D248DD77-16E7-4350-9E79-836CD5D752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644" y="3999646"/>
                        <a:ext cx="4581525" cy="673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61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758E233C-1D54-407E-AD6F-4282C3D477AF}"/>
              </a:ext>
            </a:extLst>
          </p:cNvPr>
          <p:cNvSpPr txBox="1">
            <a:spLocks noChangeArrowheads="1"/>
          </p:cNvSpPr>
          <p:nvPr/>
        </p:nvSpPr>
        <p:spPr>
          <a:xfrm>
            <a:off x="819360" y="258415"/>
            <a:ext cx="259080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4 </a:t>
            </a:r>
            <a:r>
              <a:rPr lang="zh-CN" altLang="en-US" sz="2400" b="1" dirty="0">
                <a:latin typeface="+mj-ea"/>
              </a:rPr>
              <a:t>求由摆线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4AFD817A-00AE-41D9-87A9-F58B33885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1909"/>
              </p:ext>
            </p:extLst>
          </p:nvPr>
        </p:nvGraphicFramePr>
        <p:xfrm>
          <a:off x="3005351" y="55215"/>
          <a:ext cx="2108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2" name="Equation" r:id="rId3" imgW="2108160" imgH="863280" progId="Equation.DSMT4">
                  <p:embed/>
                </p:oleObj>
              </mc:Choice>
              <mc:Fallback>
                <p:oleObj name="Equation" r:id="rId3" imgW="2108160" imgH="863280" progId="Equation.DSMT4">
                  <p:embed/>
                  <p:pic>
                    <p:nvPicPr>
                      <p:cNvPr id="201739" name="Object 11">
                        <a:extLst>
                          <a:ext uri="{FF2B5EF4-FFF2-40B4-BE49-F238E27FC236}">
                            <a16:creationId xmlns:a16="http://schemas.microsoft.com/office/drawing/2014/main" id="{B44281FE-C1A4-4D60-A5DB-41B30C227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351" y="55215"/>
                        <a:ext cx="21082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1C7391CE-FEAD-48DE-8BDB-4C0891CAA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565779"/>
              </p:ext>
            </p:extLst>
          </p:nvPr>
        </p:nvGraphicFramePr>
        <p:xfrm>
          <a:off x="5276448" y="337962"/>
          <a:ext cx="8667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3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201740" name="Object 12">
                        <a:extLst>
                          <a:ext uri="{FF2B5EF4-FFF2-40B4-BE49-F238E27FC236}">
                            <a16:creationId xmlns:a16="http://schemas.microsoft.com/office/drawing/2014/main" id="{78C8BA13-6623-459C-92CB-2121F0465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448" y="337962"/>
                        <a:ext cx="8667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FD26E9A4-BFE9-4AA3-A890-CDE378AAC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2297" y="225818"/>
            <a:ext cx="2690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的一拱与  轴所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31746-B99A-4718-B34B-1A714F38875F}"/>
              </a:ext>
            </a:extLst>
          </p:cNvPr>
          <p:cNvSpPr/>
          <p:nvPr/>
        </p:nvSpPr>
        <p:spPr>
          <a:xfrm>
            <a:off x="211232" y="918815"/>
            <a:ext cx="32800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</a:rPr>
              <a:t>所围平面图形的面积 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FA74CC9-9321-45C8-8B14-4CFD13440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933727"/>
              </p:ext>
            </p:extLst>
          </p:nvPr>
        </p:nvGraphicFramePr>
        <p:xfrm>
          <a:off x="7578368" y="414433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4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78368" y="414433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5">
            <a:extLst>
              <a:ext uri="{FF2B5EF4-FFF2-40B4-BE49-F238E27FC236}">
                <a16:creationId xmlns:a16="http://schemas.microsoft.com/office/drawing/2014/main" id="{6E9CFE9E-CEF1-45B8-9C24-3FC956860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75" y="1458022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解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AF306C8B-E44F-4765-9235-D51BF0B0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146" y="2073753"/>
            <a:ext cx="9906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" name="Object 27">
            <a:extLst>
              <a:ext uri="{FF2B5EF4-FFF2-40B4-BE49-F238E27FC236}">
                <a16:creationId xmlns:a16="http://schemas.microsoft.com/office/drawing/2014/main" id="{6EBFDF6E-ABE5-4D3B-86CE-79CFE6D30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093910"/>
              </p:ext>
            </p:extLst>
          </p:nvPr>
        </p:nvGraphicFramePr>
        <p:xfrm>
          <a:off x="1619672" y="2066947"/>
          <a:ext cx="382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5" name="Equation" r:id="rId9" imgW="3822480" imgH="634680" progId="Equation.DSMT4">
                  <p:embed/>
                </p:oleObj>
              </mc:Choice>
              <mc:Fallback>
                <p:oleObj name="Equation" r:id="rId9" imgW="3822480" imgH="634680" progId="Equation.DSMT4">
                  <p:embed/>
                  <p:pic>
                    <p:nvPicPr>
                      <p:cNvPr id="201755" name="Object 27">
                        <a:extLst>
                          <a:ext uri="{FF2B5EF4-FFF2-40B4-BE49-F238E27FC236}">
                            <a16:creationId xmlns:a16="http://schemas.microsoft.com/office/drawing/2014/main" id="{93AA0206-16A9-472C-B54A-908471798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066947"/>
                        <a:ext cx="3822700" cy="635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9">
            <a:extLst>
              <a:ext uri="{FF2B5EF4-FFF2-40B4-BE49-F238E27FC236}">
                <a16:creationId xmlns:a16="http://schemas.microsoft.com/office/drawing/2014/main" id="{3C509C08-5BEC-450C-91F4-B021527EC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87860"/>
              </p:ext>
            </p:extLst>
          </p:nvPr>
        </p:nvGraphicFramePr>
        <p:xfrm>
          <a:off x="1615216" y="2683697"/>
          <a:ext cx="25130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6" name="Equation" r:id="rId11" imgW="2514600" imgH="634680" progId="Equation.DSMT4">
                  <p:embed/>
                </p:oleObj>
              </mc:Choice>
              <mc:Fallback>
                <p:oleObj name="Equation" r:id="rId11" imgW="2514600" imgH="634680" progId="Equation.DSMT4">
                  <p:embed/>
                  <p:pic>
                    <p:nvPicPr>
                      <p:cNvPr id="201757" name="Object 29">
                        <a:extLst>
                          <a:ext uri="{FF2B5EF4-FFF2-40B4-BE49-F238E27FC236}">
                            <a16:creationId xmlns:a16="http://schemas.microsoft.com/office/drawing/2014/main" id="{A7132C91-DAF6-4015-AC35-5E981DA5C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216" y="2683697"/>
                        <a:ext cx="2513012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7">
            <a:extLst>
              <a:ext uri="{FF2B5EF4-FFF2-40B4-BE49-F238E27FC236}">
                <a16:creationId xmlns:a16="http://schemas.microsoft.com/office/drawing/2014/main" id="{62093CCC-900D-487C-BE44-20B1B3BED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221869"/>
              </p:ext>
            </p:extLst>
          </p:nvPr>
        </p:nvGraphicFramePr>
        <p:xfrm>
          <a:off x="1631863" y="3290345"/>
          <a:ext cx="2157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7" name="Equation" r:id="rId13" imgW="2158920" imgH="723600" progId="Equation.DSMT4">
                  <p:embed/>
                </p:oleObj>
              </mc:Choice>
              <mc:Fallback>
                <p:oleObj name="Equation" r:id="rId13" imgW="2158920" imgH="723600" progId="Equation.DSMT4">
                  <p:embed/>
                  <p:pic>
                    <p:nvPicPr>
                      <p:cNvPr id="201745" name="Object 17">
                        <a:extLst>
                          <a:ext uri="{FF2B5EF4-FFF2-40B4-BE49-F238E27FC236}">
                            <a16:creationId xmlns:a16="http://schemas.microsoft.com/office/drawing/2014/main" id="{EE07F5AC-A475-4FE6-92C1-1CF2F3D5A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863" y="3290345"/>
                        <a:ext cx="21574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9">
            <a:extLst>
              <a:ext uri="{FF2B5EF4-FFF2-40B4-BE49-F238E27FC236}">
                <a16:creationId xmlns:a16="http://schemas.microsoft.com/office/drawing/2014/main" id="{931FC503-73E4-48B3-8AC3-C8165DC70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406194"/>
              </p:ext>
            </p:extLst>
          </p:nvPr>
        </p:nvGraphicFramePr>
        <p:xfrm>
          <a:off x="3769702" y="3348971"/>
          <a:ext cx="2120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8" name="Equation" r:id="rId15" imgW="2120760" imgH="634680" progId="Equation.DSMT4">
                  <p:embed/>
                </p:oleObj>
              </mc:Choice>
              <mc:Fallback>
                <p:oleObj name="Equation" r:id="rId15" imgW="2120760" imgH="634680" progId="Equation.DSMT4">
                  <p:embed/>
                  <p:pic>
                    <p:nvPicPr>
                      <p:cNvPr id="201747" name="Object 19">
                        <a:extLst>
                          <a:ext uri="{FF2B5EF4-FFF2-40B4-BE49-F238E27FC236}">
                            <a16:creationId xmlns:a16="http://schemas.microsoft.com/office/drawing/2014/main" id="{9957B02D-7AD6-4132-B3E5-2AB1C69B4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9702" y="3348971"/>
                        <a:ext cx="21209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5CD25250-E8EF-4E5F-9E1D-A841C02170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838024"/>
              </p:ext>
            </p:extLst>
          </p:nvPr>
        </p:nvGraphicFramePr>
        <p:xfrm>
          <a:off x="1615216" y="4144096"/>
          <a:ext cx="22463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9" name="Equation" r:id="rId17" imgW="2247840" imgH="660240" progId="Equation.DSMT4">
                  <p:embed/>
                </p:oleObj>
              </mc:Choice>
              <mc:Fallback>
                <p:oleObj name="Equation" r:id="rId17" imgW="2247840" imgH="660240" progId="Equation.DSMT4">
                  <p:embed/>
                  <p:pic>
                    <p:nvPicPr>
                      <p:cNvPr id="201748" name="Object 20">
                        <a:extLst>
                          <a:ext uri="{FF2B5EF4-FFF2-40B4-BE49-F238E27FC236}">
                            <a16:creationId xmlns:a16="http://schemas.microsoft.com/office/drawing/2014/main" id="{EA978D2B-E010-48F3-8DE9-8FDE9A6CF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216" y="4144096"/>
                        <a:ext cx="2246312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16B31CE3-BE2D-425A-AE31-F456C4106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160368"/>
              </p:ext>
            </p:extLst>
          </p:nvPr>
        </p:nvGraphicFramePr>
        <p:xfrm>
          <a:off x="6506378" y="353356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0" name="Equation" r:id="rId19" imgW="177480" imgH="291960" progId="Equation.DSMT4">
                  <p:embed/>
                </p:oleObj>
              </mc:Choice>
              <mc:Fallback>
                <p:oleObj name="Equation" r:id="rId19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06378" y="353356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C4E4F972-33F0-415F-8CFB-B0B174509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334634"/>
              </p:ext>
            </p:extLst>
          </p:nvPr>
        </p:nvGraphicFramePr>
        <p:xfrm>
          <a:off x="3947575" y="4112346"/>
          <a:ext cx="292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1" name="Equation" r:id="rId21" imgW="2920680" imgH="723600" progId="Equation.DSMT4">
                  <p:embed/>
                </p:oleObj>
              </mc:Choice>
              <mc:Fallback>
                <p:oleObj name="Equation" r:id="rId21" imgW="29206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47575" y="4112346"/>
                        <a:ext cx="2921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C9C8E80-3752-4676-8ACD-41B809A59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061369"/>
              </p:ext>
            </p:extLst>
          </p:nvPr>
        </p:nvGraphicFramePr>
        <p:xfrm>
          <a:off x="6061878" y="3318697"/>
          <a:ext cx="1244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2" name="Equation" r:id="rId23" imgW="1244520" imgH="723600" progId="Equation.DSMT4">
                  <p:embed/>
                </p:oleObj>
              </mc:Choice>
              <mc:Fallback>
                <p:oleObj name="Equation" r:id="rId23" imgW="124452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E39BFF2-77B7-4EDB-8B6A-BA14DBC96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61878" y="3318697"/>
                        <a:ext cx="1244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22DCAE96-456A-42A0-93D8-B70682DCD2FE}"/>
              </a:ext>
            </a:extLst>
          </p:cNvPr>
          <p:cNvGrpSpPr/>
          <p:nvPr/>
        </p:nvGrpSpPr>
        <p:grpSpPr>
          <a:xfrm>
            <a:off x="6024380" y="1666145"/>
            <a:ext cx="2951521" cy="1705849"/>
            <a:chOff x="6033102" y="1491735"/>
            <a:chExt cx="2951521" cy="170584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86F7991-C170-42CE-99E0-61E8AC6BC0AF}"/>
                </a:ext>
              </a:extLst>
            </p:cNvPr>
            <p:cNvGrpSpPr/>
            <p:nvPr/>
          </p:nvGrpSpPr>
          <p:grpSpPr>
            <a:xfrm>
              <a:off x="6033102" y="1491735"/>
              <a:ext cx="2951521" cy="1275555"/>
              <a:chOff x="3124265" y="2251325"/>
              <a:chExt cx="2951521" cy="1275555"/>
            </a:xfrm>
          </p:grpSpPr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E2B07018-87B3-418A-84B5-91D2D11316C3}"/>
                  </a:ext>
                </a:extLst>
              </p:cNvPr>
              <p:cNvSpPr/>
              <p:nvPr/>
            </p:nvSpPr>
            <p:spPr>
              <a:xfrm>
                <a:off x="3436897" y="2444899"/>
                <a:ext cx="2415047" cy="774800"/>
              </a:xfrm>
              <a:custGeom>
                <a:avLst/>
                <a:gdLst>
                  <a:gd name="connsiteX0" fmla="*/ 7952 w 2353587"/>
                  <a:gd name="connsiteY0" fmla="*/ 723434 h 739339"/>
                  <a:gd name="connsiteX1" fmla="*/ 1009816 w 2353587"/>
                  <a:gd name="connsiteY1" fmla="*/ 739337 h 739339"/>
                  <a:gd name="connsiteX2" fmla="*/ 2353587 w 2353587"/>
                  <a:gd name="connsiteY2" fmla="*/ 731386 h 739339"/>
                  <a:gd name="connsiteX3" fmla="*/ 2337684 w 2353587"/>
                  <a:gd name="connsiteY3" fmla="*/ 707532 h 739339"/>
                  <a:gd name="connsiteX4" fmla="*/ 2329733 w 2353587"/>
                  <a:gd name="connsiteY4" fmla="*/ 683678 h 739339"/>
                  <a:gd name="connsiteX5" fmla="*/ 2297927 w 2353587"/>
                  <a:gd name="connsiteY5" fmla="*/ 635970 h 739339"/>
                  <a:gd name="connsiteX6" fmla="*/ 2282025 w 2353587"/>
                  <a:gd name="connsiteY6" fmla="*/ 604165 h 739339"/>
                  <a:gd name="connsiteX7" fmla="*/ 2274073 w 2353587"/>
                  <a:gd name="connsiteY7" fmla="*/ 580311 h 739339"/>
                  <a:gd name="connsiteX8" fmla="*/ 2258171 w 2353587"/>
                  <a:gd name="connsiteY8" fmla="*/ 556457 h 739339"/>
                  <a:gd name="connsiteX9" fmla="*/ 2250220 w 2353587"/>
                  <a:gd name="connsiteY9" fmla="*/ 532603 h 739339"/>
                  <a:gd name="connsiteX10" fmla="*/ 2202512 w 2353587"/>
                  <a:gd name="connsiteY10" fmla="*/ 453090 h 739339"/>
                  <a:gd name="connsiteX11" fmla="*/ 2186609 w 2353587"/>
                  <a:gd name="connsiteY11" fmla="*/ 429236 h 739339"/>
                  <a:gd name="connsiteX12" fmla="*/ 2162755 w 2353587"/>
                  <a:gd name="connsiteY12" fmla="*/ 413334 h 739339"/>
                  <a:gd name="connsiteX13" fmla="*/ 2154804 w 2353587"/>
                  <a:gd name="connsiteY13" fmla="*/ 389480 h 739339"/>
                  <a:gd name="connsiteX14" fmla="*/ 2130950 w 2353587"/>
                  <a:gd name="connsiteY14" fmla="*/ 373577 h 739339"/>
                  <a:gd name="connsiteX15" fmla="*/ 2083242 w 2353587"/>
                  <a:gd name="connsiteY15" fmla="*/ 333820 h 739339"/>
                  <a:gd name="connsiteX16" fmla="*/ 2059388 w 2353587"/>
                  <a:gd name="connsiteY16" fmla="*/ 325869 h 739339"/>
                  <a:gd name="connsiteX17" fmla="*/ 1987827 w 2353587"/>
                  <a:gd name="connsiteY17" fmla="*/ 286113 h 739339"/>
                  <a:gd name="connsiteX18" fmla="*/ 1963973 w 2353587"/>
                  <a:gd name="connsiteY18" fmla="*/ 270210 h 739339"/>
                  <a:gd name="connsiteX19" fmla="*/ 1940119 w 2353587"/>
                  <a:gd name="connsiteY19" fmla="*/ 262259 h 739339"/>
                  <a:gd name="connsiteX20" fmla="*/ 1900362 w 2353587"/>
                  <a:gd name="connsiteY20" fmla="*/ 222502 h 739339"/>
                  <a:gd name="connsiteX21" fmla="*/ 1852654 w 2353587"/>
                  <a:gd name="connsiteY21" fmla="*/ 206600 h 739339"/>
                  <a:gd name="connsiteX22" fmla="*/ 1781093 w 2353587"/>
                  <a:gd name="connsiteY22" fmla="*/ 166843 h 739339"/>
                  <a:gd name="connsiteX23" fmla="*/ 1757239 w 2353587"/>
                  <a:gd name="connsiteY23" fmla="*/ 150940 h 739339"/>
                  <a:gd name="connsiteX24" fmla="*/ 1741336 w 2353587"/>
                  <a:gd name="connsiteY24" fmla="*/ 127087 h 739339"/>
                  <a:gd name="connsiteX25" fmla="*/ 1717482 w 2353587"/>
                  <a:gd name="connsiteY25" fmla="*/ 119135 h 739339"/>
                  <a:gd name="connsiteX26" fmla="*/ 1693628 w 2353587"/>
                  <a:gd name="connsiteY26" fmla="*/ 103233 h 739339"/>
                  <a:gd name="connsiteX27" fmla="*/ 1669774 w 2353587"/>
                  <a:gd name="connsiteY27" fmla="*/ 95281 h 739339"/>
                  <a:gd name="connsiteX28" fmla="*/ 1645920 w 2353587"/>
                  <a:gd name="connsiteY28" fmla="*/ 79379 h 739339"/>
                  <a:gd name="connsiteX29" fmla="*/ 1622067 w 2353587"/>
                  <a:gd name="connsiteY29" fmla="*/ 71427 h 739339"/>
                  <a:gd name="connsiteX30" fmla="*/ 1598213 w 2353587"/>
                  <a:gd name="connsiteY30" fmla="*/ 55525 h 739339"/>
                  <a:gd name="connsiteX31" fmla="*/ 1566407 w 2353587"/>
                  <a:gd name="connsiteY31" fmla="*/ 47574 h 739339"/>
                  <a:gd name="connsiteX32" fmla="*/ 1415333 w 2353587"/>
                  <a:gd name="connsiteY32" fmla="*/ 31671 h 739339"/>
                  <a:gd name="connsiteX33" fmla="*/ 1288112 w 2353587"/>
                  <a:gd name="connsiteY33" fmla="*/ 23720 h 739339"/>
                  <a:gd name="connsiteX34" fmla="*/ 906449 w 2353587"/>
                  <a:gd name="connsiteY34" fmla="*/ 23720 h 739339"/>
                  <a:gd name="connsiteX35" fmla="*/ 882595 w 2353587"/>
                  <a:gd name="connsiteY35" fmla="*/ 31671 h 739339"/>
                  <a:gd name="connsiteX36" fmla="*/ 818985 w 2353587"/>
                  <a:gd name="connsiteY36" fmla="*/ 39622 h 739339"/>
                  <a:gd name="connsiteX37" fmla="*/ 771277 w 2353587"/>
                  <a:gd name="connsiteY37" fmla="*/ 55525 h 739339"/>
                  <a:gd name="connsiteX38" fmla="*/ 747423 w 2353587"/>
                  <a:gd name="connsiteY38" fmla="*/ 63476 h 739339"/>
                  <a:gd name="connsiteX39" fmla="*/ 683813 w 2353587"/>
                  <a:gd name="connsiteY39" fmla="*/ 79379 h 739339"/>
                  <a:gd name="connsiteX40" fmla="*/ 612251 w 2353587"/>
                  <a:gd name="connsiteY40" fmla="*/ 103233 h 739339"/>
                  <a:gd name="connsiteX41" fmla="*/ 588397 w 2353587"/>
                  <a:gd name="connsiteY41" fmla="*/ 111184 h 739339"/>
                  <a:gd name="connsiteX42" fmla="*/ 540689 w 2353587"/>
                  <a:gd name="connsiteY42" fmla="*/ 142989 h 739339"/>
                  <a:gd name="connsiteX43" fmla="*/ 516835 w 2353587"/>
                  <a:gd name="connsiteY43" fmla="*/ 158892 h 739339"/>
                  <a:gd name="connsiteX44" fmla="*/ 492981 w 2353587"/>
                  <a:gd name="connsiteY44" fmla="*/ 166843 h 739339"/>
                  <a:gd name="connsiteX45" fmla="*/ 437322 w 2353587"/>
                  <a:gd name="connsiteY45" fmla="*/ 198648 h 739339"/>
                  <a:gd name="connsiteX46" fmla="*/ 389614 w 2353587"/>
                  <a:gd name="connsiteY46" fmla="*/ 214551 h 739339"/>
                  <a:gd name="connsiteX47" fmla="*/ 349858 w 2353587"/>
                  <a:gd name="connsiteY47" fmla="*/ 246356 h 739339"/>
                  <a:gd name="connsiteX48" fmla="*/ 333955 w 2353587"/>
                  <a:gd name="connsiteY48" fmla="*/ 270210 h 739339"/>
                  <a:gd name="connsiteX49" fmla="*/ 310101 w 2353587"/>
                  <a:gd name="connsiteY49" fmla="*/ 286113 h 739339"/>
                  <a:gd name="connsiteX50" fmla="*/ 238540 w 2353587"/>
                  <a:gd name="connsiteY50" fmla="*/ 357674 h 739339"/>
                  <a:gd name="connsiteX51" fmla="*/ 214686 w 2353587"/>
                  <a:gd name="connsiteY51" fmla="*/ 381528 h 739339"/>
                  <a:gd name="connsiteX52" fmla="*/ 198783 w 2353587"/>
                  <a:gd name="connsiteY52" fmla="*/ 405382 h 739339"/>
                  <a:gd name="connsiteX53" fmla="*/ 151075 w 2353587"/>
                  <a:gd name="connsiteY53" fmla="*/ 453090 h 739339"/>
                  <a:gd name="connsiteX54" fmla="*/ 111319 w 2353587"/>
                  <a:gd name="connsiteY54" fmla="*/ 508749 h 739339"/>
                  <a:gd name="connsiteX55" fmla="*/ 55660 w 2353587"/>
                  <a:gd name="connsiteY55" fmla="*/ 580311 h 739339"/>
                  <a:gd name="connsiteX56" fmla="*/ 15903 w 2353587"/>
                  <a:gd name="connsiteY56" fmla="*/ 651873 h 739339"/>
                  <a:gd name="connsiteX57" fmla="*/ 0 w 2353587"/>
                  <a:gd name="connsiteY57" fmla="*/ 675727 h 739339"/>
                  <a:gd name="connsiteX58" fmla="*/ 7952 w 2353587"/>
                  <a:gd name="connsiteY58" fmla="*/ 723434 h 73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353587" h="739339">
                    <a:moveTo>
                      <a:pt x="7952" y="723434"/>
                    </a:moveTo>
                    <a:cubicBezTo>
                      <a:pt x="420928" y="739955"/>
                      <a:pt x="355592" y="739337"/>
                      <a:pt x="1009816" y="739337"/>
                    </a:cubicBezTo>
                    <a:lnTo>
                      <a:pt x="2353587" y="731386"/>
                    </a:lnTo>
                    <a:cubicBezTo>
                      <a:pt x="2348286" y="723435"/>
                      <a:pt x="2341958" y="716079"/>
                      <a:pt x="2337684" y="707532"/>
                    </a:cubicBezTo>
                    <a:cubicBezTo>
                      <a:pt x="2333936" y="700035"/>
                      <a:pt x="2333803" y="691005"/>
                      <a:pt x="2329733" y="683678"/>
                    </a:cubicBezTo>
                    <a:cubicBezTo>
                      <a:pt x="2320451" y="666970"/>
                      <a:pt x="2306474" y="653065"/>
                      <a:pt x="2297927" y="635970"/>
                    </a:cubicBezTo>
                    <a:cubicBezTo>
                      <a:pt x="2292626" y="625368"/>
                      <a:pt x="2286694" y="615060"/>
                      <a:pt x="2282025" y="604165"/>
                    </a:cubicBezTo>
                    <a:cubicBezTo>
                      <a:pt x="2278723" y="596461"/>
                      <a:pt x="2277821" y="587808"/>
                      <a:pt x="2274073" y="580311"/>
                    </a:cubicBezTo>
                    <a:cubicBezTo>
                      <a:pt x="2269799" y="571764"/>
                      <a:pt x="2262445" y="565004"/>
                      <a:pt x="2258171" y="556457"/>
                    </a:cubicBezTo>
                    <a:cubicBezTo>
                      <a:pt x="2254423" y="548960"/>
                      <a:pt x="2253522" y="540307"/>
                      <a:pt x="2250220" y="532603"/>
                    </a:cubicBezTo>
                    <a:cubicBezTo>
                      <a:pt x="2235552" y="498377"/>
                      <a:pt x="2225118" y="487000"/>
                      <a:pt x="2202512" y="453090"/>
                    </a:cubicBezTo>
                    <a:cubicBezTo>
                      <a:pt x="2197211" y="445139"/>
                      <a:pt x="2194560" y="434537"/>
                      <a:pt x="2186609" y="429236"/>
                    </a:cubicBezTo>
                    <a:lnTo>
                      <a:pt x="2162755" y="413334"/>
                    </a:lnTo>
                    <a:cubicBezTo>
                      <a:pt x="2160105" y="405383"/>
                      <a:pt x="2160040" y="396025"/>
                      <a:pt x="2154804" y="389480"/>
                    </a:cubicBezTo>
                    <a:cubicBezTo>
                      <a:pt x="2148834" y="382018"/>
                      <a:pt x="2138291" y="379695"/>
                      <a:pt x="2130950" y="373577"/>
                    </a:cubicBezTo>
                    <a:cubicBezTo>
                      <a:pt x="2104574" y="351597"/>
                      <a:pt x="2112853" y="348625"/>
                      <a:pt x="2083242" y="333820"/>
                    </a:cubicBezTo>
                    <a:cubicBezTo>
                      <a:pt x="2075745" y="330072"/>
                      <a:pt x="2066715" y="329939"/>
                      <a:pt x="2059388" y="325869"/>
                    </a:cubicBezTo>
                    <a:cubicBezTo>
                      <a:pt x="1977364" y="280301"/>
                      <a:pt x="2041802" y="304105"/>
                      <a:pt x="1987827" y="286113"/>
                    </a:cubicBezTo>
                    <a:cubicBezTo>
                      <a:pt x="1979876" y="280812"/>
                      <a:pt x="1972520" y="274484"/>
                      <a:pt x="1963973" y="270210"/>
                    </a:cubicBezTo>
                    <a:cubicBezTo>
                      <a:pt x="1956476" y="266462"/>
                      <a:pt x="1946664" y="267495"/>
                      <a:pt x="1940119" y="262259"/>
                    </a:cubicBezTo>
                    <a:cubicBezTo>
                      <a:pt x="1897050" y="227804"/>
                      <a:pt x="1954032" y="246355"/>
                      <a:pt x="1900362" y="222502"/>
                    </a:cubicBezTo>
                    <a:cubicBezTo>
                      <a:pt x="1885044" y="215694"/>
                      <a:pt x="1852654" y="206600"/>
                      <a:pt x="1852654" y="206600"/>
                    </a:cubicBezTo>
                    <a:cubicBezTo>
                      <a:pt x="1797973" y="170145"/>
                      <a:pt x="1823079" y="180838"/>
                      <a:pt x="1781093" y="166843"/>
                    </a:cubicBezTo>
                    <a:cubicBezTo>
                      <a:pt x="1773142" y="161542"/>
                      <a:pt x="1763996" y="157697"/>
                      <a:pt x="1757239" y="150940"/>
                    </a:cubicBezTo>
                    <a:cubicBezTo>
                      <a:pt x="1750482" y="144183"/>
                      <a:pt x="1748798" y="133057"/>
                      <a:pt x="1741336" y="127087"/>
                    </a:cubicBezTo>
                    <a:cubicBezTo>
                      <a:pt x="1734791" y="121851"/>
                      <a:pt x="1724979" y="122883"/>
                      <a:pt x="1717482" y="119135"/>
                    </a:cubicBezTo>
                    <a:cubicBezTo>
                      <a:pt x="1708935" y="114861"/>
                      <a:pt x="1702175" y="107507"/>
                      <a:pt x="1693628" y="103233"/>
                    </a:cubicBezTo>
                    <a:cubicBezTo>
                      <a:pt x="1686131" y="99485"/>
                      <a:pt x="1677271" y="99029"/>
                      <a:pt x="1669774" y="95281"/>
                    </a:cubicBezTo>
                    <a:cubicBezTo>
                      <a:pt x="1661227" y="91007"/>
                      <a:pt x="1654467" y="83653"/>
                      <a:pt x="1645920" y="79379"/>
                    </a:cubicBezTo>
                    <a:cubicBezTo>
                      <a:pt x="1638424" y="75631"/>
                      <a:pt x="1629563" y="75175"/>
                      <a:pt x="1622067" y="71427"/>
                    </a:cubicBezTo>
                    <a:cubicBezTo>
                      <a:pt x="1613520" y="67153"/>
                      <a:pt x="1606997" y="59289"/>
                      <a:pt x="1598213" y="55525"/>
                    </a:cubicBezTo>
                    <a:cubicBezTo>
                      <a:pt x="1588168" y="51220"/>
                      <a:pt x="1577075" y="49945"/>
                      <a:pt x="1566407" y="47574"/>
                    </a:cubicBezTo>
                    <a:cubicBezTo>
                      <a:pt x="1502443" y="33360"/>
                      <a:pt x="1506355" y="37739"/>
                      <a:pt x="1415333" y="31671"/>
                    </a:cubicBezTo>
                    <a:lnTo>
                      <a:pt x="1288112" y="23720"/>
                    </a:lnTo>
                    <a:cubicBezTo>
                      <a:pt x="1152416" y="-21516"/>
                      <a:pt x="1253652" y="9253"/>
                      <a:pt x="906449" y="23720"/>
                    </a:cubicBezTo>
                    <a:cubicBezTo>
                      <a:pt x="898075" y="24069"/>
                      <a:pt x="890841" y="30172"/>
                      <a:pt x="882595" y="31671"/>
                    </a:cubicBezTo>
                    <a:cubicBezTo>
                      <a:pt x="861571" y="35493"/>
                      <a:pt x="840188" y="36972"/>
                      <a:pt x="818985" y="39622"/>
                    </a:cubicBezTo>
                    <a:lnTo>
                      <a:pt x="771277" y="55525"/>
                    </a:lnTo>
                    <a:cubicBezTo>
                      <a:pt x="763326" y="58175"/>
                      <a:pt x="755554" y="61443"/>
                      <a:pt x="747423" y="63476"/>
                    </a:cubicBezTo>
                    <a:cubicBezTo>
                      <a:pt x="726220" y="68777"/>
                      <a:pt x="704547" y="72468"/>
                      <a:pt x="683813" y="79379"/>
                    </a:cubicBezTo>
                    <a:lnTo>
                      <a:pt x="612251" y="103233"/>
                    </a:lnTo>
                    <a:lnTo>
                      <a:pt x="588397" y="111184"/>
                    </a:lnTo>
                    <a:lnTo>
                      <a:pt x="540689" y="142989"/>
                    </a:lnTo>
                    <a:cubicBezTo>
                      <a:pt x="532738" y="148290"/>
                      <a:pt x="525901" y="155870"/>
                      <a:pt x="516835" y="158892"/>
                    </a:cubicBezTo>
                    <a:lnTo>
                      <a:pt x="492981" y="166843"/>
                    </a:lnTo>
                    <a:cubicBezTo>
                      <a:pt x="471463" y="181189"/>
                      <a:pt x="462545" y="188559"/>
                      <a:pt x="437322" y="198648"/>
                    </a:cubicBezTo>
                    <a:cubicBezTo>
                      <a:pt x="421758" y="204874"/>
                      <a:pt x="389614" y="214551"/>
                      <a:pt x="389614" y="214551"/>
                    </a:cubicBezTo>
                    <a:cubicBezTo>
                      <a:pt x="344043" y="282910"/>
                      <a:pt x="404722" y="202466"/>
                      <a:pt x="349858" y="246356"/>
                    </a:cubicBezTo>
                    <a:cubicBezTo>
                      <a:pt x="342396" y="252326"/>
                      <a:pt x="340712" y="263453"/>
                      <a:pt x="333955" y="270210"/>
                    </a:cubicBezTo>
                    <a:cubicBezTo>
                      <a:pt x="327198" y="276967"/>
                      <a:pt x="317244" y="279764"/>
                      <a:pt x="310101" y="286113"/>
                    </a:cubicBezTo>
                    <a:cubicBezTo>
                      <a:pt x="310065" y="286145"/>
                      <a:pt x="250484" y="345730"/>
                      <a:pt x="238540" y="357674"/>
                    </a:cubicBezTo>
                    <a:cubicBezTo>
                      <a:pt x="230589" y="365625"/>
                      <a:pt x="220924" y="372172"/>
                      <a:pt x="214686" y="381528"/>
                    </a:cubicBezTo>
                    <a:cubicBezTo>
                      <a:pt x="209385" y="389479"/>
                      <a:pt x="205132" y="398239"/>
                      <a:pt x="198783" y="405382"/>
                    </a:cubicBezTo>
                    <a:cubicBezTo>
                      <a:pt x="183842" y="422191"/>
                      <a:pt x="163550" y="434377"/>
                      <a:pt x="151075" y="453090"/>
                    </a:cubicBezTo>
                    <a:cubicBezTo>
                      <a:pt x="99411" y="530589"/>
                      <a:pt x="180306" y="410198"/>
                      <a:pt x="111319" y="508749"/>
                    </a:cubicBezTo>
                    <a:cubicBezTo>
                      <a:pt x="66935" y="572154"/>
                      <a:pt x="96758" y="539211"/>
                      <a:pt x="55660" y="580311"/>
                    </a:cubicBezTo>
                    <a:cubicBezTo>
                      <a:pt x="41664" y="622296"/>
                      <a:pt x="52357" y="597192"/>
                      <a:pt x="15903" y="651873"/>
                    </a:cubicBezTo>
                    <a:lnTo>
                      <a:pt x="0" y="675727"/>
                    </a:lnTo>
                    <a:lnTo>
                      <a:pt x="7952" y="723434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>
                <a:softEdge rad="12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Group 38">
                <a:extLst>
                  <a:ext uri="{FF2B5EF4-FFF2-40B4-BE49-F238E27FC236}">
                    <a16:creationId xmlns:a16="http://schemas.microsoft.com/office/drawing/2014/main" id="{D5F7FBD0-881A-44CE-9FA6-F7D873D2C0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2573" y="2251325"/>
                <a:ext cx="2843213" cy="1260475"/>
                <a:chOff x="3520" y="1536"/>
                <a:chExt cx="1791" cy="794"/>
              </a:xfrm>
            </p:grpSpPr>
            <p:graphicFrame>
              <p:nvGraphicFramePr>
                <p:cNvPr id="10" name="Object 40">
                  <a:extLst>
                    <a:ext uri="{FF2B5EF4-FFF2-40B4-BE49-F238E27FC236}">
                      <a16:creationId xmlns:a16="http://schemas.microsoft.com/office/drawing/2014/main" id="{D1C51666-586E-4EEB-ABE8-F963D1B3053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7901892"/>
                    </p:ext>
                  </p:extLst>
                </p:nvPr>
              </p:nvGraphicFramePr>
              <p:xfrm>
                <a:off x="5199" y="2162"/>
                <a:ext cx="112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7403" name="Equation" r:id="rId25" imgW="177480" imgH="190440" progId="Equation.DSMT4">
                        <p:embed/>
                      </p:oleObj>
                    </mc:Choice>
                    <mc:Fallback>
                      <p:oleObj name="Equation" r:id="rId25" imgW="177480" imgH="190440" progId="Equation.DSMT4">
                        <p:embed/>
                        <p:pic>
                          <p:nvPicPr>
                            <p:cNvPr id="201768" name="Object 40">
                              <a:extLst>
                                <a:ext uri="{FF2B5EF4-FFF2-40B4-BE49-F238E27FC236}">
                                  <a16:creationId xmlns:a16="http://schemas.microsoft.com/office/drawing/2014/main" id="{525C42EE-BD48-4611-93EA-E620D00D11F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99" y="2162"/>
                              <a:ext cx="112" cy="12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" name="Object 41">
                  <a:extLst>
                    <a:ext uri="{FF2B5EF4-FFF2-40B4-BE49-F238E27FC236}">
                      <a16:creationId xmlns:a16="http://schemas.microsoft.com/office/drawing/2014/main" id="{103C06B0-B893-4D14-BE6A-07F99E23F62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55379924"/>
                    </p:ext>
                  </p:extLst>
                </p:nvPr>
              </p:nvGraphicFramePr>
              <p:xfrm>
                <a:off x="3520" y="1565"/>
                <a:ext cx="120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7404" name="Equation" r:id="rId27" imgW="190440" imgH="241200" progId="Equation.DSMT4">
                        <p:embed/>
                      </p:oleObj>
                    </mc:Choice>
                    <mc:Fallback>
                      <p:oleObj name="Equation" r:id="rId27" imgW="190440" imgH="241200" progId="Equation.DSMT4">
                        <p:embed/>
                        <p:pic>
                          <p:nvPicPr>
                            <p:cNvPr id="201769" name="Object 41">
                              <a:extLst>
                                <a:ext uri="{FF2B5EF4-FFF2-40B4-BE49-F238E27FC236}">
                                  <a16:creationId xmlns:a16="http://schemas.microsoft.com/office/drawing/2014/main" id="{9F814A98-5E99-4A5C-8D96-9725D41083D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20" y="1565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" name="Object 42">
                  <a:extLst>
                    <a:ext uri="{FF2B5EF4-FFF2-40B4-BE49-F238E27FC236}">
                      <a16:creationId xmlns:a16="http://schemas.microsoft.com/office/drawing/2014/main" id="{87CCFA57-1490-44A0-8725-F5A84A1429A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91485515"/>
                    </p:ext>
                  </p:extLst>
                </p:nvPr>
              </p:nvGraphicFramePr>
              <p:xfrm>
                <a:off x="4850" y="2146"/>
                <a:ext cx="320" cy="1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7405" name="Equation" r:id="rId29" imgW="507960" imgH="291960" progId="Equation.DSMT4">
                        <p:embed/>
                      </p:oleObj>
                    </mc:Choice>
                    <mc:Fallback>
                      <p:oleObj name="Equation" r:id="rId29" imgW="507960" imgH="291960" progId="Equation.DSMT4">
                        <p:embed/>
                        <p:pic>
                          <p:nvPicPr>
                            <p:cNvPr id="201770" name="Object 42">
                              <a:extLst>
                                <a:ext uri="{FF2B5EF4-FFF2-40B4-BE49-F238E27FC236}">
                                  <a16:creationId xmlns:a16="http://schemas.microsoft.com/office/drawing/2014/main" id="{950CFE00-6E77-4946-A98F-CA0F41E1108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50" y="2146"/>
                              <a:ext cx="320" cy="18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" name="Line 43">
                  <a:extLst>
                    <a:ext uri="{FF2B5EF4-FFF2-40B4-BE49-F238E27FC236}">
                      <a16:creationId xmlns:a16="http://schemas.microsoft.com/office/drawing/2014/main" id="{2CD8894C-40B6-4C87-9619-632489E020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4" y="2139"/>
                  <a:ext cx="1651" cy="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44">
                  <a:extLst>
                    <a:ext uri="{FF2B5EF4-FFF2-40B4-BE49-F238E27FC236}">
                      <a16:creationId xmlns:a16="http://schemas.microsoft.com/office/drawing/2014/main" id="{FBDC17A7-03C6-4584-ADA2-B9496B51DB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01" y="1536"/>
                  <a:ext cx="0" cy="77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87D5541C-BD96-46F3-B605-F09B530381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2512303"/>
                  </p:ext>
                </p:extLst>
              </p:nvPr>
            </p:nvGraphicFramePr>
            <p:xfrm>
              <a:off x="3124265" y="328558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406" name="Equation" r:id="rId31" imgW="228600" imgH="241200" progId="Equation.DSMT4">
                      <p:embed/>
                    </p:oleObj>
                  </mc:Choice>
                  <mc:Fallback>
                    <p:oleObj name="Equation" r:id="rId31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3124265" y="328558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D041F84D-2E15-4373-9768-E4299572BB49}"/>
                </a:ext>
              </a:extLst>
            </p:cNvPr>
            <p:cNvSpPr/>
            <p:nvPr/>
          </p:nvSpPr>
          <p:spPr>
            <a:xfrm>
              <a:off x="6437488" y="1701807"/>
              <a:ext cx="2255817" cy="1495777"/>
            </a:xfrm>
            <a:prstGeom prst="arc">
              <a:avLst>
                <a:gd name="adj1" fmla="val 10829904"/>
                <a:gd name="adj2" fmla="val 36858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9E6D000-1E3A-4FCC-89A5-532076F6EF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828374"/>
              </p:ext>
            </p:extLst>
          </p:nvPr>
        </p:nvGraphicFramePr>
        <p:xfrm>
          <a:off x="1376645" y="1352552"/>
          <a:ext cx="1295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7" name="Equation" r:id="rId33" imgW="1295280" imgH="596880" progId="Equation.DSMT4">
                  <p:embed/>
                </p:oleObj>
              </mc:Choice>
              <mc:Fallback>
                <p:oleObj name="Equation" r:id="rId33" imgW="1295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376645" y="1352552"/>
                        <a:ext cx="1295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380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6355A0B9-4D36-4D74-BE50-235ADBAE0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05999"/>
              </p:ext>
            </p:extLst>
          </p:nvPr>
        </p:nvGraphicFramePr>
        <p:xfrm>
          <a:off x="2771800" y="129868"/>
          <a:ext cx="16875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95" name="Equation" r:id="rId3" imgW="1688760" imgH="939600" progId="Equation.DSMT4">
                  <p:embed/>
                </p:oleObj>
              </mc:Choice>
              <mc:Fallback>
                <p:oleObj name="Equation" r:id="rId3" imgW="1688760" imgH="939600" progId="Equation.DSMT4">
                  <p:embed/>
                  <p:pic>
                    <p:nvPicPr>
                      <p:cNvPr id="10" name="Object 16">
                        <a:extLst>
                          <a:ext uri="{FF2B5EF4-FFF2-40B4-BE49-F238E27FC236}">
                            <a16:creationId xmlns:a16="http://schemas.microsoft.com/office/drawing/2014/main" id="{6355A0B9-4D36-4D74-BE50-235ADBAE04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29868"/>
                        <a:ext cx="16875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CFE947DC-4557-4F5E-AE12-B360B864592B}"/>
              </a:ext>
            </a:extLst>
          </p:cNvPr>
          <p:cNvGrpSpPr/>
          <p:nvPr/>
        </p:nvGrpSpPr>
        <p:grpSpPr>
          <a:xfrm>
            <a:off x="6205299" y="924568"/>
            <a:ext cx="2561156" cy="2195513"/>
            <a:chOff x="6402414" y="1473993"/>
            <a:chExt cx="2561156" cy="219551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A981290-322D-478B-BC5B-81EFC14C426F}"/>
                </a:ext>
              </a:extLst>
            </p:cNvPr>
            <p:cNvGrpSpPr/>
            <p:nvPr/>
          </p:nvGrpSpPr>
          <p:grpSpPr>
            <a:xfrm>
              <a:off x="6444208" y="1473993"/>
              <a:ext cx="2519362" cy="2195513"/>
              <a:chOff x="6300192" y="1275606"/>
              <a:chExt cx="2519362" cy="2195513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6EB5FC5D-6971-4C20-A788-5CBCD20ED177}"/>
                  </a:ext>
                </a:extLst>
              </p:cNvPr>
              <p:cNvSpPr/>
              <p:nvPr/>
            </p:nvSpPr>
            <p:spPr>
              <a:xfrm rot="5400000">
                <a:off x="7440734" y="1623592"/>
                <a:ext cx="893917" cy="860428"/>
              </a:xfrm>
              <a:custGeom>
                <a:avLst/>
                <a:gdLst>
                  <a:gd name="connsiteX0" fmla="*/ 866693 w 906486"/>
                  <a:gd name="connsiteY0" fmla="*/ 17809 h 782402"/>
                  <a:gd name="connsiteX1" fmla="*/ 834887 w 906486"/>
                  <a:gd name="connsiteY1" fmla="*/ 81420 h 782402"/>
                  <a:gd name="connsiteX2" fmla="*/ 818985 w 906486"/>
                  <a:gd name="connsiteY2" fmla="*/ 145030 h 782402"/>
                  <a:gd name="connsiteX3" fmla="*/ 787180 w 906486"/>
                  <a:gd name="connsiteY3" fmla="*/ 192738 h 782402"/>
                  <a:gd name="connsiteX4" fmla="*/ 763326 w 906486"/>
                  <a:gd name="connsiteY4" fmla="*/ 240446 h 782402"/>
                  <a:gd name="connsiteX5" fmla="*/ 723569 w 906486"/>
                  <a:gd name="connsiteY5" fmla="*/ 312008 h 782402"/>
                  <a:gd name="connsiteX6" fmla="*/ 691764 w 906486"/>
                  <a:gd name="connsiteY6" fmla="*/ 327910 h 782402"/>
                  <a:gd name="connsiteX7" fmla="*/ 667910 w 906486"/>
                  <a:gd name="connsiteY7" fmla="*/ 351764 h 782402"/>
                  <a:gd name="connsiteX8" fmla="*/ 644056 w 906486"/>
                  <a:gd name="connsiteY8" fmla="*/ 367667 h 782402"/>
                  <a:gd name="connsiteX9" fmla="*/ 596348 w 906486"/>
                  <a:gd name="connsiteY9" fmla="*/ 415375 h 782402"/>
                  <a:gd name="connsiteX10" fmla="*/ 588397 w 906486"/>
                  <a:gd name="connsiteY10" fmla="*/ 439229 h 782402"/>
                  <a:gd name="connsiteX11" fmla="*/ 540689 w 906486"/>
                  <a:gd name="connsiteY11" fmla="*/ 478985 h 782402"/>
                  <a:gd name="connsiteX12" fmla="*/ 477079 w 906486"/>
                  <a:gd name="connsiteY12" fmla="*/ 510790 h 782402"/>
                  <a:gd name="connsiteX13" fmla="*/ 453225 w 906486"/>
                  <a:gd name="connsiteY13" fmla="*/ 526693 h 782402"/>
                  <a:gd name="connsiteX14" fmla="*/ 397566 w 906486"/>
                  <a:gd name="connsiteY14" fmla="*/ 558498 h 782402"/>
                  <a:gd name="connsiteX15" fmla="*/ 318053 w 906486"/>
                  <a:gd name="connsiteY15" fmla="*/ 638011 h 782402"/>
                  <a:gd name="connsiteX16" fmla="*/ 270345 w 906486"/>
                  <a:gd name="connsiteY16" fmla="*/ 669816 h 782402"/>
                  <a:gd name="connsiteX17" fmla="*/ 238540 w 906486"/>
                  <a:gd name="connsiteY17" fmla="*/ 717524 h 782402"/>
                  <a:gd name="connsiteX18" fmla="*/ 166978 w 906486"/>
                  <a:gd name="connsiteY18" fmla="*/ 741378 h 782402"/>
                  <a:gd name="connsiteX19" fmla="*/ 143124 w 906486"/>
                  <a:gd name="connsiteY19" fmla="*/ 749329 h 782402"/>
                  <a:gd name="connsiteX20" fmla="*/ 79513 w 906486"/>
                  <a:gd name="connsiteY20" fmla="*/ 757281 h 782402"/>
                  <a:gd name="connsiteX21" fmla="*/ 0 w 906486"/>
                  <a:gd name="connsiteY21" fmla="*/ 773183 h 782402"/>
                  <a:gd name="connsiteX22" fmla="*/ 111319 w 906486"/>
                  <a:gd name="connsiteY22" fmla="*/ 773183 h 782402"/>
                  <a:gd name="connsiteX23" fmla="*/ 890546 w 906486"/>
                  <a:gd name="connsiteY23" fmla="*/ 757281 h 782402"/>
                  <a:gd name="connsiteX24" fmla="*/ 906449 w 906486"/>
                  <a:gd name="connsiteY24" fmla="*/ 415375 h 782402"/>
                  <a:gd name="connsiteX25" fmla="*/ 866693 w 906486"/>
                  <a:gd name="connsiteY25" fmla="*/ 17809 h 782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06486" h="782402">
                    <a:moveTo>
                      <a:pt x="866693" y="17809"/>
                    </a:moveTo>
                    <a:cubicBezTo>
                      <a:pt x="854766" y="-37850"/>
                      <a:pt x="842223" y="52077"/>
                      <a:pt x="834887" y="81420"/>
                    </a:cubicBezTo>
                    <a:cubicBezTo>
                      <a:pt x="831683" y="94236"/>
                      <a:pt x="827246" y="130160"/>
                      <a:pt x="818985" y="145030"/>
                    </a:cubicBezTo>
                    <a:cubicBezTo>
                      <a:pt x="809703" y="161737"/>
                      <a:pt x="793224" y="174606"/>
                      <a:pt x="787180" y="192738"/>
                    </a:cubicBezTo>
                    <a:cubicBezTo>
                      <a:pt x="767192" y="252696"/>
                      <a:pt x="794154" y="178790"/>
                      <a:pt x="763326" y="240446"/>
                    </a:cubicBezTo>
                    <a:cubicBezTo>
                      <a:pt x="750659" y="265780"/>
                      <a:pt x="756992" y="295297"/>
                      <a:pt x="723569" y="312008"/>
                    </a:cubicBezTo>
                    <a:lnTo>
                      <a:pt x="691764" y="327910"/>
                    </a:lnTo>
                    <a:cubicBezTo>
                      <a:pt x="683813" y="335861"/>
                      <a:pt x="676549" y="344565"/>
                      <a:pt x="667910" y="351764"/>
                    </a:cubicBezTo>
                    <a:cubicBezTo>
                      <a:pt x="660569" y="357882"/>
                      <a:pt x="651199" y="361318"/>
                      <a:pt x="644056" y="367667"/>
                    </a:cubicBezTo>
                    <a:cubicBezTo>
                      <a:pt x="627247" y="382608"/>
                      <a:pt x="596348" y="415375"/>
                      <a:pt x="596348" y="415375"/>
                    </a:cubicBezTo>
                    <a:cubicBezTo>
                      <a:pt x="593698" y="423326"/>
                      <a:pt x="593046" y="432255"/>
                      <a:pt x="588397" y="439229"/>
                    </a:cubicBezTo>
                    <a:cubicBezTo>
                      <a:pt x="574899" y="459476"/>
                      <a:pt x="559355" y="465652"/>
                      <a:pt x="540689" y="478985"/>
                    </a:cubicBezTo>
                    <a:cubicBezTo>
                      <a:pt x="497023" y="510175"/>
                      <a:pt x="524312" y="498982"/>
                      <a:pt x="477079" y="510790"/>
                    </a:cubicBezTo>
                    <a:cubicBezTo>
                      <a:pt x="469128" y="516091"/>
                      <a:pt x="461522" y="521952"/>
                      <a:pt x="453225" y="526693"/>
                    </a:cubicBezTo>
                    <a:cubicBezTo>
                      <a:pt x="382595" y="567054"/>
                      <a:pt x="455693" y="519748"/>
                      <a:pt x="397566" y="558498"/>
                    </a:cubicBezTo>
                    <a:cubicBezTo>
                      <a:pt x="312749" y="685721"/>
                      <a:pt x="424071" y="531993"/>
                      <a:pt x="318053" y="638011"/>
                    </a:cubicBezTo>
                    <a:cubicBezTo>
                      <a:pt x="288272" y="667792"/>
                      <a:pt x="304867" y="658309"/>
                      <a:pt x="270345" y="669816"/>
                    </a:cubicBezTo>
                    <a:cubicBezTo>
                      <a:pt x="259743" y="685719"/>
                      <a:pt x="256672" y="711480"/>
                      <a:pt x="238540" y="717524"/>
                    </a:cubicBezTo>
                    <a:lnTo>
                      <a:pt x="166978" y="741378"/>
                    </a:lnTo>
                    <a:cubicBezTo>
                      <a:pt x="159027" y="744028"/>
                      <a:pt x="151441" y="748289"/>
                      <a:pt x="143124" y="749329"/>
                    </a:cubicBezTo>
                    <a:cubicBezTo>
                      <a:pt x="121920" y="751980"/>
                      <a:pt x="100591" y="753768"/>
                      <a:pt x="79513" y="757281"/>
                    </a:cubicBezTo>
                    <a:cubicBezTo>
                      <a:pt x="52852" y="761725"/>
                      <a:pt x="0" y="773183"/>
                      <a:pt x="0" y="773183"/>
                    </a:cubicBezTo>
                    <a:cubicBezTo>
                      <a:pt x="55617" y="791723"/>
                      <a:pt x="1570" y="777248"/>
                      <a:pt x="111319" y="773183"/>
                    </a:cubicBezTo>
                    <a:cubicBezTo>
                      <a:pt x="242535" y="768323"/>
                      <a:pt x="795119" y="759016"/>
                      <a:pt x="890546" y="757281"/>
                    </a:cubicBezTo>
                    <a:cubicBezTo>
                      <a:pt x="908038" y="617353"/>
                      <a:pt x="906449" y="646545"/>
                      <a:pt x="906449" y="415375"/>
                    </a:cubicBezTo>
                    <a:cubicBezTo>
                      <a:pt x="906449" y="285477"/>
                      <a:pt x="878620" y="73468"/>
                      <a:pt x="866693" y="17809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" name="Group 38">
                <a:extLst>
                  <a:ext uri="{FF2B5EF4-FFF2-40B4-BE49-F238E27FC236}">
                    <a16:creationId xmlns:a16="http://schemas.microsoft.com/office/drawing/2014/main" id="{BD7ED7A9-5137-497F-BB73-8E4833DFE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00192" y="1275606"/>
                <a:ext cx="2519362" cy="2195513"/>
                <a:chOff x="4077" y="2064"/>
                <a:chExt cx="1587" cy="1383"/>
              </a:xfrm>
            </p:grpSpPr>
            <p:sp>
              <p:nvSpPr>
                <p:cNvPr id="3" name="Freeform 18">
                  <a:extLst>
                    <a:ext uri="{FF2B5EF4-FFF2-40B4-BE49-F238E27FC236}">
                      <a16:creationId xmlns:a16="http://schemas.microsoft.com/office/drawing/2014/main" id="{C831CB4A-6C58-48F7-B30E-9E5D236A12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8" y="2264"/>
                  <a:ext cx="1261" cy="1117"/>
                </a:xfrm>
                <a:custGeom>
                  <a:avLst/>
                  <a:gdLst>
                    <a:gd name="T0" fmla="*/ 1386 w 1398"/>
                    <a:gd name="T1" fmla="*/ 618 h 1236"/>
                    <a:gd name="T2" fmla="*/ 1308 w 1398"/>
                    <a:gd name="T3" fmla="*/ 600 h 1236"/>
                    <a:gd name="T4" fmla="*/ 1170 w 1398"/>
                    <a:gd name="T5" fmla="*/ 552 h 1236"/>
                    <a:gd name="T6" fmla="*/ 1008 w 1398"/>
                    <a:gd name="T7" fmla="*/ 450 h 1236"/>
                    <a:gd name="T8" fmla="*/ 864 w 1398"/>
                    <a:gd name="T9" fmla="*/ 318 h 1236"/>
                    <a:gd name="T10" fmla="*/ 762 w 1398"/>
                    <a:gd name="T11" fmla="*/ 180 h 1236"/>
                    <a:gd name="T12" fmla="*/ 708 w 1398"/>
                    <a:gd name="T13" fmla="*/ 66 h 1236"/>
                    <a:gd name="T14" fmla="*/ 696 w 1398"/>
                    <a:gd name="T15" fmla="*/ 0 h 1236"/>
                    <a:gd name="T16" fmla="*/ 696 w 1398"/>
                    <a:gd name="T17" fmla="*/ 12 h 1236"/>
                    <a:gd name="T18" fmla="*/ 672 w 1398"/>
                    <a:gd name="T19" fmla="*/ 90 h 1236"/>
                    <a:gd name="T20" fmla="*/ 606 w 1398"/>
                    <a:gd name="T21" fmla="*/ 222 h 1236"/>
                    <a:gd name="T22" fmla="*/ 486 w 1398"/>
                    <a:gd name="T23" fmla="*/ 360 h 1236"/>
                    <a:gd name="T24" fmla="*/ 336 w 1398"/>
                    <a:gd name="T25" fmla="*/ 486 h 1236"/>
                    <a:gd name="T26" fmla="*/ 180 w 1398"/>
                    <a:gd name="T27" fmla="*/ 570 h 1236"/>
                    <a:gd name="T28" fmla="*/ 54 w 1398"/>
                    <a:gd name="T29" fmla="*/ 612 h 1236"/>
                    <a:gd name="T30" fmla="*/ 0 w 1398"/>
                    <a:gd name="T31" fmla="*/ 618 h 1236"/>
                    <a:gd name="T32" fmla="*/ 24 w 1398"/>
                    <a:gd name="T33" fmla="*/ 618 h 1236"/>
                    <a:gd name="T34" fmla="*/ 120 w 1398"/>
                    <a:gd name="T35" fmla="*/ 642 h 1236"/>
                    <a:gd name="T36" fmla="*/ 270 w 1398"/>
                    <a:gd name="T37" fmla="*/ 708 h 1236"/>
                    <a:gd name="T38" fmla="*/ 426 w 1398"/>
                    <a:gd name="T39" fmla="*/ 822 h 1236"/>
                    <a:gd name="T40" fmla="*/ 564 w 1398"/>
                    <a:gd name="T41" fmla="*/ 960 h 1236"/>
                    <a:gd name="T42" fmla="*/ 648 w 1398"/>
                    <a:gd name="T43" fmla="*/ 1092 h 1236"/>
                    <a:gd name="T44" fmla="*/ 690 w 1398"/>
                    <a:gd name="T45" fmla="*/ 1200 h 1236"/>
                    <a:gd name="T46" fmla="*/ 696 w 1398"/>
                    <a:gd name="T47" fmla="*/ 1236 h 1236"/>
                    <a:gd name="T48" fmla="*/ 702 w 1398"/>
                    <a:gd name="T49" fmla="*/ 1206 h 1236"/>
                    <a:gd name="T50" fmla="*/ 732 w 1398"/>
                    <a:gd name="T51" fmla="*/ 1110 h 1236"/>
                    <a:gd name="T52" fmla="*/ 816 w 1398"/>
                    <a:gd name="T53" fmla="*/ 978 h 1236"/>
                    <a:gd name="T54" fmla="*/ 948 w 1398"/>
                    <a:gd name="T55" fmla="*/ 834 h 1236"/>
                    <a:gd name="T56" fmla="*/ 1104 w 1398"/>
                    <a:gd name="T57" fmla="*/ 720 h 1236"/>
                    <a:gd name="T58" fmla="*/ 1254 w 1398"/>
                    <a:gd name="T59" fmla="*/ 648 h 1236"/>
                    <a:gd name="T60" fmla="*/ 1362 w 1398"/>
                    <a:gd name="T61" fmla="*/ 624 h 1236"/>
                    <a:gd name="T62" fmla="*/ 1398 w 1398"/>
                    <a:gd name="T63" fmla="*/ 618 h 1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398" h="1236">
                      <a:moveTo>
                        <a:pt x="1398" y="618"/>
                      </a:moveTo>
                      <a:lnTo>
                        <a:pt x="1386" y="618"/>
                      </a:lnTo>
                      <a:lnTo>
                        <a:pt x="1356" y="612"/>
                      </a:lnTo>
                      <a:lnTo>
                        <a:pt x="1308" y="600"/>
                      </a:lnTo>
                      <a:lnTo>
                        <a:pt x="1242" y="582"/>
                      </a:lnTo>
                      <a:lnTo>
                        <a:pt x="1170" y="552"/>
                      </a:lnTo>
                      <a:lnTo>
                        <a:pt x="1092" y="504"/>
                      </a:lnTo>
                      <a:lnTo>
                        <a:pt x="1008" y="450"/>
                      </a:lnTo>
                      <a:lnTo>
                        <a:pt x="930" y="390"/>
                      </a:lnTo>
                      <a:lnTo>
                        <a:pt x="864" y="318"/>
                      </a:lnTo>
                      <a:lnTo>
                        <a:pt x="804" y="246"/>
                      </a:lnTo>
                      <a:lnTo>
                        <a:pt x="762" y="180"/>
                      </a:lnTo>
                      <a:lnTo>
                        <a:pt x="732" y="114"/>
                      </a:lnTo>
                      <a:lnTo>
                        <a:pt x="708" y="66"/>
                      </a:lnTo>
                      <a:lnTo>
                        <a:pt x="702" y="24"/>
                      </a:lnTo>
                      <a:lnTo>
                        <a:pt x="696" y="0"/>
                      </a:lnTo>
                      <a:lnTo>
                        <a:pt x="696" y="0"/>
                      </a:lnTo>
                      <a:lnTo>
                        <a:pt x="696" y="12"/>
                      </a:lnTo>
                      <a:lnTo>
                        <a:pt x="690" y="48"/>
                      </a:lnTo>
                      <a:lnTo>
                        <a:pt x="672" y="90"/>
                      </a:lnTo>
                      <a:lnTo>
                        <a:pt x="648" y="150"/>
                      </a:lnTo>
                      <a:lnTo>
                        <a:pt x="606" y="222"/>
                      </a:lnTo>
                      <a:lnTo>
                        <a:pt x="552" y="288"/>
                      </a:lnTo>
                      <a:lnTo>
                        <a:pt x="486" y="360"/>
                      </a:lnTo>
                      <a:lnTo>
                        <a:pt x="414" y="426"/>
                      </a:lnTo>
                      <a:lnTo>
                        <a:pt x="336" y="486"/>
                      </a:lnTo>
                      <a:lnTo>
                        <a:pt x="258" y="534"/>
                      </a:lnTo>
                      <a:lnTo>
                        <a:pt x="180" y="570"/>
                      </a:lnTo>
                      <a:lnTo>
                        <a:pt x="108" y="594"/>
                      </a:lnTo>
                      <a:lnTo>
                        <a:pt x="54" y="612"/>
                      </a:lnTo>
                      <a:lnTo>
                        <a:pt x="18" y="618"/>
                      </a:lnTo>
                      <a:lnTo>
                        <a:pt x="0" y="618"/>
                      </a:lnTo>
                      <a:lnTo>
                        <a:pt x="0" y="618"/>
                      </a:lnTo>
                      <a:lnTo>
                        <a:pt x="24" y="618"/>
                      </a:lnTo>
                      <a:lnTo>
                        <a:pt x="66" y="630"/>
                      </a:lnTo>
                      <a:lnTo>
                        <a:pt x="120" y="642"/>
                      </a:lnTo>
                      <a:lnTo>
                        <a:pt x="192" y="672"/>
                      </a:lnTo>
                      <a:lnTo>
                        <a:pt x="270" y="708"/>
                      </a:lnTo>
                      <a:lnTo>
                        <a:pt x="348" y="762"/>
                      </a:lnTo>
                      <a:lnTo>
                        <a:pt x="426" y="822"/>
                      </a:lnTo>
                      <a:lnTo>
                        <a:pt x="498" y="888"/>
                      </a:lnTo>
                      <a:lnTo>
                        <a:pt x="564" y="960"/>
                      </a:lnTo>
                      <a:lnTo>
                        <a:pt x="612" y="1026"/>
                      </a:lnTo>
                      <a:lnTo>
                        <a:pt x="648" y="1092"/>
                      </a:lnTo>
                      <a:lnTo>
                        <a:pt x="678" y="1152"/>
                      </a:lnTo>
                      <a:lnTo>
                        <a:pt x="690" y="1200"/>
                      </a:lnTo>
                      <a:lnTo>
                        <a:pt x="696" y="1224"/>
                      </a:lnTo>
                      <a:lnTo>
                        <a:pt x="696" y="1236"/>
                      </a:lnTo>
                      <a:lnTo>
                        <a:pt x="696" y="1230"/>
                      </a:lnTo>
                      <a:lnTo>
                        <a:pt x="702" y="1206"/>
                      </a:lnTo>
                      <a:lnTo>
                        <a:pt x="714" y="1164"/>
                      </a:lnTo>
                      <a:lnTo>
                        <a:pt x="732" y="1110"/>
                      </a:lnTo>
                      <a:lnTo>
                        <a:pt x="768" y="1044"/>
                      </a:lnTo>
                      <a:lnTo>
                        <a:pt x="816" y="978"/>
                      </a:lnTo>
                      <a:lnTo>
                        <a:pt x="876" y="906"/>
                      </a:lnTo>
                      <a:lnTo>
                        <a:pt x="948" y="834"/>
                      </a:lnTo>
                      <a:lnTo>
                        <a:pt x="1020" y="774"/>
                      </a:lnTo>
                      <a:lnTo>
                        <a:pt x="1104" y="720"/>
                      </a:lnTo>
                      <a:lnTo>
                        <a:pt x="1182" y="678"/>
                      </a:lnTo>
                      <a:lnTo>
                        <a:pt x="1254" y="648"/>
                      </a:lnTo>
                      <a:lnTo>
                        <a:pt x="1314" y="630"/>
                      </a:lnTo>
                      <a:lnTo>
                        <a:pt x="1362" y="624"/>
                      </a:lnTo>
                      <a:lnTo>
                        <a:pt x="1386" y="618"/>
                      </a:lnTo>
                      <a:lnTo>
                        <a:pt x="1398" y="618"/>
                      </a:lnTo>
                      <a:lnTo>
                        <a:pt x="1380" y="618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" name="Line 19">
                  <a:extLst>
                    <a:ext uri="{FF2B5EF4-FFF2-40B4-BE49-F238E27FC236}">
                      <a16:creationId xmlns:a16="http://schemas.microsoft.com/office/drawing/2014/main" id="{43115259-BF99-4213-8779-430092C36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7" y="2822"/>
                  <a:ext cx="1587" cy="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" name="Line 20">
                  <a:extLst>
                    <a:ext uri="{FF2B5EF4-FFF2-40B4-BE49-F238E27FC236}">
                      <a16:creationId xmlns:a16="http://schemas.microsoft.com/office/drawing/2014/main" id="{E693751B-06A6-4B12-A500-BEDE7339E7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6" y="2064"/>
                  <a:ext cx="1" cy="138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6" name="Object 21">
                  <a:extLst>
                    <a:ext uri="{FF2B5EF4-FFF2-40B4-BE49-F238E27FC236}">
                      <a16:creationId xmlns:a16="http://schemas.microsoft.com/office/drawing/2014/main" id="{B92E647B-F464-4CCD-ACC4-DC8A8F392BB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632" y="2858"/>
                <a:ext cx="130" cy="1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5296" name="Equation" r:id="rId5" imgW="228600" imgH="241200" progId="Equation.DSMT4">
                        <p:embed/>
                      </p:oleObj>
                    </mc:Choice>
                    <mc:Fallback>
                      <p:oleObj name="Equation" r:id="rId5" imgW="228600" imgH="241200" progId="Equation.DSMT4">
                        <p:embed/>
                        <p:pic>
                          <p:nvPicPr>
                            <p:cNvPr id="6" name="Object 21">
                              <a:extLst>
                                <a:ext uri="{FF2B5EF4-FFF2-40B4-BE49-F238E27FC236}">
                                  <a16:creationId xmlns:a16="http://schemas.microsoft.com/office/drawing/2014/main" id="{B92E647B-F464-4CCD-ACC4-DC8A8F392BB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32" y="2858"/>
                              <a:ext cx="130" cy="1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" name="Object 22">
                  <a:extLst>
                    <a:ext uri="{FF2B5EF4-FFF2-40B4-BE49-F238E27FC236}">
                      <a16:creationId xmlns:a16="http://schemas.microsoft.com/office/drawing/2014/main" id="{E34CCD8F-29CE-420C-81F9-8D40791AFDF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1556380"/>
                    </p:ext>
                  </p:extLst>
                </p:nvPr>
              </p:nvGraphicFramePr>
              <p:xfrm>
                <a:off x="4690" y="2089"/>
                <a:ext cx="108" cy="1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5297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7" name="Object 22">
                              <a:extLst>
                                <a:ext uri="{FF2B5EF4-FFF2-40B4-BE49-F238E27FC236}">
                                  <a16:creationId xmlns:a16="http://schemas.microsoft.com/office/drawing/2014/main" id="{E34CCD8F-29CE-420C-81F9-8D40791AFDF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90" y="2089"/>
                              <a:ext cx="108" cy="1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" name="Object 23">
                  <a:extLst>
                    <a:ext uri="{FF2B5EF4-FFF2-40B4-BE49-F238E27FC236}">
                      <a16:creationId xmlns:a16="http://schemas.microsoft.com/office/drawing/2014/main" id="{7BD1A98E-E08B-44CB-8201-0F95046266C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539" y="2863"/>
                <a:ext cx="100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5298" name="Equation" r:id="rId9" imgW="177480" imgH="190440" progId="Equation.DSMT4">
                        <p:embed/>
                      </p:oleObj>
                    </mc:Choice>
                    <mc:Fallback>
                      <p:oleObj name="Equation" r:id="rId9" imgW="177480" imgH="190440" progId="Equation.DSMT4">
                        <p:embed/>
                        <p:pic>
                          <p:nvPicPr>
                            <p:cNvPr id="8" name="Object 23">
                              <a:extLst>
                                <a:ext uri="{FF2B5EF4-FFF2-40B4-BE49-F238E27FC236}">
                                  <a16:creationId xmlns:a16="http://schemas.microsoft.com/office/drawing/2014/main" id="{7BD1A98E-E08B-44CB-8201-0F95046266C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39" y="2863"/>
                              <a:ext cx="100" cy="1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23FFF6D1-6E7B-4325-9542-8807D83BE1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4576311"/>
                </p:ext>
              </p:extLst>
            </p:nvPr>
          </p:nvGraphicFramePr>
          <p:xfrm>
            <a:off x="8463507" y="266805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299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76BDB65D-66F9-4610-B4C4-F8C462532F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463507" y="266805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43AD1C7-890B-4CCA-80CD-981B3A49AC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6270776"/>
                </p:ext>
              </p:extLst>
            </p:nvPr>
          </p:nvGraphicFramePr>
          <p:xfrm>
            <a:off x="7649405" y="169624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300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23FFF6D1-6E7B-4325-9542-8807D83BE1D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49405" y="169624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57B19FB-99FE-4FD0-95E4-33107D9D3C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8635060"/>
                </p:ext>
              </p:extLst>
            </p:nvPr>
          </p:nvGraphicFramePr>
          <p:xfrm>
            <a:off x="6402414" y="2732881"/>
            <a:ext cx="317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301" name="Equation" r:id="rId14" imgW="317160" imgH="190440" progId="Equation.DSMT4">
                    <p:embed/>
                  </p:oleObj>
                </mc:Choice>
                <mc:Fallback>
                  <p:oleObj name="Equation" r:id="rId14" imgW="317160" imgH="1904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43AD1C7-890B-4CCA-80CD-981B3A49AC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402414" y="2732881"/>
                          <a:ext cx="3175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D93B3CE-3816-4415-963D-A47CD63982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1514504"/>
                </p:ext>
              </p:extLst>
            </p:nvPr>
          </p:nvGraphicFramePr>
          <p:xfrm>
            <a:off x="7221446" y="3426619"/>
            <a:ext cx="317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302" name="Equation" r:id="rId16" imgW="317160" imgH="190440" progId="Equation.DSMT4">
                    <p:embed/>
                  </p:oleObj>
                </mc:Choice>
                <mc:Fallback>
                  <p:oleObj name="Equation" r:id="rId16" imgW="317160" imgH="1904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57B19FB-99FE-4FD0-95E4-33107D9D3C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221446" y="3426619"/>
                          <a:ext cx="3175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10">
            <a:extLst>
              <a:ext uri="{FF2B5EF4-FFF2-40B4-BE49-F238E27FC236}">
                <a16:creationId xmlns:a16="http://schemas.microsoft.com/office/drawing/2014/main" id="{3ED0144F-9398-427E-ACCE-BF1541924B92}"/>
              </a:ext>
            </a:extLst>
          </p:cNvPr>
          <p:cNvSpPr txBox="1">
            <a:spLocks noChangeArrowheads="1"/>
          </p:cNvSpPr>
          <p:nvPr/>
        </p:nvSpPr>
        <p:spPr>
          <a:xfrm>
            <a:off x="800109" y="320369"/>
            <a:ext cx="5376349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5 </a:t>
            </a:r>
            <a:r>
              <a:rPr lang="zh-CN" altLang="en-US" sz="2400" b="1" dirty="0">
                <a:latin typeface="+mj-ea"/>
              </a:rPr>
              <a:t>求星形线            所围面积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b="1" dirty="0">
              <a:latin typeface="+mj-ea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CB473326-AE84-4238-B75F-A905EF429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22" y="1258139"/>
            <a:ext cx="638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解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5A8F5E5-ED80-4D21-A4B1-3EE030873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575108"/>
              </p:ext>
            </p:extLst>
          </p:nvPr>
        </p:nvGraphicFramePr>
        <p:xfrm>
          <a:off x="1438081" y="1180156"/>
          <a:ext cx="146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303" name="Equation" r:id="rId18" imgW="1460160" imgH="596880" progId="Equation.DSMT4">
                  <p:embed/>
                </p:oleObj>
              </mc:Choice>
              <mc:Fallback>
                <p:oleObj name="Equation" r:id="rId18" imgW="14601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38081" y="1180156"/>
                        <a:ext cx="1460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65BE6DD-9B10-4D74-90A0-32A1A5BB9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871238"/>
              </p:ext>
            </p:extLst>
          </p:nvPr>
        </p:nvGraphicFramePr>
        <p:xfrm>
          <a:off x="1721961" y="2104591"/>
          <a:ext cx="387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304" name="Equation" r:id="rId20" imgW="3873240" imgH="723600" progId="Equation.DSMT4">
                  <p:embed/>
                </p:oleObj>
              </mc:Choice>
              <mc:Fallback>
                <p:oleObj name="Equation" r:id="rId20" imgW="3873240" imgH="723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5A8F5E5-ED80-4D21-A4B1-3EE0308734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21961" y="2104591"/>
                        <a:ext cx="3873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FAD0085-735F-407D-8302-9F3E21141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424104"/>
              </p:ext>
            </p:extLst>
          </p:nvPr>
        </p:nvGraphicFramePr>
        <p:xfrm>
          <a:off x="1709668" y="2932396"/>
          <a:ext cx="3251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305" name="Equation" r:id="rId22" imgW="3251160" imgH="711000" progId="Equation.DSMT4">
                  <p:embed/>
                </p:oleObj>
              </mc:Choice>
              <mc:Fallback>
                <p:oleObj name="Equation" r:id="rId22" imgW="3251160" imgH="7110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65BE6DD-9B10-4D74-90A0-32A1A5BB9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709668" y="2932396"/>
                        <a:ext cx="3251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83BE231-F0E9-4963-AB0C-6D465AA28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685201"/>
              </p:ext>
            </p:extLst>
          </p:nvPr>
        </p:nvGraphicFramePr>
        <p:xfrm>
          <a:off x="1726828" y="3878056"/>
          <a:ext cx="450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306" name="Equation" r:id="rId24" imgW="4508280" imgH="736560" progId="Equation.DSMT4">
                  <p:embed/>
                </p:oleObj>
              </mc:Choice>
              <mc:Fallback>
                <p:oleObj name="Equation" r:id="rId24" imgW="4508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726828" y="3878056"/>
                        <a:ext cx="4508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0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A59F8EE-7E95-49A4-BE21-170A43AD0654}"/>
              </a:ext>
            </a:extLst>
          </p:cNvPr>
          <p:cNvSpPr/>
          <p:nvPr/>
        </p:nvSpPr>
        <p:spPr>
          <a:xfrm>
            <a:off x="6038198" y="1929795"/>
            <a:ext cx="2570922" cy="1775791"/>
          </a:xfrm>
          <a:custGeom>
            <a:avLst/>
            <a:gdLst>
              <a:gd name="connsiteX0" fmla="*/ 0 w 2570922"/>
              <a:gd name="connsiteY0" fmla="*/ 245165 h 1775791"/>
              <a:gd name="connsiteX1" fmla="*/ 702366 w 2570922"/>
              <a:gd name="connsiteY1" fmla="*/ 1775791 h 1775791"/>
              <a:gd name="connsiteX2" fmla="*/ 2570922 w 2570922"/>
              <a:gd name="connsiteY2" fmla="*/ 907774 h 1775791"/>
              <a:gd name="connsiteX3" fmla="*/ 2511287 w 2570922"/>
              <a:gd name="connsiteY3" fmla="*/ 848139 h 1775791"/>
              <a:gd name="connsiteX4" fmla="*/ 2378766 w 2570922"/>
              <a:gd name="connsiteY4" fmla="*/ 689113 h 1775791"/>
              <a:gd name="connsiteX5" fmla="*/ 2153479 w 2570922"/>
              <a:gd name="connsiteY5" fmla="*/ 483704 h 1775791"/>
              <a:gd name="connsiteX6" fmla="*/ 1994453 w 2570922"/>
              <a:gd name="connsiteY6" fmla="*/ 384313 h 1775791"/>
              <a:gd name="connsiteX7" fmla="*/ 1881809 w 2570922"/>
              <a:gd name="connsiteY7" fmla="*/ 324678 h 1775791"/>
              <a:gd name="connsiteX8" fmla="*/ 1683027 w 2570922"/>
              <a:gd name="connsiteY8" fmla="*/ 298174 h 1775791"/>
              <a:gd name="connsiteX9" fmla="*/ 1484244 w 2570922"/>
              <a:gd name="connsiteY9" fmla="*/ 298174 h 1775791"/>
              <a:gd name="connsiteX10" fmla="*/ 1364974 w 2570922"/>
              <a:gd name="connsiteY10" fmla="*/ 304800 h 1775791"/>
              <a:gd name="connsiteX11" fmla="*/ 1285461 w 2570922"/>
              <a:gd name="connsiteY11" fmla="*/ 284922 h 1775791"/>
              <a:gd name="connsiteX12" fmla="*/ 1199322 w 2570922"/>
              <a:gd name="connsiteY12" fmla="*/ 265044 h 1775791"/>
              <a:gd name="connsiteX13" fmla="*/ 1113183 w 2570922"/>
              <a:gd name="connsiteY13" fmla="*/ 218661 h 1775791"/>
              <a:gd name="connsiteX14" fmla="*/ 947531 w 2570922"/>
              <a:gd name="connsiteY14" fmla="*/ 139148 h 1775791"/>
              <a:gd name="connsiteX15" fmla="*/ 815009 w 2570922"/>
              <a:gd name="connsiteY15" fmla="*/ 66261 h 1775791"/>
              <a:gd name="connsiteX16" fmla="*/ 702366 w 2570922"/>
              <a:gd name="connsiteY16" fmla="*/ 13252 h 1775791"/>
              <a:gd name="connsiteX17" fmla="*/ 629479 w 2570922"/>
              <a:gd name="connsiteY17" fmla="*/ 0 h 1775791"/>
              <a:gd name="connsiteX18" fmla="*/ 490331 w 2570922"/>
              <a:gd name="connsiteY18" fmla="*/ 0 h 1775791"/>
              <a:gd name="connsiteX19" fmla="*/ 357809 w 2570922"/>
              <a:gd name="connsiteY19" fmla="*/ 46383 h 1775791"/>
              <a:gd name="connsiteX20" fmla="*/ 0 w 2570922"/>
              <a:gd name="connsiteY20" fmla="*/ 245165 h 177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70922" h="1775791">
                <a:moveTo>
                  <a:pt x="0" y="245165"/>
                </a:moveTo>
                <a:lnTo>
                  <a:pt x="702366" y="1775791"/>
                </a:lnTo>
                <a:lnTo>
                  <a:pt x="2570922" y="907774"/>
                </a:lnTo>
                <a:lnTo>
                  <a:pt x="2511287" y="848139"/>
                </a:lnTo>
                <a:lnTo>
                  <a:pt x="2378766" y="689113"/>
                </a:lnTo>
                <a:lnTo>
                  <a:pt x="2153479" y="483704"/>
                </a:lnTo>
                <a:lnTo>
                  <a:pt x="1994453" y="384313"/>
                </a:lnTo>
                <a:lnTo>
                  <a:pt x="1881809" y="324678"/>
                </a:lnTo>
                <a:lnTo>
                  <a:pt x="1683027" y="298174"/>
                </a:lnTo>
                <a:lnTo>
                  <a:pt x="1484244" y="298174"/>
                </a:lnTo>
                <a:lnTo>
                  <a:pt x="1364974" y="304800"/>
                </a:lnTo>
                <a:lnTo>
                  <a:pt x="1285461" y="284922"/>
                </a:lnTo>
                <a:lnTo>
                  <a:pt x="1199322" y="265044"/>
                </a:lnTo>
                <a:lnTo>
                  <a:pt x="1113183" y="218661"/>
                </a:lnTo>
                <a:lnTo>
                  <a:pt x="947531" y="139148"/>
                </a:lnTo>
                <a:lnTo>
                  <a:pt x="815009" y="66261"/>
                </a:lnTo>
                <a:lnTo>
                  <a:pt x="702366" y="13252"/>
                </a:lnTo>
                <a:lnTo>
                  <a:pt x="629479" y="0"/>
                </a:lnTo>
                <a:lnTo>
                  <a:pt x="490331" y="0"/>
                </a:lnTo>
                <a:lnTo>
                  <a:pt x="357809" y="46383"/>
                </a:lnTo>
                <a:lnTo>
                  <a:pt x="0" y="2451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C53D4D55-0F69-4573-8FD0-52D59EC6734D}"/>
              </a:ext>
            </a:extLst>
          </p:cNvPr>
          <p:cNvSpPr/>
          <p:nvPr/>
        </p:nvSpPr>
        <p:spPr>
          <a:xfrm>
            <a:off x="6768391" y="2020128"/>
            <a:ext cx="1112138" cy="1662293"/>
          </a:xfrm>
          <a:custGeom>
            <a:avLst/>
            <a:gdLst>
              <a:gd name="connsiteX0" fmla="*/ 576470 w 993913"/>
              <a:gd name="connsiteY0" fmla="*/ 0 h 1451114"/>
              <a:gd name="connsiteX1" fmla="*/ 0 w 993913"/>
              <a:gd name="connsiteY1" fmla="*/ 1451114 h 1451114"/>
              <a:gd name="connsiteX2" fmla="*/ 993913 w 993913"/>
              <a:gd name="connsiteY2" fmla="*/ 212035 h 1451114"/>
              <a:gd name="connsiteX3" fmla="*/ 940905 w 993913"/>
              <a:gd name="connsiteY3" fmla="*/ 139148 h 1451114"/>
              <a:gd name="connsiteX4" fmla="*/ 801757 w 993913"/>
              <a:gd name="connsiteY4" fmla="*/ 59635 h 1451114"/>
              <a:gd name="connsiteX5" fmla="*/ 576470 w 993913"/>
              <a:gd name="connsiteY5" fmla="*/ 0 h 14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3913" h="1451114">
                <a:moveTo>
                  <a:pt x="576470" y="0"/>
                </a:moveTo>
                <a:lnTo>
                  <a:pt x="0" y="1451114"/>
                </a:lnTo>
                <a:lnTo>
                  <a:pt x="993913" y="212035"/>
                </a:lnTo>
                <a:lnTo>
                  <a:pt x="940905" y="139148"/>
                </a:lnTo>
                <a:lnTo>
                  <a:pt x="801757" y="59635"/>
                </a:lnTo>
                <a:lnTo>
                  <a:pt x="57647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091905BB-D4D9-4589-ABCA-2A2A5CFC72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67983" y="389542"/>
            <a:ext cx="2378942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 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极坐标情形</a:t>
            </a:r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E4628887-F645-4E1B-B915-8C0F0552E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619" y="4008443"/>
            <a:ext cx="2251333" cy="756047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73061" name="Text Box 5">
            <a:extLst>
              <a:ext uri="{FF2B5EF4-FFF2-40B4-BE49-F238E27FC236}">
                <a16:creationId xmlns:a16="http://schemas.microsoft.com/office/drawing/2014/main" id="{914EB7F8-A91D-48D8-85E0-81631679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189" y="822463"/>
            <a:ext cx="18988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求由曲线</a:t>
            </a:r>
          </a:p>
        </p:txBody>
      </p:sp>
      <p:graphicFrame>
        <p:nvGraphicFramePr>
          <p:cNvPr id="173062" name="Object 6">
            <a:extLst>
              <a:ext uri="{FF2B5EF4-FFF2-40B4-BE49-F238E27FC236}">
                <a16:creationId xmlns:a16="http://schemas.microsoft.com/office/drawing/2014/main" id="{994746D6-251A-421E-9796-E61543A3A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51307"/>
              </p:ext>
            </p:extLst>
          </p:nvPr>
        </p:nvGraphicFramePr>
        <p:xfrm>
          <a:off x="5959424" y="893683"/>
          <a:ext cx="11174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21" name="Equation" r:id="rId4" imgW="1117440" imgH="342720" progId="Equation.DSMT4">
                  <p:embed/>
                </p:oleObj>
              </mc:Choice>
              <mc:Fallback>
                <p:oleObj name="Equation" r:id="rId4" imgW="1117440" imgH="34272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24" y="893683"/>
                        <a:ext cx="111744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4" name="Object 8">
            <a:extLst>
              <a:ext uri="{FF2B5EF4-FFF2-40B4-BE49-F238E27FC236}">
                <a16:creationId xmlns:a16="http://schemas.microsoft.com/office/drawing/2014/main" id="{1982F105-D828-408B-A914-2838618F50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995557"/>
              </p:ext>
            </p:extLst>
          </p:nvPr>
        </p:nvGraphicFramePr>
        <p:xfrm>
          <a:off x="220916" y="1432785"/>
          <a:ext cx="14605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22" name="Equation" r:id="rId6" imgW="1625400" imgH="342720" progId="Equation.DSMT4">
                  <p:embed/>
                </p:oleObj>
              </mc:Choice>
              <mc:Fallback>
                <p:oleObj name="Equation" r:id="rId6" imgW="1625400" imgH="34272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16" y="1432785"/>
                        <a:ext cx="146050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5" name="Text Box 9">
            <a:extLst>
              <a:ext uri="{FF2B5EF4-FFF2-40B4-BE49-F238E27FC236}">
                <a16:creationId xmlns:a16="http://schemas.microsoft.com/office/drawing/2014/main" id="{52B14BB1-50E2-4C29-8ED7-2D310489F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904" y="1350871"/>
            <a:ext cx="35945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所围成的曲边扇形的面积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72F06E6-F25B-460C-B27B-605F2E055075}"/>
              </a:ext>
            </a:extLst>
          </p:cNvPr>
          <p:cNvGrpSpPr/>
          <p:nvPr/>
        </p:nvGrpSpPr>
        <p:grpSpPr>
          <a:xfrm>
            <a:off x="649046" y="1929975"/>
            <a:ext cx="4513504" cy="464023"/>
            <a:chOff x="1016151" y="2244065"/>
            <a:chExt cx="5081701" cy="618698"/>
          </a:xfrm>
        </p:grpSpPr>
        <p:sp>
          <p:nvSpPr>
            <p:cNvPr id="173084" name="Text Box 28">
              <a:extLst>
                <a:ext uri="{FF2B5EF4-FFF2-40B4-BE49-F238E27FC236}">
                  <a16:creationId xmlns:a16="http://schemas.microsoft.com/office/drawing/2014/main" id="{419EDEE0-E432-4D81-AE20-608541B74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151" y="2247209"/>
              <a:ext cx="740969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173085" name="Object 29">
              <a:extLst>
                <a:ext uri="{FF2B5EF4-FFF2-40B4-BE49-F238E27FC236}">
                  <a16:creationId xmlns:a16="http://schemas.microsoft.com/office/drawing/2014/main" id="{8005B834-23A7-4426-9DB5-6C29D34C5D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060420"/>
                </p:ext>
              </p:extLst>
            </p:nvPr>
          </p:nvGraphicFramePr>
          <p:xfrm>
            <a:off x="1502995" y="2377258"/>
            <a:ext cx="90082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23" name="Equation" r:id="rId8" imgW="799920" imgH="342720" progId="Equation.DSMT4">
                    <p:embed/>
                  </p:oleObj>
                </mc:Choice>
                <mc:Fallback>
                  <p:oleObj name="Equation" r:id="rId8" imgW="799920" imgH="342720" progId="Equation.DSMT4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995" y="2377258"/>
                          <a:ext cx="90082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086" name="Text Box 30">
              <a:extLst>
                <a:ext uri="{FF2B5EF4-FFF2-40B4-BE49-F238E27FC236}">
                  <a16:creationId xmlns:a16="http://schemas.microsoft.com/office/drawing/2014/main" id="{28684458-D60D-454A-857E-150AC9A54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247" y="2244065"/>
              <a:ext cx="2634073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173087" name="Object 31">
              <a:extLst>
                <a:ext uri="{FF2B5EF4-FFF2-40B4-BE49-F238E27FC236}">
                  <a16:creationId xmlns:a16="http://schemas.microsoft.com/office/drawing/2014/main" id="{AF57E737-4E99-4822-85A0-BE485078D0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431599"/>
                </p:ext>
              </p:extLst>
            </p:nvPr>
          </p:nvGraphicFramePr>
          <p:xfrm>
            <a:off x="4514262" y="2382216"/>
            <a:ext cx="1583590" cy="433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24" name="Equation" r:id="rId10" imgW="1409400" imgH="342720" progId="Equation.DSMT4">
                    <p:embed/>
                  </p:oleObj>
                </mc:Choice>
                <mc:Fallback>
                  <p:oleObj name="Equation" r:id="rId10" imgW="1409400" imgH="342720" progId="Equation.DSMT4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262" y="2382216"/>
                          <a:ext cx="1583590" cy="4339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3088" name="Text Box 32">
            <a:extLst>
              <a:ext uri="{FF2B5EF4-FFF2-40B4-BE49-F238E27FC236}">
                <a16:creationId xmlns:a16="http://schemas.microsoft.com/office/drawing/2014/main" id="{5FAC8424-FF1C-462E-AF96-7ACCEF389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17" y="2556817"/>
            <a:ext cx="39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小曲边扇形近似看作小扇形</a:t>
            </a:r>
          </a:p>
        </p:txBody>
      </p:sp>
      <p:graphicFrame>
        <p:nvGraphicFramePr>
          <p:cNvPr id="173089" name="Object 33">
            <a:extLst>
              <a:ext uri="{FF2B5EF4-FFF2-40B4-BE49-F238E27FC236}">
                <a16:creationId xmlns:a16="http://schemas.microsoft.com/office/drawing/2014/main" id="{DFBFBC7B-DC97-4184-A3F5-2F7E25221E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60026"/>
              </p:ext>
            </p:extLst>
          </p:nvPr>
        </p:nvGraphicFramePr>
        <p:xfrm>
          <a:off x="3995738" y="3036888"/>
          <a:ext cx="187801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25" name="Equation" r:id="rId12" imgW="1879560" imgH="723600" progId="Equation.DSMT4">
                  <p:embed/>
                </p:oleObj>
              </mc:Choice>
              <mc:Fallback>
                <p:oleObj name="Equation" r:id="rId12" imgW="1879560" imgH="7236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036888"/>
                        <a:ext cx="1878012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90" name="Text Box 34">
            <a:extLst>
              <a:ext uri="{FF2B5EF4-FFF2-40B4-BE49-F238E27FC236}">
                <a16:creationId xmlns:a16="http://schemas.microsoft.com/office/drawing/2014/main" id="{C3D416A9-0278-4818-AD95-45000291E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66" y="4066021"/>
            <a:ext cx="1312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面积：</a:t>
            </a:r>
          </a:p>
        </p:txBody>
      </p:sp>
      <p:graphicFrame>
        <p:nvGraphicFramePr>
          <p:cNvPr id="46" name="Object 35">
            <a:extLst>
              <a:ext uri="{FF2B5EF4-FFF2-40B4-BE49-F238E27FC236}">
                <a16:creationId xmlns:a16="http://schemas.microsoft.com/office/drawing/2014/main" id="{DA85B02C-453D-44E4-8923-A9160A4F1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060090"/>
              </p:ext>
            </p:extLst>
          </p:nvPr>
        </p:nvGraphicFramePr>
        <p:xfrm>
          <a:off x="2098675" y="3983038"/>
          <a:ext cx="18161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26" name="Equation" r:id="rId14" imgW="1815840" imgH="723600" progId="Equation.DSMT4">
                  <p:embed/>
                </p:oleObj>
              </mc:Choice>
              <mc:Fallback>
                <p:oleObj name="Equation" r:id="rId14" imgW="1815840" imgH="7236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983038"/>
                        <a:ext cx="1816100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E6B7FE-600D-47A6-B688-F431A0EA1655}"/>
              </a:ext>
            </a:extLst>
          </p:cNvPr>
          <p:cNvGrpSpPr/>
          <p:nvPr/>
        </p:nvGrpSpPr>
        <p:grpSpPr>
          <a:xfrm>
            <a:off x="692227" y="882131"/>
            <a:ext cx="4550160" cy="359122"/>
            <a:chOff x="692227" y="882131"/>
            <a:chExt cx="4550160" cy="359122"/>
          </a:xfrm>
        </p:grpSpPr>
        <p:sp>
          <p:nvSpPr>
            <p:cNvPr id="41" name="Rectangle 2">
              <a:extLst>
                <a:ext uri="{FF2B5EF4-FFF2-40B4-BE49-F238E27FC236}">
                  <a16:creationId xmlns:a16="http://schemas.microsoft.com/office/drawing/2014/main" id="{CA53DE97-32CB-43EE-9CD7-BDA04FC120F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92227" y="898353"/>
              <a:ext cx="471027" cy="342900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42" name="Object 6">
              <a:extLst>
                <a:ext uri="{FF2B5EF4-FFF2-40B4-BE49-F238E27FC236}">
                  <a16:creationId xmlns:a16="http://schemas.microsoft.com/office/drawing/2014/main" id="{C178939F-0A64-44C1-B51A-6A4CF2D07D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777510"/>
                </p:ext>
              </p:extLst>
            </p:nvPr>
          </p:nvGraphicFramePr>
          <p:xfrm>
            <a:off x="1104987" y="891656"/>
            <a:ext cx="1116012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27" name="MathType 6.0 Equation" r:id="rId16" imgW="1117440" imgH="342720" progId="Equation.DSMT4">
                    <p:embed/>
                  </p:oleObj>
                </mc:Choice>
                <mc:Fallback>
                  <p:oleObj name="MathType 6.0 Equation" r:id="rId16" imgW="1117440" imgH="342720" progId="Equation.DSMT4">
                    <p:embed/>
                    <p:pic>
                      <p:nvPicPr>
                        <p:cNvPr id="0" name="Picture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987" y="891656"/>
                          <a:ext cx="1116012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2">
              <a:extLst>
                <a:ext uri="{FF2B5EF4-FFF2-40B4-BE49-F238E27FC236}">
                  <a16:creationId xmlns:a16="http://schemas.microsoft.com/office/drawing/2014/main" id="{E011824E-D53D-496E-ADCB-CE04123737B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77770" y="882131"/>
              <a:ext cx="471027" cy="342900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44" name="Object 29">
              <a:extLst>
                <a:ext uri="{FF2B5EF4-FFF2-40B4-BE49-F238E27FC236}">
                  <a16:creationId xmlns:a16="http://schemas.microsoft.com/office/drawing/2014/main" id="{C3CE13AE-39D3-487C-8C4C-67D6FDCF1B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416194"/>
                </p:ext>
              </p:extLst>
            </p:nvPr>
          </p:nvGraphicFramePr>
          <p:xfrm>
            <a:off x="2648797" y="896890"/>
            <a:ext cx="80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28" name="MathType 6.0 Equation" r:id="rId18" imgW="799920" imgH="342720" progId="Equation.DSMT4">
                    <p:embed/>
                  </p:oleObj>
                </mc:Choice>
                <mc:Fallback>
                  <p:oleObj name="MathType 6.0 Equation" r:id="rId18" imgW="799920" imgH="342720" progId="Equation.DSMT4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8797" y="896890"/>
                          <a:ext cx="800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Rectangle 2">
              <a:extLst>
                <a:ext uri="{FF2B5EF4-FFF2-40B4-BE49-F238E27FC236}">
                  <a16:creationId xmlns:a16="http://schemas.microsoft.com/office/drawing/2014/main" id="{0EC0FF1C-328A-4AF5-AB7F-A59DCB6D40C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46919" y="898353"/>
              <a:ext cx="1795468" cy="342900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上连续，</a:t>
              </a:r>
            </a:p>
          </p:txBody>
        </p:sp>
      </p:grpSp>
      <p:sp>
        <p:nvSpPr>
          <p:cNvPr id="47" name="Text Box 5">
            <a:extLst>
              <a:ext uri="{FF2B5EF4-FFF2-40B4-BE49-F238E27FC236}">
                <a16:creationId xmlns:a16="http://schemas.microsoft.com/office/drawing/2014/main" id="{2ED5C208-789D-4EDC-904B-1FC4E3850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864" y="827816"/>
            <a:ext cx="1495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及射线</a:t>
            </a:r>
          </a:p>
        </p:txBody>
      </p:sp>
      <p:sp>
        <p:nvSpPr>
          <p:cNvPr id="48" name="Text Box 32">
            <a:extLst>
              <a:ext uri="{FF2B5EF4-FFF2-40B4-BE49-F238E27FC236}">
                <a16:creationId xmlns:a16="http://schemas.microsoft.com/office/drawing/2014/main" id="{299C12A3-1CC0-4CFC-8CB6-1C179AED6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89" y="3191236"/>
            <a:ext cx="16706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面积元素：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9" name="Object 33">
            <a:extLst>
              <a:ext uri="{FF2B5EF4-FFF2-40B4-BE49-F238E27FC236}">
                <a16:creationId xmlns:a16="http://schemas.microsoft.com/office/drawing/2014/main" id="{A5A2B835-25DB-4157-88D7-7157E315D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258747"/>
              </p:ext>
            </p:extLst>
          </p:nvPr>
        </p:nvGraphicFramePr>
        <p:xfrm>
          <a:off x="2376554" y="3066995"/>
          <a:ext cx="1574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29" name="MathType 6.0 Equation" r:id="rId20" imgW="1574640" imgH="723600" progId="Equation.DSMT4">
                  <p:embed/>
                </p:oleObj>
              </mc:Choice>
              <mc:Fallback>
                <p:oleObj name="MathType 6.0 Equation" r:id="rId20" imgW="1574640" imgH="7236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554" y="3066995"/>
                        <a:ext cx="1574800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55142195-4B0F-4E41-B073-C55500A39090}"/>
              </a:ext>
            </a:extLst>
          </p:cNvPr>
          <p:cNvGrpSpPr/>
          <p:nvPr/>
        </p:nvGrpSpPr>
        <p:grpSpPr>
          <a:xfrm>
            <a:off x="6661150" y="3710719"/>
            <a:ext cx="2314075" cy="267556"/>
            <a:chOff x="5444330" y="2444364"/>
            <a:chExt cx="2314075" cy="267556"/>
          </a:xfrm>
        </p:grpSpPr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25783F7-2B9F-4838-A9B5-D4ADD94869C7}"/>
                </a:ext>
              </a:extLst>
            </p:cNvPr>
            <p:cNvCxnSpPr>
              <a:cxnSpLocks/>
            </p:cNvCxnSpPr>
            <p:nvPr/>
          </p:nvCxnSpPr>
          <p:spPr>
            <a:xfrm>
              <a:off x="5525146" y="2444364"/>
              <a:ext cx="22332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4D9B9FED-4341-42F8-A8CE-A294A699D3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9514004"/>
                </p:ext>
              </p:extLst>
            </p:nvPr>
          </p:nvGraphicFramePr>
          <p:xfrm>
            <a:off x="7574755" y="248490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0" name="Equation" r:id="rId22" imgW="177480" imgH="190440" progId="Equation.DSMT4">
                    <p:embed/>
                  </p:oleObj>
                </mc:Choice>
                <mc:Fallback>
                  <p:oleObj name="Equation" r:id="rId22" imgW="177480" imgH="190440" progId="Equation.DSMT4">
                    <p:embed/>
                    <p:pic>
                      <p:nvPicPr>
                        <p:cNvPr id="38" name="Object 7">
                          <a:extLst>
                            <a:ext uri="{FF2B5EF4-FFF2-40B4-BE49-F238E27FC236}">
                              <a16:creationId xmlns:a16="http://schemas.microsoft.com/office/drawing/2014/main" id="{5C23BE03-2286-4D72-94AD-3CC510D49B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4755" y="2484908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7">
              <a:extLst>
                <a:ext uri="{FF2B5EF4-FFF2-40B4-BE49-F238E27FC236}">
                  <a16:creationId xmlns:a16="http://schemas.microsoft.com/office/drawing/2014/main" id="{E819B3B8-F023-40D7-A5EE-1829A1F041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18428"/>
                </p:ext>
              </p:extLst>
            </p:nvPr>
          </p:nvGraphicFramePr>
          <p:xfrm>
            <a:off x="5444330" y="247062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1" name="Equation" r:id="rId24" imgW="228600" imgH="241200" progId="Equation.DSMT4">
                    <p:embed/>
                  </p:oleObj>
                </mc:Choice>
                <mc:Fallback>
                  <p:oleObj name="Equation" r:id="rId24" imgW="228600" imgH="24120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BBB4B532-31A6-4403-BF06-AEB6ED94AF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330" y="247062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FA95E8C-FC80-4DB2-9298-C798FCF5012E}"/>
              </a:ext>
            </a:extLst>
          </p:cNvPr>
          <p:cNvSpPr/>
          <p:nvPr/>
        </p:nvSpPr>
        <p:spPr>
          <a:xfrm>
            <a:off x="6048956" y="1944727"/>
            <a:ext cx="2563874" cy="893826"/>
          </a:xfrm>
          <a:custGeom>
            <a:avLst/>
            <a:gdLst>
              <a:gd name="connsiteX0" fmla="*/ 0 w 1936045"/>
              <a:gd name="connsiteY0" fmla="*/ 237781 h 1005426"/>
              <a:gd name="connsiteX1" fmla="*/ 451556 w 1936045"/>
              <a:gd name="connsiteY1" fmla="*/ 715 h 1005426"/>
              <a:gd name="connsiteX2" fmla="*/ 953911 w 1936045"/>
              <a:gd name="connsiteY2" fmla="*/ 305515 h 1005426"/>
              <a:gd name="connsiteX3" fmla="*/ 1484489 w 1936045"/>
              <a:gd name="connsiteY3" fmla="*/ 401470 h 1005426"/>
              <a:gd name="connsiteX4" fmla="*/ 1936045 w 1936045"/>
              <a:gd name="connsiteY4" fmla="*/ 1005426 h 100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6045" h="1005426">
                <a:moveTo>
                  <a:pt x="0" y="237781"/>
                </a:moveTo>
                <a:cubicBezTo>
                  <a:pt x="146285" y="113603"/>
                  <a:pt x="292571" y="-10574"/>
                  <a:pt x="451556" y="715"/>
                </a:cubicBezTo>
                <a:cubicBezTo>
                  <a:pt x="610541" y="12004"/>
                  <a:pt x="781756" y="238723"/>
                  <a:pt x="953911" y="305515"/>
                </a:cubicBezTo>
                <a:cubicBezTo>
                  <a:pt x="1126066" y="372307"/>
                  <a:pt x="1320800" y="284818"/>
                  <a:pt x="1484489" y="401470"/>
                </a:cubicBezTo>
                <a:cubicBezTo>
                  <a:pt x="1648178" y="518122"/>
                  <a:pt x="1792111" y="761774"/>
                  <a:pt x="1936045" y="1005426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45F03A6-A204-46D8-A37A-97F6B60FA663}"/>
              </a:ext>
            </a:extLst>
          </p:cNvPr>
          <p:cNvCxnSpPr>
            <a:cxnSpLocks/>
            <a:endCxn id="9" idx="0"/>
          </p:cNvCxnSpPr>
          <p:nvPr/>
        </p:nvCxnSpPr>
        <p:spPr>
          <a:xfrm flipH="1" flipV="1">
            <a:off x="6048956" y="2156115"/>
            <a:ext cx="704824" cy="15550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912A162-8137-421E-AD6C-CA00A9AF1A7A}"/>
              </a:ext>
            </a:extLst>
          </p:cNvPr>
          <p:cNvCxnSpPr>
            <a:cxnSpLocks/>
          </p:cNvCxnSpPr>
          <p:nvPr/>
        </p:nvCxnSpPr>
        <p:spPr>
          <a:xfrm flipV="1">
            <a:off x="6743021" y="2835644"/>
            <a:ext cx="1859051" cy="8726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6254B0-7E2D-43D3-8CD2-560AFA0FC533}"/>
              </a:ext>
            </a:extLst>
          </p:cNvPr>
          <p:cNvGrpSpPr/>
          <p:nvPr/>
        </p:nvGrpSpPr>
        <p:grpSpPr>
          <a:xfrm>
            <a:off x="6900848" y="3527425"/>
            <a:ext cx="546115" cy="305329"/>
            <a:chOff x="6831216" y="3049978"/>
            <a:chExt cx="546115" cy="305329"/>
          </a:xfrm>
        </p:grpSpPr>
        <p:sp>
          <p:nvSpPr>
            <p:cNvPr id="81" name="弧形 80">
              <a:extLst>
                <a:ext uri="{FF2B5EF4-FFF2-40B4-BE49-F238E27FC236}">
                  <a16:creationId xmlns:a16="http://schemas.microsoft.com/office/drawing/2014/main" id="{AB764409-7688-4C8B-84BC-87A093C568C5}"/>
                </a:ext>
              </a:extLst>
            </p:cNvPr>
            <p:cNvSpPr/>
            <p:nvPr/>
          </p:nvSpPr>
          <p:spPr>
            <a:xfrm rot="2613343">
              <a:off x="6831216" y="3064058"/>
              <a:ext cx="205303" cy="291249"/>
            </a:xfrm>
            <a:prstGeom prst="arc">
              <a:avLst>
                <a:gd name="adj1" fmla="val 15197491"/>
                <a:gd name="adj2" fmla="val 2044938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6" name="Object 29">
              <a:extLst>
                <a:ext uri="{FF2B5EF4-FFF2-40B4-BE49-F238E27FC236}">
                  <a16:creationId xmlns:a16="http://schemas.microsoft.com/office/drawing/2014/main" id="{F154B7CA-8E0E-4185-8271-860173E2F9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945584"/>
                </p:ext>
              </p:extLst>
            </p:nvPr>
          </p:nvGraphicFramePr>
          <p:xfrm>
            <a:off x="7123331" y="3049978"/>
            <a:ext cx="254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2" name="Equation" r:id="rId26" imgW="253800" imgH="241200" progId="Equation.DSMT4">
                    <p:embed/>
                  </p:oleObj>
                </mc:Choice>
                <mc:Fallback>
                  <p:oleObj name="Equation" r:id="rId26" imgW="253800" imgH="241200" progId="Equation.DSMT4">
                    <p:embed/>
                    <p:pic>
                      <p:nvPicPr>
                        <p:cNvPr id="44" name="Object 29">
                          <a:extLst>
                            <a:ext uri="{FF2B5EF4-FFF2-40B4-BE49-F238E27FC236}">
                              <a16:creationId xmlns:a16="http://schemas.microsoft.com/office/drawing/2014/main" id="{C3CE13AE-39D3-487C-8C4C-67D6FDCF1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3331" y="3049978"/>
                          <a:ext cx="254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32D1787-60DD-45E6-8C3F-0D9CF574BD4A}"/>
              </a:ext>
            </a:extLst>
          </p:cNvPr>
          <p:cNvGrpSpPr/>
          <p:nvPr/>
        </p:nvGrpSpPr>
        <p:grpSpPr>
          <a:xfrm>
            <a:off x="6245419" y="3143250"/>
            <a:ext cx="749108" cy="889609"/>
            <a:chOff x="6175787" y="2665803"/>
            <a:chExt cx="749108" cy="889609"/>
          </a:xfrm>
        </p:grpSpPr>
        <p:sp>
          <p:nvSpPr>
            <p:cNvPr id="31" name="弧形 30">
              <a:extLst>
                <a:ext uri="{FF2B5EF4-FFF2-40B4-BE49-F238E27FC236}">
                  <a16:creationId xmlns:a16="http://schemas.microsoft.com/office/drawing/2014/main" id="{3A01FB60-2BF6-41C9-951D-7600A2962CDE}"/>
                </a:ext>
              </a:extLst>
            </p:cNvPr>
            <p:cNvSpPr/>
            <p:nvPr/>
          </p:nvSpPr>
          <p:spPr>
            <a:xfrm>
              <a:off x="6175787" y="2943464"/>
              <a:ext cx="749108" cy="611948"/>
            </a:xfrm>
            <a:prstGeom prst="arc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9" name="Object 29">
              <a:extLst>
                <a:ext uri="{FF2B5EF4-FFF2-40B4-BE49-F238E27FC236}">
                  <a16:creationId xmlns:a16="http://schemas.microsoft.com/office/drawing/2014/main" id="{7956970C-1577-470E-82D1-445EEFE6E2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4161398"/>
                </p:ext>
              </p:extLst>
            </p:nvPr>
          </p:nvGraphicFramePr>
          <p:xfrm>
            <a:off x="6583581" y="2665803"/>
            <a:ext cx="2667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3" name="Equation" r:id="rId28" imgW="266400" imgH="291960" progId="Equation.DSMT4">
                    <p:embed/>
                  </p:oleObj>
                </mc:Choice>
                <mc:Fallback>
                  <p:oleObj name="Equation" r:id="rId28" imgW="266400" imgH="291960" progId="Equation.DSMT4">
                    <p:embed/>
                    <p:pic>
                      <p:nvPicPr>
                        <p:cNvPr id="44" name="Object 29">
                          <a:extLst>
                            <a:ext uri="{FF2B5EF4-FFF2-40B4-BE49-F238E27FC236}">
                              <a16:creationId xmlns:a16="http://schemas.microsoft.com/office/drawing/2014/main" id="{C3CE13AE-39D3-487C-8C4C-67D6FDCF1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3581" y="2665803"/>
                          <a:ext cx="266700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6C3075D-FC43-4121-8443-AD201E16BF10}"/>
              </a:ext>
            </a:extLst>
          </p:cNvPr>
          <p:cNvCxnSpPr>
            <a:cxnSpLocks/>
          </p:cNvCxnSpPr>
          <p:nvPr/>
        </p:nvCxnSpPr>
        <p:spPr>
          <a:xfrm flipV="1">
            <a:off x="6762337" y="2256946"/>
            <a:ext cx="1120693" cy="1447407"/>
          </a:xfrm>
          <a:prstGeom prst="line">
            <a:avLst/>
          </a:prstGeom>
          <a:solidFill>
            <a:schemeClr val="lt1"/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4EAF0B0-A5D9-4A86-8A56-4F60624387C9}"/>
              </a:ext>
            </a:extLst>
          </p:cNvPr>
          <p:cNvCxnSpPr>
            <a:cxnSpLocks/>
            <a:stCxn id="57" idx="1"/>
            <a:endCxn id="56" idx="0"/>
          </p:cNvCxnSpPr>
          <p:nvPr/>
        </p:nvCxnSpPr>
        <p:spPr>
          <a:xfrm flipV="1">
            <a:off x="6768391" y="2032745"/>
            <a:ext cx="640193" cy="1649676"/>
          </a:xfrm>
          <a:prstGeom prst="line">
            <a:avLst/>
          </a:prstGeom>
          <a:solidFill>
            <a:schemeClr val="lt1"/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0B274DA-F351-4E48-B1BB-FAF919827A26}"/>
              </a:ext>
            </a:extLst>
          </p:cNvPr>
          <p:cNvGrpSpPr/>
          <p:nvPr/>
        </p:nvGrpSpPr>
        <p:grpSpPr>
          <a:xfrm>
            <a:off x="6684549" y="3148013"/>
            <a:ext cx="813214" cy="1048291"/>
            <a:chOff x="6612741" y="2675577"/>
            <a:chExt cx="813214" cy="1048291"/>
          </a:xfrm>
        </p:grpSpPr>
        <p:graphicFrame>
          <p:nvGraphicFramePr>
            <p:cNvPr id="52" name="Object 8">
              <a:extLst>
                <a:ext uri="{FF2B5EF4-FFF2-40B4-BE49-F238E27FC236}">
                  <a16:creationId xmlns:a16="http://schemas.microsoft.com/office/drawing/2014/main" id="{18FC32F7-0B5A-4A09-8BB6-E39776126D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1222674"/>
                </p:ext>
              </p:extLst>
            </p:nvPr>
          </p:nvGraphicFramePr>
          <p:xfrm>
            <a:off x="7219580" y="2675577"/>
            <a:ext cx="2063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4" name="Equation" r:id="rId30" imgW="228600" imgH="291960" progId="Equation.DSMT4">
                    <p:embed/>
                  </p:oleObj>
                </mc:Choice>
                <mc:Fallback>
                  <p:oleObj name="Equation" r:id="rId30" imgW="228600" imgH="291960" progId="Equation.DSMT4">
                    <p:embed/>
                    <p:pic>
                      <p:nvPicPr>
                        <p:cNvPr id="173064" name="Object 8">
                          <a:extLst>
                            <a:ext uri="{FF2B5EF4-FFF2-40B4-BE49-F238E27FC236}">
                              <a16:creationId xmlns:a16="http://schemas.microsoft.com/office/drawing/2014/main" id="{1982F105-D828-408B-A914-2838618F50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9580" y="2675577"/>
                          <a:ext cx="206375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弧形 1">
              <a:extLst>
                <a:ext uri="{FF2B5EF4-FFF2-40B4-BE49-F238E27FC236}">
                  <a16:creationId xmlns:a16="http://schemas.microsoft.com/office/drawing/2014/main" id="{2A7BFA8F-AEC1-470A-872A-31BA1AA36B90}"/>
                </a:ext>
              </a:extLst>
            </p:cNvPr>
            <p:cNvSpPr/>
            <p:nvPr/>
          </p:nvSpPr>
          <p:spPr>
            <a:xfrm>
              <a:off x="6612741" y="2727441"/>
              <a:ext cx="808701" cy="996427"/>
            </a:xfrm>
            <a:prstGeom prst="arc">
              <a:avLst>
                <a:gd name="adj1" fmla="val 16455616"/>
                <a:gd name="adj2" fmla="val 20369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A732559E-5C99-4978-9024-E0A3A471B7AE}"/>
              </a:ext>
            </a:extLst>
          </p:cNvPr>
          <p:cNvSpPr/>
          <p:nvPr/>
        </p:nvSpPr>
        <p:spPr>
          <a:xfrm>
            <a:off x="7408584" y="2032745"/>
            <a:ext cx="471945" cy="219659"/>
          </a:xfrm>
          <a:custGeom>
            <a:avLst/>
            <a:gdLst>
              <a:gd name="connsiteX0" fmla="*/ 0 w 390939"/>
              <a:gd name="connsiteY0" fmla="*/ 0 h 185530"/>
              <a:gd name="connsiteX1" fmla="*/ 198783 w 390939"/>
              <a:gd name="connsiteY1" fmla="*/ 46383 h 185530"/>
              <a:gd name="connsiteX2" fmla="*/ 390939 w 390939"/>
              <a:gd name="connsiteY2" fmla="*/ 185530 h 18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939" h="185530">
                <a:moveTo>
                  <a:pt x="0" y="0"/>
                </a:moveTo>
                <a:cubicBezTo>
                  <a:pt x="66813" y="7730"/>
                  <a:pt x="133627" y="15461"/>
                  <a:pt x="198783" y="46383"/>
                </a:cubicBezTo>
                <a:cubicBezTo>
                  <a:pt x="263940" y="77305"/>
                  <a:pt x="327439" y="131417"/>
                  <a:pt x="390939" y="18553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559BC9F-EA55-42C9-833E-1F32C4CB7A62}"/>
              </a:ext>
            </a:extLst>
          </p:cNvPr>
          <p:cNvGrpSpPr/>
          <p:nvPr/>
        </p:nvGrpSpPr>
        <p:grpSpPr>
          <a:xfrm>
            <a:off x="6557963" y="2586038"/>
            <a:ext cx="497212" cy="828861"/>
            <a:chOff x="6523942" y="2172734"/>
            <a:chExt cx="497212" cy="828861"/>
          </a:xfrm>
        </p:grpSpPr>
        <p:sp>
          <p:nvSpPr>
            <p:cNvPr id="5" name="弧形 4">
              <a:extLst>
                <a:ext uri="{FF2B5EF4-FFF2-40B4-BE49-F238E27FC236}">
                  <a16:creationId xmlns:a16="http://schemas.microsoft.com/office/drawing/2014/main" id="{B43EB48D-60EF-4941-AD65-51A905D191F5}"/>
                </a:ext>
              </a:extLst>
            </p:cNvPr>
            <p:cNvSpPr/>
            <p:nvPr/>
          </p:nvSpPr>
          <p:spPr>
            <a:xfrm>
              <a:off x="6794742" y="2854929"/>
              <a:ext cx="226412" cy="146666"/>
            </a:xfrm>
            <a:prstGeom prst="arc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3" name="Object 8">
              <a:extLst>
                <a:ext uri="{FF2B5EF4-FFF2-40B4-BE49-F238E27FC236}">
                  <a16:creationId xmlns:a16="http://schemas.microsoft.com/office/drawing/2014/main" id="{4F4BBBEA-4CF9-4333-BCFD-1E57B47642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916436"/>
                </p:ext>
              </p:extLst>
            </p:nvPr>
          </p:nvGraphicFramePr>
          <p:xfrm>
            <a:off x="6523942" y="2172734"/>
            <a:ext cx="307975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35" name="Equation" r:id="rId32" imgW="342720" imgH="304560" progId="Equation.DSMT4">
                    <p:embed/>
                  </p:oleObj>
                </mc:Choice>
                <mc:Fallback>
                  <p:oleObj name="Equation" r:id="rId32" imgW="342720" imgH="304560" progId="Equation.DSMT4">
                    <p:embed/>
                    <p:pic>
                      <p:nvPicPr>
                        <p:cNvPr id="173064" name="Object 8">
                          <a:extLst>
                            <a:ext uri="{FF2B5EF4-FFF2-40B4-BE49-F238E27FC236}">
                              <a16:creationId xmlns:a16="http://schemas.microsoft.com/office/drawing/2014/main" id="{1982F105-D828-408B-A914-2838618F50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3942" y="2172734"/>
                          <a:ext cx="307975" cy="303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7B52CA4-88E8-4114-9E65-AE13C844C95D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>
              <a:off x="6855695" y="2324204"/>
              <a:ext cx="125318" cy="49598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Object 6">
            <a:extLst>
              <a:ext uri="{FF2B5EF4-FFF2-40B4-BE49-F238E27FC236}">
                <a16:creationId xmlns:a16="http://schemas.microsoft.com/office/drawing/2014/main" id="{3F7E88F6-3017-45CC-9750-D86B412C1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317208"/>
              </p:ext>
            </p:extLst>
          </p:nvPr>
        </p:nvGraphicFramePr>
        <p:xfrm>
          <a:off x="6242734" y="1684892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36" name="Equation" r:id="rId34" imgW="939600" imgH="304560" progId="Equation.DSMT4">
                  <p:embed/>
                </p:oleObj>
              </mc:Choice>
              <mc:Fallback>
                <p:oleObj name="Equation" r:id="rId34" imgW="939600" imgH="304560" progId="Equation.DSMT4">
                  <p:embed/>
                  <p:pic>
                    <p:nvPicPr>
                      <p:cNvPr id="173062" name="Object 6">
                        <a:extLst>
                          <a:ext uri="{FF2B5EF4-FFF2-40B4-BE49-F238E27FC236}">
                            <a16:creationId xmlns:a16="http://schemas.microsoft.com/office/drawing/2014/main" id="{994746D6-251A-421E-9796-E61543A3A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734" y="1684892"/>
                        <a:ext cx="939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7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7" grpId="0" animBg="1"/>
      <p:bldP spid="173058" grpId="0" animBg="1"/>
      <p:bldP spid="173061" grpId="0" autoUpdateAnimBg="0"/>
      <p:bldP spid="173065" grpId="0" autoUpdateAnimBg="0"/>
      <p:bldP spid="173088" grpId="0" autoUpdateAnimBg="0"/>
      <p:bldP spid="173090" grpId="0" autoUpdateAnimBg="0"/>
      <p:bldP spid="47" grpId="0" autoUpdateAnimBg="0"/>
      <p:bldP spid="48" grpId="0" autoUpdateAnimBg="0"/>
      <p:bldP spid="9" grpId="0" animBg="1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3BDE95C1-4618-4A78-B49B-ABEF1EE185AA}"/>
              </a:ext>
            </a:extLst>
          </p:cNvPr>
          <p:cNvSpPr txBox="1">
            <a:spLocks noChangeArrowheads="1"/>
          </p:cNvSpPr>
          <p:nvPr/>
        </p:nvSpPr>
        <p:spPr>
          <a:xfrm>
            <a:off x="881924" y="362230"/>
            <a:ext cx="6223577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6 </a:t>
            </a:r>
            <a:r>
              <a:rPr lang="zh-CN" altLang="en-US" sz="2400" b="1" dirty="0">
                <a:latin typeface="+mj-ea"/>
              </a:rPr>
              <a:t>求曲线                所围图形面积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CBD7109-9BD0-4456-9FEA-6074836B0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173099"/>
              </p:ext>
            </p:extLst>
          </p:nvPr>
        </p:nvGraphicFramePr>
        <p:xfrm>
          <a:off x="2596912" y="448919"/>
          <a:ext cx="233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3" name="Equation" r:id="rId3" imgW="2336760" imgH="342720" progId="Equation.DSMT4">
                  <p:embed/>
                </p:oleObj>
              </mc:Choice>
              <mc:Fallback>
                <p:oleObj name="Equation" r:id="rId3" imgW="2336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6912" y="448919"/>
                        <a:ext cx="233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>
            <a:extLst>
              <a:ext uri="{FF2B5EF4-FFF2-40B4-BE49-F238E27FC236}">
                <a16:creationId xmlns:a16="http://schemas.microsoft.com/office/drawing/2014/main" id="{2A5AADAE-DDC1-49C3-8E18-7F5EB473A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796" y="1267160"/>
            <a:ext cx="71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7FD3E7C-2CEF-4299-AFC6-5B2E937FC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795260"/>
              </p:ext>
            </p:extLst>
          </p:nvPr>
        </p:nvGraphicFramePr>
        <p:xfrm>
          <a:off x="1495425" y="1347788"/>
          <a:ext cx="273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4" name="Equation" r:id="rId5" imgW="2730240" imgH="342720" progId="Equation.DSMT4">
                  <p:embed/>
                </p:oleObj>
              </mc:Choice>
              <mc:Fallback>
                <p:oleObj name="Equation" r:id="rId5" imgW="27302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CBD7109-9BD0-4456-9FEA-6074836B0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5425" y="1347788"/>
                        <a:ext cx="2730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97F6220-9480-478B-AA2D-EC565C164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846665"/>
              </p:ext>
            </p:extLst>
          </p:nvPr>
        </p:nvGraphicFramePr>
        <p:xfrm>
          <a:off x="4225925" y="1100026"/>
          <a:ext cx="3048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5" name="Equation" r:id="rId7" imgW="3047760" imgH="876240" progId="Equation.DSMT4">
                  <p:embed/>
                </p:oleObj>
              </mc:Choice>
              <mc:Fallback>
                <p:oleObj name="Equation" r:id="rId7" imgW="30477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5925" y="1100026"/>
                        <a:ext cx="30480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32D9D9F-5D8D-4BA0-8572-36111FB14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313328"/>
              </p:ext>
            </p:extLst>
          </p:nvPr>
        </p:nvGraphicFramePr>
        <p:xfrm>
          <a:off x="1670340" y="1914208"/>
          <a:ext cx="257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6" name="Equation" r:id="rId9" imgW="2577960" imgH="406080" progId="Equation.DSMT4">
                  <p:embed/>
                </p:oleObj>
              </mc:Choice>
              <mc:Fallback>
                <p:oleObj name="Equation" r:id="rId9" imgW="25779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97F6220-9480-478B-AA2D-EC565C1643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0340" y="1914208"/>
                        <a:ext cx="2578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E6362D38-2C10-45E9-8A3A-89E964D3689A}"/>
              </a:ext>
            </a:extLst>
          </p:cNvPr>
          <p:cNvGrpSpPr/>
          <p:nvPr/>
        </p:nvGrpSpPr>
        <p:grpSpPr>
          <a:xfrm>
            <a:off x="5749925" y="2337111"/>
            <a:ext cx="2519362" cy="1660127"/>
            <a:chOff x="6270038" y="2571427"/>
            <a:chExt cx="2519362" cy="1660127"/>
          </a:xfrm>
        </p:grpSpPr>
        <p:sp>
          <p:nvSpPr>
            <p:cNvPr id="5" name="Line 19">
              <a:extLst>
                <a:ext uri="{FF2B5EF4-FFF2-40B4-BE49-F238E27FC236}">
                  <a16:creationId xmlns:a16="http://schemas.microsoft.com/office/drawing/2014/main" id="{92B774D3-90CC-47EC-81DC-F885D103E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62126" y="2571427"/>
              <a:ext cx="8384" cy="16601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79CA5B2-302E-46B2-B0FA-E74DAD2B18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4958268"/>
                </p:ext>
              </p:extLst>
            </p:nvPr>
          </p:nvGraphicFramePr>
          <p:xfrm>
            <a:off x="6833526" y="3508548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47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833526" y="3508548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F527EBB-7320-48E1-9BB1-80DDD55C24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0925482"/>
                </p:ext>
              </p:extLst>
            </p:nvPr>
          </p:nvGraphicFramePr>
          <p:xfrm>
            <a:off x="8608193" y="359248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48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608193" y="359248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93E1ACC-F401-4F42-9A37-90C6058369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7969305"/>
                </p:ext>
              </p:extLst>
            </p:nvPr>
          </p:nvGraphicFramePr>
          <p:xfrm>
            <a:off x="6825812" y="2664891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49" name="Equation" r:id="rId15" imgW="190440" imgH="241200" progId="Equation.DSMT4">
                    <p:embed/>
                  </p:oleObj>
                </mc:Choice>
                <mc:Fallback>
                  <p:oleObj name="Equation" r:id="rId15" imgW="190440" imgH="24120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9F527EBB-7320-48E1-9BB1-80DDD55C24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25812" y="2664891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0E6AEB5-AD78-4DBF-BE0D-E673E97DC848}"/>
                </a:ext>
              </a:extLst>
            </p:cNvPr>
            <p:cNvSpPr/>
            <p:nvPr/>
          </p:nvSpPr>
          <p:spPr>
            <a:xfrm>
              <a:off x="7070510" y="3070498"/>
              <a:ext cx="877482" cy="874712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8AAFF90-144B-4D2A-A4CB-4622A92F29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347201"/>
                </p:ext>
              </p:extLst>
            </p:nvPr>
          </p:nvGraphicFramePr>
          <p:xfrm>
            <a:off x="7447814" y="353439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50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447814" y="353439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042CB21-6324-4C34-9232-D45C2DA9C8D4}"/>
                </a:ext>
              </a:extLst>
            </p:cNvPr>
            <p:cNvSpPr/>
            <p:nvPr/>
          </p:nvSpPr>
          <p:spPr>
            <a:xfrm>
              <a:off x="7470148" y="3488676"/>
              <a:ext cx="61437" cy="45719"/>
            </a:xfrm>
            <a:prstGeom prst="ellipse">
              <a:avLst/>
            </a:prstGeom>
            <a:solidFill>
              <a:schemeClr val="tx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F4292BB7-1532-465A-835D-62BB6DE61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0038" y="3507854"/>
              <a:ext cx="251936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33A4FD2-5384-438D-95FF-2D598FD1F7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63973"/>
              </p:ext>
            </p:extLst>
          </p:nvPr>
        </p:nvGraphicFramePr>
        <p:xfrm>
          <a:off x="1275370" y="2785541"/>
          <a:ext cx="3581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1" name="Equation" r:id="rId19" imgW="3581280" imgH="863280" progId="Equation.DSMT4">
                  <p:embed/>
                </p:oleObj>
              </mc:Choice>
              <mc:Fallback>
                <p:oleObj name="Equation" r:id="rId19" imgW="35812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75370" y="2785541"/>
                        <a:ext cx="35814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25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34071564-F4E7-4447-9ED9-9F0642E62DCE}"/>
              </a:ext>
            </a:extLst>
          </p:cNvPr>
          <p:cNvSpPr>
            <a:spLocks/>
          </p:cNvSpPr>
          <p:nvPr/>
        </p:nvSpPr>
        <p:spPr>
          <a:xfrm rot="10800000">
            <a:off x="6307922" y="1949213"/>
            <a:ext cx="1875926" cy="2138657"/>
          </a:xfrm>
          <a:custGeom>
            <a:avLst/>
            <a:gdLst/>
            <a:ahLst/>
            <a:cxnLst/>
            <a:rect l="0" t="0" r="0" b="0"/>
            <a:pathLst>
              <a:path w="1543049" h="1336315">
                <a:moveTo>
                  <a:pt x="1371600" y="668157"/>
                </a:moveTo>
                <a:cubicBezTo>
                  <a:pt x="1371614" y="668157"/>
                  <a:pt x="1371654" y="668157"/>
                  <a:pt x="1371722" y="668155"/>
                </a:cubicBezTo>
                <a:cubicBezTo>
                  <a:pt x="1371816" y="668153"/>
                  <a:pt x="1371938" y="668149"/>
                  <a:pt x="1372087" y="668143"/>
                </a:cubicBezTo>
                <a:cubicBezTo>
                  <a:pt x="1372263" y="668135"/>
                  <a:pt x="1372465" y="668124"/>
                  <a:pt x="1372695" y="668110"/>
                </a:cubicBezTo>
                <a:cubicBezTo>
                  <a:pt x="1372950" y="668093"/>
                  <a:pt x="1373233" y="668072"/>
                  <a:pt x="1373543" y="668047"/>
                </a:cubicBezTo>
                <a:cubicBezTo>
                  <a:pt x="1373879" y="668017"/>
                  <a:pt x="1374242" y="667982"/>
                  <a:pt x="1374630" y="667942"/>
                </a:cubicBezTo>
                <a:cubicBezTo>
                  <a:pt x="1375045" y="667896"/>
                  <a:pt x="1375487" y="667845"/>
                  <a:pt x="1375953" y="667786"/>
                </a:cubicBezTo>
                <a:cubicBezTo>
                  <a:pt x="1376446" y="667721"/>
                  <a:pt x="1376965" y="667649"/>
                  <a:pt x="1377510" y="667569"/>
                </a:cubicBezTo>
                <a:cubicBezTo>
                  <a:pt x="1378079" y="667481"/>
                  <a:pt x="1378674" y="667385"/>
                  <a:pt x="1379294" y="667280"/>
                </a:cubicBezTo>
                <a:cubicBezTo>
                  <a:pt x="1379939" y="667166"/>
                  <a:pt x="1380610" y="667043"/>
                  <a:pt x="1381303" y="666911"/>
                </a:cubicBezTo>
                <a:cubicBezTo>
                  <a:pt x="1382023" y="666768"/>
                  <a:pt x="1382765" y="666614"/>
                  <a:pt x="1383532" y="666450"/>
                </a:cubicBezTo>
                <a:cubicBezTo>
                  <a:pt x="1384323" y="666275"/>
                  <a:pt x="1385137" y="666088"/>
                  <a:pt x="1385974" y="665889"/>
                </a:cubicBezTo>
                <a:cubicBezTo>
                  <a:pt x="1386835" y="665678"/>
                  <a:pt x="1387718" y="665455"/>
                  <a:pt x="1388625" y="665219"/>
                </a:cubicBezTo>
                <a:cubicBezTo>
                  <a:pt x="1389553" y="664969"/>
                  <a:pt x="1390503" y="664706"/>
                  <a:pt x="1391475" y="664429"/>
                </a:cubicBezTo>
                <a:cubicBezTo>
                  <a:pt x="1392468" y="664138"/>
                  <a:pt x="1393483" y="663833"/>
                  <a:pt x="1394520" y="663512"/>
                </a:cubicBezTo>
                <a:cubicBezTo>
                  <a:pt x="1395576" y="663177"/>
                  <a:pt x="1396653" y="662826"/>
                  <a:pt x="1397750" y="662459"/>
                </a:cubicBezTo>
                <a:cubicBezTo>
                  <a:pt x="1398866" y="662076"/>
                  <a:pt x="1400001" y="661677"/>
                  <a:pt x="1401156" y="661261"/>
                </a:cubicBezTo>
                <a:cubicBezTo>
                  <a:pt x="1402331" y="660828"/>
                  <a:pt x="1403523" y="660378"/>
                  <a:pt x="1404733" y="659910"/>
                </a:cubicBezTo>
                <a:cubicBezTo>
                  <a:pt x="1405961" y="659424"/>
                  <a:pt x="1407206" y="658920"/>
                  <a:pt x="1408468" y="658398"/>
                </a:cubicBezTo>
                <a:cubicBezTo>
                  <a:pt x="1409747" y="657857"/>
                  <a:pt x="1411042" y="657296"/>
                  <a:pt x="1412353" y="656717"/>
                </a:cubicBezTo>
                <a:cubicBezTo>
                  <a:pt x="1413680" y="656118"/>
                  <a:pt x="1415021" y="655499"/>
                  <a:pt x="1416377" y="654861"/>
                </a:cubicBezTo>
                <a:cubicBezTo>
                  <a:pt x="1417748" y="654201"/>
                  <a:pt x="1419133" y="653521"/>
                  <a:pt x="1420530" y="652821"/>
                </a:cubicBezTo>
                <a:cubicBezTo>
                  <a:pt x="1421941" y="652099"/>
                  <a:pt x="1423365" y="651356"/>
                  <a:pt x="1424801" y="650592"/>
                </a:cubicBezTo>
                <a:cubicBezTo>
                  <a:pt x="1426249" y="649806"/>
                  <a:pt x="1427707" y="648998"/>
                  <a:pt x="1429177" y="648167"/>
                </a:cubicBezTo>
                <a:cubicBezTo>
                  <a:pt x="1430658" y="647314"/>
                  <a:pt x="1432148" y="646439"/>
                  <a:pt x="1433648" y="645540"/>
                </a:cubicBezTo>
                <a:cubicBezTo>
                  <a:pt x="1435157" y="644619"/>
                  <a:pt x="1436675" y="643674"/>
                  <a:pt x="1438201" y="642706"/>
                </a:cubicBezTo>
                <a:cubicBezTo>
                  <a:pt x="1439735" y="641714"/>
                  <a:pt x="1441275" y="640699"/>
                  <a:pt x="1442823" y="639659"/>
                </a:cubicBezTo>
                <a:cubicBezTo>
                  <a:pt x="1444377" y="638595"/>
                  <a:pt x="1445937" y="637507"/>
                  <a:pt x="1447501" y="636395"/>
                </a:cubicBezTo>
                <a:cubicBezTo>
                  <a:pt x="1449070" y="635257"/>
                  <a:pt x="1450645" y="634095"/>
                  <a:pt x="1452222" y="632908"/>
                </a:cubicBezTo>
                <a:cubicBezTo>
                  <a:pt x="1453804" y="631696"/>
                  <a:pt x="1455387" y="630458"/>
                  <a:pt x="1456973" y="629195"/>
                </a:cubicBezTo>
                <a:cubicBezTo>
                  <a:pt x="1458561" y="627907"/>
                  <a:pt x="1460150" y="626593"/>
                  <a:pt x="1461740" y="625253"/>
                </a:cubicBezTo>
                <a:cubicBezTo>
                  <a:pt x="1463330" y="623888"/>
                  <a:pt x="1464920" y="622496"/>
                  <a:pt x="1466509" y="621078"/>
                </a:cubicBezTo>
                <a:cubicBezTo>
                  <a:pt x="1468096" y="619635"/>
                  <a:pt x="1469682" y="618165"/>
                  <a:pt x="1471265" y="616668"/>
                </a:cubicBezTo>
                <a:cubicBezTo>
                  <a:pt x="1472845" y="615146"/>
                  <a:pt x="1474422" y="613596"/>
                  <a:pt x="1475994" y="612020"/>
                </a:cubicBezTo>
                <a:cubicBezTo>
                  <a:pt x="1477562" y="610418"/>
                  <a:pt x="1479124" y="608788"/>
                  <a:pt x="1480682" y="607132"/>
                </a:cubicBezTo>
                <a:cubicBezTo>
                  <a:pt x="1482232" y="605450"/>
                  <a:pt x="1483776" y="603740"/>
                  <a:pt x="1485312" y="602004"/>
                </a:cubicBezTo>
                <a:cubicBezTo>
                  <a:pt x="1486841" y="600240"/>
                  <a:pt x="1488361" y="598450"/>
                  <a:pt x="1489873" y="596633"/>
                </a:cubicBezTo>
                <a:cubicBezTo>
                  <a:pt x="1491374" y="594789"/>
                  <a:pt x="1492865" y="592918"/>
                  <a:pt x="1494345" y="591019"/>
                </a:cubicBezTo>
                <a:cubicBezTo>
                  <a:pt x="1495815" y="589095"/>
                  <a:pt x="1497272" y="587143"/>
                  <a:pt x="1498718" y="585164"/>
                </a:cubicBezTo>
                <a:cubicBezTo>
                  <a:pt x="1500150" y="583158"/>
                  <a:pt x="1501568" y="581125"/>
                  <a:pt x="1502973" y="579066"/>
                </a:cubicBezTo>
                <a:cubicBezTo>
                  <a:pt x="1504362" y="576980"/>
                  <a:pt x="1505737" y="574867"/>
                  <a:pt x="1507096" y="572728"/>
                </a:cubicBezTo>
                <a:cubicBezTo>
                  <a:pt x="1508438" y="570561"/>
                  <a:pt x="1509764" y="568369"/>
                  <a:pt x="1511072" y="566149"/>
                </a:cubicBezTo>
                <a:cubicBezTo>
                  <a:pt x="1512363" y="563904"/>
                  <a:pt x="1513634" y="561631"/>
                  <a:pt x="1514887" y="559333"/>
                </a:cubicBezTo>
                <a:cubicBezTo>
                  <a:pt x="1516119" y="557009"/>
                  <a:pt x="1517331" y="554658"/>
                  <a:pt x="1518523" y="552282"/>
                </a:cubicBezTo>
                <a:cubicBezTo>
                  <a:pt x="1519693" y="549879"/>
                  <a:pt x="1520841" y="547451"/>
                  <a:pt x="1521968" y="544997"/>
                </a:cubicBezTo>
                <a:cubicBezTo>
                  <a:pt x="1523071" y="542519"/>
                  <a:pt x="1524150" y="540014"/>
                  <a:pt x="1525205" y="537484"/>
                </a:cubicBezTo>
                <a:cubicBezTo>
                  <a:pt x="1526235" y="534929"/>
                  <a:pt x="1527240" y="532350"/>
                  <a:pt x="1528219" y="529745"/>
                </a:cubicBezTo>
                <a:cubicBezTo>
                  <a:pt x="1529173" y="527116"/>
                  <a:pt x="1530099" y="524463"/>
                  <a:pt x="1530997" y="521785"/>
                </a:cubicBezTo>
                <a:cubicBezTo>
                  <a:pt x="1531868" y="519084"/>
                  <a:pt x="1532710" y="516358"/>
                  <a:pt x="1533523" y="513609"/>
                </a:cubicBezTo>
                <a:cubicBezTo>
                  <a:pt x="1534308" y="510836"/>
                  <a:pt x="1535061" y="508040"/>
                  <a:pt x="1535785" y="505220"/>
                </a:cubicBezTo>
                <a:cubicBezTo>
                  <a:pt x="1536477" y="502378"/>
                  <a:pt x="1537137" y="499514"/>
                  <a:pt x="1537765" y="496627"/>
                </a:cubicBezTo>
                <a:cubicBezTo>
                  <a:pt x="1538360" y="493717"/>
                  <a:pt x="1538923" y="490786"/>
                  <a:pt x="1539452" y="487833"/>
                </a:cubicBezTo>
                <a:cubicBezTo>
                  <a:pt x="1539946" y="484858"/>
                  <a:pt x="1540407" y="481863"/>
                  <a:pt x="1540832" y="478846"/>
                </a:cubicBezTo>
                <a:cubicBezTo>
                  <a:pt x="1541221" y="475809"/>
                  <a:pt x="1541574" y="472751"/>
                  <a:pt x="1541890" y="469673"/>
                </a:cubicBezTo>
                <a:cubicBezTo>
                  <a:pt x="1542170" y="466576"/>
                  <a:pt x="1542411" y="463458"/>
                  <a:pt x="1542615" y="460321"/>
                </a:cubicBezTo>
                <a:cubicBezTo>
                  <a:pt x="1542781" y="457165"/>
                  <a:pt x="1542907" y="453991"/>
                  <a:pt x="1542994" y="450798"/>
                </a:cubicBezTo>
                <a:cubicBezTo>
                  <a:pt x="1543041" y="447587"/>
                  <a:pt x="1543048" y="444358"/>
                  <a:pt x="1543014" y="441112"/>
                </a:cubicBezTo>
                <a:cubicBezTo>
                  <a:pt x="1542938" y="437849"/>
                  <a:pt x="1542821" y="434568"/>
                  <a:pt x="1542662" y="431271"/>
                </a:cubicBezTo>
                <a:cubicBezTo>
                  <a:pt x="1542462" y="427958"/>
                  <a:pt x="1542217" y="424630"/>
                  <a:pt x="1541929" y="421286"/>
                </a:cubicBezTo>
                <a:cubicBezTo>
                  <a:pt x="1541598" y="417926"/>
                  <a:pt x="1541223" y="414552"/>
                  <a:pt x="1540803" y="411164"/>
                </a:cubicBezTo>
                <a:cubicBezTo>
                  <a:pt x="1540338" y="407761"/>
                  <a:pt x="1539828" y="404345"/>
                  <a:pt x="1539272" y="400915"/>
                </a:cubicBezTo>
                <a:cubicBezTo>
                  <a:pt x="1538670" y="397473"/>
                  <a:pt x="1538022" y="394018"/>
                  <a:pt x="1537327" y="390551"/>
                </a:cubicBezTo>
                <a:cubicBezTo>
                  <a:pt x="1536585" y="387072"/>
                  <a:pt x="1535795" y="383582"/>
                  <a:pt x="1534957" y="380080"/>
                </a:cubicBezTo>
                <a:cubicBezTo>
                  <a:pt x="1534071" y="376569"/>
                  <a:pt x="1533138" y="373047"/>
                  <a:pt x="1532155" y="369515"/>
                </a:cubicBezTo>
                <a:cubicBezTo>
                  <a:pt x="1531123" y="365974"/>
                  <a:pt x="1530041" y="362424"/>
                  <a:pt x="1528911" y="358866"/>
                </a:cubicBezTo>
                <a:cubicBezTo>
                  <a:pt x="1527729" y="355299"/>
                  <a:pt x="1526498" y="351725"/>
                  <a:pt x="1525215" y="348144"/>
                </a:cubicBezTo>
                <a:cubicBezTo>
                  <a:pt x="1523882" y="344555"/>
                  <a:pt x="1522498" y="340961"/>
                  <a:pt x="1521062" y="337361"/>
                </a:cubicBezTo>
                <a:cubicBezTo>
                  <a:pt x="1519575" y="333755"/>
                  <a:pt x="1518035" y="330144"/>
                  <a:pt x="1516444" y="326529"/>
                </a:cubicBezTo>
                <a:cubicBezTo>
                  <a:pt x="1514800" y="322909"/>
                  <a:pt x="1513104" y="319286"/>
                  <a:pt x="1511354" y="315660"/>
                </a:cubicBezTo>
                <a:cubicBezTo>
                  <a:pt x="1509552" y="312030"/>
                  <a:pt x="1507696" y="308399"/>
                  <a:pt x="1505786" y="304766"/>
                </a:cubicBezTo>
                <a:cubicBezTo>
                  <a:pt x="1503824" y="301131"/>
                  <a:pt x="1501808" y="297496"/>
                  <a:pt x="1499736" y="293860"/>
                </a:cubicBezTo>
                <a:cubicBezTo>
                  <a:pt x="1497612" y="290225"/>
                  <a:pt x="1495432" y="286590"/>
                  <a:pt x="1493199" y="282956"/>
                </a:cubicBezTo>
                <a:cubicBezTo>
                  <a:pt x="1490911" y="279323"/>
                  <a:pt x="1488567" y="275693"/>
                  <a:pt x="1486169" y="272065"/>
                </a:cubicBezTo>
                <a:cubicBezTo>
                  <a:pt x="1483716" y="268440"/>
                  <a:pt x="1481208" y="264819"/>
                  <a:pt x="1478645" y="261202"/>
                </a:cubicBezTo>
                <a:cubicBezTo>
                  <a:pt x="1476025" y="257589"/>
                  <a:pt x="1473351" y="253981"/>
                  <a:pt x="1470622" y="250379"/>
                </a:cubicBezTo>
                <a:cubicBezTo>
                  <a:pt x="1467837" y="246783"/>
                  <a:pt x="1464996" y="243193"/>
                  <a:pt x="1462099" y="239610"/>
                </a:cubicBezTo>
                <a:cubicBezTo>
                  <a:pt x="1459147" y="236035"/>
                  <a:pt x="1456139" y="232467"/>
                  <a:pt x="1453075" y="228909"/>
                </a:cubicBezTo>
                <a:cubicBezTo>
                  <a:pt x="1449955" y="225359"/>
                  <a:pt x="1446780" y="221819"/>
                  <a:pt x="1443548" y="218288"/>
                </a:cubicBezTo>
                <a:cubicBezTo>
                  <a:pt x="1440261" y="214769"/>
                  <a:pt x="1436918" y="211260"/>
                  <a:pt x="1433519" y="207763"/>
                </a:cubicBezTo>
                <a:cubicBezTo>
                  <a:pt x="1430065" y="204278"/>
                  <a:pt x="1426555" y="200806"/>
                  <a:pt x="1422988" y="197347"/>
                </a:cubicBezTo>
                <a:cubicBezTo>
                  <a:pt x="1419367" y="193901"/>
                  <a:pt x="1415690" y="190470"/>
                  <a:pt x="1411956" y="187053"/>
                </a:cubicBezTo>
                <a:cubicBezTo>
                  <a:pt x="1408168" y="183652"/>
                  <a:pt x="1404325" y="180266"/>
                  <a:pt x="1400426" y="176896"/>
                </a:cubicBezTo>
                <a:cubicBezTo>
                  <a:pt x="1396472" y="173543"/>
                  <a:pt x="1392464" y="170208"/>
                  <a:pt x="1388400" y="166890"/>
                </a:cubicBezTo>
                <a:cubicBezTo>
                  <a:pt x="1384281" y="163590"/>
                  <a:pt x="1380108" y="160309"/>
                  <a:pt x="1375880" y="157048"/>
                </a:cubicBezTo>
                <a:cubicBezTo>
                  <a:pt x="1371598" y="153806"/>
                  <a:pt x="1367262" y="150584"/>
                  <a:pt x="1362873" y="147384"/>
                </a:cubicBezTo>
                <a:cubicBezTo>
                  <a:pt x="1358429" y="144204"/>
                  <a:pt x="1353931" y="141047"/>
                  <a:pt x="1349380" y="137912"/>
                </a:cubicBezTo>
                <a:cubicBezTo>
                  <a:pt x="1344777" y="134800"/>
                  <a:pt x="1340120" y="131711"/>
                  <a:pt x="1335410" y="128645"/>
                </a:cubicBezTo>
                <a:cubicBezTo>
                  <a:pt x="1330648" y="125605"/>
                  <a:pt x="1325833" y="122589"/>
                  <a:pt x="1320967" y="119598"/>
                </a:cubicBezTo>
                <a:cubicBezTo>
                  <a:pt x="1316049" y="116634"/>
                  <a:pt x="1311079" y="113695"/>
                  <a:pt x="1306058" y="110784"/>
                </a:cubicBezTo>
                <a:cubicBezTo>
                  <a:pt x="1300986" y="107899"/>
                  <a:pt x="1295864" y="105043"/>
                  <a:pt x="1290691" y="102215"/>
                </a:cubicBezTo>
                <a:cubicBezTo>
                  <a:pt x="1285468" y="99416"/>
                  <a:pt x="1280196" y="96646"/>
                  <a:pt x="1274873" y="93906"/>
                </a:cubicBezTo>
                <a:cubicBezTo>
                  <a:pt x="1269502" y="91196"/>
                  <a:pt x="1264083" y="88517"/>
                  <a:pt x="1258615" y="85869"/>
                </a:cubicBezTo>
                <a:cubicBezTo>
                  <a:pt x="1253098" y="83252"/>
                  <a:pt x="1247535" y="80668"/>
                  <a:pt x="1241923" y="78116"/>
                </a:cubicBezTo>
                <a:cubicBezTo>
                  <a:pt x="1236266" y="75598"/>
                  <a:pt x="1230561" y="73113"/>
                  <a:pt x="1224811" y="70662"/>
                </a:cubicBezTo>
                <a:cubicBezTo>
                  <a:pt x="1219015" y="68245"/>
                  <a:pt x="1213173" y="65864"/>
                  <a:pt x="1207287" y="63517"/>
                </a:cubicBezTo>
                <a:cubicBezTo>
                  <a:pt x="1201356" y="61207"/>
                  <a:pt x="1195381" y="58932"/>
                  <a:pt x="1189363" y="56695"/>
                </a:cubicBezTo>
                <a:cubicBezTo>
                  <a:pt x="1183302" y="54494"/>
                  <a:pt x="1177198" y="52331"/>
                  <a:pt x="1171052" y="50206"/>
                </a:cubicBezTo>
                <a:cubicBezTo>
                  <a:pt x="1164864" y="48119"/>
                  <a:pt x="1158635" y="46072"/>
                  <a:pt x="1152365" y="44063"/>
                </a:cubicBezTo>
                <a:cubicBezTo>
                  <a:pt x="1146056" y="42094"/>
                  <a:pt x="1139706" y="40165"/>
                  <a:pt x="1133317" y="38277"/>
                </a:cubicBezTo>
                <a:cubicBezTo>
                  <a:pt x="1126889" y="36429"/>
                  <a:pt x="1120424" y="34623"/>
                  <a:pt x="1113920" y="32858"/>
                </a:cubicBezTo>
                <a:cubicBezTo>
                  <a:pt x="1107380" y="31135"/>
                  <a:pt x="1100803" y="29455"/>
                  <a:pt x="1094191" y="27818"/>
                </a:cubicBezTo>
                <a:cubicBezTo>
                  <a:pt x="1087541" y="26224"/>
                  <a:pt x="1080858" y="24673"/>
                  <a:pt x="1074141" y="23166"/>
                </a:cubicBezTo>
                <a:cubicBezTo>
                  <a:pt x="1067390" y="21704"/>
                  <a:pt x="1060605" y="20286"/>
                  <a:pt x="1053788" y="18913"/>
                </a:cubicBezTo>
                <a:cubicBezTo>
                  <a:pt x="1046939" y="17586"/>
                  <a:pt x="1040059" y="16304"/>
                  <a:pt x="1033148" y="15068"/>
                </a:cubicBezTo>
                <a:cubicBezTo>
                  <a:pt x="1026206" y="13879"/>
                  <a:pt x="1019236" y="12736"/>
                  <a:pt x="1012237" y="11640"/>
                </a:cubicBezTo>
                <a:cubicBezTo>
                  <a:pt x="1005208" y="10592"/>
                  <a:pt x="998153" y="9591"/>
                  <a:pt x="991071" y="8638"/>
                </a:cubicBezTo>
                <a:cubicBezTo>
                  <a:pt x="983962" y="7733"/>
                  <a:pt x="976828" y="6877"/>
                  <a:pt x="969669" y="6070"/>
                </a:cubicBezTo>
                <a:cubicBezTo>
                  <a:pt x="962485" y="5312"/>
                  <a:pt x="955277" y="4603"/>
                  <a:pt x="948047" y="3944"/>
                </a:cubicBezTo>
                <a:cubicBezTo>
                  <a:pt x="940795" y="3335"/>
                  <a:pt x="933520" y="2776"/>
                  <a:pt x="926225" y="2267"/>
                </a:cubicBezTo>
                <a:cubicBezTo>
                  <a:pt x="918910" y="1809"/>
                  <a:pt x="911575" y="1402"/>
                  <a:pt x="904221" y="1047"/>
                </a:cubicBezTo>
                <a:cubicBezTo>
                  <a:pt x="896849" y="742"/>
                  <a:pt x="889460" y="490"/>
                  <a:pt x="882054" y="289"/>
                </a:cubicBezTo>
                <a:cubicBezTo>
                  <a:pt x="874632" y="140"/>
                  <a:pt x="867194" y="44"/>
                  <a:pt x="859743" y="0"/>
                </a:cubicBezTo>
                <a:cubicBezTo>
                  <a:pt x="852277" y="8"/>
                  <a:pt x="844799" y="70"/>
                  <a:pt x="837308" y="185"/>
                </a:cubicBezTo>
                <a:cubicBezTo>
                  <a:pt x="829805" y="353"/>
                  <a:pt x="822292" y="574"/>
                  <a:pt x="814769" y="849"/>
                </a:cubicBezTo>
                <a:cubicBezTo>
                  <a:pt x="807236" y="1178"/>
                  <a:pt x="799695" y="1560"/>
                  <a:pt x="792146" y="1997"/>
                </a:cubicBezTo>
                <a:cubicBezTo>
                  <a:pt x="784590" y="2488"/>
                  <a:pt x="777028" y="3033"/>
                  <a:pt x="769460" y="3632"/>
                </a:cubicBezTo>
                <a:cubicBezTo>
                  <a:pt x="761888" y="4286"/>
                  <a:pt x="754311" y="4995"/>
                  <a:pt x="746731" y="5758"/>
                </a:cubicBezTo>
                <a:cubicBezTo>
                  <a:pt x="739149" y="6577"/>
                  <a:pt x="731566" y="7450"/>
                  <a:pt x="723981" y="8379"/>
                </a:cubicBezTo>
                <a:cubicBezTo>
                  <a:pt x="716397" y="9362"/>
                  <a:pt x="708814" y="10401"/>
                  <a:pt x="701232" y="11495"/>
                </a:cubicBezTo>
                <a:cubicBezTo>
                  <a:pt x="693651" y="12644"/>
                  <a:pt x="686075" y="13849"/>
                  <a:pt x="678503" y="15109"/>
                </a:cubicBezTo>
                <a:cubicBezTo>
                  <a:pt x="670935" y="16424"/>
                  <a:pt x="663372" y="17796"/>
                  <a:pt x="655816" y="19222"/>
                </a:cubicBezTo>
                <a:cubicBezTo>
                  <a:pt x="648267" y="20704"/>
                  <a:pt x="640726" y="22242"/>
                  <a:pt x="633193" y="23835"/>
                </a:cubicBezTo>
                <a:cubicBezTo>
                  <a:pt x="625670" y="25484"/>
                  <a:pt x="618158" y="27188"/>
                  <a:pt x="610656" y="28948"/>
                </a:cubicBezTo>
                <a:cubicBezTo>
                  <a:pt x="603167" y="30763"/>
                  <a:pt x="595690" y="32634"/>
                  <a:pt x="588226" y="34560"/>
                </a:cubicBezTo>
                <a:cubicBezTo>
                  <a:pt x="580778" y="36542"/>
                  <a:pt x="573344" y="38579"/>
                  <a:pt x="565926" y="40671"/>
                </a:cubicBezTo>
                <a:cubicBezTo>
                  <a:pt x="558524" y="42819"/>
                  <a:pt x="551141" y="45021"/>
                  <a:pt x="543776" y="47279"/>
                </a:cubicBezTo>
                <a:cubicBezTo>
                  <a:pt x="536429" y="49591"/>
                  <a:pt x="529103" y="51959"/>
                  <a:pt x="521798" y="54381"/>
                </a:cubicBezTo>
                <a:cubicBezTo>
                  <a:pt x="514514" y="56858"/>
                  <a:pt x="507252" y="59389"/>
                  <a:pt x="500014" y="61975"/>
                </a:cubicBezTo>
                <a:cubicBezTo>
                  <a:pt x="492799" y="64615"/>
                  <a:pt x="485610" y="67310"/>
                  <a:pt x="478445" y="70058"/>
                </a:cubicBezTo>
                <a:cubicBezTo>
                  <a:pt x="471307" y="72860"/>
                  <a:pt x="464196" y="75716"/>
                  <a:pt x="457113" y="78626"/>
                </a:cubicBezTo>
                <a:cubicBezTo>
                  <a:pt x="450059" y="81589"/>
                  <a:pt x="443034" y="84605"/>
                  <a:pt x="436039" y="87674"/>
                </a:cubicBezTo>
                <a:cubicBezTo>
                  <a:pt x="429076" y="90796"/>
                  <a:pt x="422144" y="93970"/>
                  <a:pt x="415244" y="97197"/>
                </a:cubicBezTo>
                <a:cubicBezTo>
                  <a:pt x="408378" y="100477"/>
                  <a:pt x="401546" y="103808"/>
                  <a:pt x="394750" y="107191"/>
                </a:cubicBezTo>
                <a:cubicBezTo>
                  <a:pt x="387988" y="110625"/>
                  <a:pt x="381263" y="114111"/>
                  <a:pt x="374575" y="117648"/>
                </a:cubicBezTo>
                <a:cubicBezTo>
                  <a:pt x="367925" y="121236"/>
                  <a:pt x="361313" y="124874"/>
                  <a:pt x="354742" y="128563"/>
                </a:cubicBezTo>
                <a:cubicBezTo>
                  <a:pt x="348209" y="132301"/>
                  <a:pt x="341718" y="136090"/>
                  <a:pt x="335269" y="139928"/>
                </a:cubicBezTo>
                <a:cubicBezTo>
                  <a:pt x="328862" y="143815"/>
                  <a:pt x="322498" y="147751"/>
                  <a:pt x="316177" y="151735"/>
                </a:cubicBezTo>
                <a:cubicBezTo>
                  <a:pt x="309902" y="155768"/>
                  <a:pt x="303671" y="159848"/>
                  <a:pt x="297486" y="163977"/>
                </a:cubicBezTo>
                <a:cubicBezTo>
                  <a:pt x="291348" y="168152"/>
                  <a:pt x="285257" y="172375"/>
                  <a:pt x="279215" y="176644"/>
                </a:cubicBezTo>
                <a:cubicBezTo>
                  <a:pt x="273221" y="180960"/>
                  <a:pt x="267276" y="185321"/>
                  <a:pt x="261381" y="189728"/>
                </a:cubicBezTo>
                <a:cubicBezTo>
                  <a:pt x="255538" y="194180"/>
                  <a:pt x="249745" y="198677"/>
                  <a:pt x="244004" y="203218"/>
                </a:cubicBezTo>
                <a:cubicBezTo>
                  <a:pt x="238317" y="207804"/>
                  <a:pt x="232683" y="212433"/>
                  <a:pt x="227102" y="217105"/>
                </a:cubicBezTo>
                <a:cubicBezTo>
                  <a:pt x="221577" y="221821"/>
                  <a:pt x="216107" y="226579"/>
                  <a:pt x="210692" y="231379"/>
                </a:cubicBezTo>
                <a:cubicBezTo>
                  <a:pt x="205335" y="236220"/>
                  <a:pt x="200034" y="241103"/>
                  <a:pt x="194792" y="246027"/>
                </a:cubicBezTo>
                <a:cubicBezTo>
                  <a:pt x="189607" y="250991"/>
                  <a:pt x="184482" y="255995"/>
                  <a:pt x="179416" y="261038"/>
                </a:cubicBezTo>
                <a:cubicBezTo>
                  <a:pt x="174411" y="266121"/>
                  <a:pt x="169466" y="271242"/>
                  <a:pt x="164583" y="276401"/>
                </a:cubicBezTo>
                <a:cubicBezTo>
                  <a:pt x="159761" y="281598"/>
                  <a:pt x="155002" y="286832"/>
                  <a:pt x="150306" y="292102"/>
                </a:cubicBezTo>
                <a:cubicBezTo>
                  <a:pt x="145674" y="297409"/>
                  <a:pt x="141106" y="302753"/>
                  <a:pt x="136602" y="308131"/>
                </a:cubicBezTo>
                <a:cubicBezTo>
                  <a:pt x="132163" y="313543"/>
                  <a:pt x="127791" y="318990"/>
                  <a:pt x="123484" y="324471"/>
                </a:cubicBezTo>
                <a:cubicBezTo>
                  <a:pt x="119244" y="329985"/>
                  <a:pt x="115071" y="335533"/>
                  <a:pt x="110966" y="341112"/>
                </a:cubicBezTo>
                <a:cubicBezTo>
                  <a:pt x="106930" y="346723"/>
                  <a:pt x="102962" y="352365"/>
                  <a:pt x="99062" y="358038"/>
                </a:cubicBezTo>
                <a:cubicBezTo>
                  <a:pt x="95233" y="363741"/>
                  <a:pt x="91473" y="369473"/>
                  <a:pt x="87784" y="375235"/>
                </a:cubicBezTo>
                <a:cubicBezTo>
                  <a:pt x="84166" y="381025"/>
                  <a:pt x="80619" y="386843"/>
                  <a:pt x="77143" y="392689"/>
                </a:cubicBezTo>
                <a:cubicBezTo>
                  <a:pt x="73740" y="398561"/>
                  <a:pt x="70410" y="404460"/>
                  <a:pt x="67152" y="410384"/>
                </a:cubicBezTo>
                <a:cubicBezTo>
                  <a:pt x="63967" y="416334"/>
                  <a:pt x="60857" y="422308"/>
                  <a:pt x="57820" y="428307"/>
                </a:cubicBezTo>
                <a:cubicBezTo>
                  <a:pt x="54858" y="434329"/>
                  <a:pt x="51970" y="440373"/>
                  <a:pt x="49158" y="446440"/>
                </a:cubicBezTo>
                <a:cubicBezTo>
                  <a:pt x="46421" y="452529"/>
                  <a:pt x="43759" y="458639"/>
                  <a:pt x="41174" y="464769"/>
                </a:cubicBezTo>
                <a:cubicBezTo>
                  <a:pt x="38665" y="470920"/>
                  <a:pt x="36233" y="477090"/>
                  <a:pt x="33878" y="483278"/>
                </a:cubicBezTo>
                <a:cubicBezTo>
                  <a:pt x="31600" y="489485"/>
                  <a:pt x="29399" y="495709"/>
                  <a:pt x="27276" y="501950"/>
                </a:cubicBezTo>
                <a:cubicBezTo>
                  <a:pt x="25231" y="508207"/>
                  <a:pt x="23264" y="514481"/>
                  <a:pt x="21376" y="520769"/>
                </a:cubicBezTo>
                <a:cubicBezTo>
                  <a:pt x="19567" y="527072"/>
                  <a:pt x="17836" y="533388"/>
                  <a:pt x="16185" y="539718"/>
                </a:cubicBezTo>
                <a:cubicBezTo>
                  <a:pt x="14613" y="546061"/>
                  <a:pt x="13120" y="552416"/>
                  <a:pt x="11707" y="558782"/>
                </a:cubicBezTo>
                <a:cubicBezTo>
                  <a:pt x="10374" y="565158"/>
                  <a:pt x="9121" y="571545"/>
                  <a:pt x="7948" y="577942"/>
                </a:cubicBezTo>
                <a:cubicBezTo>
                  <a:pt x="6855" y="584347"/>
                  <a:pt x="5842" y="590761"/>
                  <a:pt x="4911" y="597182"/>
                </a:cubicBezTo>
                <a:cubicBezTo>
                  <a:pt x="4059" y="603611"/>
                  <a:pt x="3289" y="610045"/>
                  <a:pt x="2599" y="616485"/>
                </a:cubicBezTo>
                <a:cubicBezTo>
                  <a:pt x="1991" y="622931"/>
                  <a:pt x="1463" y="629381"/>
                  <a:pt x="1016" y="635835"/>
                </a:cubicBezTo>
                <a:cubicBezTo>
                  <a:pt x="651" y="642292"/>
                  <a:pt x="366" y="648751"/>
                  <a:pt x="163" y="655212"/>
                </a:cubicBezTo>
                <a:cubicBezTo>
                  <a:pt x="41" y="661675"/>
                  <a:pt x="0" y="668138"/>
                  <a:pt x="40" y="674602"/>
                </a:cubicBezTo>
                <a:cubicBezTo>
                  <a:pt x="162" y="681064"/>
                  <a:pt x="365" y="687526"/>
                  <a:pt x="649" y="693985"/>
                </a:cubicBezTo>
                <a:cubicBezTo>
                  <a:pt x="1014" y="700442"/>
                  <a:pt x="1460" y="706896"/>
                  <a:pt x="1987" y="713346"/>
                </a:cubicBezTo>
                <a:cubicBezTo>
                  <a:pt x="2596" y="719791"/>
                  <a:pt x="3285" y="726232"/>
                  <a:pt x="4055" y="732667"/>
                </a:cubicBezTo>
                <a:cubicBezTo>
                  <a:pt x="4906" y="739095"/>
                  <a:pt x="5837" y="745516"/>
                  <a:pt x="6849" y="751930"/>
                </a:cubicBezTo>
                <a:cubicBezTo>
                  <a:pt x="7941" y="758335"/>
                  <a:pt x="9114" y="764732"/>
                  <a:pt x="10366" y="771119"/>
                </a:cubicBezTo>
                <a:cubicBezTo>
                  <a:pt x="11699" y="777496"/>
                  <a:pt x="13112" y="783862"/>
                  <a:pt x="14604" y="790217"/>
                </a:cubicBezTo>
                <a:cubicBezTo>
                  <a:pt x="16175" y="796559"/>
                  <a:pt x="17826" y="802889"/>
                  <a:pt x="19557" y="809206"/>
                </a:cubicBezTo>
                <a:cubicBezTo>
                  <a:pt x="21366" y="815509"/>
                  <a:pt x="23254" y="821797"/>
                  <a:pt x="25220" y="828070"/>
                </a:cubicBezTo>
                <a:cubicBezTo>
                  <a:pt x="27264" y="834328"/>
                  <a:pt x="29387" y="840569"/>
                  <a:pt x="31587" y="846794"/>
                </a:cubicBezTo>
                <a:cubicBezTo>
                  <a:pt x="33864" y="853000"/>
                  <a:pt x="36219" y="859189"/>
                  <a:pt x="38651" y="865359"/>
                </a:cubicBezTo>
                <a:cubicBezTo>
                  <a:pt x="41160" y="871509"/>
                  <a:pt x="43744" y="877640"/>
                  <a:pt x="46405" y="883750"/>
                </a:cubicBezTo>
                <a:cubicBezTo>
                  <a:pt x="49142" y="889839"/>
                  <a:pt x="51954" y="895906"/>
                  <a:pt x="54841" y="901950"/>
                </a:cubicBezTo>
                <a:cubicBezTo>
                  <a:pt x="57803" y="907973"/>
                  <a:pt x="60839" y="913971"/>
                  <a:pt x="63950" y="919946"/>
                </a:cubicBezTo>
                <a:cubicBezTo>
                  <a:pt x="67133" y="925896"/>
                  <a:pt x="70391" y="931820"/>
                  <a:pt x="73721" y="937719"/>
                </a:cubicBezTo>
                <a:cubicBezTo>
                  <a:pt x="77124" y="943592"/>
                  <a:pt x="80599" y="949437"/>
                  <a:pt x="84145" y="955256"/>
                </a:cubicBezTo>
                <a:cubicBezTo>
                  <a:pt x="87763" y="961046"/>
                  <a:pt x="91452" y="966808"/>
                  <a:pt x="95211" y="972540"/>
                </a:cubicBezTo>
                <a:cubicBezTo>
                  <a:pt x="99040" y="978243"/>
                  <a:pt x="102939" y="983917"/>
                  <a:pt x="106907" y="989559"/>
                </a:cubicBezTo>
                <a:cubicBezTo>
                  <a:pt x="110943" y="995170"/>
                  <a:pt x="115048" y="1000749"/>
                  <a:pt x="119220" y="1006296"/>
                </a:cubicBezTo>
                <a:cubicBezTo>
                  <a:pt x="123460" y="1011811"/>
                  <a:pt x="127766" y="1017292"/>
                  <a:pt x="132138" y="1022740"/>
                </a:cubicBezTo>
                <a:cubicBezTo>
                  <a:pt x="136576" y="1028152"/>
                  <a:pt x="141079" y="1033531"/>
                  <a:pt x="145647" y="1038874"/>
                </a:cubicBezTo>
                <a:cubicBezTo>
                  <a:pt x="150280" y="1044181"/>
                  <a:pt x="154975" y="1049452"/>
                  <a:pt x="159734" y="1054687"/>
                </a:cubicBezTo>
                <a:cubicBezTo>
                  <a:pt x="164555" y="1059883"/>
                  <a:pt x="169438" y="1065043"/>
                  <a:pt x="174382" y="1070164"/>
                </a:cubicBezTo>
                <a:cubicBezTo>
                  <a:pt x="179387" y="1075247"/>
                  <a:pt x="184453" y="1080290"/>
                  <a:pt x="189578" y="1085295"/>
                </a:cubicBezTo>
                <a:cubicBezTo>
                  <a:pt x="194761" y="1090259"/>
                  <a:pt x="200004" y="1095182"/>
                  <a:pt x="205304" y="1100066"/>
                </a:cubicBezTo>
                <a:cubicBezTo>
                  <a:pt x="210662" y="1104907"/>
                  <a:pt x="216075" y="1109708"/>
                  <a:pt x="221545" y="1114466"/>
                </a:cubicBezTo>
                <a:cubicBezTo>
                  <a:pt x="227071" y="1119181"/>
                  <a:pt x="232650" y="1123854"/>
                  <a:pt x="238284" y="1128484"/>
                </a:cubicBezTo>
                <a:cubicBezTo>
                  <a:pt x="243972" y="1133069"/>
                  <a:pt x="249712" y="1137611"/>
                  <a:pt x="255504" y="1142108"/>
                </a:cubicBezTo>
                <a:cubicBezTo>
                  <a:pt x="261348" y="1146561"/>
                  <a:pt x="267242" y="1150968"/>
                  <a:pt x="273186" y="1155330"/>
                </a:cubicBezTo>
                <a:cubicBezTo>
                  <a:pt x="279180" y="1159645"/>
                  <a:pt x="285223" y="1163915"/>
                  <a:pt x="291313" y="1168137"/>
                </a:cubicBezTo>
                <a:cubicBezTo>
                  <a:pt x="297451" y="1172313"/>
                  <a:pt x="303635" y="1176442"/>
                  <a:pt x="309866" y="1180523"/>
                </a:cubicBezTo>
                <a:cubicBezTo>
                  <a:pt x="316141" y="1184556"/>
                  <a:pt x="322461" y="1188541"/>
                  <a:pt x="328825" y="1192477"/>
                </a:cubicBezTo>
                <a:cubicBezTo>
                  <a:pt x="335232" y="1196364"/>
                  <a:pt x="341681" y="1200202"/>
                  <a:pt x="348172" y="1203991"/>
                </a:cubicBezTo>
                <a:cubicBezTo>
                  <a:pt x="354704" y="1207730"/>
                  <a:pt x="361276" y="1211419"/>
                  <a:pt x="367887" y="1215057"/>
                </a:cubicBezTo>
                <a:cubicBezTo>
                  <a:pt x="374536" y="1218645"/>
                  <a:pt x="381224" y="1222182"/>
                  <a:pt x="387949" y="1225669"/>
                </a:cubicBezTo>
                <a:cubicBezTo>
                  <a:pt x="394710" y="1229104"/>
                  <a:pt x="401507" y="1232487"/>
                  <a:pt x="408339" y="1235818"/>
                </a:cubicBezTo>
                <a:cubicBezTo>
                  <a:pt x="415205" y="1239098"/>
                  <a:pt x="422104" y="1242325"/>
                  <a:pt x="429035" y="1245500"/>
                </a:cubicBezTo>
                <a:cubicBezTo>
                  <a:pt x="435999" y="1248622"/>
                  <a:pt x="442994" y="1251692"/>
                  <a:pt x="450018" y="1254708"/>
                </a:cubicBezTo>
                <a:cubicBezTo>
                  <a:pt x="457072" y="1257671"/>
                  <a:pt x="464155" y="1260581"/>
                  <a:pt x="471266" y="1263438"/>
                </a:cubicBezTo>
                <a:cubicBezTo>
                  <a:pt x="478404" y="1266240"/>
                  <a:pt x="485568" y="1268989"/>
                  <a:pt x="492758" y="1271683"/>
                </a:cubicBezTo>
                <a:cubicBezTo>
                  <a:pt x="499972" y="1274324"/>
                  <a:pt x="507211" y="1276910"/>
                  <a:pt x="514472" y="1279442"/>
                </a:cubicBezTo>
                <a:cubicBezTo>
                  <a:pt x="521756" y="1281919"/>
                  <a:pt x="529061" y="1284341"/>
                  <a:pt x="536387" y="1286709"/>
                </a:cubicBezTo>
                <a:cubicBezTo>
                  <a:pt x="543733" y="1289022"/>
                  <a:pt x="551099" y="1291280"/>
                  <a:pt x="558482" y="1293483"/>
                </a:cubicBezTo>
                <a:cubicBezTo>
                  <a:pt x="565883" y="1295631"/>
                  <a:pt x="573301" y="1297723"/>
                  <a:pt x="580735" y="1299760"/>
                </a:cubicBezTo>
                <a:cubicBezTo>
                  <a:pt x="588183" y="1301742"/>
                  <a:pt x="595647" y="1303669"/>
                  <a:pt x="603124" y="1305540"/>
                </a:cubicBezTo>
                <a:cubicBezTo>
                  <a:pt x="610613" y="1307356"/>
                  <a:pt x="618115" y="1309116"/>
                  <a:pt x="625627" y="1310820"/>
                </a:cubicBezTo>
                <a:cubicBezTo>
                  <a:pt x="633150" y="1312470"/>
                  <a:pt x="640682" y="1314063"/>
                  <a:pt x="648224" y="1315601"/>
                </a:cubicBezTo>
                <a:cubicBezTo>
                  <a:pt x="655772" y="1317083"/>
                  <a:pt x="663329" y="1318510"/>
                  <a:pt x="670891" y="1319882"/>
                </a:cubicBezTo>
                <a:cubicBezTo>
                  <a:pt x="678459" y="1321198"/>
                  <a:pt x="686032" y="1322458"/>
                  <a:pt x="693608" y="1323663"/>
                </a:cubicBezTo>
                <a:cubicBezTo>
                  <a:pt x="701188" y="1324813"/>
                  <a:pt x="708770" y="1325907"/>
                  <a:pt x="716354" y="1326946"/>
                </a:cubicBezTo>
                <a:cubicBezTo>
                  <a:pt x="723938" y="1327930"/>
                  <a:pt x="731523" y="1328859"/>
                  <a:pt x="739106" y="1329732"/>
                </a:cubicBezTo>
                <a:cubicBezTo>
                  <a:pt x="746688" y="1330551"/>
                  <a:pt x="754267" y="1331315"/>
                  <a:pt x="761844" y="1332024"/>
                </a:cubicBezTo>
                <a:cubicBezTo>
                  <a:pt x="769417" y="1332678"/>
                  <a:pt x="776984" y="1333278"/>
                  <a:pt x="784547" y="1333823"/>
                </a:cubicBezTo>
                <a:cubicBezTo>
                  <a:pt x="792102" y="1334314"/>
                  <a:pt x="799651" y="1334751"/>
                  <a:pt x="807193" y="1335134"/>
                </a:cubicBezTo>
                <a:cubicBezTo>
                  <a:pt x="814725" y="1335463"/>
                  <a:pt x="822249" y="1335738"/>
                  <a:pt x="829762" y="1335960"/>
                </a:cubicBezTo>
                <a:cubicBezTo>
                  <a:pt x="837264" y="1336128"/>
                  <a:pt x="844755" y="1336243"/>
                  <a:pt x="852234" y="1336305"/>
                </a:cubicBezTo>
                <a:cubicBezTo>
                  <a:pt x="859699" y="1336314"/>
                  <a:pt x="867152" y="1336271"/>
                  <a:pt x="874588" y="1336175"/>
                </a:cubicBezTo>
                <a:cubicBezTo>
                  <a:pt x="882011" y="1336026"/>
                  <a:pt x="889417" y="1335826"/>
                  <a:pt x="896807" y="1335573"/>
                </a:cubicBezTo>
                <a:cubicBezTo>
                  <a:pt x="904178" y="1335269"/>
                  <a:pt x="911532" y="1334914"/>
                  <a:pt x="918867" y="1334507"/>
                </a:cubicBezTo>
                <a:cubicBezTo>
                  <a:pt x="926183" y="1334050"/>
                  <a:pt x="933479" y="1333542"/>
                  <a:pt x="940753" y="1332983"/>
                </a:cubicBezTo>
                <a:cubicBezTo>
                  <a:pt x="948006" y="1332374"/>
                  <a:pt x="955235" y="1331715"/>
                  <a:pt x="962444" y="1331006"/>
                </a:cubicBezTo>
                <a:cubicBezTo>
                  <a:pt x="969627" y="1330249"/>
                  <a:pt x="976787" y="1329442"/>
                  <a:pt x="983921" y="1328586"/>
                </a:cubicBezTo>
                <a:cubicBezTo>
                  <a:pt x="991030" y="1327681"/>
                  <a:pt x="998113" y="1326729"/>
                  <a:pt x="1005168" y="1325728"/>
                </a:cubicBezTo>
                <a:cubicBezTo>
                  <a:pt x="1012196" y="1324680"/>
                  <a:pt x="1019196" y="1323584"/>
                  <a:pt x="1026167" y="1322442"/>
                </a:cubicBezTo>
                <a:cubicBezTo>
                  <a:pt x="1033108" y="1321253"/>
                  <a:pt x="1040019" y="1320018"/>
                  <a:pt x="1046900" y="1318736"/>
                </a:cubicBezTo>
                <a:cubicBezTo>
                  <a:pt x="1053749" y="1317408"/>
                  <a:pt x="1060566" y="1316036"/>
                  <a:pt x="1067350" y="1314618"/>
                </a:cubicBezTo>
                <a:cubicBezTo>
                  <a:pt x="1074102" y="1313156"/>
                  <a:pt x="1080820" y="1311650"/>
                  <a:pt x="1087503" y="1310099"/>
                </a:cubicBezTo>
                <a:cubicBezTo>
                  <a:pt x="1094152" y="1308505"/>
                  <a:pt x="1100765" y="1306868"/>
                  <a:pt x="1107342" y="1305188"/>
                </a:cubicBezTo>
                <a:cubicBezTo>
                  <a:pt x="1113883" y="1303466"/>
                  <a:pt x="1120387" y="1301701"/>
                  <a:pt x="1126852" y="1299896"/>
                </a:cubicBezTo>
                <a:cubicBezTo>
                  <a:pt x="1133280" y="1298048"/>
                  <a:pt x="1139669" y="1296160"/>
                  <a:pt x="1146019" y="1294231"/>
                </a:cubicBezTo>
                <a:cubicBezTo>
                  <a:pt x="1152330" y="1292262"/>
                  <a:pt x="1158599" y="1290254"/>
                  <a:pt x="1164828" y="1288206"/>
                </a:cubicBezTo>
                <a:cubicBezTo>
                  <a:pt x="1171017" y="1286120"/>
                  <a:pt x="1177163" y="1283995"/>
                  <a:pt x="1183267" y="1281832"/>
                </a:cubicBezTo>
                <a:cubicBezTo>
                  <a:pt x="1189329" y="1279632"/>
                  <a:pt x="1195347" y="1277395"/>
                  <a:pt x="1201322" y="1275120"/>
                </a:cubicBezTo>
                <a:cubicBezTo>
                  <a:pt x="1207253" y="1272810"/>
                  <a:pt x="1213139" y="1270464"/>
                  <a:pt x="1218981" y="1268082"/>
                </a:cubicBezTo>
                <a:cubicBezTo>
                  <a:pt x="1224778" y="1265666"/>
                  <a:pt x="1230528" y="1263215"/>
                  <a:pt x="1236233" y="1260731"/>
                </a:cubicBezTo>
                <a:cubicBezTo>
                  <a:pt x="1241891" y="1258212"/>
                  <a:pt x="1247502" y="1255661"/>
                  <a:pt x="1253066" y="1253077"/>
                </a:cubicBezTo>
                <a:cubicBezTo>
                  <a:pt x="1258583" y="1250461"/>
                  <a:pt x="1264052" y="1247813"/>
                  <a:pt x="1269471" y="1245134"/>
                </a:cubicBezTo>
                <a:cubicBezTo>
                  <a:pt x="1274842" y="1242424"/>
                  <a:pt x="1280164" y="1239684"/>
                  <a:pt x="1285438" y="1236914"/>
                </a:cubicBezTo>
                <a:cubicBezTo>
                  <a:pt x="1290661" y="1234115"/>
                  <a:pt x="1295834" y="1231287"/>
                  <a:pt x="1300957" y="1228431"/>
                </a:cubicBezTo>
                <a:cubicBezTo>
                  <a:pt x="1306029" y="1225547"/>
                  <a:pt x="1311050" y="1222636"/>
                  <a:pt x="1316020" y="1219697"/>
                </a:cubicBezTo>
                <a:cubicBezTo>
                  <a:pt x="1320939" y="1216733"/>
                  <a:pt x="1325806" y="1213743"/>
                  <a:pt x="1330620" y="1210727"/>
                </a:cubicBezTo>
                <a:cubicBezTo>
                  <a:pt x="1335383" y="1207686"/>
                  <a:pt x="1340093" y="1204621"/>
                  <a:pt x="1344750" y="1201532"/>
                </a:cubicBezTo>
                <a:cubicBezTo>
                  <a:pt x="1349354" y="1198420"/>
                  <a:pt x="1353906" y="1195285"/>
                  <a:pt x="1358403" y="1192128"/>
                </a:cubicBezTo>
                <a:cubicBezTo>
                  <a:pt x="1362847" y="1188948"/>
                  <a:pt x="1367237" y="1185748"/>
                  <a:pt x="1371574" y="1182527"/>
                </a:cubicBezTo>
                <a:cubicBezTo>
                  <a:pt x="1375856" y="1179285"/>
                  <a:pt x="1380084" y="1176024"/>
                  <a:pt x="1384257" y="1172743"/>
                </a:cubicBezTo>
                <a:cubicBezTo>
                  <a:pt x="1388376" y="1169443"/>
                  <a:pt x="1392440" y="1166125"/>
                  <a:pt x="1396450" y="1162790"/>
                </a:cubicBezTo>
                <a:cubicBezTo>
                  <a:pt x="1400404" y="1159437"/>
                  <a:pt x="1404302" y="1156068"/>
                  <a:pt x="1408146" y="1152682"/>
                </a:cubicBezTo>
                <a:cubicBezTo>
                  <a:pt x="1411935" y="1149281"/>
                  <a:pt x="1415668" y="1145864"/>
                  <a:pt x="1419345" y="1142433"/>
                </a:cubicBezTo>
                <a:cubicBezTo>
                  <a:pt x="1422967" y="1138988"/>
                  <a:pt x="1426533" y="1135528"/>
                  <a:pt x="1430044" y="1132056"/>
                </a:cubicBezTo>
                <a:cubicBezTo>
                  <a:pt x="1433499" y="1128572"/>
                  <a:pt x="1436898" y="1125075"/>
                  <a:pt x="1440242" y="1121566"/>
                </a:cubicBezTo>
                <a:cubicBezTo>
                  <a:pt x="1443529" y="1118047"/>
                  <a:pt x="1446761" y="1114517"/>
                  <a:pt x="1449936" y="1110977"/>
                </a:cubicBezTo>
                <a:cubicBezTo>
                  <a:pt x="1453056" y="1107427"/>
                  <a:pt x="1456120" y="1103868"/>
                  <a:pt x="1459129" y="1100301"/>
                </a:cubicBezTo>
                <a:cubicBezTo>
                  <a:pt x="1462081" y="1096726"/>
                  <a:pt x="1464978" y="1093143"/>
                  <a:pt x="1467820" y="1089554"/>
                </a:cubicBezTo>
                <a:cubicBezTo>
                  <a:pt x="1470605" y="1085957"/>
                  <a:pt x="1473335" y="1082355"/>
                  <a:pt x="1476009" y="1078747"/>
                </a:cubicBezTo>
                <a:cubicBezTo>
                  <a:pt x="1478628" y="1075135"/>
                  <a:pt x="1481193" y="1071517"/>
                  <a:pt x="1483701" y="1067896"/>
                </a:cubicBezTo>
                <a:cubicBezTo>
                  <a:pt x="1486154" y="1064272"/>
                  <a:pt x="1488553" y="1060644"/>
                  <a:pt x="1490896" y="1057013"/>
                </a:cubicBezTo>
                <a:cubicBezTo>
                  <a:pt x="1493184" y="1053381"/>
                  <a:pt x="1495419" y="1049747"/>
                  <a:pt x="1497598" y="1046112"/>
                </a:cubicBezTo>
                <a:cubicBezTo>
                  <a:pt x="1499723" y="1042477"/>
                  <a:pt x="1501794" y="1038841"/>
                  <a:pt x="1503811" y="1035206"/>
                </a:cubicBezTo>
                <a:cubicBezTo>
                  <a:pt x="1505775" y="1031571"/>
                  <a:pt x="1507684" y="1027938"/>
                  <a:pt x="1509540" y="1024307"/>
                </a:cubicBezTo>
                <a:cubicBezTo>
                  <a:pt x="1511343" y="1020678"/>
                  <a:pt x="1513092" y="1017052"/>
                  <a:pt x="1514789" y="1013429"/>
                </a:cubicBezTo>
                <a:cubicBezTo>
                  <a:pt x="1516434" y="1009809"/>
                  <a:pt x="1518025" y="1006194"/>
                  <a:pt x="1519565" y="1002583"/>
                </a:cubicBezTo>
                <a:cubicBezTo>
                  <a:pt x="1521053" y="998977"/>
                  <a:pt x="1522488" y="995377"/>
                  <a:pt x="1523873" y="991782"/>
                </a:cubicBezTo>
                <a:cubicBezTo>
                  <a:pt x="1525206" y="988194"/>
                  <a:pt x="1526489" y="984612"/>
                  <a:pt x="1527721" y="981038"/>
                </a:cubicBezTo>
                <a:cubicBezTo>
                  <a:pt x="1528903" y="977472"/>
                  <a:pt x="1530034" y="973914"/>
                  <a:pt x="1531116" y="970363"/>
                </a:cubicBezTo>
                <a:cubicBezTo>
                  <a:pt x="1532148" y="966822"/>
                  <a:pt x="1533131" y="963291"/>
                  <a:pt x="1534066" y="959769"/>
                </a:cubicBezTo>
                <a:cubicBezTo>
                  <a:pt x="1534952" y="956257"/>
                  <a:pt x="1535789" y="952756"/>
                  <a:pt x="1536580" y="949265"/>
                </a:cubicBezTo>
                <a:cubicBezTo>
                  <a:pt x="1537322" y="945787"/>
                  <a:pt x="1538017" y="942319"/>
                  <a:pt x="1538666" y="938865"/>
                </a:cubicBezTo>
                <a:cubicBezTo>
                  <a:pt x="1539268" y="935422"/>
                  <a:pt x="1539825" y="931992"/>
                  <a:pt x="1540335" y="928576"/>
                </a:cubicBezTo>
                <a:cubicBezTo>
                  <a:pt x="1540800" y="925174"/>
                  <a:pt x="1541220" y="921785"/>
                  <a:pt x="1541596" y="918411"/>
                </a:cubicBezTo>
                <a:cubicBezTo>
                  <a:pt x="1541928" y="915052"/>
                  <a:pt x="1542215" y="911707"/>
                  <a:pt x="1542460" y="908378"/>
                </a:cubicBezTo>
                <a:cubicBezTo>
                  <a:pt x="1542662" y="905065"/>
                  <a:pt x="1542821" y="901769"/>
                  <a:pt x="1542938" y="898488"/>
                </a:cubicBezTo>
                <a:cubicBezTo>
                  <a:pt x="1543014" y="895225"/>
                  <a:pt x="1543048" y="891978"/>
                  <a:pt x="1543041" y="888749"/>
                </a:cubicBezTo>
                <a:cubicBezTo>
                  <a:pt x="1542994" y="885538"/>
                  <a:pt x="1542908" y="882345"/>
                  <a:pt x="1542782" y="879171"/>
                </a:cubicBezTo>
                <a:cubicBezTo>
                  <a:pt x="1542617" y="876015"/>
                  <a:pt x="1542413" y="872878"/>
                  <a:pt x="1542172" y="869761"/>
                </a:cubicBezTo>
                <a:cubicBezTo>
                  <a:pt x="1541893" y="866663"/>
                  <a:pt x="1541576" y="863585"/>
                  <a:pt x="1541224" y="860527"/>
                </a:cubicBezTo>
                <a:cubicBezTo>
                  <a:pt x="1540835" y="857489"/>
                  <a:pt x="1540410" y="854473"/>
                  <a:pt x="1539950" y="851477"/>
                </a:cubicBezTo>
                <a:cubicBezTo>
                  <a:pt x="1539456" y="848502"/>
                  <a:pt x="1538927" y="845549"/>
                  <a:pt x="1538365" y="842618"/>
                </a:cubicBezTo>
                <a:cubicBezTo>
                  <a:pt x="1537770" y="839708"/>
                  <a:pt x="1537141" y="836821"/>
                  <a:pt x="1536481" y="833956"/>
                </a:cubicBezTo>
                <a:cubicBezTo>
                  <a:pt x="1535789" y="831114"/>
                  <a:pt x="1535067" y="828295"/>
                  <a:pt x="1534313" y="825499"/>
                </a:cubicBezTo>
                <a:cubicBezTo>
                  <a:pt x="1533530" y="822725"/>
                  <a:pt x="1532717" y="819976"/>
                  <a:pt x="1531874" y="817250"/>
                </a:cubicBezTo>
                <a:cubicBezTo>
                  <a:pt x="1531004" y="814548"/>
                  <a:pt x="1530105" y="811871"/>
                  <a:pt x="1529180" y="809217"/>
                </a:cubicBezTo>
                <a:cubicBezTo>
                  <a:pt x="1528226" y="806588"/>
                  <a:pt x="1527247" y="803984"/>
                  <a:pt x="1526242" y="801404"/>
                </a:cubicBezTo>
                <a:cubicBezTo>
                  <a:pt x="1525212" y="798849"/>
                  <a:pt x="1524157" y="796319"/>
                  <a:pt x="1523078" y="793814"/>
                </a:cubicBezTo>
                <a:cubicBezTo>
                  <a:pt x="1521976" y="791335"/>
                  <a:pt x="1520851" y="788881"/>
                  <a:pt x="1519702" y="786453"/>
                </a:cubicBezTo>
                <a:cubicBezTo>
                  <a:pt x="1518532" y="784050"/>
                  <a:pt x="1517341" y="781674"/>
                  <a:pt x="1516128" y="779323"/>
                </a:cubicBezTo>
                <a:cubicBezTo>
                  <a:pt x="1514896" y="776998"/>
                  <a:pt x="1513643" y="774700"/>
                  <a:pt x="1512372" y="772428"/>
                </a:cubicBezTo>
                <a:cubicBezTo>
                  <a:pt x="1511082" y="770182"/>
                  <a:pt x="1509774" y="767963"/>
                  <a:pt x="1508448" y="765769"/>
                </a:cubicBezTo>
                <a:cubicBezTo>
                  <a:pt x="1507106" y="763603"/>
                  <a:pt x="1505748" y="761463"/>
                  <a:pt x="1504373" y="759350"/>
                </a:cubicBezTo>
                <a:cubicBezTo>
                  <a:pt x="1502983" y="757264"/>
                  <a:pt x="1501579" y="755204"/>
                  <a:pt x="1500160" y="753172"/>
                </a:cubicBezTo>
                <a:cubicBezTo>
                  <a:pt x="1498729" y="751165"/>
                  <a:pt x="1497284" y="749187"/>
                  <a:pt x="1495827" y="747235"/>
                </a:cubicBezTo>
                <a:cubicBezTo>
                  <a:pt x="1494357" y="745309"/>
                  <a:pt x="1492876" y="743411"/>
                  <a:pt x="1491386" y="741540"/>
                </a:cubicBezTo>
                <a:cubicBezTo>
                  <a:pt x="1489884" y="739696"/>
                  <a:pt x="1488373" y="737878"/>
                  <a:pt x="1486853" y="736088"/>
                </a:cubicBezTo>
                <a:cubicBezTo>
                  <a:pt x="1485325" y="734324"/>
                  <a:pt x="1483789" y="732588"/>
                  <a:pt x="1482244" y="730878"/>
                </a:cubicBezTo>
                <a:cubicBezTo>
                  <a:pt x="1480694" y="729195"/>
                  <a:pt x="1479137" y="727539"/>
                  <a:pt x="1477575" y="725909"/>
                </a:cubicBezTo>
                <a:cubicBezTo>
                  <a:pt x="1476007" y="724307"/>
                  <a:pt x="1474434" y="722730"/>
                  <a:pt x="1472858" y="721181"/>
                </a:cubicBezTo>
                <a:cubicBezTo>
                  <a:pt x="1471278" y="719658"/>
                  <a:pt x="1469695" y="718161"/>
                  <a:pt x="1468109" y="716691"/>
                </a:cubicBezTo>
                <a:cubicBezTo>
                  <a:pt x="1466522" y="715247"/>
                  <a:pt x="1464933" y="713829"/>
                  <a:pt x="1463343" y="712437"/>
                </a:cubicBezTo>
                <a:cubicBezTo>
                  <a:pt x="1461753" y="711071"/>
                  <a:pt x="1460164" y="709732"/>
                  <a:pt x="1458575" y="708418"/>
                </a:cubicBezTo>
                <a:cubicBezTo>
                  <a:pt x="1456986" y="707129"/>
                  <a:pt x="1455400" y="705866"/>
                  <a:pt x="1453817" y="704628"/>
                </a:cubicBezTo>
                <a:cubicBezTo>
                  <a:pt x="1452235" y="703416"/>
                  <a:pt x="1450658" y="702229"/>
                  <a:pt x="1449084" y="701066"/>
                </a:cubicBezTo>
                <a:cubicBezTo>
                  <a:pt x="1447514" y="699929"/>
                  <a:pt x="1445949" y="698816"/>
                  <a:pt x="1444389" y="697728"/>
                </a:cubicBezTo>
                <a:cubicBezTo>
                  <a:pt x="1442835" y="696664"/>
                  <a:pt x="1441288" y="695624"/>
                  <a:pt x="1439747" y="694608"/>
                </a:cubicBezTo>
                <a:cubicBezTo>
                  <a:pt x="1438214" y="693616"/>
                  <a:pt x="1436688" y="692648"/>
                  <a:pt x="1435170" y="691703"/>
                </a:cubicBezTo>
                <a:cubicBezTo>
                  <a:pt x="1433661" y="690782"/>
                  <a:pt x="1432161" y="689883"/>
                  <a:pt x="1430670" y="689007"/>
                </a:cubicBezTo>
                <a:cubicBezTo>
                  <a:pt x="1429190" y="688154"/>
                  <a:pt x="1427720" y="687323"/>
                  <a:pt x="1426261" y="686515"/>
                </a:cubicBezTo>
                <a:cubicBezTo>
                  <a:pt x="1424813" y="685728"/>
                  <a:pt x="1423377" y="684964"/>
                  <a:pt x="1421954" y="684221"/>
                </a:cubicBezTo>
                <a:cubicBezTo>
                  <a:pt x="1420542" y="683499"/>
                  <a:pt x="1419144" y="682798"/>
                  <a:pt x="1417760" y="682118"/>
                </a:cubicBezTo>
                <a:cubicBezTo>
                  <a:pt x="1416389" y="681459"/>
                  <a:pt x="1415033" y="680820"/>
                  <a:pt x="1413691" y="680201"/>
                </a:cubicBezTo>
                <a:cubicBezTo>
                  <a:pt x="1412364" y="679602"/>
                  <a:pt x="1411053" y="679022"/>
                  <a:pt x="1409758" y="678462"/>
                </a:cubicBezTo>
                <a:cubicBezTo>
                  <a:pt x="1408479" y="677921"/>
                  <a:pt x="1407216" y="677398"/>
                  <a:pt x="1405972" y="676894"/>
                </a:cubicBezTo>
                <a:cubicBezTo>
                  <a:pt x="1404744" y="676408"/>
                  <a:pt x="1403533" y="675940"/>
                  <a:pt x="1402341" y="675490"/>
                </a:cubicBezTo>
                <a:cubicBezTo>
                  <a:pt x="1401167" y="675057"/>
                  <a:pt x="1400011" y="674640"/>
                  <a:pt x="1398876" y="674241"/>
                </a:cubicBezTo>
                <a:cubicBezTo>
                  <a:pt x="1397759" y="673858"/>
                  <a:pt x="1396662" y="673491"/>
                  <a:pt x="1395585" y="673140"/>
                </a:cubicBezTo>
                <a:cubicBezTo>
                  <a:pt x="1394529" y="672804"/>
                  <a:pt x="1393492" y="672484"/>
                  <a:pt x="1392478" y="672178"/>
                </a:cubicBezTo>
                <a:cubicBezTo>
                  <a:pt x="1391484" y="671887"/>
                  <a:pt x="1390511" y="671610"/>
                  <a:pt x="1389561" y="671347"/>
                </a:cubicBezTo>
                <a:cubicBezTo>
                  <a:pt x="1388632" y="671098"/>
                  <a:pt x="1387726" y="670861"/>
                  <a:pt x="1386843" y="670638"/>
                </a:cubicBezTo>
                <a:cubicBezTo>
                  <a:pt x="1385982" y="670427"/>
                  <a:pt x="1385144" y="670228"/>
                  <a:pt x="1384330" y="670041"/>
                </a:cubicBezTo>
                <a:cubicBezTo>
                  <a:pt x="1383540" y="669866"/>
                  <a:pt x="1382772" y="669701"/>
                  <a:pt x="1382029" y="669548"/>
                </a:cubicBezTo>
                <a:cubicBezTo>
                  <a:pt x="1381309" y="669405"/>
                  <a:pt x="1380615" y="669272"/>
                  <a:pt x="1379945" y="669149"/>
                </a:cubicBezTo>
                <a:cubicBezTo>
                  <a:pt x="1379300" y="669035"/>
                  <a:pt x="1378679" y="668930"/>
                  <a:pt x="1378084" y="668834"/>
                </a:cubicBezTo>
                <a:cubicBezTo>
                  <a:pt x="1377514" y="668746"/>
                  <a:pt x="1376969" y="668666"/>
                  <a:pt x="1376451" y="668593"/>
                </a:cubicBezTo>
                <a:cubicBezTo>
                  <a:pt x="1375958" y="668528"/>
                  <a:pt x="1375490" y="668470"/>
                  <a:pt x="1375049" y="668418"/>
                </a:cubicBezTo>
                <a:cubicBezTo>
                  <a:pt x="1374634" y="668372"/>
                  <a:pt x="1374245" y="668332"/>
                  <a:pt x="1373882" y="668297"/>
                </a:cubicBezTo>
                <a:cubicBezTo>
                  <a:pt x="1373546" y="668267"/>
                  <a:pt x="1373236" y="668242"/>
                  <a:pt x="1372953" y="668221"/>
                </a:cubicBezTo>
                <a:cubicBezTo>
                  <a:pt x="1372697" y="668204"/>
                  <a:pt x="1372467" y="668190"/>
                  <a:pt x="1372264" y="668179"/>
                </a:cubicBezTo>
                <a:cubicBezTo>
                  <a:pt x="1372088" y="668171"/>
                  <a:pt x="1371940" y="668165"/>
                  <a:pt x="1371817" y="668161"/>
                </a:cubicBezTo>
                <a:cubicBezTo>
                  <a:pt x="1371722" y="668159"/>
                  <a:pt x="1371655" y="668157"/>
                  <a:pt x="1371614" y="668157"/>
                </a:cubicBezTo>
              </a:path>
            </a:pathLst>
          </a:custGeom>
          <a:solidFill>
            <a:srgbClr val="FFFF00"/>
          </a:solidFill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FA7641E3-23BD-412F-A210-E1E4684DDD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9732" y="291964"/>
            <a:ext cx="714380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7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75106" name="Object 2">
            <a:extLst>
              <a:ext uri="{FF2B5EF4-FFF2-40B4-BE49-F238E27FC236}">
                <a16:creationId xmlns:a16="http://schemas.microsoft.com/office/drawing/2014/main" id="{6275272D-22B4-4581-9ECD-8C6DF28AF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913530"/>
              </p:ext>
            </p:extLst>
          </p:nvPr>
        </p:nvGraphicFramePr>
        <p:xfrm>
          <a:off x="2006600" y="3948113"/>
          <a:ext cx="15287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1" name="Equation" r:id="rId4" imgW="1587240" imgH="723600" progId="Equation.DSMT4">
                  <p:embed/>
                </p:oleObj>
              </mc:Choice>
              <mc:Fallback>
                <p:oleObj name="Equation" r:id="rId4" imgW="1587240" imgH="72360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948113"/>
                        <a:ext cx="152876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0" name="Text Box 6">
            <a:extLst>
              <a:ext uri="{FF2B5EF4-FFF2-40B4-BE49-F238E27FC236}">
                <a16:creationId xmlns:a16="http://schemas.microsoft.com/office/drawing/2014/main" id="{A79AE073-6839-41F6-B606-599428E07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44" y="1037291"/>
            <a:ext cx="71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175125" name="Object 21">
            <a:extLst>
              <a:ext uri="{FF2B5EF4-FFF2-40B4-BE49-F238E27FC236}">
                <a16:creationId xmlns:a16="http://schemas.microsoft.com/office/drawing/2014/main" id="{7C6467B7-3B14-4377-A44D-1C1DB0096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438054"/>
              </p:ext>
            </p:extLst>
          </p:nvPr>
        </p:nvGraphicFramePr>
        <p:xfrm>
          <a:off x="1679109" y="2656591"/>
          <a:ext cx="31607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2" name="MathType 6.0 Equation" r:id="rId6" imgW="3225600" imgH="723600" progId="Equation.DSMT4">
                  <p:embed/>
                </p:oleObj>
              </mc:Choice>
              <mc:Fallback>
                <p:oleObj name="MathType 6.0 Equation" r:id="rId6" imgW="3225600" imgH="7236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109" y="2656591"/>
                        <a:ext cx="31607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6" name="Object 22">
            <a:extLst>
              <a:ext uri="{FF2B5EF4-FFF2-40B4-BE49-F238E27FC236}">
                <a16:creationId xmlns:a16="http://schemas.microsoft.com/office/drawing/2014/main" id="{AFF7C2CC-6C0E-4CE3-AAEB-6CC6C9CF6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133644"/>
              </p:ext>
            </p:extLst>
          </p:nvPr>
        </p:nvGraphicFramePr>
        <p:xfrm>
          <a:off x="1965325" y="3368675"/>
          <a:ext cx="93186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3" name="Equation" r:id="rId8" imgW="952200" imgH="634680" progId="Equation.DSMT4">
                  <p:embed/>
                </p:oleObj>
              </mc:Choice>
              <mc:Fallback>
                <p:oleObj name="Equation" r:id="rId8" imgW="952200" imgH="63468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3368675"/>
                        <a:ext cx="931863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7" name="Object 23">
            <a:extLst>
              <a:ext uri="{FF2B5EF4-FFF2-40B4-BE49-F238E27FC236}">
                <a16:creationId xmlns:a16="http://schemas.microsoft.com/office/drawing/2014/main" id="{A29ABC94-85D0-4AD4-9FC8-1D66D948D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76045"/>
              </p:ext>
            </p:extLst>
          </p:nvPr>
        </p:nvGraphicFramePr>
        <p:xfrm>
          <a:off x="2738438" y="3319463"/>
          <a:ext cx="30781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4" name="Equation" r:id="rId10" imgW="3213000" imgH="723600" progId="Equation.DSMT4">
                  <p:embed/>
                </p:oleObj>
              </mc:Choice>
              <mc:Fallback>
                <p:oleObj name="Equation" r:id="rId10" imgW="3213000" imgH="7236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3319463"/>
                        <a:ext cx="307816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6" name="Object 32">
            <a:extLst>
              <a:ext uri="{FF2B5EF4-FFF2-40B4-BE49-F238E27FC236}">
                <a16:creationId xmlns:a16="http://schemas.microsoft.com/office/drawing/2014/main" id="{B25CD62A-2F73-4DF1-8921-05B2BAA83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962882"/>
              </p:ext>
            </p:extLst>
          </p:nvPr>
        </p:nvGraphicFramePr>
        <p:xfrm>
          <a:off x="3581400" y="3948113"/>
          <a:ext cx="99853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5" name="Equation" r:id="rId12" imgW="1015920" imgH="723600" progId="Equation.DSMT4">
                  <p:embed/>
                </p:oleObj>
              </mc:Choice>
              <mc:Fallback>
                <p:oleObj name="Equation" r:id="rId12" imgW="1015920" imgH="7236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948113"/>
                        <a:ext cx="99853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32">
            <a:extLst>
              <a:ext uri="{FF2B5EF4-FFF2-40B4-BE49-F238E27FC236}">
                <a16:creationId xmlns:a16="http://schemas.microsoft.com/office/drawing/2014/main" id="{1AAD7ED5-0AF5-43F2-A246-4A00B75BE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59" y="2088303"/>
            <a:ext cx="1580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面积元素：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4" name="Object 20">
            <a:extLst>
              <a:ext uri="{FF2B5EF4-FFF2-40B4-BE49-F238E27FC236}">
                <a16:creationId xmlns:a16="http://schemas.microsoft.com/office/drawing/2014/main" id="{70EC0ABE-95CF-475B-B6F5-F01F46912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080222"/>
              </p:ext>
            </p:extLst>
          </p:nvPr>
        </p:nvGraphicFramePr>
        <p:xfrm>
          <a:off x="2481263" y="2005013"/>
          <a:ext cx="28686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26" name="Equation" r:id="rId14" imgW="2958840" imgH="723600" progId="Equation.DSMT4">
                  <p:embed/>
                </p:oleObj>
              </mc:Choice>
              <mc:Fallback>
                <p:oleObj name="Equation" r:id="rId14" imgW="2958840" imgH="7236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2005013"/>
                        <a:ext cx="286861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4">
            <a:extLst>
              <a:ext uri="{FF2B5EF4-FFF2-40B4-BE49-F238E27FC236}">
                <a16:creationId xmlns:a16="http://schemas.microsoft.com/office/drawing/2014/main" id="{E008C3B1-DA8E-4392-A21B-5B9FEB46E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998" y="2727512"/>
            <a:ext cx="1225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面积：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B14CA4B-C4A0-49E7-A379-41B26B41B3EC}"/>
              </a:ext>
            </a:extLst>
          </p:cNvPr>
          <p:cNvGrpSpPr/>
          <p:nvPr/>
        </p:nvGrpSpPr>
        <p:grpSpPr>
          <a:xfrm>
            <a:off x="6415088" y="3026010"/>
            <a:ext cx="2313439" cy="268053"/>
            <a:chOff x="5444966" y="2444364"/>
            <a:chExt cx="2313439" cy="268053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629ECAC-8730-4785-8CBE-B34B05E727FF}"/>
                </a:ext>
              </a:extLst>
            </p:cNvPr>
            <p:cNvCxnSpPr>
              <a:cxnSpLocks/>
            </p:cNvCxnSpPr>
            <p:nvPr/>
          </p:nvCxnSpPr>
          <p:spPr>
            <a:xfrm>
              <a:off x="5525146" y="2444364"/>
              <a:ext cx="22332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" name="Object 7">
              <a:extLst>
                <a:ext uri="{FF2B5EF4-FFF2-40B4-BE49-F238E27FC236}">
                  <a16:creationId xmlns:a16="http://schemas.microsoft.com/office/drawing/2014/main" id="{3B927A69-F2E3-40B6-91F3-DB0EE142A1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133019"/>
                </p:ext>
              </p:extLst>
            </p:nvPr>
          </p:nvGraphicFramePr>
          <p:xfrm>
            <a:off x="7573803" y="248540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27" name="Equation" r:id="rId16" imgW="177480" imgH="190440" progId="Equation.DSMT4">
                    <p:embed/>
                  </p:oleObj>
                </mc:Choice>
                <mc:Fallback>
                  <p:oleObj name="Equation" r:id="rId16" imgW="177480" imgH="1904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4D9B9FED-4341-42F8-A8CE-A294A699D3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3803" y="248540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7">
              <a:extLst>
                <a:ext uri="{FF2B5EF4-FFF2-40B4-BE49-F238E27FC236}">
                  <a16:creationId xmlns:a16="http://schemas.microsoft.com/office/drawing/2014/main" id="{C2E5D44B-0F00-4111-A28E-E5BE0716EA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837098"/>
                </p:ext>
              </p:extLst>
            </p:nvPr>
          </p:nvGraphicFramePr>
          <p:xfrm>
            <a:off x="5444966" y="2471117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28" name="Equation" r:id="rId18" imgW="228600" imgH="241200" progId="Equation.DSMT4">
                    <p:embed/>
                  </p:oleObj>
                </mc:Choice>
                <mc:Fallback>
                  <p:oleObj name="Equation" r:id="rId18" imgW="228600" imgH="241200" progId="Equation.DSMT4">
                    <p:embed/>
                    <p:pic>
                      <p:nvPicPr>
                        <p:cNvPr id="55" name="Object 7">
                          <a:extLst>
                            <a:ext uri="{FF2B5EF4-FFF2-40B4-BE49-F238E27FC236}">
                              <a16:creationId xmlns:a16="http://schemas.microsoft.com/office/drawing/2014/main" id="{E819B3B8-F023-40D7-A5EE-1829A1F041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966" y="2471117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7956C0A-024D-4B1B-BBBD-C6797DA96719}"/>
              </a:ext>
            </a:extLst>
          </p:cNvPr>
          <p:cNvSpPr>
            <a:spLocks/>
          </p:cNvSpPr>
          <p:nvPr/>
        </p:nvSpPr>
        <p:spPr>
          <a:xfrm rot="10800000">
            <a:off x="6301681" y="1956681"/>
            <a:ext cx="1875926" cy="2138657"/>
          </a:xfrm>
          <a:custGeom>
            <a:avLst/>
            <a:gdLst/>
            <a:ahLst/>
            <a:cxnLst/>
            <a:rect l="0" t="0" r="0" b="0"/>
            <a:pathLst>
              <a:path w="1543049" h="1336315">
                <a:moveTo>
                  <a:pt x="1371600" y="668157"/>
                </a:moveTo>
                <a:cubicBezTo>
                  <a:pt x="1371614" y="668157"/>
                  <a:pt x="1371654" y="668157"/>
                  <a:pt x="1371722" y="668155"/>
                </a:cubicBezTo>
                <a:cubicBezTo>
                  <a:pt x="1371816" y="668153"/>
                  <a:pt x="1371938" y="668149"/>
                  <a:pt x="1372087" y="668143"/>
                </a:cubicBezTo>
                <a:cubicBezTo>
                  <a:pt x="1372263" y="668135"/>
                  <a:pt x="1372465" y="668124"/>
                  <a:pt x="1372695" y="668110"/>
                </a:cubicBezTo>
                <a:cubicBezTo>
                  <a:pt x="1372950" y="668093"/>
                  <a:pt x="1373233" y="668072"/>
                  <a:pt x="1373543" y="668047"/>
                </a:cubicBezTo>
                <a:cubicBezTo>
                  <a:pt x="1373879" y="668017"/>
                  <a:pt x="1374242" y="667982"/>
                  <a:pt x="1374630" y="667942"/>
                </a:cubicBezTo>
                <a:cubicBezTo>
                  <a:pt x="1375045" y="667896"/>
                  <a:pt x="1375487" y="667845"/>
                  <a:pt x="1375953" y="667786"/>
                </a:cubicBezTo>
                <a:cubicBezTo>
                  <a:pt x="1376446" y="667721"/>
                  <a:pt x="1376965" y="667649"/>
                  <a:pt x="1377510" y="667569"/>
                </a:cubicBezTo>
                <a:cubicBezTo>
                  <a:pt x="1378079" y="667481"/>
                  <a:pt x="1378674" y="667385"/>
                  <a:pt x="1379294" y="667280"/>
                </a:cubicBezTo>
                <a:cubicBezTo>
                  <a:pt x="1379939" y="667166"/>
                  <a:pt x="1380610" y="667043"/>
                  <a:pt x="1381303" y="666911"/>
                </a:cubicBezTo>
                <a:cubicBezTo>
                  <a:pt x="1382023" y="666768"/>
                  <a:pt x="1382765" y="666614"/>
                  <a:pt x="1383532" y="666450"/>
                </a:cubicBezTo>
                <a:cubicBezTo>
                  <a:pt x="1384323" y="666275"/>
                  <a:pt x="1385137" y="666088"/>
                  <a:pt x="1385974" y="665889"/>
                </a:cubicBezTo>
                <a:cubicBezTo>
                  <a:pt x="1386835" y="665678"/>
                  <a:pt x="1387718" y="665455"/>
                  <a:pt x="1388625" y="665219"/>
                </a:cubicBezTo>
                <a:cubicBezTo>
                  <a:pt x="1389553" y="664969"/>
                  <a:pt x="1390503" y="664706"/>
                  <a:pt x="1391475" y="664429"/>
                </a:cubicBezTo>
                <a:cubicBezTo>
                  <a:pt x="1392468" y="664138"/>
                  <a:pt x="1393483" y="663833"/>
                  <a:pt x="1394520" y="663512"/>
                </a:cubicBezTo>
                <a:cubicBezTo>
                  <a:pt x="1395576" y="663177"/>
                  <a:pt x="1396653" y="662826"/>
                  <a:pt x="1397750" y="662459"/>
                </a:cubicBezTo>
                <a:cubicBezTo>
                  <a:pt x="1398866" y="662076"/>
                  <a:pt x="1400001" y="661677"/>
                  <a:pt x="1401156" y="661261"/>
                </a:cubicBezTo>
                <a:cubicBezTo>
                  <a:pt x="1402331" y="660828"/>
                  <a:pt x="1403523" y="660378"/>
                  <a:pt x="1404733" y="659910"/>
                </a:cubicBezTo>
                <a:cubicBezTo>
                  <a:pt x="1405961" y="659424"/>
                  <a:pt x="1407206" y="658920"/>
                  <a:pt x="1408468" y="658398"/>
                </a:cubicBezTo>
                <a:cubicBezTo>
                  <a:pt x="1409747" y="657857"/>
                  <a:pt x="1411042" y="657296"/>
                  <a:pt x="1412353" y="656717"/>
                </a:cubicBezTo>
                <a:cubicBezTo>
                  <a:pt x="1413680" y="656118"/>
                  <a:pt x="1415021" y="655499"/>
                  <a:pt x="1416377" y="654861"/>
                </a:cubicBezTo>
                <a:cubicBezTo>
                  <a:pt x="1417748" y="654201"/>
                  <a:pt x="1419133" y="653521"/>
                  <a:pt x="1420530" y="652821"/>
                </a:cubicBezTo>
                <a:cubicBezTo>
                  <a:pt x="1421941" y="652099"/>
                  <a:pt x="1423365" y="651356"/>
                  <a:pt x="1424801" y="650592"/>
                </a:cubicBezTo>
                <a:cubicBezTo>
                  <a:pt x="1426249" y="649806"/>
                  <a:pt x="1427707" y="648998"/>
                  <a:pt x="1429177" y="648167"/>
                </a:cubicBezTo>
                <a:cubicBezTo>
                  <a:pt x="1430658" y="647314"/>
                  <a:pt x="1432148" y="646439"/>
                  <a:pt x="1433648" y="645540"/>
                </a:cubicBezTo>
                <a:cubicBezTo>
                  <a:pt x="1435157" y="644619"/>
                  <a:pt x="1436675" y="643674"/>
                  <a:pt x="1438201" y="642706"/>
                </a:cubicBezTo>
                <a:cubicBezTo>
                  <a:pt x="1439735" y="641714"/>
                  <a:pt x="1441275" y="640699"/>
                  <a:pt x="1442823" y="639659"/>
                </a:cubicBezTo>
                <a:cubicBezTo>
                  <a:pt x="1444377" y="638595"/>
                  <a:pt x="1445937" y="637507"/>
                  <a:pt x="1447501" y="636395"/>
                </a:cubicBezTo>
                <a:cubicBezTo>
                  <a:pt x="1449070" y="635257"/>
                  <a:pt x="1450645" y="634095"/>
                  <a:pt x="1452222" y="632908"/>
                </a:cubicBezTo>
                <a:cubicBezTo>
                  <a:pt x="1453804" y="631696"/>
                  <a:pt x="1455387" y="630458"/>
                  <a:pt x="1456973" y="629195"/>
                </a:cubicBezTo>
                <a:cubicBezTo>
                  <a:pt x="1458561" y="627907"/>
                  <a:pt x="1460150" y="626593"/>
                  <a:pt x="1461740" y="625253"/>
                </a:cubicBezTo>
                <a:cubicBezTo>
                  <a:pt x="1463330" y="623888"/>
                  <a:pt x="1464920" y="622496"/>
                  <a:pt x="1466509" y="621078"/>
                </a:cubicBezTo>
                <a:cubicBezTo>
                  <a:pt x="1468096" y="619635"/>
                  <a:pt x="1469682" y="618165"/>
                  <a:pt x="1471265" y="616668"/>
                </a:cubicBezTo>
                <a:cubicBezTo>
                  <a:pt x="1472845" y="615146"/>
                  <a:pt x="1474422" y="613596"/>
                  <a:pt x="1475994" y="612020"/>
                </a:cubicBezTo>
                <a:cubicBezTo>
                  <a:pt x="1477562" y="610418"/>
                  <a:pt x="1479124" y="608788"/>
                  <a:pt x="1480682" y="607132"/>
                </a:cubicBezTo>
                <a:cubicBezTo>
                  <a:pt x="1482232" y="605450"/>
                  <a:pt x="1483776" y="603740"/>
                  <a:pt x="1485312" y="602004"/>
                </a:cubicBezTo>
                <a:cubicBezTo>
                  <a:pt x="1486841" y="600240"/>
                  <a:pt x="1488361" y="598450"/>
                  <a:pt x="1489873" y="596633"/>
                </a:cubicBezTo>
                <a:cubicBezTo>
                  <a:pt x="1491374" y="594789"/>
                  <a:pt x="1492865" y="592918"/>
                  <a:pt x="1494345" y="591019"/>
                </a:cubicBezTo>
                <a:cubicBezTo>
                  <a:pt x="1495815" y="589095"/>
                  <a:pt x="1497272" y="587143"/>
                  <a:pt x="1498718" y="585164"/>
                </a:cubicBezTo>
                <a:cubicBezTo>
                  <a:pt x="1500150" y="583158"/>
                  <a:pt x="1501568" y="581125"/>
                  <a:pt x="1502973" y="579066"/>
                </a:cubicBezTo>
                <a:cubicBezTo>
                  <a:pt x="1504362" y="576980"/>
                  <a:pt x="1505737" y="574867"/>
                  <a:pt x="1507096" y="572728"/>
                </a:cubicBezTo>
                <a:cubicBezTo>
                  <a:pt x="1508438" y="570561"/>
                  <a:pt x="1509764" y="568369"/>
                  <a:pt x="1511072" y="566149"/>
                </a:cubicBezTo>
                <a:cubicBezTo>
                  <a:pt x="1512363" y="563904"/>
                  <a:pt x="1513634" y="561631"/>
                  <a:pt x="1514887" y="559333"/>
                </a:cubicBezTo>
                <a:cubicBezTo>
                  <a:pt x="1516119" y="557009"/>
                  <a:pt x="1517331" y="554658"/>
                  <a:pt x="1518523" y="552282"/>
                </a:cubicBezTo>
                <a:cubicBezTo>
                  <a:pt x="1519693" y="549879"/>
                  <a:pt x="1520841" y="547451"/>
                  <a:pt x="1521968" y="544997"/>
                </a:cubicBezTo>
                <a:cubicBezTo>
                  <a:pt x="1523071" y="542519"/>
                  <a:pt x="1524150" y="540014"/>
                  <a:pt x="1525205" y="537484"/>
                </a:cubicBezTo>
                <a:cubicBezTo>
                  <a:pt x="1526235" y="534929"/>
                  <a:pt x="1527240" y="532350"/>
                  <a:pt x="1528219" y="529745"/>
                </a:cubicBezTo>
                <a:cubicBezTo>
                  <a:pt x="1529173" y="527116"/>
                  <a:pt x="1530099" y="524463"/>
                  <a:pt x="1530997" y="521785"/>
                </a:cubicBezTo>
                <a:cubicBezTo>
                  <a:pt x="1531868" y="519084"/>
                  <a:pt x="1532710" y="516358"/>
                  <a:pt x="1533523" y="513609"/>
                </a:cubicBezTo>
                <a:cubicBezTo>
                  <a:pt x="1534308" y="510836"/>
                  <a:pt x="1535061" y="508040"/>
                  <a:pt x="1535785" y="505220"/>
                </a:cubicBezTo>
                <a:cubicBezTo>
                  <a:pt x="1536477" y="502378"/>
                  <a:pt x="1537137" y="499514"/>
                  <a:pt x="1537765" y="496627"/>
                </a:cubicBezTo>
                <a:cubicBezTo>
                  <a:pt x="1538360" y="493717"/>
                  <a:pt x="1538923" y="490786"/>
                  <a:pt x="1539452" y="487833"/>
                </a:cubicBezTo>
                <a:cubicBezTo>
                  <a:pt x="1539946" y="484858"/>
                  <a:pt x="1540407" y="481863"/>
                  <a:pt x="1540832" y="478846"/>
                </a:cubicBezTo>
                <a:cubicBezTo>
                  <a:pt x="1541221" y="475809"/>
                  <a:pt x="1541574" y="472751"/>
                  <a:pt x="1541890" y="469673"/>
                </a:cubicBezTo>
                <a:cubicBezTo>
                  <a:pt x="1542170" y="466576"/>
                  <a:pt x="1542411" y="463458"/>
                  <a:pt x="1542615" y="460321"/>
                </a:cubicBezTo>
                <a:cubicBezTo>
                  <a:pt x="1542781" y="457165"/>
                  <a:pt x="1542907" y="453991"/>
                  <a:pt x="1542994" y="450798"/>
                </a:cubicBezTo>
                <a:cubicBezTo>
                  <a:pt x="1543041" y="447587"/>
                  <a:pt x="1543048" y="444358"/>
                  <a:pt x="1543014" y="441112"/>
                </a:cubicBezTo>
                <a:cubicBezTo>
                  <a:pt x="1542938" y="437849"/>
                  <a:pt x="1542821" y="434568"/>
                  <a:pt x="1542662" y="431271"/>
                </a:cubicBezTo>
                <a:cubicBezTo>
                  <a:pt x="1542462" y="427958"/>
                  <a:pt x="1542217" y="424630"/>
                  <a:pt x="1541929" y="421286"/>
                </a:cubicBezTo>
                <a:cubicBezTo>
                  <a:pt x="1541598" y="417926"/>
                  <a:pt x="1541223" y="414552"/>
                  <a:pt x="1540803" y="411164"/>
                </a:cubicBezTo>
                <a:cubicBezTo>
                  <a:pt x="1540338" y="407761"/>
                  <a:pt x="1539828" y="404345"/>
                  <a:pt x="1539272" y="400915"/>
                </a:cubicBezTo>
                <a:cubicBezTo>
                  <a:pt x="1538670" y="397473"/>
                  <a:pt x="1538022" y="394018"/>
                  <a:pt x="1537327" y="390551"/>
                </a:cubicBezTo>
                <a:cubicBezTo>
                  <a:pt x="1536585" y="387072"/>
                  <a:pt x="1535795" y="383582"/>
                  <a:pt x="1534957" y="380080"/>
                </a:cubicBezTo>
                <a:cubicBezTo>
                  <a:pt x="1534071" y="376569"/>
                  <a:pt x="1533138" y="373047"/>
                  <a:pt x="1532155" y="369515"/>
                </a:cubicBezTo>
                <a:cubicBezTo>
                  <a:pt x="1531123" y="365974"/>
                  <a:pt x="1530041" y="362424"/>
                  <a:pt x="1528911" y="358866"/>
                </a:cubicBezTo>
                <a:cubicBezTo>
                  <a:pt x="1527729" y="355299"/>
                  <a:pt x="1526498" y="351725"/>
                  <a:pt x="1525215" y="348144"/>
                </a:cubicBezTo>
                <a:cubicBezTo>
                  <a:pt x="1523882" y="344555"/>
                  <a:pt x="1522498" y="340961"/>
                  <a:pt x="1521062" y="337361"/>
                </a:cubicBezTo>
                <a:cubicBezTo>
                  <a:pt x="1519575" y="333755"/>
                  <a:pt x="1518035" y="330144"/>
                  <a:pt x="1516444" y="326529"/>
                </a:cubicBezTo>
                <a:cubicBezTo>
                  <a:pt x="1514800" y="322909"/>
                  <a:pt x="1513104" y="319286"/>
                  <a:pt x="1511354" y="315660"/>
                </a:cubicBezTo>
                <a:cubicBezTo>
                  <a:pt x="1509552" y="312030"/>
                  <a:pt x="1507696" y="308399"/>
                  <a:pt x="1505786" y="304766"/>
                </a:cubicBezTo>
                <a:cubicBezTo>
                  <a:pt x="1503824" y="301131"/>
                  <a:pt x="1501808" y="297496"/>
                  <a:pt x="1499736" y="293860"/>
                </a:cubicBezTo>
                <a:cubicBezTo>
                  <a:pt x="1497612" y="290225"/>
                  <a:pt x="1495432" y="286590"/>
                  <a:pt x="1493199" y="282956"/>
                </a:cubicBezTo>
                <a:cubicBezTo>
                  <a:pt x="1490911" y="279323"/>
                  <a:pt x="1488567" y="275693"/>
                  <a:pt x="1486169" y="272065"/>
                </a:cubicBezTo>
                <a:cubicBezTo>
                  <a:pt x="1483716" y="268440"/>
                  <a:pt x="1481208" y="264819"/>
                  <a:pt x="1478645" y="261202"/>
                </a:cubicBezTo>
                <a:cubicBezTo>
                  <a:pt x="1476025" y="257589"/>
                  <a:pt x="1473351" y="253981"/>
                  <a:pt x="1470622" y="250379"/>
                </a:cubicBezTo>
                <a:cubicBezTo>
                  <a:pt x="1467837" y="246783"/>
                  <a:pt x="1464996" y="243193"/>
                  <a:pt x="1462099" y="239610"/>
                </a:cubicBezTo>
                <a:cubicBezTo>
                  <a:pt x="1459147" y="236035"/>
                  <a:pt x="1456139" y="232467"/>
                  <a:pt x="1453075" y="228909"/>
                </a:cubicBezTo>
                <a:cubicBezTo>
                  <a:pt x="1449955" y="225359"/>
                  <a:pt x="1446780" y="221819"/>
                  <a:pt x="1443548" y="218288"/>
                </a:cubicBezTo>
                <a:cubicBezTo>
                  <a:pt x="1440261" y="214769"/>
                  <a:pt x="1436918" y="211260"/>
                  <a:pt x="1433519" y="207763"/>
                </a:cubicBezTo>
                <a:cubicBezTo>
                  <a:pt x="1430065" y="204278"/>
                  <a:pt x="1426555" y="200806"/>
                  <a:pt x="1422988" y="197347"/>
                </a:cubicBezTo>
                <a:cubicBezTo>
                  <a:pt x="1419367" y="193901"/>
                  <a:pt x="1415690" y="190470"/>
                  <a:pt x="1411956" y="187053"/>
                </a:cubicBezTo>
                <a:cubicBezTo>
                  <a:pt x="1408168" y="183652"/>
                  <a:pt x="1404325" y="180266"/>
                  <a:pt x="1400426" y="176896"/>
                </a:cubicBezTo>
                <a:cubicBezTo>
                  <a:pt x="1396472" y="173543"/>
                  <a:pt x="1392464" y="170208"/>
                  <a:pt x="1388400" y="166890"/>
                </a:cubicBezTo>
                <a:cubicBezTo>
                  <a:pt x="1384281" y="163590"/>
                  <a:pt x="1380108" y="160309"/>
                  <a:pt x="1375880" y="157048"/>
                </a:cubicBezTo>
                <a:cubicBezTo>
                  <a:pt x="1371598" y="153806"/>
                  <a:pt x="1367262" y="150584"/>
                  <a:pt x="1362873" y="147384"/>
                </a:cubicBezTo>
                <a:cubicBezTo>
                  <a:pt x="1358429" y="144204"/>
                  <a:pt x="1353931" y="141047"/>
                  <a:pt x="1349380" y="137912"/>
                </a:cubicBezTo>
                <a:cubicBezTo>
                  <a:pt x="1344777" y="134800"/>
                  <a:pt x="1340120" y="131711"/>
                  <a:pt x="1335410" y="128645"/>
                </a:cubicBezTo>
                <a:cubicBezTo>
                  <a:pt x="1330648" y="125605"/>
                  <a:pt x="1325833" y="122589"/>
                  <a:pt x="1320967" y="119598"/>
                </a:cubicBezTo>
                <a:cubicBezTo>
                  <a:pt x="1316049" y="116634"/>
                  <a:pt x="1311079" y="113695"/>
                  <a:pt x="1306058" y="110784"/>
                </a:cubicBezTo>
                <a:cubicBezTo>
                  <a:pt x="1300986" y="107899"/>
                  <a:pt x="1295864" y="105043"/>
                  <a:pt x="1290691" y="102215"/>
                </a:cubicBezTo>
                <a:cubicBezTo>
                  <a:pt x="1285468" y="99416"/>
                  <a:pt x="1280196" y="96646"/>
                  <a:pt x="1274873" y="93906"/>
                </a:cubicBezTo>
                <a:cubicBezTo>
                  <a:pt x="1269502" y="91196"/>
                  <a:pt x="1264083" y="88517"/>
                  <a:pt x="1258615" y="85869"/>
                </a:cubicBezTo>
                <a:cubicBezTo>
                  <a:pt x="1253098" y="83252"/>
                  <a:pt x="1247535" y="80668"/>
                  <a:pt x="1241923" y="78116"/>
                </a:cubicBezTo>
                <a:cubicBezTo>
                  <a:pt x="1236266" y="75598"/>
                  <a:pt x="1230561" y="73113"/>
                  <a:pt x="1224811" y="70662"/>
                </a:cubicBezTo>
                <a:cubicBezTo>
                  <a:pt x="1219015" y="68245"/>
                  <a:pt x="1213173" y="65864"/>
                  <a:pt x="1207287" y="63517"/>
                </a:cubicBezTo>
                <a:cubicBezTo>
                  <a:pt x="1201356" y="61207"/>
                  <a:pt x="1195381" y="58932"/>
                  <a:pt x="1189363" y="56695"/>
                </a:cubicBezTo>
                <a:cubicBezTo>
                  <a:pt x="1183302" y="54494"/>
                  <a:pt x="1177198" y="52331"/>
                  <a:pt x="1171052" y="50206"/>
                </a:cubicBezTo>
                <a:cubicBezTo>
                  <a:pt x="1164864" y="48119"/>
                  <a:pt x="1158635" y="46072"/>
                  <a:pt x="1152365" y="44063"/>
                </a:cubicBezTo>
                <a:cubicBezTo>
                  <a:pt x="1146056" y="42094"/>
                  <a:pt x="1139706" y="40165"/>
                  <a:pt x="1133317" y="38277"/>
                </a:cubicBezTo>
                <a:cubicBezTo>
                  <a:pt x="1126889" y="36429"/>
                  <a:pt x="1120424" y="34623"/>
                  <a:pt x="1113920" y="32858"/>
                </a:cubicBezTo>
                <a:cubicBezTo>
                  <a:pt x="1107380" y="31135"/>
                  <a:pt x="1100803" y="29455"/>
                  <a:pt x="1094191" y="27818"/>
                </a:cubicBezTo>
                <a:cubicBezTo>
                  <a:pt x="1087541" y="26224"/>
                  <a:pt x="1080858" y="24673"/>
                  <a:pt x="1074141" y="23166"/>
                </a:cubicBezTo>
                <a:cubicBezTo>
                  <a:pt x="1067390" y="21704"/>
                  <a:pt x="1060605" y="20286"/>
                  <a:pt x="1053788" y="18913"/>
                </a:cubicBezTo>
                <a:cubicBezTo>
                  <a:pt x="1046939" y="17586"/>
                  <a:pt x="1040059" y="16304"/>
                  <a:pt x="1033148" y="15068"/>
                </a:cubicBezTo>
                <a:cubicBezTo>
                  <a:pt x="1026206" y="13879"/>
                  <a:pt x="1019236" y="12736"/>
                  <a:pt x="1012237" y="11640"/>
                </a:cubicBezTo>
                <a:cubicBezTo>
                  <a:pt x="1005208" y="10592"/>
                  <a:pt x="998153" y="9591"/>
                  <a:pt x="991071" y="8638"/>
                </a:cubicBezTo>
                <a:cubicBezTo>
                  <a:pt x="983962" y="7733"/>
                  <a:pt x="976828" y="6877"/>
                  <a:pt x="969669" y="6070"/>
                </a:cubicBezTo>
                <a:cubicBezTo>
                  <a:pt x="962485" y="5312"/>
                  <a:pt x="955277" y="4603"/>
                  <a:pt x="948047" y="3944"/>
                </a:cubicBezTo>
                <a:cubicBezTo>
                  <a:pt x="940795" y="3335"/>
                  <a:pt x="933520" y="2776"/>
                  <a:pt x="926225" y="2267"/>
                </a:cubicBezTo>
                <a:cubicBezTo>
                  <a:pt x="918910" y="1809"/>
                  <a:pt x="911575" y="1402"/>
                  <a:pt x="904221" y="1047"/>
                </a:cubicBezTo>
                <a:cubicBezTo>
                  <a:pt x="896849" y="742"/>
                  <a:pt x="889460" y="490"/>
                  <a:pt x="882054" y="289"/>
                </a:cubicBezTo>
                <a:cubicBezTo>
                  <a:pt x="874632" y="140"/>
                  <a:pt x="867194" y="44"/>
                  <a:pt x="859743" y="0"/>
                </a:cubicBezTo>
                <a:cubicBezTo>
                  <a:pt x="852277" y="8"/>
                  <a:pt x="844799" y="70"/>
                  <a:pt x="837308" y="185"/>
                </a:cubicBezTo>
                <a:cubicBezTo>
                  <a:pt x="829805" y="353"/>
                  <a:pt x="822292" y="574"/>
                  <a:pt x="814769" y="849"/>
                </a:cubicBezTo>
                <a:cubicBezTo>
                  <a:pt x="807236" y="1178"/>
                  <a:pt x="799695" y="1560"/>
                  <a:pt x="792146" y="1997"/>
                </a:cubicBezTo>
                <a:cubicBezTo>
                  <a:pt x="784590" y="2488"/>
                  <a:pt x="777028" y="3033"/>
                  <a:pt x="769460" y="3632"/>
                </a:cubicBezTo>
                <a:cubicBezTo>
                  <a:pt x="761888" y="4286"/>
                  <a:pt x="754311" y="4995"/>
                  <a:pt x="746731" y="5758"/>
                </a:cubicBezTo>
                <a:cubicBezTo>
                  <a:pt x="739149" y="6577"/>
                  <a:pt x="731566" y="7450"/>
                  <a:pt x="723981" y="8379"/>
                </a:cubicBezTo>
                <a:cubicBezTo>
                  <a:pt x="716397" y="9362"/>
                  <a:pt x="708814" y="10401"/>
                  <a:pt x="701232" y="11495"/>
                </a:cubicBezTo>
                <a:cubicBezTo>
                  <a:pt x="693651" y="12644"/>
                  <a:pt x="686075" y="13849"/>
                  <a:pt x="678503" y="15109"/>
                </a:cubicBezTo>
                <a:cubicBezTo>
                  <a:pt x="670935" y="16424"/>
                  <a:pt x="663372" y="17796"/>
                  <a:pt x="655816" y="19222"/>
                </a:cubicBezTo>
                <a:cubicBezTo>
                  <a:pt x="648267" y="20704"/>
                  <a:pt x="640726" y="22242"/>
                  <a:pt x="633193" y="23835"/>
                </a:cubicBezTo>
                <a:cubicBezTo>
                  <a:pt x="625670" y="25484"/>
                  <a:pt x="618158" y="27188"/>
                  <a:pt x="610656" y="28948"/>
                </a:cubicBezTo>
                <a:cubicBezTo>
                  <a:pt x="603167" y="30763"/>
                  <a:pt x="595690" y="32634"/>
                  <a:pt x="588226" y="34560"/>
                </a:cubicBezTo>
                <a:cubicBezTo>
                  <a:pt x="580778" y="36542"/>
                  <a:pt x="573344" y="38579"/>
                  <a:pt x="565926" y="40671"/>
                </a:cubicBezTo>
                <a:cubicBezTo>
                  <a:pt x="558524" y="42819"/>
                  <a:pt x="551141" y="45021"/>
                  <a:pt x="543776" y="47279"/>
                </a:cubicBezTo>
                <a:cubicBezTo>
                  <a:pt x="536429" y="49591"/>
                  <a:pt x="529103" y="51959"/>
                  <a:pt x="521798" y="54381"/>
                </a:cubicBezTo>
                <a:cubicBezTo>
                  <a:pt x="514514" y="56858"/>
                  <a:pt x="507252" y="59389"/>
                  <a:pt x="500014" y="61975"/>
                </a:cubicBezTo>
                <a:cubicBezTo>
                  <a:pt x="492799" y="64615"/>
                  <a:pt x="485610" y="67310"/>
                  <a:pt x="478445" y="70058"/>
                </a:cubicBezTo>
                <a:cubicBezTo>
                  <a:pt x="471307" y="72860"/>
                  <a:pt x="464196" y="75716"/>
                  <a:pt x="457113" y="78626"/>
                </a:cubicBezTo>
                <a:cubicBezTo>
                  <a:pt x="450059" y="81589"/>
                  <a:pt x="443034" y="84605"/>
                  <a:pt x="436039" y="87674"/>
                </a:cubicBezTo>
                <a:cubicBezTo>
                  <a:pt x="429076" y="90796"/>
                  <a:pt x="422144" y="93970"/>
                  <a:pt x="415244" y="97197"/>
                </a:cubicBezTo>
                <a:cubicBezTo>
                  <a:pt x="408378" y="100477"/>
                  <a:pt x="401546" y="103808"/>
                  <a:pt x="394750" y="107191"/>
                </a:cubicBezTo>
                <a:cubicBezTo>
                  <a:pt x="387988" y="110625"/>
                  <a:pt x="381263" y="114111"/>
                  <a:pt x="374575" y="117648"/>
                </a:cubicBezTo>
                <a:cubicBezTo>
                  <a:pt x="367925" y="121236"/>
                  <a:pt x="361313" y="124874"/>
                  <a:pt x="354742" y="128563"/>
                </a:cubicBezTo>
                <a:cubicBezTo>
                  <a:pt x="348209" y="132301"/>
                  <a:pt x="341718" y="136090"/>
                  <a:pt x="335269" y="139928"/>
                </a:cubicBezTo>
                <a:cubicBezTo>
                  <a:pt x="328862" y="143815"/>
                  <a:pt x="322498" y="147751"/>
                  <a:pt x="316177" y="151735"/>
                </a:cubicBezTo>
                <a:cubicBezTo>
                  <a:pt x="309902" y="155768"/>
                  <a:pt x="303671" y="159848"/>
                  <a:pt x="297486" y="163977"/>
                </a:cubicBezTo>
                <a:cubicBezTo>
                  <a:pt x="291348" y="168152"/>
                  <a:pt x="285257" y="172375"/>
                  <a:pt x="279215" y="176644"/>
                </a:cubicBezTo>
                <a:cubicBezTo>
                  <a:pt x="273221" y="180960"/>
                  <a:pt x="267276" y="185321"/>
                  <a:pt x="261381" y="189728"/>
                </a:cubicBezTo>
                <a:cubicBezTo>
                  <a:pt x="255538" y="194180"/>
                  <a:pt x="249745" y="198677"/>
                  <a:pt x="244004" y="203218"/>
                </a:cubicBezTo>
                <a:cubicBezTo>
                  <a:pt x="238317" y="207804"/>
                  <a:pt x="232683" y="212433"/>
                  <a:pt x="227102" y="217105"/>
                </a:cubicBezTo>
                <a:cubicBezTo>
                  <a:pt x="221577" y="221821"/>
                  <a:pt x="216107" y="226579"/>
                  <a:pt x="210692" y="231379"/>
                </a:cubicBezTo>
                <a:cubicBezTo>
                  <a:pt x="205335" y="236220"/>
                  <a:pt x="200034" y="241103"/>
                  <a:pt x="194792" y="246027"/>
                </a:cubicBezTo>
                <a:cubicBezTo>
                  <a:pt x="189607" y="250991"/>
                  <a:pt x="184482" y="255995"/>
                  <a:pt x="179416" y="261038"/>
                </a:cubicBezTo>
                <a:cubicBezTo>
                  <a:pt x="174411" y="266121"/>
                  <a:pt x="169466" y="271242"/>
                  <a:pt x="164583" y="276401"/>
                </a:cubicBezTo>
                <a:cubicBezTo>
                  <a:pt x="159761" y="281598"/>
                  <a:pt x="155002" y="286832"/>
                  <a:pt x="150306" y="292102"/>
                </a:cubicBezTo>
                <a:cubicBezTo>
                  <a:pt x="145674" y="297409"/>
                  <a:pt x="141106" y="302753"/>
                  <a:pt x="136602" y="308131"/>
                </a:cubicBezTo>
                <a:cubicBezTo>
                  <a:pt x="132163" y="313543"/>
                  <a:pt x="127791" y="318990"/>
                  <a:pt x="123484" y="324471"/>
                </a:cubicBezTo>
                <a:cubicBezTo>
                  <a:pt x="119244" y="329985"/>
                  <a:pt x="115071" y="335533"/>
                  <a:pt x="110966" y="341112"/>
                </a:cubicBezTo>
                <a:cubicBezTo>
                  <a:pt x="106930" y="346723"/>
                  <a:pt x="102962" y="352365"/>
                  <a:pt x="99062" y="358038"/>
                </a:cubicBezTo>
                <a:cubicBezTo>
                  <a:pt x="95233" y="363741"/>
                  <a:pt x="91473" y="369473"/>
                  <a:pt x="87784" y="375235"/>
                </a:cubicBezTo>
                <a:cubicBezTo>
                  <a:pt x="84166" y="381025"/>
                  <a:pt x="80619" y="386843"/>
                  <a:pt x="77143" y="392689"/>
                </a:cubicBezTo>
                <a:cubicBezTo>
                  <a:pt x="73740" y="398561"/>
                  <a:pt x="70410" y="404460"/>
                  <a:pt x="67152" y="410384"/>
                </a:cubicBezTo>
                <a:cubicBezTo>
                  <a:pt x="63967" y="416334"/>
                  <a:pt x="60857" y="422308"/>
                  <a:pt x="57820" y="428307"/>
                </a:cubicBezTo>
                <a:cubicBezTo>
                  <a:pt x="54858" y="434329"/>
                  <a:pt x="51970" y="440373"/>
                  <a:pt x="49158" y="446440"/>
                </a:cubicBezTo>
                <a:cubicBezTo>
                  <a:pt x="46421" y="452529"/>
                  <a:pt x="43759" y="458639"/>
                  <a:pt x="41174" y="464769"/>
                </a:cubicBezTo>
                <a:cubicBezTo>
                  <a:pt x="38665" y="470920"/>
                  <a:pt x="36233" y="477090"/>
                  <a:pt x="33878" y="483278"/>
                </a:cubicBezTo>
                <a:cubicBezTo>
                  <a:pt x="31600" y="489485"/>
                  <a:pt x="29399" y="495709"/>
                  <a:pt x="27276" y="501950"/>
                </a:cubicBezTo>
                <a:cubicBezTo>
                  <a:pt x="25231" y="508207"/>
                  <a:pt x="23264" y="514481"/>
                  <a:pt x="21376" y="520769"/>
                </a:cubicBezTo>
                <a:cubicBezTo>
                  <a:pt x="19567" y="527072"/>
                  <a:pt x="17836" y="533388"/>
                  <a:pt x="16185" y="539718"/>
                </a:cubicBezTo>
                <a:cubicBezTo>
                  <a:pt x="14613" y="546061"/>
                  <a:pt x="13120" y="552416"/>
                  <a:pt x="11707" y="558782"/>
                </a:cubicBezTo>
                <a:cubicBezTo>
                  <a:pt x="10374" y="565158"/>
                  <a:pt x="9121" y="571545"/>
                  <a:pt x="7948" y="577942"/>
                </a:cubicBezTo>
                <a:cubicBezTo>
                  <a:pt x="6855" y="584347"/>
                  <a:pt x="5842" y="590761"/>
                  <a:pt x="4911" y="597182"/>
                </a:cubicBezTo>
                <a:cubicBezTo>
                  <a:pt x="4059" y="603611"/>
                  <a:pt x="3289" y="610045"/>
                  <a:pt x="2599" y="616485"/>
                </a:cubicBezTo>
                <a:cubicBezTo>
                  <a:pt x="1991" y="622931"/>
                  <a:pt x="1463" y="629381"/>
                  <a:pt x="1016" y="635835"/>
                </a:cubicBezTo>
                <a:cubicBezTo>
                  <a:pt x="651" y="642292"/>
                  <a:pt x="366" y="648751"/>
                  <a:pt x="163" y="655212"/>
                </a:cubicBezTo>
                <a:cubicBezTo>
                  <a:pt x="41" y="661675"/>
                  <a:pt x="0" y="668138"/>
                  <a:pt x="40" y="674602"/>
                </a:cubicBezTo>
                <a:cubicBezTo>
                  <a:pt x="162" y="681064"/>
                  <a:pt x="365" y="687526"/>
                  <a:pt x="649" y="693985"/>
                </a:cubicBezTo>
                <a:cubicBezTo>
                  <a:pt x="1014" y="700442"/>
                  <a:pt x="1460" y="706896"/>
                  <a:pt x="1987" y="713346"/>
                </a:cubicBezTo>
                <a:cubicBezTo>
                  <a:pt x="2596" y="719791"/>
                  <a:pt x="3285" y="726232"/>
                  <a:pt x="4055" y="732667"/>
                </a:cubicBezTo>
                <a:cubicBezTo>
                  <a:pt x="4906" y="739095"/>
                  <a:pt x="5837" y="745516"/>
                  <a:pt x="6849" y="751930"/>
                </a:cubicBezTo>
                <a:cubicBezTo>
                  <a:pt x="7941" y="758335"/>
                  <a:pt x="9114" y="764732"/>
                  <a:pt x="10366" y="771119"/>
                </a:cubicBezTo>
                <a:cubicBezTo>
                  <a:pt x="11699" y="777496"/>
                  <a:pt x="13112" y="783862"/>
                  <a:pt x="14604" y="790217"/>
                </a:cubicBezTo>
                <a:cubicBezTo>
                  <a:pt x="16175" y="796559"/>
                  <a:pt x="17826" y="802889"/>
                  <a:pt x="19557" y="809206"/>
                </a:cubicBezTo>
                <a:cubicBezTo>
                  <a:pt x="21366" y="815509"/>
                  <a:pt x="23254" y="821797"/>
                  <a:pt x="25220" y="828070"/>
                </a:cubicBezTo>
                <a:cubicBezTo>
                  <a:pt x="27264" y="834328"/>
                  <a:pt x="29387" y="840569"/>
                  <a:pt x="31587" y="846794"/>
                </a:cubicBezTo>
                <a:cubicBezTo>
                  <a:pt x="33864" y="853000"/>
                  <a:pt x="36219" y="859189"/>
                  <a:pt x="38651" y="865359"/>
                </a:cubicBezTo>
                <a:cubicBezTo>
                  <a:pt x="41160" y="871509"/>
                  <a:pt x="43744" y="877640"/>
                  <a:pt x="46405" y="883750"/>
                </a:cubicBezTo>
                <a:cubicBezTo>
                  <a:pt x="49142" y="889839"/>
                  <a:pt x="51954" y="895906"/>
                  <a:pt x="54841" y="901950"/>
                </a:cubicBezTo>
                <a:cubicBezTo>
                  <a:pt x="57803" y="907973"/>
                  <a:pt x="60839" y="913971"/>
                  <a:pt x="63950" y="919946"/>
                </a:cubicBezTo>
                <a:cubicBezTo>
                  <a:pt x="67133" y="925896"/>
                  <a:pt x="70391" y="931820"/>
                  <a:pt x="73721" y="937719"/>
                </a:cubicBezTo>
                <a:cubicBezTo>
                  <a:pt x="77124" y="943592"/>
                  <a:pt x="80599" y="949437"/>
                  <a:pt x="84145" y="955256"/>
                </a:cubicBezTo>
                <a:cubicBezTo>
                  <a:pt x="87763" y="961046"/>
                  <a:pt x="91452" y="966808"/>
                  <a:pt x="95211" y="972540"/>
                </a:cubicBezTo>
                <a:cubicBezTo>
                  <a:pt x="99040" y="978243"/>
                  <a:pt x="102939" y="983917"/>
                  <a:pt x="106907" y="989559"/>
                </a:cubicBezTo>
                <a:cubicBezTo>
                  <a:pt x="110943" y="995170"/>
                  <a:pt x="115048" y="1000749"/>
                  <a:pt x="119220" y="1006296"/>
                </a:cubicBezTo>
                <a:cubicBezTo>
                  <a:pt x="123460" y="1011811"/>
                  <a:pt x="127766" y="1017292"/>
                  <a:pt x="132138" y="1022740"/>
                </a:cubicBezTo>
                <a:cubicBezTo>
                  <a:pt x="136576" y="1028152"/>
                  <a:pt x="141079" y="1033531"/>
                  <a:pt x="145647" y="1038874"/>
                </a:cubicBezTo>
                <a:cubicBezTo>
                  <a:pt x="150280" y="1044181"/>
                  <a:pt x="154975" y="1049452"/>
                  <a:pt x="159734" y="1054687"/>
                </a:cubicBezTo>
                <a:cubicBezTo>
                  <a:pt x="164555" y="1059883"/>
                  <a:pt x="169438" y="1065043"/>
                  <a:pt x="174382" y="1070164"/>
                </a:cubicBezTo>
                <a:cubicBezTo>
                  <a:pt x="179387" y="1075247"/>
                  <a:pt x="184453" y="1080290"/>
                  <a:pt x="189578" y="1085295"/>
                </a:cubicBezTo>
                <a:cubicBezTo>
                  <a:pt x="194761" y="1090259"/>
                  <a:pt x="200004" y="1095182"/>
                  <a:pt x="205304" y="1100066"/>
                </a:cubicBezTo>
                <a:cubicBezTo>
                  <a:pt x="210662" y="1104907"/>
                  <a:pt x="216075" y="1109708"/>
                  <a:pt x="221545" y="1114466"/>
                </a:cubicBezTo>
                <a:cubicBezTo>
                  <a:pt x="227071" y="1119181"/>
                  <a:pt x="232650" y="1123854"/>
                  <a:pt x="238284" y="1128484"/>
                </a:cubicBezTo>
                <a:cubicBezTo>
                  <a:pt x="243972" y="1133069"/>
                  <a:pt x="249712" y="1137611"/>
                  <a:pt x="255504" y="1142108"/>
                </a:cubicBezTo>
                <a:cubicBezTo>
                  <a:pt x="261348" y="1146561"/>
                  <a:pt x="267242" y="1150968"/>
                  <a:pt x="273186" y="1155330"/>
                </a:cubicBezTo>
                <a:cubicBezTo>
                  <a:pt x="279180" y="1159645"/>
                  <a:pt x="285223" y="1163915"/>
                  <a:pt x="291313" y="1168137"/>
                </a:cubicBezTo>
                <a:cubicBezTo>
                  <a:pt x="297451" y="1172313"/>
                  <a:pt x="303635" y="1176442"/>
                  <a:pt x="309866" y="1180523"/>
                </a:cubicBezTo>
                <a:cubicBezTo>
                  <a:pt x="316141" y="1184556"/>
                  <a:pt x="322461" y="1188541"/>
                  <a:pt x="328825" y="1192477"/>
                </a:cubicBezTo>
                <a:cubicBezTo>
                  <a:pt x="335232" y="1196364"/>
                  <a:pt x="341681" y="1200202"/>
                  <a:pt x="348172" y="1203991"/>
                </a:cubicBezTo>
                <a:cubicBezTo>
                  <a:pt x="354704" y="1207730"/>
                  <a:pt x="361276" y="1211419"/>
                  <a:pt x="367887" y="1215057"/>
                </a:cubicBezTo>
                <a:cubicBezTo>
                  <a:pt x="374536" y="1218645"/>
                  <a:pt x="381224" y="1222182"/>
                  <a:pt x="387949" y="1225669"/>
                </a:cubicBezTo>
                <a:cubicBezTo>
                  <a:pt x="394710" y="1229104"/>
                  <a:pt x="401507" y="1232487"/>
                  <a:pt x="408339" y="1235818"/>
                </a:cubicBezTo>
                <a:cubicBezTo>
                  <a:pt x="415205" y="1239098"/>
                  <a:pt x="422104" y="1242325"/>
                  <a:pt x="429035" y="1245500"/>
                </a:cubicBezTo>
                <a:cubicBezTo>
                  <a:pt x="435999" y="1248622"/>
                  <a:pt x="442994" y="1251692"/>
                  <a:pt x="450018" y="1254708"/>
                </a:cubicBezTo>
                <a:cubicBezTo>
                  <a:pt x="457072" y="1257671"/>
                  <a:pt x="464155" y="1260581"/>
                  <a:pt x="471266" y="1263438"/>
                </a:cubicBezTo>
                <a:cubicBezTo>
                  <a:pt x="478404" y="1266240"/>
                  <a:pt x="485568" y="1268989"/>
                  <a:pt x="492758" y="1271683"/>
                </a:cubicBezTo>
                <a:cubicBezTo>
                  <a:pt x="499972" y="1274324"/>
                  <a:pt x="507211" y="1276910"/>
                  <a:pt x="514472" y="1279442"/>
                </a:cubicBezTo>
                <a:cubicBezTo>
                  <a:pt x="521756" y="1281919"/>
                  <a:pt x="529061" y="1284341"/>
                  <a:pt x="536387" y="1286709"/>
                </a:cubicBezTo>
                <a:cubicBezTo>
                  <a:pt x="543733" y="1289022"/>
                  <a:pt x="551099" y="1291280"/>
                  <a:pt x="558482" y="1293483"/>
                </a:cubicBezTo>
                <a:cubicBezTo>
                  <a:pt x="565883" y="1295631"/>
                  <a:pt x="573301" y="1297723"/>
                  <a:pt x="580735" y="1299760"/>
                </a:cubicBezTo>
                <a:cubicBezTo>
                  <a:pt x="588183" y="1301742"/>
                  <a:pt x="595647" y="1303669"/>
                  <a:pt x="603124" y="1305540"/>
                </a:cubicBezTo>
                <a:cubicBezTo>
                  <a:pt x="610613" y="1307356"/>
                  <a:pt x="618115" y="1309116"/>
                  <a:pt x="625627" y="1310820"/>
                </a:cubicBezTo>
                <a:cubicBezTo>
                  <a:pt x="633150" y="1312470"/>
                  <a:pt x="640682" y="1314063"/>
                  <a:pt x="648224" y="1315601"/>
                </a:cubicBezTo>
                <a:cubicBezTo>
                  <a:pt x="655772" y="1317083"/>
                  <a:pt x="663329" y="1318510"/>
                  <a:pt x="670891" y="1319882"/>
                </a:cubicBezTo>
                <a:cubicBezTo>
                  <a:pt x="678459" y="1321198"/>
                  <a:pt x="686032" y="1322458"/>
                  <a:pt x="693608" y="1323663"/>
                </a:cubicBezTo>
                <a:cubicBezTo>
                  <a:pt x="701188" y="1324813"/>
                  <a:pt x="708770" y="1325907"/>
                  <a:pt x="716354" y="1326946"/>
                </a:cubicBezTo>
                <a:cubicBezTo>
                  <a:pt x="723938" y="1327930"/>
                  <a:pt x="731523" y="1328859"/>
                  <a:pt x="739106" y="1329732"/>
                </a:cubicBezTo>
                <a:cubicBezTo>
                  <a:pt x="746688" y="1330551"/>
                  <a:pt x="754267" y="1331315"/>
                  <a:pt x="761844" y="1332024"/>
                </a:cubicBezTo>
                <a:cubicBezTo>
                  <a:pt x="769417" y="1332678"/>
                  <a:pt x="776984" y="1333278"/>
                  <a:pt x="784547" y="1333823"/>
                </a:cubicBezTo>
                <a:cubicBezTo>
                  <a:pt x="792102" y="1334314"/>
                  <a:pt x="799651" y="1334751"/>
                  <a:pt x="807193" y="1335134"/>
                </a:cubicBezTo>
                <a:cubicBezTo>
                  <a:pt x="814725" y="1335463"/>
                  <a:pt x="822249" y="1335738"/>
                  <a:pt x="829762" y="1335960"/>
                </a:cubicBezTo>
                <a:cubicBezTo>
                  <a:pt x="837264" y="1336128"/>
                  <a:pt x="844755" y="1336243"/>
                  <a:pt x="852234" y="1336305"/>
                </a:cubicBezTo>
                <a:cubicBezTo>
                  <a:pt x="859699" y="1336314"/>
                  <a:pt x="867152" y="1336271"/>
                  <a:pt x="874588" y="1336175"/>
                </a:cubicBezTo>
                <a:cubicBezTo>
                  <a:pt x="882011" y="1336026"/>
                  <a:pt x="889417" y="1335826"/>
                  <a:pt x="896807" y="1335573"/>
                </a:cubicBezTo>
                <a:cubicBezTo>
                  <a:pt x="904178" y="1335269"/>
                  <a:pt x="911532" y="1334914"/>
                  <a:pt x="918867" y="1334507"/>
                </a:cubicBezTo>
                <a:cubicBezTo>
                  <a:pt x="926183" y="1334050"/>
                  <a:pt x="933479" y="1333542"/>
                  <a:pt x="940753" y="1332983"/>
                </a:cubicBezTo>
                <a:cubicBezTo>
                  <a:pt x="948006" y="1332374"/>
                  <a:pt x="955235" y="1331715"/>
                  <a:pt x="962444" y="1331006"/>
                </a:cubicBezTo>
                <a:cubicBezTo>
                  <a:pt x="969627" y="1330249"/>
                  <a:pt x="976787" y="1329442"/>
                  <a:pt x="983921" y="1328586"/>
                </a:cubicBezTo>
                <a:cubicBezTo>
                  <a:pt x="991030" y="1327681"/>
                  <a:pt x="998113" y="1326729"/>
                  <a:pt x="1005168" y="1325728"/>
                </a:cubicBezTo>
                <a:cubicBezTo>
                  <a:pt x="1012196" y="1324680"/>
                  <a:pt x="1019196" y="1323584"/>
                  <a:pt x="1026167" y="1322442"/>
                </a:cubicBezTo>
                <a:cubicBezTo>
                  <a:pt x="1033108" y="1321253"/>
                  <a:pt x="1040019" y="1320018"/>
                  <a:pt x="1046900" y="1318736"/>
                </a:cubicBezTo>
                <a:cubicBezTo>
                  <a:pt x="1053749" y="1317408"/>
                  <a:pt x="1060566" y="1316036"/>
                  <a:pt x="1067350" y="1314618"/>
                </a:cubicBezTo>
                <a:cubicBezTo>
                  <a:pt x="1074102" y="1313156"/>
                  <a:pt x="1080820" y="1311650"/>
                  <a:pt x="1087503" y="1310099"/>
                </a:cubicBezTo>
                <a:cubicBezTo>
                  <a:pt x="1094152" y="1308505"/>
                  <a:pt x="1100765" y="1306868"/>
                  <a:pt x="1107342" y="1305188"/>
                </a:cubicBezTo>
                <a:cubicBezTo>
                  <a:pt x="1113883" y="1303466"/>
                  <a:pt x="1120387" y="1301701"/>
                  <a:pt x="1126852" y="1299896"/>
                </a:cubicBezTo>
                <a:cubicBezTo>
                  <a:pt x="1133280" y="1298048"/>
                  <a:pt x="1139669" y="1296160"/>
                  <a:pt x="1146019" y="1294231"/>
                </a:cubicBezTo>
                <a:cubicBezTo>
                  <a:pt x="1152330" y="1292262"/>
                  <a:pt x="1158599" y="1290254"/>
                  <a:pt x="1164828" y="1288206"/>
                </a:cubicBezTo>
                <a:cubicBezTo>
                  <a:pt x="1171017" y="1286120"/>
                  <a:pt x="1177163" y="1283995"/>
                  <a:pt x="1183267" y="1281832"/>
                </a:cubicBezTo>
                <a:cubicBezTo>
                  <a:pt x="1189329" y="1279632"/>
                  <a:pt x="1195347" y="1277395"/>
                  <a:pt x="1201322" y="1275120"/>
                </a:cubicBezTo>
                <a:cubicBezTo>
                  <a:pt x="1207253" y="1272810"/>
                  <a:pt x="1213139" y="1270464"/>
                  <a:pt x="1218981" y="1268082"/>
                </a:cubicBezTo>
                <a:cubicBezTo>
                  <a:pt x="1224778" y="1265666"/>
                  <a:pt x="1230528" y="1263215"/>
                  <a:pt x="1236233" y="1260731"/>
                </a:cubicBezTo>
                <a:cubicBezTo>
                  <a:pt x="1241891" y="1258212"/>
                  <a:pt x="1247502" y="1255661"/>
                  <a:pt x="1253066" y="1253077"/>
                </a:cubicBezTo>
                <a:cubicBezTo>
                  <a:pt x="1258583" y="1250461"/>
                  <a:pt x="1264052" y="1247813"/>
                  <a:pt x="1269471" y="1245134"/>
                </a:cubicBezTo>
                <a:cubicBezTo>
                  <a:pt x="1274842" y="1242424"/>
                  <a:pt x="1280164" y="1239684"/>
                  <a:pt x="1285438" y="1236914"/>
                </a:cubicBezTo>
                <a:cubicBezTo>
                  <a:pt x="1290661" y="1234115"/>
                  <a:pt x="1295834" y="1231287"/>
                  <a:pt x="1300957" y="1228431"/>
                </a:cubicBezTo>
                <a:cubicBezTo>
                  <a:pt x="1306029" y="1225547"/>
                  <a:pt x="1311050" y="1222636"/>
                  <a:pt x="1316020" y="1219697"/>
                </a:cubicBezTo>
                <a:cubicBezTo>
                  <a:pt x="1320939" y="1216733"/>
                  <a:pt x="1325806" y="1213743"/>
                  <a:pt x="1330620" y="1210727"/>
                </a:cubicBezTo>
                <a:cubicBezTo>
                  <a:pt x="1335383" y="1207686"/>
                  <a:pt x="1340093" y="1204621"/>
                  <a:pt x="1344750" y="1201532"/>
                </a:cubicBezTo>
                <a:cubicBezTo>
                  <a:pt x="1349354" y="1198420"/>
                  <a:pt x="1353906" y="1195285"/>
                  <a:pt x="1358403" y="1192128"/>
                </a:cubicBezTo>
                <a:cubicBezTo>
                  <a:pt x="1362847" y="1188948"/>
                  <a:pt x="1367237" y="1185748"/>
                  <a:pt x="1371574" y="1182527"/>
                </a:cubicBezTo>
                <a:cubicBezTo>
                  <a:pt x="1375856" y="1179285"/>
                  <a:pt x="1380084" y="1176024"/>
                  <a:pt x="1384257" y="1172743"/>
                </a:cubicBezTo>
                <a:cubicBezTo>
                  <a:pt x="1388376" y="1169443"/>
                  <a:pt x="1392440" y="1166125"/>
                  <a:pt x="1396450" y="1162790"/>
                </a:cubicBezTo>
                <a:cubicBezTo>
                  <a:pt x="1400404" y="1159437"/>
                  <a:pt x="1404302" y="1156068"/>
                  <a:pt x="1408146" y="1152682"/>
                </a:cubicBezTo>
                <a:cubicBezTo>
                  <a:pt x="1411935" y="1149281"/>
                  <a:pt x="1415668" y="1145864"/>
                  <a:pt x="1419345" y="1142433"/>
                </a:cubicBezTo>
                <a:cubicBezTo>
                  <a:pt x="1422967" y="1138988"/>
                  <a:pt x="1426533" y="1135528"/>
                  <a:pt x="1430044" y="1132056"/>
                </a:cubicBezTo>
                <a:cubicBezTo>
                  <a:pt x="1433499" y="1128572"/>
                  <a:pt x="1436898" y="1125075"/>
                  <a:pt x="1440242" y="1121566"/>
                </a:cubicBezTo>
                <a:cubicBezTo>
                  <a:pt x="1443529" y="1118047"/>
                  <a:pt x="1446761" y="1114517"/>
                  <a:pt x="1449936" y="1110977"/>
                </a:cubicBezTo>
                <a:cubicBezTo>
                  <a:pt x="1453056" y="1107427"/>
                  <a:pt x="1456120" y="1103868"/>
                  <a:pt x="1459129" y="1100301"/>
                </a:cubicBezTo>
                <a:cubicBezTo>
                  <a:pt x="1462081" y="1096726"/>
                  <a:pt x="1464978" y="1093143"/>
                  <a:pt x="1467820" y="1089554"/>
                </a:cubicBezTo>
                <a:cubicBezTo>
                  <a:pt x="1470605" y="1085957"/>
                  <a:pt x="1473335" y="1082355"/>
                  <a:pt x="1476009" y="1078747"/>
                </a:cubicBezTo>
                <a:cubicBezTo>
                  <a:pt x="1478628" y="1075135"/>
                  <a:pt x="1481193" y="1071517"/>
                  <a:pt x="1483701" y="1067896"/>
                </a:cubicBezTo>
                <a:cubicBezTo>
                  <a:pt x="1486154" y="1064272"/>
                  <a:pt x="1488553" y="1060644"/>
                  <a:pt x="1490896" y="1057013"/>
                </a:cubicBezTo>
                <a:cubicBezTo>
                  <a:pt x="1493184" y="1053381"/>
                  <a:pt x="1495419" y="1049747"/>
                  <a:pt x="1497598" y="1046112"/>
                </a:cubicBezTo>
                <a:cubicBezTo>
                  <a:pt x="1499723" y="1042477"/>
                  <a:pt x="1501794" y="1038841"/>
                  <a:pt x="1503811" y="1035206"/>
                </a:cubicBezTo>
                <a:cubicBezTo>
                  <a:pt x="1505775" y="1031571"/>
                  <a:pt x="1507684" y="1027938"/>
                  <a:pt x="1509540" y="1024307"/>
                </a:cubicBezTo>
                <a:cubicBezTo>
                  <a:pt x="1511343" y="1020678"/>
                  <a:pt x="1513092" y="1017052"/>
                  <a:pt x="1514789" y="1013429"/>
                </a:cubicBezTo>
                <a:cubicBezTo>
                  <a:pt x="1516434" y="1009809"/>
                  <a:pt x="1518025" y="1006194"/>
                  <a:pt x="1519565" y="1002583"/>
                </a:cubicBezTo>
                <a:cubicBezTo>
                  <a:pt x="1521053" y="998977"/>
                  <a:pt x="1522488" y="995377"/>
                  <a:pt x="1523873" y="991782"/>
                </a:cubicBezTo>
                <a:cubicBezTo>
                  <a:pt x="1525206" y="988194"/>
                  <a:pt x="1526489" y="984612"/>
                  <a:pt x="1527721" y="981038"/>
                </a:cubicBezTo>
                <a:cubicBezTo>
                  <a:pt x="1528903" y="977472"/>
                  <a:pt x="1530034" y="973914"/>
                  <a:pt x="1531116" y="970363"/>
                </a:cubicBezTo>
                <a:cubicBezTo>
                  <a:pt x="1532148" y="966822"/>
                  <a:pt x="1533131" y="963291"/>
                  <a:pt x="1534066" y="959769"/>
                </a:cubicBezTo>
                <a:cubicBezTo>
                  <a:pt x="1534952" y="956257"/>
                  <a:pt x="1535789" y="952756"/>
                  <a:pt x="1536580" y="949265"/>
                </a:cubicBezTo>
                <a:cubicBezTo>
                  <a:pt x="1537322" y="945787"/>
                  <a:pt x="1538017" y="942319"/>
                  <a:pt x="1538666" y="938865"/>
                </a:cubicBezTo>
                <a:cubicBezTo>
                  <a:pt x="1539268" y="935422"/>
                  <a:pt x="1539825" y="931992"/>
                  <a:pt x="1540335" y="928576"/>
                </a:cubicBezTo>
                <a:cubicBezTo>
                  <a:pt x="1540800" y="925174"/>
                  <a:pt x="1541220" y="921785"/>
                  <a:pt x="1541596" y="918411"/>
                </a:cubicBezTo>
                <a:cubicBezTo>
                  <a:pt x="1541928" y="915052"/>
                  <a:pt x="1542215" y="911707"/>
                  <a:pt x="1542460" y="908378"/>
                </a:cubicBezTo>
                <a:cubicBezTo>
                  <a:pt x="1542662" y="905065"/>
                  <a:pt x="1542821" y="901769"/>
                  <a:pt x="1542938" y="898488"/>
                </a:cubicBezTo>
                <a:cubicBezTo>
                  <a:pt x="1543014" y="895225"/>
                  <a:pt x="1543048" y="891978"/>
                  <a:pt x="1543041" y="888749"/>
                </a:cubicBezTo>
                <a:cubicBezTo>
                  <a:pt x="1542994" y="885538"/>
                  <a:pt x="1542908" y="882345"/>
                  <a:pt x="1542782" y="879171"/>
                </a:cubicBezTo>
                <a:cubicBezTo>
                  <a:pt x="1542617" y="876015"/>
                  <a:pt x="1542413" y="872878"/>
                  <a:pt x="1542172" y="869761"/>
                </a:cubicBezTo>
                <a:cubicBezTo>
                  <a:pt x="1541893" y="866663"/>
                  <a:pt x="1541576" y="863585"/>
                  <a:pt x="1541224" y="860527"/>
                </a:cubicBezTo>
                <a:cubicBezTo>
                  <a:pt x="1540835" y="857489"/>
                  <a:pt x="1540410" y="854473"/>
                  <a:pt x="1539950" y="851477"/>
                </a:cubicBezTo>
                <a:cubicBezTo>
                  <a:pt x="1539456" y="848502"/>
                  <a:pt x="1538927" y="845549"/>
                  <a:pt x="1538365" y="842618"/>
                </a:cubicBezTo>
                <a:cubicBezTo>
                  <a:pt x="1537770" y="839708"/>
                  <a:pt x="1537141" y="836821"/>
                  <a:pt x="1536481" y="833956"/>
                </a:cubicBezTo>
                <a:cubicBezTo>
                  <a:pt x="1535789" y="831114"/>
                  <a:pt x="1535067" y="828295"/>
                  <a:pt x="1534313" y="825499"/>
                </a:cubicBezTo>
                <a:cubicBezTo>
                  <a:pt x="1533530" y="822725"/>
                  <a:pt x="1532717" y="819976"/>
                  <a:pt x="1531874" y="817250"/>
                </a:cubicBezTo>
                <a:cubicBezTo>
                  <a:pt x="1531004" y="814548"/>
                  <a:pt x="1530105" y="811871"/>
                  <a:pt x="1529180" y="809217"/>
                </a:cubicBezTo>
                <a:cubicBezTo>
                  <a:pt x="1528226" y="806588"/>
                  <a:pt x="1527247" y="803984"/>
                  <a:pt x="1526242" y="801404"/>
                </a:cubicBezTo>
                <a:cubicBezTo>
                  <a:pt x="1525212" y="798849"/>
                  <a:pt x="1524157" y="796319"/>
                  <a:pt x="1523078" y="793814"/>
                </a:cubicBezTo>
                <a:cubicBezTo>
                  <a:pt x="1521976" y="791335"/>
                  <a:pt x="1520851" y="788881"/>
                  <a:pt x="1519702" y="786453"/>
                </a:cubicBezTo>
                <a:cubicBezTo>
                  <a:pt x="1518532" y="784050"/>
                  <a:pt x="1517341" y="781674"/>
                  <a:pt x="1516128" y="779323"/>
                </a:cubicBezTo>
                <a:cubicBezTo>
                  <a:pt x="1514896" y="776998"/>
                  <a:pt x="1513643" y="774700"/>
                  <a:pt x="1512372" y="772428"/>
                </a:cubicBezTo>
                <a:cubicBezTo>
                  <a:pt x="1511082" y="770182"/>
                  <a:pt x="1509774" y="767963"/>
                  <a:pt x="1508448" y="765769"/>
                </a:cubicBezTo>
                <a:cubicBezTo>
                  <a:pt x="1507106" y="763603"/>
                  <a:pt x="1505748" y="761463"/>
                  <a:pt x="1504373" y="759350"/>
                </a:cubicBezTo>
                <a:cubicBezTo>
                  <a:pt x="1502983" y="757264"/>
                  <a:pt x="1501579" y="755204"/>
                  <a:pt x="1500160" y="753172"/>
                </a:cubicBezTo>
                <a:cubicBezTo>
                  <a:pt x="1498729" y="751165"/>
                  <a:pt x="1497284" y="749187"/>
                  <a:pt x="1495827" y="747235"/>
                </a:cubicBezTo>
                <a:cubicBezTo>
                  <a:pt x="1494357" y="745309"/>
                  <a:pt x="1492876" y="743411"/>
                  <a:pt x="1491386" y="741540"/>
                </a:cubicBezTo>
                <a:cubicBezTo>
                  <a:pt x="1489884" y="739696"/>
                  <a:pt x="1488373" y="737878"/>
                  <a:pt x="1486853" y="736088"/>
                </a:cubicBezTo>
                <a:cubicBezTo>
                  <a:pt x="1485325" y="734324"/>
                  <a:pt x="1483789" y="732588"/>
                  <a:pt x="1482244" y="730878"/>
                </a:cubicBezTo>
                <a:cubicBezTo>
                  <a:pt x="1480694" y="729195"/>
                  <a:pt x="1479137" y="727539"/>
                  <a:pt x="1477575" y="725909"/>
                </a:cubicBezTo>
                <a:cubicBezTo>
                  <a:pt x="1476007" y="724307"/>
                  <a:pt x="1474434" y="722730"/>
                  <a:pt x="1472858" y="721181"/>
                </a:cubicBezTo>
                <a:cubicBezTo>
                  <a:pt x="1471278" y="719658"/>
                  <a:pt x="1469695" y="718161"/>
                  <a:pt x="1468109" y="716691"/>
                </a:cubicBezTo>
                <a:cubicBezTo>
                  <a:pt x="1466522" y="715247"/>
                  <a:pt x="1464933" y="713829"/>
                  <a:pt x="1463343" y="712437"/>
                </a:cubicBezTo>
                <a:cubicBezTo>
                  <a:pt x="1461753" y="711071"/>
                  <a:pt x="1460164" y="709732"/>
                  <a:pt x="1458575" y="708418"/>
                </a:cubicBezTo>
                <a:cubicBezTo>
                  <a:pt x="1456986" y="707129"/>
                  <a:pt x="1455400" y="705866"/>
                  <a:pt x="1453817" y="704628"/>
                </a:cubicBezTo>
                <a:cubicBezTo>
                  <a:pt x="1452235" y="703416"/>
                  <a:pt x="1450658" y="702229"/>
                  <a:pt x="1449084" y="701066"/>
                </a:cubicBezTo>
                <a:cubicBezTo>
                  <a:pt x="1447514" y="699929"/>
                  <a:pt x="1445949" y="698816"/>
                  <a:pt x="1444389" y="697728"/>
                </a:cubicBezTo>
                <a:cubicBezTo>
                  <a:pt x="1442835" y="696664"/>
                  <a:pt x="1441288" y="695624"/>
                  <a:pt x="1439747" y="694608"/>
                </a:cubicBezTo>
                <a:cubicBezTo>
                  <a:pt x="1438214" y="693616"/>
                  <a:pt x="1436688" y="692648"/>
                  <a:pt x="1435170" y="691703"/>
                </a:cubicBezTo>
                <a:cubicBezTo>
                  <a:pt x="1433661" y="690782"/>
                  <a:pt x="1432161" y="689883"/>
                  <a:pt x="1430670" y="689007"/>
                </a:cubicBezTo>
                <a:cubicBezTo>
                  <a:pt x="1429190" y="688154"/>
                  <a:pt x="1427720" y="687323"/>
                  <a:pt x="1426261" y="686515"/>
                </a:cubicBezTo>
                <a:cubicBezTo>
                  <a:pt x="1424813" y="685728"/>
                  <a:pt x="1423377" y="684964"/>
                  <a:pt x="1421954" y="684221"/>
                </a:cubicBezTo>
                <a:cubicBezTo>
                  <a:pt x="1420542" y="683499"/>
                  <a:pt x="1419144" y="682798"/>
                  <a:pt x="1417760" y="682118"/>
                </a:cubicBezTo>
                <a:cubicBezTo>
                  <a:pt x="1416389" y="681459"/>
                  <a:pt x="1415033" y="680820"/>
                  <a:pt x="1413691" y="680201"/>
                </a:cubicBezTo>
                <a:cubicBezTo>
                  <a:pt x="1412364" y="679602"/>
                  <a:pt x="1411053" y="679022"/>
                  <a:pt x="1409758" y="678462"/>
                </a:cubicBezTo>
                <a:cubicBezTo>
                  <a:pt x="1408479" y="677921"/>
                  <a:pt x="1407216" y="677398"/>
                  <a:pt x="1405972" y="676894"/>
                </a:cubicBezTo>
                <a:cubicBezTo>
                  <a:pt x="1404744" y="676408"/>
                  <a:pt x="1403533" y="675940"/>
                  <a:pt x="1402341" y="675490"/>
                </a:cubicBezTo>
                <a:cubicBezTo>
                  <a:pt x="1401167" y="675057"/>
                  <a:pt x="1400011" y="674640"/>
                  <a:pt x="1398876" y="674241"/>
                </a:cubicBezTo>
                <a:cubicBezTo>
                  <a:pt x="1397759" y="673858"/>
                  <a:pt x="1396662" y="673491"/>
                  <a:pt x="1395585" y="673140"/>
                </a:cubicBezTo>
                <a:cubicBezTo>
                  <a:pt x="1394529" y="672804"/>
                  <a:pt x="1393492" y="672484"/>
                  <a:pt x="1392478" y="672178"/>
                </a:cubicBezTo>
                <a:cubicBezTo>
                  <a:pt x="1391484" y="671887"/>
                  <a:pt x="1390511" y="671610"/>
                  <a:pt x="1389561" y="671347"/>
                </a:cubicBezTo>
                <a:cubicBezTo>
                  <a:pt x="1388632" y="671098"/>
                  <a:pt x="1387726" y="670861"/>
                  <a:pt x="1386843" y="670638"/>
                </a:cubicBezTo>
                <a:cubicBezTo>
                  <a:pt x="1385982" y="670427"/>
                  <a:pt x="1385144" y="670228"/>
                  <a:pt x="1384330" y="670041"/>
                </a:cubicBezTo>
                <a:cubicBezTo>
                  <a:pt x="1383540" y="669866"/>
                  <a:pt x="1382772" y="669701"/>
                  <a:pt x="1382029" y="669548"/>
                </a:cubicBezTo>
                <a:cubicBezTo>
                  <a:pt x="1381309" y="669405"/>
                  <a:pt x="1380615" y="669272"/>
                  <a:pt x="1379945" y="669149"/>
                </a:cubicBezTo>
                <a:cubicBezTo>
                  <a:pt x="1379300" y="669035"/>
                  <a:pt x="1378679" y="668930"/>
                  <a:pt x="1378084" y="668834"/>
                </a:cubicBezTo>
                <a:cubicBezTo>
                  <a:pt x="1377514" y="668746"/>
                  <a:pt x="1376969" y="668666"/>
                  <a:pt x="1376451" y="668593"/>
                </a:cubicBezTo>
                <a:cubicBezTo>
                  <a:pt x="1375958" y="668528"/>
                  <a:pt x="1375490" y="668470"/>
                  <a:pt x="1375049" y="668418"/>
                </a:cubicBezTo>
                <a:cubicBezTo>
                  <a:pt x="1374634" y="668372"/>
                  <a:pt x="1374245" y="668332"/>
                  <a:pt x="1373882" y="668297"/>
                </a:cubicBezTo>
                <a:cubicBezTo>
                  <a:pt x="1373546" y="668267"/>
                  <a:pt x="1373236" y="668242"/>
                  <a:pt x="1372953" y="668221"/>
                </a:cubicBezTo>
                <a:cubicBezTo>
                  <a:pt x="1372697" y="668204"/>
                  <a:pt x="1372467" y="668190"/>
                  <a:pt x="1372264" y="668179"/>
                </a:cubicBezTo>
                <a:cubicBezTo>
                  <a:pt x="1372088" y="668171"/>
                  <a:pt x="1371940" y="668165"/>
                  <a:pt x="1371817" y="668161"/>
                </a:cubicBezTo>
                <a:cubicBezTo>
                  <a:pt x="1371722" y="668159"/>
                  <a:pt x="1371655" y="668157"/>
                  <a:pt x="1371614" y="668157"/>
                </a:cubicBezTo>
              </a:path>
            </a:pathLst>
          </a:cu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9E9244-ACA8-46F4-94A6-8502CC3A4329}"/>
              </a:ext>
            </a:extLst>
          </p:cNvPr>
          <p:cNvGrpSpPr/>
          <p:nvPr/>
        </p:nvGrpSpPr>
        <p:grpSpPr>
          <a:xfrm>
            <a:off x="6881530" y="2800350"/>
            <a:ext cx="332070" cy="290513"/>
            <a:chOff x="6914811" y="2782931"/>
            <a:chExt cx="332070" cy="290513"/>
          </a:xfrm>
        </p:grpSpPr>
        <p:graphicFrame>
          <p:nvGraphicFramePr>
            <p:cNvPr id="44" name="Object 8">
              <a:extLst>
                <a:ext uri="{FF2B5EF4-FFF2-40B4-BE49-F238E27FC236}">
                  <a16:creationId xmlns:a16="http://schemas.microsoft.com/office/drawing/2014/main" id="{AD97F288-A569-408D-8E43-A3391BC87C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4902447"/>
                </p:ext>
              </p:extLst>
            </p:nvPr>
          </p:nvGraphicFramePr>
          <p:xfrm>
            <a:off x="7042094" y="2782931"/>
            <a:ext cx="204787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29" name="Equation" r:id="rId20" imgW="228600" imgH="291960" progId="Equation.DSMT4">
                    <p:embed/>
                  </p:oleObj>
                </mc:Choice>
                <mc:Fallback>
                  <p:oleObj name="Equation" r:id="rId20" imgW="228600" imgH="291960" progId="Equation.DSMT4">
                    <p:embed/>
                    <p:pic>
                      <p:nvPicPr>
                        <p:cNvPr id="52" name="Object 8">
                          <a:extLst>
                            <a:ext uri="{FF2B5EF4-FFF2-40B4-BE49-F238E27FC236}">
                              <a16:creationId xmlns:a16="http://schemas.microsoft.com/office/drawing/2014/main" id="{18FC32F7-0B5A-4A09-8BB6-E39776126D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2094" y="2782931"/>
                          <a:ext cx="204787" cy="290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B65EBE06-B132-40CF-9F6E-9AAE3AE477F2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rot="16200000" flipV="1">
              <a:off x="6874281" y="2879052"/>
              <a:ext cx="180020" cy="98960"/>
            </a:xfrm>
            <a:prstGeom prst="curvedConnector5">
              <a:avLst>
                <a:gd name="adj1" fmla="val 7152"/>
                <a:gd name="adj2" fmla="val -51247"/>
                <a:gd name="adj3" fmla="val 94479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0" name="Object 7">
            <a:extLst>
              <a:ext uri="{FF2B5EF4-FFF2-40B4-BE49-F238E27FC236}">
                <a16:creationId xmlns:a16="http://schemas.microsoft.com/office/drawing/2014/main" id="{EA454C03-8C32-4FD1-BCF0-99E4140BF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662207"/>
              </p:ext>
            </p:extLst>
          </p:nvPr>
        </p:nvGraphicFramePr>
        <p:xfrm>
          <a:off x="8175625" y="3051175"/>
          <a:ext cx="26828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30" name="Equation" r:id="rId22" imgW="304560" imgH="241200" progId="Equation.DSMT4">
                  <p:embed/>
                </p:oleObj>
              </mc:Choice>
              <mc:Fallback>
                <p:oleObj name="Equation" r:id="rId22" imgW="304560" imgH="241200" progId="Equation.DSMT4">
                  <p:embed/>
                  <p:pic>
                    <p:nvPicPr>
                      <p:cNvPr id="24585" name="Object 7">
                        <a:extLst>
                          <a:ext uri="{FF2B5EF4-FFF2-40B4-BE49-F238E27FC236}">
                            <a16:creationId xmlns:a16="http://schemas.microsoft.com/office/drawing/2014/main" id="{4A107C6E-E8A7-4CC2-8285-47A27ECF9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25" y="3051175"/>
                        <a:ext cx="268288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C9638615-AEB2-4667-98B7-248576154D51}"/>
              </a:ext>
            </a:extLst>
          </p:cNvPr>
          <p:cNvGrpSpPr/>
          <p:nvPr/>
        </p:nvGrpSpPr>
        <p:grpSpPr>
          <a:xfrm>
            <a:off x="1171738" y="243484"/>
            <a:ext cx="6911526" cy="461665"/>
            <a:chOff x="1151033" y="458400"/>
            <a:chExt cx="6911526" cy="461665"/>
          </a:xfrm>
        </p:grpSpPr>
        <p:sp>
          <p:nvSpPr>
            <p:cNvPr id="24582" name="Text Box 4">
              <a:extLst>
                <a:ext uri="{FF2B5EF4-FFF2-40B4-BE49-F238E27FC236}">
                  <a16:creationId xmlns:a16="http://schemas.microsoft.com/office/drawing/2014/main" id="{0F7A3D59-7129-4245-BC82-08050CBAF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808" y="458400"/>
              <a:ext cx="26787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所围图形的面积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r>
                <a:rPr kumimoji="1" lang="zh-CN" altLang="en-US" sz="2400" b="1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24585" name="Object 7">
              <a:extLst>
                <a:ext uri="{FF2B5EF4-FFF2-40B4-BE49-F238E27FC236}">
                  <a16:creationId xmlns:a16="http://schemas.microsoft.com/office/drawing/2014/main" id="{4A107C6E-E8A7-4CC2-8285-47A27ECF9C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173877"/>
                </p:ext>
              </p:extLst>
            </p:nvPr>
          </p:nvGraphicFramePr>
          <p:xfrm>
            <a:off x="2843808" y="544607"/>
            <a:ext cx="254000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1" name="Equation" r:id="rId24" imgW="2882880" imgH="342720" progId="Equation.DSMT4">
                    <p:embed/>
                  </p:oleObj>
                </mc:Choice>
                <mc:Fallback>
                  <p:oleObj name="Equation" r:id="rId24" imgW="2882880" imgH="342720" progId="Equation.DSMT4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544607"/>
                          <a:ext cx="2540000" cy="341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Rectangle 3">
              <a:extLst>
                <a:ext uri="{FF2B5EF4-FFF2-40B4-BE49-F238E27FC236}">
                  <a16:creationId xmlns:a16="http://schemas.microsoft.com/office/drawing/2014/main" id="{AAAD811B-671F-4BC5-B3C3-6EE61FCB33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51033" y="513711"/>
              <a:ext cx="1760837" cy="4000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计算心形线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3D79854-C91F-4B69-B045-294C2583FC99}"/>
              </a:ext>
            </a:extLst>
          </p:cNvPr>
          <p:cNvGrpSpPr/>
          <p:nvPr/>
        </p:nvGrpSpPr>
        <p:grpSpPr>
          <a:xfrm>
            <a:off x="1115084" y="1052089"/>
            <a:ext cx="7148528" cy="469158"/>
            <a:chOff x="1115084" y="1052089"/>
            <a:chExt cx="7148528" cy="469158"/>
          </a:xfrm>
        </p:grpSpPr>
        <p:sp>
          <p:nvSpPr>
            <p:cNvPr id="175129" name="Text Box 25">
              <a:extLst>
                <a:ext uri="{FF2B5EF4-FFF2-40B4-BE49-F238E27FC236}">
                  <a16:creationId xmlns:a16="http://schemas.microsoft.com/office/drawing/2014/main" id="{709094E1-207F-4AC4-847A-63F56B401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084" y="1059582"/>
              <a:ext cx="36009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由对称性</a:t>
              </a:r>
              <a:r>
                <a:rPr kumimoji="1" lang="zh-CN" altLang="en-US" sz="2400" b="1" dirty="0">
                  <a:latin typeface="+mn-ea"/>
                  <a:ea typeface="+mn-ea"/>
                </a:rPr>
                <a:t>所围图形面积是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3" name="Object 29">
              <a:extLst>
                <a:ext uri="{FF2B5EF4-FFF2-40B4-BE49-F238E27FC236}">
                  <a16:creationId xmlns:a16="http://schemas.microsoft.com/office/drawing/2014/main" id="{53E11DDB-4FB6-46BE-9508-0843209B37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6918687"/>
                </p:ext>
              </p:extLst>
            </p:nvPr>
          </p:nvGraphicFramePr>
          <p:xfrm>
            <a:off x="4651375" y="1130300"/>
            <a:ext cx="69215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2" name="MathType 6.0 Equation" r:id="rId26" imgW="685800" imgH="342720" progId="Equation.DSMT4">
                    <p:embed/>
                  </p:oleObj>
                </mc:Choice>
                <mc:Fallback>
                  <p:oleObj name="MathType 6.0 Equation" r:id="rId26" imgW="685800" imgH="342720" progId="Equation.DSMT4">
                    <p:embed/>
                    <p:pic>
                      <p:nvPicPr>
                        <p:cNvPr id="30" name="Object 29">
                          <a:extLst>
                            <a:ext uri="{FF2B5EF4-FFF2-40B4-BE49-F238E27FC236}">
                              <a16:creationId xmlns:a16="http://schemas.microsoft.com/office/drawing/2014/main" id="{77609241-8668-4A34-AFED-0BBEEABD6C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375" y="1130300"/>
                          <a:ext cx="692150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F465C32F-B4A3-463B-8AA8-EFF8929A3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0206" y="1052089"/>
              <a:ext cx="29434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对应图形面积的</a:t>
              </a:r>
              <a:r>
                <a:rPr kumimoji="1" lang="en-US" altLang="zh-CN" sz="2400" b="1" dirty="0">
                  <a:latin typeface="+mn-ea"/>
                  <a:ea typeface="+mn-ea"/>
                </a:rPr>
                <a:t>2</a:t>
              </a:r>
              <a:r>
                <a:rPr kumimoji="1" lang="zh-CN" altLang="en-US" sz="2400" b="1" dirty="0">
                  <a:latin typeface="+mn-ea"/>
                  <a:ea typeface="+mn-ea"/>
                </a:rPr>
                <a:t>倍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F6B181D-A263-4E83-8BEE-CE08A0E6C1DE}"/>
              </a:ext>
            </a:extLst>
          </p:cNvPr>
          <p:cNvCxnSpPr>
            <a:cxnSpLocks/>
          </p:cNvCxnSpPr>
          <p:nvPr/>
        </p:nvCxnSpPr>
        <p:spPr>
          <a:xfrm>
            <a:off x="5730559" y="3030127"/>
            <a:ext cx="788301" cy="1"/>
          </a:xfrm>
          <a:prstGeom prst="line">
            <a:avLst/>
          </a:prstGeom>
          <a:solidFill>
            <a:schemeClr val="lt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7CB9AD-C9A7-4343-8A26-49CDB822195A}"/>
              </a:ext>
            </a:extLst>
          </p:cNvPr>
          <p:cNvGrpSpPr/>
          <p:nvPr/>
        </p:nvGrpSpPr>
        <p:grpSpPr>
          <a:xfrm>
            <a:off x="6509418" y="2070350"/>
            <a:ext cx="1486954" cy="943265"/>
            <a:chOff x="6530612" y="1580858"/>
            <a:chExt cx="1486954" cy="943265"/>
          </a:xfrm>
        </p:grpSpPr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FDDA4DE0-FE97-4782-AEEB-6C1B5E6A0E54}"/>
                </a:ext>
              </a:extLst>
            </p:cNvPr>
            <p:cNvSpPr/>
            <p:nvPr/>
          </p:nvSpPr>
          <p:spPr>
            <a:xfrm>
              <a:off x="6530612" y="1585048"/>
              <a:ext cx="1486954" cy="939075"/>
            </a:xfrm>
            <a:custGeom>
              <a:avLst/>
              <a:gdLst>
                <a:gd name="connsiteX0" fmla="*/ 1563756 w 1563756"/>
                <a:gd name="connsiteY0" fmla="*/ 384314 h 1053548"/>
                <a:gd name="connsiteX1" fmla="*/ 0 w 1563756"/>
                <a:gd name="connsiteY1" fmla="*/ 1053548 h 1053548"/>
                <a:gd name="connsiteX2" fmla="*/ 1311965 w 1563756"/>
                <a:gd name="connsiteY2" fmla="*/ 0 h 1053548"/>
                <a:gd name="connsiteX3" fmla="*/ 1411356 w 1563756"/>
                <a:gd name="connsiteY3" fmla="*/ 106018 h 1053548"/>
                <a:gd name="connsiteX4" fmla="*/ 1510748 w 1563756"/>
                <a:gd name="connsiteY4" fmla="*/ 238540 h 1053548"/>
                <a:gd name="connsiteX5" fmla="*/ 1563756 w 1563756"/>
                <a:gd name="connsiteY5" fmla="*/ 384314 h 105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3756" h="1053548">
                  <a:moveTo>
                    <a:pt x="1563756" y="384314"/>
                  </a:moveTo>
                  <a:lnTo>
                    <a:pt x="0" y="1053548"/>
                  </a:lnTo>
                  <a:lnTo>
                    <a:pt x="1311965" y="0"/>
                  </a:lnTo>
                  <a:lnTo>
                    <a:pt x="1411356" y="106018"/>
                  </a:lnTo>
                  <a:lnTo>
                    <a:pt x="1510748" y="238540"/>
                  </a:lnTo>
                  <a:lnTo>
                    <a:pt x="1563756" y="384314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2FD143FC-8580-45E9-A50F-22CD813317FF}"/>
                </a:ext>
              </a:extLst>
            </p:cNvPr>
            <p:cNvSpPr/>
            <p:nvPr/>
          </p:nvSpPr>
          <p:spPr>
            <a:xfrm>
              <a:off x="7774804" y="1580858"/>
              <a:ext cx="232750" cy="340707"/>
            </a:xfrm>
            <a:custGeom>
              <a:avLst/>
              <a:gdLst>
                <a:gd name="connsiteX0" fmla="*/ 218661 w 218661"/>
                <a:gd name="connsiteY0" fmla="*/ 390939 h 390939"/>
                <a:gd name="connsiteX1" fmla="*/ 152400 w 218661"/>
                <a:gd name="connsiteY1" fmla="*/ 205409 h 390939"/>
                <a:gd name="connsiteX2" fmla="*/ 86139 w 218661"/>
                <a:gd name="connsiteY2" fmla="*/ 106017 h 390939"/>
                <a:gd name="connsiteX3" fmla="*/ 0 w 218661"/>
                <a:gd name="connsiteY3" fmla="*/ 0 h 390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661" h="390939">
                  <a:moveTo>
                    <a:pt x="218661" y="390939"/>
                  </a:moveTo>
                  <a:cubicBezTo>
                    <a:pt x="196574" y="321917"/>
                    <a:pt x="174487" y="252896"/>
                    <a:pt x="152400" y="205409"/>
                  </a:cubicBezTo>
                  <a:cubicBezTo>
                    <a:pt x="130313" y="157922"/>
                    <a:pt x="111539" y="140252"/>
                    <a:pt x="86139" y="106017"/>
                  </a:cubicBezTo>
                  <a:cubicBezTo>
                    <a:pt x="60739" y="71782"/>
                    <a:pt x="30369" y="35891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0FD71B2-3887-4550-AB78-F302798A9DA0}"/>
              </a:ext>
            </a:extLst>
          </p:cNvPr>
          <p:cNvCxnSpPr>
            <a:cxnSpLocks/>
          </p:cNvCxnSpPr>
          <p:nvPr/>
        </p:nvCxnSpPr>
        <p:spPr>
          <a:xfrm flipV="1">
            <a:off x="6510073" y="2420175"/>
            <a:ext cx="1495525" cy="605835"/>
          </a:xfrm>
          <a:prstGeom prst="line">
            <a:avLst/>
          </a:prstGeom>
          <a:solidFill>
            <a:schemeClr val="lt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C7A5B42-470E-43BE-95A0-DF90E48AEAA1}"/>
              </a:ext>
            </a:extLst>
          </p:cNvPr>
          <p:cNvCxnSpPr>
            <a:cxnSpLocks/>
          </p:cNvCxnSpPr>
          <p:nvPr/>
        </p:nvCxnSpPr>
        <p:spPr>
          <a:xfrm flipV="1">
            <a:off x="6495268" y="2068020"/>
            <a:ext cx="1256100" cy="938222"/>
          </a:xfrm>
          <a:prstGeom prst="line">
            <a:avLst/>
          </a:prstGeom>
          <a:solidFill>
            <a:schemeClr val="lt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297B0A03-EB4C-4FE3-B04D-5EE256ED5214}"/>
              </a:ext>
            </a:extLst>
          </p:cNvPr>
          <p:cNvGrpSpPr/>
          <p:nvPr/>
        </p:nvGrpSpPr>
        <p:grpSpPr>
          <a:xfrm>
            <a:off x="845808" y="1543538"/>
            <a:ext cx="3924630" cy="469160"/>
            <a:chOff x="845808" y="1543538"/>
            <a:chExt cx="3924630" cy="469160"/>
          </a:xfrm>
        </p:grpSpPr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C9E7B5D7-6CD7-4CF3-BA6C-68C47E27B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808" y="1543538"/>
              <a:ext cx="8454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选取</a:t>
              </a:r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77609241-8668-4A34-AFED-0BBEEABD6C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4959473"/>
                </p:ext>
              </p:extLst>
            </p:nvPr>
          </p:nvGraphicFramePr>
          <p:xfrm>
            <a:off x="1600622" y="1660775"/>
            <a:ext cx="204788" cy="27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3" name="MathType 6.0 Equation" r:id="rId28" imgW="203040" imgH="279360" progId="Equation.DSMT4">
                    <p:embed/>
                  </p:oleObj>
                </mc:Choice>
                <mc:Fallback>
                  <p:oleObj name="MathType 6.0 Equation" r:id="rId28" imgW="203040" imgH="279360" progId="Equation.DSMT4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622" y="1660775"/>
                          <a:ext cx="204788" cy="2778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3F1F4F2C-A066-4293-9D15-DF950755B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679" y="1551033"/>
              <a:ext cx="19972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为积分变量，</a:t>
              </a:r>
            </a:p>
          </p:txBody>
        </p:sp>
        <p:graphicFrame>
          <p:nvGraphicFramePr>
            <p:cNvPr id="47" name="Object 29">
              <a:extLst>
                <a:ext uri="{FF2B5EF4-FFF2-40B4-BE49-F238E27FC236}">
                  <a16:creationId xmlns:a16="http://schemas.microsoft.com/office/drawing/2014/main" id="{2295B896-2114-43A6-8A93-46C7495BCE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363884"/>
                </p:ext>
              </p:extLst>
            </p:nvPr>
          </p:nvGraphicFramePr>
          <p:xfrm>
            <a:off x="3540125" y="1639888"/>
            <a:ext cx="1230313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4" name="Equation" r:id="rId30" imgW="1218960" imgH="342720" progId="Equation.DSMT4">
                    <p:embed/>
                  </p:oleObj>
                </mc:Choice>
                <mc:Fallback>
                  <p:oleObj name="Equation" r:id="rId30" imgW="1218960" imgH="342720" progId="Equation.DSMT4">
                    <p:embed/>
                    <p:pic>
                      <p:nvPicPr>
                        <p:cNvPr id="43" name="Object 29">
                          <a:extLst>
                            <a:ext uri="{FF2B5EF4-FFF2-40B4-BE49-F238E27FC236}">
                              <a16:creationId xmlns:a16="http://schemas.microsoft.com/office/drawing/2014/main" id="{53E11DDB-4FB6-46BE-9508-0843209B37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125" y="1639888"/>
                          <a:ext cx="1230313" cy="341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0017570-264C-44E0-A3BF-37E2EB11A6C5}"/>
              </a:ext>
            </a:extLst>
          </p:cNvPr>
          <p:cNvGrpSpPr/>
          <p:nvPr/>
        </p:nvGrpSpPr>
        <p:grpSpPr>
          <a:xfrm>
            <a:off x="6794954" y="2025650"/>
            <a:ext cx="428171" cy="967142"/>
            <a:chOff x="6794954" y="2025650"/>
            <a:chExt cx="428171" cy="967142"/>
          </a:xfrm>
        </p:grpSpPr>
        <p:graphicFrame>
          <p:nvGraphicFramePr>
            <p:cNvPr id="50" name="Object 8">
              <a:extLst>
                <a:ext uri="{FF2B5EF4-FFF2-40B4-BE49-F238E27FC236}">
                  <a16:creationId xmlns:a16="http://schemas.microsoft.com/office/drawing/2014/main" id="{FA361D90-069F-48C4-AA4A-A1AE7C354E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8631706"/>
                </p:ext>
              </p:extLst>
            </p:nvPr>
          </p:nvGraphicFramePr>
          <p:xfrm>
            <a:off x="6915150" y="2025650"/>
            <a:ext cx="30797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5" name="Equation" r:id="rId32" imgW="342720" imgH="304560" progId="Equation.DSMT4">
                    <p:embed/>
                  </p:oleObj>
                </mc:Choice>
                <mc:Fallback>
                  <p:oleObj name="Equation" r:id="rId32" imgW="342720" imgH="304560" progId="Equation.DSMT4">
                    <p:embed/>
                    <p:pic>
                      <p:nvPicPr>
                        <p:cNvPr id="53" name="Object 8">
                          <a:extLst>
                            <a:ext uri="{FF2B5EF4-FFF2-40B4-BE49-F238E27FC236}">
                              <a16:creationId xmlns:a16="http://schemas.microsoft.com/office/drawing/2014/main" id="{4F4BBBEA-4CF9-4333-BCFD-1E57B47642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5150" y="2025650"/>
                          <a:ext cx="307975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弧形 48">
              <a:extLst>
                <a:ext uri="{FF2B5EF4-FFF2-40B4-BE49-F238E27FC236}">
                  <a16:creationId xmlns:a16="http://schemas.microsoft.com/office/drawing/2014/main" id="{5F7D8D04-3A9B-4005-8833-79A16D66C6FF}"/>
                </a:ext>
              </a:extLst>
            </p:cNvPr>
            <p:cNvSpPr/>
            <p:nvPr/>
          </p:nvSpPr>
          <p:spPr>
            <a:xfrm>
              <a:off x="6794954" y="2684251"/>
              <a:ext cx="239713" cy="308541"/>
            </a:xfrm>
            <a:prstGeom prst="arc">
              <a:avLst>
                <a:gd name="adj1" fmla="val 16200000"/>
                <a:gd name="adj2" fmla="val 2091949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824E25E-B1A6-4B38-A973-C295613ACCB5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 flipH="1">
              <a:off x="6990912" y="2349252"/>
              <a:ext cx="78738" cy="3349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5216EB8-247C-4DF9-B0FF-B6999516ECB1}"/>
              </a:ext>
            </a:extLst>
          </p:cNvPr>
          <p:cNvGrpSpPr/>
          <p:nvPr/>
        </p:nvGrpSpPr>
        <p:grpSpPr>
          <a:xfrm>
            <a:off x="6264678" y="1660775"/>
            <a:ext cx="254182" cy="2855192"/>
            <a:chOff x="6264678" y="1660775"/>
            <a:chExt cx="254182" cy="2855192"/>
          </a:xfrm>
        </p:grpSpPr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66B1562-5270-4821-A84B-139C7E193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5268" y="1660775"/>
              <a:ext cx="23592" cy="28551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8B95BF3-6E20-4FF6-B235-50E807B96B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6204625"/>
                </p:ext>
              </p:extLst>
            </p:nvPr>
          </p:nvGraphicFramePr>
          <p:xfrm>
            <a:off x="6264678" y="177437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36" name="Equation" r:id="rId34" imgW="190440" imgH="241200" progId="Equation.DSMT4">
                    <p:embed/>
                  </p:oleObj>
                </mc:Choice>
                <mc:Fallback>
                  <p:oleObj name="Equation" r:id="rId34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6264678" y="177437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17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175110" grpId="0" autoUpdateAnimBg="0"/>
      <p:bldP spid="33" grpId="0" autoUpdateAnimBg="0"/>
      <p:bldP spid="37" grpId="0" autoUpdateAnimBg="0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3238A4E-151D-4FE0-8719-C895705EF749}"/>
              </a:ext>
            </a:extLst>
          </p:cNvPr>
          <p:cNvSpPr/>
          <p:nvPr/>
        </p:nvSpPr>
        <p:spPr>
          <a:xfrm>
            <a:off x="5768695" y="1958385"/>
            <a:ext cx="2552368" cy="1773141"/>
          </a:xfrm>
          <a:custGeom>
            <a:avLst/>
            <a:gdLst>
              <a:gd name="connsiteX0" fmla="*/ 866692 w 2552368"/>
              <a:gd name="connsiteY0" fmla="*/ 477078 h 1773141"/>
              <a:gd name="connsiteX1" fmla="*/ 922351 w 2552368"/>
              <a:gd name="connsiteY1" fmla="*/ 469127 h 1773141"/>
              <a:gd name="connsiteX2" fmla="*/ 954156 w 2552368"/>
              <a:gd name="connsiteY2" fmla="*/ 389614 h 1773141"/>
              <a:gd name="connsiteX3" fmla="*/ 978010 w 2552368"/>
              <a:gd name="connsiteY3" fmla="*/ 341906 h 1773141"/>
              <a:gd name="connsiteX4" fmla="*/ 985961 w 2552368"/>
              <a:gd name="connsiteY4" fmla="*/ 286247 h 1773141"/>
              <a:gd name="connsiteX5" fmla="*/ 993913 w 2552368"/>
              <a:gd name="connsiteY5" fmla="*/ 254441 h 1773141"/>
              <a:gd name="connsiteX6" fmla="*/ 985961 w 2552368"/>
              <a:gd name="connsiteY6" fmla="*/ 230588 h 1773141"/>
              <a:gd name="connsiteX7" fmla="*/ 930302 w 2552368"/>
              <a:gd name="connsiteY7" fmla="*/ 151075 h 1773141"/>
              <a:gd name="connsiteX8" fmla="*/ 882594 w 2552368"/>
              <a:gd name="connsiteY8" fmla="*/ 103367 h 1773141"/>
              <a:gd name="connsiteX9" fmla="*/ 842838 w 2552368"/>
              <a:gd name="connsiteY9" fmla="*/ 71561 h 1773141"/>
              <a:gd name="connsiteX10" fmla="*/ 818984 w 2552368"/>
              <a:gd name="connsiteY10" fmla="*/ 55659 h 1773141"/>
              <a:gd name="connsiteX11" fmla="*/ 771276 w 2552368"/>
              <a:gd name="connsiteY11" fmla="*/ 39756 h 1773141"/>
              <a:gd name="connsiteX12" fmla="*/ 715617 w 2552368"/>
              <a:gd name="connsiteY12" fmla="*/ 7951 h 1773141"/>
              <a:gd name="connsiteX13" fmla="*/ 652007 w 2552368"/>
              <a:gd name="connsiteY13" fmla="*/ 0 h 1773141"/>
              <a:gd name="connsiteX14" fmla="*/ 492981 w 2552368"/>
              <a:gd name="connsiteY14" fmla="*/ 7951 h 1773141"/>
              <a:gd name="connsiteX15" fmla="*/ 413467 w 2552368"/>
              <a:gd name="connsiteY15" fmla="*/ 39756 h 1773141"/>
              <a:gd name="connsiteX16" fmla="*/ 389614 w 2552368"/>
              <a:gd name="connsiteY16" fmla="*/ 55659 h 1773141"/>
              <a:gd name="connsiteX17" fmla="*/ 365760 w 2552368"/>
              <a:gd name="connsiteY17" fmla="*/ 63610 h 1773141"/>
              <a:gd name="connsiteX18" fmla="*/ 341906 w 2552368"/>
              <a:gd name="connsiteY18" fmla="*/ 79513 h 1773141"/>
              <a:gd name="connsiteX19" fmla="*/ 318052 w 2552368"/>
              <a:gd name="connsiteY19" fmla="*/ 103367 h 1773141"/>
              <a:gd name="connsiteX20" fmla="*/ 294198 w 2552368"/>
              <a:gd name="connsiteY20" fmla="*/ 111318 h 1773141"/>
              <a:gd name="connsiteX21" fmla="*/ 246490 w 2552368"/>
              <a:gd name="connsiteY21" fmla="*/ 151075 h 1773141"/>
              <a:gd name="connsiteX22" fmla="*/ 222636 w 2552368"/>
              <a:gd name="connsiteY22" fmla="*/ 159026 h 1773141"/>
              <a:gd name="connsiteX23" fmla="*/ 166977 w 2552368"/>
              <a:gd name="connsiteY23" fmla="*/ 230588 h 1773141"/>
              <a:gd name="connsiteX24" fmla="*/ 135172 w 2552368"/>
              <a:gd name="connsiteY24" fmla="*/ 278295 h 1773141"/>
              <a:gd name="connsiteX25" fmla="*/ 111318 w 2552368"/>
              <a:gd name="connsiteY25" fmla="*/ 326003 h 1773141"/>
              <a:gd name="connsiteX26" fmla="*/ 103367 w 2552368"/>
              <a:gd name="connsiteY26" fmla="*/ 349857 h 1773141"/>
              <a:gd name="connsiteX27" fmla="*/ 71561 w 2552368"/>
              <a:gd name="connsiteY27" fmla="*/ 397565 h 1773141"/>
              <a:gd name="connsiteX28" fmla="*/ 31805 w 2552368"/>
              <a:gd name="connsiteY28" fmla="*/ 469127 h 1773141"/>
              <a:gd name="connsiteX29" fmla="*/ 15902 w 2552368"/>
              <a:gd name="connsiteY29" fmla="*/ 492981 h 1773141"/>
              <a:gd name="connsiteX30" fmla="*/ 0 w 2552368"/>
              <a:gd name="connsiteY30" fmla="*/ 516835 h 1773141"/>
              <a:gd name="connsiteX31" fmla="*/ 7951 w 2552368"/>
              <a:gd name="connsiteY31" fmla="*/ 683812 h 1773141"/>
              <a:gd name="connsiteX32" fmla="*/ 15902 w 2552368"/>
              <a:gd name="connsiteY32" fmla="*/ 739471 h 1773141"/>
              <a:gd name="connsiteX33" fmla="*/ 23854 w 2552368"/>
              <a:gd name="connsiteY33" fmla="*/ 898497 h 1773141"/>
              <a:gd name="connsiteX34" fmla="*/ 47707 w 2552368"/>
              <a:gd name="connsiteY34" fmla="*/ 1081377 h 1773141"/>
              <a:gd name="connsiteX35" fmla="*/ 71561 w 2552368"/>
              <a:gd name="connsiteY35" fmla="*/ 1176793 h 1773141"/>
              <a:gd name="connsiteX36" fmla="*/ 79513 w 2552368"/>
              <a:gd name="connsiteY36" fmla="*/ 1208598 h 1773141"/>
              <a:gd name="connsiteX37" fmla="*/ 143123 w 2552368"/>
              <a:gd name="connsiteY37" fmla="*/ 1280160 h 1773141"/>
              <a:gd name="connsiteX38" fmla="*/ 166977 w 2552368"/>
              <a:gd name="connsiteY38" fmla="*/ 1304014 h 1773141"/>
              <a:gd name="connsiteX39" fmla="*/ 190831 w 2552368"/>
              <a:gd name="connsiteY39" fmla="*/ 1319916 h 1773141"/>
              <a:gd name="connsiteX40" fmla="*/ 238539 w 2552368"/>
              <a:gd name="connsiteY40" fmla="*/ 1351721 h 1773141"/>
              <a:gd name="connsiteX41" fmla="*/ 270344 w 2552368"/>
              <a:gd name="connsiteY41" fmla="*/ 1399429 h 1773141"/>
              <a:gd name="connsiteX42" fmla="*/ 286247 w 2552368"/>
              <a:gd name="connsiteY42" fmla="*/ 1423283 h 1773141"/>
              <a:gd name="connsiteX43" fmla="*/ 310101 w 2552368"/>
              <a:gd name="connsiteY43" fmla="*/ 1447137 h 1773141"/>
              <a:gd name="connsiteX44" fmla="*/ 349857 w 2552368"/>
              <a:gd name="connsiteY44" fmla="*/ 1494845 h 1773141"/>
              <a:gd name="connsiteX45" fmla="*/ 373711 w 2552368"/>
              <a:gd name="connsiteY45" fmla="*/ 1502796 h 1773141"/>
              <a:gd name="connsiteX46" fmla="*/ 421419 w 2552368"/>
              <a:gd name="connsiteY46" fmla="*/ 1534601 h 1773141"/>
              <a:gd name="connsiteX47" fmla="*/ 469127 w 2552368"/>
              <a:gd name="connsiteY47" fmla="*/ 1550504 h 1773141"/>
              <a:gd name="connsiteX48" fmla="*/ 524786 w 2552368"/>
              <a:gd name="connsiteY48" fmla="*/ 1582309 h 1773141"/>
              <a:gd name="connsiteX49" fmla="*/ 548640 w 2552368"/>
              <a:gd name="connsiteY49" fmla="*/ 1598212 h 1773141"/>
              <a:gd name="connsiteX50" fmla="*/ 620201 w 2552368"/>
              <a:gd name="connsiteY50" fmla="*/ 1622066 h 1773141"/>
              <a:gd name="connsiteX51" fmla="*/ 667909 w 2552368"/>
              <a:gd name="connsiteY51" fmla="*/ 1645920 h 1773141"/>
              <a:gd name="connsiteX52" fmla="*/ 691763 w 2552368"/>
              <a:gd name="connsiteY52" fmla="*/ 1661822 h 1773141"/>
              <a:gd name="connsiteX53" fmla="*/ 715617 w 2552368"/>
              <a:gd name="connsiteY53" fmla="*/ 1669774 h 1773141"/>
              <a:gd name="connsiteX54" fmla="*/ 811033 w 2552368"/>
              <a:gd name="connsiteY54" fmla="*/ 1717481 h 1773141"/>
              <a:gd name="connsiteX55" fmla="*/ 858741 w 2552368"/>
              <a:gd name="connsiteY55" fmla="*/ 1733384 h 1773141"/>
              <a:gd name="connsiteX56" fmla="*/ 882594 w 2552368"/>
              <a:gd name="connsiteY56" fmla="*/ 1741335 h 1773141"/>
              <a:gd name="connsiteX57" fmla="*/ 906448 w 2552368"/>
              <a:gd name="connsiteY57" fmla="*/ 1757238 h 1773141"/>
              <a:gd name="connsiteX58" fmla="*/ 970059 w 2552368"/>
              <a:gd name="connsiteY58" fmla="*/ 1773141 h 1773141"/>
              <a:gd name="connsiteX59" fmla="*/ 1311965 w 2552368"/>
              <a:gd name="connsiteY59" fmla="*/ 1765189 h 1773141"/>
              <a:gd name="connsiteX60" fmla="*/ 1343770 w 2552368"/>
              <a:gd name="connsiteY60" fmla="*/ 1757238 h 1773141"/>
              <a:gd name="connsiteX61" fmla="*/ 1391478 w 2552368"/>
              <a:gd name="connsiteY61" fmla="*/ 1749287 h 1773141"/>
              <a:gd name="connsiteX62" fmla="*/ 1415332 w 2552368"/>
              <a:gd name="connsiteY62" fmla="*/ 1733384 h 1773141"/>
              <a:gd name="connsiteX63" fmla="*/ 1447137 w 2552368"/>
              <a:gd name="connsiteY63" fmla="*/ 1725433 h 1773141"/>
              <a:gd name="connsiteX64" fmla="*/ 1470991 w 2552368"/>
              <a:gd name="connsiteY64" fmla="*/ 1717481 h 1773141"/>
              <a:gd name="connsiteX65" fmla="*/ 1566407 w 2552368"/>
              <a:gd name="connsiteY65" fmla="*/ 1701579 h 1773141"/>
              <a:gd name="connsiteX66" fmla="*/ 1614114 w 2552368"/>
              <a:gd name="connsiteY66" fmla="*/ 1685676 h 1773141"/>
              <a:gd name="connsiteX67" fmla="*/ 1637968 w 2552368"/>
              <a:gd name="connsiteY67" fmla="*/ 1677725 h 1773141"/>
              <a:gd name="connsiteX68" fmla="*/ 1661822 w 2552368"/>
              <a:gd name="connsiteY68" fmla="*/ 1661822 h 1773141"/>
              <a:gd name="connsiteX69" fmla="*/ 1709530 w 2552368"/>
              <a:gd name="connsiteY69" fmla="*/ 1645920 h 1773141"/>
              <a:gd name="connsiteX70" fmla="*/ 1733384 w 2552368"/>
              <a:gd name="connsiteY70" fmla="*/ 1630017 h 1773141"/>
              <a:gd name="connsiteX71" fmla="*/ 1781092 w 2552368"/>
              <a:gd name="connsiteY71" fmla="*/ 1614115 h 1773141"/>
              <a:gd name="connsiteX72" fmla="*/ 1804946 w 2552368"/>
              <a:gd name="connsiteY72" fmla="*/ 1598212 h 1773141"/>
              <a:gd name="connsiteX73" fmla="*/ 1828800 w 2552368"/>
              <a:gd name="connsiteY73" fmla="*/ 1590261 h 1773141"/>
              <a:gd name="connsiteX74" fmla="*/ 1876507 w 2552368"/>
              <a:gd name="connsiteY74" fmla="*/ 1558455 h 1773141"/>
              <a:gd name="connsiteX75" fmla="*/ 1940118 w 2552368"/>
              <a:gd name="connsiteY75" fmla="*/ 1518699 h 1773141"/>
              <a:gd name="connsiteX76" fmla="*/ 1963972 w 2552368"/>
              <a:gd name="connsiteY76" fmla="*/ 1510748 h 1773141"/>
              <a:gd name="connsiteX77" fmla="*/ 2035534 w 2552368"/>
              <a:gd name="connsiteY77" fmla="*/ 1455088 h 1773141"/>
              <a:gd name="connsiteX78" fmla="*/ 2059387 w 2552368"/>
              <a:gd name="connsiteY78" fmla="*/ 1439186 h 1773141"/>
              <a:gd name="connsiteX79" fmla="*/ 2099144 w 2552368"/>
              <a:gd name="connsiteY79" fmla="*/ 1391478 h 1773141"/>
              <a:gd name="connsiteX80" fmla="*/ 2122998 w 2552368"/>
              <a:gd name="connsiteY80" fmla="*/ 1367624 h 1773141"/>
              <a:gd name="connsiteX81" fmla="*/ 2154803 w 2552368"/>
              <a:gd name="connsiteY81" fmla="*/ 1327868 h 1773141"/>
              <a:gd name="connsiteX82" fmla="*/ 2162754 w 2552368"/>
              <a:gd name="connsiteY82" fmla="*/ 1304014 h 1773141"/>
              <a:gd name="connsiteX83" fmla="*/ 2202511 w 2552368"/>
              <a:gd name="connsiteY83" fmla="*/ 1256306 h 1773141"/>
              <a:gd name="connsiteX84" fmla="*/ 2210462 w 2552368"/>
              <a:gd name="connsiteY84" fmla="*/ 1232452 h 1773141"/>
              <a:gd name="connsiteX85" fmla="*/ 2234316 w 2552368"/>
              <a:gd name="connsiteY85" fmla="*/ 1200647 h 1773141"/>
              <a:gd name="connsiteX86" fmla="*/ 2274073 w 2552368"/>
              <a:gd name="connsiteY86" fmla="*/ 1152939 h 1773141"/>
              <a:gd name="connsiteX87" fmla="*/ 2313829 w 2552368"/>
              <a:gd name="connsiteY87" fmla="*/ 1105231 h 1773141"/>
              <a:gd name="connsiteX88" fmla="*/ 2321781 w 2552368"/>
              <a:gd name="connsiteY88" fmla="*/ 1081377 h 1773141"/>
              <a:gd name="connsiteX89" fmla="*/ 2345634 w 2552368"/>
              <a:gd name="connsiteY89" fmla="*/ 1057523 h 1773141"/>
              <a:gd name="connsiteX90" fmla="*/ 2377440 w 2552368"/>
              <a:gd name="connsiteY90" fmla="*/ 1009815 h 1773141"/>
              <a:gd name="connsiteX91" fmla="*/ 2409245 w 2552368"/>
              <a:gd name="connsiteY91" fmla="*/ 954156 h 1773141"/>
              <a:gd name="connsiteX92" fmla="*/ 2417196 w 2552368"/>
              <a:gd name="connsiteY92" fmla="*/ 930302 h 1773141"/>
              <a:gd name="connsiteX93" fmla="*/ 2433099 w 2552368"/>
              <a:gd name="connsiteY93" fmla="*/ 906448 h 1773141"/>
              <a:gd name="connsiteX94" fmla="*/ 2456953 w 2552368"/>
              <a:gd name="connsiteY94" fmla="*/ 834887 h 1773141"/>
              <a:gd name="connsiteX95" fmla="*/ 2464904 w 2552368"/>
              <a:gd name="connsiteY95" fmla="*/ 811033 h 1773141"/>
              <a:gd name="connsiteX96" fmla="*/ 2480807 w 2552368"/>
              <a:gd name="connsiteY96" fmla="*/ 779228 h 1773141"/>
              <a:gd name="connsiteX97" fmla="*/ 2488758 w 2552368"/>
              <a:gd name="connsiteY97" fmla="*/ 739471 h 1773141"/>
              <a:gd name="connsiteX98" fmla="*/ 2504661 w 2552368"/>
              <a:gd name="connsiteY98" fmla="*/ 691763 h 1773141"/>
              <a:gd name="connsiteX99" fmla="*/ 2512612 w 2552368"/>
              <a:gd name="connsiteY99" fmla="*/ 667909 h 1773141"/>
              <a:gd name="connsiteX100" fmla="*/ 2536466 w 2552368"/>
              <a:gd name="connsiteY100" fmla="*/ 604299 h 1773141"/>
              <a:gd name="connsiteX101" fmla="*/ 2552368 w 2552368"/>
              <a:gd name="connsiteY101" fmla="*/ 548640 h 1773141"/>
              <a:gd name="connsiteX102" fmla="*/ 2536466 w 2552368"/>
              <a:gd name="connsiteY102" fmla="*/ 508883 h 1773141"/>
              <a:gd name="connsiteX103" fmla="*/ 2512612 w 2552368"/>
              <a:gd name="connsiteY103" fmla="*/ 500932 h 1773141"/>
              <a:gd name="connsiteX104" fmla="*/ 2472855 w 2552368"/>
              <a:gd name="connsiteY104" fmla="*/ 492981 h 1773141"/>
              <a:gd name="connsiteX105" fmla="*/ 2449001 w 2552368"/>
              <a:gd name="connsiteY105" fmla="*/ 485029 h 1773141"/>
              <a:gd name="connsiteX106" fmla="*/ 2369488 w 2552368"/>
              <a:gd name="connsiteY106" fmla="*/ 492981 h 1773141"/>
              <a:gd name="connsiteX107" fmla="*/ 2234316 w 2552368"/>
              <a:gd name="connsiteY107" fmla="*/ 508883 h 1773141"/>
              <a:gd name="connsiteX108" fmla="*/ 1081377 w 2552368"/>
              <a:gd name="connsiteY108" fmla="*/ 500932 h 1773141"/>
              <a:gd name="connsiteX109" fmla="*/ 938254 w 2552368"/>
              <a:gd name="connsiteY109" fmla="*/ 477078 h 1773141"/>
              <a:gd name="connsiteX110" fmla="*/ 866692 w 2552368"/>
              <a:gd name="connsiteY110" fmla="*/ 477078 h 1773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2552368" h="1773141">
                <a:moveTo>
                  <a:pt x="866692" y="477078"/>
                </a:moveTo>
                <a:cubicBezTo>
                  <a:pt x="864042" y="475753"/>
                  <a:pt x="904950" y="476087"/>
                  <a:pt x="922351" y="469127"/>
                </a:cubicBezTo>
                <a:cubicBezTo>
                  <a:pt x="957106" y="455225"/>
                  <a:pt x="948533" y="417732"/>
                  <a:pt x="954156" y="389614"/>
                </a:cubicBezTo>
                <a:cubicBezTo>
                  <a:pt x="958859" y="366099"/>
                  <a:pt x="964607" y="362010"/>
                  <a:pt x="978010" y="341906"/>
                </a:cubicBezTo>
                <a:cubicBezTo>
                  <a:pt x="980660" y="323353"/>
                  <a:pt x="982608" y="304686"/>
                  <a:pt x="985961" y="286247"/>
                </a:cubicBezTo>
                <a:cubicBezTo>
                  <a:pt x="987916" y="275495"/>
                  <a:pt x="993913" y="265369"/>
                  <a:pt x="993913" y="254441"/>
                </a:cubicBezTo>
                <a:cubicBezTo>
                  <a:pt x="993913" y="246060"/>
                  <a:pt x="988264" y="238647"/>
                  <a:pt x="985961" y="230588"/>
                </a:cubicBezTo>
                <a:cubicBezTo>
                  <a:pt x="965315" y="158329"/>
                  <a:pt x="1000639" y="244859"/>
                  <a:pt x="930302" y="151075"/>
                </a:cubicBezTo>
                <a:cubicBezTo>
                  <a:pt x="900714" y="111624"/>
                  <a:pt x="917475" y="126620"/>
                  <a:pt x="882594" y="103367"/>
                </a:cubicBezTo>
                <a:cubicBezTo>
                  <a:pt x="855789" y="63157"/>
                  <a:pt x="881243" y="90764"/>
                  <a:pt x="842838" y="71561"/>
                </a:cubicBezTo>
                <a:cubicBezTo>
                  <a:pt x="834291" y="67287"/>
                  <a:pt x="827717" y="59540"/>
                  <a:pt x="818984" y="55659"/>
                </a:cubicBezTo>
                <a:cubicBezTo>
                  <a:pt x="803666" y="48851"/>
                  <a:pt x="785224" y="49054"/>
                  <a:pt x="771276" y="39756"/>
                </a:cubicBezTo>
                <a:cubicBezTo>
                  <a:pt x="757082" y="30293"/>
                  <a:pt x="731755" y="11986"/>
                  <a:pt x="715617" y="7951"/>
                </a:cubicBezTo>
                <a:cubicBezTo>
                  <a:pt x="694887" y="2768"/>
                  <a:pt x="673210" y="2650"/>
                  <a:pt x="652007" y="0"/>
                </a:cubicBezTo>
                <a:cubicBezTo>
                  <a:pt x="598998" y="2650"/>
                  <a:pt x="545706" y="1867"/>
                  <a:pt x="492981" y="7951"/>
                </a:cubicBezTo>
                <a:cubicBezTo>
                  <a:pt x="472574" y="10306"/>
                  <a:pt x="433010" y="28588"/>
                  <a:pt x="413467" y="39756"/>
                </a:cubicBezTo>
                <a:cubicBezTo>
                  <a:pt x="405170" y="44497"/>
                  <a:pt x="398161" y="51385"/>
                  <a:pt x="389614" y="55659"/>
                </a:cubicBezTo>
                <a:cubicBezTo>
                  <a:pt x="382117" y="59407"/>
                  <a:pt x="373711" y="60960"/>
                  <a:pt x="365760" y="63610"/>
                </a:cubicBezTo>
                <a:cubicBezTo>
                  <a:pt x="357809" y="68911"/>
                  <a:pt x="349247" y="73395"/>
                  <a:pt x="341906" y="79513"/>
                </a:cubicBezTo>
                <a:cubicBezTo>
                  <a:pt x="333267" y="86712"/>
                  <a:pt x="327408" y="97130"/>
                  <a:pt x="318052" y="103367"/>
                </a:cubicBezTo>
                <a:cubicBezTo>
                  <a:pt x="311078" y="108016"/>
                  <a:pt x="302149" y="108668"/>
                  <a:pt x="294198" y="111318"/>
                </a:cubicBezTo>
                <a:cubicBezTo>
                  <a:pt x="276614" y="128902"/>
                  <a:pt x="268629" y="140005"/>
                  <a:pt x="246490" y="151075"/>
                </a:cubicBezTo>
                <a:cubicBezTo>
                  <a:pt x="238993" y="154823"/>
                  <a:pt x="230587" y="156376"/>
                  <a:pt x="222636" y="159026"/>
                </a:cubicBezTo>
                <a:cubicBezTo>
                  <a:pt x="185266" y="196396"/>
                  <a:pt x="205022" y="173521"/>
                  <a:pt x="166977" y="230588"/>
                </a:cubicBezTo>
                <a:lnTo>
                  <a:pt x="135172" y="278295"/>
                </a:lnTo>
                <a:cubicBezTo>
                  <a:pt x="124199" y="311215"/>
                  <a:pt x="131870" y="295175"/>
                  <a:pt x="111318" y="326003"/>
                </a:cubicBezTo>
                <a:cubicBezTo>
                  <a:pt x="108668" y="333954"/>
                  <a:pt x="107437" y="342530"/>
                  <a:pt x="103367" y="349857"/>
                </a:cubicBezTo>
                <a:cubicBezTo>
                  <a:pt x="94085" y="366565"/>
                  <a:pt x="71561" y="397565"/>
                  <a:pt x="71561" y="397565"/>
                </a:cubicBezTo>
                <a:cubicBezTo>
                  <a:pt x="57566" y="439550"/>
                  <a:pt x="68259" y="414446"/>
                  <a:pt x="31805" y="469127"/>
                </a:cubicBezTo>
                <a:lnTo>
                  <a:pt x="15902" y="492981"/>
                </a:lnTo>
                <a:lnTo>
                  <a:pt x="0" y="516835"/>
                </a:lnTo>
                <a:cubicBezTo>
                  <a:pt x="2650" y="572494"/>
                  <a:pt x="3981" y="628232"/>
                  <a:pt x="7951" y="683812"/>
                </a:cubicBezTo>
                <a:cubicBezTo>
                  <a:pt x="9286" y="702506"/>
                  <a:pt x="14518" y="720781"/>
                  <a:pt x="15902" y="739471"/>
                </a:cubicBezTo>
                <a:cubicBezTo>
                  <a:pt x="19823" y="792401"/>
                  <a:pt x="20826" y="845509"/>
                  <a:pt x="23854" y="898497"/>
                </a:cubicBezTo>
                <a:cubicBezTo>
                  <a:pt x="39318" y="1169115"/>
                  <a:pt x="18818" y="908056"/>
                  <a:pt x="47707" y="1081377"/>
                </a:cubicBezTo>
                <a:cubicBezTo>
                  <a:pt x="68509" y="1206180"/>
                  <a:pt x="40066" y="1050823"/>
                  <a:pt x="71561" y="1176793"/>
                </a:cubicBezTo>
                <a:cubicBezTo>
                  <a:pt x="74212" y="1187395"/>
                  <a:pt x="75208" y="1198554"/>
                  <a:pt x="79513" y="1208598"/>
                </a:cubicBezTo>
                <a:cubicBezTo>
                  <a:pt x="90156" y="1233431"/>
                  <a:pt x="130393" y="1267430"/>
                  <a:pt x="143123" y="1280160"/>
                </a:cubicBezTo>
                <a:cubicBezTo>
                  <a:pt x="151074" y="1288111"/>
                  <a:pt x="157621" y="1297777"/>
                  <a:pt x="166977" y="1304014"/>
                </a:cubicBezTo>
                <a:cubicBezTo>
                  <a:pt x="174928" y="1309315"/>
                  <a:pt x="183490" y="1313798"/>
                  <a:pt x="190831" y="1319916"/>
                </a:cubicBezTo>
                <a:cubicBezTo>
                  <a:pt x="230539" y="1353006"/>
                  <a:pt x="196617" y="1337748"/>
                  <a:pt x="238539" y="1351721"/>
                </a:cubicBezTo>
                <a:lnTo>
                  <a:pt x="270344" y="1399429"/>
                </a:lnTo>
                <a:cubicBezTo>
                  <a:pt x="275645" y="1407380"/>
                  <a:pt x="279490" y="1416526"/>
                  <a:pt x="286247" y="1423283"/>
                </a:cubicBezTo>
                <a:cubicBezTo>
                  <a:pt x="294198" y="1431234"/>
                  <a:pt x="302902" y="1438498"/>
                  <a:pt x="310101" y="1447137"/>
                </a:cubicBezTo>
                <a:cubicBezTo>
                  <a:pt x="328436" y="1469140"/>
                  <a:pt x="323722" y="1477422"/>
                  <a:pt x="349857" y="1494845"/>
                </a:cubicBezTo>
                <a:cubicBezTo>
                  <a:pt x="356831" y="1499494"/>
                  <a:pt x="365760" y="1500146"/>
                  <a:pt x="373711" y="1502796"/>
                </a:cubicBezTo>
                <a:cubicBezTo>
                  <a:pt x="389614" y="1513398"/>
                  <a:pt x="403287" y="1528557"/>
                  <a:pt x="421419" y="1534601"/>
                </a:cubicBezTo>
                <a:lnTo>
                  <a:pt x="469127" y="1550504"/>
                </a:lnTo>
                <a:cubicBezTo>
                  <a:pt x="527244" y="1589249"/>
                  <a:pt x="454169" y="1541956"/>
                  <a:pt x="524786" y="1582309"/>
                </a:cubicBezTo>
                <a:cubicBezTo>
                  <a:pt x="533083" y="1587050"/>
                  <a:pt x="540093" y="1593938"/>
                  <a:pt x="548640" y="1598212"/>
                </a:cubicBezTo>
                <a:cubicBezTo>
                  <a:pt x="578583" y="1613184"/>
                  <a:pt x="589831" y="1614474"/>
                  <a:pt x="620201" y="1622066"/>
                </a:cubicBezTo>
                <a:cubicBezTo>
                  <a:pt x="688562" y="1667638"/>
                  <a:pt x="602070" y="1613000"/>
                  <a:pt x="667909" y="1645920"/>
                </a:cubicBezTo>
                <a:cubicBezTo>
                  <a:pt x="676456" y="1650194"/>
                  <a:pt x="683216" y="1657548"/>
                  <a:pt x="691763" y="1661822"/>
                </a:cubicBezTo>
                <a:cubicBezTo>
                  <a:pt x="699260" y="1665570"/>
                  <a:pt x="708290" y="1665704"/>
                  <a:pt x="715617" y="1669774"/>
                </a:cubicBezTo>
                <a:cubicBezTo>
                  <a:pt x="808101" y="1721155"/>
                  <a:pt x="718155" y="1686522"/>
                  <a:pt x="811033" y="1717481"/>
                </a:cubicBezTo>
                <a:lnTo>
                  <a:pt x="858741" y="1733384"/>
                </a:lnTo>
                <a:lnTo>
                  <a:pt x="882594" y="1741335"/>
                </a:lnTo>
                <a:cubicBezTo>
                  <a:pt x="890545" y="1746636"/>
                  <a:pt x="897901" y="1752964"/>
                  <a:pt x="906448" y="1757238"/>
                </a:cubicBezTo>
                <a:cubicBezTo>
                  <a:pt x="922745" y="1765387"/>
                  <a:pt x="954942" y="1770117"/>
                  <a:pt x="970059" y="1773141"/>
                </a:cubicBezTo>
                <a:lnTo>
                  <a:pt x="1311965" y="1765189"/>
                </a:lnTo>
                <a:cubicBezTo>
                  <a:pt x="1322883" y="1764724"/>
                  <a:pt x="1333054" y="1759381"/>
                  <a:pt x="1343770" y="1757238"/>
                </a:cubicBezTo>
                <a:cubicBezTo>
                  <a:pt x="1359579" y="1754076"/>
                  <a:pt x="1375575" y="1751937"/>
                  <a:pt x="1391478" y="1749287"/>
                </a:cubicBezTo>
                <a:cubicBezTo>
                  <a:pt x="1399429" y="1743986"/>
                  <a:pt x="1406548" y="1737148"/>
                  <a:pt x="1415332" y="1733384"/>
                </a:cubicBezTo>
                <a:cubicBezTo>
                  <a:pt x="1425376" y="1729079"/>
                  <a:pt x="1436630" y="1728435"/>
                  <a:pt x="1447137" y="1725433"/>
                </a:cubicBezTo>
                <a:cubicBezTo>
                  <a:pt x="1455196" y="1723130"/>
                  <a:pt x="1462860" y="1719514"/>
                  <a:pt x="1470991" y="1717481"/>
                </a:cubicBezTo>
                <a:cubicBezTo>
                  <a:pt x="1501993" y="1709730"/>
                  <a:pt x="1534995" y="1706066"/>
                  <a:pt x="1566407" y="1701579"/>
                </a:cubicBezTo>
                <a:lnTo>
                  <a:pt x="1614114" y="1685676"/>
                </a:lnTo>
                <a:lnTo>
                  <a:pt x="1637968" y="1677725"/>
                </a:lnTo>
                <a:cubicBezTo>
                  <a:pt x="1645919" y="1672424"/>
                  <a:pt x="1653089" y="1665703"/>
                  <a:pt x="1661822" y="1661822"/>
                </a:cubicBezTo>
                <a:cubicBezTo>
                  <a:pt x="1677140" y="1655014"/>
                  <a:pt x="1709530" y="1645920"/>
                  <a:pt x="1709530" y="1645920"/>
                </a:cubicBezTo>
                <a:cubicBezTo>
                  <a:pt x="1717481" y="1640619"/>
                  <a:pt x="1724651" y="1633898"/>
                  <a:pt x="1733384" y="1630017"/>
                </a:cubicBezTo>
                <a:cubicBezTo>
                  <a:pt x="1748702" y="1623209"/>
                  <a:pt x="1781092" y="1614115"/>
                  <a:pt x="1781092" y="1614115"/>
                </a:cubicBezTo>
                <a:cubicBezTo>
                  <a:pt x="1789043" y="1608814"/>
                  <a:pt x="1796399" y="1602486"/>
                  <a:pt x="1804946" y="1598212"/>
                </a:cubicBezTo>
                <a:cubicBezTo>
                  <a:pt x="1812443" y="1594464"/>
                  <a:pt x="1821826" y="1594910"/>
                  <a:pt x="1828800" y="1590261"/>
                </a:cubicBezTo>
                <a:cubicBezTo>
                  <a:pt x="1888366" y="1550551"/>
                  <a:pt x="1819786" y="1577364"/>
                  <a:pt x="1876507" y="1558455"/>
                </a:cubicBezTo>
                <a:cubicBezTo>
                  <a:pt x="1901708" y="1520654"/>
                  <a:pt x="1883344" y="1537623"/>
                  <a:pt x="1940118" y="1518699"/>
                </a:cubicBezTo>
                <a:lnTo>
                  <a:pt x="1963972" y="1510748"/>
                </a:lnTo>
                <a:cubicBezTo>
                  <a:pt x="2084554" y="1430358"/>
                  <a:pt x="1960795" y="1517371"/>
                  <a:pt x="2035534" y="1455088"/>
                </a:cubicBezTo>
                <a:cubicBezTo>
                  <a:pt x="2042875" y="1448970"/>
                  <a:pt x="2052046" y="1445304"/>
                  <a:pt x="2059387" y="1439186"/>
                </a:cubicBezTo>
                <a:cubicBezTo>
                  <a:pt x="2097399" y="1407509"/>
                  <a:pt x="2070714" y="1425594"/>
                  <a:pt x="2099144" y="1391478"/>
                </a:cubicBezTo>
                <a:cubicBezTo>
                  <a:pt x="2106343" y="1382839"/>
                  <a:pt x="2115047" y="1375575"/>
                  <a:pt x="2122998" y="1367624"/>
                </a:cubicBezTo>
                <a:cubicBezTo>
                  <a:pt x="2142983" y="1307666"/>
                  <a:pt x="2113700" y="1379247"/>
                  <a:pt x="2154803" y="1327868"/>
                </a:cubicBezTo>
                <a:cubicBezTo>
                  <a:pt x="2160039" y="1321323"/>
                  <a:pt x="2159006" y="1311511"/>
                  <a:pt x="2162754" y="1304014"/>
                </a:cubicBezTo>
                <a:cubicBezTo>
                  <a:pt x="2173824" y="1281875"/>
                  <a:pt x="2184927" y="1273890"/>
                  <a:pt x="2202511" y="1256306"/>
                </a:cubicBezTo>
                <a:cubicBezTo>
                  <a:pt x="2205161" y="1248355"/>
                  <a:pt x="2206304" y="1239729"/>
                  <a:pt x="2210462" y="1232452"/>
                </a:cubicBezTo>
                <a:cubicBezTo>
                  <a:pt x="2217037" y="1220946"/>
                  <a:pt x="2226613" y="1211431"/>
                  <a:pt x="2234316" y="1200647"/>
                </a:cubicBezTo>
                <a:cubicBezTo>
                  <a:pt x="2261991" y="1161902"/>
                  <a:pt x="2236949" y="1190063"/>
                  <a:pt x="2274073" y="1152939"/>
                </a:cubicBezTo>
                <a:cubicBezTo>
                  <a:pt x="2292303" y="1098247"/>
                  <a:pt x="2265692" y="1162994"/>
                  <a:pt x="2313829" y="1105231"/>
                </a:cubicBezTo>
                <a:cubicBezTo>
                  <a:pt x="2319195" y="1098792"/>
                  <a:pt x="2317132" y="1088351"/>
                  <a:pt x="2321781" y="1081377"/>
                </a:cubicBezTo>
                <a:cubicBezTo>
                  <a:pt x="2328018" y="1072021"/>
                  <a:pt x="2338730" y="1066399"/>
                  <a:pt x="2345634" y="1057523"/>
                </a:cubicBezTo>
                <a:cubicBezTo>
                  <a:pt x="2357368" y="1042436"/>
                  <a:pt x="2377440" y="1009815"/>
                  <a:pt x="2377440" y="1009815"/>
                </a:cubicBezTo>
                <a:cubicBezTo>
                  <a:pt x="2395670" y="955122"/>
                  <a:pt x="2370735" y="1021549"/>
                  <a:pt x="2409245" y="954156"/>
                </a:cubicBezTo>
                <a:cubicBezTo>
                  <a:pt x="2413403" y="946879"/>
                  <a:pt x="2413448" y="937799"/>
                  <a:pt x="2417196" y="930302"/>
                </a:cubicBezTo>
                <a:cubicBezTo>
                  <a:pt x="2421470" y="921755"/>
                  <a:pt x="2427798" y="914399"/>
                  <a:pt x="2433099" y="906448"/>
                </a:cubicBezTo>
                <a:lnTo>
                  <a:pt x="2456953" y="834887"/>
                </a:lnTo>
                <a:cubicBezTo>
                  <a:pt x="2459603" y="826936"/>
                  <a:pt x="2461156" y="818530"/>
                  <a:pt x="2464904" y="811033"/>
                </a:cubicBezTo>
                <a:lnTo>
                  <a:pt x="2480807" y="779228"/>
                </a:lnTo>
                <a:cubicBezTo>
                  <a:pt x="2483457" y="765976"/>
                  <a:pt x="2485202" y="752510"/>
                  <a:pt x="2488758" y="739471"/>
                </a:cubicBezTo>
                <a:cubicBezTo>
                  <a:pt x="2493169" y="723299"/>
                  <a:pt x="2499360" y="707666"/>
                  <a:pt x="2504661" y="691763"/>
                </a:cubicBezTo>
                <a:cubicBezTo>
                  <a:pt x="2507311" y="683812"/>
                  <a:pt x="2510968" y="676128"/>
                  <a:pt x="2512612" y="667909"/>
                </a:cubicBezTo>
                <a:cubicBezTo>
                  <a:pt x="2522437" y="618782"/>
                  <a:pt x="2513066" y="639398"/>
                  <a:pt x="2536466" y="604299"/>
                </a:cubicBezTo>
                <a:cubicBezTo>
                  <a:pt x="2541767" y="585746"/>
                  <a:pt x="2552368" y="567935"/>
                  <a:pt x="2552368" y="548640"/>
                </a:cubicBezTo>
                <a:cubicBezTo>
                  <a:pt x="2552368" y="534367"/>
                  <a:pt x="2545603" y="519848"/>
                  <a:pt x="2536466" y="508883"/>
                </a:cubicBezTo>
                <a:cubicBezTo>
                  <a:pt x="2531100" y="502444"/>
                  <a:pt x="2520743" y="502965"/>
                  <a:pt x="2512612" y="500932"/>
                </a:cubicBezTo>
                <a:cubicBezTo>
                  <a:pt x="2499501" y="497654"/>
                  <a:pt x="2485966" y="496259"/>
                  <a:pt x="2472855" y="492981"/>
                </a:cubicBezTo>
                <a:cubicBezTo>
                  <a:pt x="2464724" y="490948"/>
                  <a:pt x="2456952" y="487680"/>
                  <a:pt x="2449001" y="485029"/>
                </a:cubicBezTo>
                <a:lnTo>
                  <a:pt x="2369488" y="492981"/>
                </a:lnTo>
                <a:cubicBezTo>
                  <a:pt x="2244108" y="503430"/>
                  <a:pt x="2294746" y="488740"/>
                  <a:pt x="2234316" y="508883"/>
                </a:cubicBezTo>
                <a:lnTo>
                  <a:pt x="1081377" y="500932"/>
                </a:lnTo>
                <a:cubicBezTo>
                  <a:pt x="589648" y="491654"/>
                  <a:pt x="1114176" y="491738"/>
                  <a:pt x="938254" y="477078"/>
                </a:cubicBezTo>
                <a:cubicBezTo>
                  <a:pt x="917124" y="475317"/>
                  <a:pt x="869342" y="478403"/>
                  <a:pt x="866692" y="477078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F54C9284-27FA-454C-A754-2EA4E8A277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8374" y="2450703"/>
            <a:ext cx="838200" cy="533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rc 7">
            <a:extLst>
              <a:ext uri="{FF2B5EF4-FFF2-40B4-BE49-F238E27FC236}">
                <a16:creationId xmlns:a16="http://schemas.microsoft.com/office/drawing/2014/main" id="{9F814E02-ECD9-4190-8567-E8328033DF27}"/>
              </a:ext>
            </a:extLst>
          </p:cNvPr>
          <p:cNvSpPr>
            <a:spLocks/>
          </p:cNvSpPr>
          <p:nvPr/>
        </p:nvSpPr>
        <p:spPr bwMode="auto">
          <a:xfrm>
            <a:off x="6409562" y="2222103"/>
            <a:ext cx="544512" cy="34131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640 w 42990"/>
              <a:gd name="T1" fmla="*/ 26818 h 26818"/>
              <a:gd name="T2" fmla="*/ 42990 w 42990"/>
              <a:gd name="T3" fmla="*/ 18595 h 26818"/>
              <a:gd name="T4" fmla="*/ 21600 w 42990"/>
              <a:gd name="T5" fmla="*/ 21600 h 26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990" h="26818" fill="none" extrusionOk="0">
                <a:moveTo>
                  <a:pt x="639" y="26818"/>
                </a:moveTo>
                <a:cubicBezTo>
                  <a:pt x="214" y="25111"/>
                  <a:pt x="0" y="2335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368" y="0"/>
                  <a:pt x="41491" y="7931"/>
                  <a:pt x="42989" y="18595"/>
                </a:cubicBezTo>
              </a:path>
              <a:path w="42990" h="26818" stroke="0" extrusionOk="0">
                <a:moveTo>
                  <a:pt x="639" y="26818"/>
                </a:moveTo>
                <a:cubicBezTo>
                  <a:pt x="214" y="25111"/>
                  <a:pt x="0" y="2335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368" y="0"/>
                  <a:pt x="41491" y="7931"/>
                  <a:pt x="42989" y="18595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rgbClr val="3366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9E9EA5EF-1A69-4E09-B22F-8F43F7C67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078666"/>
              </p:ext>
            </p:extLst>
          </p:nvPr>
        </p:nvGraphicFramePr>
        <p:xfrm>
          <a:off x="6799026" y="2030260"/>
          <a:ext cx="1682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19" name="Equation" r:id="rId4" imgW="177480" imgH="241200" progId="Equation.DSMT4">
                  <p:embed/>
                </p:oleObj>
              </mc:Choice>
              <mc:Fallback>
                <p:oleObj name="Equation" r:id="rId4" imgW="177480" imgH="241200" progId="Equation.DSMT4">
                  <p:embed/>
                  <p:pic>
                    <p:nvPicPr>
                      <p:cNvPr id="167944" name="Object 8">
                        <a:extLst>
                          <a:ext uri="{FF2B5EF4-FFF2-40B4-BE49-F238E27FC236}">
                            <a16:creationId xmlns:a16="http://schemas.microsoft.com/office/drawing/2014/main" id="{381EBA48-217E-4B79-8984-E08E001344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026" y="2030260"/>
                        <a:ext cx="1682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c 9">
            <a:extLst>
              <a:ext uri="{FF2B5EF4-FFF2-40B4-BE49-F238E27FC236}">
                <a16:creationId xmlns:a16="http://schemas.microsoft.com/office/drawing/2014/main" id="{224E983E-9771-488F-B5EB-815FC21D705D}"/>
              </a:ext>
            </a:extLst>
          </p:cNvPr>
          <p:cNvSpPr>
            <a:spLocks/>
          </p:cNvSpPr>
          <p:nvPr/>
        </p:nvSpPr>
        <p:spPr bwMode="auto">
          <a:xfrm>
            <a:off x="6331774" y="2434828"/>
            <a:ext cx="323850" cy="323850"/>
          </a:xfrm>
          <a:custGeom>
            <a:avLst/>
            <a:gdLst>
              <a:gd name="G0" fmla="+- 18298 0 0"/>
              <a:gd name="G1" fmla="+- 0 0 0"/>
              <a:gd name="G2" fmla="+- 21600 0 0"/>
              <a:gd name="T0" fmla="*/ 6199 w 18298"/>
              <a:gd name="T1" fmla="*/ 17894 h 17894"/>
              <a:gd name="T2" fmla="*/ 0 w 18298"/>
              <a:gd name="T3" fmla="*/ 11479 h 17894"/>
              <a:gd name="T4" fmla="*/ 18298 w 18298"/>
              <a:gd name="T5" fmla="*/ 0 h 178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98" h="17894" fill="none" extrusionOk="0">
                <a:moveTo>
                  <a:pt x="6199" y="17893"/>
                </a:moveTo>
                <a:cubicBezTo>
                  <a:pt x="3709" y="16209"/>
                  <a:pt x="1597" y="14025"/>
                  <a:pt x="0" y="11478"/>
                </a:cubicBezTo>
              </a:path>
              <a:path w="18298" h="17894" stroke="0" extrusionOk="0">
                <a:moveTo>
                  <a:pt x="6199" y="17893"/>
                </a:moveTo>
                <a:cubicBezTo>
                  <a:pt x="3709" y="16209"/>
                  <a:pt x="1597" y="14025"/>
                  <a:pt x="0" y="11478"/>
                </a:cubicBezTo>
                <a:lnTo>
                  <a:pt x="18298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385A5B32-0783-4663-BC9E-FE9405E4E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57667"/>
              </p:ext>
            </p:extLst>
          </p:nvPr>
        </p:nvGraphicFramePr>
        <p:xfrm>
          <a:off x="6603088" y="3009551"/>
          <a:ext cx="3254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0" name="Equation" r:id="rId6" imgW="342720" imgH="253800" progId="Equation.DSMT4">
                  <p:embed/>
                </p:oleObj>
              </mc:Choice>
              <mc:Fallback>
                <p:oleObj name="Equation" r:id="rId6" imgW="342720" imgH="253800" progId="Equation.DSMT4">
                  <p:embed/>
                  <p:pic>
                    <p:nvPicPr>
                      <p:cNvPr id="167946" name="Object 10">
                        <a:extLst>
                          <a:ext uri="{FF2B5EF4-FFF2-40B4-BE49-F238E27FC236}">
                            <a16:creationId xmlns:a16="http://schemas.microsoft.com/office/drawing/2014/main" id="{B00C8E9E-50A7-49E3-A659-AFFBB945F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088" y="3009551"/>
                        <a:ext cx="325437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1">
            <a:extLst>
              <a:ext uri="{FF2B5EF4-FFF2-40B4-BE49-F238E27FC236}">
                <a16:creationId xmlns:a16="http://schemas.microsoft.com/office/drawing/2014/main" id="{1E0B64D2-5D54-48E7-BF70-475324F796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33126" y="2743753"/>
            <a:ext cx="152400" cy="381000"/>
          </a:xfrm>
          <a:prstGeom prst="line">
            <a:avLst/>
          </a:prstGeom>
          <a:noFill/>
          <a:ln w="19050">
            <a:solidFill>
              <a:srgbClr val="33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rc 12">
            <a:extLst>
              <a:ext uri="{FF2B5EF4-FFF2-40B4-BE49-F238E27FC236}">
                <a16:creationId xmlns:a16="http://schemas.microsoft.com/office/drawing/2014/main" id="{67DCBAB3-9242-48BC-BAC5-EB17B484CB4C}"/>
              </a:ext>
            </a:extLst>
          </p:cNvPr>
          <p:cNvSpPr>
            <a:spLocks/>
          </p:cNvSpPr>
          <p:nvPr/>
        </p:nvSpPr>
        <p:spPr bwMode="auto">
          <a:xfrm>
            <a:off x="5795199" y="2457053"/>
            <a:ext cx="838200" cy="806450"/>
          </a:xfrm>
          <a:custGeom>
            <a:avLst/>
            <a:gdLst>
              <a:gd name="G0" fmla="+- 18288 0 0"/>
              <a:gd name="G1" fmla="+- 0 0 0"/>
              <a:gd name="G2" fmla="+- 21600 0 0"/>
              <a:gd name="T0" fmla="*/ 5844 w 18288"/>
              <a:gd name="T1" fmla="*/ 17655 h 17655"/>
              <a:gd name="T2" fmla="*/ 0 w 18288"/>
              <a:gd name="T3" fmla="*/ 11494 h 17655"/>
              <a:gd name="T4" fmla="*/ 18288 w 18288"/>
              <a:gd name="T5" fmla="*/ 0 h 17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88" h="17655" fill="none" extrusionOk="0">
                <a:moveTo>
                  <a:pt x="5843" y="17655"/>
                </a:moveTo>
                <a:cubicBezTo>
                  <a:pt x="3507" y="16008"/>
                  <a:pt x="1521" y="13914"/>
                  <a:pt x="0" y="11493"/>
                </a:cubicBezTo>
              </a:path>
              <a:path w="18288" h="17655" stroke="0" extrusionOk="0">
                <a:moveTo>
                  <a:pt x="5843" y="17655"/>
                </a:moveTo>
                <a:cubicBezTo>
                  <a:pt x="3507" y="16008"/>
                  <a:pt x="1521" y="13914"/>
                  <a:pt x="0" y="11493"/>
                </a:cubicBezTo>
                <a:lnTo>
                  <a:pt x="18288" y="0"/>
                </a:lnTo>
                <a:close/>
              </a:path>
            </a:pathLst>
          </a:custGeom>
          <a:solidFill>
            <a:srgbClr val="3366FF">
              <a:alpha val="50000"/>
            </a:srgb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91DC3181-33F2-4EC6-953A-070CA9B054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9512" y="2450703"/>
            <a:ext cx="6096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21">
            <a:extLst>
              <a:ext uri="{FF2B5EF4-FFF2-40B4-BE49-F238E27FC236}">
                <a16:creationId xmlns:a16="http://schemas.microsoft.com/office/drawing/2014/main" id="{0A8C4213-0CE4-4044-B4BE-AC7D7CD9FFFC}"/>
              </a:ext>
            </a:extLst>
          </p:cNvPr>
          <p:cNvGrpSpPr>
            <a:grpSpLocks/>
          </p:cNvGrpSpPr>
          <p:nvPr/>
        </p:nvGrpSpPr>
        <p:grpSpPr bwMode="auto">
          <a:xfrm>
            <a:off x="5152262" y="1939528"/>
            <a:ext cx="3614738" cy="1784350"/>
            <a:chOff x="3243" y="1070"/>
            <a:chExt cx="2277" cy="1124"/>
          </a:xfrm>
        </p:grpSpPr>
        <p:graphicFrame>
          <p:nvGraphicFramePr>
            <p:cNvPr id="11" name="Object 22">
              <a:extLst>
                <a:ext uri="{FF2B5EF4-FFF2-40B4-BE49-F238E27FC236}">
                  <a16:creationId xmlns:a16="http://schemas.microsoft.com/office/drawing/2014/main" id="{B0DAE7BE-64F6-4388-AAC1-960F40D107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1106979"/>
                </p:ext>
              </p:extLst>
            </p:nvPr>
          </p:nvGraphicFramePr>
          <p:xfrm>
            <a:off x="5071" y="1230"/>
            <a:ext cx="281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21" name="Equation" r:id="rId8" imgW="469800" imgH="291960" progId="Equation.DSMT4">
                    <p:embed/>
                  </p:oleObj>
                </mc:Choice>
                <mc:Fallback>
                  <p:oleObj name="Equation" r:id="rId8" imgW="469800" imgH="291960" progId="Equation.DSMT4">
                    <p:embed/>
                    <p:pic>
                      <p:nvPicPr>
                        <p:cNvPr id="167958" name="Object 22">
                          <a:extLst>
                            <a:ext uri="{FF2B5EF4-FFF2-40B4-BE49-F238E27FC236}">
                              <a16:creationId xmlns:a16="http://schemas.microsoft.com/office/drawing/2014/main" id="{7077F4FE-0E19-42AF-90C5-BDB3F43D39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1" y="1230"/>
                          <a:ext cx="281" cy="1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23">
              <a:extLst>
                <a:ext uri="{FF2B5EF4-FFF2-40B4-BE49-F238E27FC236}">
                  <a16:creationId xmlns:a16="http://schemas.microsoft.com/office/drawing/2014/main" id="{8D7D8904-2621-4C96-A06F-C6046766A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1070"/>
              <a:ext cx="2277" cy="1124"/>
              <a:chOff x="3243" y="1070"/>
              <a:chExt cx="2277" cy="1124"/>
            </a:xfrm>
          </p:grpSpPr>
          <p:graphicFrame>
            <p:nvGraphicFramePr>
              <p:cNvPr id="13" name="Object 24">
                <a:extLst>
                  <a:ext uri="{FF2B5EF4-FFF2-40B4-BE49-F238E27FC236}">
                    <a16:creationId xmlns:a16="http://schemas.microsoft.com/office/drawing/2014/main" id="{5F16D81A-E66D-448E-8EFB-531560B5CC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5077415"/>
                  </p:ext>
                </p:extLst>
              </p:nvPr>
            </p:nvGraphicFramePr>
            <p:xfrm>
              <a:off x="5387" y="1455"/>
              <a:ext cx="106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622" name="Equation" r:id="rId10" imgW="177480" imgH="190440" progId="Equation.DSMT4">
                      <p:embed/>
                    </p:oleObj>
                  </mc:Choice>
                  <mc:Fallback>
                    <p:oleObj name="Equation" r:id="rId10" imgW="177480" imgH="190440" progId="Equation.DSMT4">
                      <p:embed/>
                      <p:pic>
                        <p:nvPicPr>
                          <p:cNvPr id="167960" name="Object 24">
                            <a:extLst>
                              <a:ext uri="{FF2B5EF4-FFF2-40B4-BE49-F238E27FC236}">
                                <a16:creationId xmlns:a16="http://schemas.microsoft.com/office/drawing/2014/main" id="{EA0B6CEA-34F6-40CF-80A0-FE242A7298F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7" y="1455"/>
                            <a:ext cx="106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Line 25">
                <a:extLst>
                  <a:ext uri="{FF2B5EF4-FFF2-40B4-BE49-F238E27FC236}">
                    <a16:creationId xmlns:a16="http://schemas.microsoft.com/office/drawing/2014/main" id="{87EDEAFC-BC28-471A-A0B7-744FBF64A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3" y="1392"/>
                <a:ext cx="2277" cy="3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" name="Group 26">
                <a:extLst>
                  <a:ext uri="{FF2B5EF4-FFF2-40B4-BE49-F238E27FC236}">
                    <a16:creationId xmlns:a16="http://schemas.microsoft.com/office/drawing/2014/main" id="{01D7B4C6-F969-41E2-8F37-2CF5687466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26" y="1070"/>
                <a:ext cx="1616" cy="1124"/>
                <a:chOff x="2424" y="1899"/>
                <a:chExt cx="1344" cy="936"/>
              </a:xfrm>
            </p:grpSpPr>
            <p:sp>
              <p:nvSpPr>
                <p:cNvPr id="17" name="Freeform 27">
                  <a:extLst>
                    <a:ext uri="{FF2B5EF4-FFF2-40B4-BE49-F238E27FC236}">
                      <a16:creationId xmlns:a16="http://schemas.microsoft.com/office/drawing/2014/main" id="{24EF5AFB-BC7D-400F-BE0D-58F9EA5F81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4" y="1929"/>
                  <a:ext cx="84" cy="228"/>
                </a:xfrm>
                <a:custGeom>
                  <a:avLst/>
                  <a:gdLst>
                    <a:gd name="T0" fmla="*/ 12 w 84"/>
                    <a:gd name="T1" fmla="*/ 228 h 228"/>
                    <a:gd name="T2" fmla="*/ 12 w 84"/>
                    <a:gd name="T3" fmla="*/ 228 h 228"/>
                    <a:gd name="T4" fmla="*/ 18 w 84"/>
                    <a:gd name="T5" fmla="*/ 228 h 228"/>
                    <a:gd name="T6" fmla="*/ 24 w 84"/>
                    <a:gd name="T7" fmla="*/ 228 h 228"/>
                    <a:gd name="T8" fmla="*/ 30 w 84"/>
                    <a:gd name="T9" fmla="*/ 222 h 228"/>
                    <a:gd name="T10" fmla="*/ 30 w 84"/>
                    <a:gd name="T11" fmla="*/ 222 h 228"/>
                    <a:gd name="T12" fmla="*/ 36 w 84"/>
                    <a:gd name="T13" fmla="*/ 222 h 228"/>
                    <a:gd name="T14" fmla="*/ 42 w 84"/>
                    <a:gd name="T15" fmla="*/ 222 h 228"/>
                    <a:gd name="T16" fmla="*/ 42 w 84"/>
                    <a:gd name="T17" fmla="*/ 216 h 228"/>
                    <a:gd name="T18" fmla="*/ 48 w 84"/>
                    <a:gd name="T19" fmla="*/ 216 h 228"/>
                    <a:gd name="T20" fmla="*/ 54 w 84"/>
                    <a:gd name="T21" fmla="*/ 210 h 228"/>
                    <a:gd name="T22" fmla="*/ 54 w 84"/>
                    <a:gd name="T23" fmla="*/ 210 h 228"/>
                    <a:gd name="T24" fmla="*/ 60 w 84"/>
                    <a:gd name="T25" fmla="*/ 204 h 228"/>
                    <a:gd name="T26" fmla="*/ 60 w 84"/>
                    <a:gd name="T27" fmla="*/ 204 h 228"/>
                    <a:gd name="T28" fmla="*/ 66 w 84"/>
                    <a:gd name="T29" fmla="*/ 198 h 228"/>
                    <a:gd name="T30" fmla="*/ 66 w 84"/>
                    <a:gd name="T31" fmla="*/ 192 h 228"/>
                    <a:gd name="T32" fmla="*/ 72 w 84"/>
                    <a:gd name="T33" fmla="*/ 192 h 228"/>
                    <a:gd name="T34" fmla="*/ 72 w 84"/>
                    <a:gd name="T35" fmla="*/ 186 h 228"/>
                    <a:gd name="T36" fmla="*/ 78 w 84"/>
                    <a:gd name="T37" fmla="*/ 180 h 228"/>
                    <a:gd name="T38" fmla="*/ 78 w 84"/>
                    <a:gd name="T39" fmla="*/ 174 h 228"/>
                    <a:gd name="T40" fmla="*/ 78 w 84"/>
                    <a:gd name="T41" fmla="*/ 174 h 228"/>
                    <a:gd name="T42" fmla="*/ 78 w 84"/>
                    <a:gd name="T43" fmla="*/ 168 h 228"/>
                    <a:gd name="T44" fmla="*/ 84 w 84"/>
                    <a:gd name="T45" fmla="*/ 162 h 228"/>
                    <a:gd name="T46" fmla="*/ 84 w 84"/>
                    <a:gd name="T47" fmla="*/ 156 h 228"/>
                    <a:gd name="T48" fmla="*/ 84 w 84"/>
                    <a:gd name="T49" fmla="*/ 150 h 228"/>
                    <a:gd name="T50" fmla="*/ 84 w 84"/>
                    <a:gd name="T51" fmla="*/ 144 h 228"/>
                    <a:gd name="T52" fmla="*/ 84 w 84"/>
                    <a:gd name="T53" fmla="*/ 138 h 228"/>
                    <a:gd name="T54" fmla="*/ 84 w 84"/>
                    <a:gd name="T55" fmla="*/ 132 h 228"/>
                    <a:gd name="T56" fmla="*/ 84 w 84"/>
                    <a:gd name="T57" fmla="*/ 126 h 228"/>
                    <a:gd name="T58" fmla="*/ 84 w 84"/>
                    <a:gd name="T59" fmla="*/ 120 h 228"/>
                    <a:gd name="T60" fmla="*/ 84 w 84"/>
                    <a:gd name="T61" fmla="*/ 114 h 228"/>
                    <a:gd name="T62" fmla="*/ 84 w 84"/>
                    <a:gd name="T63" fmla="*/ 108 h 228"/>
                    <a:gd name="T64" fmla="*/ 78 w 84"/>
                    <a:gd name="T65" fmla="*/ 102 h 228"/>
                    <a:gd name="T66" fmla="*/ 78 w 84"/>
                    <a:gd name="T67" fmla="*/ 96 h 228"/>
                    <a:gd name="T68" fmla="*/ 78 w 84"/>
                    <a:gd name="T69" fmla="*/ 90 h 228"/>
                    <a:gd name="T70" fmla="*/ 72 w 84"/>
                    <a:gd name="T71" fmla="*/ 84 h 228"/>
                    <a:gd name="T72" fmla="*/ 72 w 84"/>
                    <a:gd name="T73" fmla="*/ 78 h 228"/>
                    <a:gd name="T74" fmla="*/ 66 w 84"/>
                    <a:gd name="T75" fmla="*/ 72 h 228"/>
                    <a:gd name="T76" fmla="*/ 66 w 84"/>
                    <a:gd name="T77" fmla="*/ 66 h 228"/>
                    <a:gd name="T78" fmla="*/ 60 w 84"/>
                    <a:gd name="T79" fmla="*/ 60 h 228"/>
                    <a:gd name="T80" fmla="*/ 60 w 84"/>
                    <a:gd name="T81" fmla="*/ 54 h 228"/>
                    <a:gd name="T82" fmla="*/ 54 w 84"/>
                    <a:gd name="T83" fmla="*/ 48 h 228"/>
                    <a:gd name="T84" fmla="*/ 48 w 84"/>
                    <a:gd name="T85" fmla="*/ 42 h 228"/>
                    <a:gd name="T86" fmla="*/ 42 w 84"/>
                    <a:gd name="T87" fmla="*/ 36 h 228"/>
                    <a:gd name="T88" fmla="*/ 36 w 84"/>
                    <a:gd name="T89" fmla="*/ 30 h 228"/>
                    <a:gd name="T90" fmla="*/ 30 w 84"/>
                    <a:gd name="T91" fmla="*/ 24 h 228"/>
                    <a:gd name="T92" fmla="*/ 24 w 84"/>
                    <a:gd name="T93" fmla="*/ 24 h 228"/>
                    <a:gd name="T94" fmla="*/ 18 w 84"/>
                    <a:gd name="T95" fmla="*/ 18 h 228"/>
                    <a:gd name="T96" fmla="*/ 12 w 84"/>
                    <a:gd name="T97" fmla="*/ 12 h 228"/>
                    <a:gd name="T98" fmla="*/ 6 w 84"/>
                    <a:gd name="T99" fmla="*/ 6 h 228"/>
                    <a:gd name="T100" fmla="*/ 0 w 84"/>
                    <a:gd name="T101" fmla="*/ 0 h 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84" h="228">
                      <a:moveTo>
                        <a:pt x="6" y="228"/>
                      </a:moveTo>
                      <a:lnTo>
                        <a:pt x="6" y="228"/>
                      </a:lnTo>
                      <a:lnTo>
                        <a:pt x="6" y="228"/>
                      </a:lnTo>
                      <a:lnTo>
                        <a:pt x="6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2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24" y="228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0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36" y="222"/>
                      </a:lnTo>
                      <a:lnTo>
                        <a:pt x="42" y="222"/>
                      </a:lnTo>
                      <a:lnTo>
                        <a:pt x="42" y="222"/>
                      </a:lnTo>
                      <a:lnTo>
                        <a:pt x="42" y="216"/>
                      </a:lnTo>
                      <a:lnTo>
                        <a:pt x="42" y="216"/>
                      </a:lnTo>
                      <a:lnTo>
                        <a:pt x="42" y="216"/>
                      </a:lnTo>
                      <a:lnTo>
                        <a:pt x="42" y="216"/>
                      </a:lnTo>
                      <a:lnTo>
                        <a:pt x="42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6"/>
                      </a:lnTo>
                      <a:lnTo>
                        <a:pt x="48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54" y="210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204"/>
                      </a:lnTo>
                      <a:lnTo>
                        <a:pt x="60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8"/>
                      </a:lnTo>
                      <a:lnTo>
                        <a:pt x="66" y="192"/>
                      </a:lnTo>
                      <a:lnTo>
                        <a:pt x="66" y="192"/>
                      </a:lnTo>
                      <a:lnTo>
                        <a:pt x="66" y="192"/>
                      </a:lnTo>
                      <a:lnTo>
                        <a:pt x="72" y="192"/>
                      </a:lnTo>
                      <a:lnTo>
                        <a:pt x="72" y="192"/>
                      </a:lnTo>
                      <a:lnTo>
                        <a:pt x="72" y="192"/>
                      </a:lnTo>
                      <a:lnTo>
                        <a:pt x="72" y="192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78" y="180"/>
                      </a:lnTo>
                      <a:lnTo>
                        <a:pt x="78" y="180"/>
                      </a:lnTo>
                      <a:lnTo>
                        <a:pt x="78" y="180"/>
                      </a:lnTo>
                      <a:lnTo>
                        <a:pt x="78" y="180"/>
                      </a:lnTo>
                      <a:lnTo>
                        <a:pt x="78" y="180"/>
                      </a:lnTo>
                      <a:lnTo>
                        <a:pt x="78" y="174"/>
                      </a:lnTo>
                      <a:lnTo>
                        <a:pt x="78" y="174"/>
                      </a:lnTo>
                      <a:lnTo>
                        <a:pt x="78" y="174"/>
                      </a:lnTo>
                      <a:lnTo>
                        <a:pt x="78" y="174"/>
                      </a:lnTo>
                      <a:lnTo>
                        <a:pt x="78" y="174"/>
                      </a:lnTo>
                      <a:lnTo>
                        <a:pt x="78" y="174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84" y="168"/>
                      </a:lnTo>
                      <a:lnTo>
                        <a:pt x="84" y="162"/>
                      </a:lnTo>
                      <a:lnTo>
                        <a:pt x="84" y="162"/>
                      </a:lnTo>
                      <a:lnTo>
                        <a:pt x="84" y="162"/>
                      </a:lnTo>
                      <a:lnTo>
                        <a:pt x="84" y="162"/>
                      </a:lnTo>
                      <a:lnTo>
                        <a:pt x="84" y="162"/>
                      </a:lnTo>
                      <a:lnTo>
                        <a:pt x="84" y="162"/>
                      </a:lnTo>
                      <a:lnTo>
                        <a:pt x="84" y="156"/>
                      </a:lnTo>
                      <a:lnTo>
                        <a:pt x="84" y="156"/>
                      </a:lnTo>
                      <a:lnTo>
                        <a:pt x="84" y="156"/>
                      </a:lnTo>
                      <a:lnTo>
                        <a:pt x="84" y="156"/>
                      </a:lnTo>
                      <a:lnTo>
                        <a:pt x="84" y="156"/>
                      </a:lnTo>
                      <a:lnTo>
                        <a:pt x="84" y="150"/>
                      </a:lnTo>
                      <a:lnTo>
                        <a:pt x="84" y="150"/>
                      </a:lnTo>
                      <a:lnTo>
                        <a:pt x="84" y="150"/>
                      </a:lnTo>
                      <a:lnTo>
                        <a:pt x="84" y="150"/>
                      </a:lnTo>
                      <a:lnTo>
                        <a:pt x="84" y="150"/>
                      </a:lnTo>
                      <a:lnTo>
                        <a:pt x="84" y="150"/>
                      </a:lnTo>
                      <a:lnTo>
                        <a:pt x="84" y="144"/>
                      </a:lnTo>
                      <a:lnTo>
                        <a:pt x="84" y="144"/>
                      </a:lnTo>
                      <a:lnTo>
                        <a:pt x="84" y="144"/>
                      </a:lnTo>
                      <a:lnTo>
                        <a:pt x="84" y="144"/>
                      </a:lnTo>
                      <a:lnTo>
                        <a:pt x="84" y="144"/>
                      </a:lnTo>
                      <a:lnTo>
                        <a:pt x="84" y="138"/>
                      </a:lnTo>
                      <a:lnTo>
                        <a:pt x="84" y="138"/>
                      </a:lnTo>
                      <a:lnTo>
                        <a:pt x="84" y="138"/>
                      </a:lnTo>
                      <a:lnTo>
                        <a:pt x="84" y="138"/>
                      </a:lnTo>
                      <a:lnTo>
                        <a:pt x="84" y="138"/>
                      </a:lnTo>
                      <a:lnTo>
                        <a:pt x="84" y="132"/>
                      </a:lnTo>
                      <a:lnTo>
                        <a:pt x="84" y="132"/>
                      </a:lnTo>
                      <a:lnTo>
                        <a:pt x="84" y="132"/>
                      </a:lnTo>
                      <a:lnTo>
                        <a:pt x="84" y="132"/>
                      </a:lnTo>
                      <a:lnTo>
                        <a:pt x="84" y="132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84" y="126"/>
                      </a:lnTo>
                      <a:lnTo>
                        <a:pt x="84" y="120"/>
                      </a:lnTo>
                      <a:lnTo>
                        <a:pt x="84" y="120"/>
                      </a:lnTo>
                      <a:lnTo>
                        <a:pt x="84" y="120"/>
                      </a:lnTo>
                      <a:lnTo>
                        <a:pt x="84" y="120"/>
                      </a:lnTo>
                      <a:lnTo>
                        <a:pt x="84" y="120"/>
                      </a:lnTo>
                      <a:lnTo>
                        <a:pt x="84" y="114"/>
                      </a:lnTo>
                      <a:lnTo>
                        <a:pt x="84" y="114"/>
                      </a:lnTo>
                      <a:lnTo>
                        <a:pt x="84" y="114"/>
                      </a:lnTo>
                      <a:lnTo>
                        <a:pt x="84" y="114"/>
                      </a:lnTo>
                      <a:lnTo>
                        <a:pt x="84" y="114"/>
                      </a:lnTo>
                      <a:lnTo>
                        <a:pt x="84" y="108"/>
                      </a:lnTo>
                      <a:lnTo>
                        <a:pt x="84" y="108"/>
                      </a:lnTo>
                      <a:lnTo>
                        <a:pt x="84" y="108"/>
                      </a:lnTo>
                      <a:lnTo>
                        <a:pt x="84" y="108"/>
                      </a:lnTo>
                      <a:lnTo>
                        <a:pt x="84" y="108"/>
                      </a:lnTo>
                      <a:lnTo>
                        <a:pt x="84" y="102"/>
                      </a:lnTo>
                      <a:lnTo>
                        <a:pt x="78" y="102"/>
                      </a:lnTo>
                      <a:lnTo>
                        <a:pt x="78" y="102"/>
                      </a:lnTo>
                      <a:lnTo>
                        <a:pt x="78" y="102"/>
                      </a:lnTo>
                      <a:lnTo>
                        <a:pt x="78" y="102"/>
                      </a:lnTo>
                      <a:lnTo>
                        <a:pt x="78" y="96"/>
                      </a:lnTo>
                      <a:lnTo>
                        <a:pt x="78" y="96"/>
                      </a:lnTo>
                      <a:lnTo>
                        <a:pt x="78" y="96"/>
                      </a:lnTo>
                      <a:lnTo>
                        <a:pt x="78" y="96"/>
                      </a:lnTo>
                      <a:lnTo>
                        <a:pt x="78" y="96"/>
                      </a:lnTo>
                      <a:lnTo>
                        <a:pt x="78" y="90"/>
                      </a:lnTo>
                      <a:lnTo>
                        <a:pt x="78" y="90"/>
                      </a:lnTo>
                      <a:lnTo>
                        <a:pt x="78" y="90"/>
                      </a:lnTo>
                      <a:lnTo>
                        <a:pt x="78" y="90"/>
                      </a:lnTo>
                      <a:lnTo>
                        <a:pt x="78" y="90"/>
                      </a:lnTo>
                      <a:lnTo>
                        <a:pt x="78" y="84"/>
                      </a:lnTo>
                      <a:lnTo>
                        <a:pt x="72" y="84"/>
                      </a:lnTo>
                      <a:lnTo>
                        <a:pt x="72" y="84"/>
                      </a:lnTo>
                      <a:lnTo>
                        <a:pt x="72" y="84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78"/>
                      </a:lnTo>
                      <a:lnTo>
                        <a:pt x="72" y="72"/>
                      </a:lnTo>
                      <a:lnTo>
                        <a:pt x="72" y="72"/>
                      </a:lnTo>
                      <a:lnTo>
                        <a:pt x="66" y="72"/>
                      </a:lnTo>
                      <a:lnTo>
                        <a:pt x="66" y="72"/>
                      </a:lnTo>
                      <a:lnTo>
                        <a:pt x="66" y="72"/>
                      </a:lnTo>
                      <a:lnTo>
                        <a:pt x="66" y="66"/>
                      </a:lnTo>
                      <a:lnTo>
                        <a:pt x="66" y="66"/>
                      </a:lnTo>
                      <a:lnTo>
                        <a:pt x="66" y="66"/>
                      </a:lnTo>
                      <a:lnTo>
                        <a:pt x="66" y="66"/>
                      </a:lnTo>
                      <a:lnTo>
                        <a:pt x="66" y="66"/>
                      </a:lnTo>
                      <a:lnTo>
                        <a:pt x="66" y="60"/>
                      </a:lnTo>
                      <a:lnTo>
                        <a:pt x="60" y="60"/>
                      </a:lnTo>
                      <a:lnTo>
                        <a:pt x="60" y="60"/>
                      </a:lnTo>
                      <a:lnTo>
                        <a:pt x="60" y="60"/>
                      </a:lnTo>
                      <a:lnTo>
                        <a:pt x="60" y="6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lnTo>
                        <a:pt x="60" y="54"/>
                      </a:lnTo>
                      <a:lnTo>
                        <a:pt x="54" y="54"/>
                      </a:lnTo>
                      <a:lnTo>
                        <a:pt x="54" y="54"/>
                      </a:lnTo>
                      <a:lnTo>
                        <a:pt x="54" y="48"/>
                      </a:lnTo>
                      <a:lnTo>
                        <a:pt x="54" y="48"/>
                      </a:lnTo>
                      <a:lnTo>
                        <a:pt x="54" y="48"/>
                      </a:lnTo>
                      <a:lnTo>
                        <a:pt x="54" y="48"/>
                      </a:lnTo>
                      <a:lnTo>
                        <a:pt x="54" y="48"/>
                      </a:lnTo>
                      <a:lnTo>
                        <a:pt x="48" y="48"/>
                      </a:lnTo>
                      <a:lnTo>
                        <a:pt x="48" y="42"/>
                      </a:lnTo>
                      <a:lnTo>
                        <a:pt x="48" y="42"/>
                      </a:lnTo>
                      <a:lnTo>
                        <a:pt x="48" y="42"/>
                      </a:lnTo>
                      <a:lnTo>
                        <a:pt x="48" y="42"/>
                      </a:lnTo>
                      <a:lnTo>
                        <a:pt x="48" y="42"/>
                      </a:lnTo>
                      <a:lnTo>
                        <a:pt x="42" y="36"/>
                      </a:lnTo>
                      <a:lnTo>
                        <a:pt x="42" y="36"/>
                      </a:lnTo>
                      <a:lnTo>
                        <a:pt x="42" y="36"/>
                      </a:lnTo>
                      <a:lnTo>
                        <a:pt x="42" y="36"/>
                      </a:lnTo>
                      <a:lnTo>
                        <a:pt x="42" y="36"/>
                      </a:lnTo>
                      <a:lnTo>
                        <a:pt x="42" y="30"/>
                      </a:lnTo>
                      <a:lnTo>
                        <a:pt x="36" y="30"/>
                      </a:lnTo>
                      <a:lnTo>
                        <a:pt x="36" y="30"/>
                      </a:lnTo>
                      <a:lnTo>
                        <a:pt x="36" y="30"/>
                      </a:lnTo>
                      <a:lnTo>
                        <a:pt x="36" y="30"/>
                      </a:lnTo>
                      <a:lnTo>
                        <a:pt x="36" y="30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30" y="24"/>
                      </a:lnTo>
                      <a:lnTo>
                        <a:pt x="24" y="24"/>
                      </a:lnTo>
                      <a:lnTo>
                        <a:pt x="24" y="18"/>
                      </a:lnTo>
                      <a:lnTo>
                        <a:pt x="24" y="18"/>
                      </a:lnTo>
                      <a:lnTo>
                        <a:pt x="24" y="18"/>
                      </a:lnTo>
                      <a:lnTo>
                        <a:pt x="24" y="18"/>
                      </a:lnTo>
                      <a:lnTo>
                        <a:pt x="18" y="18"/>
                      </a:lnTo>
                      <a:lnTo>
                        <a:pt x="18" y="18"/>
                      </a:lnTo>
                      <a:lnTo>
                        <a:pt x="18" y="12"/>
                      </a:lnTo>
                      <a:lnTo>
                        <a:pt x="18" y="12"/>
                      </a:lnTo>
                      <a:lnTo>
                        <a:pt x="18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8">
                  <a:extLst>
                    <a:ext uri="{FF2B5EF4-FFF2-40B4-BE49-F238E27FC236}">
                      <a16:creationId xmlns:a16="http://schemas.microsoft.com/office/drawing/2014/main" id="{76040FEF-E58C-4DC7-9BF0-61E538D12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" y="1899"/>
                  <a:ext cx="444" cy="288"/>
                </a:xfrm>
                <a:custGeom>
                  <a:avLst/>
                  <a:gdLst>
                    <a:gd name="T0" fmla="*/ 438 w 444"/>
                    <a:gd name="T1" fmla="*/ 30 h 288"/>
                    <a:gd name="T2" fmla="*/ 432 w 444"/>
                    <a:gd name="T3" fmla="*/ 24 h 288"/>
                    <a:gd name="T4" fmla="*/ 420 w 444"/>
                    <a:gd name="T5" fmla="*/ 18 h 288"/>
                    <a:gd name="T6" fmla="*/ 414 w 444"/>
                    <a:gd name="T7" fmla="*/ 18 h 288"/>
                    <a:gd name="T8" fmla="*/ 408 w 444"/>
                    <a:gd name="T9" fmla="*/ 12 h 288"/>
                    <a:gd name="T10" fmla="*/ 396 w 444"/>
                    <a:gd name="T11" fmla="*/ 12 h 288"/>
                    <a:gd name="T12" fmla="*/ 390 w 444"/>
                    <a:gd name="T13" fmla="*/ 12 h 288"/>
                    <a:gd name="T14" fmla="*/ 378 w 444"/>
                    <a:gd name="T15" fmla="*/ 6 h 288"/>
                    <a:gd name="T16" fmla="*/ 372 w 444"/>
                    <a:gd name="T17" fmla="*/ 6 h 288"/>
                    <a:gd name="T18" fmla="*/ 360 w 444"/>
                    <a:gd name="T19" fmla="*/ 6 h 288"/>
                    <a:gd name="T20" fmla="*/ 348 w 444"/>
                    <a:gd name="T21" fmla="*/ 0 h 288"/>
                    <a:gd name="T22" fmla="*/ 342 w 444"/>
                    <a:gd name="T23" fmla="*/ 0 h 288"/>
                    <a:gd name="T24" fmla="*/ 330 w 444"/>
                    <a:gd name="T25" fmla="*/ 0 h 288"/>
                    <a:gd name="T26" fmla="*/ 318 w 444"/>
                    <a:gd name="T27" fmla="*/ 0 h 288"/>
                    <a:gd name="T28" fmla="*/ 312 w 444"/>
                    <a:gd name="T29" fmla="*/ 0 h 288"/>
                    <a:gd name="T30" fmla="*/ 300 w 444"/>
                    <a:gd name="T31" fmla="*/ 0 h 288"/>
                    <a:gd name="T32" fmla="*/ 288 w 444"/>
                    <a:gd name="T33" fmla="*/ 0 h 288"/>
                    <a:gd name="T34" fmla="*/ 282 w 444"/>
                    <a:gd name="T35" fmla="*/ 6 h 288"/>
                    <a:gd name="T36" fmla="*/ 270 w 444"/>
                    <a:gd name="T37" fmla="*/ 6 h 288"/>
                    <a:gd name="T38" fmla="*/ 258 w 444"/>
                    <a:gd name="T39" fmla="*/ 6 h 288"/>
                    <a:gd name="T40" fmla="*/ 246 w 444"/>
                    <a:gd name="T41" fmla="*/ 12 h 288"/>
                    <a:gd name="T42" fmla="*/ 240 w 444"/>
                    <a:gd name="T43" fmla="*/ 12 h 288"/>
                    <a:gd name="T44" fmla="*/ 228 w 444"/>
                    <a:gd name="T45" fmla="*/ 18 h 288"/>
                    <a:gd name="T46" fmla="*/ 216 w 444"/>
                    <a:gd name="T47" fmla="*/ 24 h 288"/>
                    <a:gd name="T48" fmla="*/ 204 w 444"/>
                    <a:gd name="T49" fmla="*/ 24 h 288"/>
                    <a:gd name="T50" fmla="*/ 198 w 444"/>
                    <a:gd name="T51" fmla="*/ 30 h 288"/>
                    <a:gd name="T52" fmla="*/ 186 w 444"/>
                    <a:gd name="T53" fmla="*/ 36 h 288"/>
                    <a:gd name="T54" fmla="*/ 174 w 444"/>
                    <a:gd name="T55" fmla="*/ 42 h 288"/>
                    <a:gd name="T56" fmla="*/ 162 w 444"/>
                    <a:gd name="T57" fmla="*/ 48 h 288"/>
                    <a:gd name="T58" fmla="*/ 156 w 444"/>
                    <a:gd name="T59" fmla="*/ 54 h 288"/>
                    <a:gd name="T60" fmla="*/ 144 w 444"/>
                    <a:gd name="T61" fmla="*/ 60 h 288"/>
                    <a:gd name="T62" fmla="*/ 132 w 444"/>
                    <a:gd name="T63" fmla="*/ 66 h 288"/>
                    <a:gd name="T64" fmla="*/ 126 w 444"/>
                    <a:gd name="T65" fmla="*/ 78 h 288"/>
                    <a:gd name="T66" fmla="*/ 114 w 444"/>
                    <a:gd name="T67" fmla="*/ 84 h 288"/>
                    <a:gd name="T68" fmla="*/ 108 w 444"/>
                    <a:gd name="T69" fmla="*/ 96 h 288"/>
                    <a:gd name="T70" fmla="*/ 96 w 444"/>
                    <a:gd name="T71" fmla="*/ 102 h 288"/>
                    <a:gd name="T72" fmla="*/ 90 w 444"/>
                    <a:gd name="T73" fmla="*/ 114 h 288"/>
                    <a:gd name="T74" fmla="*/ 78 w 444"/>
                    <a:gd name="T75" fmla="*/ 120 h 288"/>
                    <a:gd name="T76" fmla="*/ 72 w 444"/>
                    <a:gd name="T77" fmla="*/ 132 h 288"/>
                    <a:gd name="T78" fmla="*/ 66 w 444"/>
                    <a:gd name="T79" fmla="*/ 144 h 288"/>
                    <a:gd name="T80" fmla="*/ 54 w 444"/>
                    <a:gd name="T81" fmla="*/ 156 h 288"/>
                    <a:gd name="T82" fmla="*/ 48 w 444"/>
                    <a:gd name="T83" fmla="*/ 168 h 288"/>
                    <a:gd name="T84" fmla="*/ 42 w 444"/>
                    <a:gd name="T85" fmla="*/ 180 h 288"/>
                    <a:gd name="T86" fmla="*/ 36 w 444"/>
                    <a:gd name="T87" fmla="*/ 192 h 288"/>
                    <a:gd name="T88" fmla="*/ 30 w 444"/>
                    <a:gd name="T89" fmla="*/ 204 h 288"/>
                    <a:gd name="T90" fmla="*/ 24 w 444"/>
                    <a:gd name="T91" fmla="*/ 216 h 288"/>
                    <a:gd name="T92" fmla="*/ 18 w 444"/>
                    <a:gd name="T93" fmla="*/ 228 h 288"/>
                    <a:gd name="T94" fmla="*/ 12 w 444"/>
                    <a:gd name="T95" fmla="*/ 240 h 288"/>
                    <a:gd name="T96" fmla="*/ 6 w 444"/>
                    <a:gd name="T97" fmla="*/ 258 h 288"/>
                    <a:gd name="T98" fmla="*/ 0 w 444"/>
                    <a:gd name="T99" fmla="*/ 270 h 288"/>
                    <a:gd name="T100" fmla="*/ 0 w 444"/>
                    <a:gd name="T101" fmla="*/ 28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444" h="288">
                      <a:moveTo>
                        <a:pt x="444" y="30"/>
                      </a:moveTo>
                      <a:lnTo>
                        <a:pt x="444" y="30"/>
                      </a:lnTo>
                      <a:lnTo>
                        <a:pt x="438" y="30"/>
                      </a:lnTo>
                      <a:lnTo>
                        <a:pt x="438" y="30"/>
                      </a:lnTo>
                      <a:lnTo>
                        <a:pt x="438" y="30"/>
                      </a:lnTo>
                      <a:lnTo>
                        <a:pt x="438" y="30"/>
                      </a:lnTo>
                      <a:lnTo>
                        <a:pt x="432" y="24"/>
                      </a:lnTo>
                      <a:lnTo>
                        <a:pt x="432" y="24"/>
                      </a:lnTo>
                      <a:lnTo>
                        <a:pt x="432" y="24"/>
                      </a:lnTo>
                      <a:lnTo>
                        <a:pt x="432" y="24"/>
                      </a:lnTo>
                      <a:lnTo>
                        <a:pt x="426" y="24"/>
                      </a:lnTo>
                      <a:lnTo>
                        <a:pt x="426" y="24"/>
                      </a:lnTo>
                      <a:lnTo>
                        <a:pt x="426" y="24"/>
                      </a:lnTo>
                      <a:lnTo>
                        <a:pt x="426" y="24"/>
                      </a:lnTo>
                      <a:lnTo>
                        <a:pt x="420" y="18"/>
                      </a:lnTo>
                      <a:lnTo>
                        <a:pt x="420" y="18"/>
                      </a:lnTo>
                      <a:lnTo>
                        <a:pt x="420" y="18"/>
                      </a:lnTo>
                      <a:lnTo>
                        <a:pt x="414" y="18"/>
                      </a:lnTo>
                      <a:lnTo>
                        <a:pt x="414" y="18"/>
                      </a:lnTo>
                      <a:lnTo>
                        <a:pt x="414" y="18"/>
                      </a:lnTo>
                      <a:lnTo>
                        <a:pt x="414" y="18"/>
                      </a:lnTo>
                      <a:lnTo>
                        <a:pt x="408" y="18"/>
                      </a:lnTo>
                      <a:lnTo>
                        <a:pt x="408" y="18"/>
                      </a:lnTo>
                      <a:lnTo>
                        <a:pt x="408" y="12"/>
                      </a:lnTo>
                      <a:lnTo>
                        <a:pt x="408" y="12"/>
                      </a:lnTo>
                      <a:lnTo>
                        <a:pt x="402" y="12"/>
                      </a:lnTo>
                      <a:lnTo>
                        <a:pt x="402" y="12"/>
                      </a:lnTo>
                      <a:lnTo>
                        <a:pt x="402" y="12"/>
                      </a:lnTo>
                      <a:lnTo>
                        <a:pt x="396" y="12"/>
                      </a:lnTo>
                      <a:lnTo>
                        <a:pt x="396" y="12"/>
                      </a:lnTo>
                      <a:lnTo>
                        <a:pt x="396" y="12"/>
                      </a:lnTo>
                      <a:lnTo>
                        <a:pt x="396" y="12"/>
                      </a:lnTo>
                      <a:lnTo>
                        <a:pt x="390" y="12"/>
                      </a:lnTo>
                      <a:lnTo>
                        <a:pt x="390" y="12"/>
                      </a:lnTo>
                      <a:lnTo>
                        <a:pt x="390" y="12"/>
                      </a:lnTo>
                      <a:lnTo>
                        <a:pt x="384" y="6"/>
                      </a:lnTo>
                      <a:lnTo>
                        <a:pt x="384" y="6"/>
                      </a:lnTo>
                      <a:lnTo>
                        <a:pt x="384" y="6"/>
                      </a:lnTo>
                      <a:lnTo>
                        <a:pt x="378" y="6"/>
                      </a:lnTo>
                      <a:lnTo>
                        <a:pt x="378" y="6"/>
                      </a:lnTo>
                      <a:lnTo>
                        <a:pt x="378" y="6"/>
                      </a:lnTo>
                      <a:lnTo>
                        <a:pt x="378" y="6"/>
                      </a:lnTo>
                      <a:lnTo>
                        <a:pt x="372" y="6"/>
                      </a:lnTo>
                      <a:lnTo>
                        <a:pt x="372" y="6"/>
                      </a:lnTo>
                      <a:lnTo>
                        <a:pt x="372" y="6"/>
                      </a:lnTo>
                      <a:lnTo>
                        <a:pt x="366" y="6"/>
                      </a:lnTo>
                      <a:lnTo>
                        <a:pt x="366" y="6"/>
                      </a:lnTo>
                      <a:lnTo>
                        <a:pt x="366" y="6"/>
                      </a:lnTo>
                      <a:lnTo>
                        <a:pt x="360" y="6"/>
                      </a:lnTo>
                      <a:lnTo>
                        <a:pt x="360" y="6"/>
                      </a:lnTo>
                      <a:lnTo>
                        <a:pt x="360" y="6"/>
                      </a:lnTo>
                      <a:lnTo>
                        <a:pt x="354" y="0"/>
                      </a:lnTo>
                      <a:lnTo>
                        <a:pt x="354" y="0"/>
                      </a:lnTo>
                      <a:lnTo>
                        <a:pt x="354" y="0"/>
                      </a:lnTo>
                      <a:lnTo>
                        <a:pt x="348" y="0"/>
                      </a:lnTo>
                      <a:lnTo>
                        <a:pt x="348" y="0"/>
                      </a:lnTo>
                      <a:lnTo>
                        <a:pt x="348" y="0"/>
                      </a:lnTo>
                      <a:lnTo>
                        <a:pt x="342" y="0"/>
                      </a:lnTo>
                      <a:lnTo>
                        <a:pt x="342" y="0"/>
                      </a:lnTo>
                      <a:lnTo>
                        <a:pt x="342" y="0"/>
                      </a:lnTo>
                      <a:lnTo>
                        <a:pt x="336" y="0"/>
                      </a:lnTo>
                      <a:lnTo>
                        <a:pt x="336" y="0"/>
                      </a:lnTo>
                      <a:lnTo>
                        <a:pt x="336" y="0"/>
                      </a:lnTo>
                      <a:lnTo>
                        <a:pt x="330" y="0"/>
                      </a:lnTo>
                      <a:lnTo>
                        <a:pt x="330" y="0"/>
                      </a:lnTo>
                      <a:lnTo>
                        <a:pt x="330" y="0"/>
                      </a:lnTo>
                      <a:lnTo>
                        <a:pt x="330" y="0"/>
                      </a:lnTo>
                      <a:lnTo>
                        <a:pt x="324" y="0"/>
                      </a:lnTo>
                      <a:lnTo>
                        <a:pt x="324" y="0"/>
                      </a:lnTo>
                      <a:lnTo>
                        <a:pt x="318" y="0"/>
                      </a:lnTo>
                      <a:lnTo>
                        <a:pt x="318" y="0"/>
                      </a:lnTo>
                      <a:lnTo>
                        <a:pt x="318" y="0"/>
                      </a:lnTo>
                      <a:lnTo>
                        <a:pt x="312" y="0"/>
                      </a:lnTo>
                      <a:lnTo>
                        <a:pt x="312" y="0"/>
                      </a:lnTo>
                      <a:lnTo>
                        <a:pt x="312" y="0"/>
                      </a:lnTo>
                      <a:lnTo>
                        <a:pt x="306" y="0"/>
                      </a:lnTo>
                      <a:lnTo>
                        <a:pt x="306" y="0"/>
                      </a:lnTo>
                      <a:lnTo>
                        <a:pt x="306" y="0"/>
                      </a:lnTo>
                      <a:lnTo>
                        <a:pt x="300" y="0"/>
                      </a:lnTo>
                      <a:lnTo>
                        <a:pt x="300" y="0"/>
                      </a:lnTo>
                      <a:lnTo>
                        <a:pt x="300" y="0"/>
                      </a:lnTo>
                      <a:lnTo>
                        <a:pt x="294" y="0"/>
                      </a:lnTo>
                      <a:lnTo>
                        <a:pt x="294" y="0"/>
                      </a:lnTo>
                      <a:lnTo>
                        <a:pt x="294" y="0"/>
                      </a:lnTo>
                      <a:lnTo>
                        <a:pt x="288" y="0"/>
                      </a:lnTo>
                      <a:lnTo>
                        <a:pt x="288" y="6"/>
                      </a:lnTo>
                      <a:lnTo>
                        <a:pt x="288" y="6"/>
                      </a:lnTo>
                      <a:lnTo>
                        <a:pt x="282" y="6"/>
                      </a:lnTo>
                      <a:lnTo>
                        <a:pt x="282" y="6"/>
                      </a:lnTo>
                      <a:lnTo>
                        <a:pt x="282" y="6"/>
                      </a:lnTo>
                      <a:lnTo>
                        <a:pt x="276" y="6"/>
                      </a:lnTo>
                      <a:lnTo>
                        <a:pt x="276" y="6"/>
                      </a:lnTo>
                      <a:lnTo>
                        <a:pt x="276" y="6"/>
                      </a:lnTo>
                      <a:lnTo>
                        <a:pt x="270" y="6"/>
                      </a:lnTo>
                      <a:lnTo>
                        <a:pt x="270" y="6"/>
                      </a:lnTo>
                      <a:lnTo>
                        <a:pt x="270" y="6"/>
                      </a:lnTo>
                      <a:lnTo>
                        <a:pt x="264" y="6"/>
                      </a:lnTo>
                      <a:lnTo>
                        <a:pt x="264" y="6"/>
                      </a:lnTo>
                      <a:lnTo>
                        <a:pt x="264" y="6"/>
                      </a:lnTo>
                      <a:lnTo>
                        <a:pt x="258" y="6"/>
                      </a:lnTo>
                      <a:lnTo>
                        <a:pt x="258" y="6"/>
                      </a:lnTo>
                      <a:lnTo>
                        <a:pt x="252" y="12"/>
                      </a:lnTo>
                      <a:lnTo>
                        <a:pt x="252" y="12"/>
                      </a:lnTo>
                      <a:lnTo>
                        <a:pt x="252" y="12"/>
                      </a:lnTo>
                      <a:lnTo>
                        <a:pt x="246" y="12"/>
                      </a:lnTo>
                      <a:lnTo>
                        <a:pt x="246" y="12"/>
                      </a:lnTo>
                      <a:lnTo>
                        <a:pt x="246" y="12"/>
                      </a:lnTo>
                      <a:lnTo>
                        <a:pt x="240" y="12"/>
                      </a:lnTo>
                      <a:lnTo>
                        <a:pt x="240" y="12"/>
                      </a:lnTo>
                      <a:lnTo>
                        <a:pt x="240" y="12"/>
                      </a:lnTo>
                      <a:lnTo>
                        <a:pt x="234" y="12"/>
                      </a:lnTo>
                      <a:lnTo>
                        <a:pt x="234" y="18"/>
                      </a:lnTo>
                      <a:lnTo>
                        <a:pt x="234" y="18"/>
                      </a:lnTo>
                      <a:lnTo>
                        <a:pt x="228" y="18"/>
                      </a:lnTo>
                      <a:lnTo>
                        <a:pt x="228" y="18"/>
                      </a:lnTo>
                      <a:lnTo>
                        <a:pt x="228" y="18"/>
                      </a:lnTo>
                      <a:lnTo>
                        <a:pt x="222" y="18"/>
                      </a:lnTo>
                      <a:lnTo>
                        <a:pt x="222" y="18"/>
                      </a:lnTo>
                      <a:lnTo>
                        <a:pt x="216" y="18"/>
                      </a:lnTo>
                      <a:lnTo>
                        <a:pt x="216" y="24"/>
                      </a:lnTo>
                      <a:lnTo>
                        <a:pt x="216" y="24"/>
                      </a:lnTo>
                      <a:lnTo>
                        <a:pt x="210" y="24"/>
                      </a:lnTo>
                      <a:lnTo>
                        <a:pt x="210" y="24"/>
                      </a:lnTo>
                      <a:lnTo>
                        <a:pt x="210" y="24"/>
                      </a:lnTo>
                      <a:lnTo>
                        <a:pt x="204" y="24"/>
                      </a:lnTo>
                      <a:lnTo>
                        <a:pt x="204" y="30"/>
                      </a:lnTo>
                      <a:lnTo>
                        <a:pt x="204" y="30"/>
                      </a:lnTo>
                      <a:lnTo>
                        <a:pt x="198" y="30"/>
                      </a:lnTo>
                      <a:lnTo>
                        <a:pt x="198" y="30"/>
                      </a:lnTo>
                      <a:lnTo>
                        <a:pt x="198" y="30"/>
                      </a:lnTo>
                      <a:lnTo>
                        <a:pt x="192" y="30"/>
                      </a:lnTo>
                      <a:lnTo>
                        <a:pt x="192" y="30"/>
                      </a:lnTo>
                      <a:lnTo>
                        <a:pt x="192" y="36"/>
                      </a:lnTo>
                      <a:lnTo>
                        <a:pt x="186" y="36"/>
                      </a:lnTo>
                      <a:lnTo>
                        <a:pt x="186" y="36"/>
                      </a:lnTo>
                      <a:lnTo>
                        <a:pt x="186" y="36"/>
                      </a:lnTo>
                      <a:lnTo>
                        <a:pt x="180" y="36"/>
                      </a:lnTo>
                      <a:lnTo>
                        <a:pt x="180" y="42"/>
                      </a:lnTo>
                      <a:lnTo>
                        <a:pt x="174" y="42"/>
                      </a:lnTo>
                      <a:lnTo>
                        <a:pt x="174" y="42"/>
                      </a:lnTo>
                      <a:lnTo>
                        <a:pt x="174" y="42"/>
                      </a:lnTo>
                      <a:lnTo>
                        <a:pt x="168" y="42"/>
                      </a:lnTo>
                      <a:lnTo>
                        <a:pt x="168" y="48"/>
                      </a:lnTo>
                      <a:lnTo>
                        <a:pt x="168" y="48"/>
                      </a:lnTo>
                      <a:lnTo>
                        <a:pt x="162" y="48"/>
                      </a:lnTo>
                      <a:lnTo>
                        <a:pt x="162" y="48"/>
                      </a:lnTo>
                      <a:lnTo>
                        <a:pt x="162" y="48"/>
                      </a:lnTo>
                      <a:lnTo>
                        <a:pt x="156" y="54"/>
                      </a:lnTo>
                      <a:lnTo>
                        <a:pt x="156" y="54"/>
                      </a:lnTo>
                      <a:lnTo>
                        <a:pt x="156" y="54"/>
                      </a:lnTo>
                      <a:lnTo>
                        <a:pt x="150" y="54"/>
                      </a:lnTo>
                      <a:lnTo>
                        <a:pt x="150" y="60"/>
                      </a:lnTo>
                      <a:lnTo>
                        <a:pt x="150" y="60"/>
                      </a:lnTo>
                      <a:lnTo>
                        <a:pt x="144" y="60"/>
                      </a:lnTo>
                      <a:lnTo>
                        <a:pt x="144" y="60"/>
                      </a:lnTo>
                      <a:lnTo>
                        <a:pt x="144" y="60"/>
                      </a:lnTo>
                      <a:lnTo>
                        <a:pt x="138" y="66"/>
                      </a:lnTo>
                      <a:lnTo>
                        <a:pt x="138" y="66"/>
                      </a:lnTo>
                      <a:lnTo>
                        <a:pt x="138" y="66"/>
                      </a:lnTo>
                      <a:lnTo>
                        <a:pt x="132" y="66"/>
                      </a:lnTo>
                      <a:lnTo>
                        <a:pt x="132" y="72"/>
                      </a:lnTo>
                      <a:lnTo>
                        <a:pt x="132" y="72"/>
                      </a:lnTo>
                      <a:lnTo>
                        <a:pt x="126" y="72"/>
                      </a:lnTo>
                      <a:lnTo>
                        <a:pt x="126" y="78"/>
                      </a:lnTo>
                      <a:lnTo>
                        <a:pt x="126" y="78"/>
                      </a:lnTo>
                      <a:lnTo>
                        <a:pt x="126" y="78"/>
                      </a:lnTo>
                      <a:lnTo>
                        <a:pt x="120" y="78"/>
                      </a:lnTo>
                      <a:lnTo>
                        <a:pt x="120" y="84"/>
                      </a:lnTo>
                      <a:lnTo>
                        <a:pt x="120" y="84"/>
                      </a:lnTo>
                      <a:lnTo>
                        <a:pt x="114" y="84"/>
                      </a:lnTo>
                      <a:lnTo>
                        <a:pt x="114" y="84"/>
                      </a:lnTo>
                      <a:lnTo>
                        <a:pt x="114" y="90"/>
                      </a:lnTo>
                      <a:lnTo>
                        <a:pt x="108" y="90"/>
                      </a:lnTo>
                      <a:lnTo>
                        <a:pt x="108" y="90"/>
                      </a:lnTo>
                      <a:lnTo>
                        <a:pt x="108" y="96"/>
                      </a:lnTo>
                      <a:lnTo>
                        <a:pt x="102" y="96"/>
                      </a:lnTo>
                      <a:lnTo>
                        <a:pt x="102" y="96"/>
                      </a:lnTo>
                      <a:lnTo>
                        <a:pt x="102" y="102"/>
                      </a:lnTo>
                      <a:lnTo>
                        <a:pt x="102" y="102"/>
                      </a:lnTo>
                      <a:lnTo>
                        <a:pt x="96" y="102"/>
                      </a:lnTo>
                      <a:lnTo>
                        <a:pt x="96" y="102"/>
                      </a:lnTo>
                      <a:lnTo>
                        <a:pt x="96" y="108"/>
                      </a:lnTo>
                      <a:lnTo>
                        <a:pt x="90" y="108"/>
                      </a:lnTo>
                      <a:lnTo>
                        <a:pt x="90" y="108"/>
                      </a:lnTo>
                      <a:lnTo>
                        <a:pt x="90" y="114"/>
                      </a:lnTo>
                      <a:lnTo>
                        <a:pt x="84" y="114"/>
                      </a:lnTo>
                      <a:lnTo>
                        <a:pt x="84" y="114"/>
                      </a:lnTo>
                      <a:lnTo>
                        <a:pt x="84" y="120"/>
                      </a:lnTo>
                      <a:lnTo>
                        <a:pt x="84" y="120"/>
                      </a:lnTo>
                      <a:lnTo>
                        <a:pt x="78" y="120"/>
                      </a:lnTo>
                      <a:lnTo>
                        <a:pt x="78" y="126"/>
                      </a:lnTo>
                      <a:lnTo>
                        <a:pt x="78" y="126"/>
                      </a:lnTo>
                      <a:lnTo>
                        <a:pt x="72" y="126"/>
                      </a:lnTo>
                      <a:lnTo>
                        <a:pt x="72" y="132"/>
                      </a:lnTo>
                      <a:lnTo>
                        <a:pt x="72" y="132"/>
                      </a:lnTo>
                      <a:lnTo>
                        <a:pt x="72" y="132"/>
                      </a:lnTo>
                      <a:lnTo>
                        <a:pt x="66" y="138"/>
                      </a:lnTo>
                      <a:lnTo>
                        <a:pt x="66" y="138"/>
                      </a:lnTo>
                      <a:lnTo>
                        <a:pt x="66" y="138"/>
                      </a:lnTo>
                      <a:lnTo>
                        <a:pt x="66" y="144"/>
                      </a:lnTo>
                      <a:lnTo>
                        <a:pt x="60" y="144"/>
                      </a:lnTo>
                      <a:lnTo>
                        <a:pt x="60" y="150"/>
                      </a:lnTo>
                      <a:lnTo>
                        <a:pt x="60" y="150"/>
                      </a:lnTo>
                      <a:lnTo>
                        <a:pt x="60" y="150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56"/>
                      </a:lnTo>
                      <a:lnTo>
                        <a:pt x="54" y="162"/>
                      </a:lnTo>
                      <a:lnTo>
                        <a:pt x="48" y="162"/>
                      </a:lnTo>
                      <a:lnTo>
                        <a:pt x="48" y="168"/>
                      </a:lnTo>
                      <a:lnTo>
                        <a:pt x="48" y="168"/>
                      </a:lnTo>
                      <a:lnTo>
                        <a:pt x="48" y="168"/>
                      </a:lnTo>
                      <a:lnTo>
                        <a:pt x="42" y="174"/>
                      </a:lnTo>
                      <a:lnTo>
                        <a:pt x="42" y="174"/>
                      </a:lnTo>
                      <a:lnTo>
                        <a:pt x="42" y="180"/>
                      </a:lnTo>
                      <a:lnTo>
                        <a:pt x="42" y="180"/>
                      </a:lnTo>
                      <a:lnTo>
                        <a:pt x="36" y="180"/>
                      </a:lnTo>
                      <a:lnTo>
                        <a:pt x="36" y="186"/>
                      </a:lnTo>
                      <a:lnTo>
                        <a:pt x="36" y="186"/>
                      </a:lnTo>
                      <a:lnTo>
                        <a:pt x="36" y="192"/>
                      </a:lnTo>
                      <a:lnTo>
                        <a:pt x="36" y="192"/>
                      </a:lnTo>
                      <a:lnTo>
                        <a:pt x="30" y="192"/>
                      </a:lnTo>
                      <a:lnTo>
                        <a:pt x="30" y="198"/>
                      </a:lnTo>
                      <a:lnTo>
                        <a:pt x="30" y="198"/>
                      </a:lnTo>
                      <a:lnTo>
                        <a:pt x="30" y="204"/>
                      </a:lnTo>
                      <a:lnTo>
                        <a:pt x="30" y="204"/>
                      </a:lnTo>
                      <a:lnTo>
                        <a:pt x="24" y="210"/>
                      </a:lnTo>
                      <a:lnTo>
                        <a:pt x="24" y="210"/>
                      </a:lnTo>
                      <a:lnTo>
                        <a:pt x="24" y="210"/>
                      </a:lnTo>
                      <a:lnTo>
                        <a:pt x="24" y="216"/>
                      </a:lnTo>
                      <a:lnTo>
                        <a:pt x="24" y="216"/>
                      </a:lnTo>
                      <a:lnTo>
                        <a:pt x="18" y="222"/>
                      </a:lnTo>
                      <a:lnTo>
                        <a:pt x="18" y="222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8" y="228"/>
                      </a:lnTo>
                      <a:lnTo>
                        <a:pt x="12" y="234"/>
                      </a:lnTo>
                      <a:lnTo>
                        <a:pt x="12" y="234"/>
                      </a:lnTo>
                      <a:lnTo>
                        <a:pt x="12" y="240"/>
                      </a:lnTo>
                      <a:lnTo>
                        <a:pt x="12" y="240"/>
                      </a:lnTo>
                      <a:lnTo>
                        <a:pt x="12" y="246"/>
                      </a:lnTo>
                      <a:lnTo>
                        <a:pt x="12" y="246"/>
                      </a:lnTo>
                      <a:lnTo>
                        <a:pt x="6" y="252"/>
                      </a:lnTo>
                      <a:lnTo>
                        <a:pt x="6" y="252"/>
                      </a:lnTo>
                      <a:lnTo>
                        <a:pt x="6" y="258"/>
                      </a:lnTo>
                      <a:lnTo>
                        <a:pt x="6" y="258"/>
                      </a:lnTo>
                      <a:lnTo>
                        <a:pt x="6" y="258"/>
                      </a:lnTo>
                      <a:lnTo>
                        <a:pt x="6" y="264"/>
                      </a:lnTo>
                      <a:lnTo>
                        <a:pt x="6" y="264"/>
                      </a:lnTo>
                      <a:lnTo>
                        <a:pt x="0" y="270"/>
                      </a:lnTo>
                      <a:lnTo>
                        <a:pt x="0" y="270"/>
                      </a:lnTo>
                      <a:lnTo>
                        <a:pt x="0" y="276"/>
                      </a:lnTo>
                      <a:lnTo>
                        <a:pt x="0" y="276"/>
                      </a:lnTo>
                      <a:lnTo>
                        <a:pt x="0" y="282"/>
                      </a:lnTo>
                      <a:lnTo>
                        <a:pt x="0" y="282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Freeform 29">
                  <a:extLst>
                    <a:ext uri="{FF2B5EF4-FFF2-40B4-BE49-F238E27FC236}">
                      <a16:creationId xmlns:a16="http://schemas.microsoft.com/office/drawing/2014/main" id="{829CA2FD-2D86-42D5-A527-43C505B957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4" y="2183"/>
                  <a:ext cx="528" cy="648"/>
                </a:xfrm>
                <a:custGeom>
                  <a:avLst/>
                  <a:gdLst>
                    <a:gd name="T0" fmla="*/ 6 w 528"/>
                    <a:gd name="T1" fmla="*/ 12 h 648"/>
                    <a:gd name="T2" fmla="*/ 6 w 528"/>
                    <a:gd name="T3" fmla="*/ 24 h 648"/>
                    <a:gd name="T4" fmla="*/ 0 w 528"/>
                    <a:gd name="T5" fmla="*/ 42 h 648"/>
                    <a:gd name="T6" fmla="*/ 0 w 528"/>
                    <a:gd name="T7" fmla="*/ 54 h 648"/>
                    <a:gd name="T8" fmla="*/ 0 w 528"/>
                    <a:gd name="T9" fmla="*/ 72 h 648"/>
                    <a:gd name="T10" fmla="*/ 0 w 528"/>
                    <a:gd name="T11" fmla="*/ 84 h 648"/>
                    <a:gd name="T12" fmla="*/ 0 w 528"/>
                    <a:gd name="T13" fmla="*/ 102 h 648"/>
                    <a:gd name="T14" fmla="*/ 0 w 528"/>
                    <a:gd name="T15" fmla="*/ 120 h 648"/>
                    <a:gd name="T16" fmla="*/ 0 w 528"/>
                    <a:gd name="T17" fmla="*/ 132 h 648"/>
                    <a:gd name="T18" fmla="*/ 0 w 528"/>
                    <a:gd name="T19" fmla="*/ 150 h 648"/>
                    <a:gd name="T20" fmla="*/ 0 w 528"/>
                    <a:gd name="T21" fmla="*/ 168 h 648"/>
                    <a:gd name="T22" fmla="*/ 6 w 528"/>
                    <a:gd name="T23" fmla="*/ 180 h 648"/>
                    <a:gd name="T24" fmla="*/ 6 w 528"/>
                    <a:gd name="T25" fmla="*/ 198 h 648"/>
                    <a:gd name="T26" fmla="*/ 12 w 528"/>
                    <a:gd name="T27" fmla="*/ 216 h 648"/>
                    <a:gd name="T28" fmla="*/ 12 w 528"/>
                    <a:gd name="T29" fmla="*/ 234 h 648"/>
                    <a:gd name="T30" fmla="*/ 18 w 528"/>
                    <a:gd name="T31" fmla="*/ 246 h 648"/>
                    <a:gd name="T32" fmla="*/ 24 w 528"/>
                    <a:gd name="T33" fmla="*/ 264 h 648"/>
                    <a:gd name="T34" fmla="*/ 30 w 528"/>
                    <a:gd name="T35" fmla="*/ 282 h 648"/>
                    <a:gd name="T36" fmla="*/ 36 w 528"/>
                    <a:gd name="T37" fmla="*/ 294 h 648"/>
                    <a:gd name="T38" fmla="*/ 42 w 528"/>
                    <a:gd name="T39" fmla="*/ 312 h 648"/>
                    <a:gd name="T40" fmla="*/ 48 w 528"/>
                    <a:gd name="T41" fmla="*/ 330 h 648"/>
                    <a:gd name="T42" fmla="*/ 60 w 528"/>
                    <a:gd name="T43" fmla="*/ 342 h 648"/>
                    <a:gd name="T44" fmla="*/ 66 w 528"/>
                    <a:gd name="T45" fmla="*/ 360 h 648"/>
                    <a:gd name="T46" fmla="*/ 78 w 528"/>
                    <a:gd name="T47" fmla="*/ 372 h 648"/>
                    <a:gd name="T48" fmla="*/ 90 w 528"/>
                    <a:gd name="T49" fmla="*/ 390 h 648"/>
                    <a:gd name="T50" fmla="*/ 96 w 528"/>
                    <a:gd name="T51" fmla="*/ 402 h 648"/>
                    <a:gd name="T52" fmla="*/ 108 w 528"/>
                    <a:gd name="T53" fmla="*/ 420 h 648"/>
                    <a:gd name="T54" fmla="*/ 120 w 528"/>
                    <a:gd name="T55" fmla="*/ 432 h 648"/>
                    <a:gd name="T56" fmla="*/ 132 w 528"/>
                    <a:gd name="T57" fmla="*/ 450 h 648"/>
                    <a:gd name="T58" fmla="*/ 144 w 528"/>
                    <a:gd name="T59" fmla="*/ 462 h 648"/>
                    <a:gd name="T60" fmla="*/ 156 w 528"/>
                    <a:gd name="T61" fmla="*/ 474 h 648"/>
                    <a:gd name="T62" fmla="*/ 174 w 528"/>
                    <a:gd name="T63" fmla="*/ 486 h 648"/>
                    <a:gd name="T64" fmla="*/ 186 w 528"/>
                    <a:gd name="T65" fmla="*/ 504 h 648"/>
                    <a:gd name="T66" fmla="*/ 204 w 528"/>
                    <a:gd name="T67" fmla="*/ 516 h 648"/>
                    <a:gd name="T68" fmla="*/ 216 w 528"/>
                    <a:gd name="T69" fmla="*/ 528 h 648"/>
                    <a:gd name="T70" fmla="*/ 234 w 528"/>
                    <a:gd name="T71" fmla="*/ 540 h 648"/>
                    <a:gd name="T72" fmla="*/ 252 w 528"/>
                    <a:gd name="T73" fmla="*/ 546 h 648"/>
                    <a:gd name="T74" fmla="*/ 264 w 528"/>
                    <a:gd name="T75" fmla="*/ 558 h 648"/>
                    <a:gd name="T76" fmla="*/ 282 w 528"/>
                    <a:gd name="T77" fmla="*/ 570 h 648"/>
                    <a:gd name="T78" fmla="*/ 300 w 528"/>
                    <a:gd name="T79" fmla="*/ 576 h 648"/>
                    <a:gd name="T80" fmla="*/ 318 w 528"/>
                    <a:gd name="T81" fmla="*/ 588 h 648"/>
                    <a:gd name="T82" fmla="*/ 336 w 528"/>
                    <a:gd name="T83" fmla="*/ 594 h 648"/>
                    <a:gd name="T84" fmla="*/ 360 w 528"/>
                    <a:gd name="T85" fmla="*/ 606 h 648"/>
                    <a:gd name="T86" fmla="*/ 378 w 528"/>
                    <a:gd name="T87" fmla="*/ 612 h 648"/>
                    <a:gd name="T88" fmla="*/ 396 w 528"/>
                    <a:gd name="T89" fmla="*/ 618 h 648"/>
                    <a:gd name="T90" fmla="*/ 414 w 528"/>
                    <a:gd name="T91" fmla="*/ 624 h 648"/>
                    <a:gd name="T92" fmla="*/ 438 w 528"/>
                    <a:gd name="T93" fmla="*/ 630 h 648"/>
                    <a:gd name="T94" fmla="*/ 456 w 528"/>
                    <a:gd name="T95" fmla="*/ 636 h 648"/>
                    <a:gd name="T96" fmla="*/ 480 w 528"/>
                    <a:gd name="T97" fmla="*/ 642 h 648"/>
                    <a:gd name="T98" fmla="*/ 498 w 528"/>
                    <a:gd name="T99" fmla="*/ 642 h 648"/>
                    <a:gd name="T100" fmla="*/ 522 w 528"/>
                    <a:gd name="T101" fmla="*/ 648 h 6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28" h="648"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6" y="18"/>
                      </a:lnTo>
                      <a:lnTo>
                        <a:pt x="6" y="18"/>
                      </a:lnTo>
                      <a:lnTo>
                        <a:pt x="6" y="24"/>
                      </a:lnTo>
                      <a:lnTo>
                        <a:pt x="6" y="24"/>
                      </a:lnTo>
                      <a:lnTo>
                        <a:pt x="6" y="30"/>
                      </a:lnTo>
                      <a:lnTo>
                        <a:pt x="6" y="30"/>
                      </a:lnTo>
                      <a:lnTo>
                        <a:pt x="0" y="36"/>
                      </a:lnTo>
                      <a:lnTo>
                        <a:pt x="0" y="36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0" y="54"/>
                      </a:lnTo>
                      <a:lnTo>
                        <a:pt x="0" y="54"/>
                      </a:lnTo>
                      <a:lnTo>
                        <a:pt x="0" y="60"/>
                      </a:lnTo>
                      <a:lnTo>
                        <a:pt x="0" y="60"/>
                      </a:lnTo>
                      <a:lnTo>
                        <a:pt x="0" y="66"/>
                      </a:lnTo>
                      <a:lnTo>
                        <a:pt x="0" y="66"/>
                      </a:lnTo>
                      <a:lnTo>
                        <a:pt x="0" y="72"/>
                      </a:lnTo>
                      <a:lnTo>
                        <a:pt x="0" y="72"/>
                      </a:lnTo>
                      <a:lnTo>
                        <a:pt x="0" y="78"/>
                      </a:lnTo>
                      <a:lnTo>
                        <a:pt x="0" y="78"/>
                      </a:lnTo>
                      <a:lnTo>
                        <a:pt x="0" y="84"/>
                      </a:lnTo>
                      <a:lnTo>
                        <a:pt x="0" y="84"/>
                      </a:lnTo>
                      <a:lnTo>
                        <a:pt x="0" y="90"/>
                      </a:lnTo>
                      <a:lnTo>
                        <a:pt x="0" y="90"/>
                      </a:lnTo>
                      <a:lnTo>
                        <a:pt x="0" y="96"/>
                      </a:lnTo>
                      <a:lnTo>
                        <a:pt x="0" y="96"/>
                      </a:lnTo>
                      <a:lnTo>
                        <a:pt x="0" y="102"/>
                      </a:lnTo>
                      <a:lnTo>
                        <a:pt x="0" y="108"/>
                      </a:lnTo>
                      <a:lnTo>
                        <a:pt x="0" y="108"/>
                      </a:lnTo>
                      <a:lnTo>
                        <a:pt x="0" y="114"/>
                      </a:lnTo>
                      <a:lnTo>
                        <a:pt x="0" y="114"/>
                      </a:lnTo>
                      <a:lnTo>
                        <a:pt x="0" y="120"/>
                      </a:lnTo>
                      <a:lnTo>
                        <a:pt x="0" y="120"/>
                      </a:lnTo>
                      <a:lnTo>
                        <a:pt x="0" y="126"/>
                      </a:lnTo>
                      <a:lnTo>
                        <a:pt x="0" y="126"/>
                      </a:lnTo>
                      <a:lnTo>
                        <a:pt x="0" y="132"/>
                      </a:lnTo>
                      <a:lnTo>
                        <a:pt x="0" y="132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0" y="144"/>
                      </a:lnTo>
                      <a:lnTo>
                        <a:pt x="0" y="144"/>
                      </a:lnTo>
                      <a:lnTo>
                        <a:pt x="0" y="150"/>
                      </a:lnTo>
                      <a:lnTo>
                        <a:pt x="0" y="156"/>
                      </a:lnTo>
                      <a:lnTo>
                        <a:pt x="0" y="156"/>
                      </a:lnTo>
                      <a:lnTo>
                        <a:pt x="0" y="162"/>
                      </a:lnTo>
                      <a:lnTo>
                        <a:pt x="0" y="162"/>
                      </a:lnTo>
                      <a:lnTo>
                        <a:pt x="0" y="168"/>
                      </a:lnTo>
                      <a:lnTo>
                        <a:pt x="0" y="168"/>
                      </a:lnTo>
                      <a:lnTo>
                        <a:pt x="0" y="174"/>
                      </a:lnTo>
                      <a:lnTo>
                        <a:pt x="0" y="174"/>
                      </a:lnTo>
                      <a:lnTo>
                        <a:pt x="0" y="180"/>
                      </a:lnTo>
                      <a:lnTo>
                        <a:pt x="6" y="180"/>
                      </a:lnTo>
                      <a:lnTo>
                        <a:pt x="6" y="186"/>
                      </a:lnTo>
                      <a:lnTo>
                        <a:pt x="6" y="186"/>
                      </a:lnTo>
                      <a:lnTo>
                        <a:pt x="6" y="192"/>
                      </a:lnTo>
                      <a:lnTo>
                        <a:pt x="6" y="198"/>
                      </a:lnTo>
                      <a:lnTo>
                        <a:pt x="6" y="198"/>
                      </a:lnTo>
                      <a:lnTo>
                        <a:pt x="6" y="204"/>
                      </a:lnTo>
                      <a:lnTo>
                        <a:pt x="6" y="204"/>
                      </a:lnTo>
                      <a:lnTo>
                        <a:pt x="6" y="210"/>
                      </a:lnTo>
                      <a:lnTo>
                        <a:pt x="12" y="210"/>
                      </a:lnTo>
                      <a:lnTo>
                        <a:pt x="12" y="216"/>
                      </a:lnTo>
                      <a:lnTo>
                        <a:pt x="12" y="216"/>
                      </a:lnTo>
                      <a:lnTo>
                        <a:pt x="12" y="222"/>
                      </a:lnTo>
                      <a:lnTo>
                        <a:pt x="12" y="222"/>
                      </a:lnTo>
                      <a:lnTo>
                        <a:pt x="12" y="228"/>
                      </a:lnTo>
                      <a:lnTo>
                        <a:pt x="12" y="234"/>
                      </a:lnTo>
                      <a:lnTo>
                        <a:pt x="12" y="234"/>
                      </a:lnTo>
                      <a:lnTo>
                        <a:pt x="18" y="240"/>
                      </a:lnTo>
                      <a:lnTo>
                        <a:pt x="18" y="240"/>
                      </a:lnTo>
                      <a:lnTo>
                        <a:pt x="18" y="246"/>
                      </a:lnTo>
                      <a:lnTo>
                        <a:pt x="18" y="246"/>
                      </a:lnTo>
                      <a:lnTo>
                        <a:pt x="18" y="252"/>
                      </a:lnTo>
                      <a:lnTo>
                        <a:pt x="18" y="252"/>
                      </a:lnTo>
                      <a:lnTo>
                        <a:pt x="24" y="258"/>
                      </a:lnTo>
                      <a:lnTo>
                        <a:pt x="24" y="258"/>
                      </a:lnTo>
                      <a:lnTo>
                        <a:pt x="24" y="264"/>
                      </a:lnTo>
                      <a:lnTo>
                        <a:pt x="24" y="264"/>
                      </a:lnTo>
                      <a:lnTo>
                        <a:pt x="24" y="270"/>
                      </a:lnTo>
                      <a:lnTo>
                        <a:pt x="30" y="276"/>
                      </a:lnTo>
                      <a:lnTo>
                        <a:pt x="30" y="276"/>
                      </a:lnTo>
                      <a:lnTo>
                        <a:pt x="30" y="282"/>
                      </a:lnTo>
                      <a:lnTo>
                        <a:pt x="30" y="282"/>
                      </a:lnTo>
                      <a:lnTo>
                        <a:pt x="30" y="288"/>
                      </a:lnTo>
                      <a:lnTo>
                        <a:pt x="36" y="288"/>
                      </a:lnTo>
                      <a:lnTo>
                        <a:pt x="36" y="294"/>
                      </a:lnTo>
                      <a:lnTo>
                        <a:pt x="36" y="294"/>
                      </a:lnTo>
                      <a:lnTo>
                        <a:pt x="36" y="300"/>
                      </a:lnTo>
                      <a:lnTo>
                        <a:pt x="36" y="300"/>
                      </a:lnTo>
                      <a:lnTo>
                        <a:pt x="42" y="306"/>
                      </a:lnTo>
                      <a:lnTo>
                        <a:pt x="42" y="306"/>
                      </a:lnTo>
                      <a:lnTo>
                        <a:pt x="42" y="312"/>
                      </a:lnTo>
                      <a:lnTo>
                        <a:pt x="42" y="318"/>
                      </a:lnTo>
                      <a:lnTo>
                        <a:pt x="48" y="318"/>
                      </a:lnTo>
                      <a:lnTo>
                        <a:pt x="48" y="324"/>
                      </a:lnTo>
                      <a:lnTo>
                        <a:pt x="48" y="324"/>
                      </a:lnTo>
                      <a:lnTo>
                        <a:pt x="48" y="330"/>
                      </a:lnTo>
                      <a:lnTo>
                        <a:pt x="54" y="330"/>
                      </a:lnTo>
                      <a:lnTo>
                        <a:pt x="54" y="336"/>
                      </a:lnTo>
                      <a:lnTo>
                        <a:pt x="54" y="336"/>
                      </a:lnTo>
                      <a:lnTo>
                        <a:pt x="60" y="342"/>
                      </a:lnTo>
                      <a:lnTo>
                        <a:pt x="60" y="342"/>
                      </a:lnTo>
                      <a:lnTo>
                        <a:pt x="60" y="348"/>
                      </a:lnTo>
                      <a:lnTo>
                        <a:pt x="60" y="348"/>
                      </a:lnTo>
                      <a:lnTo>
                        <a:pt x="66" y="354"/>
                      </a:lnTo>
                      <a:lnTo>
                        <a:pt x="66" y="354"/>
                      </a:lnTo>
                      <a:lnTo>
                        <a:pt x="66" y="360"/>
                      </a:lnTo>
                      <a:lnTo>
                        <a:pt x="72" y="360"/>
                      </a:lnTo>
                      <a:lnTo>
                        <a:pt x="72" y="366"/>
                      </a:lnTo>
                      <a:lnTo>
                        <a:pt x="72" y="366"/>
                      </a:lnTo>
                      <a:lnTo>
                        <a:pt x="78" y="372"/>
                      </a:lnTo>
                      <a:lnTo>
                        <a:pt x="78" y="372"/>
                      </a:lnTo>
                      <a:lnTo>
                        <a:pt x="78" y="378"/>
                      </a:lnTo>
                      <a:lnTo>
                        <a:pt x="84" y="378"/>
                      </a:lnTo>
                      <a:lnTo>
                        <a:pt x="84" y="384"/>
                      </a:lnTo>
                      <a:lnTo>
                        <a:pt x="84" y="384"/>
                      </a:lnTo>
                      <a:lnTo>
                        <a:pt x="90" y="390"/>
                      </a:lnTo>
                      <a:lnTo>
                        <a:pt x="90" y="390"/>
                      </a:lnTo>
                      <a:lnTo>
                        <a:pt x="90" y="396"/>
                      </a:lnTo>
                      <a:lnTo>
                        <a:pt x="96" y="396"/>
                      </a:lnTo>
                      <a:lnTo>
                        <a:pt x="96" y="402"/>
                      </a:lnTo>
                      <a:lnTo>
                        <a:pt x="96" y="402"/>
                      </a:lnTo>
                      <a:lnTo>
                        <a:pt x="102" y="408"/>
                      </a:lnTo>
                      <a:lnTo>
                        <a:pt x="102" y="408"/>
                      </a:lnTo>
                      <a:lnTo>
                        <a:pt x="102" y="414"/>
                      </a:lnTo>
                      <a:lnTo>
                        <a:pt x="108" y="414"/>
                      </a:lnTo>
                      <a:lnTo>
                        <a:pt x="108" y="420"/>
                      </a:lnTo>
                      <a:lnTo>
                        <a:pt x="108" y="420"/>
                      </a:lnTo>
                      <a:lnTo>
                        <a:pt x="114" y="426"/>
                      </a:lnTo>
                      <a:lnTo>
                        <a:pt x="114" y="426"/>
                      </a:lnTo>
                      <a:lnTo>
                        <a:pt x="120" y="432"/>
                      </a:lnTo>
                      <a:lnTo>
                        <a:pt x="120" y="432"/>
                      </a:lnTo>
                      <a:lnTo>
                        <a:pt x="120" y="438"/>
                      </a:lnTo>
                      <a:lnTo>
                        <a:pt x="126" y="438"/>
                      </a:lnTo>
                      <a:lnTo>
                        <a:pt x="126" y="444"/>
                      </a:lnTo>
                      <a:lnTo>
                        <a:pt x="132" y="444"/>
                      </a:lnTo>
                      <a:lnTo>
                        <a:pt x="132" y="450"/>
                      </a:lnTo>
                      <a:lnTo>
                        <a:pt x="138" y="450"/>
                      </a:lnTo>
                      <a:lnTo>
                        <a:pt x="138" y="456"/>
                      </a:lnTo>
                      <a:lnTo>
                        <a:pt x="138" y="456"/>
                      </a:lnTo>
                      <a:lnTo>
                        <a:pt x="144" y="462"/>
                      </a:lnTo>
                      <a:lnTo>
                        <a:pt x="144" y="462"/>
                      </a:lnTo>
                      <a:lnTo>
                        <a:pt x="150" y="462"/>
                      </a:lnTo>
                      <a:lnTo>
                        <a:pt x="150" y="468"/>
                      </a:lnTo>
                      <a:lnTo>
                        <a:pt x="156" y="468"/>
                      </a:lnTo>
                      <a:lnTo>
                        <a:pt x="156" y="474"/>
                      </a:lnTo>
                      <a:lnTo>
                        <a:pt x="156" y="474"/>
                      </a:lnTo>
                      <a:lnTo>
                        <a:pt x="162" y="480"/>
                      </a:lnTo>
                      <a:lnTo>
                        <a:pt x="162" y="480"/>
                      </a:lnTo>
                      <a:lnTo>
                        <a:pt x="168" y="486"/>
                      </a:lnTo>
                      <a:lnTo>
                        <a:pt x="168" y="486"/>
                      </a:lnTo>
                      <a:lnTo>
                        <a:pt x="174" y="486"/>
                      </a:lnTo>
                      <a:lnTo>
                        <a:pt x="174" y="492"/>
                      </a:lnTo>
                      <a:lnTo>
                        <a:pt x="180" y="492"/>
                      </a:lnTo>
                      <a:lnTo>
                        <a:pt x="180" y="498"/>
                      </a:lnTo>
                      <a:lnTo>
                        <a:pt x="186" y="498"/>
                      </a:lnTo>
                      <a:lnTo>
                        <a:pt x="186" y="504"/>
                      </a:lnTo>
                      <a:lnTo>
                        <a:pt x="192" y="504"/>
                      </a:lnTo>
                      <a:lnTo>
                        <a:pt x="192" y="504"/>
                      </a:lnTo>
                      <a:lnTo>
                        <a:pt x="198" y="510"/>
                      </a:lnTo>
                      <a:lnTo>
                        <a:pt x="198" y="510"/>
                      </a:lnTo>
                      <a:lnTo>
                        <a:pt x="204" y="516"/>
                      </a:lnTo>
                      <a:lnTo>
                        <a:pt x="204" y="516"/>
                      </a:lnTo>
                      <a:lnTo>
                        <a:pt x="210" y="516"/>
                      </a:lnTo>
                      <a:lnTo>
                        <a:pt x="210" y="522"/>
                      </a:lnTo>
                      <a:lnTo>
                        <a:pt x="216" y="522"/>
                      </a:lnTo>
                      <a:lnTo>
                        <a:pt x="216" y="528"/>
                      </a:lnTo>
                      <a:lnTo>
                        <a:pt x="222" y="528"/>
                      </a:lnTo>
                      <a:lnTo>
                        <a:pt x="222" y="528"/>
                      </a:lnTo>
                      <a:lnTo>
                        <a:pt x="228" y="534"/>
                      </a:lnTo>
                      <a:lnTo>
                        <a:pt x="228" y="534"/>
                      </a:lnTo>
                      <a:lnTo>
                        <a:pt x="234" y="540"/>
                      </a:lnTo>
                      <a:lnTo>
                        <a:pt x="234" y="540"/>
                      </a:lnTo>
                      <a:lnTo>
                        <a:pt x="240" y="540"/>
                      </a:lnTo>
                      <a:lnTo>
                        <a:pt x="240" y="546"/>
                      </a:lnTo>
                      <a:lnTo>
                        <a:pt x="246" y="546"/>
                      </a:lnTo>
                      <a:lnTo>
                        <a:pt x="252" y="546"/>
                      </a:lnTo>
                      <a:lnTo>
                        <a:pt x="252" y="552"/>
                      </a:lnTo>
                      <a:lnTo>
                        <a:pt x="258" y="552"/>
                      </a:lnTo>
                      <a:lnTo>
                        <a:pt x="258" y="552"/>
                      </a:lnTo>
                      <a:lnTo>
                        <a:pt x="264" y="558"/>
                      </a:lnTo>
                      <a:lnTo>
                        <a:pt x="264" y="558"/>
                      </a:lnTo>
                      <a:lnTo>
                        <a:pt x="270" y="564"/>
                      </a:lnTo>
                      <a:lnTo>
                        <a:pt x="276" y="564"/>
                      </a:lnTo>
                      <a:lnTo>
                        <a:pt x="276" y="564"/>
                      </a:lnTo>
                      <a:lnTo>
                        <a:pt x="282" y="570"/>
                      </a:lnTo>
                      <a:lnTo>
                        <a:pt x="282" y="570"/>
                      </a:lnTo>
                      <a:lnTo>
                        <a:pt x="288" y="570"/>
                      </a:lnTo>
                      <a:lnTo>
                        <a:pt x="288" y="576"/>
                      </a:lnTo>
                      <a:lnTo>
                        <a:pt x="294" y="576"/>
                      </a:lnTo>
                      <a:lnTo>
                        <a:pt x="300" y="576"/>
                      </a:lnTo>
                      <a:lnTo>
                        <a:pt x="300" y="576"/>
                      </a:lnTo>
                      <a:lnTo>
                        <a:pt x="306" y="582"/>
                      </a:lnTo>
                      <a:lnTo>
                        <a:pt x="306" y="582"/>
                      </a:lnTo>
                      <a:lnTo>
                        <a:pt x="312" y="582"/>
                      </a:lnTo>
                      <a:lnTo>
                        <a:pt x="318" y="588"/>
                      </a:lnTo>
                      <a:lnTo>
                        <a:pt x="318" y="588"/>
                      </a:lnTo>
                      <a:lnTo>
                        <a:pt x="324" y="588"/>
                      </a:lnTo>
                      <a:lnTo>
                        <a:pt x="330" y="594"/>
                      </a:lnTo>
                      <a:lnTo>
                        <a:pt x="330" y="594"/>
                      </a:lnTo>
                      <a:lnTo>
                        <a:pt x="336" y="594"/>
                      </a:lnTo>
                      <a:lnTo>
                        <a:pt x="336" y="594"/>
                      </a:lnTo>
                      <a:lnTo>
                        <a:pt x="342" y="600"/>
                      </a:lnTo>
                      <a:lnTo>
                        <a:pt x="348" y="600"/>
                      </a:lnTo>
                      <a:lnTo>
                        <a:pt x="348" y="600"/>
                      </a:lnTo>
                      <a:lnTo>
                        <a:pt x="354" y="600"/>
                      </a:lnTo>
                      <a:lnTo>
                        <a:pt x="360" y="606"/>
                      </a:lnTo>
                      <a:lnTo>
                        <a:pt x="360" y="606"/>
                      </a:lnTo>
                      <a:lnTo>
                        <a:pt x="366" y="606"/>
                      </a:lnTo>
                      <a:lnTo>
                        <a:pt x="372" y="606"/>
                      </a:lnTo>
                      <a:lnTo>
                        <a:pt x="372" y="612"/>
                      </a:lnTo>
                      <a:lnTo>
                        <a:pt x="378" y="612"/>
                      </a:lnTo>
                      <a:lnTo>
                        <a:pt x="378" y="612"/>
                      </a:lnTo>
                      <a:lnTo>
                        <a:pt x="384" y="612"/>
                      </a:lnTo>
                      <a:lnTo>
                        <a:pt x="390" y="618"/>
                      </a:lnTo>
                      <a:lnTo>
                        <a:pt x="390" y="618"/>
                      </a:lnTo>
                      <a:lnTo>
                        <a:pt x="396" y="618"/>
                      </a:lnTo>
                      <a:lnTo>
                        <a:pt x="402" y="618"/>
                      </a:lnTo>
                      <a:lnTo>
                        <a:pt x="402" y="624"/>
                      </a:lnTo>
                      <a:lnTo>
                        <a:pt x="408" y="624"/>
                      </a:lnTo>
                      <a:lnTo>
                        <a:pt x="414" y="624"/>
                      </a:lnTo>
                      <a:lnTo>
                        <a:pt x="414" y="624"/>
                      </a:lnTo>
                      <a:lnTo>
                        <a:pt x="420" y="624"/>
                      </a:lnTo>
                      <a:lnTo>
                        <a:pt x="426" y="624"/>
                      </a:lnTo>
                      <a:lnTo>
                        <a:pt x="426" y="630"/>
                      </a:lnTo>
                      <a:lnTo>
                        <a:pt x="432" y="630"/>
                      </a:lnTo>
                      <a:lnTo>
                        <a:pt x="438" y="630"/>
                      </a:lnTo>
                      <a:lnTo>
                        <a:pt x="444" y="630"/>
                      </a:lnTo>
                      <a:lnTo>
                        <a:pt x="444" y="630"/>
                      </a:lnTo>
                      <a:lnTo>
                        <a:pt x="450" y="636"/>
                      </a:lnTo>
                      <a:lnTo>
                        <a:pt x="456" y="636"/>
                      </a:lnTo>
                      <a:lnTo>
                        <a:pt x="456" y="636"/>
                      </a:lnTo>
                      <a:lnTo>
                        <a:pt x="462" y="636"/>
                      </a:lnTo>
                      <a:lnTo>
                        <a:pt x="468" y="636"/>
                      </a:lnTo>
                      <a:lnTo>
                        <a:pt x="468" y="636"/>
                      </a:lnTo>
                      <a:lnTo>
                        <a:pt x="474" y="636"/>
                      </a:lnTo>
                      <a:lnTo>
                        <a:pt x="480" y="642"/>
                      </a:lnTo>
                      <a:lnTo>
                        <a:pt x="486" y="642"/>
                      </a:lnTo>
                      <a:lnTo>
                        <a:pt x="486" y="642"/>
                      </a:lnTo>
                      <a:lnTo>
                        <a:pt x="492" y="642"/>
                      </a:lnTo>
                      <a:lnTo>
                        <a:pt x="498" y="642"/>
                      </a:lnTo>
                      <a:lnTo>
                        <a:pt x="498" y="642"/>
                      </a:lnTo>
                      <a:lnTo>
                        <a:pt x="504" y="642"/>
                      </a:lnTo>
                      <a:lnTo>
                        <a:pt x="510" y="642"/>
                      </a:lnTo>
                      <a:lnTo>
                        <a:pt x="510" y="642"/>
                      </a:lnTo>
                      <a:lnTo>
                        <a:pt x="516" y="648"/>
                      </a:lnTo>
                      <a:lnTo>
                        <a:pt x="522" y="648"/>
                      </a:lnTo>
                      <a:lnTo>
                        <a:pt x="528" y="648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Freeform 30">
                  <a:extLst>
                    <a:ext uri="{FF2B5EF4-FFF2-40B4-BE49-F238E27FC236}">
                      <a16:creationId xmlns:a16="http://schemas.microsoft.com/office/drawing/2014/main" id="{36D9D7DB-3258-4C72-918A-3476B0498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6" y="2157"/>
                  <a:ext cx="822" cy="678"/>
                </a:xfrm>
                <a:custGeom>
                  <a:avLst/>
                  <a:gdLst>
                    <a:gd name="T0" fmla="*/ 12 w 822"/>
                    <a:gd name="T1" fmla="*/ 678 h 678"/>
                    <a:gd name="T2" fmla="*/ 30 w 822"/>
                    <a:gd name="T3" fmla="*/ 678 h 678"/>
                    <a:gd name="T4" fmla="*/ 48 w 822"/>
                    <a:gd name="T5" fmla="*/ 678 h 678"/>
                    <a:gd name="T6" fmla="*/ 66 w 822"/>
                    <a:gd name="T7" fmla="*/ 678 h 678"/>
                    <a:gd name="T8" fmla="*/ 84 w 822"/>
                    <a:gd name="T9" fmla="*/ 678 h 678"/>
                    <a:gd name="T10" fmla="*/ 102 w 822"/>
                    <a:gd name="T11" fmla="*/ 678 h 678"/>
                    <a:gd name="T12" fmla="*/ 120 w 822"/>
                    <a:gd name="T13" fmla="*/ 678 h 678"/>
                    <a:gd name="T14" fmla="*/ 138 w 822"/>
                    <a:gd name="T15" fmla="*/ 678 h 678"/>
                    <a:gd name="T16" fmla="*/ 156 w 822"/>
                    <a:gd name="T17" fmla="*/ 678 h 678"/>
                    <a:gd name="T18" fmla="*/ 174 w 822"/>
                    <a:gd name="T19" fmla="*/ 672 h 678"/>
                    <a:gd name="T20" fmla="*/ 192 w 822"/>
                    <a:gd name="T21" fmla="*/ 672 h 678"/>
                    <a:gd name="T22" fmla="*/ 210 w 822"/>
                    <a:gd name="T23" fmla="*/ 666 h 678"/>
                    <a:gd name="T24" fmla="*/ 228 w 822"/>
                    <a:gd name="T25" fmla="*/ 666 h 678"/>
                    <a:gd name="T26" fmla="*/ 246 w 822"/>
                    <a:gd name="T27" fmla="*/ 660 h 678"/>
                    <a:gd name="T28" fmla="*/ 264 w 822"/>
                    <a:gd name="T29" fmla="*/ 654 h 678"/>
                    <a:gd name="T30" fmla="*/ 282 w 822"/>
                    <a:gd name="T31" fmla="*/ 648 h 678"/>
                    <a:gd name="T32" fmla="*/ 300 w 822"/>
                    <a:gd name="T33" fmla="*/ 642 h 678"/>
                    <a:gd name="T34" fmla="*/ 318 w 822"/>
                    <a:gd name="T35" fmla="*/ 636 h 678"/>
                    <a:gd name="T36" fmla="*/ 336 w 822"/>
                    <a:gd name="T37" fmla="*/ 630 h 678"/>
                    <a:gd name="T38" fmla="*/ 354 w 822"/>
                    <a:gd name="T39" fmla="*/ 624 h 678"/>
                    <a:gd name="T40" fmla="*/ 366 w 822"/>
                    <a:gd name="T41" fmla="*/ 612 h 678"/>
                    <a:gd name="T42" fmla="*/ 384 w 822"/>
                    <a:gd name="T43" fmla="*/ 606 h 678"/>
                    <a:gd name="T44" fmla="*/ 402 w 822"/>
                    <a:gd name="T45" fmla="*/ 600 h 678"/>
                    <a:gd name="T46" fmla="*/ 420 w 822"/>
                    <a:gd name="T47" fmla="*/ 588 h 678"/>
                    <a:gd name="T48" fmla="*/ 438 w 822"/>
                    <a:gd name="T49" fmla="*/ 576 h 678"/>
                    <a:gd name="T50" fmla="*/ 456 w 822"/>
                    <a:gd name="T51" fmla="*/ 570 h 678"/>
                    <a:gd name="T52" fmla="*/ 474 w 822"/>
                    <a:gd name="T53" fmla="*/ 558 h 678"/>
                    <a:gd name="T54" fmla="*/ 486 w 822"/>
                    <a:gd name="T55" fmla="*/ 546 h 678"/>
                    <a:gd name="T56" fmla="*/ 504 w 822"/>
                    <a:gd name="T57" fmla="*/ 534 h 678"/>
                    <a:gd name="T58" fmla="*/ 522 w 822"/>
                    <a:gd name="T59" fmla="*/ 522 h 678"/>
                    <a:gd name="T60" fmla="*/ 534 w 822"/>
                    <a:gd name="T61" fmla="*/ 510 h 678"/>
                    <a:gd name="T62" fmla="*/ 552 w 822"/>
                    <a:gd name="T63" fmla="*/ 498 h 678"/>
                    <a:gd name="T64" fmla="*/ 564 w 822"/>
                    <a:gd name="T65" fmla="*/ 486 h 678"/>
                    <a:gd name="T66" fmla="*/ 582 w 822"/>
                    <a:gd name="T67" fmla="*/ 468 h 678"/>
                    <a:gd name="T68" fmla="*/ 594 w 822"/>
                    <a:gd name="T69" fmla="*/ 456 h 678"/>
                    <a:gd name="T70" fmla="*/ 612 w 822"/>
                    <a:gd name="T71" fmla="*/ 438 h 678"/>
                    <a:gd name="T72" fmla="*/ 624 w 822"/>
                    <a:gd name="T73" fmla="*/ 426 h 678"/>
                    <a:gd name="T74" fmla="*/ 636 w 822"/>
                    <a:gd name="T75" fmla="*/ 408 h 678"/>
                    <a:gd name="T76" fmla="*/ 648 w 822"/>
                    <a:gd name="T77" fmla="*/ 396 h 678"/>
                    <a:gd name="T78" fmla="*/ 660 w 822"/>
                    <a:gd name="T79" fmla="*/ 378 h 678"/>
                    <a:gd name="T80" fmla="*/ 678 w 822"/>
                    <a:gd name="T81" fmla="*/ 360 h 678"/>
                    <a:gd name="T82" fmla="*/ 690 w 822"/>
                    <a:gd name="T83" fmla="*/ 342 h 678"/>
                    <a:gd name="T84" fmla="*/ 696 w 822"/>
                    <a:gd name="T85" fmla="*/ 324 h 678"/>
                    <a:gd name="T86" fmla="*/ 708 w 822"/>
                    <a:gd name="T87" fmla="*/ 306 h 678"/>
                    <a:gd name="T88" fmla="*/ 720 w 822"/>
                    <a:gd name="T89" fmla="*/ 288 h 678"/>
                    <a:gd name="T90" fmla="*/ 732 w 822"/>
                    <a:gd name="T91" fmla="*/ 270 h 678"/>
                    <a:gd name="T92" fmla="*/ 744 w 822"/>
                    <a:gd name="T93" fmla="*/ 252 h 678"/>
                    <a:gd name="T94" fmla="*/ 750 w 822"/>
                    <a:gd name="T95" fmla="*/ 234 h 678"/>
                    <a:gd name="T96" fmla="*/ 762 w 822"/>
                    <a:gd name="T97" fmla="*/ 210 h 678"/>
                    <a:gd name="T98" fmla="*/ 768 w 822"/>
                    <a:gd name="T99" fmla="*/ 192 h 678"/>
                    <a:gd name="T100" fmla="*/ 774 w 822"/>
                    <a:gd name="T101" fmla="*/ 174 h 678"/>
                    <a:gd name="T102" fmla="*/ 786 w 822"/>
                    <a:gd name="T103" fmla="*/ 150 h 678"/>
                    <a:gd name="T104" fmla="*/ 792 w 822"/>
                    <a:gd name="T105" fmla="*/ 132 h 678"/>
                    <a:gd name="T106" fmla="*/ 798 w 822"/>
                    <a:gd name="T107" fmla="*/ 108 h 678"/>
                    <a:gd name="T108" fmla="*/ 804 w 822"/>
                    <a:gd name="T109" fmla="*/ 90 h 678"/>
                    <a:gd name="T110" fmla="*/ 810 w 822"/>
                    <a:gd name="T111" fmla="*/ 66 h 678"/>
                    <a:gd name="T112" fmla="*/ 816 w 822"/>
                    <a:gd name="T113" fmla="*/ 42 h 678"/>
                    <a:gd name="T114" fmla="*/ 816 w 822"/>
                    <a:gd name="T115" fmla="*/ 24 h 678"/>
                    <a:gd name="T116" fmla="*/ 822 w 822"/>
                    <a:gd name="T117" fmla="*/ 0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822" h="678">
                      <a:moveTo>
                        <a:pt x="0" y="678"/>
                      </a:moveTo>
                      <a:lnTo>
                        <a:pt x="0" y="678"/>
                      </a:lnTo>
                      <a:lnTo>
                        <a:pt x="6" y="678"/>
                      </a:lnTo>
                      <a:lnTo>
                        <a:pt x="12" y="678"/>
                      </a:lnTo>
                      <a:lnTo>
                        <a:pt x="18" y="678"/>
                      </a:lnTo>
                      <a:lnTo>
                        <a:pt x="18" y="678"/>
                      </a:lnTo>
                      <a:lnTo>
                        <a:pt x="24" y="678"/>
                      </a:lnTo>
                      <a:lnTo>
                        <a:pt x="30" y="678"/>
                      </a:lnTo>
                      <a:lnTo>
                        <a:pt x="30" y="678"/>
                      </a:lnTo>
                      <a:lnTo>
                        <a:pt x="36" y="678"/>
                      </a:lnTo>
                      <a:lnTo>
                        <a:pt x="42" y="678"/>
                      </a:lnTo>
                      <a:lnTo>
                        <a:pt x="48" y="678"/>
                      </a:lnTo>
                      <a:lnTo>
                        <a:pt x="48" y="678"/>
                      </a:lnTo>
                      <a:lnTo>
                        <a:pt x="54" y="678"/>
                      </a:lnTo>
                      <a:lnTo>
                        <a:pt x="60" y="678"/>
                      </a:lnTo>
                      <a:lnTo>
                        <a:pt x="66" y="678"/>
                      </a:lnTo>
                      <a:lnTo>
                        <a:pt x="66" y="678"/>
                      </a:lnTo>
                      <a:lnTo>
                        <a:pt x="72" y="678"/>
                      </a:lnTo>
                      <a:lnTo>
                        <a:pt x="78" y="678"/>
                      </a:lnTo>
                      <a:lnTo>
                        <a:pt x="84" y="678"/>
                      </a:lnTo>
                      <a:lnTo>
                        <a:pt x="84" y="678"/>
                      </a:lnTo>
                      <a:lnTo>
                        <a:pt x="90" y="678"/>
                      </a:lnTo>
                      <a:lnTo>
                        <a:pt x="96" y="678"/>
                      </a:lnTo>
                      <a:lnTo>
                        <a:pt x="102" y="678"/>
                      </a:lnTo>
                      <a:lnTo>
                        <a:pt x="102" y="678"/>
                      </a:lnTo>
                      <a:lnTo>
                        <a:pt x="108" y="678"/>
                      </a:lnTo>
                      <a:lnTo>
                        <a:pt x="114" y="678"/>
                      </a:lnTo>
                      <a:lnTo>
                        <a:pt x="120" y="678"/>
                      </a:lnTo>
                      <a:lnTo>
                        <a:pt x="120" y="678"/>
                      </a:lnTo>
                      <a:lnTo>
                        <a:pt x="126" y="678"/>
                      </a:lnTo>
                      <a:lnTo>
                        <a:pt x="132" y="678"/>
                      </a:lnTo>
                      <a:lnTo>
                        <a:pt x="138" y="678"/>
                      </a:lnTo>
                      <a:lnTo>
                        <a:pt x="138" y="678"/>
                      </a:lnTo>
                      <a:lnTo>
                        <a:pt x="144" y="678"/>
                      </a:lnTo>
                      <a:lnTo>
                        <a:pt x="150" y="678"/>
                      </a:lnTo>
                      <a:lnTo>
                        <a:pt x="156" y="678"/>
                      </a:lnTo>
                      <a:lnTo>
                        <a:pt x="156" y="678"/>
                      </a:lnTo>
                      <a:lnTo>
                        <a:pt x="162" y="672"/>
                      </a:lnTo>
                      <a:lnTo>
                        <a:pt x="168" y="672"/>
                      </a:lnTo>
                      <a:lnTo>
                        <a:pt x="174" y="672"/>
                      </a:lnTo>
                      <a:lnTo>
                        <a:pt x="174" y="672"/>
                      </a:lnTo>
                      <a:lnTo>
                        <a:pt x="180" y="672"/>
                      </a:lnTo>
                      <a:lnTo>
                        <a:pt x="186" y="672"/>
                      </a:lnTo>
                      <a:lnTo>
                        <a:pt x="192" y="672"/>
                      </a:lnTo>
                      <a:lnTo>
                        <a:pt x="192" y="672"/>
                      </a:lnTo>
                      <a:lnTo>
                        <a:pt x="198" y="666"/>
                      </a:lnTo>
                      <a:lnTo>
                        <a:pt x="204" y="666"/>
                      </a:lnTo>
                      <a:lnTo>
                        <a:pt x="210" y="666"/>
                      </a:lnTo>
                      <a:lnTo>
                        <a:pt x="210" y="666"/>
                      </a:lnTo>
                      <a:lnTo>
                        <a:pt x="216" y="666"/>
                      </a:lnTo>
                      <a:lnTo>
                        <a:pt x="222" y="666"/>
                      </a:lnTo>
                      <a:lnTo>
                        <a:pt x="228" y="666"/>
                      </a:lnTo>
                      <a:lnTo>
                        <a:pt x="228" y="660"/>
                      </a:lnTo>
                      <a:lnTo>
                        <a:pt x="234" y="660"/>
                      </a:lnTo>
                      <a:lnTo>
                        <a:pt x="240" y="660"/>
                      </a:lnTo>
                      <a:lnTo>
                        <a:pt x="246" y="660"/>
                      </a:lnTo>
                      <a:lnTo>
                        <a:pt x="246" y="660"/>
                      </a:lnTo>
                      <a:lnTo>
                        <a:pt x="252" y="654"/>
                      </a:lnTo>
                      <a:lnTo>
                        <a:pt x="258" y="654"/>
                      </a:lnTo>
                      <a:lnTo>
                        <a:pt x="264" y="654"/>
                      </a:lnTo>
                      <a:lnTo>
                        <a:pt x="264" y="654"/>
                      </a:lnTo>
                      <a:lnTo>
                        <a:pt x="270" y="654"/>
                      </a:lnTo>
                      <a:lnTo>
                        <a:pt x="276" y="648"/>
                      </a:lnTo>
                      <a:lnTo>
                        <a:pt x="282" y="648"/>
                      </a:lnTo>
                      <a:lnTo>
                        <a:pt x="282" y="648"/>
                      </a:lnTo>
                      <a:lnTo>
                        <a:pt x="288" y="648"/>
                      </a:lnTo>
                      <a:lnTo>
                        <a:pt x="294" y="642"/>
                      </a:lnTo>
                      <a:lnTo>
                        <a:pt x="300" y="642"/>
                      </a:lnTo>
                      <a:lnTo>
                        <a:pt x="300" y="642"/>
                      </a:lnTo>
                      <a:lnTo>
                        <a:pt x="306" y="642"/>
                      </a:lnTo>
                      <a:lnTo>
                        <a:pt x="312" y="636"/>
                      </a:lnTo>
                      <a:lnTo>
                        <a:pt x="318" y="636"/>
                      </a:lnTo>
                      <a:lnTo>
                        <a:pt x="318" y="636"/>
                      </a:lnTo>
                      <a:lnTo>
                        <a:pt x="324" y="636"/>
                      </a:lnTo>
                      <a:lnTo>
                        <a:pt x="330" y="630"/>
                      </a:lnTo>
                      <a:lnTo>
                        <a:pt x="336" y="630"/>
                      </a:lnTo>
                      <a:lnTo>
                        <a:pt x="336" y="630"/>
                      </a:lnTo>
                      <a:lnTo>
                        <a:pt x="342" y="624"/>
                      </a:lnTo>
                      <a:lnTo>
                        <a:pt x="348" y="624"/>
                      </a:lnTo>
                      <a:lnTo>
                        <a:pt x="354" y="624"/>
                      </a:lnTo>
                      <a:lnTo>
                        <a:pt x="354" y="618"/>
                      </a:lnTo>
                      <a:lnTo>
                        <a:pt x="360" y="618"/>
                      </a:lnTo>
                      <a:lnTo>
                        <a:pt x="366" y="618"/>
                      </a:lnTo>
                      <a:lnTo>
                        <a:pt x="366" y="612"/>
                      </a:lnTo>
                      <a:lnTo>
                        <a:pt x="372" y="612"/>
                      </a:lnTo>
                      <a:lnTo>
                        <a:pt x="378" y="612"/>
                      </a:lnTo>
                      <a:lnTo>
                        <a:pt x="384" y="606"/>
                      </a:lnTo>
                      <a:lnTo>
                        <a:pt x="384" y="606"/>
                      </a:lnTo>
                      <a:lnTo>
                        <a:pt x="390" y="606"/>
                      </a:lnTo>
                      <a:lnTo>
                        <a:pt x="396" y="600"/>
                      </a:lnTo>
                      <a:lnTo>
                        <a:pt x="402" y="600"/>
                      </a:lnTo>
                      <a:lnTo>
                        <a:pt x="402" y="600"/>
                      </a:lnTo>
                      <a:lnTo>
                        <a:pt x="408" y="594"/>
                      </a:lnTo>
                      <a:lnTo>
                        <a:pt x="414" y="594"/>
                      </a:lnTo>
                      <a:lnTo>
                        <a:pt x="414" y="588"/>
                      </a:lnTo>
                      <a:lnTo>
                        <a:pt x="420" y="588"/>
                      </a:lnTo>
                      <a:lnTo>
                        <a:pt x="426" y="588"/>
                      </a:lnTo>
                      <a:lnTo>
                        <a:pt x="432" y="582"/>
                      </a:lnTo>
                      <a:lnTo>
                        <a:pt x="432" y="582"/>
                      </a:lnTo>
                      <a:lnTo>
                        <a:pt x="438" y="576"/>
                      </a:lnTo>
                      <a:lnTo>
                        <a:pt x="444" y="576"/>
                      </a:lnTo>
                      <a:lnTo>
                        <a:pt x="444" y="576"/>
                      </a:lnTo>
                      <a:lnTo>
                        <a:pt x="450" y="570"/>
                      </a:lnTo>
                      <a:lnTo>
                        <a:pt x="456" y="570"/>
                      </a:lnTo>
                      <a:lnTo>
                        <a:pt x="456" y="564"/>
                      </a:lnTo>
                      <a:lnTo>
                        <a:pt x="462" y="564"/>
                      </a:lnTo>
                      <a:lnTo>
                        <a:pt x="468" y="558"/>
                      </a:lnTo>
                      <a:lnTo>
                        <a:pt x="474" y="558"/>
                      </a:lnTo>
                      <a:lnTo>
                        <a:pt x="474" y="558"/>
                      </a:lnTo>
                      <a:lnTo>
                        <a:pt x="480" y="552"/>
                      </a:lnTo>
                      <a:lnTo>
                        <a:pt x="486" y="552"/>
                      </a:lnTo>
                      <a:lnTo>
                        <a:pt x="486" y="546"/>
                      </a:lnTo>
                      <a:lnTo>
                        <a:pt x="492" y="546"/>
                      </a:lnTo>
                      <a:lnTo>
                        <a:pt x="498" y="540"/>
                      </a:lnTo>
                      <a:lnTo>
                        <a:pt x="498" y="540"/>
                      </a:lnTo>
                      <a:lnTo>
                        <a:pt x="504" y="534"/>
                      </a:lnTo>
                      <a:lnTo>
                        <a:pt x="510" y="534"/>
                      </a:lnTo>
                      <a:lnTo>
                        <a:pt x="510" y="528"/>
                      </a:lnTo>
                      <a:lnTo>
                        <a:pt x="516" y="528"/>
                      </a:lnTo>
                      <a:lnTo>
                        <a:pt x="522" y="522"/>
                      </a:lnTo>
                      <a:lnTo>
                        <a:pt x="522" y="522"/>
                      </a:lnTo>
                      <a:lnTo>
                        <a:pt x="528" y="516"/>
                      </a:lnTo>
                      <a:lnTo>
                        <a:pt x="534" y="516"/>
                      </a:lnTo>
                      <a:lnTo>
                        <a:pt x="534" y="510"/>
                      </a:lnTo>
                      <a:lnTo>
                        <a:pt x="540" y="510"/>
                      </a:lnTo>
                      <a:lnTo>
                        <a:pt x="540" y="504"/>
                      </a:lnTo>
                      <a:lnTo>
                        <a:pt x="546" y="498"/>
                      </a:lnTo>
                      <a:lnTo>
                        <a:pt x="552" y="498"/>
                      </a:lnTo>
                      <a:lnTo>
                        <a:pt x="552" y="492"/>
                      </a:lnTo>
                      <a:lnTo>
                        <a:pt x="558" y="492"/>
                      </a:lnTo>
                      <a:lnTo>
                        <a:pt x="564" y="486"/>
                      </a:lnTo>
                      <a:lnTo>
                        <a:pt x="564" y="486"/>
                      </a:lnTo>
                      <a:lnTo>
                        <a:pt x="570" y="480"/>
                      </a:lnTo>
                      <a:lnTo>
                        <a:pt x="576" y="474"/>
                      </a:lnTo>
                      <a:lnTo>
                        <a:pt x="576" y="474"/>
                      </a:lnTo>
                      <a:lnTo>
                        <a:pt x="582" y="468"/>
                      </a:lnTo>
                      <a:lnTo>
                        <a:pt x="582" y="468"/>
                      </a:lnTo>
                      <a:lnTo>
                        <a:pt x="588" y="462"/>
                      </a:lnTo>
                      <a:lnTo>
                        <a:pt x="594" y="462"/>
                      </a:lnTo>
                      <a:lnTo>
                        <a:pt x="594" y="456"/>
                      </a:lnTo>
                      <a:lnTo>
                        <a:pt x="600" y="450"/>
                      </a:lnTo>
                      <a:lnTo>
                        <a:pt x="600" y="450"/>
                      </a:lnTo>
                      <a:lnTo>
                        <a:pt x="606" y="444"/>
                      </a:lnTo>
                      <a:lnTo>
                        <a:pt x="612" y="438"/>
                      </a:lnTo>
                      <a:lnTo>
                        <a:pt x="612" y="438"/>
                      </a:lnTo>
                      <a:lnTo>
                        <a:pt x="618" y="432"/>
                      </a:lnTo>
                      <a:lnTo>
                        <a:pt x="618" y="432"/>
                      </a:lnTo>
                      <a:lnTo>
                        <a:pt x="624" y="426"/>
                      </a:lnTo>
                      <a:lnTo>
                        <a:pt x="624" y="420"/>
                      </a:lnTo>
                      <a:lnTo>
                        <a:pt x="630" y="420"/>
                      </a:lnTo>
                      <a:lnTo>
                        <a:pt x="636" y="414"/>
                      </a:lnTo>
                      <a:lnTo>
                        <a:pt x="636" y="408"/>
                      </a:lnTo>
                      <a:lnTo>
                        <a:pt x="642" y="408"/>
                      </a:lnTo>
                      <a:lnTo>
                        <a:pt x="642" y="402"/>
                      </a:lnTo>
                      <a:lnTo>
                        <a:pt x="648" y="396"/>
                      </a:lnTo>
                      <a:lnTo>
                        <a:pt x="648" y="396"/>
                      </a:lnTo>
                      <a:lnTo>
                        <a:pt x="654" y="390"/>
                      </a:lnTo>
                      <a:lnTo>
                        <a:pt x="654" y="384"/>
                      </a:lnTo>
                      <a:lnTo>
                        <a:pt x="660" y="384"/>
                      </a:lnTo>
                      <a:lnTo>
                        <a:pt x="660" y="378"/>
                      </a:lnTo>
                      <a:lnTo>
                        <a:pt x="666" y="372"/>
                      </a:lnTo>
                      <a:lnTo>
                        <a:pt x="666" y="366"/>
                      </a:lnTo>
                      <a:lnTo>
                        <a:pt x="672" y="366"/>
                      </a:lnTo>
                      <a:lnTo>
                        <a:pt x="678" y="360"/>
                      </a:lnTo>
                      <a:lnTo>
                        <a:pt x="678" y="354"/>
                      </a:lnTo>
                      <a:lnTo>
                        <a:pt x="684" y="354"/>
                      </a:lnTo>
                      <a:lnTo>
                        <a:pt x="684" y="348"/>
                      </a:lnTo>
                      <a:lnTo>
                        <a:pt x="690" y="342"/>
                      </a:lnTo>
                      <a:lnTo>
                        <a:pt x="690" y="336"/>
                      </a:lnTo>
                      <a:lnTo>
                        <a:pt x="696" y="336"/>
                      </a:lnTo>
                      <a:lnTo>
                        <a:pt x="696" y="330"/>
                      </a:lnTo>
                      <a:lnTo>
                        <a:pt x="696" y="324"/>
                      </a:lnTo>
                      <a:lnTo>
                        <a:pt x="702" y="318"/>
                      </a:lnTo>
                      <a:lnTo>
                        <a:pt x="702" y="318"/>
                      </a:lnTo>
                      <a:lnTo>
                        <a:pt x="708" y="312"/>
                      </a:lnTo>
                      <a:lnTo>
                        <a:pt x="708" y="306"/>
                      </a:lnTo>
                      <a:lnTo>
                        <a:pt x="714" y="300"/>
                      </a:lnTo>
                      <a:lnTo>
                        <a:pt x="714" y="300"/>
                      </a:lnTo>
                      <a:lnTo>
                        <a:pt x="720" y="294"/>
                      </a:lnTo>
                      <a:lnTo>
                        <a:pt x="720" y="288"/>
                      </a:lnTo>
                      <a:lnTo>
                        <a:pt x="726" y="282"/>
                      </a:lnTo>
                      <a:lnTo>
                        <a:pt x="726" y="282"/>
                      </a:lnTo>
                      <a:lnTo>
                        <a:pt x="726" y="276"/>
                      </a:lnTo>
                      <a:lnTo>
                        <a:pt x="732" y="270"/>
                      </a:lnTo>
                      <a:lnTo>
                        <a:pt x="732" y="264"/>
                      </a:lnTo>
                      <a:lnTo>
                        <a:pt x="738" y="258"/>
                      </a:lnTo>
                      <a:lnTo>
                        <a:pt x="738" y="258"/>
                      </a:lnTo>
                      <a:lnTo>
                        <a:pt x="744" y="252"/>
                      </a:lnTo>
                      <a:lnTo>
                        <a:pt x="744" y="246"/>
                      </a:lnTo>
                      <a:lnTo>
                        <a:pt x="744" y="240"/>
                      </a:lnTo>
                      <a:lnTo>
                        <a:pt x="750" y="234"/>
                      </a:lnTo>
                      <a:lnTo>
                        <a:pt x="750" y="234"/>
                      </a:lnTo>
                      <a:lnTo>
                        <a:pt x="750" y="228"/>
                      </a:lnTo>
                      <a:lnTo>
                        <a:pt x="756" y="222"/>
                      </a:lnTo>
                      <a:lnTo>
                        <a:pt x="756" y="216"/>
                      </a:lnTo>
                      <a:lnTo>
                        <a:pt x="762" y="210"/>
                      </a:lnTo>
                      <a:lnTo>
                        <a:pt x="762" y="210"/>
                      </a:lnTo>
                      <a:lnTo>
                        <a:pt x="762" y="204"/>
                      </a:lnTo>
                      <a:lnTo>
                        <a:pt x="768" y="198"/>
                      </a:lnTo>
                      <a:lnTo>
                        <a:pt x="768" y="192"/>
                      </a:lnTo>
                      <a:lnTo>
                        <a:pt x="768" y="186"/>
                      </a:lnTo>
                      <a:lnTo>
                        <a:pt x="774" y="180"/>
                      </a:lnTo>
                      <a:lnTo>
                        <a:pt x="774" y="174"/>
                      </a:lnTo>
                      <a:lnTo>
                        <a:pt x="774" y="174"/>
                      </a:lnTo>
                      <a:lnTo>
                        <a:pt x="780" y="168"/>
                      </a:lnTo>
                      <a:lnTo>
                        <a:pt x="780" y="162"/>
                      </a:lnTo>
                      <a:lnTo>
                        <a:pt x="780" y="156"/>
                      </a:lnTo>
                      <a:lnTo>
                        <a:pt x="786" y="150"/>
                      </a:lnTo>
                      <a:lnTo>
                        <a:pt x="786" y="144"/>
                      </a:lnTo>
                      <a:lnTo>
                        <a:pt x="786" y="138"/>
                      </a:lnTo>
                      <a:lnTo>
                        <a:pt x="792" y="138"/>
                      </a:lnTo>
                      <a:lnTo>
                        <a:pt x="792" y="132"/>
                      </a:lnTo>
                      <a:lnTo>
                        <a:pt x="792" y="126"/>
                      </a:lnTo>
                      <a:lnTo>
                        <a:pt x="792" y="120"/>
                      </a:lnTo>
                      <a:lnTo>
                        <a:pt x="798" y="114"/>
                      </a:lnTo>
                      <a:lnTo>
                        <a:pt x="798" y="108"/>
                      </a:lnTo>
                      <a:lnTo>
                        <a:pt x="798" y="102"/>
                      </a:lnTo>
                      <a:lnTo>
                        <a:pt x="798" y="96"/>
                      </a:lnTo>
                      <a:lnTo>
                        <a:pt x="804" y="96"/>
                      </a:lnTo>
                      <a:lnTo>
                        <a:pt x="804" y="90"/>
                      </a:lnTo>
                      <a:lnTo>
                        <a:pt x="804" y="84"/>
                      </a:lnTo>
                      <a:lnTo>
                        <a:pt x="804" y="78"/>
                      </a:lnTo>
                      <a:lnTo>
                        <a:pt x="810" y="72"/>
                      </a:lnTo>
                      <a:lnTo>
                        <a:pt x="810" y="66"/>
                      </a:lnTo>
                      <a:lnTo>
                        <a:pt x="810" y="60"/>
                      </a:lnTo>
                      <a:lnTo>
                        <a:pt x="810" y="54"/>
                      </a:lnTo>
                      <a:lnTo>
                        <a:pt x="810" y="48"/>
                      </a:lnTo>
                      <a:lnTo>
                        <a:pt x="816" y="42"/>
                      </a:lnTo>
                      <a:lnTo>
                        <a:pt x="816" y="36"/>
                      </a:lnTo>
                      <a:lnTo>
                        <a:pt x="816" y="36"/>
                      </a:lnTo>
                      <a:lnTo>
                        <a:pt x="816" y="30"/>
                      </a:lnTo>
                      <a:lnTo>
                        <a:pt x="816" y="24"/>
                      </a:lnTo>
                      <a:lnTo>
                        <a:pt x="822" y="18"/>
                      </a:lnTo>
                      <a:lnTo>
                        <a:pt x="822" y="12"/>
                      </a:lnTo>
                      <a:lnTo>
                        <a:pt x="822" y="6"/>
                      </a:lnTo>
                      <a:lnTo>
                        <a:pt x="822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</p:grpSp>
        </p:grpSp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EFE8BA9-0676-4585-9448-712BC5D6A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447450"/>
              </p:ext>
            </p:extLst>
          </p:nvPr>
        </p:nvGraphicFramePr>
        <p:xfrm>
          <a:off x="6612175" y="2446579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3" name="Equation" r:id="rId12" imgW="228600" imgH="241200" progId="Equation.DSMT4">
                  <p:embed/>
                </p:oleObj>
              </mc:Choice>
              <mc:Fallback>
                <p:oleObj name="Equation" r:id="rId12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12175" y="2446579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B4EC6CC6-0EC6-4A7F-A5B2-D5FCF69BB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261780"/>
            <a:ext cx="2781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对应</a:t>
            </a:r>
            <a:r>
              <a:rPr lang="zh-CN" altLang="en-US" sz="2400" b="1" dirty="0">
                <a:latin typeface="+mj-ea"/>
                <a:ea typeface="+mj-ea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latin typeface="+mj-ea"/>
                <a:ea typeface="+mj-ea"/>
              </a:rPr>
              <a:t>从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变到</a:t>
            </a:r>
            <a:endParaRPr lang="zh-CN" altLang="en-US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86D1D3F-E923-42CC-B8B2-F9CC2625242A}"/>
              </a:ext>
            </a:extLst>
          </p:cNvPr>
          <p:cNvSpPr txBox="1">
            <a:spLocks noChangeArrowheads="1"/>
          </p:cNvSpPr>
          <p:nvPr/>
        </p:nvSpPr>
        <p:spPr>
          <a:xfrm>
            <a:off x="898922" y="287821"/>
            <a:ext cx="4343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8 </a:t>
            </a:r>
            <a:r>
              <a:rPr lang="zh-CN" altLang="en-US" sz="2400" b="1" dirty="0">
                <a:latin typeface="+mj-ea"/>
              </a:rPr>
              <a:t>计算阿基米德螺线</a:t>
            </a: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D0F71F40-F2E1-4939-9C0A-E172364D73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339767"/>
              </p:ext>
            </p:extLst>
          </p:nvPr>
        </p:nvGraphicFramePr>
        <p:xfrm>
          <a:off x="4315222" y="372176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4" name="Equation" r:id="rId14" imgW="1854000" imgH="342720" progId="Equation.DSMT4">
                  <p:embed/>
                </p:oleObj>
              </mc:Choice>
              <mc:Fallback>
                <p:oleObj name="Equation" r:id="rId14" imgW="1854000" imgH="342720" progId="Equation.DSMT4">
                  <p:embed/>
                  <p:pic>
                    <p:nvPicPr>
                      <p:cNvPr id="167941" name="Object 5">
                        <a:extLst>
                          <a:ext uri="{FF2B5EF4-FFF2-40B4-BE49-F238E27FC236}">
                            <a16:creationId xmlns:a16="http://schemas.microsoft.com/office/drawing/2014/main" id="{9346722E-6F37-4FD1-8F68-77D6C6F84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222" y="372176"/>
                        <a:ext cx="1854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0">
            <a:extLst>
              <a:ext uri="{FF2B5EF4-FFF2-40B4-BE49-F238E27FC236}">
                <a16:creationId xmlns:a16="http://schemas.microsoft.com/office/drawing/2014/main" id="{47CD6F5A-D333-40E3-81DD-BBE4F19C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40577"/>
            <a:ext cx="2376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所围图形面积 </a:t>
            </a:r>
            <a:r>
              <a:rPr lang="en-US" altLang="zh-CN" sz="2400" b="1" dirty="0">
                <a:latin typeface="+mj-ea"/>
                <a:ea typeface="+mj-ea"/>
              </a:rPr>
              <a:t>.   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814F326-27B5-4EB1-A32E-8ED8CF3C0C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277327"/>
              </p:ext>
            </p:extLst>
          </p:nvPr>
        </p:nvGraphicFramePr>
        <p:xfrm>
          <a:off x="6924526" y="404719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5" name="Equation" r:id="rId16" imgW="203040" imgH="279360" progId="Equation.DSMT4">
                  <p:embed/>
                </p:oleObj>
              </mc:Choice>
              <mc:Fallback>
                <p:oleObj name="Equation" r:id="rId16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24526" y="404719"/>
                        <a:ext cx="20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0A418BF-64B0-4E9A-9E6D-412B9316C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164898"/>
              </p:ext>
            </p:extLst>
          </p:nvPr>
        </p:nvGraphicFramePr>
        <p:xfrm>
          <a:off x="7524452" y="400719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6" name="Equation" r:id="rId18" imgW="190440" imgH="279360" progId="Equation.DSMT4">
                  <p:embed/>
                </p:oleObj>
              </mc:Choice>
              <mc:Fallback>
                <p:oleObj name="Equation" r:id="rId18" imgW="190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24452" y="400719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3C10E20-7D92-408A-825D-13A38A46F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94962"/>
              </p:ext>
            </p:extLst>
          </p:nvPr>
        </p:nvGraphicFramePr>
        <p:xfrm>
          <a:off x="8273257" y="391495"/>
          <a:ext cx="368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7" name="Equation" r:id="rId20" imgW="368280" imgH="279360" progId="Equation.DSMT4">
                  <p:embed/>
                </p:oleObj>
              </mc:Choice>
              <mc:Fallback>
                <p:oleObj name="Equation" r:id="rId20" imgW="368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273257" y="391495"/>
                        <a:ext cx="368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">
            <a:extLst>
              <a:ext uri="{FF2B5EF4-FFF2-40B4-BE49-F238E27FC236}">
                <a16:creationId xmlns:a16="http://schemas.microsoft.com/office/drawing/2014/main" id="{767EC46C-B64E-4389-B8E3-72A4F426C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188" y="1628641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</a:rPr>
              <a:t>解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graphicFrame>
        <p:nvGraphicFramePr>
          <p:cNvPr id="30" name="Object 14">
            <a:extLst>
              <a:ext uri="{FF2B5EF4-FFF2-40B4-BE49-F238E27FC236}">
                <a16:creationId xmlns:a16="http://schemas.microsoft.com/office/drawing/2014/main" id="{550FAA12-2EC6-4F15-B118-A41C9C151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931640"/>
              </p:ext>
            </p:extLst>
          </p:nvPr>
        </p:nvGraphicFramePr>
        <p:xfrm>
          <a:off x="2456588" y="1534960"/>
          <a:ext cx="1358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8" name="Equation" r:id="rId22" imgW="1358640" imgH="723600" progId="Equation.DSMT4">
                  <p:embed/>
                </p:oleObj>
              </mc:Choice>
              <mc:Fallback>
                <p:oleObj name="Equation" r:id="rId22" imgW="1358640" imgH="723600" progId="Equation.DSMT4">
                  <p:embed/>
                  <p:pic>
                    <p:nvPicPr>
                      <p:cNvPr id="167950" name="Object 14">
                        <a:extLst>
                          <a:ext uri="{FF2B5EF4-FFF2-40B4-BE49-F238E27FC236}">
                            <a16:creationId xmlns:a16="http://schemas.microsoft.com/office/drawing/2014/main" id="{C45EA52F-56CA-4DBD-9F81-930F1CBB5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588" y="1534960"/>
                        <a:ext cx="1358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8971F84C-A401-461B-AE99-78C6B37CE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434769"/>
              </p:ext>
            </p:extLst>
          </p:nvPr>
        </p:nvGraphicFramePr>
        <p:xfrm>
          <a:off x="1453288" y="1612558"/>
          <a:ext cx="1003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29" name="Equation" r:id="rId24" imgW="1002960" imgH="634680" progId="Equation.DSMT4">
                  <p:embed/>
                </p:oleObj>
              </mc:Choice>
              <mc:Fallback>
                <p:oleObj name="Equation" r:id="rId24" imgW="1002960" imgH="634680" progId="Equation.DSMT4">
                  <p:embed/>
                  <p:pic>
                    <p:nvPicPr>
                      <p:cNvPr id="167951" name="Object 15">
                        <a:extLst>
                          <a:ext uri="{FF2B5EF4-FFF2-40B4-BE49-F238E27FC236}">
                            <a16:creationId xmlns:a16="http://schemas.microsoft.com/office/drawing/2014/main" id="{434B0E0B-01A3-4B2F-B633-79BB3D4FA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288" y="1612558"/>
                        <a:ext cx="1003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6">
            <a:extLst>
              <a:ext uri="{FF2B5EF4-FFF2-40B4-BE49-F238E27FC236}">
                <a16:creationId xmlns:a16="http://schemas.microsoft.com/office/drawing/2014/main" id="{5DDB7644-4E4B-41EF-999D-CC771A9D3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43018"/>
              </p:ext>
            </p:extLst>
          </p:nvPr>
        </p:nvGraphicFramePr>
        <p:xfrm>
          <a:off x="1703385" y="2457051"/>
          <a:ext cx="622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30" name="Equation" r:id="rId26" imgW="622080" imgH="761760" progId="Equation.DSMT4">
                  <p:embed/>
                </p:oleObj>
              </mc:Choice>
              <mc:Fallback>
                <p:oleObj name="Equation" r:id="rId26" imgW="622080" imgH="761760" progId="Equation.DSMT4">
                  <p:embed/>
                  <p:pic>
                    <p:nvPicPr>
                      <p:cNvPr id="167952" name="Object 16">
                        <a:extLst>
                          <a:ext uri="{FF2B5EF4-FFF2-40B4-BE49-F238E27FC236}">
                            <a16:creationId xmlns:a16="http://schemas.microsoft.com/office/drawing/2014/main" id="{CA9DF314-4783-4B6A-ADDD-3C9AAA141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5" y="2457051"/>
                        <a:ext cx="6223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7">
            <a:extLst>
              <a:ext uri="{FF2B5EF4-FFF2-40B4-BE49-F238E27FC236}">
                <a16:creationId xmlns:a16="http://schemas.microsoft.com/office/drawing/2014/main" id="{0CB89202-FACF-4C8D-BAC8-8C1B1AC5C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224020"/>
              </p:ext>
            </p:extLst>
          </p:nvPr>
        </p:nvGraphicFramePr>
        <p:xfrm>
          <a:off x="2342832" y="2462781"/>
          <a:ext cx="87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31" name="Equation" r:id="rId28" imgW="876240" imgH="812520" progId="Equation.DSMT4">
                  <p:embed/>
                </p:oleObj>
              </mc:Choice>
              <mc:Fallback>
                <p:oleObj name="Equation" r:id="rId28" imgW="876240" imgH="812520" progId="Equation.DSMT4">
                  <p:embed/>
                  <p:pic>
                    <p:nvPicPr>
                      <p:cNvPr id="167953" name="Object 17">
                        <a:extLst>
                          <a:ext uri="{FF2B5EF4-FFF2-40B4-BE49-F238E27FC236}">
                            <a16:creationId xmlns:a16="http://schemas.microsoft.com/office/drawing/2014/main" id="{732C6F9F-B05F-42E1-8F4D-766F9BC53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832" y="2462781"/>
                        <a:ext cx="8763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8">
            <a:extLst>
              <a:ext uri="{FF2B5EF4-FFF2-40B4-BE49-F238E27FC236}">
                <a16:creationId xmlns:a16="http://schemas.microsoft.com/office/drawing/2014/main" id="{AB017B8C-0C77-436D-8517-564E80927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60335"/>
              </p:ext>
            </p:extLst>
          </p:nvPr>
        </p:nvGraphicFramePr>
        <p:xfrm>
          <a:off x="3263660" y="2508110"/>
          <a:ext cx="35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32" name="Equation" r:id="rId30" imgW="355320" imgH="736560" progId="Equation.DSMT4">
                  <p:embed/>
                </p:oleObj>
              </mc:Choice>
              <mc:Fallback>
                <p:oleObj name="Equation" r:id="rId30" imgW="355320" imgH="736560" progId="Equation.DSMT4">
                  <p:embed/>
                  <p:pic>
                    <p:nvPicPr>
                      <p:cNvPr id="167954" name="Object 18">
                        <a:extLst>
                          <a:ext uri="{FF2B5EF4-FFF2-40B4-BE49-F238E27FC236}">
                            <a16:creationId xmlns:a16="http://schemas.microsoft.com/office/drawing/2014/main" id="{25CD38C6-1106-4EB7-94BD-783E71B9E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660" y="2508110"/>
                        <a:ext cx="355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9">
            <a:extLst>
              <a:ext uri="{FF2B5EF4-FFF2-40B4-BE49-F238E27FC236}">
                <a16:creationId xmlns:a16="http://schemas.microsoft.com/office/drawing/2014/main" id="{F721EC6E-EFD5-4FDE-A230-83E7F8C0E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522869"/>
              </p:ext>
            </p:extLst>
          </p:nvPr>
        </p:nvGraphicFramePr>
        <p:xfrm>
          <a:off x="1700626" y="3524460"/>
          <a:ext cx="116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33" name="Equation" r:id="rId32" imgW="1168200" imgH="736560" progId="Equation.DSMT4">
                  <p:embed/>
                </p:oleObj>
              </mc:Choice>
              <mc:Fallback>
                <p:oleObj name="Equation" r:id="rId32" imgW="1168200" imgH="736560" progId="Equation.DSMT4">
                  <p:embed/>
                  <p:pic>
                    <p:nvPicPr>
                      <p:cNvPr id="167955" name="Object 19">
                        <a:extLst>
                          <a:ext uri="{FF2B5EF4-FFF2-40B4-BE49-F238E27FC236}">
                            <a16:creationId xmlns:a16="http://schemas.microsoft.com/office/drawing/2014/main" id="{52C7D269-D624-4F1D-AFFF-858A9A6CA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626" y="3524460"/>
                        <a:ext cx="1168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9DC20E-F719-4298-93E7-A845CB5D3CAE}"/>
              </a:ext>
            </a:extLst>
          </p:cNvPr>
          <p:cNvGrpSpPr/>
          <p:nvPr/>
        </p:nvGrpSpPr>
        <p:grpSpPr>
          <a:xfrm>
            <a:off x="6307962" y="1286707"/>
            <a:ext cx="303145" cy="2861392"/>
            <a:chOff x="6307962" y="1286707"/>
            <a:chExt cx="303145" cy="2861392"/>
          </a:xfrm>
        </p:grpSpPr>
        <p:sp>
          <p:nvSpPr>
            <p:cNvPr id="37" name="Line 25">
              <a:extLst>
                <a:ext uri="{FF2B5EF4-FFF2-40B4-BE49-F238E27FC236}">
                  <a16:creationId xmlns:a16="http://schemas.microsoft.com/office/drawing/2014/main" id="{95F4F0B6-758C-4442-B908-F62C8275E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02974" y="1286707"/>
              <a:ext cx="8133" cy="286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" name="Object 24">
              <a:extLst>
                <a:ext uri="{FF2B5EF4-FFF2-40B4-BE49-F238E27FC236}">
                  <a16:creationId xmlns:a16="http://schemas.microsoft.com/office/drawing/2014/main" id="{B01F967C-6B7D-468A-B692-29FB1D92AA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087248"/>
                </p:ext>
              </p:extLst>
            </p:nvPr>
          </p:nvGraphicFramePr>
          <p:xfrm>
            <a:off x="6307962" y="1326753"/>
            <a:ext cx="180975" cy="230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34" name="Equation" r:id="rId34" imgW="190440" imgH="241200" progId="Equation.DSMT4">
                    <p:embed/>
                  </p:oleObj>
                </mc:Choice>
                <mc:Fallback>
                  <p:oleObj name="Equation" r:id="rId34" imgW="190440" imgH="24120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5F16D81A-E66D-448E-8EFB-531560B5CC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7962" y="1326753"/>
                          <a:ext cx="180975" cy="230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5129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B95F0F4-3F91-49E7-B1A2-2D8469957BC4}"/>
              </a:ext>
            </a:extLst>
          </p:cNvPr>
          <p:cNvGrpSpPr/>
          <p:nvPr/>
        </p:nvGrpSpPr>
        <p:grpSpPr>
          <a:xfrm>
            <a:off x="6075608" y="1542753"/>
            <a:ext cx="2695872" cy="2215282"/>
            <a:chOff x="5476528" y="1707653"/>
            <a:chExt cx="2695872" cy="2215282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E76034A9-F222-43A0-9BA6-B1823F058505}"/>
                </a:ext>
              </a:extLst>
            </p:cNvPr>
            <p:cNvSpPr/>
            <p:nvPr/>
          </p:nvSpPr>
          <p:spPr>
            <a:xfrm>
              <a:off x="6372200" y="2353847"/>
              <a:ext cx="648802" cy="1128824"/>
            </a:xfrm>
            <a:custGeom>
              <a:avLst/>
              <a:gdLst>
                <a:gd name="connsiteX0" fmla="*/ 111318 w 620202"/>
                <a:gd name="connsiteY0" fmla="*/ 6488 h 1079914"/>
                <a:gd name="connsiteX1" fmla="*/ 103367 w 620202"/>
                <a:gd name="connsiteY1" fmla="*/ 46245 h 1079914"/>
                <a:gd name="connsiteX2" fmla="*/ 79513 w 620202"/>
                <a:gd name="connsiteY2" fmla="*/ 62147 h 1079914"/>
                <a:gd name="connsiteX3" fmla="*/ 55659 w 620202"/>
                <a:gd name="connsiteY3" fmla="*/ 149612 h 1079914"/>
                <a:gd name="connsiteX4" fmla="*/ 31805 w 620202"/>
                <a:gd name="connsiteY4" fmla="*/ 165514 h 1079914"/>
                <a:gd name="connsiteX5" fmla="*/ 15903 w 620202"/>
                <a:gd name="connsiteY5" fmla="*/ 213222 h 1079914"/>
                <a:gd name="connsiteX6" fmla="*/ 7951 w 620202"/>
                <a:gd name="connsiteY6" fmla="*/ 237076 h 1079914"/>
                <a:gd name="connsiteX7" fmla="*/ 0 w 620202"/>
                <a:gd name="connsiteY7" fmla="*/ 276833 h 1079914"/>
                <a:gd name="connsiteX8" fmla="*/ 7951 w 620202"/>
                <a:gd name="connsiteY8" fmla="*/ 396102 h 1079914"/>
                <a:gd name="connsiteX9" fmla="*/ 39757 w 620202"/>
                <a:gd name="connsiteY9" fmla="*/ 443810 h 1079914"/>
                <a:gd name="connsiteX10" fmla="*/ 55659 w 620202"/>
                <a:gd name="connsiteY10" fmla="*/ 475615 h 1079914"/>
                <a:gd name="connsiteX11" fmla="*/ 79513 w 620202"/>
                <a:gd name="connsiteY11" fmla="*/ 491518 h 1079914"/>
                <a:gd name="connsiteX12" fmla="*/ 103367 w 620202"/>
                <a:gd name="connsiteY12" fmla="*/ 563080 h 1079914"/>
                <a:gd name="connsiteX13" fmla="*/ 79513 w 620202"/>
                <a:gd name="connsiteY13" fmla="*/ 586933 h 1079914"/>
                <a:gd name="connsiteX14" fmla="*/ 63610 w 620202"/>
                <a:gd name="connsiteY14" fmla="*/ 618739 h 1079914"/>
                <a:gd name="connsiteX15" fmla="*/ 47708 w 620202"/>
                <a:gd name="connsiteY15" fmla="*/ 666446 h 1079914"/>
                <a:gd name="connsiteX16" fmla="*/ 39757 w 620202"/>
                <a:gd name="connsiteY16" fmla="*/ 690300 h 1079914"/>
                <a:gd name="connsiteX17" fmla="*/ 7951 w 620202"/>
                <a:gd name="connsiteY17" fmla="*/ 745960 h 1079914"/>
                <a:gd name="connsiteX18" fmla="*/ 15903 w 620202"/>
                <a:gd name="connsiteY18" fmla="*/ 1024255 h 1079914"/>
                <a:gd name="connsiteX19" fmla="*/ 31805 w 620202"/>
                <a:gd name="connsiteY19" fmla="*/ 1048109 h 1079914"/>
                <a:gd name="connsiteX20" fmla="*/ 79513 w 620202"/>
                <a:gd name="connsiteY20" fmla="*/ 1079914 h 1079914"/>
                <a:gd name="connsiteX21" fmla="*/ 246490 w 620202"/>
                <a:gd name="connsiteY21" fmla="*/ 1071963 h 1079914"/>
                <a:gd name="connsiteX22" fmla="*/ 294198 w 620202"/>
                <a:gd name="connsiteY22" fmla="*/ 1048109 h 1079914"/>
                <a:gd name="connsiteX23" fmla="*/ 326003 w 620202"/>
                <a:gd name="connsiteY23" fmla="*/ 1040158 h 1079914"/>
                <a:gd name="connsiteX24" fmla="*/ 429370 w 620202"/>
                <a:gd name="connsiteY24" fmla="*/ 1024255 h 1079914"/>
                <a:gd name="connsiteX25" fmla="*/ 477078 w 620202"/>
                <a:gd name="connsiteY25" fmla="*/ 976547 h 1079914"/>
                <a:gd name="connsiteX26" fmla="*/ 500932 w 620202"/>
                <a:gd name="connsiteY26" fmla="*/ 928840 h 1079914"/>
                <a:gd name="connsiteX27" fmla="*/ 532737 w 620202"/>
                <a:gd name="connsiteY27" fmla="*/ 881132 h 1079914"/>
                <a:gd name="connsiteX28" fmla="*/ 540689 w 620202"/>
                <a:gd name="connsiteY28" fmla="*/ 849326 h 1079914"/>
                <a:gd name="connsiteX29" fmla="*/ 556591 w 620202"/>
                <a:gd name="connsiteY29" fmla="*/ 825473 h 1079914"/>
                <a:gd name="connsiteX30" fmla="*/ 564543 w 620202"/>
                <a:gd name="connsiteY30" fmla="*/ 801619 h 1079914"/>
                <a:gd name="connsiteX31" fmla="*/ 580445 w 620202"/>
                <a:gd name="connsiteY31" fmla="*/ 777765 h 1079914"/>
                <a:gd name="connsiteX32" fmla="*/ 604299 w 620202"/>
                <a:gd name="connsiteY32" fmla="*/ 706203 h 1079914"/>
                <a:gd name="connsiteX33" fmla="*/ 612250 w 620202"/>
                <a:gd name="connsiteY33" fmla="*/ 682349 h 1079914"/>
                <a:gd name="connsiteX34" fmla="*/ 620202 w 620202"/>
                <a:gd name="connsiteY34" fmla="*/ 658495 h 1079914"/>
                <a:gd name="connsiteX35" fmla="*/ 612250 w 620202"/>
                <a:gd name="connsiteY35" fmla="*/ 284784 h 1079914"/>
                <a:gd name="connsiteX36" fmla="*/ 588397 w 620202"/>
                <a:gd name="connsiteY36" fmla="*/ 237076 h 1079914"/>
                <a:gd name="connsiteX37" fmla="*/ 548640 w 620202"/>
                <a:gd name="connsiteY37" fmla="*/ 165514 h 1079914"/>
                <a:gd name="connsiteX38" fmla="*/ 532737 w 620202"/>
                <a:gd name="connsiteY38" fmla="*/ 141660 h 1079914"/>
                <a:gd name="connsiteX39" fmla="*/ 469127 w 620202"/>
                <a:gd name="connsiteY39" fmla="*/ 109855 h 1079914"/>
                <a:gd name="connsiteX40" fmla="*/ 445273 w 620202"/>
                <a:gd name="connsiteY40" fmla="*/ 93953 h 1079914"/>
                <a:gd name="connsiteX41" fmla="*/ 413468 w 620202"/>
                <a:gd name="connsiteY41" fmla="*/ 70099 h 1079914"/>
                <a:gd name="connsiteX42" fmla="*/ 365760 w 620202"/>
                <a:gd name="connsiteY42" fmla="*/ 54196 h 1079914"/>
                <a:gd name="connsiteX43" fmla="*/ 302150 w 620202"/>
                <a:gd name="connsiteY43" fmla="*/ 38293 h 1079914"/>
                <a:gd name="connsiteX44" fmla="*/ 278296 w 620202"/>
                <a:gd name="connsiteY44" fmla="*/ 30342 h 1079914"/>
                <a:gd name="connsiteX45" fmla="*/ 222637 w 620202"/>
                <a:gd name="connsiteY45" fmla="*/ 22391 h 1079914"/>
                <a:gd name="connsiteX46" fmla="*/ 159026 w 620202"/>
                <a:gd name="connsiteY46" fmla="*/ 6488 h 1079914"/>
                <a:gd name="connsiteX47" fmla="*/ 111318 w 620202"/>
                <a:gd name="connsiteY47" fmla="*/ 6488 h 10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20202" h="1079914">
                  <a:moveTo>
                    <a:pt x="111318" y="6488"/>
                  </a:moveTo>
                  <a:cubicBezTo>
                    <a:pt x="102042" y="13114"/>
                    <a:pt x="110072" y="34511"/>
                    <a:pt x="103367" y="46245"/>
                  </a:cubicBezTo>
                  <a:cubicBezTo>
                    <a:pt x="98626" y="54542"/>
                    <a:pt x="84254" y="53850"/>
                    <a:pt x="79513" y="62147"/>
                  </a:cubicBezTo>
                  <a:cubicBezTo>
                    <a:pt x="69594" y="79506"/>
                    <a:pt x="74200" y="137252"/>
                    <a:pt x="55659" y="149612"/>
                  </a:cubicBezTo>
                  <a:lnTo>
                    <a:pt x="31805" y="165514"/>
                  </a:lnTo>
                  <a:lnTo>
                    <a:pt x="15903" y="213222"/>
                  </a:lnTo>
                  <a:cubicBezTo>
                    <a:pt x="13253" y="221173"/>
                    <a:pt x="9595" y="228857"/>
                    <a:pt x="7951" y="237076"/>
                  </a:cubicBezTo>
                  <a:lnTo>
                    <a:pt x="0" y="276833"/>
                  </a:lnTo>
                  <a:cubicBezTo>
                    <a:pt x="2650" y="316589"/>
                    <a:pt x="-1278" y="357341"/>
                    <a:pt x="7951" y="396102"/>
                  </a:cubicBezTo>
                  <a:cubicBezTo>
                    <a:pt x="12378" y="414695"/>
                    <a:pt x="31210" y="426715"/>
                    <a:pt x="39757" y="443810"/>
                  </a:cubicBezTo>
                  <a:cubicBezTo>
                    <a:pt x="45058" y="454412"/>
                    <a:pt x="48071" y="466509"/>
                    <a:pt x="55659" y="475615"/>
                  </a:cubicBezTo>
                  <a:cubicBezTo>
                    <a:pt x="61777" y="482956"/>
                    <a:pt x="71562" y="486217"/>
                    <a:pt x="79513" y="491518"/>
                  </a:cubicBezTo>
                  <a:cubicBezTo>
                    <a:pt x="100009" y="522263"/>
                    <a:pt x="124360" y="531591"/>
                    <a:pt x="103367" y="563080"/>
                  </a:cubicBezTo>
                  <a:cubicBezTo>
                    <a:pt x="97130" y="572436"/>
                    <a:pt x="87464" y="578982"/>
                    <a:pt x="79513" y="586933"/>
                  </a:cubicBezTo>
                  <a:cubicBezTo>
                    <a:pt x="74212" y="597535"/>
                    <a:pt x="68012" y="607733"/>
                    <a:pt x="63610" y="618739"/>
                  </a:cubicBezTo>
                  <a:cubicBezTo>
                    <a:pt x="57385" y="634303"/>
                    <a:pt x="53009" y="650544"/>
                    <a:pt x="47708" y="666446"/>
                  </a:cubicBezTo>
                  <a:cubicBezTo>
                    <a:pt x="45058" y="674397"/>
                    <a:pt x="43505" y="682803"/>
                    <a:pt x="39757" y="690300"/>
                  </a:cubicBezTo>
                  <a:cubicBezTo>
                    <a:pt x="19580" y="730653"/>
                    <a:pt x="30429" y="712243"/>
                    <a:pt x="7951" y="745960"/>
                  </a:cubicBezTo>
                  <a:cubicBezTo>
                    <a:pt x="10602" y="838725"/>
                    <a:pt x="8599" y="931740"/>
                    <a:pt x="15903" y="1024255"/>
                  </a:cubicBezTo>
                  <a:cubicBezTo>
                    <a:pt x="16655" y="1033782"/>
                    <a:pt x="24613" y="1041816"/>
                    <a:pt x="31805" y="1048109"/>
                  </a:cubicBezTo>
                  <a:cubicBezTo>
                    <a:pt x="46189" y="1060695"/>
                    <a:pt x="79513" y="1079914"/>
                    <a:pt x="79513" y="1079914"/>
                  </a:cubicBezTo>
                  <a:cubicBezTo>
                    <a:pt x="135172" y="1077264"/>
                    <a:pt x="190960" y="1076590"/>
                    <a:pt x="246490" y="1071963"/>
                  </a:cubicBezTo>
                  <a:cubicBezTo>
                    <a:pt x="274220" y="1069652"/>
                    <a:pt x="269288" y="1058785"/>
                    <a:pt x="294198" y="1048109"/>
                  </a:cubicBezTo>
                  <a:cubicBezTo>
                    <a:pt x="304242" y="1043804"/>
                    <a:pt x="315496" y="1043160"/>
                    <a:pt x="326003" y="1040158"/>
                  </a:cubicBezTo>
                  <a:cubicBezTo>
                    <a:pt x="387727" y="1022522"/>
                    <a:pt x="301473" y="1037044"/>
                    <a:pt x="429370" y="1024255"/>
                  </a:cubicBezTo>
                  <a:cubicBezTo>
                    <a:pt x="445273" y="1008352"/>
                    <a:pt x="469966" y="997882"/>
                    <a:pt x="477078" y="976547"/>
                  </a:cubicBezTo>
                  <a:cubicBezTo>
                    <a:pt x="488052" y="943628"/>
                    <a:pt x="480381" y="959667"/>
                    <a:pt x="500932" y="928840"/>
                  </a:cubicBezTo>
                  <a:cubicBezTo>
                    <a:pt x="525755" y="854367"/>
                    <a:pt x="485091" y="964513"/>
                    <a:pt x="532737" y="881132"/>
                  </a:cubicBezTo>
                  <a:cubicBezTo>
                    <a:pt x="538159" y="871644"/>
                    <a:pt x="536384" y="859371"/>
                    <a:pt x="540689" y="849326"/>
                  </a:cubicBezTo>
                  <a:cubicBezTo>
                    <a:pt x="544453" y="840543"/>
                    <a:pt x="552317" y="834020"/>
                    <a:pt x="556591" y="825473"/>
                  </a:cubicBezTo>
                  <a:cubicBezTo>
                    <a:pt x="560339" y="817976"/>
                    <a:pt x="560795" y="809116"/>
                    <a:pt x="564543" y="801619"/>
                  </a:cubicBezTo>
                  <a:cubicBezTo>
                    <a:pt x="568817" y="793072"/>
                    <a:pt x="576564" y="786498"/>
                    <a:pt x="580445" y="777765"/>
                  </a:cubicBezTo>
                  <a:cubicBezTo>
                    <a:pt x="580450" y="777755"/>
                    <a:pt x="600322" y="718136"/>
                    <a:pt x="604299" y="706203"/>
                  </a:cubicBezTo>
                  <a:lnTo>
                    <a:pt x="612250" y="682349"/>
                  </a:lnTo>
                  <a:lnTo>
                    <a:pt x="620202" y="658495"/>
                  </a:lnTo>
                  <a:cubicBezTo>
                    <a:pt x="617551" y="533925"/>
                    <a:pt x="617230" y="409283"/>
                    <a:pt x="612250" y="284784"/>
                  </a:cubicBezTo>
                  <a:cubicBezTo>
                    <a:pt x="611294" y="260884"/>
                    <a:pt x="597527" y="257619"/>
                    <a:pt x="588397" y="237076"/>
                  </a:cubicBezTo>
                  <a:cubicBezTo>
                    <a:pt x="544903" y="139213"/>
                    <a:pt x="600471" y="227710"/>
                    <a:pt x="548640" y="165514"/>
                  </a:cubicBezTo>
                  <a:cubicBezTo>
                    <a:pt x="542522" y="158173"/>
                    <a:pt x="540566" y="147140"/>
                    <a:pt x="532737" y="141660"/>
                  </a:cubicBezTo>
                  <a:cubicBezTo>
                    <a:pt x="513316" y="128065"/>
                    <a:pt x="488852" y="123004"/>
                    <a:pt x="469127" y="109855"/>
                  </a:cubicBezTo>
                  <a:cubicBezTo>
                    <a:pt x="461176" y="104554"/>
                    <a:pt x="453049" y="99507"/>
                    <a:pt x="445273" y="93953"/>
                  </a:cubicBezTo>
                  <a:cubicBezTo>
                    <a:pt x="434489" y="86250"/>
                    <a:pt x="425321" y="76026"/>
                    <a:pt x="413468" y="70099"/>
                  </a:cubicBezTo>
                  <a:cubicBezTo>
                    <a:pt x="398475" y="62602"/>
                    <a:pt x="382022" y="58262"/>
                    <a:pt x="365760" y="54196"/>
                  </a:cubicBezTo>
                  <a:cubicBezTo>
                    <a:pt x="344557" y="48895"/>
                    <a:pt x="322884" y="45204"/>
                    <a:pt x="302150" y="38293"/>
                  </a:cubicBezTo>
                  <a:cubicBezTo>
                    <a:pt x="294199" y="35643"/>
                    <a:pt x="286515" y="31986"/>
                    <a:pt x="278296" y="30342"/>
                  </a:cubicBezTo>
                  <a:cubicBezTo>
                    <a:pt x="259919" y="26667"/>
                    <a:pt x="241190" y="25041"/>
                    <a:pt x="222637" y="22391"/>
                  </a:cubicBezTo>
                  <a:cubicBezTo>
                    <a:pt x="168110" y="4216"/>
                    <a:pt x="235787" y="25678"/>
                    <a:pt x="159026" y="6488"/>
                  </a:cubicBezTo>
                  <a:cubicBezTo>
                    <a:pt x="117165" y="-3977"/>
                    <a:pt x="120594" y="-138"/>
                    <a:pt x="111318" y="6488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E1AFA43-4FAD-4D8E-8502-64B073A9708D}"/>
                </a:ext>
              </a:extLst>
            </p:cNvPr>
            <p:cNvSpPr/>
            <p:nvPr/>
          </p:nvSpPr>
          <p:spPr>
            <a:xfrm>
              <a:off x="5976156" y="2359565"/>
              <a:ext cx="1080120" cy="1128824"/>
            </a:xfrm>
            <a:prstGeom prst="ellipse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9B366F29-6862-4F7B-BD0D-8AC6DDC2A66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372200" y="2179163"/>
              <a:ext cx="1264568" cy="1536925"/>
            </a:xfrm>
            <a:custGeom>
              <a:avLst/>
              <a:gdLst/>
              <a:ahLst/>
              <a:cxnLst/>
              <a:rect l="0" t="0" r="0" b="0"/>
              <a:pathLst>
                <a:path w="1543049" h="1336315">
                  <a:moveTo>
                    <a:pt x="1371600" y="668157"/>
                  </a:moveTo>
                  <a:cubicBezTo>
                    <a:pt x="1371614" y="668157"/>
                    <a:pt x="1371654" y="668157"/>
                    <a:pt x="1371722" y="668155"/>
                  </a:cubicBezTo>
                  <a:cubicBezTo>
                    <a:pt x="1371816" y="668153"/>
                    <a:pt x="1371938" y="668149"/>
                    <a:pt x="1372087" y="668143"/>
                  </a:cubicBezTo>
                  <a:cubicBezTo>
                    <a:pt x="1372263" y="668135"/>
                    <a:pt x="1372465" y="668124"/>
                    <a:pt x="1372695" y="668110"/>
                  </a:cubicBezTo>
                  <a:cubicBezTo>
                    <a:pt x="1372950" y="668093"/>
                    <a:pt x="1373233" y="668072"/>
                    <a:pt x="1373543" y="668047"/>
                  </a:cubicBezTo>
                  <a:cubicBezTo>
                    <a:pt x="1373879" y="668017"/>
                    <a:pt x="1374242" y="667982"/>
                    <a:pt x="1374630" y="667942"/>
                  </a:cubicBezTo>
                  <a:cubicBezTo>
                    <a:pt x="1375045" y="667896"/>
                    <a:pt x="1375487" y="667845"/>
                    <a:pt x="1375953" y="667786"/>
                  </a:cubicBezTo>
                  <a:cubicBezTo>
                    <a:pt x="1376446" y="667721"/>
                    <a:pt x="1376965" y="667649"/>
                    <a:pt x="1377510" y="667569"/>
                  </a:cubicBezTo>
                  <a:cubicBezTo>
                    <a:pt x="1378079" y="667481"/>
                    <a:pt x="1378674" y="667385"/>
                    <a:pt x="1379294" y="667280"/>
                  </a:cubicBezTo>
                  <a:cubicBezTo>
                    <a:pt x="1379939" y="667166"/>
                    <a:pt x="1380610" y="667043"/>
                    <a:pt x="1381303" y="666911"/>
                  </a:cubicBezTo>
                  <a:cubicBezTo>
                    <a:pt x="1382023" y="666768"/>
                    <a:pt x="1382765" y="666614"/>
                    <a:pt x="1383532" y="666450"/>
                  </a:cubicBezTo>
                  <a:cubicBezTo>
                    <a:pt x="1384323" y="666275"/>
                    <a:pt x="1385137" y="666088"/>
                    <a:pt x="1385974" y="665889"/>
                  </a:cubicBezTo>
                  <a:cubicBezTo>
                    <a:pt x="1386835" y="665678"/>
                    <a:pt x="1387718" y="665455"/>
                    <a:pt x="1388625" y="665219"/>
                  </a:cubicBezTo>
                  <a:cubicBezTo>
                    <a:pt x="1389553" y="664969"/>
                    <a:pt x="1390503" y="664706"/>
                    <a:pt x="1391475" y="664429"/>
                  </a:cubicBezTo>
                  <a:cubicBezTo>
                    <a:pt x="1392468" y="664138"/>
                    <a:pt x="1393483" y="663833"/>
                    <a:pt x="1394520" y="663512"/>
                  </a:cubicBezTo>
                  <a:cubicBezTo>
                    <a:pt x="1395576" y="663177"/>
                    <a:pt x="1396653" y="662826"/>
                    <a:pt x="1397750" y="662459"/>
                  </a:cubicBezTo>
                  <a:cubicBezTo>
                    <a:pt x="1398866" y="662076"/>
                    <a:pt x="1400001" y="661677"/>
                    <a:pt x="1401156" y="661261"/>
                  </a:cubicBezTo>
                  <a:cubicBezTo>
                    <a:pt x="1402331" y="660828"/>
                    <a:pt x="1403523" y="660378"/>
                    <a:pt x="1404733" y="659910"/>
                  </a:cubicBezTo>
                  <a:cubicBezTo>
                    <a:pt x="1405961" y="659424"/>
                    <a:pt x="1407206" y="658920"/>
                    <a:pt x="1408468" y="658398"/>
                  </a:cubicBezTo>
                  <a:cubicBezTo>
                    <a:pt x="1409747" y="657857"/>
                    <a:pt x="1411042" y="657296"/>
                    <a:pt x="1412353" y="656717"/>
                  </a:cubicBezTo>
                  <a:cubicBezTo>
                    <a:pt x="1413680" y="656118"/>
                    <a:pt x="1415021" y="655499"/>
                    <a:pt x="1416377" y="654861"/>
                  </a:cubicBezTo>
                  <a:cubicBezTo>
                    <a:pt x="1417748" y="654201"/>
                    <a:pt x="1419133" y="653521"/>
                    <a:pt x="1420530" y="652821"/>
                  </a:cubicBezTo>
                  <a:cubicBezTo>
                    <a:pt x="1421941" y="652099"/>
                    <a:pt x="1423365" y="651356"/>
                    <a:pt x="1424801" y="650592"/>
                  </a:cubicBezTo>
                  <a:cubicBezTo>
                    <a:pt x="1426249" y="649806"/>
                    <a:pt x="1427707" y="648998"/>
                    <a:pt x="1429177" y="648167"/>
                  </a:cubicBezTo>
                  <a:cubicBezTo>
                    <a:pt x="1430658" y="647314"/>
                    <a:pt x="1432148" y="646439"/>
                    <a:pt x="1433648" y="645540"/>
                  </a:cubicBezTo>
                  <a:cubicBezTo>
                    <a:pt x="1435157" y="644619"/>
                    <a:pt x="1436675" y="643674"/>
                    <a:pt x="1438201" y="642706"/>
                  </a:cubicBezTo>
                  <a:cubicBezTo>
                    <a:pt x="1439735" y="641714"/>
                    <a:pt x="1441275" y="640699"/>
                    <a:pt x="1442823" y="639659"/>
                  </a:cubicBezTo>
                  <a:cubicBezTo>
                    <a:pt x="1444377" y="638595"/>
                    <a:pt x="1445937" y="637507"/>
                    <a:pt x="1447501" y="636395"/>
                  </a:cubicBezTo>
                  <a:cubicBezTo>
                    <a:pt x="1449070" y="635257"/>
                    <a:pt x="1450645" y="634095"/>
                    <a:pt x="1452222" y="632908"/>
                  </a:cubicBezTo>
                  <a:cubicBezTo>
                    <a:pt x="1453804" y="631696"/>
                    <a:pt x="1455387" y="630458"/>
                    <a:pt x="1456973" y="629195"/>
                  </a:cubicBezTo>
                  <a:cubicBezTo>
                    <a:pt x="1458561" y="627907"/>
                    <a:pt x="1460150" y="626593"/>
                    <a:pt x="1461740" y="625253"/>
                  </a:cubicBezTo>
                  <a:cubicBezTo>
                    <a:pt x="1463330" y="623888"/>
                    <a:pt x="1464920" y="622496"/>
                    <a:pt x="1466509" y="621078"/>
                  </a:cubicBezTo>
                  <a:cubicBezTo>
                    <a:pt x="1468096" y="619635"/>
                    <a:pt x="1469682" y="618165"/>
                    <a:pt x="1471265" y="616668"/>
                  </a:cubicBezTo>
                  <a:cubicBezTo>
                    <a:pt x="1472845" y="615146"/>
                    <a:pt x="1474422" y="613596"/>
                    <a:pt x="1475994" y="612020"/>
                  </a:cubicBezTo>
                  <a:cubicBezTo>
                    <a:pt x="1477562" y="610418"/>
                    <a:pt x="1479124" y="608788"/>
                    <a:pt x="1480682" y="607132"/>
                  </a:cubicBezTo>
                  <a:cubicBezTo>
                    <a:pt x="1482232" y="605450"/>
                    <a:pt x="1483776" y="603740"/>
                    <a:pt x="1485312" y="602004"/>
                  </a:cubicBezTo>
                  <a:cubicBezTo>
                    <a:pt x="1486841" y="600240"/>
                    <a:pt x="1488361" y="598450"/>
                    <a:pt x="1489873" y="596633"/>
                  </a:cubicBezTo>
                  <a:cubicBezTo>
                    <a:pt x="1491374" y="594789"/>
                    <a:pt x="1492865" y="592918"/>
                    <a:pt x="1494345" y="591019"/>
                  </a:cubicBezTo>
                  <a:cubicBezTo>
                    <a:pt x="1495815" y="589095"/>
                    <a:pt x="1497272" y="587143"/>
                    <a:pt x="1498718" y="585164"/>
                  </a:cubicBezTo>
                  <a:cubicBezTo>
                    <a:pt x="1500150" y="583158"/>
                    <a:pt x="1501568" y="581125"/>
                    <a:pt x="1502973" y="579066"/>
                  </a:cubicBezTo>
                  <a:cubicBezTo>
                    <a:pt x="1504362" y="576980"/>
                    <a:pt x="1505737" y="574867"/>
                    <a:pt x="1507096" y="572728"/>
                  </a:cubicBezTo>
                  <a:cubicBezTo>
                    <a:pt x="1508438" y="570561"/>
                    <a:pt x="1509764" y="568369"/>
                    <a:pt x="1511072" y="566149"/>
                  </a:cubicBezTo>
                  <a:cubicBezTo>
                    <a:pt x="1512363" y="563904"/>
                    <a:pt x="1513634" y="561631"/>
                    <a:pt x="1514887" y="559333"/>
                  </a:cubicBezTo>
                  <a:cubicBezTo>
                    <a:pt x="1516119" y="557009"/>
                    <a:pt x="1517331" y="554658"/>
                    <a:pt x="1518523" y="552282"/>
                  </a:cubicBezTo>
                  <a:cubicBezTo>
                    <a:pt x="1519693" y="549879"/>
                    <a:pt x="1520841" y="547451"/>
                    <a:pt x="1521968" y="544997"/>
                  </a:cubicBezTo>
                  <a:cubicBezTo>
                    <a:pt x="1523071" y="542519"/>
                    <a:pt x="1524150" y="540014"/>
                    <a:pt x="1525205" y="537484"/>
                  </a:cubicBezTo>
                  <a:cubicBezTo>
                    <a:pt x="1526235" y="534929"/>
                    <a:pt x="1527240" y="532350"/>
                    <a:pt x="1528219" y="529745"/>
                  </a:cubicBezTo>
                  <a:cubicBezTo>
                    <a:pt x="1529173" y="527116"/>
                    <a:pt x="1530099" y="524463"/>
                    <a:pt x="1530997" y="521785"/>
                  </a:cubicBezTo>
                  <a:cubicBezTo>
                    <a:pt x="1531868" y="519084"/>
                    <a:pt x="1532710" y="516358"/>
                    <a:pt x="1533523" y="513609"/>
                  </a:cubicBezTo>
                  <a:cubicBezTo>
                    <a:pt x="1534308" y="510836"/>
                    <a:pt x="1535061" y="508040"/>
                    <a:pt x="1535785" y="505220"/>
                  </a:cubicBezTo>
                  <a:cubicBezTo>
                    <a:pt x="1536477" y="502378"/>
                    <a:pt x="1537137" y="499514"/>
                    <a:pt x="1537765" y="496627"/>
                  </a:cubicBezTo>
                  <a:cubicBezTo>
                    <a:pt x="1538360" y="493717"/>
                    <a:pt x="1538923" y="490786"/>
                    <a:pt x="1539452" y="487833"/>
                  </a:cubicBezTo>
                  <a:cubicBezTo>
                    <a:pt x="1539946" y="484858"/>
                    <a:pt x="1540407" y="481863"/>
                    <a:pt x="1540832" y="478846"/>
                  </a:cubicBezTo>
                  <a:cubicBezTo>
                    <a:pt x="1541221" y="475809"/>
                    <a:pt x="1541574" y="472751"/>
                    <a:pt x="1541890" y="469673"/>
                  </a:cubicBezTo>
                  <a:cubicBezTo>
                    <a:pt x="1542170" y="466576"/>
                    <a:pt x="1542411" y="463458"/>
                    <a:pt x="1542615" y="460321"/>
                  </a:cubicBezTo>
                  <a:cubicBezTo>
                    <a:pt x="1542781" y="457165"/>
                    <a:pt x="1542907" y="453991"/>
                    <a:pt x="1542994" y="450798"/>
                  </a:cubicBezTo>
                  <a:cubicBezTo>
                    <a:pt x="1543041" y="447587"/>
                    <a:pt x="1543048" y="444358"/>
                    <a:pt x="1543014" y="441112"/>
                  </a:cubicBezTo>
                  <a:cubicBezTo>
                    <a:pt x="1542938" y="437849"/>
                    <a:pt x="1542821" y="434568"/>
                    <a:pt x="1542662" y="431271"/>
                  </a:cubicBezTo>
                  <a:cubicBezTo>
                    <a:pt x="1542462" y="427958"/>
                    <a:pt x="1542217" y="424630"/>
                    <a:pt x="1541929" y="421286"/>
                  </a:cubicBezTo>
                  <a:cubicBezTo>
                    <a:pt x="1541598" y="417926"/>
                    <a:pt x="1541223" y="414552"/>
                    <a:pt x="1540803" y="411164"/>
                  </a:cubicBezTo>
                  <a:cubicBezTo>
                    <a:pt x="1540338" y="407761"/>
                    <a:pt x="1539828" y="404345"/>
                    <a:pt x="1539272" y="400915"/>
                  </a:cubicBezTo>
                  <a:cubicBezTo>
                    <a:pt x="1538670" y="397473"/>
                    <a:pt x="1538022" y="394018"/>
                    <a:pt x="1537327" y="390551"/>
                  </a:cubicBezTo>
                  <a:cubicBezTo>
                    <a:pt x="1536585" y="387072"/>
                    <a:pt x="1535795" y="383582"/>
                    <a:pt x="1534957" y="380080"/>
                  </a:cubicBezTo>
                  <a:cubicBezTo>
                    <a:pt x="1534071" y="376569"/>
                    <a:pt x="1533138" y="373047"/>
                    <a:pt x="1532155" y="369515"/>
                  </a:cubicBezTo>
                  <a:cubicBezTo>
                    <a:pt x="1531123" y="365974"/>
                    <a:pt x="1530041" y="362424"/>
                    <a:pt x="1528911" y="358866"/>
                  </a:cubicBezTo>
                  <a:cubicBezTo>
                    <a:pt x="1527729" y="355299"/>
                    <a:pt x="1526498" y="351725"/>
                    <a:pt x="1525215" y="348144"/>
                  </a:cubicBezTo>
                  <a:cubicBezTo>
                    <a:pt x="1523882" y="344555"/>
                    <a:pt x="1522498" y="340961"/>
                    <a:pt x="1521062" y="337361"/>
                  </a:cubicBezTo>
                  <a:cubicBezTo>
                    <a:pt x="1519575" y="333755"/>
                    <a:pt x="1518035" y="330144"/>
                    <a:pt x="1516444" y="326529"/>
                  </a:cubicBezTo>
                  <a:cubicBezTo>
                    <a:pt x="1514800" y="322909"/>
                    <a:pt x="1513104" y="319286"/>
                    <a:pt x="1511354" y="315660"/>
                  </a:cubicBezTo>
                  <a:cubicBezTo>
                    <a:pt x="1509552" y="312030"/>
                    <a:pt x="1507696" y="308399"/>
                    <a:pt x="1505786" y="304766"/>
                  </a:cubicBezTo>
                  <a:cubicBezTo>
                    <a:pt x="1503824" y="301131"/>
                    <a:pt x="1501808" y="297496"/>
                    <a:pt x="1499736" y="293860"/>
                  </a:cubicBezTo>
                  <a:cubicBezTo>
                    <a:pt x="1497612" y="290225"/>
                    <a:pt x="1495432" y="286590"/>
                    <a:pt x="1493199" y="282956"/>
                  </a:cubicBezTo>
                  <a:cubicBezTo>
                    <a:pt x="1490911" y="279323"/>
                    <a:pt x="1488567" y="275693"/>
                    <a:pt x="1486169" y="272065"/>
                  </a:cubicBezTo>
                  <a:cubicBezTo>
                    <a:pt x="1483716" y="268440"/>
                    <a:pt x="1481208" y="264819"/>
                    <a:pt x="1478645" y="261202"/>
                  </a:cubicBezTo>
                  <a:cubicBezTo>
                    <a:pt x="1476025" y="257589"/>
                    <a:pt x="1473351" y="253981"/>
                    <a:pt x="1470622" y="250379"/>
                  </a:cubicBezTo>
                  <a:cubicBezTo>
                    <a:pt x="1467837" y="246783"/>
                    <a:pt x="1464996" y="243193"/>
                    <a:pt x="1462099" y="239610"/>
                  </a:cubicBezTo>
                  <a:cubicBezTo>
                    <a:pt x="1459147" y="236035"/>
                    <a:pt x="1456139" y="232467"/>
                    <a:pt x="1453075" y="228909"/>
                  </a:cubicBezTo>
                  <a:cubicBezTo>
                    <a:pt x="1449955" y="225359"/>
                    <a:pt x="1446780" y="221819"/>
                    <a:pt x="1443548" y="218288"/>
                  </a:cubicBezTo>
                  <a:cubicBezTo>
                    <a:pt x="1440261" y="214769"/>
                    <a:pt x="1436918" y="211260"/>
                    <a:pt x="1433519" y="207763"/>
                  </a:cubicBezTo>
                  <a:cubicBezTo>
                    <a:pt x="1430065" y="204278"/>
                    <a:pt x="1426555" y="200806"/>
                    <a:pt x="1422988" y="197347"/>
                  </a:cubicBezTo>
                  <a:cubicBezTo>
                    <a:pt x="1419367" y="193901"/>
                    <a:pt x="1415690" y="190470"/>
                    <a:pt x="1411956" y="187053"/>
                  </a:cubicBezTo>
                  <a:cubicBezTo>
                    <a:pt x="1408168" y="183652"/>
                    <a:pt x="1404325" y="180266"/>
                    <a:pt x="1400426" y="176896"/>
                  </a:cubicBezTo>
                  <a:cubicBezTo>
                    <a:pt x="1396472" y="173543"/>
                    <a:pt x="1392464" y="170208"/>
                    <a:pt x="1388400" y="166890"/>
                  </a:cubicBezTo>
                  <a:cubicBezTo>
                    <a:pt x="1384281" y="163590"/>
                    <a:pt x="1380108" y="160309"/>
                    <a:pt x="1375880" y="157048"/>
                  </a:cubicBezTo>
                  <a:cubicBezTo>
                    <a:pt x="1371598" y="153806"/>
                    <a:pt x="1367262" y="150584"/>
                    <a:pt x="1362873" y="147384"/>
                  </a:cubicBezTo>
                  <a:cubicBezTo>
                    <a:pt x="1358429" y="144204"/>
                    <a:pt x="1353931" y="141047"/>
                    <a:pt x="1349380" y="137912"/>
                  </a:cubicBezTo>
                  <a:cubicBezTo>
                    <a:pt x="1344777" y="134800"/>
                    <a:pt x="1340120" y="131711"/>
                    <a:pt x="1335410" y="128645"/>
                  </a:cubicBezTo>
                  <a:cubicBezTo>
                    <a:pt x="1330648" y="125605"/>
                    <a:pt x="1325833" y="122589"/>
                    <a:pt x="1320967" y="119598"/>
                  </a:cubicBezTo>
                  <a:cubicBezTo>
                    <a:pt x="1316049" y="116634"/>
                    <a:pt x="1311079" y="113695"/>
                    <a:pt x="1306058" y="110784"/>
                  </a:cubicBezTo>
                  <a:cubicBezTo>
                    <a:pt x="1300986" y="107899"/>
                    <a:pt x="1295864" y="105043"/>
                    <a:pt x="1290691" y="102215"/>
                  </a:cubicBezTo>
                  <a:cubicBezTo>
                    <a:pt x="1285468" y="99416"/>
                    <a:pt x="1280196" y="96646"/>
                    <a:pt x="1274873" y="93906"/>
                  </a:cubicBezTo>
                  <a:cubicBezTo>
                    <a:pt x="1269502" y="91196"/>
                    <a:pt x="1264083" y="88517"/>
                    <a:pt x="1258615" y="85869"/>
                  </a:cubicBezTo>
                  <a:cubicBezTo>
                    <a:pt x="1253098" y="83252"/>
                    <a:pt x="1247535" y="80668"/>
                    <a:pt x="1241923" y="78116"/>
                  </a:cubicBezTo>
                  <a:cubicBezTo>
                    <a:pt x="1236266" y="75598"/>
                    <a:pt x="1230561" y="73113"/>
                    <a:pt x="1224811" y="70662"/>
                  </a:cubicBezTo>
                  <a:cubicBezTo>
                    <a:pt x="1219015" y="68245"/>
                    <a:pt x="1213173" y="65864"/>
                    <a:pt x="1207287" y="63517"/>
                  </a:cubicBezTo>
                  <a:cubicBezTo>
                    <a:pt x="1201356" y="61207"/>
                    <a:pt x="1195381" y="58932"/>
                    <a:pt x="1189363" y="56695"/>
                  </a:cubicBezTo>
                  <a:cubicBezTo>
                    <a:pt x="1183302" y="54494"/>
                    <a:pt x="1177198" y="52331"/>
                    <a:pt x="1171052" y="50206"/>
                  </a:cubicBezTo>
                  <a:cubicBezTo>
                    <a:pt x="1164864" y="48119"/>
                    <a:pt x="1158635" y="46072"/>
                    <a:pt x="1152365" y="44063"/>
                  </a:cubicBezTo>
                  <a:cubicBezTo>
                    <a:pt x="1146056" y="42094"/>
                    <a:pt x="1139706" y="40165"/>
                    <a:pt x="1133317" y="38277"/>
                  </a:cubicBezTo>
                  <a:cubicBezTo>
                    <a:pt x="1126889" y="36429"/>
                    <a:pt x="1120424" y="34623"/>
                    <a:pt x="1113920" y="32858"/>
                  </a:cubicBezTo>
                  <a:cubicBezTo>
                    <a:pt x="1107380" y="31135"/>
                    <a:pt x="1100803" y="29455"/>
                    <a:pt x="1094191" y="27818"/>
                  </a:cubicBezTo>
                  <a:cubicBezTo>
                    <a:pt x="1087541" y="26224"/>
                    <a:pt x="1080858" y="24673"/>
                    <a:pt x="1074141" y="23166"/>
                  </a:cubicBezTo>
                  <a:cubicBezTo>
                    <a:pt x="1067390" y="21704"/>
                    <a:pt x="1060605" y="20286"/>
                    <a:pt x="1053788" y="18913"/>
                  </a:cubicBezTo>
                  <a:cubicBezTo>
                    <a:pt x="1046939" y="17586"/>
                    <a:pt x="1040059" y="16304"/>
                    <a:pt x="1033148" y="15068"/>
                  </a:cubicBezTo>
                  <a:cubicBezTo>
                    <a:pt x="1026206" y="13879"/>
                    <a:pt x="1019236" y="12736"/>
                    <a:pt x="1012237" y="11640"/>
                  </a:cubicBezTo>
                  <a:cubicBezTo>
                    <a:pt x="1005208" y="10592"/>
                    <a:pt x="998153" y="9591"/>
                    <a:pt x="991071" y="8638"/>
                  </a:cubicBezTo>
                  <a:cubicBezTo>
                    <a:pt x="983962" y="7733"/>
                    <a:pt x="976828" y="6877"/>
                    <a:pt x="969669" y="6070"/>
                  </a:cubicBezTo>
                  <a:cubicBezTo>
                    <a:pt x="962485" y="5312"/>
                    <a:pt x="955277" y="4603"/>
                    <a:pt x="948047" y="3944"/>
                  </a:cubicBezTo>
                  <a:cubicBezTo>
                    <a:pt x="940795" y="3335"/>
                    <a:pt x="933520" y="2776"/>
                    <a:pt x="926225" y="2267"/>
                  </a:cubicBezTo>
                  <a:cubicBezTo>
                    <a:pt x="918910" y="1809"/>
                    <a:pt x="911575" y="1402"/>
                    <a:pt x="904221" y="1047"/>
                  </a:cubicBezTo>
                  <a:cubicBezTo>
                    <a:pt x="896849" y="742"/>
                    <a:pt x="889460" y="490"/>
                    <a:pt x="882054" y="289"/>
                  </a:cubicBezTo>
                  <a:cubicBezTo>
                    <a:pt x="874632" y="140"/>
                    <a:pt x="867194" y="44"/>
                    <a:pt x="859743" y="0"/>
                  </a:cubicBezTo>
                  <a:cubicBezTo>
                    <a:pt x="852277" y="8"/>
                    <a:pt x="844799" y="70"/>
                    <a:pt x="837308" y="185"/>
                  </a:cubicBezTo>
                  <a:cubicBezTo>
                    <a:pt x="829805" y="353"/>
                    <a:pt x="822292" y="574"/>
                    <a:pt x="814769" y="849"/>
                  </a:cubicBezTo>
                  <a:cubicBezTo>
                    <a:pt x="807236" y="1178"/>
                    <a:pt x="799695" y="1560"/>
                    <a:pt x="792146" y="1997"/>
                  </a:cubicBezTo>
                  <a:cubicBezTo>
                    <a:pt x="784590" y="2488"/>
                    <a:pt x="777028" y="3033"/>
                    <a:pt x="769460" y="3632"/>
                  </a:cubicBezTo>
                  <a:cubicBezTo>
                    <a:pt x="761888" y="4286"/>
                    <a:pt x="754311" y="4995"/>
                    <a:pt x="746731" y="5758"/>
                  </a:cubicBezTo>
                  <a:cubicBezTo>
                    <a:pt x="739149" y="6577"/>
                    <a:pt x="731566" y="7450"/>
                    <a:pt x="723981" y="8379"/>
                  </a:cubicBezTo>
                  <a:cubicBezTo>
                    <a:pt x="716397" y="9362"/>
                    <a:pt x="708814" y="10401"/>
                    <a:pt x="701232" y="11495"/>
                  </a:cubicBezTo>
                  <a:cubicBezTo>
                    <a:pt x="693651" y="12644"/>
                    <a:pt x="686075" y="13849"/>
                    <a:pt x="678503" y="15109"/>
                  </a:cubicBezTo>
                  <a:cubicBezTo>
                    <a:pt x="670935" y="16424"/>
                    <a:pt x="663372" y="17796"/>
                    <a:pt x="655816" y="19222"/>
                  </a:cubicBezTo>
                  <a:cubicBezTo>
                    <a:pt x="648267" y="20704"/>
                    <a:pt x="640726" y="22242"/>
                    <a:pt x="633193" y="23835"/>
                  </a:cubicBezTo>
                  <a:cubicBezTo>
                    <a:pt x="625670" y="25484"/>
                    <a:pt x="618158" y="27188"/>
                    <a:pt x="610656" y="28948"/>
                  </a:cubicBezTo>
                  <a:cubicBezTo>
                    <a:pt x="603167" y="30763"/>
                    <a:pt x="595690" y="32634"/>
                    <a:pt x="588226" y="34560"/>
                  </a:cubicBezTo>
                  <a:cubicBezTo>
                    <a:pt x="580778" y="36542"/>
                    <a:pt x="573344" y="38579"/>
                    <a:pt x="565926" y="40671"/>
                  </a:cubicBezTo>
                  <a:cubicBezTo>
                    <a:pt x="558524" y="42819"/>
                    <a:pt x="551141" y="45021"/>
                    <a:pt x="543776" y="47279"/>
                  </a:cubicBezTo>
                  <a:cubicBezTo>
                    <a:pt x="536429" y="49591"/>
                    <a:pt x="529103" y="51959"/>
                    <a:pt x="521798" y="54381"/>
                  </a:cubicBezTo>
                  <a:cubicBezTo>
                    <a:pt x="514514" y="56858"/>
                    <a:pt x="507252" y="59389"/>
                    <a:pt x="500014" y="61975"/>
                  </a:cubicBezTo>
                  <a:cubicBezTo>
                    <a:pt x="492799" y="64615"/>
                    <a:pt x="485610" y="67310"/>
                    <a:pt x="478445" y="70058"/>
                  </a:cubicBezTo>
                  <a:cubicBezTo>
                    <a:pt x="471307" y="72860"/>
                    <a:pt x="464196" y="75716"/>
                    <a:pt x="457113" y="78626"/>
                  </a:cubicBezTo>
                  <a:cubicBezTo>
                    <a:pt x="450059" y="81589"/>
                    <a:pt x="443034" y="84605"/>
                    <a:pt x="436039" y="87674"/>
                  </a:cubicBezTo>
                  <a:cubicBezTo>
                    <a:pt x="429076" y="90796"/>
                    <a:pt x="422144" y="93970"/>
                    <a:pt x="415244" y="97197"/>
                  </a:cubicBezTo>
                  <a:cubicBezTo>
                    <a:pt x="408378" y="100477"/>
                    <a:pt x="401546" y="103808"/>
                    <a:pt x="394750" y="107191"/>
                  </a:cubicBezTo>
                  <a:cubicBezTo>
                    <a:pt x="387988" y="110625"/>
                    <a:pt x="381263" y="114111"/>
                    <a:pt x="374575" y="117648"/>
                  </a:cubicBezTo>
                  <a:cubicBezTo>
                    <a:pt x="367925" y="121236"/>
                    <a:pt x="361313" y="124874"/>
                    <a:pt x="354742" y="128563"/>
                  </a:cubicBezTo>
                  <a:cubicBezTo>
                    <a:pt x="348209" y="132301"/>
                    <a:pt x="341718" y="136090"/>
                    <a:pt x="335269" y="139928"/>
                  </a:cubicBezTo>
                  <a:cubicBezTo>
                    <a:pt x="328862" y="143815"/>
                    <a:pt x="322498" y="147751"/>
                    <a:pt x="316177" y="151735"/>
                  </a:cubicBezTo>
                  <a:cubicBezTo>
                    <a:pt x="309902" y="155768"/>
                    <a:pt x="303671" y="159848"/>
                    <a:pt x="297486" y="163977"/>
                  </a:cubicBezTo>
                  <a:cubicBezTo>
                    <a:pt x="291348" y="168152"/>
                    <a:pt x="285257" y="172375"/>
                    <a:pt x="279215" y="176644"/>
                  </a:cubicBezTo>
                  <a:cubicBezTo>
                    <a:pt x="273221" y="180960"/>
                    <a:pt x="267276" y="185321"/>
                    <a:pt x="261381" y="189728"/>
                  </a:cubicBezTo>
                  <a:cubicBezTo>
                    <a:pt x="255538" y="194180"/>
                    <a:pt x="249745" y="198677"/>
                    <a:pt x="244004" y="203218"/>
                  </a:cubicBezTo>
                  <a:cubicBezTo>
                    <a:pt x="238317" y="207804"/>
                    <a:pt x="232683" y="212433"/>
                    <a:pt x="227102" y="217105"/>
                  </a:cubicBezTo>
                  <a:cubicBezTo>
                    <a:pt x="221577" y="221821"/>
                    <a:pt x="216107" y="226579"/>
                    <a:pt x="210692" y="231379"/>
                  </a:cubicBezTo>
                  <a:cubicBezTo>
                    <a:pt x="205335" y="236220"/>
                    <a:pt x="200034" y="241103"/>
                    <a:pt x="194792" y="246027"/>
                  </a:cubicBezTo>
                  <a:cubicBezTo>
                    <a:pt x="189607" y="250991"/>
                    <a:pt x="184482" y="255995"/>
                    <a:pt x="179416" y="261038"/>
                  </a:cubicBezTo>
                  <a:cubicBezTo>
                    <a:pt x="174411" y="266121"/>
                    <a:pt x="169466" y="271242"/>
                    <a:pt x="164583" y="276401"/>
                  </a:cubicBezTo>
                  <a:cubicBezTo>
                    <a:pt x="159761" y="281598"/>
                    <a:pt x="155002" y="286832"/>
                    <a:pt x="150306" y="292102"/>
                  </a:cubicBezTo>
                  <a:cubicBezTo>
                    <a:pt x="145674" y="297409"/>
                    <a:pt x="141106" y="302753"/>
                    <a:pt x="136602" y="308131"/>
                  </a:cubicBezTo>
                  <a:cubicBezTo>
                    <a:pt x="132163" y="313543"/>
                    <a:pt x="127791" y="318990"/>
                    <a:pt x="123484" y="324471"/>
                  </a:cubicBezTo>
                  <a:cubicBezTo>
                    <a:pt x="119244" y="329985"/>
                    <a:pt x="115071" y="335533"/>
                    <a:pt x="110966" y="341112"/>
                  </a:cubicBezTo>
                  <a:cubicBezTo>
                    <a:pt x="106930" y="346723"/>
                    <a:pt x="102962" y="352365"/>
                    <a:pt x="99062" y="358038"/>
                  </a:cubicBezTo>
                  <a:cubicBezTo>
                    <a:pt x="95233" y="363741"/>
                    <a:pt x="91473" y="369473"/>
                    <a:pt x="87784" y="375235"/>
                  </a:cubicBezTo>
                  <a:cubicBezTo>
                    <a:pt x="84166" y="381025"/>
                    <a:pt x="80619" y="386843"/>
                    <a:pt x="77143" y="392689"/>
                  </a:cubicBezTo>
                  <a:cubicBezTo>
                    <a:pt x="73740" y="398561"/>
                    <a:pt x="70410" y="404460"/>
                    <a:pt x="67152" y="410384"/>
                  </a:cubicBezTo>
                  <a:cubicBezTo>
                    <a:pt x="63967" y="416334"/>
                    <a:pt x="60857" y="422308"/>
                    <a:pt x="57820" y="428307"/>
                  </a:cubicBezTo>
                  <a:cubicBezTo>
                    <a:pt x="54858" y="434329"/>
                    <a:pt x="51970" y="440373"/>
                    <a:pt x="49158" y="446440"/>
                  </a:cubicBezTo>
                  <a:cubicBezTo>
                    <a:pt x="46421" y="452529"/>
                    <a:pt x="43759" y="458639"/>
                    <a:pt x="41174" y="464769"/>
                  </a:cubicBezTo>
                  <a:cubicBezTo>
                    <a:pt x="38665" y="470920"/>
                    <a:pt x="36233" y="477090"/>
                    <a:pt x="33878" y="483278"/>
                  </a:cubicBezTo>
                  <a:cubicBezTo>
                    <a:pt x="31600" y="489485"/>
                    <a:pt x="29399" y="495709"/>
                    <a:pt x="27276" y="501950"/>
                  </a:cubicBezTo>
                  <a:cubicBezTo>
                    <a:pt x="25231" y="508207"/>
                    <a:pt x="23264" y="514481"/>
                    <a:pt x="21376" y="520769"/>
                  </a:cubicBezTo>
                  <a:cubicBezTo>
                    <a:pt x="19567" y="527072"/>
                    <a:pt x="17836" y="533388"/>
                    <a:pt x="16185" y="539718"/>
                  </a:cubicBezTo>
                  <a:cubicBezTo>
                    <a:pt x="14613" y="546061"/>
                    <a:pt x="13120" y="552416"/>
                    <a:pt x="11707" y="558782"/>
                  </a:cubicBezTo>
                  <a:cubicBezTo>
                    <a:pt x="10374" y="565158"/>
                    <a:pt x="9121" y="571545"/>
                    <a:pt x="7948" y="577942"/>
                  </a:cubicBezTo>
                  <a:cubicBezTo>
                    <a:pt x="6855" y="584347"/>
                    <a:pt x="5842" y="590761"/>
                    <a:pt x="4911" y="597182"/>
                  </a:cubicBezTo>
                  <a:cubicBezTo>
                    <a:pt x="4059" y="603611"/>
                    <a:pt x="3289" y="610045"/>
                    <a:pt x="2599" y="616485"/>
                  </a:cubicBezTo>
                  <a:cubicBezTo>
                    <a:pt x="1991" y="622931"/>
                    <a:pt x="1463" y="629381"/>
                    <a:pt x="1016" y="635835"/>
                  </a:cubicBezTo>
                  <a:cubicBezTo>
                    <a:pt x="651" y="642292"/>
                    <a:pt x="366" y="648751"/>
                    <a:pt x="163" y="655212"/>
                  </a:cubicBezTo>
                  <a:cubicBezTo>
                    <a:pt x="41" y="661675"/>
                    <a:pt x="0" y="668138"/>
                    <a:pt x="40" y="674602"/>
                  </a:cubicBezTo>
                  <a:cubicBezTo>
                    <a:pt x="162" y="681064"/>
                    <a:pt x="365" y="687526"/>
                    <a:pt x="649" y="693985"/>
                  </a:cubicBezTo>
                  <a:cubicBezTo>
                    <a:pt x="1014" y="700442"/>
                    <a:pt x="1460" y="706896"/>
                    <a:pt x="1987" y="713346"/>
                  </a:cubicBezTo>
                  <a:cubicBezTo>
                    <a:pt x="2596" y="719791"/>
                    <a:pt x="3285" y="726232"/>
                    <a:pt x="4055" y="732667"/>
                  </a:cubicBezTo>
                  <a:cubicBezTo>
                    <a:pt x="4906" y="739095"/>
                    <a:pt x="5837" y="745516"/>
                    <a:pt x="6849" y="751930"/>
                  </a:cubicBezTo>
                  <a:cubicBezTo>
                    <a:pt x="7941" y="758335"/>
                    <a:pt x="9114" y="764732"/>
                    <a:pt x="10366" y="771119"/>
                  </a:cubicBezTo>
                  <a:cubicBezTo>
                    <a:pt x="11699" y="777496"/>
                    <a:pt x="13112" y="783862"/>
                    <a:pt x="14604" y="790217"/>
                  </a:cubicBezTo>
                  <a:cubicBezTo>
                    <a:pt x="16175" y="796559"/>
                    <a:pt x="17826" y="802889"/>
                    <a:pt x="19557" y="809206"/>
                  </a:cubicBezTo>
                  <a:cubicBezTo>
                    <a:pt x="21366" y="815509"/>
                    <a:pt x="23254" y="821797"/>
                    <a:pt x="25220" y="828070"/>
                  </a:cubicBezTo>
                  <a:cubicBezTo>
                    <a:pt x="27264" y="834328"/>
                    <a:pt x="29387" y="840569"/>
                    <a:pt x="31587" y="846794"/>
                  </a:cubicBezTo>
                  <a:cubicBezTo>
                    <a:pt x="33864" y="853000"/>
                    <a:pt x="36219" y="859189"/>
                    <a:pt x="38651" y="865359"/>
                  </a:cubicBezTo>
                  <a:cubicBezTo>
                    <a:pt x="41160" y="871509"/>
                    <a:pt x="43744" y="877640"/>
                    <a:pt x="46405" y="883750"/>
                  </a:cubicBezTo>
                  <a:cubicBezTo>
                    <a:pt x="49142" y="889839"/>
                    <a:pt x="51954" y="895906"/>
                    <a:pt x="54841" y="901950"/>
                  </a:cubicBezTo>
                  <a:cubicBezTo>
                    <a:pt x="57803" y="907973"/>
                    <a:pt x="60839" y="913971"/>
                    <a:pt x="63950" y="919946"/>
                  </a:cubicBezTo>
                  <a:cubicBezTo>
                    <a:pt x="67133" y="925896"/>
                    <a:pt x="70391" y="931820"/>
                    <a:pt x="73721" y="937719"/>
                  </a:cubicBezTo>
                  <a:cubicBezTo>
                    <a:pt x="77124" y="943592"/>
                    <a:pt x="80599" y="949437"/>
                    <a:pt x="84145" y="955256"/>
                  </a:cubicBezTo>
                  <a:cubicBezTo>
                    <a:pt x="87763" y="961046"/>
                    <a:pt x="91452" y="966808"/>
                    <a:pt x="95211" y="972540"/>
                  </a:cubicBezTo>
                  <a:cubicBezTo>
                    <a:pt x="99040" y="978243"/>
                    <a:pt x="102939" y="983917"/>
                    <a:pt x="106907" y="989559"/>
                  </a:cubicBezTo>
                  <a:cubicBezTo>
                    <a:pt x="110943" y="995170"/>
                    <a:pt x="115048" y="1000749"/>
                    <a:pt x="119220" y="1006296"/>
                  </a:cubicBezTo>
                  <a:cubicBezTo>
                    <a:pt x="123460" y="1011811"/>
                    <a:pt x="127766" y="1017292"/>
                    <a:pt x="132138" y="1022740"/>
                  </a:cubicBezTo>
                  <a:cubicBezTo>
                    <a:pt x="136576" y="1028152"/>
                    <a:pt x="141079" y="1033531"/>
                    <a:pt x="145647" y="1038874"/>
                  </a:cubicBezTo>
                  <a:cubicBezTo>
                    <a:pt x="150280" y="1044181"/>
                    <a:pt x="154975" y="1049452"/>
                    <a:pt x="159734" y="1054687"/>
                  </a:cubicBezTo>
                  <a:cubicBezTo>
                    <a:pt x="164555" y="1059883"/>
                    <a:pt x="169438" y="1065043"/>
                    <a:pt x="174382" y="1070164"/>
                  </a:cubicBezTo>
                  <a:cubicBezTo>
                    <a:pt x="179387" y="1075247"/>
                    <a:pt x="184453" y="1080290"/>
                    <a:pt x="189578" y="1085295"/>
                  </a:cubicBezTo>
                  <a:cubicBezTo>
                    <a:pt x="194761" y="1090259"/>
                    <a:pt x="200004" y="1095182"/>
                    <a:pt x="205304" y="1100066"/>
                  </a:cubicBezTo>
                  <a:cubicBezTo>
                    <a:pt x="210662" y="1104907"/>
                    <a:pt x="216075" y="1109708"/>
                    <a:pt x="221545" y="1114466"/>
                  </a:cubicBezTo>
                  <a:cubicBezTo>
                    <a:pt x="227071" y="1119181"/>
                    <a:pt x="232650" y="1123854"/>
                    <a:pt x="238284" y="1128484"/>
                  </a:cubicBezTo>
                  <a:cubicBezTo>
                    <a:pt x="243972" y="1133069"/>
                    <a:pt x="249712" y="1137611"/>
                    <a:pt x="255504" y="1142108"/>
                  </a:cubicBezTo>
                  <a:cubicBezTo>
                    <a:pt x="261348" y="1146561"/>
                    <a:pt x="267242" y="1150968"/>
                    <a:pt x="273186" y="1155330"/>
                  </a:cubicBezTo>
                  <a:cubicBezTo>
                    <a:pt x="279180" y="1159645"/>
                    <a:pt x="285223" y="1163915"/>
                    <a:pt x="291313" y="1168137"/>
                  </a:cubicBezTo>
                  <a:cubicBezTo>
                    <a:pt x="297451" y="1172313"/>
                    <a:pt x="303635" y="1176442"/>
                    <a:pt x="309866" y="1180523"/>
                  </a:cubicBezTo>
                  <a:cubicBezTo>
                    <a:pt x="316141" y="1184556"/>
                    <a:pt x="322461" y="1188541"/>
                    <a:pt x="328825" y="1192477"/>
                  </a:cubicBezTo>
                  <a:cubicBezTo>
                    <a:pt x="335232" y="1196364"/>
                    <a:pt x="341681" y="1200202"/>
                    <a:pt x="348172" y="1203991"/>
                  </a:cubicBezTo>
                  <a:cubicBezTo>
                    <a:pt x="354704" y="1207730"/>
                    <a:pt x="361276" y="1211419"/>
                    <a:pt x="367887" y="1215057"/>
                  </a:cubicBezTo>
                  <a:cubicBezTo>
                    <a:pt x="374536" y="1218645"/>
                    <a:pt x="381224" y="1222182"/>
                    <a:pt x="387949" y="1225669"/>
                  </a:cubicBezTo>
                  <a:cubicBezTo>
                    <a:pt x="394710" y="1229104"/>
                    <a:pt x="401507" y="1232487"/>
                    <a:pt x="408339" y="1235818"/>
                  </a:cubicBezTo>
                  <a:cubicBezTo>
                    <a:pt x="415205" y="1239098"/>
                    <a:pt x="422104" y="1242325"/>
                    <a:pt x="429035" y="1245500"/>
                  </a:cubicBezTo>
                  <a:cubicBezTo>
                    <a:pt x="435999" y="1248622"/>
                    <a:pt x="442994" y="1251692"/>
                    <a:pt x="450018" y="1254708"/>
                  </a:cubicBezTo>
                  <a:cubicBezTo>
                    <a:pt x="457072" y="1257671"/>
                    <a:pt x="464155" y="1260581"/>
                    <a:pt x="471266" y="1263438"/>
                  </a:cubicBezTo>
                  <a:cubicBezTo>
                    <a:pt x="478404" y="1266240"/>
                    <a:pt x="485568" y="1268989"/>
                    <a:pt x="492758" y="1271683"/>
                  </a:cubicBezTo>
                  <a:cubicBezTo>
                    <a:pt x="499972" y="1274324"/>
                    <a:pt x="507211" y="1276910"/>
                    <a:pt x="514472" y="1279442"/>
                  </a:cubicBezTo>
                  <a:cubicBezTo>
                    <a:pt x="521756" y="1281919"/>
                    <a:pt x="529061" y="1284341"/>
                    <a:pt x="536387" y="1286709"/>
                  </a:cubicBezTo>
                  <a:cubicBezTo>
                    <a:pt x="543733" y="1289022"/>
                    <a:pt x="551099" y="1291280"/>
                    <a:pt x="558482" y="1293483"/>
                  </a:cubicBezTo>
                  <a:cubicBezTo>
                    <a:pt x="565883" y="1295631"/>
                    <a:pt x="573301" y="1297723"/>
                    <a:pt x="580735" y="1299760"/>
                  </a:cubicBezTo>
                  <a:cubicBezTo>
                    <a:pt x="588183" y="1301742"/>
                    <a:pt x="595647" y="1303669"/>
                    <a:pt x="603124" y="1305540"/>
                  </a:cubicBezTo>
                  <a:cubicBezTo>
                    <a:pt x="610613" y="1307356"/>
                    <a:pt x="618115" y="1309116"/>
                    <a:pt x="625627" y="1310820"/>
                  </a:cubicBezTo>
                  <a:cubicBezTo>
                    <a:pt x="633150" y="1312470"/>
                    <a:pt x="640682" y="1314063"/>
                    <a:pt x="648224" y="1315601"/>
                  </a:cubicBezTo>
                  <a:cubicBezTo>
                    <a:pt x="655772" y="1317083"/>
                    <a:pt x="663329" y="1318510"/>
                    <a:pt x="670891" y="1319882"/>
                  </a:cubicBezTo>
                  <a:cubicBezTo>
                    <a:pt x="678459" y="1321198"/>
                    <a:pt x="686032" y="1322458"/>
                    <a:pt x="693608" y="1323663"/>
                  </a:cubicBezTo>
                  <a:cubicBezTo>
                    <a:pt x="701188" y="1324813"/>
                    <a:pt x="708770" y="1325907"/>
                    <a:pt x="716354" y="1326946"/>
                  </a:cubicBezTo>
                  <a:cubicBezTo>
                    <a:pt x="723938" y="1327930"/>
                    <a:pt x="731523" y="1328859"/>
                    <a:pt x="739106" y="1329732"/>
                  </a:cubicBezTo>
                  <a:cubicBezTo>
                    <a:pt x="746688" y="1330551"/>
                    <a:pt x="754267" y="1331315"/>
                    <a:pt x="761844" y="1332024"/>
                  </a:cubicBezTo>
                  <a:cubicBezTo>
                    <a:pt x="769417" y="1332678"/>
                    <a:pt x="776984" y="1333278"/>
                    <a:pt x="784547" y="1333823"/>
                  </a:cubicBezTo>
                  <a:cubicBezTo>
                    <a:pt x="792102" y="1334314"/>
                    <a:pt x="799651" y="1334751"/>
                    <a:pt x="807193" y="1335134"/>
                  </a:cubicBezTo>
                  <a:cubicBezTo>
                    <a:pt x="814725" y="1335463"/>
                    <a:pt x="822249" y="1335738"/>
                    <a:pt x="829762" y="1335960"/>
                  </a:cubicBezTo>
                  <a:cubicBezTo>
                    <a:pt x="837264" y="1336128"/>
                    <a:pt x="844755" y="1336243"/>
                    <a:pt x="852234" y="1336305"/>
                  </a:cubicBezTo>
                  <a:cubicBezTo>
                    <a:pt x="859699" y="1336314"/>
                    <a:pt x="867152" y="1336271"/>
                    <a:pt x="874588" y="1336175"/>
                  </a:cubicBezTo>
                  <a:cubicBezTo>
                    <a:pt x="882011" y="1336026"/>
                    <a:pt x="889417" y="1335826"/>
                    <a:pt x="896807" y="1335573"/>
                  </a:cubicBezTo>
                  <a:cubicBezTo>
                    <a:pt x="904178" y="1335269"/>
                    <a:pt x="911532" y="1334914"/>
                    <a:pt x="918867" y="1334507"/>
                  </a:cubicBezTo>
                  <a:cubicBezTo>
                    <a:pt x="926183" y="1334050"/>
                    <a:pt x="933479" y="1333542"/>
                    <a:pt x="940753" y="1332983"/>
                  </a:cubicBezTo>
                  <a:cubicBezTo>
                    <a:pt x="948006" y="1332374"/>
                    <a:pt x="955235" y="1331715"/>
                    <a:pt x="962444" y="1331006"/>
                  </a:cubicBezTo>
                  <a:cubicBezTo>
                    <a:pt x="969627" y="1330249"/>
                    <a:pt x="976787" y="1329442"/>
                    <a:pt x="983921" y="1328586"/>
                  </a:cubicBezTo>
                  <a:cubicBezTo>
                    <a:pt x="991030" y="1327681"/>
                    <a:pt x="998113" y="1326729"/>
                    <a:pt x="1005168" y="1325728"/>
                  </a:cubicBezTo>
                  <a:cubicBezTo>
                    <a:pt x="1012196" y="1324680"/>
                    <a:pt x="1019196" y="1323584"/>
                    <a:pt x="1026167" y="1322442"/>
                  </a:cubicBezTo>
                  <a:cubicBezTo>
                    <a:pt x="1033108" y="1321253"/>
                    <a:pt x="1040019" y="1320018"/>
                    <a:pt x="1046900" y="1318736"/>
                  </a:cubicBezTo>
                  <a:cubicBezTo>
                    <a:pt x="1053749" y="1317408"/>
                    <a:pt x="1060566" y="1316036"/>
                    <a:pt x="1067350" y="1314618"/>
                  </a:cubicBezTo>
                  <a:cubicBezTo>
                    <a:pt x="1074102" y="1313156"/>
                    <a:pt x="1080820" y="1311650"/>
                    <a:pt x="1087503" y="1310099"/>
                  </a:cubicBezTo>
                  <a:cubicBezTo>
                    <a:pt x="1094152" y="1308505"/>
                    <a:pt x="1100765" y="1306868"/>
                    <a:pt x="1107342" y="1305188"/>
                  </a:cubicBezTo>
                  <a:cubicBezTo>
                    <a:pt x="1113883" y="1303466"/>
                    <a:pt x="1120387" y="1301701"/>
                    <a:pt x="1126852" y="1299896"/>
                  </a:cubicBezTo>
                  <a:cubicBezTo>
                    <a:pt x="1133280" y="1298048"/>
                    <a:pt x="1139669" y="1296160"/>
                    <a:pt x="1146019" y="1294231"/>
                  </a:cubicBezTo>
                  <a:cubicBezTo>
                    <a:pt x="1152330" y="1292262"/>
                    <a:pt x="1158599" y="1290254"/>
                    <a:pt x="1164828" y="1288206"/>
                  </a:cubicBezTo>
                  <a:cubicBezTo>
                    <a:pt x="1171017" y="1286120"/>
                    <a:pt x="1177163" y="1283995"/>
                    <a:pt x="1183267" y="1281832"/>
                  </a:cubicBezTo>
                  <a:cubicBezTo>
                    <a:pt x="1189329" y="1279632"/>
                    <a:pt x="1195347" y="1277395"/>
                    <a:pt x="1201322" y="1275120"/>
                  </a:cubicBezTo>
                  <a:cubicBezTo>
                    <a:pt x="1207253" y="1272810"/>
                    <a:pt x="1213139" y="1270464"/>
                    <a:pt x="1218981" y="1268082"/>
                  </a:cubicBezTo>
                  <a:cubicBezTo>
                    <a:pt x="1224778" y="1265666"/>
                    <a:pt x="1230528" y="1263215"/>
                    <a:pt x="1236233" y="1260731"/>
                  </a:cubicBezTo>
                  <a:cubicBezTo>
                    <a:pt x="1241891" y="1258212"/>
                    <a:pt x="1247502" y="1255661"/>
                    <a:pt x="1253066" y="1253077"/>
                  </a:cubicBezTo>
                  <a:cubicBezTo>
                    <a:pt x="1258583" y="1250461"/>
                    <a:pt x="1264052" y="1247813"/>
                    <a:pt x="1269471" y="1245134"/>
                  </a:cubicBezTo>
                  <a:cubicBezTo>
                    <a:pt x="1274842" y="1242424"/>
                    <a:pt x="1280164" y="1239684"/>
                    <a:pt x="1285438" y="1236914"/>
                  </a:cubicBezTo>
                  <a:cubicBezTo>
                    <a:pt x="1290661" y="1234115"/>
                    <a:pt x="1295834" y="1231287"/>
                    <a:pt x="1300957" y="1228431"/>
                  </a:cubicBezTo>
                  <a:cubicBezTo>
                    <a:pt x="1306029" y="1225547"/>
                    <a:pt x="1311050" y="1222636"/>
                    <a:pt x="1316020" y="1219697"/>
                  </a:cubicBezTo>
                  <a:cubicBezTo>
                    <a:pt x="1320939" y="1216733"/>
                    <a:pt x="1325806" y="1213743"/>
                    <a:pt x="1330620" y="1210727"/>
                  </a:cubicBezTo>
                  <a:cubicBezTo>
                    <a:pt x="1335383" y="1207686"/>
                    <a:pt x="1340093" y="1204621"/>
                    <a:pt x="1344750" y="1201532"/>
                  </a:cubicBezTo>
                  <a:cubicBezTo>
                    <a:pt x="1349354" y="1198420"/>
                    <a:pt x="1353906" y="1195285"/>
                    <a:pt x="1358403" y="1192128"/>
                  </a:cubicBezTo>
                  <a:cubicBezTo>
                    <a:pt x="1362847" y="1188948"/>
                    <a:pt x="1367237" y="1185748"/>
                    <a:pt x="1371574" y="1182527"/>
                  </a:cubicBezTo>
                  <a:cubicBezTo>
                    <a:pt x="1375856" y="1179285"/>
                    <a:pt x="1380084" y="1176024"/>
                    <a:pt x="1384257" y="1172743"/>
                  </a:cubicBezTo>
                  <a:cubicBezTo>
                    <a:pt x="1388376" y="1169443"/>
                    <a:pt x="1392440" y="1166125"/>
                    <a:pt x="1396450" y="1162790"/>
                  </a:cubicBezTo>
                  <a:cubicBezTo>
                    <a:pt x="1400404" y="1159437"/>
                    <a:pt x="1404302" y="1156068"/>
                    <a:pt x="1408146" y="1152682"/>
                  </a:cubicBezTo>
                  <a:cubicBezTo>
                    <a:pt x="1411935" y="1149281"/>
                    <a:pt x="1415668" y="1145864"/>
                    <a:pt x="1419345" y="1142433"/>
                  </a:cubicBezTo>
                  <a:cubicBezTo>
                    <a:pt x="1422967" y="1138988"/>
                    <a:pt x="1426533" y="1135528"/>
                    <a:pt x="1430044" y="1132056"/>
                  </a:cubicBezTo>
                  <a:cubicBezTo>
                    <a:pt x="1433499" y="1128572"/>
                    <a:pt x="1436898" y="1125075"/>
                    <a:pt x="1440242" y="1121566"/>
                  </a:cubicBezTo>
                  <a:cubicBezTo>
                    <a:pt x="1443529" y="1118047"/>
                    <a:pt x="1446761" y="1114517"/>
                    <a:pt x="1449936" y="1110977"/>
                  </a:cubicBezTo>
                  <a:cubicBezTo>
                    <a:pt x="1453056" y="1107427"/>
                    <a:pt x="1456120" y="1103868"/>
                    <a:pt x="1459129" y="1100301"/>
                  </a:cubicBezTo>
                  <a:cubicBezTo>
                    <a:pt x="1462081" y="1096726"/>
                    <a:pt x="1464978" y="1093143"/>
                    <a:pt x="1467820" y="1089554"/>
                  </a:cubicBezTo>
                  <a:cubicBezTo>
                    <a:pt x="1470605" y="1085957"/>
                    <a:pt x="1473335" y="1082355"/>
                    <a:pt x="1476009" y="1078747"/>
                  </a:cubicBezTo>
                  <a:cubicBezTo>
                    <a:pt x="1478628" y="1075135"/>
                    <a:pt x="1481193" y="1071517"/>
                    <a:pt x="1483701" y="1067896"/>
                  </a:cubicBezTo>
                  <a:cubicBezTo>
                    <a:pt x="1486154" y="1064272"/>
                    <a:pt x="1488553" y="1060644"/>
                    <a:pt x="1490896" y="1057013"/>
                  </a:cubicBezTo>
                  <a:cubicBezTo>
                    <a:pt x="1493184" y="1053381"/>
                    <a:pt x="1495419" y="1049747"/>
                    <a:pt x="1497598" y="1046112"/>
                  </a:cubicBezTo>
                  <a:cubicBezTo>
                    <a:pt x="1499723" y="1042477"/>
                    <a:pt x="1501794" y="1038841"/>
                    <a:pt x="1503811" y="1035206"/>
                  </a:cubicBezTo>
                  <a:cubicBezTo>
                    <a:pt x="1505775" y="1031571"/>
                    <a:pt x="1507684" y="1027938"/>
                    <a:pt x="1509540" y="1024307"/>
                  </a:cubicBezTo>
                  <a:cubicBezTo>
                    <a:pt x="1511343" y="1020678"/>
                    <a:pt x="1513092" y="1017052"/>
                    <a:pt x="1514789" y="1013429"/>
                  </a:cubicBezTo>
                  <a:cubicBezTo>
                    <a:pt x="1516434" y="1009809"/>
                    <a:pt x="1518025" y="1006194"/>
                    <a:pt x="1519565" y="1002583"/>
                  </a:cubicBezTo>
                  <a:cubicBezTo>
                    <a:pt x="1521053" y="998977"/>
                    <a:pt x="1522488" y="995377"/>
                    <a:pt x="1523873" y="991782"/>
                  </a:cubicBezTo>
                  <a:cubicBezTo>
                    <a:pt x="1525206" y="988194"/>
                    <a:pt x="1526489" y="984612"/>
                    <a:pt x="1527721" y="981038"/>
                  </a:cubicBezTo>
                  <a:cubicBezTo>
                    <a:pt x="1528903" y="977472"/>
                    <a:pt x="1530034" y="973914"/>
                    <a:pt x="1531116" y="970363"/>
                  </a:cubicBezTo>
                  <a:cubicBezTo>
                    <a:pt x="1532148" y="966822"/>
                    <a:pt x="1533131" y="963291"/>
                    <a:pt x="1534066" y="959769"/>
                  </a:cubicBezTo>
                  <a:cubicBezTo>
                    <a:pt x="1534952" y="956257"/>
                    <a:pt x="1535789" y="952756"/>
                    <a:pt x="1536580" y="949265"/>
                  </a:cubicBezTo>
                  <a:cubicBezTo>
                    <a:pt x="1537322" y="945787"/>
                    <a:pt x="1538017" y="942319"/>
                    <a:pt x="1538666" y="938865"/>
                  </a:cubicBezTo>
                  <a:cubicBezTo>
                    <a:pt x="1539268" y="935422"/>
                    <a:pt x="1539825" y="931992"/>
                    <a:pt x="1540335" y="928576"/>
                  </a:cubicBezTo>
                  <a:cubicBezTo>
                    <a:pt x="1540800" y="925174"/>
                    <a:pt x="1541220" y="921785"/>
                    <a:pt x="1541596" y="918411"/>
                  </a:cubicBezTo>
                  <a:cubicBezTo>
                    <a:pt x="1541928" y="915052"/>
                    <a:pt x="1542215" y="911707"/>
                    <a:pt x="1542460" y="908378"/>
                  </a:cubicBezTo>
                  <a:cubicBezTo>
                    <a:pt x="1542662" y="905065"/>
                    <a:pt x="1542821" y="901769"/>
                    <a:pt x="1542938" y="898488"/>
                  </a:cubicBezTo>
                  <a:cubicBezTo>
                    <a:pt x="1543014" y="895225"/>
                    <a:pt x="1543048" y="891978"/>
                    <a:pt x="1543041" y="888749"/>
                  </a:cubicBezTo>
                  <a:cubicBezTo>
                    <a:pt x="1542994" y="885538"/>
                    <a:pt x="1542908" y="882345"/>
                    <a:pt x="1542782" y="879171"/>
                  </a:cubicBezTo>
                  <a:cubicBezTo>
                    <a:pt x="1542617" y="876015"/>
                    <a:pt x="1542413" y="872878"/>
                    <a:pt x="1542172" y="869761"/>
                  </a:cubicBezTo>
                  <a:cubicBezTo>
                    <a:pt x="1541893" y="866663"/>
                    <a:pt x="1541576" y="863585"/>
                    <a:pt x="1541224" y="860527"/>
                  </a:cubicBezTo>
                  <a:cubicBezTo>
                    <a:pt x="1540835" y="857489"/>
                    <a:pt x="1540410" y="854473"/>
                    <a:pt x="1539950" y="851477"/>
                  </a:cubicBezTo>
                  <a:cubicBezTo>
                    <a:pt x="1539456" y="848502"/>
                    <a:pt x="1538927" y="845549"/>
                    <a:pt x="1538365" y="842618"/>
                  </a:cubicBezTo>
                  <a:cubicBezTo>
                    <a:pt x="1537770" y="839708"/>
                    <a:pt x="1537141" y="836821"/>
                    <a:pt x="1536481" y="833956"/>
                  </a:cubicBezTo>
                  <a:cubicBezTo>
                    <a:pt x="1535789" y="831114"/>
                    <a:pt x="1535067" y="828295"/>
                    <a:pt x="1534313" y="825499"/>
                  </a:cubicBezTo>
                  <a:cubicBezTo>
                    <a:pt x="1533530" y="822725"/>
                    <a:pt x="1532717" y="819976"/>
                    <a:pt x="1531874" y="817250"/>
                  </a:cubicBezTo>
                  <a:cubicBezTo>
                    <a:pt x="1531004" y="814548"/>
                    <a:pt x="1530105" y="811871"/>
                    <a:pt x="1529180" y="809217"/>
                  </a:cubicBezTo>
                  <a:cubicBezTo>
                    <a:pt x="1528226" y="806588"/>
                    <a:pt x="1527247" y="803984"/>
                    <a:pt x="1526242" y="801404"/>
                  </a:cubicBezTo>
                  <a:cubicBezTo>
                    <a:pt x="1525212" y="798849"/>
                    <a:pt x="1524157" y="796319"/>
                    <a:pt x="1523078" y="793814"/>
                  </a:cubicBezTo>
                  <a:cubicBezTo>
                    <a:pt x="1521976" y="791335"/>
                    <a:pt x="1520851" y="788881"/>
                    <a:pt x="1519702" y="786453"/>
                  </a:cubicBezTo>
                  <a:cubicBezTo>
                    <a:pt x="1518532" y="784050"/>
                    <a:pt x="1517341" y="781674"/>
                    <a:pt x="1516128" y="779323"/>
                  </a:cubicBezTo>
                  <a:cubicBezTo>
                    <a:pt x="1514896" y="776998"/>
                    <a:pt x="1513643" y="774700"/>
                    <a:pt x="1512372" y="772428"/>
                  </a:cubicBezTo>
                  <a:cubicBezTo>
                    <a:pt x="1511082" y="770182"/>
                    <a:pt x="1509774" y="767963"/>
                    <a:pt x="1508448" y="765769"/>
                  </a:cubicBezTo>
                  <a:cubicBezTo>
                    <a:pt x="1507106" y="763603"/>
                    <a:pt x="1505748" y="761463"/>
                    <a:pt x="1504373" y="759350"/>
                  </a:cubicBezTo>
                  <a:cubicBezTo>
                    <a:pt x="1502983" y="757264"/>
                    <a:pt x="1501579" y="755204"/>
                    <a:pt x="1500160" y="753172"/>
                  </a:cubicBezTo>
                  <a:cubicBezTo>
                    <a:pt x="1498729" y="751165"/>
                    <a:pt x="1497284" y="749187"/>
                    <a:pt x="1495827" y="747235"/>
                  </a:cubicBezTo>
                  <a:cubicBezTo>
                    <a:pt x="1494357" y="745309"/>
                    <a:pt x="1492876" y="743411"/>
                    <a:pt x="1491386" y="741540"/>
                  </a:cubicBezTo>
                  <a:cubicBezTo>
                    <a:pt x="1489884" y="739696"/>
                    <a:pt x="1488373" y="737878"/>
                    <a:pt x="1486853" y="736088"/>
                  </a:cubicBezTo>
                  <a:cubicBezTo>
                    <a:pt x="1485325" y="734324"/>
                    <a:pt x="1483789" y="732588"/>
                    <a:pt x="1482244" y="730878"/>
                  </a:cubicBezTo>
                  <a:cubicBezTo>
                    <a:pt x="1480694" y="729195"/>
                    <a:pt x="1479137" y="727539"/>
                    <a:pt x="1477575" y="725909"/>
                  </a:cubicBezTo>
                  <a:cubicBezTo>
                    <a:pt x="1476007" y="724307"/>
                    <a:pt x="1474434" y="722730"/>
                    <a:pt x="1472858" y="721181"/>
                  </a:cubicBezTo>
                  <a:cubicBezTo>
                    <a:pt x="1471278" y="719658"/>
                    <a:pt x="1469695" y="718161"/>
                    <a:pt x="1468109" y="716691"/>
                  </a:cubicBezTo>
                  <a:cubicBezTo>
                    <a:pt x="1466522" y="715247"/>
                    <a:pt x="1464933" y="713829"/>
                    <a:pt x="1463343" y="712437"/>
                  </a:cubicBezTo>
                  <a:cubicBezTo>
                    <a:pt x="1461753" y="711071"/>
                    <a:pt x="1460164" y="709732"/>
                    <a:pt x="1458575" y="708418"/>
                  </a:cubicBezTo>
                  <a:cubicBezTo>
                    <a:pt x="1456986" y="707129"/>
                    <a:pt x="1455400" y="705866"/>
                    <a:pt x="1453817" y="704628"/>
                  </a:cubicBezTo>
                  <a:cubicBezTo>
                    <a:pt x="1452235" y="703416"/>
                    <a:pt x="1450658" y="702229"/>
                    <a:pt x="1449084" y="701066"/>
                  </a:cubicBezTo>
                  <a:cubicBezTo>
                    <a:pt x="1447514" y="699929"/>
                    <a:pt x="1445949" y="698816"/>
                    <a:pt x="1444389" y="697728"/>
                  </a:cubicBezTo>
                  <a:cubicBezTo>
                    <a:pt x="1442835" y="696664"/>
                    <a:pt x="1441288" y="695624"/>
                    <a:pt x="1439747" y="694608"/>
                  </a:cubicBezTo>
                  <a:cubicBezTo>
                    <a:pt x="1438214" y="693616"/>
                    <a:pt x="1436688" y="692648"/>
                    <a:pt x="1435170" y="691703"/>
                  </a:cubicBezTo>
                  <a:cubicBezTo>
                    <a:pt x="1433661" y="690782"/>
                    <a:pt x="1432161" y="689883"/>
                    <a:pt x="1430670" y="689007"/>
                  </a:cubicBezTo>
                  <a:cubicBezTo>
                    <a:pt x="1429190" y="688154"/>
                    <a:pt x="1427720" y="687323"/>
                    <a:pt x="1426261" y="686515"/>
                  </a:cubicBezTo>
                  <a:cubicBezTo>
                    <a:pt x="1424813" y="685728"/>
                    <a:pt x="1423377" y="684964"/>
                    <a:pt x="1421954" y="684221"/>
                  </a:cubicBezTo>
                  <a:cubicBezTo>
                    <a:pt x="1420542" y="683499"/>
                    <a:pt x="1419144" y="682798"/>
                    <a:pt x="1417760" y="682118"/>
                  </a:cubicBezTo>
                  <a:cubicBezTo>
                    <a:pt x="1416389" y="681459"/>
                    <a:pt x="1415033" y="680820"/>
                    <a:pt x="1413691" y="680201"/>
                  </a:cubicBezTo>
                  <a:cubicBezTo>
                    <a:pt x="1412364" y="679602"/>
                    <a:pt x="1411053" y="679022"/>
                    <a:pt x="1409758" y="678462"/>
                  </a:cubicBezTo>
                  <a:cubicBezTo>
                    <a:pt x="1408479" y="677921"/>
                    <a:pt x="1407216" y="677398"/>
                    <a:pt x="1405972" y="676894"/>
                  </a:cubicBezTo>
                  <a:cubicBezTo>
                    <a:pt x="1404744" y="676408"/>
                    <a:pt x="1403533" y="675940"/>
                    <a:pt x="1402341" y="675490"/>
                  </a:cubicBezTo>
                  <a:cubicBezTo>
                    <a:pt x="1401167" y="675057"/>
                    <a:pt x="1400011" y="674640"/>
                    <a:pt x="1398876" y="674241"/>
                  </a:cubicBezTo>
                  <a:cubicBezTo>
                    <a:pt x="1397759" y="673858"/>
                    <a:pt x="1396662" y="673491"/>
                    <a:pt x="1395585" y="673140"/>
                  </a:cubicBezTo>
                  <a:cubicBezTo>
                    <a:pt x="1394529" y="672804"/>
                    <a:pt x="1393492" y="672484"/>
                    <a:pt x="1392478" y="672178"/>
                  </a:cubicBezTo>
                  <a:cubicBezTo>
                    <a:pt x="1391484" y="671887"/>
                    <a:pt x="1390511" y="671610"/>
                    <a:pt x="1389561" y="671347"/>
                  </a:cubicBezTo>
                  <a:cubicBezTo>
                    <a:pt x="1388632" y="671098"/>
                    <a:pt x="1387726" y="670861"/>
                    <a:pt x="1386843" y="670638"/>
                  </a:cubicBezTo>
                  <a:cubicBezTo>
                    <a:pt x="1385982" y="670427"/>
                    <a:pt x="1385144" y="670228"/>
                    <a:pt x="1384330" y="670041"/>
                  </a:cubicBezTo>
                  <a:cubicBezTo>
                    <a:pt x="1383540" y="669866"/>
                    <a:pt x="1382772" y="669701"/>
                    <a:pt x="1382029" y="669548"/>
                  </a:cubicBezTo>
                  <a:cubicBezTo>
                    <a:pt x="1381309" y="669405"/>
                    <a:pt x="1380615" y="669272"/>
                    <a:pt x="1379945" y="669149"/>
                  </a:cubicBezTo>
                  <a:cubicBezTo>
                    <a:pt x="1379300" y="669035"/>
                    <a:pt x="1378679" y="668930"/>
                    <a:pt x="1378084" y="668834"/>
                  </a:cubicBezTo>
                  <a:cubicBezTo>
                    <a:pt x="1377514" y="668746"/>
                    <a:pt x="1376969" y="668666"/>
                    <a:pt x="1376451" y="668593"/>
                  </a:cubicBezTo>
                  <a:cubicBezTo>
                    <a:pt x="1375958" y="668528"/>
                    <a:pt x="1375490" y="668470"/>
                    <a:pt x="1375049" y="668418"/>
                  </a:cubicBezTo>
                  <a:cubicBezTo>
                    <a:pt x="1374634" y="668372"/>
                    <a:pt x="1374245" y="668332"/>
                    <a:pt x="1373882" y="668297"/>
                  </a:cubicBezTo>
                  <a:cubicBezTo>
                    <a:pt x="1373546" y="668267"/>
                    <a:pt x="1373236" y="668242"/>
                    <a:pt x="1372953" y="668221"/>
                  </a:cubicBezTo>
                  <a:cubicBezTo>
                    <a:pt x="1372697" y="668204"/>
                    <a:pt x="1372467" y="668190"/>
                    <a:pt x="1372264" y="668179"/>
                  </a:cubicBezTo>
                  <a:cubicBezTo>
                    <a:pt x="1372088" y="668171"/>
                    <a:pt x="1371940" y="668165"/>
                    <a:pt x="1371817" y="668161"/>
                  </a:cubicBezTo>
                  <a:cubicBezTo>
                    <a:pt x="1371722" y="668159"/>
                    <a:pt x="1371655" y="668157"/>
                    <a:pt x="1371614" y="668157"/>
                  </a:cubicBezTo>
                </a:path>
              </a:pathLst>
            </a:cu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Line 92">
              <a:extLst>
                <a:ext uri="{FF2B5EF4-FFF2-40B4-BE49-F238E27FC236}">
                  <a16:creationId xmlns:a16="http://schemas.microsoft.com/office/drawing/2014/main" id="{876A461B-A701-4DA9-8E04-3CCC92395D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16688" y="1707653"/>
              <a:ext cx="0" cy="2215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92">
              <a:extLst>
                <a:ext uri="{FF2B5EF4-FFF2-40B4-BE49-F238E27FC236}">
                  <a16:creationId xmlns:a16="http://schemas.microsoft.com/office/drawing/2014/main" id="{EF45F0B8-A3E4-4F74-9662-579BBF70B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6528" y="2932113"/>
              <a:ext cx="26958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5189B18-BA15-4995-9650-7F2BE6D9F5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077836"/>
                </p:ext>
              </p:extLst>
            </p:nvPr>
          </p:nvGraphicFramePr>
          <p:xfrm>
            <a:off x="7976361" y="301975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91" name="Equation" r:id="rId4" imgW="177480" imgH="190440" progId="Equation.DSMT4">
                    <p:embed/>
                  </p:oleObj>
                </mc:Choice>
                <mc:Fallback>
                  <p:oleObj name="Equation" r:id="rId4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976361" y="3019751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DE9AF8F-14CB-4D06-9BF5-4D1159C937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9999027"/>
                </p:ext>
              </p:extLst>
            </p:nvPr>
          </p:nvGraphicFramePr>
          <p:xfrm>
            <a:off x="6325716" y="183081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92" name="Equation" r:id="rId6" imgW="190440" imgH="241200" progId="Equation.DSMT4">
                    <p:embed/>
                  </p:oleObj>
                </mc:Choice>
                <mc:Fallback>
                  <p:oleObj name="Equation" r:id="rId6" imgW="1904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325716" y="1830814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458F207-7A3E-4823-A0E4-C02D6CFDF3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2263606"/>
                </p:ext>
              </p:extLst>
            </p:nvPr>
          </p:nvGraphicFramePr>
          <p:xfrm>
            <a:off x="6505329" y="2961069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093" name="Equation" r:id="rId8" imgW="228600" imgH="241200" progId="Equation.DSMT4">
                    <p:embed/>
                  </p:oleObj>
                </mc:Choice>
                <mc:Fallback>
                  <p:oleObj name="Equation" r:id="rId8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05329" y="2961069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17">
            <a:extLst>
              <a:ext uri="{FF2B5EF4-FFF2-40B4-BE49-F238E27FC236}">
                <a16:creationId xmlns:a16="http://schemas.microsoft.com/office/drawing/2014/main" id="{34089AE5-C976-4C6E-974D-34A3C43E5B83}"/>
              </a:ext>
            </a:extLst>
          </p:cNvPr>
          <p:cNvSpPr txBox="1">
            <a:spLocks noChangeArrowheads="1"/>
          </p:cNvSpPr>
          <p:nvPr/>
        </p:nvSpPr>
        <p:spPr>
          <a:xfrm>
            <a:off x="908152" y="158563"/>
            <a:ext cx="310673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9 </a:t>
            </a:r>
            <a:r>
              <a:rPr lang="zh-CN" altLang="en-US" sz="2400" b="1" dirty="0">
                <a:latin typeface="+mj-ea"/>
              </a:rPr>
              <a:t>计算心形线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6C12CA97-24BE-4074-80E8-318DAFE6F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728" y="150664"/>
            <a:ext cx="28168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与圆      所围图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C82E00A9-0900-41BF-9592-932FA442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40" y="662214"/>
            <a:ext cx="167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形的面积</a:t>
            </a:r>
            <a:r>
              <a:rPr lang="en-US" altLang="zh-CN" sz="2400" b="1" dirty="0">
                <a:latin typeface="+mj-ea"/>
                <a:ea typeface="+mj-ea"/>
              </a:rPr>
              <a:t>.   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aphicFrame>
        <p:nvGraphicFramePr>
          <p:cNvPr id="16" name="Object 21">
            <a:extLst>
              <a:ext uri="{FF2B5EF4-FFF2-40B4-BE49-F238E27FC236}">
                <a16:creationId xmlns:a16="http://schemas.microsoft.com/office/drawing/2014/main" id="{B729160E-FE97-46A1-B67F-8576ABE30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01681"/>
              </p:ext>
            </p:extLst>
          </p:nvPr>
        </p:nvGraphicFramePr>
        <p:xfrm>
          <a:off x="3248920" y="249564"/>
          <a:ext cx="287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4" name="Equation" r:id="rId10" imgW="2869920" imgH="342720" progId="Equation.DSMT4">
                  <p:embed/>
                </p:oleObj>
              </mc:Choice>
              <mc:Fallback>
                <p:oleObj name="Equation" r:id="rId10" imgW="2869920" imgH="342720" progId="Equation.DSMT4">
                  <p:embed/>
                  <p:pic>
                    <p:nvPicPr>
                      <p:cNvPr id="204821" name="Object 21">
                        <a:extLst>
                          <a:ext uri="{FF2B5EF4-FFF2-40B4-BE49-F238E27FC236}">
                            <a16:creationId xmlns:a16="http://schemas.microsoft.com/office/drawing/2014/main" id="{04A1CB33-D2DE-46DC-92AB-0464638A2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920" y="249564"/>
                        <a:ext cx="287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0">
            <a:extLst>
              <a:ext uri="{FF2B5EF4-FFF2-40B4-BE49-F238E27FC236}">
                <a16:creationId xmlns:a16="http://schemas.microsoft.com/office/drawing/2014/main" id="{59CE3FD3-3822-401F-8A5B-99729D392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148992"/>
              </p:ext>
            </p:extLst>
          </p:nvPr>
        </p:nvGraphicFramePr>
        <p:xfrm>
          <a:off x="6888439" y="313064"/>
          <a:ext cx="723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5" name="Equation" r:id="rId12" imgW="723600" imgH="279360" progId="Equation.DSMT4">
                  <p:embed/>
                </p:oleObj>
              </mc:Choice>
              <mc:Fallback>
                <p:oleObj name="Equation" r:id="rId12" imgW="723600" imgH="279360" progId="Equation.DSMT4">
                  <p:embed/>
                  <p:pic>
                    <p:nvPicPr>
                      <p:cNvPr id="204830" name="Object 30">
                        <a:extLst>
                          <a:ext uri="{FF2B5EF4-FFF2-40B4-BE49-F238E27FC236}">
                            <a16:creationId xmlns:a16="http://schemas.microsoft.com/office/drawing/2014/main" id="{23CDC2D5-7677-40F9-8AA3-5843449CB4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439" y="313064"/>
                        <a:ext cx="7239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0">
            <a:extLst>
              <a:ext uri="{FF2B5EF4-FFF2-40B4-BE49-F238E27FC236}">
                <a16:creationId xmlns:a16="http://schemas.microsoft.com/office/drawing/2014/main" id="{44B15EDE-6F06-4201-8628-51420BDE7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216" y="1213403"/>
            <a:ext cx="23209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利用对称性，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0527C25A-EA98-46A8-8521-F47FC6E1A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6592" y="1213402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所求面积</a:t>
            </a:r>
          </a:p>
        </p:txBody>
      </p:sp>
      <p:graphicFrame>
        <p:nvGraphicFramePr>
          <p:cNvPr id="20" name="Object 39">
            <a:extLst>
              <a:ext uri="{FF2B5EF4-FFF2-40B4-BE49-F238E27FC236}">
                <a16:creationId xmlns:a16="http://schemas.microsoft.com/office/drawing/2014/main" id="{9B776A98-B356-41FE-944B-63D726D264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984204"/>
              </p:ext>
            </p:extLst>
          </p:nvPr>
        </p:nvGraphicFramePr>
        <p:xfrm>
          <a:off x="908152" y="1917462"/>
          <a:ext cx="4191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6" name="Equation" r:id="rId14" imgW="4190760" imgH="787320" progId="Equation.DSMT4">
                  <p:embed/>
                </p:oleObj>
              </mc:Choice>
              <mc:Fallback>
                <p:oleObj name="Equation" r:id="rId14" imgW="4190760" imgH="787320" progId="Equation.DSMT4">
                  <p:embed/>
                  <p:pic>
                    <p:nvPicPr>
                      <p:cNvPr id="204839" name="Object 39">
                        <a:extLst>
                          <a:ext uri="{FF2B5EF4-FFF2-40B4-BE49-F238E27FC236}">
                            <a16:creationId xmlns:a16="http://schemas.microsoft.com/office/drawing/2014/main" id="{AC7377AA-2236-439F-BFE7-41A8A945C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152" y="1917462"/>
                        <a:ext cx="41910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1">
            <a:extLst>
              <a:ext uri="{FF2B5EF4-FFF2-40B4-BE49-F238E27FC236}">
                <a16:creationId xmlns:a16="http://schemas.microsoft.com/office/drawing/2014/main" id="{6F902DA8-C17F-4437-81DF-C503B8507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091664"/>
              </p:ext>
            </p:extLst>
          </p:nvPr>
        </p:nvGraphicFramePr>
        <p:xfrm>
          <a:off x="1196010" y="2782725"/>
          <a:ext cx="494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7" name="Equation" r:id="rId16" imgW="4940280" imgH="787320" progId="Equation.DSMT4">
                  <p:embed/>
                </p:oleObj>
              </mc:Choice>
              <mc:Fallback>
                <p:oleObj name="Equation" r:id="rId16" imgW="4940280" imgH="787320" progId="Equation.DSMT4">
                  <p:embed/>
                  <p:pic>
                    <p:nvPicPr>
                      <p:cNvPr id="204841" name="Object 41">
                        <a:extLst>
                          <a:ext uri="{FF2B5EF4-FFF2-40B4-BE49-F238E27FC236}">
                            <a16:creationId xmlns:a16="http://schemas.microsoft.com/office/drawing/2014/main" id="{F4DDC7FF-3C74-4DEB-B05A-05EE0F380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010" y="2782725"/>
                        <a:ext cx="4940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3">
            <a:extLst>
              <a:ext uri="{FF2B5EF4-FFF2-40B4-BE49-F238E27FC236}">
                <a16:creationId xmlns:a16="http://schemas.microsoft.com/office/drawing/2014/main" id="{BA2AE1E0-D372-41C4-8DDE-24779313B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884236"/>
              </p:ext>
            </p:extLst>
          </p:nvPr>
        </p:nvGraphicFramePr>
        <p:xfrm>
          <a:off x="1196010" y="3758035"/>
          <a:ext cx="4556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98" name="Equation" r:id="rId18" imgW="4559040" imgH="723600" progId="Equation.DSMT4">
                  <p:embed/>
                </p:oleObj>
              </mc:Choice>
              <mc:Fallback>
                <p:oleObj name="Equation" r:id="rId18" imgW="4559040" imgH="723600" progId="Equation.DSMT4">
                  <p:embed/>
                  <p:pic>
                    <p:nvPicPr>
                      <p:cNvPr id="204843" name="Object 43">
                        <a:extLst>
                          <a:ext uri="{FF2B5EF4-FFF2-40B4-BE49-F238E27FC236}">
                            <a16:creationId xmlns:a16="http://schemas.microsoft.com/office/drawing/2014/main" id="{0A6536A1-1E9B-4253-AAF7-B26DA6D2E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010" y="3758035"/>
                        <a:ext cx="45561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64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BCC8D2DD-22A9-4E6F-8CAA-0A8693D2D2B6}"/>
              </a:ext>
            </a:extLst>
          </p:cNvPr>
          <p:cNvSpPr>
            <a:spLocks/>
          </p:cNvSpPr>
          <p:nvPr/>
        </p:nvSpPr>
        <p:spPr>
          <a:xfrm>
            <a:off x="5242370" y="2082712"/>
            <a:ext cx="3152835" cy="1163829"/>
          </a:xfrm>
          <a:custGeom>
            <a:avLst/>
            <a:gdLst/>
            <a:ahLst/>
            <a:cxnLst/>
            <a:rect l="0" t="0" r="0" b="0"/>
            <a:pathLst>
              <a:path w="2286001" h="1714501">
                <a:moveTo>
                  <a:pt x="2286000" y="857250"/>
                </a:moveTo>
                <a:cubicBezTo>
                  <a:pt x="2285978" y="846478"/>
                  <a:pt x="2285910" y="835707"/>
                  <a:pt x="2285797" y="824940"/>
                </a:cubicBezTo>
                <a:cubicBezTo>
                  <a:pt x="2285639" y="814178"/>
                  <a:pt x="2285436" y="803423"/>
                  <a:pt x="2285188" y="792676"/>
                </a:cubicBezTo>
                <a:cubicBezTo>
                  <a:pt x="2284895" y="781939"/>
                  <a:pt x="2284556" y="771215"/>
                  <a:pt x="2284173" y="760504"/>
                </a:cubicBezTo>
                <a:cubicBezTo>
                  <a:pt x="2283744" y="749808"/>
                  <a:pt x="2283271" y="739129"/>
                  <a:pt x="2282753" y="728469"/>
                </a:cubicBezTo>
                <a:cubicBezTo>
                  <a:pt x="2282189" y="717829"/>
                  <a:pt x="2281581" y="707211"/>
                  <a:pt x="2280927" y="696617"/>
                </a:cubicBezTo>
                <a:cubicBezTo>
                  <a:pt x="2280229" y="686049"/>
                  <a:pt x="2279486" y="675507"/>
                  <a:pt x="2278698" y="664994"/>
                </a:cubicBezTo>
                <a:cubicBezTo>
                  <a:pt x="2277865" y="654511"/>
                  <a:pt x="2276987" y="644061"/>
                  <a:pt x="2276065" y="633643"/>
                </a:cubicBezTo>
                <a:cubicBezTo>
                  <a:pt x="2275098" y="623262"/>
                  <a:pt x="2274085" y="612917"/>
                  <a:pt x="2273029" y="602611"/>
                </a:cubicBezTo>
                <a:cubicBezTo>
                  <a:pt x="2271928" y="592345"/>
                  <a:pt x="2270782" y="582121"/>
                  <a:pt x="2269592" y="571940"/>
                </a:cubicBezTo>
                <a:cubicBezTo>
                  <a:pt x="2268357" y="561805"/>
                  <a:pt x="2267078" y="551716"/>
                  <a:pt x="2265754" y="541675"/>
                </a:cubicBezTo>
                <a:cubicBezTo>
                  <a:pt x="2264387" y="531684"/>
                  <a:pt x="2262974" y="521745"/>
                  <a:pt x="2261518" y="511858"/>
                </a:cubicBezTo>
                <a:cubicBezTo>
                  <a:pt x="2260018" y="502027"/>
                  <a:pt x="2258473" y="492251"/>
                  <a:pt x="2256884" y="482533"/>
                </a:cubicBezTo>
                <a:cubicBezTo>
                  <a:pt x="2255251" y="472873"/>
                  <a:pt x="2253575" y="463275"/>
                  <a:pt x="2251855" y="453739"/>
                </a:cubicBezTo>
                <a:cubicBezTo>
                  <a:pt x="2250091" y="444267"/>
                  <a:pt x="2248283" y="434860"/>
                  <a:pt x="2246431" y="425519"/>
                </a:cubicBezTo>
                <a:cubicBezTo>
                  <a:pt x="2244536" y="416247"/>
                  <a:pt x="2242598" y="407044"/>
                  <a:pt x="2240616" y="397913"/>
                </a:cubicBezTo>
                <a:cubicBezTo>
                  <a:pt x="2238590" y="388854"/>
                  <a:pt x="2236522" y="379869"/>
                  <a:pt x="2234410" y="370959"/>
                </a:cubicBezTo>
                <a:cubicBezTo>
                  <a:pt x="2232255" y="362126"/>
                  <a:pt x="2230058" y="353371"/>
                  <a:pt x="2227817" y="344696"/>
                </a:cubicBezTo>
                <a:cubicBezTo>
                  <a:pt x="2225533" y="336102"/>
                  <a:pt x="2223207" y="327590"/>
                  <a:pt x="2220838" y="319162"/>
                </a:cubicBezTo>
                <a:cubicBezTo>
                  <a:pt x="2218427" y="310819"/>
                  <a:pt x="2215973" y="302562"/>
                  <a:pt x="2213477" y="294392"/>
                </a:cubicBezTo>
                <a:cubicBezTo>
                  <a:pt x="2210938" y="286312"/>
                  <a:pt x="2208357" y="278321"/>
                  <a:pt x="2205734" y="270422"/>
                </a:cubicBezTo>
                <a:cubicBezTo>
                  <a:pt x="2203070" y="262616"/>
                  <a:pt x="2200363" y="254904"/>
                  <a:pt x="2197615" y="247286"/>
                </a:cubicBezTo>
                <a:cubicBezTo>
                  <a:pt x="2194825" y="239765"/>
                  <a:pt x="2191993" y="232342"/>
                  <a:pt x="2189121" y="225017"/>
                </a:cubicBezTo>
                <a:cubicBezTo>
                  <a:pt x="2186207" y="217792"/>
                  <a:pt x="2183251" y="210668"/>
                  <a:pt x="2180255" y="203646"/>
                </a:cubicBezTo>
                <a:cubicBezTo>
                  <a:pt x="2177217" y="196728"/>
                  <a:pt x="2174139" y="189913"/>
                  <a:pt x="2171020" y="183205"/>
                </a:cubicBezTo>
                <a:cubicBezTo>
                  <a:pt x="2167861" y="176602"/>
                  <a:pt x="2164661" y="170107"/>
                  <a:pt x="2161421" y="163720"/>
                </a:cubicBezTo>
                <a:cubicBezTo>
                  <a:pt x="2158140" y="157443"/>
                  <a:pt x="2154820" y="151277"/>
                  <a:pt x="2151459" y="145222"/>
                </a:cubicBezTo>
                <a:cubicBezTo>
                  <a:pt x="2148059" y="139279"/>
                  <a:pt x="2144619" y="133450"/>
                  <a:pt x="2141139" y="127735"/>
                </a:cubicBezTo>
                <a:cubicBezTo>
                  <a:pt x="2137620" y="122135"/>
                  <a:pt x="2134062" y="116652"/>
                  <a:pt x="2130465" y="111285"/>
                </a:cubicBezTo>
                <a:cubicBezTo>
                  <a:pt x="2126828" y="106036"/>
                  <a:pt x="2123153" y="100906"/>
                  <a:pt x="2119439" y="95895"/>
                </a:cubicBezTo>
                <a:cubicBezTo>
                  <a:pt x="2115687" y="91005"/>
                  <a:pt x="2111896" y="86235"/>
                  <a:pt x="2108067" y="81587"/>
                </a:cubicBezTo>
                <a:cubicBezTo>
                  <a:pt x="2104199" y="77062"/>
                  <a:pt x="2100294" y="72660"/>
                  <a:pt x="2096352" y="68381"/>
                </a:cubicBezTo>
                <a:cubicBezTo>
                  <a:pt x="2092372" y="64227"/>
                  <a:pt x="2088353" y="60199"/>
                  <a:pt x="2084298" y="56296"/>
                </a:cubicBezTo>
                <a:cubicBezTo>
                  <a:pt x="2080205" y="52520"/>
                  <a:pt x="2076076" y="48871"/>
                  <a:pt x="2071909" y="45350"/>
                </a:cubicBezTo>
                <a:cubicBezTo>
                  <a:pt x="2067706" y="41957"/>
                  <a:pt x="2063467" y="38692"/>
                  <a:pt x="2059191" y="35557"/>
                </a:cubicBezTo>
                <a:cubicBezTo>
                  <a:pt x="2054879" y="32552"/>
                  <a:pt x="2050531" y="29676"/>
                  <a:pt x="2046147" y="26932"/>
                </a:cubicBezTo>
                <a:cubicBezTo>
                  <a:pt x="2041727" y="24319"/>
                  <a:pt x="2037273" y="21837"/>
                  <a:pt x="2032782" y="19487"/>
                </a:cubicBezTo>
                <a:cubicBezTo>
                  <a:pt x="2028257" y="17269"/>
                  <a:pt x="2023697" y="15184"/>
                  <a:pt x="2019102" y="13232"/>
                </a:cubicBezTo>
                <a:cubicBezTo>
                  <a:pt x="2014472" y="11413"/>
                  <a:pt x="2009808" y="9728"/>
                  <a:pt x="2005109" y="8177"/>
                </a:cubicBezTo>
                <a:cubicBezTo>
                  <a:pt x="2000376" y="6760"/>
                  <a:pt x="1995611" y="5477"/>
                  <a:pt x="1990810" y="4328"/>
                </a:cubicBezTo>
                <a:cubicBezTo>
                  <a:pt x="1985977" y="3314"/>
                  <a:pt x="1981111" y="2436"/>
                  <a:pt x="1976211" y="1692"/>
                </a:cubicBezTo>
                <a:cubicBezTo>
                  <a:pt x="1971278" y="1083"/>
                  <a:pt x="1966313" y="609"/>
                  <a:pt x="1961315" y="271"/>
                </a:cubicBezTo>
                <a:cubicBezTo>
                  <a:pt x="1956285" y="68"/>
                  <a:pt x="1951223" y="0"/>
                  <a:pt x="1946128" y="68"/>
                </a:cubicBezTo>
                <a:cubicBezTo>
                  <a:pt x="1941002" y="271"/>
                  <a:pt x="1935845" y="609"/>
                  <a:pt x="1930657" y="1083"/>
                </a:cubicBezTo>
                <a:cubicBezTo>
                  <a:pt x="1925437" y="1692"/>
                  <a:pt x="1920187" y="2436"/>
                  <a:pt x="1914905" y="3315"/>
                </a:cubicBezTo>
                <a:cubicBezTo>
                  <a:pt x="1909593" y="4328"/>
                  <a:pt x="1904251" y="5477"/>
                  <a:pt x="1898879" y="6760"/>
                </a:cubicBezTo>
                <a:cubicBezTo>
                  <a:pt x="1893477" y="8177"/>
                  <a:pt x="1888045" y="9728"/>
                  <a:pt x="1882584" y="11414"/>
                </a:cubicBezTo>
                <a:cubicBezTo>
                  <a:pt x="1877094" y="13233"/>
                  <a:pt x="1871575" y="15185"/>
                  <a:pt x="1866027" y="17269"/>
                </a:cubicBezTo>
                <a:cubicBezTo>
                  <a:pt x="1860451" y="19487"/>
                  <a:pt x="1854846" y="21837"/>
                  <a:pt x="1849213" y="24319"/>
                </a:cubicBezTo>
                <a:cubicBezTo>
                  <a:pt x="1843552" y="26932"/>
                  <a:pt x="1837864" y="29677"/>
                  <a:pt x="1832148" y="32552"/>
                </a:cubicBezTo>
                <a:cubicBezTo>
                  <a:pt x="1826405" y="35558"/>
                  <a:pt x="1820635" y="38693"/>
                  <a:pt x="1814838" y="41957"/>
                </a:cubicBezTo>
                <a:cubicBezTo>
                  <a:pt x="1809014" y="45350"/>
                  <a:pt x="1803165" y="48872"/>
                  <a:pt x="1797290" y="52521"/>
                </a:cubicBezTo>
                <a:cubicBezTo>
                  <a:pt x="1791388" y="56297"/>
                  <a:pt x="1785461" y="60200"/>
                  <a:pt x="1779508" y="64228"/>
                </a:cubicBezTo>
                <a:cubicBezTo>
                  <a:pt x="1773531" y="68382"/>
                  <a:pt x="1767528" y="72660"/>
                  <a:pt x="1761501" y="77062"/>
                </a:cubicBezTo>
                <a:cubicBezTo>
                  <a:pt x="1755449" y="81588"/>
                  <a:pt x="1749373" y="86236"/>
                  <a:pt x="1743273" y="91005"/>
                </a:cubicBezTo>
                <a:cubicBezTo>
                  <a:pt x="1737151" y="95896"/>
                  <a:pt x="1731004" y="100907"/>
                  <a:pt x="1724833" y="106037"/>
                </a:cubicBezTo>
                <a:cubicBezTo>
                  <a:pt x="1718640" y="111286"/>
                  <a:pt x="1712424" y="116653"/>
                  <a:pt x="1706187" y="122136"/>
                </a:cubicBezTo>
                <a:cubicBezTo>
                  <a:pt x="1699926" y="127736"/>
                  <a:pt x="1693644" y="133451"/>
                  <a:pt x="1687339" y="139280"/>
                </a:cubicBezTo>
                <a:cubicBezTo>
                  <a:pt x="1681014" y="145223"/>
                  <a:pt x="1674667" y="151278"/>
                  <a:pt x="1668299" y="157444"/>
                </a:cubicBezTo>
                <a:cubicBezTo>
                  <a:pt x="1661910" y="163721"/>
                  <a:pt x="1655501" y="170108"/>
                  <a:pt x="1649071" y="176603"/>
                </a:cubicBezTo>
                <a:cubicBezTo>
                  <a:pt x="1642622" y="183205"/>
                  <a:pt x="1636153" y="189914"/>
                  <a:pt x="1629664" y="196729"/>
                </a:cubicBezTo>
                <a:cubicBezTo>
                  <a:pt x="1623157" y="203647"/>
                  <a:pt x="1616630" y="210669"/>
                  <a:pt x="1610085" y="217793"/>
                </a:cubicBezTo>
                <a:cubicBezTo>
                  <a:pt x="1603521" y="225018"/>
                  <a:pt x="1596939" y="232343"/>
                  <a:pt x="1590339" y="239767"/>
                </a:cubicBezTo>
                <a:cubicBezTo>
                  <a:pt x="1583721" y="247288"/>
                  <a:pt x="1577086" y="254905"/>
                  <a:pt x="1570434" y="262617"/>
                </a:cubicBezTo>
                <a:cubicBezTo>
                  <a:pt x="1563765" y="270423"/>
                  <a:pt x="1557079" y="278323"/>
                  <a:pt x="1550377" y="286313"/>
                </a:cubicBezTo>
                <a:cubicBezTo>
                  <a:pt x="1543659" y="294394"/>
                  <a:pt x="1536926" y="302563"/>
                  <a:pt x="1530176" y="310820"/>
                </a:cubicBezTo>
                <a:cubicBezTo>
                  <a:pt x="1523412" y="319163"/>
                  <a:pt x="1516631" y="327592"/>
                  <a:pt x="1509837" y="336104"/>
                </a:cubicBezTo>
                <a:cubicBezTo>
                  <a:pt x="1503028" y="344698"/>
                  <a:pt x="1496205" y="353373"/>
                  <a:pt x="1489368" y="362128"/>
                </a:cubicBezTo>
                <a:cubicBezTo>
                  <a:pt x="1482517" y="370961"/>
                  <a:pt x="1475653" y="379871"/>
                  <a:pt x="1468775" y="388856"/>
                </a:cubicBezTo>
                <a:cubicBezTo>
                  <a:pt x="1461885" y="397914"/>
                  <a:pt x="1454983" y="407046"/>
                  <a:pt x="1448067" y="416249"/>
                </a:cubicBezTo>
                <a:cubicBezTo>
                  <a:pt x="1441140" y="425521"/>
                  <a:pt x="1434202" y="434862"/>
                  <a:pt x="1427251" y="444269"/>
                </a:cubicBezTo>
                <a:cubicBezTo>
                  <a:pt x="1420289" y="453741"/>
                  <a:pt x="1413317" y="463278"/>
                  <a:pt x="1406334" y="472876"/>
                </a:cubicBezTo>
                <a:cubicBezTo>
                  <a:pt x="1399339" y="482535"/>
                  <a:pt x="1392336" y="492253"/>
                  <a:pt x="1385322" y="502029"/>
                </a:cubicBezTo>
                <a:cubicBezTo>
                  <a:pt x="1378300" y="511861"/>
                  <a:pt x="1371267" y="521748"/>
                  <a:pt x="1364225" y="531687"/>
                </a:cubicBezTo>
                <a:cubicBezTo>
                  <a:pt x="1357175" y="541678"/>
                  <a:pt x="1350116" y="551719"/>
                  <a:pt x="1343050" y="561808"/>
                </a:cubicBezTo>
                <a:cubicBezTo>
                  <a:pt x="1335975" y="571943"/>
                  <a:pt x="1328893" y="582124"/>
                  <a:pt x="1321802" y="592348"/>
                </a:cubicBezTo>
                <a:cubicBezTo>
                  <a:pt x="1314706" y="602614"/>
                  <a:pt x="1307602" y="612920"/>
                  <a:pt x="1300492" y="623265"/>
                </a:cubicBezTo>
                <a:cubicBezTo>
                  <a:pt x="1293376" y="633647"/>
                  <a:pt x="1286254" y="644064"/>
                  <a:pt x="1279126" y="654514"/>
                </a:cubicBezTo>
                <a:cubicBezTo>
                  <a:pt x="1271993" y="664997"/>
                  <a:pt x="1264855" y="675510"/>
                  <a:pt x="1257712" y="686052"/>
                </a:cubicBezTo>
                <a:cubicBezTo>
                  <a:pt x="1250564" y="696621"/>
                  <a:pt x="1243412" y="707215"/>
                  <a:pt x="1236256" y="717833"/>
                </a:cubicBezTo>
                <a:cubicBezTo>
                  <a:pt x="1229096" y="728472"/>
                  <a:pt x="1221933" y="739132"/>
                  <a:pt x="1214767" y="749811"/>
                </a:cubicBezTo>
                <a:cubicBezTo>
                  <a:pt x="1207598" y="760507"/>
                  <a:pt x="1200427" y="771218"/>
                  <a:pt x="1193254" y="781943"/>
                </a:cubicBezTo>
                <a:cubicBezTo>
                  <a:pt x="1186078" y="792680"/>
                  <a:pt x="1178900" y="803426"/>
                  <a:pt x="1171722" y="814182"/>
                </a:cubicBezTo>
                <a:cubicBezTo>
                  <a:pt x="1164541" y="824943"/>
                  <a:pt x="1157360" y="835711"/>
                  <a:pt x="1150179" y="846481"/>
                </a:cubicBezTo>
                <a:cubicBezTo>
                  <a:pt x="1142998" y="857253"/>
                  <a:pt x="1135816" y="868026"/>
                  <a:pt x="1128635" y="878796"/>
                </a:cubicBezTo>
                <a:cubicBezTo>
                  <a:pt x="1121454" y="889563"/>
                  <a:pt x="1114275" y="900325"/>
                  <a:pt x="1107096" y="911080"/>
                </a:cubicBezTo>
                <a:cubicBezTo>
                  <a:pt x="1099918" y="921827"/>
                  <a:pt x="1092743" y="932563"/>
                  <a:pt x="1085569" y="943287"/>
                </a:cubicBezTo>
                <a:cubicBezTo>
                  <a:pt x="1078398" y="953998"/>
                  <a:pt x="1071229" y="964694"/>
                  <a:pt x="1064063" y="975373"/>
                </a:cubicBezTo>
                <a:cubicBezTo>
                  <a:pt x="1056901" y="986033"/>
                  <a:pt x="1049741" y="996672"/>
                  <a:pt x="1042585" y="1007290"/>
                </a:cubicBezTo>
                <a:cubicBezTo>
                  <a:pt x="1035433" y="1017884"/>
                  <a:pt x="1028286" y="1028453"/>
                  <a:pt x="1021142" y="1038994"/>
                </a:cubicBezTo>
                <a:cubicBezTo>
                  <a:pt x="1014005" y="1049507"/>
                  <a:pt x="1006871" y="1059990"/>
                  <a:pt x="999744" y="1070440"/>
                </a:cubicBezTo>
                <a:cubicBezTo>
                  <a:pt x="992622" y="1080857"/>
                  <a:pt x="985506" y="1091238"/>
                  <a:pt x="978395" y="1101583"/>
                </a:cubicBezTo>
                <a:cubicBezTo>
                  <a:pt x="971292" y="1111889"/>
                  <a:pt x="964195" y="1122155"/>
                  <a:pt x="957106" y="1132379"/>
                </a:cubicBezTo>
                <a:cubicBezTo>
                  <a:pt x="950023" y="1142559"/>
                  <a:pt x="942949" y="1152695"/>
                  <a:pt x="935882" y="1162784"/>
                </a:cubicBezTo>
                <a:cubicBezTo>
                  <a:pt x="928824" y="1172824"/>
                  <a:pt x="921773" y="1182815"/>
                  <a:pt x="914732" y="1192754"/>
                </a:cubicBezTo>
                <a:cubicBezTo>
                  <a:pt x="907700" y="1202641"/>
                  <a:pt x="900677" y="1212473"/>
                  <a:pt x="893663" y="1222248"/>
                </a:cubicBezTo>
                <a:cubicBezTo>
                  <a:pt x="886659" y="1231966"/>
                  <a:pt x="879666" y="1241625"/>
                  <a:pt x="872683" y="1251223"/>
                </a:cubicBezTo>
                <a:cubicBezTo>
                  <a:pt x="865710" y="1260759"/>
                  <a:pt x="858749" y="1270231"/>
                  <a:pt x="851798" y="1279639"/>
                </a:cubicBezTo>
                <a:cubicBezTo>
                  <a:pt x="844860" y="1288979"/>
                  <a:pt x="837933" y="1298251"/>
                  <a:pt x="831017" y="1307454"/>
                </a:cubicBezTo>
                <a:cubicBezTo>
                  <a:pt x="824115" y="1316585"/>
                  <a:pt x="817225" y="1325644"/>
                  <a:pt x="810347" y="1334629"/>
                </a:cubicBezTo>
                <a:cubicBezTo>
                  <a:pt x="803484" y="1343539"/>
                  <a:pt x="796633" y="1352371"/>
                  <a:pt x="789796" y="1361126"/>
                </a:cubicBezTo>
                <a:cubicBezTo>
                  <a:pt x="782973" y="1369801"/>
                  <a:pt x="776164" y="1378395"/>
                  <a:pt x="769369" y="1386907"/>
                </a:cubicBezTo>
                <a:cubicBezTo>
                  <a:pt x="762590" y="1395335"/>
                  <a:pt x="755825" y="1403679"/>
                  <a:pt x="749076" y="1411936"/>
                </a:cubicBezTo>
                <a:cubicBezTo>
                  <a:pt x="742342" y="1420105"/>
                  <a:pt x="735624" y="1428185"/>
                  <a:pt x="728922" y="1436176"/>
                </a:cubicBezTo>
                <a:cubicBezTo>
                  <a:pt x="722237" y="1444075"/>
                  <a:pt x="715568" y="1451881"/>
                  <a:pt x="708916" y="1459593"/>
                </a:cubicBezTo>
                <a:cubicBezTo>
                  <a:pt x="702281" y="1467210"/>
                  <a:pt x="695663" y="1474731"/>
                  <a:pt x="689063" y="1482154"/>
                </a:cubicBezTo>
                <a:cubicBezTo>
                  <a:pt x="682481" y="1489479"/>
                  <a:pt x="675918" y="1496704"/>
                  <a:pt x="669372" y="1503828"/>
                </a:cubicBezTo>
                <a:cubicBezTo>
                  <a:pt x="662846" y="1510850"/>
                  <a:pt x="656338" y="1517769"/>
                  <a:pt x="649849" y="1524583"/>
                </a:cubicBezTo>
                <a:cubicBezTo>
                  <a:pt x="643380" y="1531292"/>
                  <a:pt x="636931" y="1537894"/>
                  <a:pt x="630502" y="1544389"/>
                </a:cubicBezTo>
                <a:cubicBezTo>
                  <a:pt x="624093" y="1550776"/>
                  <a:pt x="617704" y="1557053"/>
                  <a:pt x="611337" y="1563219"/>
                </a:cubicBezTo>
                <a:cubicBezTo>
                  <a:pt x="604990" y="1569274"/>
                  <a:pt x="598664" y="1575217"/>
                  <a:pt x="592360" y="1581046"/>
                </a:cubicBezTo>
                <a:cubicBezTo>
                  <a:pt x="586078" y="1586761"/>
                  <a:pt x="579817" y="1592361"/>
                  <a:pt x="573579" y="1597844"/>
                </a:cubicBezTo>
                <a:cubicBezTo>
                  <a:pt x="567363" y="1603211"/>
                  <a:pt x="561170" y="1608460"/>
                  <a:pt x="555001" y="1613590"/>
                </a:cubicBezTo>
                <a:cubicBezTo>
                  <a:pt x="548854" y="1618601"/>
                  <a:pt x="542730" y="1623492"/>
                  <a:pt x="536631" y="1628261"/>
                </a:cubicBezTo>
                <a:cubicBezTo>
                  <a:pt x="530555" y="1632909"/>
                  <a:pt x="524504" y="1637435"/>
                  <a:pt x="518476" y="1641837"/>
                </a:cubicBezTo>
                <a:cubicBezTo>
                  <a:pt x="512474" y="1646115"/>
                  <a:pt x="506496" y="1650269"/>
                  <a:pt x="500544" y="1654297"/>
                </a:cubicBezTo>
                <a:cubicBezTo>
                  <a:pt x="494617" y="1658200"/>
                  <a:pt x="488716" y="1661976"/>
                  <a:pt x="482840" y="1665625"/>
                </a:cubicBezTo>
                <a:cubicBezTo>
                  <a:pt x="476990" y="1669147"/>
                  <a:pt x="471167" y="1672540"/>
                  <a:pt x="465370" y="1675804"/>
                </a:cubicBezTo>
                <a:cubicBezTo>
                  <a:pt x="459600" y="1678940"/>
                  <a:pt x="453857" y="1681945"/>
                  <a:pt x="448141" y="1684820"/>
                </a:cubicBezTo>
                <a:cubicBezTo>
                  <a:pt x="442453" y="1687565"/>
                  <a:pt x="436792" y="1690179"/>
                  <a:pt x="431159" y="1692661"/>
                </a:cubicBezTo>
                <a:cubicBezTo>
                  <a:pt x="425555" y="1695011"/>
                  <a:pt x="419978" y="1697229"/>
                  <a:pt x="414431" y="1699314"/>
                </a:cubicBezTo>
                <a:cubicBezTo>
                  <a:pt x="408911" y="1701266"/>
                  <a:pt x="403421" y="1703084"/>
                  <a:pt x="397960" y="1704770"/>
                </a:cubicBezTo>
                <a:cubicBezTo>
                  <a:pt x="392529" y="1706321"/>
                  <a:pt x="387127" y="1707739"/>
                  <a:pt x="381755" y="1709022"/>
                </a:cubicBezTo>
                <a:cubicBezTo>
                  <a:pt x="376413" y="1710170"/>
                  <a:pt x="371101" y="1711184"/>
                  <a:pt x="365820" y="1712063"/>
                </a:cubicBezTo>
                <a:cubicBezTo>
                  <a:pt x="360569" y="1712807"/>
                  <a:pt x="355349" y="1713417"/>
                  <a:pt x="350161" y="1713890"/>
                </a:cubicBezTo>
                <a:cubicBezTo>
                  <a:pt x="345003" y="1714229"/>
                  <a:pt x="339878" y="1714432"/>
                  <a:pt x="334783" y="1714500"/>
                </a:cubicBezTo>
                <a:cubicBezTo>
                  <a:pt x="329721" y="1714433"/>
                  <a:pt x="324691" y="1714229"/>
                  <a:pt x="319693" y="1713892"/>
                </a:cubicBezTo>
                <a:cubicBezTo>
                  <a:pt x="314728" y="1713418"/>
                  <a:pt x="309795" y="1712809"/>
                  <a:pt x="304896" y="1712066"/>
                </a:cubicBezTo>
                <a:cubicBezTo>
                  <a:pt x="300029" y="1711187"/>
                  <a:pt x="295196" y="1710173"/>
                  <a:pt x="290396" y="1709025"/>
                </a:cubicBezTo>
                <a:cubicBezTo>
                  <a:pt x="285630" y="1707742"/>
                  <a:pt x="280897" y="1706325"/>
                  <a:pt x="276199" y="1704774"/>
                </a:cubicBezTo>
                <a:cubicBezTo>
                  <a:pt x="271535" y="1703089"/>
                  <a:pt x="266905" y="1701271"/>
                  <a:pt x="262310" y="1699319"/>
                </a:cubicBezTo>
                <a:cubicBezTo>
                  <a:pt x="257750" y="1697234"/>
                  <a:pt x="253224" y="1695017"/>
                  <a:pt x="248734" y="1692667"/>
                </a:cubicBezTo>
                <a:cubicBezTo>
                  <a:pt x="244279" y="1690185"/>
                  <a:pt x="239860" y="1687572"/>
                  <a:pt x="235476" y="1684828"/>
                </a:cubicBezTo>
                <a:cubicBezTo>
                  <a:pt x="231128" y="1681953"/>
                  <a:pt x="226816" y="1678948"/>
                  <a:pt x="222540" y="1675813"/>
                </a:cubicBezTo>
                <a:cubicBezTo>
                  <a:pt x="218300" y="1672548"/>
                  <a:pt x="214097" y="1669155"/>
                  <a:pt x="209931" y="1665634"/>
                </a:cubicBezTo>
                <a:cubicBezTo>
                  <a:pt x="205801" y="1661986"/>
                  <a:pt x="201709" y="1658210"/>
                  <a:pt x="197654" y="1654308"/>
                </a:cubicBezTo>
                <a:cubicBezTo>
                  <a:pt x="193635" y="1650280"/>
                  <a:pt x="189655" y="1646126"/>
                  <a:pt x="185712" y="1641848"/>
                </a:cubicBezTo>
                <a:cubicBezTo>
                  <a:pt x="181807" y="1637446"/>
                  <a:pt x="177940" y="1632921"/>
                  <a:pt x="174111" y="1628273"/>
                </a:cubicBezTo>
                <a:cubicBezTo>
                  <a:pt x="170320" y="1623504"/>
                  <a:pt x="166567" y="1618614"/>
                  <a:pt x="162854" y="1613603"/>
                </a:cubicBezTo>
                <a:cubicBezTo>
                  <a:pt x="159179" y="1608473"/>
                  <a:pt x="155542" y="1603225"/>
                  <a:pt x="151945" y="1597858"/>
                </a:cubicBezTo>
                <a:cubicBezTo>
                  <a:pt x="148386" y="1592375"/>
                  <a:pt x="144868" y="1586775"/>
                  <a:pt x="141388" y="1581061"/>
                </a:cubicBezTo>
                <a:cubicBezTo>
                  <a:pt x="137948" y="1575232"/>
                  <a:pt x="134548" y="1569290"/>
                  <a:pt x="131187" y="1563235"/>
                </a:cubicBezTo>
                <a:cubicBezTo>
                  <a:pt x="127866" y="1557069"/>
                  <a:pt x="124586" y="1550792"/>
                  <a:pt x="121345" y="1544406"/>
                </a:cubicBezTo>
                <a:cubicBezTo>
                  <a:pt x="118146" y="1537911"/>
                  <a:pt x="114986" y="1531309"/>
                  <a:pt x="111867" y="1524600"/>
                </a:cubicBezTo>
                <a:cubicBezTo>
                  <a:pt x="108789" y="1517786"/>
                  <a:pt x="105751" y="1510868"/>
                  <a:pt x="102755" y="1503846"/>
                </a:cubicBezTo>
                <a:cubicBezTo>
                  <a:pt x="99799" y="1496723"/>
                  <a:pt x="96885" y="1489498"/>
                  <a:pt x="94012" y="1482173"/>
                </a:cubicBezTo>
                <a:cubicBezTo>
                  <a:pt x="91181" y="1474750"/>
                  <a:pt x="88391" y="1467230"/>
                  <a:pt x="85642" y="1459613"/>
                </a:cubicBezTo>
                <a:cubicBezTo>
                  <a:pt x="82936" y="1451901"/>
                  <a:pt x="80271" y="1444094"/>
                  <a:pt x="77648" y="1436196"/>
                </a:cubicBezTo>
                <a:cubicBezTo>
                  <a:pt x="75068" y="1428206"/>
                  <a:pt x="72529" y="1420126"/>
                  <a:pt x="70033" y="1411956"/>
                </a:cubicBezTo>
                <a:cubicBezTo>
                  <a:pt x="67578" y="1403700"/>
                  <a:pt x="65167" y="1395357"/>
                  <a:pt x="62798" y="1386929"/>
                </a:cubicBezTo>
                <a:cubicBezTo>
                  <a:pt x="60472" y="1378417"/>
                  <a:pt x="58188" y="1369823"/>
                  <a:pt x="55947" y="1361148"/>
                </a:cubicBezTo>
                <a:cubicBezTo>
                  <a:pt x="53749" y="1352394"/>
                  <a:pt x="51595" y="1343561"/>
                  <a:pt x="49483" y="1334652"/>
                </a:cubicBezTo>
                <a:cubicBezTo>
                  <a:pt x="47414" y="1325667"/>
                  <a:pt x="45389" y="1316608"/>
                  <a:pt x="43407" y="1307477"/>
                </a:cubicBezTo>
                <a:cubicBezTo>
                  <a:pt x="41468" y="1298275"/>
                  <a:pt x="39573" y="1289003"/>
                  <a:pt x="37722" y="1279663"/>
                </a:cubicBezTo>
                <a:cubicBezTo>
                  <a:pt x="35914" y="1270256"/>
                  <a:pt x="34149" y="1260784"/>
                  <a:pt x="32429" y="1251248"/>
                </a:cubicBezTo>
                <a:cubicBezTo>
                  <a:pt x="30752" y="1241650"/>
                  <a:pt x="29120" y="1231991"/>
                  <a:pt x="27531" y="1222273"/>
                </a:cubicBezTo>
                <a:cubicBezTo>
                  <a:pt x="25986" y="1212497"/>
                  <a:pt x="24486" y="1202666"/>
                  <a:pt x="23029" y="1192780"/>
                </a:cubicBezTo>
                <a:cubicBezTo>
                  <a:pt x="21617" y="1182841"/>
                  <a:pt x="20249" y="1172850"/>
                  <a:pt x="18926" y="1162809"/>
                </a:cubicBezTo>
                <a:cubicBezTo>
                  <a:pt x="17646" y="1152721"/>
                  <a:pt x="16411" y="1142585"/>
                  <a:pt x="15221" y="1132405"/>
                </a:cubicBezTo>
                <a:cubicBezTo>
                  <a:pt x="14075" y="1122181"/>
                  <a:pt x="12974" y="1111915"/>
                  <a:pt x="11917" y="1101610"/>
                </a:cubicBezTo>
                <a:cubicBezTo>
                  <a:pt x="10905" y="1091265"/>
                  <a:pt x="9938" y="1080884"/>
                  <a:pt x="9015" y="1070467"/>
                </a:cubicBezTo>
                <a:cubicBezTo>
                  <a:pt x="8137" y="1060016"/>
                  <a:pt x="7305" y="1049534"/>
                  <a:pt x="6516" y="1039021"/>
                </a:cubicBezTo>
                <a:cubicBezTo>
                  <a:pt x="5773" y="1028480"/>
                  <a:pt x="5074" y="1017911"/>
                  <a:pt x="4421" y="1007317"/>
                </a:cubicBezTo>
                <a:cubicBezTo>
                  <a:pt x="3813" y="996700"/>
                  <a:pt x="3249" y="986060"/>
                  <a:pt x="2730" y="975400"/>
                </a:cubicBezTo>
                <a:cubicBezTo>
                  <a:pt x="2257" y="964721"/>
                  <a:pt x="1828" y="954026"/>
                  <a:pt x="1445" y="943315"/>
                </a:cubicBezTo>
                <a:cubicBezTo>
                  <a:pt x="1106" y="932591"/>
                  <a:pt x="813" y="921854"/>
                  <a:pt x="565" y="911108"/>
                </a:cubicBezTo>
                <a:cubicBezTo>
                  <a:pt x="362" y="900352"/>
                  <a:pt x="203" y="889591"/>
                  <a:pt x="90" y="878823"/>
                </a:cubicBezTo>
                <a:cubicBezTo>
                  <a:pt x="23" y="868053"/>
                  <a:pt x="0" y="857281"/>
                  <a:pt x="22" y="846509"/>
                </a:cubicBezTo>
                <a:cubicBezTo>
                  <a:pt x="90" y="835738"/>
                  <a:pt x="203" y="824971"/>
                  <a:pt x="360" y="814210"/>
                </a:cubicBezTo>
                <a:cubicBezTo>
                  <a:pt x="563" y="803454"/>
                  <a:pt x="811" y="792708"/>
                  <a:pt x="1104" y="781971"/>
                </a:cubicBezTo>
                <a:cubicBezTo>
                  <a:pt x="1443" y="771247"/>
                  <a:pt x="1826" y="760536"/>
                  <a:pt x="2254" y="749840"/>
                </a:cubicBezTo>
                <a:cubicBezTo>
                  <a:pt x="2727" y="739161"/>
                  <a:pt x="3246" y="728501"/>
                  <a:pt x="3809" y="717862"/>
                </a:cubicBezTo>
                <a:cubicBezTo>
                  <a:pt x="4418" y="707244"/>
                  <a:pt x="5071" y="696650"/>
                  <a:pt x="5769" y="686081"/>
                </a:cubicBezTo>
                <a:cubicBezTo>
                  <a:pt x="6512" y="675539"/>
                  <a:pt x="7300" y="665026"/>
                  <a:pt x="8132" y="654544"/>
                </a:cubicBezTo>
                <a:cubicBezTo>
                  <a:pt x="9010" y="644093"/>
                  <a:pt x="9932" y="633676"/>
                  <a:pt x="10900" y="623295"/>
                </a:cubicBezTo>
                <a:cubicBezTo>
                  <a:pt x="11911" y="612950"/>
                  <a:pt x="12968" y="602644"/>
                  <a:pt x="14069" y="592378"/>
                </a:cubicBezTo>
                <a:cubicBezTo>
                  <a:pt x="15214" y="582154"/>
                  <a:pt x="16404" y="571973"/>
                  <a:pt x="17639" y="561837"/>
                </a:cubicBezTo>
                <a:cubicBezTo>
                  <a:pt x="18918" y="551748"/>
                  <a:pt x="20241" y="541708"/>
                  <a:pt x="21609" y="531717"/>
                </a:cubicBezTo>
                <a:cubicBezTo>
                  <a:pt x="23021" y="521777"/>
                  <a:pt x="24477" y="511891"/>
                  <a:pt x="25977" y="502059"/>
                </a:cubicBezTo>
                <a:cubicBezTo>
                  <a:pt x="27522" y="492283"/>
                  <a:pt x="29111" y="482565"/>
                  <a:pt x="30743" y="472906"/>
                </a:cubicBezTo>
                <a:cubicBezTo>
                  <a:pt x="32419" y="463307"/>
                  <a:pt x="34139" y="453771"/>
                  <a:pt x="35903" y="444298"/>
                </a:cubicBezTo>
                <a:cubicBezTo>
                  <a:pt x="37711" y="434891"/>
                  <a:pt x="39562" y="425551"/>
                  <a:pt x="41457" y="416278"/>
                </a:cubicBezTo>
                <a:cubicBezTo>
                  <a:pt x="43396" y="407076"/>
                  <a:pt x="45377" y="397944"/>
                  <a:pt x="47403" y="388884"/>
                </a:cubicBezTo>
                <a:cubicBezTo>
                  <a:pt x="49471" y="379899"/>
                  <a:pt x="51583" y="370990"/>
                  <a:pt x="53737" y="362157"/>
                </a:cubicBezTo>
                <a:cubicBezTo>
                  <a:pt x="55935" y="353402"/>
                  <a:pt x="58175" y="344726"/>
                  <a:pt x="60458" y="336132"/>
                </a:cubicBezTo>
                <a:cubicBezTo>
                  <a:pt x="62785" y="327620"/>
                  <a:pt x="65153" y="319191"/>
                  <a:pt x="67564" y="310848"/>
                </a:cubicBezTo>
                <a:cubicBezTo>
                  <a:pt x="70018" y="302591"/>
                  <a:pt x="72515" y="294421"/>
                  <a:pt x="75053" y="286340"/>
                </a:cubicBezTo>
                <a:cubicBezTo>
                  <a:pt x="77633" y="278350"/>
                  <a:pt x="80256" y="270451"/>
                  <a:pt x="82921" y="262644"/>
                </a:cubicBezTo>
                <a:cubicBezTo>
                  <a:pt x="85627" y="254931"/>
                  <a:pt x="88375" y="247314"/>
                  <a:pt x="91165" y="239793"/>
                </a:cubicBezTo>
                <a:cubicBezTo>
                  <a:pt x="93996" y="232369"/>
                  <a:pt x="96869" y="225044"/>
                  <a:pt x="99783" y="217819"/>
                </a:cubicBezTo>
                <a:cubicBezTo>
                  <a:pt x="102738" y="210695"/>
                  <a:pt x="105734" y="203672"/>
                  <a:pt x="108771" y="196753"/>
                </a:cubicBezTo>
                <a:cubicBezTo>
                  <a:pt x="111849" y="189939"/>
                  <a:pt x="114968" y="183230"/>
                  <a:pt x="118127" y="176627"/>
                </a:cubicBezTo>
                <a:cubicBezTo>
                  <a:pt x="121327" y="170131"/>
                  <a:pt x="124567" y="163744"/>
                  <a:pt x="127847" y="157467"/>
                </a:cubicBezTo>
                <a:cubicBezTo>
                  <a:pt x="131168" y="151300"/>
                  <a:pt x="134528" y="145245"/>
                  <a:pt x="137928" y="139302"/>
                </a:cubicBezTo>
                <a:cubicBezTo>
                  <a:pt x="141368" y="133472"/>
                  <a:pt x="144847" y="127757"/>
                  <a:pt x="148366" y="122157"/>
                </a:cubicBezTo>
                <a:cubicBezTo>
                  <a:pt x="151924" y="116673"/>
                  <a:pt x="155521" y="111306"/>
                  <a:pt x="159157" y="106057"/>
                </a:cubicBezTo>
                <a:cubicBezTo>
                  <a:pt x="162832" y="100926"/>
                  <a:pt x="166546" y="95915"/>
                  <a:pt x="170298" y="91024"/>
                </a:cubicBezTo>
                <a:cubicBezTo>
                  <a:pt x="174089" y="86254"/>
                  <a:pt x="177918" y="81605"/>
                  <a:pt x="181785" y="77080"/>
                </a:cubicBezTo>
                <a:cubicBezTo>
                  <a:pt x="185689" y="72677"/>
                  <a:pt x="189632" y="68398"/>
                  <a:pt x="193613" y="64244"/>
                </a:cubicBezTo>
                <a:cubicBezTo>
                  <a:pt x="197631" y="60215"/>
                  <a:pt x="201685" y="56312"/>
                  <a:pt x="205778" y="52536"/>
                </a:cubicBezTo>
                <a:cubicBezTo>
                  <a:pt x="209907" y="48886"/>
                  <a:pt x="214073" y="45364"/>
                  <a:pt x="218276" y="41971"/>
                </a:cubicBezTo>
                <a:cubicBezTo>
                  <a:pt x="222515" y="38706"/>
                  <a:pt x="226791" y="35570"/>
                  <a:pt x="231103" y="32564"/>
                </a:cubicBezTo>
                <a:cubicBezTo>
                  <a:pt x="235451" y="29688"/>
                  <a:pt x="239834" y="26943"/>
                  <a:pt x="244254" y="24330"/>
                </a:cubicBezTo>
                <a:cubicBezTo>
                  <a:pt x="248708" y="21847"/>
                  <a:pt x="253198" y="19497"/>
                  <a:pt x="257723" y="17278"/>
                </a:cubicBezTo>
                <a:cubicBezTo>
                  <a:pt x="262284" y="15193"/>
                  <a:pt x="266879" y="13240"/>
                  <a:pt x="271508" y="11421"/>
                </a:cubicBezTo>
                <a:cubicBezTo>
                  <a:pt x="276172" y="9735"/>
                  <a:pt x="280870" y="8183"/>
                  <a:pt x="285602" y="6765"/>
                </a:cubicBezTo>
                <a:cubicBezTo>
                  <a:pt x="290368" y="5482"/>
                  <a:pt x="295168" y="4333"/>
                  <a:pt x="300001" y="3319"/>
                </a:cubicBezTo>
                <a:cubicBezTo>
                  <a:pt x="304868" y="2439"/>
                  <a:pt x="309767" y="1695"/>
                  <a:pt x="314699" y="1085"/>
                </a:cubicBezTo>
                <a:cubicBezTo>
                  <a:pt x="319665" y="611"/>
                  <a:pt x="324662" y="272"/>
                  <a:pt x="329692" y="68"/>
                </a:cubicBezTo>
                <a:cubicBezTo>
                  <a:pt x="334754" y="0"/>
                  <a:pt x="339848" y="67"/>
                  <a:pt x="344974" y="270"/>
                </a:cubicBezTo>
                <a:cubicBezTo>
                  <a:pt x="350131" y="607"/>
                  <a:pt x="355319" y="1080"/>
                  <a:pt x="360539" y="1688"/>
                </a:cubicBezTo>
                <a:cubicBezTo>
                  <a:pt x="365789" y="2432"/>
                  <a:pt x="371070" y="3310"/>
                  <a:pt x="376382" y="4323"/>
                </a:cubicBezTo>
                <a:cubicBezTo>
                  <a:pt x="381724" y="5471"/>
                  <a:pt x="387096" y="6753"/>
                  <a:pt x="392497" y="8170"/>
                </a:cubicBezTo>
                <a:cubicBezTo>
                  <a:pt x="397929" y="9721"/>
                  <a:pt x="403390" y="11405"/>
                  <a:pt x="408880" y="13223"/>
                </a:cubicBezTo>
                <a:cubicBezTo>
                  <a:pt x="414399" y="15175"/>
                  <a:pt x="419946" y="17259"/>
                  <a:pt x="425522" y="19476"/>
                </a:cubicBezTo>
                <a:cubicBezTo>
                  <a:pt x="431127" y="21825"/>
                  <a:pt x="436760" y="24307"/>
                  <a:pt x="442420" y="26919"/>
                </a:cubicBezTo>
                <a:cubicBezTo>
                  <a:pt x="448109" y="29663"/>
                  <a:pt x="453824" y="32538"/>
                  <a:pt x="459567" y="35543"/>
                </a:cubicBezTo>
                <a:cubicBezTo>
                  <a:pt x="465337" y="38677"/>
                  <a:pt x="471134" y="41941"/>
                  <a:pt x="476957" y="45333"/>
                </a:cubicBezTo>
                <a:cubicBezTo>
                  <a:pt x="482806" y="48854"/>
                  <a:pt x="488682" y="52502"/>
                  <a:pt x="494583" y="56278"/>
                </a:cubicBezTo>
                <a:cubicBezTo>
                  <a:pt x="500510" y="60180"/>
                  <a:pt x="506462" y="64208"/>
                  <a:pt x="512440" y="68361"/>
                </a:cubicBezTo>
                <a:cubicBezTo>
                  <a:pt x="518442" y="72638"/>
                  <a:pt x="524469" y="77040"/>
                  <a:pt x="530520" y="81564"/>
                </a:cubicBezTo>
                <a:cubicBezTo>
                  <a:pt x="536596" y="86212"/>
                  <a:pt x="542695" y="90980"/>
                  <a:pt x="548818" y="95871"/>
                </a:cubicBezTo>
                <a:cubicBezTo>
                  <a:pt x="554965" y="100881"/>
                  <a:pt x="561135" y="106010"/>
                  <a:pt x="567328" y="111259"/>
                </a:cubicBezTo>
                <a:cubicBezTo>
                  <a:pt x="573543" y="116624"/>
                  <a:pt x="579781" y="122107"/>
                  <a:pt x="586041" y="127707"/>
                </a:cubicBezTo>
                <a:cubicBezTo>
                  <a:pt x="592324" y="133421"/>
                  <a:pt x="598628" y="139249"/>
                  <a:pt x="604953" y="145191"/>
                </a:cubicBezTo>
                <a:cubicBezTo>
                  <a:pt x="611300" y="151246"/>
                  <a:pt x="617668" y="157412"/>
                  <a:pt x="624056" y="163688"/>
                </a:cubicBezTo>
                <a:cubicBezTo>
                  <a:pt x="630465" y="170074"/>
                  <a:pt x="636894" y="176568"/>
                  <a:pt x="643343" y="183170"/>
                </a:cubicBezTo>
                <a:cubicBezTo>
                  <a:pt x="649812" y="189878"/>
                  <a:pt x="656301" y="196692"/>
                  <a:pt x="662808" y="203610"/>
                </a:cubicBezTo>
                <a:cubicBezTo>
                  <a:pt x="669335" y="210631"/>
                  <a:pt x="675880" y="217755"/>
                  <a:pt x="682444" y="224979"/>
                </a:cubicBezTo>
                <a:cubicBezTo>
                  <a:pt x="689025" y="232303"/>
                  <a:pt x="695625" y="239726"/>
                  <a:pt x="702243" y="247246"/>
                </a:cubicBezTo>
                <a:cubicBezTo>
                  <a:pt x="708878" y="254863"/>
                  <a:pt x="715529" y="262575"/>
                  <a:pt x="722198" y="270380"/>
                </a:cubicBezTo>
                <a:cubicBezTo>
                  <a:pt x="728884" y="278279"/>
                  <a:pt x="735585" y="286269"/>
                  <a:pt x="742303" y="294348"/>
                </a:cubicBezTo>
                <a:cubicBezTo>
                  <a:pt x="749037" y="302517"/>
                  <a:pt x="755786" y="310774"/>
                  <a:pt x="762551" y="319117"/>
                </a:cubicBezTo>
                <a:cubicBezTo>
                  <a:pt x="769331" y="327544"/>
                  <a:pt x="776125" y="336055"/>
                  <a:pt x="782933" y="344649"/>
                </a:cubicBezTo>
                <a:cubicBezTo>
                  <a:pt x="789756" y="353324"/>
                  <a:pt x="796593" y="362078"/>
                  <a:pt x="803444" y="370910"/>
                </a:cubicBezTo>
                <a:cubicBezTo>
                  <a:pt x="810308" y="379819"/>
                  <a:pt x="817185" y="388804"/>
                  <a:pt x="824075" y="397863"/>
                </a:cubicBezTo>
                <a:cubicBezTo>
                  <a:pt x="830978" y="406993"/>
                  <a:pt x="837893" y="416196"/>
                  <a:pt x="844820" y="425467"/>
                </a:cubicBezTo>
                <a:cubicBezTo>
                  <a:pt x="851758" y="434808"/>
                  <a:pt x="858709" y="444214"/>
                  <a:pt x="865670" y="453686"/>
                </a:cubicBezTo>
                <a:cubicBezTo>
                  <a:pt x="872643" y="463222"/>
                  <a:pt x="879625" y="472820"/>
                  <a:pt x="886620" y="482478"/>
                </a:cubicBezTo>
                <a:cubicBezTo>
                  <a:pt x="893623" y="492196"/>
                  <a:pt x="900636" y="501971"/>
                  <a:pt x="907659" y="511803"/>
                </a:cubicBezTo>
                <a:cubicBezTo>
                  <a:pt x="914691" y="521689"/>
                  <a:pt x="921733" y="531628"/>
                  <a:pt x="928783" y="541618"/>
                </a:cubicBezTo>
                <a:cubicBezTo>
                  <a:pt x="935841" y="551659"/>
                  <a:pt x="942908" y="561747"/>
                  <a:pt x="949983" y="571882"/>
                </a:cubicBezTo>
                <a:cubicBezTo>
                  <a:pt x="957065" y="582063"/>
                  <a:pt x="964154" y="592286"/>
                  <a:pt x="971252" y="602552"/>
                </a:cubicBezTo>
                <a:cubicBezTo>
                  <a:pt x="978354" y="612858"/>
                  <a:pt x="985465" y="623202"/>
                  <a:pt x="992580" y="633583"/>
                </a:cubicBezTo>
                <a:cubicBezTo>
                  <a:pt x="999703" y="644000"/>
                  <a:pt x="1006830" y="654450"/>
                  <a:pt x="1013964" y="664933"/>
                </a:cubicBezTo>
                <a:cubicBezTo>
                  <a:pt x="1021102" y="675445"/>
                  <a:pt x="1028245" y="685987"/>
                  <a:pt x="1035392" y="696555"/>
                </a:cubicBezTo>
                <a:cubicBezTo>
                  <a:pt x="1042544" y="707149"/>
                  <a:pt x="1049699" y="717766"/>
                  <a:pt x="1056859" y="728406"/>
                </a:cubicBezTo>
                <a:cubicBezTo>
                  <a:pt x="1064022" y="739066"/>
                  <a:pt x="1071188" y="749745"/>
                  <a:pt x="1078357" y="760440"/>
                </a:cubicBezTo>
                <a:cubicBezTo>
                  <a:pt x="1085528" y="771151"/>
                  <a:pt x="1092702" y="781875"/>
                  <a:pt x="1099877" y="792612"/>
                </a:cubicBezTo>
                <a:cubicBezTo>
                  <a:pt x="1107054" y="803358"/>
                  <a:pt x="1114233" y="814113"/>
                  <a:pt x="1121413" y="824875"/>
                </a:cubicBezTo>
                <a:cubicBezTo>
                  <a:pt x="1128593" y="835642"/>
                  <a:pt x="1135775" y="846412"/>
                  <a:pt x="1142957" y="857185"/>
                </a:cubicBezTo>
                <a:cubicBezTo>
                  <a:pt x="1150138" y="867957"/>
                  <a:pt x="1157319" y="878727"/>
                  <a:pt x="1164500" y="889494"/>
                </a:cubicBezTo>
                <a:cubicBezTo>
                  <a:pt x="1171680" y="900256"/>
                  <a:pt x="1178858" y="911011"/>
                  <a:pt x="1186035" y="921758"/>
                </a:cubicBezTo>
                <a:cubicBezTo>
                  <a:pt x="1193211" y="932494"/>
                  <a:pt x="1200385" y="943219"/>
                  <a:pt x="1207557" y="953930"/>
                </a:cubicBezTo>
                <a:cubicBezTo>
                  <a:pt x="1214725" y="964626"/>
                  <a:pt x="1221891" y="975304"/>
                  <a:pt x="1229054" y="985965"/>
                </a:cubicBezTo>
                <a:cubicBezTo>
                  <a:pt x="1236214" y="996604"/>
                  <a:pt x="1243369" y="1007222"/>
                  <a:pt x="1250521" y="1017816"/>
                </a:cubicBezTo>
                <a:cubicBezTo>
                  <a:pt x="1257669" y="1028385"/>
                  <a:pt x="1264812" y="1038927"/>
                  <a:pt x="1271950" y="1049440"/>
                </a:cubicBezTo>
                <a:cubicBezTo>
                  <a:pt x="1279083" y="1059923"/>
                  <a:pt x="1286211" y="1070373"/>
                  <a:pt x="1293333" y="1080790"/>
                </a:cubicBezTo>
                <a:cubicBezTo>
                  <a:pt x="1300449" y="1091172"/>
                  <a:pt x="1307559" y="1101517"/>
                  <a:pt x="1314662" y="1111823"/>
                </a:cubicBezTo>
                <a:cubicBezTo>
                  <a:pt x="1321759" y="1122089"/>
                  <a:pt x="1328849" y="1132313"/>
                  <a:pt x="1335931" y="1142494"/>
                </a:cubicBezTo>
                <a:cubicBezTo>
                  <a:pt x="1343006" y="1152630"/>
                  <a:pt x="1350073" y="1162719"/>
                  <a:pt x="1357131" y="1172760"/>
                </a:cubicBezTo>
                <a:cubicBezTo>
                  <a:pt x="1364181" y="1182751"/>
                  <a:pt x="1371223" y="1192691"/>
                  <a:pt x="1378255" y="1202577"/>
                </a:cubicBezTo>
                <a:cubicBezTo>
                  <a:pt x="1385278" y="1212409"/>
                  <a:pt x="1392292" y="1222185"/>
                  <a:pt x="1399296" y="1231904"/>
                </a:cubicBezTo>
                <a:cubicBezTo>
                  <a:pt x="1406289" y="1241563"/>
                  <a:pt x="1413273" y="1251162"/>
                  <a:pt x="1420245" y="1260698"/>
                </a:cubicBezTo>
                <a:cubicBezTo>
                  <a:pt x="1427207" y="1270171"/>
                  <a:pt x="1434157" y="1279578"/>
                  <a:pt x="1441096" y="1288919"/>
                </a:cubicBezTo>
                <a:cubicBezTo>
                  <a:pt x="1448023" y="1298192"/>
                  <a:pt x="1454938" y="1307395"/>
                  <a:pt x="1461841" y="1316527"/>
                </a:cubicBezTo>
                <a:cubicBezTo>
                  <a:pt x="1468731" y="1325587"/>
                  <a:pt x="1475608" y="1334572"/>
                  <a:pt x="1482472" y="1343482"/>
                </a:cubicBezTo>
                <a:cubicBezTo>
                  <a:pt x="1489324" y="1352315"/>
                  <a:pt x="1496161" y="1361070"/>
                  <a:pt x="1502983" y="1369746"/>
                </a:cubicBezTo>
                <a:cubicBezTo>
                  <a:pt x="1509793" y="1378341"/>
                  <a:pt x="1516587" y="1386853"/>
                  <a:pt x="1523367" y="1395282"/>
                </a:cubicBezTo>
                <a:cubicBezTo>
                  <a:pt x="1530131" y="1403626"/>
                  <a:pt x="1536881" y="1411883"/>
                  <a:pt x="1543615" y="1420053"/>
                </a:cubicBezTo>
                <a:cubicBezTo>
                  <a:pt x="1550333" y="1428134"/>
                  <a:pt x="1557035" y="1436125"/>
                  <a:pt x="1563721" y="1444024"/>
                </a:cubicBezTo>
                <a:cubicBezTo>
                  <a:pt x="1570389" y="1451831"/>
                  <a:pt x="1577042" y="1459544"/>
                  <a:pt x="1583677" y="1467162"/>
                </a:cubicBezTo>
                <a:cubicBezTo>
                  <a:pt x="1590294" y="1474683"/>
                  <a:pt x="1596895" y="1482107"/>
                  <a:pt x="1603477" y="1489433"/>
                </a:cubicBezTo>
                <a:cubicBezTo>
                  <a:pt x="1610040" y="1496658"/>
                  <a:pt x="1616586" y="1503783"/>
                  <a:pt x="1623113" y="1510805"/>
                </a:cubicBezTo>
                <a:cubicBezTo>
                  <a:pt x="1629620" y="1517724"/>
                  <a:pt x="1636109" y="1524540"/>
                  <a:pt x="1642578" y="1531249"/>
                </a:cubicBezTo>
                <a:cubicBezTo>
                  <a:pt x="1649027" y="1537852"/>
                  <a:pt x="1655457" y="1544348"/>
                  <a:pt x="1661866" y="1550735"/>
                </a:cubicBezTo>
                <a:cubicBezTo>
                  <a:pt x="1668255" y="1557013"/>
                  <a:pt x="1674623" y="1563180"/>
                  <a:pt x="1680969" y="1569236"/>
                </a:cubicBezTo>
                <a:cubicBezTo>
                  <a:pt x="1687295" y="1575179"/>
                  <a:pt x="1693600" y="1581009"/>
                  <a:pt x="1699882" y="1586725"/>
                </a:cubicBezTo>
                <a:cubicBezTo>
                  <a:pt x="1706143" y="1592325"/>
                  <a:pt x="1712381" y="1597809"/>
                  <a:pt x="1718597" y="1603177"/>
                </a:cubicBezTo>
                <a:cubicBezTo>
                  <a:pt x="1724790" y="1608427"/>
                  <a:pt x="1730960" y="1613558"/>
                  <a:pt x="1737107" y="1618569"/>
                </a:cubicBezTo>
                <a:cubicBezTo>
                  <a:pt x="1743231" y="1623461"/>
                  <a:pt x="1749330" y="1628231"/>
                  <a:pt x="1755406" y="1632880"/>
                </a:cubicBezTo>
                <a:cubicBezTo>
                  <a:pt x="1761458" y="1637406"/>
                  <a:pt x="1767485" y="1641809"/>
                  <a:pt x="1773488" y="1646088"/>
                </a:cubicBezTo>
                <a:cubicBezTo>
                  <a:pt x="1779465" y="1650243"/>
                  <a:pt x="1785418" y="1654272"/>
                  <a:pt x="1791345" y="1658176"/>
                </a:cubicBezTo>
                <a:cubicBezTo>
                  <a:pt x="1797247" y="1661952"/>
                  <a:pt x="1803122" y="1665602"/>
                  <a:pt x="1808973" y="1669124"/>
                </a:cubicBezTo>
                <a:cubicBezTo>
                  <a:pt x="1814795" y="1672519"/>
                  <a:pt x="1820593" y="1675784"/>
                  <a:pt x="1826363" y="1678920"/>
                </a:cubicBezTo>
                <a:cubicBezTo>
                  <a:pt x="1832106" y="1681926"/>
                  <a:pt x="1837822" y="1684803"/>
                  <a:pt x="1843511" y="1687548"/>
                </a:cubicBezTo>
                <a:cubicBezTo>
                  <a:pt x="1849172" y="1690162"/>
                  <a:pt x="1854805" y="1692645"/>
                  <a:pt x="1860410" y="1694996"/>
                </a:cubicBezTo>
                <a:cubicBezTo>
                  <a:pt x="1865986" y="1697215"/>
                  <a:pt x="1871534" y="1699301"/>
                  <a:pt x="1877054" y="1701254"/>
                </a:cubicBezTo>
                <a:cubicBezTo>
                  <a:pt x="1882544" y="1703074"/>
                  <a:pt x="1888005" y="1704760"/>
                  <a:pt x="1893436" y="1706312"/>
                </a:cubicBezTo>
                <a:cubicBezTo>
                  <a:pt x="1898839" y="1707730"/>
                  <a:pt x="1904211" y="1709014"/>
                  <a:pt x="1909553" y="1710163"/>
                </a:cubicBezTo>
                <a:cubicBezTo>
                  <a:pt x="1914865" y="1711178"/>
                  <a:pt x="1920146" y="1712058"/>
                  <a:pt x="1925397" y="1712803"/>
                </a:cubicBezTo>
                <a:cubicBezTo>
                  <a:pt x="1930617" y="1713413"/>
                  <a:pt x="1935806" y="1713888"/>
                  <a:pt x="1940964" y="1714227"/>
                </a:cubicBezTo>
                <a:cubicBezTo>
                  <a:pt x="1946090" y="1714431"/>
                  <a:pt x="1951184" y="1714500"/>
                  <a:pt x="1956246" y="1714433"/>
                </a:cubicBezTo>
                <a:cubicBezTo>
                  <a:pt x="1961276" y="1714231"/>
                  <a:pt x="1966275" y="1713894"/>
                  <a:pt x="1971240" y="1713421"/>
                </a:cubicBezTo>
                <a:cubicBezTo>
                  <a:pt x="1976173" y="1712814"/>
                  <a:pt x="1981073" y="1712071"/>
                  <a:pt x="1985940" y="1711193"/>
                </a:cubicBezTo>
                <a:cubicBezTo>
                  <a:pt x="1990773" y="1710180"/>
                  <a:pt x="1995574" y="1709033"/>
                  <a:pt x="2000340" y="1707751"/>
                </a:cubicBezTo>
                <a:cubicBezTo>
                  <a:pt x="2005072" y="1706335"/>
                  <a:pt x="2009771" y="1704784"/>
                  <a:pt x="2014435" y="1703100"/>
                </a:cubicBezTo>
                <a:cubicBezTo>
                  <a:pt x="2019065" y="1701283"/>
                  <a:pt x="2023660" y="1699332"/>
                  <a:pt x="2028221" y="1697248"/>
                </a:cubicBezTo>
                <a:cubicBezTo>
                  <a:pt x="2032746" y="1695031"/>
                  <a:pt x="2037238" y="1692682"/>
                  <a:pt x="2041692" y="1690201"/>
                </a:cubicBezTo>
                <a:cubicBezTo>
                  <a:pt x="2046112" y="1687589"/>
                  <a:pt x="2050497" y="1684846"/>
                  <a:pt x="2054844" y="1681972"/>
                </a:cubicBezTo>
                <a:cubicBezTo>
                  <a:pt x="2059156" y="1678967"/>
                  <a:pt x="2063433" y="1675833"/>
                  <a:pt x="2067672" y="1672570"/>
                </a:cubicBezTo>
                <a:cubicBezTo>
                  <a:pt x="2071876" y="1669178"/>
                  <a:pt x="2076042" y="1665657"/>
                  <a:pt x="2080172" y="1662009"/>
                </a:cubicBezTo>
                <a:cubicBezTo>
                  <a:pt x="2084265" y="1658234"/>
                  <a:pt x="2088321" y="1654333"/>
                  <a:pt x="2092339" y="1650305"/>
                </a:cubicBezTo>
                <a:cubicBezTo>
                  <a:pt x="2096319" y="1646153"/>
                  <a:pt x="2100263" y="1641876"/>
                  <a:pt x="2104168" y="1637474"/>
                </a:cubicBezTo>
                <a:cubicBezTo>
                  <a:pt x="2108036" y="1632950"/>
                  <a:pt x="2111865" y="1628303"/>
                  <a:pt x="2115656" y="1623535"/>
                </a:cubicBezTo>
                <a:cubicBezTo>
                  <a:pt x="2119409" y="1618645"/>
                  <a:pt x="2123122" y="1613636"/>
                  <a:pt x="2126798" y="1608506"/>
                </a:cubicBezTo>
                <a:cubicBezTo>
                  <a:pt x="2130434" y="1603259"/>
                  <a:pt x="2134033" y="1597893"/>
                  <a:pt x="2137590" y="1592411"/>
                </a:cubicBezTo>
                <a:cubicBezTo>
                  <a:pt x="2141110" y="1586812"/>
                  <a:pt x="2144590" y="1581098"/>
                  <a:pt x="2148030" y="1575270"/>
                </a:cubicBezTo>
                <a:cubicBezTo>
                  <a:pt x="2151431" y="1569328"/>
                  <a:pt x="2154792" y="1563274"/>
                  <a:pt x="2158112" y="1557108"/>
                </a:cubicBezTo>
                <a:cubicBezTo>
                  <a:pt x="2161394" y="1550832"/>
                  <a:pt x="2164634" y="1544447"/>
                  <a:pt x="2167834" y="1537953"/>
                </a:cubicBezTo>
                <a:cubicBezTo>
                  <a:pt x="2170994" y="1531351"/>
                  <a:pt x="2174113" y="1524644"/>
                  <a:pt x="2177191" y="1517830"/>
                </a:cubicBezTo>
                <a:cubicBezTo>
                  <a:pt x="2180229" y="1510912"/>
                  <a:pt x="2183226" y="1503892"/>
                  <a:pt x="2186182" y="1496769"/>
                </a:cubicBezTo>
                <a:cubicBezTo>
                  <a:pt x="2189096" y="1489544"/>
                  <a:pt x="2191969" y="1482221"/>
                  <a:pt x="2194801" y="1474798"/>
                </a:cubicBezTo>
                <a:cubicBezTo>
                  <a:pt x="2197591" y="1467278"/>
                  <a:pt x="2200340" y="1459662"/>
                  <a:pt x="2203047" y="1451950"/>
                </a:cubicBezTo>
                <a:cubicBezTo>
                  <a:pt x="2205712" y="1444145"/>
                  <a:pt x="2208335" y="1436247"/>
                  <a:pt x="2210916" y="1428257"/>
                </a:cubicBezTo>
                <a:cubicBezTo>
                  <a:pt x="2213455" y="1420178"/>
                  <a:pt x="2215952" y="1412009"/>
                  <a:pt x="2218406" y="1403753"/>
                </a:cubicBezTo>
                <a:cubicBezTo>
                  <a:pt x="2220818" y="1395411"/>
                  <a:pt x="2223187" y="1386983"/>
                  <a:pt x="2225514" y="1378472"/>
                </a:cubicBezTo>
                <a:cubicBezTo>
                  <a:pt x="2227797" y="1369879"/>
                  <a:pt x="2230038" y="1361204"/>
                  <a:pt x="2232237" y="1352450"/>
                </a:cubicBezTo>
                <a:cubicBezTo>
                  <a:pt x="2234392" y="1343618"/>
                  <a:pt x="2236504" y="1334710"/>
                  <a:pt x="2238573" y="1325725"/>
                </a:cubicBezTo>
                <a:cubicBezTo>
                  <a:pt x="2240598" y="1316667"/>
                  <a:pt x="2242581" y="1307536"/>
                  <a:pt x="2244520" y="1298334"/>
                </a:cubicBezTo>
                <a:cubicBezTo>
                  <a:pt x="2246415" y="1289062"/>
                  <a:pt x="2248267" y="1279723"/>
                  <a:pt x="2250075" y="1270316"/>
                </a:cubicBezTo>
                <a:cubicBezTo>
                  <a:pt x="2251839" y="1260845"/>
                  <a:pt x="2253560" y="1251309"/>
                  <a:pt x="2255237" y="1241711"/>
                </a:cubicBezTo>
                <a:cubicBezTo>
                  <a:pt x="2256870" y="1232053"/>
                  <a:pt x="2258459" y="1222335"/>
                  <a:pt x="2260004" y="1212560"/>
                </a:cubicBezTo>
                <a:cubicBezTo>
                  <a:pt x="2261505" y="1202729"/>
                  <a:pt x="2262962" y="1192843"/>
                  <a:pt x="2264374" y="1182904"/>
                </a:cubicBezTo>
                <a:cubicBezTo>
                  <a:pt x="2265742" y="1172914"/>
                  <a:pt x="2267066" y="1162874"/>
                  <a:pt x="2268346" y="1152785"/>
                </a:cubicBezTo>
                <a:cubicBezTo>
                  <a:pt x="2269581" y="1142650"/>
                  <a:pt x="2270771" y="1132470"/>
                  <a:pt x="2271918" y="1122247"/>
                </a:cubicBezTo>
                <a:cubicBezTo>
                  <a:pt x="2273019" y="1111981"/>
                  <a:pt x="2274076" y="1101676"/>
                  <a:pt x="2275088" y="1091331"/>
                </a:cubicBezTo>
                <a:cubicBezTo>
                  <a:pt x="2276056" y="1080950"/>
                  <a:pt x="2276979" y="1070534"/>
                  <a:pt x="2277857" y="1060083"/>
                </a:cubicBezTo>
                <a:cubicBezTo>
                  <a:pt x="2278690" y="1049601"/>
                  <a:pt x="2279479" y="1039089"/>
                  <a:pt x="2280223" y="1028547"/>
                </a:cubicBezTo>
                <a:cubicBezTo>
                  <a:pt x="2280921" y="1017979"/>
                  <a:pt x="2281575" y="1007385"/>
                  <a:pt x="2282184" y="996768"/>
                </a:cubicBezTo>
                <a:cubicBezTo>
                  <a:pt x="2282747" y="986128"/>
                  <a:pt x="2283266" y="975468"/>
                  <a:pt x="2283740" y="964790"/>
                </a:cubicBezTo>
                <a:cubicBezTo>
                  <a:pt x="2284169" y="954094"/>
                  <a:pt x="2284553" y="943384"/>
                  <a:pt x="2284892" y="932659"/>
                </a:cubicBezTo>
                <a:cubicBezTo>
                  <a:pt x="2285185" y="921923"/>
                  <a:pt x="2285434" y="911177"/>
                  <a:pt x="2285637" y="900421"/>
                </a:cubicBezTo>
                <a:cubicBezTo>
                  <a:pt x="2285795" y="889660"/>
                  <a:pt x="2285909" y="878892"/>
                  <a:pt x="2285977" y="868122"/>
                </a:cubicBezTo>
              </a:path>
            </a:pathLst>
          </a:cu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FE798DB4-5FA4-4336-9C43-8547D8B9A1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9452" y="321471"/>
            <a:ext cx="825978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79205" name="Object 5">
            <a:extLst>
              <a:ext uri="{FF2B5EF4-FFF2-40B4-BE49-F238E27FC236}">
                <a16:creationId xmlns:a16="http://schemas.microsoft.com/office/drawing/2014/main" id="{E582299B-4E28-4871-B448-0B20EA81B9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72383"/>
              </p:ext>
            </p:extLst>
          </p:nvPr>
        </p:nvGraphicFramePr>
        <p:xfrm>
          <a:off x="1196975" y="4111625"/>
          <a:ext cx="15081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94" name="Equation" r:id="rId3" imgW="1650960" imgH="609480" progId="Equation.DSMT4">
                  <p:embed/>
                </p:oleObj>
              </mc:Choice>
              <mc:Fallback>
                <p:oleObj name="Equation" r:id="rId3" imgW="1650960" imgH="60948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4111625"/>
                        <a:ext cx="1508125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8" name="Text Box 8">
            <a:extLst>
              <a:ext uri="{FF2B5EF4-FFF2-40B4-BE49-F238E27FC236}">
                <a16:creationId xmlns:a16="http://schemas.microsoft.com/office/drawing/2014/main" id="{6057D1FF-0D17-448E-9467-35FC0DBC6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93" y="1122406"/>
            <a:ext cx="536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79211" name="Object 11">
            <a:extLst>
              <a:ext uri="{FF2B5EF4-FFF2-40B4-BE49-F238E27FC236}">
                <a16:creationId xmlns:a16="http://schemas.microsoft.com/office/drawing/2014/main" id="{89DF5A00-1E67-4C64-8893-FFD669C4A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236264"/>
              </p:ext>
            </p:extLst>
          </p:nvPr>
        </p:nvGraphicFramePr>
        <p:xfrm>
          <a:off x="1204913" y="2786063"/>
          <a:ext cx="22193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95" name="Equation" r:id="rId5" imgW="2222280" imgH="660240" progId="Equation.DSMT4">
                  <p:embed/>
                </p:oleObj>
              </mc:Choice>
              <mc:Fallback>
                <p:oleObj name="Equation" r:id="rId5" imgW="2222280" imgH="66024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2786063"/>
                        <a:ext cx="2219325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2" name="Object 12">
            <a:extLst>
              <a:ext uri="{FF2B5EF4-FFF2-40B4-BE49-F238E27FC236}">
                <a16:creationId xmlns:a16="http://schemas.microsoft.com/office/drawing/2014/main" id="{035F6A82-6146-4733-8AA1-22839A577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66814"/>
              </p:ext>
            </p:extLst>
          </p:nvPr>
        </p:nvGraphicFramePr>
        <p:xfrm>
          <a:off x="1204913" y="3497263"/>
          <a:ext cx="24130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96" name="Equation" r:id="rId7" imgW="2412720" imgH="660240" progId="Equation.DSMT4">
                  <p:embed/>
                </p:oleObj>
              </mc:Choice>
              <mc:Fallback>
                <p:oleObj name="Equation" r:id="rId7" imgW="2412720" imgH="66024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497263"/>
                        <a:ext cx="241300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5" name="Text Box 15">
            <a:extLst>
              <a:ext uri="{FF2B5EF4-FFF2-40B4-BE49-F238E27FC236}">
                <a16:creationId xmlns:a16="http://schemas.microsoft.com/office/drawing/2014/main" id="{AA94B7CA-5B47-45F5-8CDA-774E7498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927" y="1105888"/>
            <a:ext cx="24301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所围图形面积为</a:t>
            </a:r>
            <a:endParaRPr kumimoji="1" lang="zh-CN" altLang="en-US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79217" name="Object 17">
            <a:extLst>
              <a:ext uri="{FF2B5EF4-FFF2-40B4-BE49-F238E27FC236}">
                <a16:creationId xmlns:a16="http://schemas.microsoft.com/office/drawing/2014/main" id="{EE7BF859-0B54-4F9E-B731-9CE3AABBA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337039"/>
              </p:ext>
            </p:extLst>
          </p:nvPr>
        </p:nvGraphicFramePr>
        <p:xfrm>
          <a:off x="2779713" y="4235450"/>
          <a:ext cx="6223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97" name="Equation" r:id="rId9" imgW="622080" imgH="342720" progId="Equation.DSMT4">
                  <p:embed/>
                </p:oleObj>
              </mc:Choice>
              <mc:Fallback>
                <p:oleObj name="Equation" r:id="rId9" imgW="622080" imgH="34272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4235450"/>
                        <a:ext cx="6223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879E9A1-91A2-4ABC-ABAC-40B3CCB83FD6}"/>
              </a:ext>
            </a:extLst>
          </p:cNvPr>
          <p:cNvGrpSpPr/>
          <p:nvPr/>
        </p:nvGrpSpPr>
        <p:grpSpPr>
          <a:xfrm>
            <a:off x="4919897" y="1452466"/>
            <a:ext cx="4086225" cy="2340658"/>
            <a:chOff x="4500885" y="407488"/>
            <a:chExt cx="4086225" cy="2340658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BF9A9391-11D8-4397-AE65-EBB0D4CF6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885" y="1619649"/>
              <a:ext cx="4032448" cy="239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99AF88E-273B-435D-B8B3-65BD16E99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9776" y="416056"/>
              <a:ext cx="0" cy="2332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3" name="Object 7">
              <a:extLst>
                <a:ext uri="{FF2B5EF4-FFF2-40B4-BE49-F238E27FC236}">
                  <a16:creationId xmlns:a16="http://schemas.microsoft.com/office/drawing/2014/main" id="{095F02A5-8A09-46B3-82AD-7291A4B1D1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9034438"/>
                </p:ext>
              </p:extLst>
            </p:nvPr>
          </p:nvGraphicFramePr>
          <p:xfrm>
            <a:off x="6173954" y="407488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298" name="MathType 6.0 Equation" r:id="rId11" imgW="215640" imgH="266400" progId="Equation.DSMT4">
                    <p:embed/>
                  </p:oleObj>
                </mc:Choice>
                <mc:Fallback>
                  <p:oleObj name="MathType 6.0 Equation" r:id="rId11" imgW="215640" imgH="266400" progId="Equation.DSMT4">
                    <p:embed/>
                    <p:pic>
                      <p:nvPicPr>
                        <p:cNvPr id="38" name="Object 7">
                          <a:extLst>
                            <a:ext uri="{FF2B5EF4-FFF2-40B4-BE49-F238E27FC236}">
                              <a16:creationId xmlns:a16="http://schemas.microsoft.com/office/drawing/2014/main" id="{5DAF1867-3398-4F3B-8D0E-9D3CB15A89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3954" y="407488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7">
              <a:extLst>
                <a:ext uri="{FF2B5EF4-FFF2-40B4-BE49-F238E27FC236}">
                  <a16:creationId xmlns:a16="http://schemas.microsoft.com/office/drawing/2014/main" id="{EC949AE3-EA51-4AE0-B348-36F16811FA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0846037"/>
                </p:ext>
              </p:extLst>
            </p:nvPr>
          </p:nvGraphicFramePr>
          <p:xfrm>
            <a:off x="8409310" y="168242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299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36DF2EB3-7583-4C1E-8B17-55299EDF58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9310" y="168242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7">
              <a:extLst>
                <a:ext uri="{FF2B5EF4-FFF2-40B4-BE49-F238E27FC236}">
                  <a16:creationId xmlns:a16="http://schemas.microsoft.com/office/drawing/2014/main" id="{CA2860F2-3BB4-48F4-AE41-97D5235658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3374929"/>
                </p:ext>
              </p:extLst>
            </p:nvPr>
          </p:nvGraphicFramePr>
          <p:xfrm>
            <a:off x="6216388" y="1643599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300" name="MathType 6.0 Equation" r:id="rId15" imgW="190440" imgH="203040" progId="Equation.DSMT4">
                    <p:embed/>
                  </p:oleObj>
                </mc:Choice>
                <mc:Fallback>
                  <p:oleObj name="MathType 6.0 Equation" r:id="rId15" imgW="190440" imgH="203040" progId="Equation.DSMT4">
                    <p:embed/>
                    <p:pic>
                      <p:nvPicPr>
                        <p:cNvPr id="40" name="Object 7">
                          <a:extLst>
                            <a:ext uri="{FF2B5EF4-FFF2-40B4-BE49-F238E27FC236}">
                              <a16:creationId xmlns:a16="http://schemas.microsoft.com/office/drawing/2014/main" id="{F918CCD1-E956-4292-8DC5-6DD7443B35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6388" y="1643599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71CB3D44-4C77-4CF1-A383-3752E4D98211}"/>
              </a:ext>
            </a:extLst>
          </p:cNvPr>
          <p:cNvSpPr/>
          <p:nvPr/>
        </p:nvSpPr>
        <p:spPr>
          <a:xfrm>
            <a:off x="6853457" y="2101526"/>
            <a:ext cx="1541471" cy="569938"/>
          </a:xfrm>
          <a:custGeom>
            <a:avLst/>
            <a:gdLst>
              <a:gd name="connsiteX0" fmla="*/ 0 w 1581573"/>
              <a:gd name="connsiteY0" fmla="*/ 582507 h 589280"/>
              <a:gd name="connsiteX1" fmla="*/ 193040 w 1581573"/>
              <a:gd name="connsiteY1" fmla="*/ 440267 h 589280"/>
              <a:gd name="connsiteX2" fmla="*/ 372533 w 1581573"/>
              <a:gd name="connsiteY2" fmla="*/ 314960 h 589280"/>
              <a:gd name="connsiteX3" fmla="*/ 592666 w 1581573"/>
              <a:gd name="connsiteY3" fmla="*/ 179493 h 589280"/>
              <a:gd name="connsiteX4" fmla="*/ 778933 w 1581573"/>
              <a:gd name="connsiteY4" fmla="*/ 84667 h 589280"/>
              <a:gd name="connsiteX5" fmla="*/ 924560 w 1581573"/>
              <a:gd name="connsiteY5" fmla="*/ 33867 h 589280"/>
              <a:gd name="connsiteX6" fmla="*/ 1039706 w 1581573"/>
              <a:gd name="connsiteY6" fmla="*/ 3387 h 589280"/>
              <a:gd name="connsiteX7" fmla="*/ 1188720 w 1581573"/>
              <a:gd name="connsiteY7" fmla="*/ 0 h 589280"/>
              <a:gd name="connsiteX8" fmla="*/ 1314026 w 1581573"/>
              <a:gd name="connsiteY8" fmla="*/ 40640 h 589280"/>
              <a:gd name="connsiteX9" fmla="*/ 1425786 w 1581573"/>
              <a:gd name="connsiteY9" fmla="*/ 121920 h 589280"/>
              <a:gd name="connsiteX10" fmla="*/ 1493520 w 1581573"/>
              <a:gd name="connsiteY10" fmla="*/ 230293 h 589280"/>
              <a:gd name="connsiteX11" fmla="*/ 1534160 w 1581573"/>
              <a:gd name="connsiteY11" fmla="*/ 325120 h 589280"/>
              <a:gd name="connsiteX12" fmla="*/ 1568026 w 1581573"/>
              <a:gd name="connsiteY12" fmla="*/ 423333 h 589280"/>
              <a:gd name="connsiteX13" fmla="*/ 1581573 w 1581573"/>
              <a:gd name="connsiteY13" fmla="*/ 589280 h 589280"/>
              <a:gd name="connsiteX14" fmla="*/ 0 w 1581573"/>
              <a:gd name="connsiteY14" fmla="*/ 582507 h 58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81573" h="589280">
                <a:moveTo>
                  <a:pt x="0" y="582507"/>
                </a:moveTo>
                <a:lnTo>
                  <a:pt x="193040" y="440267"/>
                </a:lnTo>
                <a:lnTo>
                  <a:pt x="372533" y="314960"/>
                </a:lnTo>
                <a:lnTo>
                  <a:pt x="592666" y="179493"/>
                </a:lnTo>
                <a:lnTo>
                  <a:pt x="778933" y="84667"/>
                </a:lnTo>
                <a:lnTo>
                  <a:pt x="924560" y="33867"/>
                </a:lnTo>
                <a:lnTo>
                  <a:pt x="1039706" y="3387"/>
                </a:lnTo>
                <a:lnTo>
                  <a:pt x="1188720" y="0"/>
                </a:lnTo>
                <a:lnTo>
                  <a:pt x="1314026" y="40640"/>
                </a:lnTo>
                <a:lnTo>
                  <a:pt x="1425786" y="121920"/>
                </a:lnTo>
                <a:lnTo>
                  <a:pt x="1493520" y="230293"/>
                </a:lnTo>
                <a:lnTo>
                  <a:pt x="1534160" y="325120"/>
                </a:lnTo>
                <a:lnTo>
                  <a:pt x="1568026" y="423333"/>
                </a:lnTo>
                <a:lnTo>
                  <a:pt x="1581573" y="589280"/>
                </a:lnTo>
                <a:lnTo>
                  <a:pt x="0" y="58250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6FAF9BDD-128D-4C29-9C7B-F08827DD7EA5}"/>
              </a:ext>
            </a:extLst>
          </p:cNvPr>
          <p:cNvSpPr>
            <a:spLocks/>
          </p:cNvSpPr>
          <p:nvPr/>
        </p:nvSpPr>
        <p:spPr>
          <a:xfrm>
            <a:off x="5249482" y="2093585"/>
            <a:ext cx="3152835" cy="1163829"/>
          </a:xfrm>
          <a:custGeom>
            <a:avLst/>
            <a:gdLst/>
            <a:ahLst/>
            <a:cxnLst/>
            <a:rect l="0" t="0" r="0" b="0"/>
            <a:pathLst>
              <a:path w="2286001" h="1714501">
                <a:moveTo>
                  <a:pt x="2286000" y="857250"/>
                </a:moveTo>
                <a:cubicBezTo>
                  <a:pt x="2285978" y="846478"/>
                  <a:pt x="2285910" y="835707"/>
                  <a:pt x="2285797" y="824940"/>
                </a:cubicBezTo>
                <a:cubicBezTo>
                  <a:pt x="2285639" y="814178"/>
                  <a:pt x="2285436" y="803423"/>
                  <a:pt x="2285188" y="792676"/>
                </a:cubicBezTo>
                <a:cubicBezTo>
                  <a:pt x="2284895" y="781939"/>
                  <a:pt x="2284556" y="771215"/>
                  <a:pt x="2284173" y="760504"/>
                </a:cubicBezTo>
                <a:cubicBezTo>
                  <a:pt x="2283744" y="749808"/>
                  <a:pt x="2283271" y="739129"/>
                  <a:pt x="2282753" y="728469"/>
                </a:cubicBezTo>
                <a:cubicBezTo>
                  <a:pt x="2282189" y="717829"/>
                  <a:pt x="2281581" y="707211"/>
                  <a:pt x="2280927" y="696617"/>
                </a:cubicBezTo>
                <a:cubicBezTo>
                  <a:pt x="2280229" y="686049"/>
                  <a:pt x="2279486" y="675507"/>
                  <a:pt x="2278698" y="664994"/>
                </a:cubicBezTo>
                <a:cubicBezTo>
                  <a:pt x="2277865" y="654511"/>
                  <a:pt x="2276987" y="644061"/>
                  <a:pt x="2276065" y="633643"/>
                </a:cubicBezTo>
                <a:cubicBezTo>
                  <a:pt x="2275098" y="623262"/>
                  <a:pt x="2274085" y="612917"/>
                  <a:pt x="2273029" y="602611"/>
                </a:cubicBezTo>
                <a:cubicBezTo>
                  <a:pt x="2271928" y="592345"/>
                  <a:pt x="2270782" y="582121"/>
                  <a:pt x="2269592" y="571940"/>
                </a:cubicBezTo>
                <a:cubicBezTo>
                  <a:pt x="2268357" y="561805"/>
                  <a:pt x="2267078" y="551716"/>
                  <a:pt x="2265754" y="541675"/>
                </a:cubicBezTo>
                <a:cubicBezTo>
                  <a:pt x="2264387" y="531684"/>
                  <a:pt x="2262974" y="521745"/>
                  <a:pt x="2261518" y="511858"/>
                </a:cubicBezTo>
                <a:cubicBezTo>
                  <a:pt x="2260018" y="502027"/>
                  <a:pt x="2258473" y="492251"/>
                  <a:pt x="2256884" y="482533"/>
                </a:cubicBezTo>
                <a:cubicBezTo>
                  <a:pt x="2255251" y="472873"/>
                  <a:pt x="2253575" y="463275"/>
                  <a:pt x="2251855" y="453739"/>
                </a:cubicBezTo>
                <a:cubicBezTo>
                  <a:pt x="2250091" y="444267"/>
                  <a:pt x="2248283" y="434860"/>
                  <a:pt x="2246431" y="425519"/>
                </a:cubicBezTo>
                <a:cubicBezTo>
                  <a:pt x="2244536" y="416247"/>
                  <a:pt x="2242598" y="407044"/>
                  <a:pt x="2240616" y="397913"/>
                </a:cubicBezTo>
                <a:cubicBezTo>
                  <a:pt x="2238590" y="388854"/>
                  <a:pt x="2236522" y="379869"/>
                  <a:pt x="2234410" y="370959"/>
                </a:cubicBezTo>
                <a:cubicBezTo>
                  <a:pt x="2232255" y="362126"/>
                  <a:pt x="2230058" y="353371"/>
                  <a:pt x="2227817" y="344696"/>
                </a:cubicBezTo>
                <a:cubicBezTo>
                  <a:pt x="2225533" y="336102"/>
                  <a:pt x="2223207" y="327590"/>
                  <a:pt x="2220838" y="319162"/>
                </a:cubicBezTo>
                <a:cubicBezTo>
                  <a:pt x="2218427" y="310819"/>
                  <a:pt x="2215973" y="302562"/>
                  <a:pt x="2213477" y="294392"/>
                </a:cubicBezTo>
                <a:cubicBezTo>
                  <a:pt x="2210938" y="286312"/>
                  <a:pt x="2208357" y="278321"/>
                  <a:pt x="2205734" y="270422"/>
                </a:cubicBezTo>
                <a:cubicBezTo>
                  <a:pt x="2203070" y="262616"/>
                  <a:pt x="2200363" y="254904"/>
                  <a:pt x="2197615" y="247286"/>
                </a:cubicBezTo>
                <a:cubicBezTo>
                  <a:pt x="2194825" y="239765"/>
                  <a:pt x="2191993" y="232342"/>
                  <a:pt x="2189121" y="225017"/>
                </a:cubicBezTo>
                <a:cubicBezTo>
                  <a:pt x="2186207" y="217792"/>
                  <a:pt x="2183251" y="210668"/>
                  <a:pt x="2180255" y="203646"/>
                </a:cubicBezTo>
                <a:cubicBezTo>
                  <a:pt x="2177217" y="196728"/>
                  <a:pt x="2174139" y="189913"/>
                  <a:pt x="2171020" y="183205"/>
                </a:cubicBezTo>
                <a:cubicBezTo>
                  <a:pt x="2167861" y="176602"/>
                  <a:pt x="2164661" y="170107"/>
                  <a:pt x="2161421" y="163720"/>
                </a:cubicBezTo>
                <a:cubicBezTo>
                  <a:pt x="2158140" y="157443"/>
                  <a:pt x="2154820" y="151277"/>
                  <a:pt x="2151459" y="145222"/>
                </a:cubicBezTo>
                <a:cubicBezTo>
                  <a:pt x="2148059" y="139279"/>
                  <a:pt x="2144619" y="133450"/>
                  <a:pt x="2141139" y="127735"/>
                </a:cubicBezTo>
                <a:cubicBezTo>
                  <a:pt x="2137620" y="122135"/>
                  <a:pt x="2134062" y="116652"/>
                  <a:pt x="2130465" y="111285"/>
                </a:cubicBezTo>
                <a:cubicBezTo>
                  <a:pt x="2126828" y="106036"/>
                  <a:pt x="2123153" y="100906"/>
                  <a:pt x="2119439" y="95895"/>
                </a:cubicBezTo>
                <a:cubicBezTo>
                  <a:pt x="2115687" y="91005"/>
                  <a:pt x="2111896" y="86235"/>
                  <a:pt x="2108067" y="81587"/>
                </a:cubicBezTo>
                <a:cubicBezTo>
                  <a:pt x="2104199" y="77062"/>
                  <a:pt x="2100294" y="72660"/>
                  <a:pt x="2096352" y="68381"/>
                </a:cubicBezTo>
                <a:cubicBezTo>
                  <a:pt x="2092372" y="64227"/>
                  <a:pt x="2088353" y="60199"/>
                  <a:pt x="2084298" y="56296"/>
                </a:cubicBezTo>
                <a:cubicBezTo>
                  <a:pt x="2080205" y="52520"/>
                  <a:pt x="2076076" y="48871"/>
                  <a:pt x="2071909" y="45350"/>
                </a:cubicBezTo>
                <a:cubicBezTo>
                  <a:pt x="2067706" y="41957"/>
                  <a:pt x="2063467" y="38692"/>
                  <a:pt x="2059191" y="35557"/>
                </a:cubicBezTo>
                <a:cubicBezTo>
                  <a:pt x="2054879" y="32552"/>
                  <a:pt x="2050531" y="29676"/>
                  <a:pt x="2046147" y="26932"/>
                </a:cubicBezTo>
                <a:cubicBezTo>
                  <a:pt x="2041727" y="24319"/>
                  <a:pt x="2037273" y="21837"/>
                  <a:pt x="2032782" y="19487"/>
                </a:cubicBezTo>
                <a:cubicBezTo>
                  <a:pt x="2028257" y="17269"/>
                  <a:pt x="2023697" y="15184"/>
                  <a:pt x="2019102" y="13232"/>
                </a:cubicBezTo>
                <a:cubicBezTo>
                  <a:pt x="2014472" y="11413"/>
                  <a:pt x="2009808" y="9728"/>
                  <a:pt x="2005109" y="8177"/>
                </a:cubicBezTo>
                <a:cubicBezTo>
                  <a:pt x="2000376" y="6760"/>
                  <a:pt x="1995611" y="5477"/>
                  <a:pt x="1990810" y="4328"/>
                </a:cubicBezTo>
                <a:cubicBezTo>
                  <a:pt x="1985977" y="3314"/>
                  <a:pt x="1981111" y="2436"/>
                  <a:pt x="1976211" y="1692"/>
                </a:cubicBezTo>
                <a:cubicBezTo>
                  <a:pt x="1971278" y="1083"/>
                  <a:pt x="1966313" y="609"/>
                  <a:pt x="1961315" y="271"/>
                </a:cubicBezTo>
                <a:cubicBezTo>
                  <a:pt x="1956285" y="68"/>
                  <a:pt x="1951223" y="0"/>
                  <a:pt x="1946128" y="68"/>
                </a:cubicBezTo>
                <a:cubicBezTo>
                  <a:pt x="1941002" y="271"/>
                  <a:pt x="1935845" y="609"/>
                  <a:pt x="1930657" y="1083"/>
                </a:cubicBezTo>
                <a:cubicBezTo>
                  <a:pt x="1925437" y="1692"/>
                  <a:pt x="1920187" y="2436"/>
                  <a:pt x="1914905" y="3315"/>
                </a:cubicBezTo>
                <a:cubicBezTo>
                  <a:pt x="1909593" y="4328"/>
                  <a:pt x="1904251" y="5477"/>
                  <a:pt x="1898879" y="6760"/>
                </a:cubicBezTo>
                <a:cubicBezTo>
                  <a:pt x="1893477" y="8177"/>
                  <a:pt x="1888045" y="9728"/>
                  <a:pt x="1882584" y="11414"/>
                </a:cubicBezTo>
                <a:cubicBezTo>
                  <a:pt x="1877094" y="13233"/>
                  <a:pt x="1871575" y="15185"/>
                  <a:pt x="1866027" y="17269"/>
                </a:cubicBezTo>
                <a:cubicBezTo>
                  <a:pt x="1860451" y="19487"/>
                  <a:pt x="1854846" y="21837"/>
                  <a:pt x="1849213" y="24319"/>
                </a:cubicBezTo>
                <a:cubicBezTo>
                  <a:pt x="1843552" y="26932"/>
                  <a:pt x="1837864" y="29677"/>
                  <a:pt x="1832148" y="32552"/>
                </a:cubicBezTo>
                <a:cubicBezTo>
                  <a:pt x="1826405" y="35558"/>
                  <a:pt x="1820635" y="38693"/>
                  <a:pt x="1814838" y="41957"/>
                </a:cubicBezTo>
                <a:cubicBezTo>
                  <a:pt x="1809014" y="45350"/>
                  <a:pt x="1803165" y="48872"/>
                  <a:pt x="1797290" y="52521"/>
                </a:cubicBezTo>
                <a:cubicBezTo>
                  <a:pt x="1791388" y="56297"/>
                  <a:pt x="1785461" y="60200"/>
                  <a:pt x="1779508" y="64228"/>
                </a:cubicBezTo>
                <a:cubicBezTo>
                  <a:pt x="1773531" y="68382"/>
                  <a:pt x="1767528" y="72660"/>
                  <a:pt x="1761501" y="77062"/>
                </a:cubicBezTo>
                <a:cubicBezTo>
                  <a:pt x="1755449" y="81588"/>
                  <a:pt x="1749373" y="86236"/>
                  <a:pt x="1743273" y="91005"/>
                </a:cubicBezTo>
                <a:cubicBezTo>
                  <a:pt x="1737151" y="95896"/>
                  <a:pt x="1731004" y="100907"/>
                  <a:pt x="1724833" y="106037"/>
                </a:cubicBezTo>
                <a:cubicBezTo>
                  <a:pt x="1718640" y="111286"/>
                  <a:pt x="1712424" y="116653"/>
                  <a:pt x="1706187" y="122136"/>
                </a:cubicBezTo>
                <a:cubicBezTo>
                  <a:pt x="1699926" y="127736"/>
                  <a:pt x="1693644" y="133451"/>
                  <a:pt x="1687339" y="139280"/>
                </a:cubicBezTo>
                <a:cubicBezTo>
                  <a:pt x="1681014" y="145223"/>
                  <a:pt x="1674667" y="151278"/>
                  <a:pt x="1668299" y="157444"/>
                </a:cubicBezTo>
                <a:cubicBezTo>
                  <a:pt x="1661910" y="163721"/>
                  <a:pt x="1655501" y="170108"/>
                  <a:pt x="1649071" y="176603"/>
                </a:cubicBezTo>
                <a:cubicBezTo>
                  <a:pt x="1642622" y="183205"/>
                  <a:pt x="1636153" y="189914"/>
                  <a:pt x="1629664" y="196729"/>
                </a:cubicBezTo>
                <a:cubicBezTo>
                  <a:pt x="1623157" y="203647"/>
                  <a:pt x="1616630" y="210669"/>
                  <a:pt x="1610085" y="217793"/>
                </a:cubicBezTo>
                <a:cubicBezTo>
                  <a:pt x="1603521" y="225018"/>
                  <a:pt x="1596939" y="232343"/>
                  <a:pt x="1590339" y="239767"/>
                </a:cubicBezTo>
                <a:cubicBezTo>
                  <a:pt x="1583721" y="247288"/>
                  <a:pt x="1577086" y="254905"/>
                  <a:pt x="1570434" y="262617"/>
                </a:cubicBezTo>
                <a:cubicBezTo>
                  <a:pt x="1563765" y="270423"/>
                  <a:pt x="1557079" y="278323"/>
                  <a:pt x="1550377" y="286313"/>
                </a:cubicBezTo>
                <a:cubicBezTo>
                  <a:pt x="1543659" y="294394"/>
                  <a:pt x="1536926" y="302563"/>
                  <a:pt x="1530176" y="310820"/>
                </a:cubicBezTo>
                <a:cubicBezTo>
                  <a:pt x="1523412" y="319163"/>
                  <a:pt x="1516631" y="327592"/>
                  <a:pt x="1509837" y="336104"/>
                </a:cubicBezTo>
                <a:cubicBezTo>
                  <a:pt x="1503028" y="344698"/>
                  <a:pt x="1496205" y="353373"/>
                  <a:pt x="1489368" y="362128"/>
                </a:cubicBezTo>
                <a:cubicBezTo>
                  <a:pt x="1482517" y="370961"/>
                  <a:pt x="1475653" y="379871"/>
                  <a:pt x="1468775" y="388856"/>
                </a:cubicBezTo>
                <a:cubicBezTo>
                  <a:pt x="1461885" y="397914"/>
                  <a:pt x="1454983" y="407046"/>
                  <a:pt x="1448067" y="416249"/>
                </a:cubicBezTo>
                <a:cubicBezTo>
                  <a:pt x="1441140" y="425521"/>
                  <a:pt x="1434202" y="434862"/>
                  <a:pt x="1427251" y="444269"/>
                </a:cubicBezTo>
                <a:cubicBezTo>
                  <a:pt x="1420289" y="453741"/>
                  <a:pt x="1413317" y="463278"/>
                  <a:pt x="1406334" y="472876"/>
                </a:cubicBezTo>
                <a:cubicBezTo>
                  <a:pt x="1399339" y="482535"/>
                  <a:pt x="1392336" y="492253"/>
                  <a:pt x="1385322" y="502029"/>
                </a:cubicBezTo>
                <a:cubicBezTo>
                  <a:pt x="1378300" y="511861"/>
                  <a:pt x="1371267" y="521748"/>
                  <a:pt x="1364225" y="531687"/>
                </a:cubicBezTo>
                <a:cubicBezTo>
                  <a:pt x="1357175" y="541678"/>
                  <a:pt x="1350116" y="551719"/>
                  <a:pt x="1343050" y="561808"/>
                </a:cubicBezTo>
                <a:cubicBezTo>
                  <a:pt x="1335975" y="571943"/>
                  <a:pt x="1328893" y="582124"/>
                  <a:pt x="1321802" y="592348"/>
                </a:cubicBezTo>
                <a:cubicBezTo>
                  <a:pt x="1314706" y="602614"/>
                  <a:pt x="1307602" y="612920"/>
                  <a:pt x="1300492" y="623265"/>
                </a:cubicBezTo>
                <a:cubicBezTo>
                  <a:pt x="1293376" y="633647"/>
                  <a:pt x="1286254" y="644064"/>
                  <a:pt x="1279126" y="654514"/>
                </a:cubicBezTo>
                <a:cubicBezTo>
                  <a:pt x="1271993" y="664997"/>
                  <a:pt x="1264855" y="675510"/>
                  <a:pt x="1257712" y="686052"/>
                </a:cubicBezTo>
                <a:cubicBezTo>
                  <a:pt x="1250564" y="696621"/>
                  <a:pt x="1243412" y="707215"/>
                  <a:pt x="1236256" y="717833"/>
                </a:cubicBezTo>
                <a:cubicBezTo>
                  <a:pt x="1229096" y="728472"/>
                  <a:pt x="1221933" y="739132"/>
                  <a:pt x="1214767" y="749811"/>
                </a:cubicBezTo>
                <a:cubicBezTo>
                  <a:pt x="1207598" y="760507"/>
                  <a:pt x="1200427" y="771218"/>
                  <a:pt x="1193254" y="781943"/>
                </a:cubicBezTo>
                <a:cubicBezTo>
                  <a:pt x="1186078" y="792680"/>
                  <a:pt x="1178900" y="803426"/>
                  <a:pt x="1171722" y="814182"/>
                </a:cubicBezTo>
                <a:cubicBezTo>
                  <a:pt x="1164541" y="824943"/>
                  <a:pt x="1157360" y="835711"/>
                  <a:pt x="1150179" y="846481"/>
                </a:cubicBezTo>
                <a:cubicBezTo>
                  <a:pt x="1142998" y="857253"/>
                  <a:pt x="1135816" y="868026"/>
                  <a:pt x="1128635" y="878796"/>
                </a:cubicBezTo>
                <a:cubicBezTo>
                  <a:pt x="1121454" y="889563"/>
                  <a:pt x="1114275" y="900325"/>
                  <a:pt x="1107096" y="911080"/>
                </a:cubicBezTo>
                <a:cubicBezTo>
                  <a:pt x="1099918" y="921827"/>
                  <a:pt x="1092743" y="932563"/>
                  <a:pt x="1085569" y="943287"/>
                </a:cubicBezTo>
                <a:cubicBezTo>
                  <a:pt x="1078398" y="953998"/>
                  <a:pt x="1071229" y="964694"/>
                  <a:pt x="1064063" y="975373"/>
                </a:cubicBezTo>
                <a:cubicBezTo>
                  <a:pt x="1056901" y="986033"/>
                  <a:pt x="1049741" y="996672"/>
                  <a:pt x="1042585" y="1007290"/>
                </a:cubicBezTo>
                <a:cubicBezTo>
                  <a:pt x="1035433" y="1017884"/>
                  <a:pt x="1028286" y="1028453"/>
                  <a:pt x="1021142" y="1038994"/>
                </a:cubicBezTo>
                <a:cubicBezTo>
                  <a:pt x="1014005" y="1049507"/>
                  <a:pt x="1006871" y="1059990"/>
                  <a:pt x="999744" y="1070440"/>
                </a:cubicBezTo>
                <a:cubicBezTo>
                  <a:pt x="992622" y="1080857"/>
                  <a:pt x="985506" y="1091238"/>
                  <a:pt x="978395" y="1101583"/>
                </a:cubicBezTo>
                <a:cubicBezTo>
                  <a:pt x="971292" y="1111889"/>
                  <a:pt x="964195" y="1122155"/>
                  <a:pt x="957106" y="1132379"/>
                </a:cubicBezTo>
                <a:cubicBezTo>
                  <a:pt x="950023" y="1142559"/>
                  <a:pt x="942949" y="1152695"/>
                  <a:pt x="935882" y="1162784"/>
                </a:cubicBezTo>
                <a:cubicBezTo>
                  <a:pt x="928824" y="1172824"/>
                  <a:pt x="921773" y="1182815"/>
                  <a:pt x="914732" y="1192754"/>
                </a:cubicBezTo>
                <a:cubicBezTo>
                  <a:pt x="907700" y="1202641"/>
                  <a:pt x="900677" y="1212473"/>
                  <a:pt x="893663" y="1222248"/>
                </a:cubicBezTo>
                <a:cubicBezTo>
                  <a:pt x="886659" y="1231966"/>
                  <a:pt x="879666" y="1241625"/>
                  <a:pt x="872683" y="1251223"/>
                </a:cubicBezTo>
                <a:cubicBezTo>
                  <a:pt x="865710" y="1260759"/>
                  <a:pt x="858749" y="1270231"/>
                  <a:pt x="851798" y="1279639"/>
                </a:cubicBezTo>
                <a:cubicBezTo>
                  <a:pt x="844860" y="1288979"/>
                  <a:pt x="837933" y="1298251"/>
                  <a:pt x="831017" y="1307454"/>
                </a:cubicBezTo>
                <a:cubicBezTo>
                  <a:pt x="824115" y="1316585"/>
                  <a:pt x="817225" y="1325644"/>
                  <a:pt x="810347" y="1334629"/>
                </a:cubicBezTo>
                <a:cubicBezTo>
                  <a:pt x="803484" y="1343539"/>
                  <a:pt x="796633" y="1352371"/>
                  <a:pt x="789796" y="1361126"/>
                </a:cubicBezTo>
                <a:cubicBezTo>
                  <a:pt x="782973" y="1369801"/>
                  <a:pt x="776164" y="1378395"/>
                  <a:pt x="769369" y="1386907"/>
                </a:cubicBezTo>
                <a:cubicBezTo>
                  <a:pt x="762590" y="1395335"/>
                  <a:pt x="755825" y="1403679"/>
                  <a:pt x="749076" y="1411936"/>
                </a:cubicBezTo>
                <a:cubicBezTo>
                  <a:pt x="742342" y="1420105"/>
                  <a:pt x="735624" y="1428185"/>
                  <a:pt x="728922" y="1436176"/>
                </a:cubicBezTo>
                <a:cubicBezTo>
                  <a:pt x="722237" y="1444075"/>
                  <a:pt x="715568" y="1451881"/>
                  <a:pt x="708916" y="1459593"/>
                </a:cubicBezTo>
                <a:cubicBezTo>
                  <a:pt x="702281" y="1467210"/>
                  <a:pt x="695663" y="1474731"/>
                  <a:pt x="689063" y="1482154"/>
                </a:cubicBezTo>
                <a:cubicBezTo>
                  <a:pt x="682481" y="1489479"/>
                  <a:pt x="675918" y="1496704"/>
                  <a:pt x="669372" y="1503828"/>
                </a:cubicBezTo>
                <a:cubicBezTo>
                  <a:pt x="662846" y="1510850"/>
                  <a:pt x="656338" y="1517769"/>
                  <a:pt x="649849" y="1524583"/>
                </a:cubicBezTo>
                <a:cubicBezTo>
                  <a:pt x="643380" y="1531292"/>
                  <a:pt x="636931" y="1537894"/>
                  <a:pt x="630502" y="1544389"/>
                </a:cubicBezTo>
                <a:cubicBezTo>
                  <a:pt x="624093" y="1550776"/>
                  <a:pt x="617704" y="1557053"/>
                  <a:pt x="611337" y="1563219"/>
                </a:cubicBezTo>
                <a:cubicBezTo>
                  <a:pt x="604990" y="1569274"/>
                  <a:pt x="598664" y="1575217"/>
                  <a:pt x="592360" y="1581046"/>
                </a:cubicBezTo>
                <a:cubicBezTo>
                  <a:pt x="586078" y="1586761"/>
                  <a:pt x="579817" y="1592361"/>
                  <a:pt x="573579" y="1597844"/>
                </a:cubicBezTo>
                <a:cubicBezTo>
                  <a:pt x="567363" y="1603211"/>
                  <a:pt x="561170" y="1608460"/>
                  <a:pt x="555001" y="1613590"/>
                </a:cubicBezTo>
                <a:cubicBezTo>
                  <a:pt x="548854" y="1618601"/>
                  <a:pt x="542730" y="1623492"/>
                  <a:pt x="536631" y="1628261"/>
                </a:cubicBezTo>
                <a:cubicBezTo>
                  <a:pt x="530555" y="1632909"/>
                  <a:pt x="524504" y="1637435"/>
                  <a:pt x="518476" y="1641837"/>
                </a:cubicBezTo>
                <a:cubicBezTo>
                  <a:pt x="512474" y="1646115"/>
                  <a:pt x="506496" y="1650269"/>
                  <a:pt x="500544" y="1654297"/>
                </a:cubicBezTo>
                <a:cubicBezTo>
                  <a:pt x="494617" y="1658200"/>
                  <a:pt x="488716" y="1661976"/>
                  <a:pt x="482840" y="1665625"/>
                </a:cubicBezTo>
                <a:cubicBezTo>
                  <a:pt x="476990" y="1669147"/>
                  <a:pt x="471167" y="1672540"/>
                  <a:pt x="465370" y="1675804"/>
                </a:cubicBezTo>
                <a:cubicBezTo>
                  <a:pt x="459600" y="1678940"/>
                  <a:pt x="453857" y="1681945"/>
                  <a:pt x="448141" y="1684820"/>
                </a:cubicBezTo>
                <a:cubicBezTo>
                  <a:pt x="442453" y="1687565"/>
                  <a:pt x="436792" y="1690179"/>
                  <a:pt x="431159" y="1692661"/>
                </a:cubicBezTo>
                <a:cubicBezTo>
                  <a:pt x="425555" y="1695011"/>
                  <a:pt x="419978" y="1697229"/>
                  <a:pt x="414431" y="1699314"/>
                </a:cubicBezTo>
                <a:cubicBezTo>
                  <a:pt x="408911" y="1701266"/>
                  <a:pt x="403421" y="1703084"/>
                  <a:pt x="397960" y="1704770"/>
                </a:cubicBezTo>
                <a:cubicBezTo>
                  <a:pt x="392529" y="1706321"/>
                  <a:pt x="387127" y="1707739"/>
                  <a:pt x="381755" y="1709022"/>
                </a:cubicBezTo>
                <a:cubicBezTo>
                  <a:pt x="376413" y="1710170"/>
                  <a:pt x="371101" y="1711184"/>
                  <a:pt x="365820" y="1712063"/>
                </a:cubicBezTo>
                <a:cubicBezTo>
                  <a:pt x="360569" y="1712807"/>
                  <a:pt x="355349" y="1713417"/>
                  <a:pt x="350161" y="1713890"/>
                </a:cubicBezTo>
                <a:cubicBezTo>
                  <a:pt x="345003" y="1714229"/>
                  <a:pt x="339878" y="1714432"/>
                  <a:pt x="334783" y="1714500"/>
                </a:cubicBezTo>
                <a:cubicBezTo>
                  <a:pt x="329721" y="1714433"/>
                  <a:pt x="324691" y="1714229"/>
                  <a:pt x="319693" y="1713892"/>
                </a:cubicBezTo>
                <a:cubicBezTo>
                  <a:pt x="314728" y="1713418"/>
                  <a:pt x="309795" y="1712809"/>
                  <a:pt x="304896" y="1712066"/>
                </a:cubicBezTo>
                <a:cubicBezTo>
                  <a:pt x="300029" y="1711187"/>
                  <a:pt x="295196" y="1710173"/>
                  <a:pt x="290396" y="1709025"/>
                </a:cubicBezTo>
                <a:cubicBezTo>
                  <a:pt x="285630" y="1707742"/>
                  <a:pt x="280897" y="1706325"/>
                  <a:pt x="276199" y="1704774"/>
                </a:cubicBezTo>
                <a:cubicBezTo>
                  <a:pt x="271535" y="1703089"/>
                  <a:pt x="266905" y="1701271"/>
                  <a:pt x="262310" y="1699319"/>
                </a:cubicBezTo>
                <a:cubicBezTo>
                  <a:pt x="257750" y="1697234"/>
                  <a:pt x="253224" y="1695017"/>
                  <a:pt x="248734" y="1692667"/>
                </a:cubicBezTo>
                <a:cubicBezTo>
                  <a:pt x="244279" y="1690185"/>
                  <a:pt x="239860" y="1687572"/>
                  <a:pt x="235476" y="1684828"/>
                </a:cubicBezTo>
                <a:cubicBezTo>
                  <a:pt x="231128" y="1681953"/>
                  <a:pt x="226816" y="1678948"/>
                  <a:pt x="222540" y="1675813"/>
                </a:cubicBezTo>
                <a:cubicBezTo>
                  <a:pt x="218300" y="1672548"/>
                  <a:pt x="214097" y="1669155"/>
                  <a:pt x="209931" y="1665634"/>
                </a:cubicBezTo>
                <a:cubicBezTo>
                  <a:pt x="205801" y="1661986"/>
                  <a:pt x="201709" y="1658210"/>
                  <a:pt x="197654" y="1654308"/>
                </a:cubicBezTo>
                <a:cubicBezTo>
                  <a:pt x="193635" y="1650280"/>
                  <a:pt x="189655" y="1646126"/>
                  <a:pt x="185712" y="1641848"/>
                </a:cubicBezTo>
                <a:cubicBezTo>
                  <a:pt x="181807" y="1637446"/>
                  <a:pt x="177940" y="1632921"/>
                  <a:pt x="174111" y="1628273"/>
                </a:cubicBezTo>
                <a:cubicBezTo>
                  <a:pt x="170320" y="1623504"/>
                  <a:pt x="166567" y="1618614"/>
                  <a:pt x="162854" y="1613603"/>
                </a:cubicBezTo>
                <a:cubicBezTo>
                  <a:pt x="159179" y="1608473"/>
                  <a:pt x="155542" y="1603225"/>
                  <a:pt x="151945" y="1597858"/>
                </a:cubicBezTo>
                <a:cubicBezTo>
                  <a:pt x="148386" y="1592375"/>
                  <a:pt x="144868" y="1586775"/>
                  <a:pt x="141388" y="1581061"/>
                </a:cubicBezTo>
                <a:cubicBezTo>
                  <a:pt x="137948" y="1575232"/>
                  <a:pt x="134548" y="1569290"/>
                  <a:pt x="131187" y="1563235"/>
                </a:cubicBezTo>
                <a:cubicBezTo>
                  <a:pt x="127866" y="1557069"/>
                  <a:pt x="124586" y="1550792"/>
                  <a:pt x="121345" y="1544406"/>
                </a:cubicBezTo>
                <a:cubicBezTo>
                  <a:pt x="118146" y="1537911"/>
                  <a:pt x="114986" y="1531309"/>
                  <a:pt x="111867" y="1524600"/>
                </a:cubicBezTo>
                <a:cubicBezTo>
                  <a:pt x="108789" y="1517786"/>
                  <a:pt x="105751" y="1510868"/>
                  <a:pt x="102755" y="1503846"/>
                </a:cubicBezTo>
                <a:cubicBezTo>
                  <a:pt x="99799" y="1496723"/>
                  <a:pt x="96885" y="1489498"/>
                  <a:pt x="94012" y="1482173"/>
                </a:cubicBezTo>
                <a:cubicBezTo>
                  <a:pt x="91181" y="1474750"/>
                  <a:pt x="88391" y="1467230"/>
                  <a:pt x="85642" y="1459613"/>
                </a:cubicBezTo>
                <a:cubicBezTo>
                  <a:pt x="82936" y="1451901"/>
                  <a:pt x="80271" y="1444094"/>
                  <a:pt x="77648" y="1436196"/>
                </a:cubicBezTo>
                <a:cubicBezTo>
                  <a:pt x="75068" y="1428206"/>
                  <a:pt x="72529" y="1420126"/>
                  <a:pt x="70033" y="1411956"/>
                </a:cubicBezTo>
                <a:cubicBezTo>
                  <a:pt x="67578" y="1403700"/>
                  <a:pt x="65167" y="1395357"/>
                  <a:pt x="62798" y="1386929"/>
                </a:cubicBezTo>
                <a:cubicBezTo>
                  <a:pt x="60472" y="1378417"/>
                  <a:pt x="58188" y="1369823"/>
                  <a:pt x="55947" y="1361148"/>
                </a:cubicBezTo>
                <a:cubicBezTo>
                  <a:pt x="53749" y="1352394"/>
                  <a:pt x="51595" y="1343561"/>
                  <a:pt x="49483" y="1334652"/>
                </a:cubicBezTo>
                <a:cubicBezTo>
                  <a:pt x="47414" y="1325667"/>
                  <a:pt x="45389" y="1316608"/>
                  <a:pt x="43407" y="1307477"/>
                </a:cubicBezTo>
                <a:cubicBezTo>
                  <a:pt x="41468" y="1298275"/>
                  <a:pt x="39573" y="1289003"/>
                  <a:pt x="37722" y="1279663"/>
                </a:cubicBezTo>
                <a:cubicBezTo>
                  <a:pt x="35914" y="1270256"/>
                  <a:pt x="34149" y="1260784"/>
                  <a:pt x="32429" y="1251248"/>
                </a:cubicBezTo>
                <a:cubicBezTo>
                  <a:pt x="30752" y="1241650"/>
                  <a:pt x="29120" y="1231991"/>
                  <a:pt x="27531" y="1222273"/>
                </a:cubicBezTo>
                <a:cubicBezTo>
                  <a:pt x="25986" y="1212497"/>
                  <a:pt x="24486" y="1202666"/>
                  <a:pt x="23029" y="1192780"/>
                </a:cubicBezTo>
                <a:cubicBezTo>
                  <a:pt x="21617" y="1182841"/>
                  <a:pt x="20249" y="1172850"/>
                  <a:pt x="18926" y="1162809"/>
                </a:cubicBezTo>
                <a:cubicBezTo>
                  <a:pt x="17646" y="1152721"/>
                  <a:pt x="16411" y="1142585"/>
                  <a:pt x="15221" y="1132405"/>
                </a:cubicBezTo>
                <a:cubicBezTo>
                  <a:pt x="14075" y="1122181"/>
                  <a:pt x="12974" y="1111915"/>
                  <a:pt x="11917" y="1101610"/>
                </a:cubicBezTo>
                <a:cubicBezTo>
                  <a:pt x="10905" y="1091265"/>
                  <a:pt x="9938" y="1080884"/>
                  <a:pt x="9015" y="1070467"/>
                </a:cubicBezTo>
                <a:cubicBezTo>
                  <a:pt x="8137" y="1060016"/>
                  <a:pt x="7305" y="1049534"/>
                  <a:pt x="6516" y="1039021"/>
                </a:cubicBezTo>
                <a:cubicBezTo>
                  <a:pt x="5773" y="1028480"/>
                  <a:pt x="5074" y="1017911"/>
                  <a:pt x="4421" y="1007317"/>
                </a:cubicBezTo>
                <a:cubicBezTo>
                  <a:pt x="3813" y="996700"/>
                  <a:pt x="3249" y="986060"/>
                  <a:pt x="2730" y="975400"/>
                </a:cubicBezTo>
                <a:cubicBezTo>
                  <a:pt x="2257" y="964721"/>
                  <a:pt x="1828" y="954026"/>
                  <a:pt x="1445" y="943315"/>
                </a:cubicBezTo>
                <a:cubicBezTo>
                  <a:pt x="1106" y="932591"/>
                  <a:pt x="813" y="921854"/>
                  <a:pt x="565" y="911108"/>
                </a:cubicBezTo>
                <a:cubicBezTo>
                  <a:pt x="362" y="900352"/>
                  <a:pt x="203" y="889591"/>
                  <a:pt x="90" y="878823"/>
                </a:cubicBezTo>
                <a:cubicBezTo>
                  <a:pt x="23" y="868053"/>
                  <a:pt x="0" y="857281"/>
                  <a:pt x="22" y="846509"/>
                </a:cubicBezTo>
                <a:cubicBezTo>
                  <a:pt x="90" y="835738"/>
                  <a:pt x="203" y="824971"/>
                  <a:pt x="360" y="814210"/>
                </a:cubicBezTo>
                <a:cubicBezTo>
                  <a:pt x="563" y="803454"/>
                  <a:pt x="811" y="792708"/>
                  <a:pt x="1104" y="781971"/>
                </a:cubicBezTo>
                <a:cubicBezTo>
                  <a:pt x="1443" y="771247"/>
                  <a:pt x="1826" y="760536"/>
                  <a:pt x="2254" y="749840"/>
                </a:cubicBezTo>
                <a:cubicBezTo>
                  <a:pt x="2727" y="739161"/>
                  <a:pt x="3246" y="728501"/>
                  <a:pt x="3809" y="717862"/>
                </a:cubicBezTo>
                <a:cubicBezTo>
                  <a:pt x="4418" y="707244"/>
                  <a:pt x="5071" y="696650"/>
                  <a:pt x="5769" y="686081"/>
                </a:cubicBezTo>
                <a:cubicBezTo>
                  <a:pt x="6512" y="675539"/>
                  <a:pt x="7300" y="665026"/>
                  <a:pt x="8132" y="654544"/>
                </a:cubicBezTo>
                <a:cubicBezTo>
                  <a:pt x="9010" y="644093"/>
                  <a:pt x="9932" y="633676"/>
                  <a:pt x="10900" y="623295"/>
                </a:cubicBezTo>
                <a:cubicBezTo>
                  <a:pt x="11911" y="612950"/>
                  <a:pt x="12968" y="602644"/>
                  <a:pt x="14069" y="592378"/>
                </a:cubicBezTo>
                <a:cubicBezTo>
                  <a:pt x="15214" y="582154"/>
                  <a:pt x="16404" y="571973"/>
                  <a:pt x="17639" y="561837"/>
                </a:cubicBezTo>
                <a:cubicBezTo>
                  <a:pt x="18918" y="551748"/>
                  <a:pt x="20241" y="541708"/>
                  <a:pt x="21609" y="531717"/>
                </a:cubicBezTo>
                <a:cubicBezTo>
                  <a:pt x="23021" y="521777"/>
                  <a:pt x="24477" y="511891"/>
                  <a:pt x="25977" y="502059"/>
                </a:cubicBezTo>
                <a:cubicBezTo>
                  <a:pt x="27522" y="492283"/>
                  <a:pt x="29111" y="482565"/>
                  <a:pt x="30743" y="472906"/>
                </a:cubicBezTo>
                <a:cubicBezTo>
                  <a:pt x="32419" y="463307"/>
                  <a:pt x="34139" y="453771"/>
                  <a:pt x="35903" y="444298"/>
                </a:cubicBezTo>
                <a:cubicBezTo>
                  <a:pt x="37711" y="434891"/>
                  <a:pt x="39562" y="425551"/>
                  <a:pt x="41457" y="416278"/>
                </a:cubicBezTo>
                <a:cubicBezTo>
                  <a:pt x="43396" y="407076"/>
                  <a:pt x="45377" y="397944"/>
                  <a:pt x="47403" y="388884"/>
                </a:cubicBezTo>
                <a:cubicBezTo>
                  <a:pt x="49471" y="379899"/>
                  <a:pt x="51583" y="370990"/>
                  <a:pt x="53737" y="362157"/>
                </a:cubicBezTo>
                <a:cubicBezTo>
                  <a:pt x="55935" y="353402"/>
                  <a:pt x="58175" y="344726"/>
                  <a:pt x="60458" y="336132"/>
                </a:cubicBezTo>
                <a:cubicBezTo>
                  <a:pt x="62785" y="327620"/>
                  <a:pt x="65153" y="319191"/>
                  <a:pt x="67564" y="310848"/>
                </a:cubicBezTo>
                <a:cubicBezTo>
                  <a:pt x="70018" y="302591"/>
                  <a:pt x="72515" y="294421"/>
                  <a:pt x="75053" y="286340"/>
                </a:cubicBezTo>
                <a:cubicBezTo>
                  <a:pt x="77633" y="278350"/>
                  <a:pt x="80256" y="270451"/>
                  <a:pt x="82921" y="262644"/>
                </a:cubicBezTo>
                <a:cubicBezTo>
                  <a:pt x="85627" y="254931"/>
                  <a:pt x="88375" y="247314"/>
                  <a:pt x="91165" y="239793"/>
                </a:cubicBezTo>
                <a:cubicBezTo>
                  <a:pt x="93996" y="232369"/>
                  <a:pt x="96869" y="225044"/>
                  <a:pt x="99783" y="217819"/>
                </a:cubicBezTo>
                <a:cubicBezTo>
                  <a:pt x="102738" y="210695"/>
                  <a:pt x="105734" y="203672"/>
                  <a:pt x="108771" y="196753"/>
                </a:cubicBezTo>
                <a:cubicBezTo>
                  <a:pt x="111849" y="189939"/>
                  <a:pt x="114968" y="183230"/>
                  <a:pt x="118127" y="176627"/>
                </a:cubicBezTo>
                <a:cubicBezTo>
                  <a:pt x="121327" y="170131"/>
                  <a:pt x="124567" y="163744"/>
                  <a:pt x="127847" y="157467"/>
                </a:cubicBezTo>
                <a:cubicBezTo>
                  <a:pt x="131168" y="151300"/>
                  <a:pt x="134528" y="145245"/>
                  <a:pt x="137928" y="139302"/>
                </a:cubicBezTo>
                <a:cubicBezTo>
                  <a:pt x="141368" y="133472"/>
                  <a:pt x="144847" y="127757"/>
                  <a:pt x="148366" y="122157"/>
                </a:cubicBezTo>
                <a:cubicBezTo>
                  <a:pt x="151924" y="116673"/>
                  <a:pt x="155521" y="111306"/>
                  <a:pt x="159157" y="106057"/>
                </a:cubicBezTo>
                <a:cubicBezTo>
                  <a:pt x="162832" y="100926"/>
                  <a:pt x="166546" y="95915"/>
                  <a:pt x="170298" y="91024"/>
                </a:cubicBezTo>
                <a:cubicBezTo>
                  <a:pt x="174089" y="86254"/>
                  <a:pt x="177918" y="81605"/>
                  <a:pt x="181785" y="77080"/>
                </a:cubicBezTo>
                <a:cubicBezTo>
                  <a:pt x="185689" y="72677"/>
                  <a:pt x="189632" y="68398"/>
                  <a:pt x="193613" y="64244"/>
                </a:cubicBezTo>
                <a:cubicBezTo>
                  <a:pt x="197631" y="60215"/>
                  <a:pt x="201685" y="56312"/>
                  <a:pt x="205778" y="52536"/>
                </a:cubicBezTo>
                <a:cubicBezTo>
                  <a:pt x="209907" y="48886"/>
                  <a:pt x="214073" y="45364"/>
                  <a:pt x="218276" y="41971"/>
                </a:cubicBezTo>
                <a:cubicBezTo>
                  <a:pt x="222515" y="38706"/>
                  <a:pt x="226791" y="35570"/>
                  <a:pt x="231103" y="32564"/>
                </a:cubicBezTo>
                <a:cubicBezTo>
                  <a:pt x="235451" y="29688"/>
                  <a:pt x="239834" y="26943"/>
                  <a:pt x="244254" y="24330"/>
                </a:cubicBezTo>
                <a:cubicBezTo>
                  <a:pt x="248708" y="21847"/>
                  <a:pt x="253198" y="19497"/>
                  <a:pt x="257723" y="17278"/>
                </a:cubicBezTo>
                <a:cubicBezTo>
                  <a:pt x="262284" y="15193"/>
                  <a:pt x="266879" y="13240"/>
                  <a:pt x="271508" y="11421"/>
                </a:cubicBezTo>
                <a:cubicBezTo>
                  <a:pt x="276172" y="9735"/>
                  <a:pt x="280870" y="8183"/>
                  <a:pt x="285602" y="6765"/>
                </a:cubicBezTo>
                <a:cubicBezTo>
                  <a:pt x="290368" y="5482"/>
                  <a:pt x="295168" y="4333"/>
                  <a:pt x="300001" y="3319"/>
                </a:cubicBezTo>
                <a:cubicBezTo>
                  <a:pt x="304868" y="2439"/>
                  <a:pt x="309767" y="1695"/>
                  <a:pt x="314699" y="1085"/>
                </a:cubicBezTo>
                <a:cubicBezTo>
                  <a:pt x="319665" y="611"/>
                  <a:pt x="324662" y="272"/>
                  <a:pt x="329692" y="68"/>
                </a:cubicBezTo>
                <a:cubicBezTo>
                  <a:pt x="334754" y="0"/>
                  <a:pt x="339848" y="67"/>
                  <a:pt x="344974" y="270"/>
                </a:cubicBezTo>
                <a:cubicBezTo>
                  <a:pt x="350131" y="607"/>
                  <a:pt x="355319" y="1080"/>
                  <a:pt x="360539" y="1688"/>
                </a:cubicBezTo>
                <a:cubicBezTo>
                  <a:pt x="365789" y="2432"/>
                  <a:pt x="371070" y="3310"/>
                  <a:pt x="376382" y="4323"/>
                </a:cubicBezTo>
                <a:cubicBezTo>
                  <a:pt x="381724" y="5471"/>
                  <a:pt x="387096" y="6753"/>
                  <a:pt x="392497" y="8170"/>
                </a:cubicBezTo>
                <a:cubicBezTo>
                  <a:pt x="397929" y="9721"/>
                  <a:pt x="403390" y="11405"/>
                  <a:pt x="408880" y="13223"/>
                </a:cubicBezTo>
                <a:cubicBezTo>
                  <a:pt x="414399" y="15175"/>
                  <a:pt x="419946" y="17259"/>
                  <a:pt x="425522" y="19476"/>
                </a:cubicBezTo>
                <a:cubicBezTo>
                  <a:pt x="431127" y="21825"/>
                  <a:pt x="436760" y="24307"/>
                  <a:pt x="442420" y="26919"/>
                </a:cubicBezTo>
                <a:cubicBezTo>
                  <a:pt x="448109" y="29663"/>
                  <a:pt x="453824" y="32538"/>
                  <a:pt x="459567" y="35543"/>
                </a:cubicBezTo>
                <a:cubicBezTo>
                  <a:pt x="465337" y="38677"/>
                  <a:pt x="471134" y="41941"/>
                  <a:pt x="476957" y="45333"/>
                </a:cubicBezTo>
                <a:cubicBezTo>
                  <a:pt x="482806" y="48854"/>
                  <a:pt x="488682" y="52502"/>
                  <a:pt x="494583" y="56278"/>
                </a:cubicBezTo>
                <a:cubicBezTo>
                  <a:pt x="500510" y="60180"/>
                  <a:pt x="506462" y="64208"/>
                  <a:pt x="512440" y="68361"/>
                </a:cubicBezTo>
                <a:cubicBezTo>
                  <a:pt x="518442" y="72638"/>
                  <a:pt x="524469" y="77040"/>
                  <a:pt x="530520" y="81564"/>
                </a:cubicBezTo>
                <a:cubicBezTo>
                  <a:pt x="536596" y="86212"/>
                  <a:pt x="542695" y="90980"/>
                  <a:pt x="548818" y="95871"/>
                </a:cubicBezTo>
                <a:cubicBezTo>
                  <a:pt x="554965" y="100881"/>
                  <a:pt x="561135" y="106010"/>
                  <a:pt x="567328" y="111259"/>
                </a:cubicBezTo>
                <a:cubicBezTo>
                  <a:pt x="573543" y="116624"/>
                  <a:pt x="579781" y="122107"/>
                  <a:pt x="586041" y="127707"/>
                </a:cubicBezTo>
                <a:cubicBezTo>
                  <a:pt x="592324" y="133421"/>
                  <a:pt x="598628" y="139249"/>
                  <a:pt x="604953" y="145191"/>
                </a:cubicBezTo>
                <a:cubicBezTo>
                  <a:pt x="611300" y="151246"/>
                  <a:pt x="617668" y="157412"/>
                  <a:pt x="624056" y="163688"/>
                </a:cubicBezTo>
                <a:cubicBezTo>
                  <a:pt x="630465" y="170074"/>
                  <a:pt x="636894" y="176568"/>
                  <a:pt x="643343" y="183170"/>
                </a:cubicBezTo>
                <a:cubicBezTo>
                  <a:pt x="649812" y="189878"/>
                  <a:pt x="656301" y="196692"/>
                  <a:pt x="662808" y="203610"/>
                </a:cubicBezTo>
                <a:cubicBezTo>
                  <a:pt x="669335" y="210631"/>
                  <a:pt x="675880" y="217755"/>
                  <a:pt x="682444" y="224979"/>
                </a:cubicBezTo>
                <a:cubicBezTo>
                  <a:pt x="689025" y="232303"/>
                  <a:pt x="695625" y="239726"/>
                  <a:pt x="702243" y="247246"/>
                </a:cubicBezTo>
                <a:cubicBezTo>
                  <a:pt x="708878" y="254863"/>
                  <a:pt x="715529" y="262575"/>
                  <a:pt x="722198" y="270380"/>
                </a:cubicBezTo>
                <a:cubicBezTo>
                  <a:pt x="728884" y="278279"/>
                  <a:pt x="735585" y="286269"/>
                  <a:pt x="742303" y="294348"/>
                </a:cubicBezTo>
                <a:cubicBezTo>
                  <a:pt x="749037" y="302517"/>
                  <a:pt x="755786" y="310774"/>
                  <a:pt x="762551" y="319117"/>
                </a:cubicBezTo>
                <a:cubicBezTo>
                  <a:pt x="769331" y="327544"/>
                  <a:pt x="776125" y="336055"/>
                  <a:pt x="782933" y="344649"/>
                </a:cubicBezTo>
                <a:cubicBezTo>
                  <a:pt x="789756" y="353324"/>
                  <a:pt x="796593" y="362078"/>
                  <a:pt x="803444" y="370910"/>
                </a:cubicBezTo>
                <a:cubicBezTo>
                  <a:pt x="810308" y="379819"/>
                  <a:pt x="817185" y="388804"/>
                  <a:pt x="824075" y="397863"/>
                </a:cubicBezTo>
                <a:cubicBezTo>
                  <a:pt x="830978" y="406993"/>
                  <a:pt x="837893" y="416196"/>
                  <a:pt x="844820" y="425467"/>
                </a:cubicBezTo>
                <a:cubicBezTo>
                  <a:pt x="851758" y="434808"/>
                  <a:pt x="858709" y="444214"/>
                  <a:pt x="865670" y="453686"/>
                </a:cubicBezTo>
                <a:cubicBezTo>
                  <a:pt x="872643" y="463222"/>
                  <a:pt x="879625" y="472820"/>
                  <a:pt x="886620" y="482478"/>
                </a:cubicBezTo>
                <a:cubicBezTo>
                  <a:pt x="893623" y="492196"/>
                  <a:pt x="900636" y="501971"/>
                  <a:pt x="907659" y="511803"/>
                </a:cubicBezTo>
                <a:cubicBezTo>
                  <a:pt x="914691" y="521689"/>
                  <a:pt x="921733" y="531628"/>
                  <a:pt x="928783" y="541618"/>
                </a:cubicBezTo>
                <a:cubicBezTo>
                  <a:pt x="935841" y="551659"/>
                  <a:pt x="942908" y="561747"/>
                  <a:pt x="949983" y="571882"/>
                </a:cubicBezTo>
                <a:cubicBezTo>
                  <a:pt x="957065" y="582063"/>
                  <a:pt x="964154" y="592286"/>
                  <a:pt x="971252" y="602552"/>
                </a:cubicBezTo>
                <a:cubicBezTo>
                  <a:pt x="978354" y="612858"/>
                  <a:pt x="985465" y="623202"/>
                  <a:pt x="992580" y="633583"/>
                </a:cubicBezTo>
                <a:cubicBezTo>
                  <a:pt x="999703" y="644000"/>
                  <a:pt x="1006830" y="654450"/>
                  <a:pt x="1013964" y="664933"/>
                </a:cubicBezTo>
                <a:cubicBezTo>
                  <a:pt x="1021102" y="675445"/>
                  <a:pt x="1028245" y="685987"/>
                  <a:pt x="1035392" y="696555"/>
                </a:cubicBezTo>
                <a:cubicBezTo>
                  <a:pt x="1042544" y="707149"/>
                  <a:pt x="1049699" y="717766"/>
                  <a:pt x="1056859" y="728406"/>
                </a:cubicBezTo>
                <a:cubicBezTo>
                  <a:pt x="1064022" y="739066"/>
                  <a:pt x="1071188" y="749745"/>
                  <a:pt x="1078357" y="760440"/>
                </a:cubicBezTo>
                <a:cubicBezTo>
                  <a:pt x="1085528" y="771151"/>
                  <a:pt x="1092702" y="781875"/>
                  <a:pt x="1099877" y="792612"/>
                </a:cubicBezTo>
                <a:cubicBezTo>
                  <a:pt x="1107054" y="803358"/>
                  <a:pt x="1114233" y="814113"/>
                  <a:pt x="1121413" y="824875"/>
                </a:cubicBezTo>
                <a:cubicBezTo>
                  <a:pt x="1128593" y="835642"/>
                  <a:pt x="1135775" y="846412"/>
                  <a:pt x="1142957" y="857185"/>
                </a:cubicBezTo>
                <a:cubicBezTo>
                  <a:pt x="1150138" y="867957"/>
                  <a:pt x="1157319" y="878727"/>
                  <a:pt x="1164500" y="889494"/>
                </a:cubicBezTo>
                <a:cubicBezTo>
                  <a:pt x="1171680" y="900256"/>
                  <a:pt x="1178858" y="911011"/>
                  <a:pt x="1186035" y="921758"/>
                </a:cubicBezTo>
                <a:cubicBezTo>
                  <a:pt x="1193211" y="932494"/>
                  <a:pt x="1200385" y="943219"/>
                  <a:pt x="1207557" y="953930"/>
                </a:cubicBezTo>
                <a:cubicBezTo>
                  <a:pt x="1214725" y="964626"/>
                  <a:pt x="1221891" y="975304"/>
                  <a:pt x="1229054" y="985965"/>
                </a:cubicBezTo>
                <a:cubicBezTo>
                  <a:pt x="1236214" y="996604"/>
                  <a:pt x="1243369" y="1007222"/>
                  <a:pt x="1250521" y="1017816"/>
                </a:cubicBezTo>
                <a:cubicBezTo>
                  <a:pt x="1257669" y="1028385"/>
                  <a:pt x="1264812" y="1038927"/>
                  <a:pt x="1271950" y="1049440"/>
                </a:cubicBezTo>
                <a:cubicBezTo>
                  <a:pt x="1279083" y="1059923"/>
                  <a:pt x="1286211" y="1070373"/>
                  <a:pt x="1293333" y="1080790"/>
                </a:cubicBezTo>
                <a:cubicBezTo>
                  <a:pt x="1300449" y="1091172"/>
                  <a:pt x="1307559" y="1101517"/>
                  <a:pt x="1314662" y="1111823"/>
                </a:cubicBezTo>
                <a:cubicBezTo>
                  <a:pt x="1321759" y="1122089"/>
                  <a:pt x="1328849" y="1132313"/>
                  <a:pt x="1335931" y="1142494"/>
                </a:cubicBezTo>
                <a:cubicBezTo>
                  <a:pt x="1343006" y="1152630"/>
                  <a:pt x="1350073" y="1162719"/>
                  <a:pt x="1357131" y="1172760"/>
                </a:cubicBezTo>
                <a:cubicBezTo>
                  <a:pt x="1364181" y="1182751"/>
                  <a:pt x="1371223" y="1192691"/>
                  <a:pt x="1378255" y="1202577"/>
                </a:cubicBezTo>
                <a:cubicBezTo>
                  <a:pt x="1385278" y="1212409"/>
                  <a:pt x="1392292" y="1222185"/>
                  <a:pt x="1399296" y="1231904"/>
                </a:cubicBezTo>
                <a:cubicBezTo>
                  <a:pt x="1406289" y="1241563"/>
                  <a:pt x="1413273" y="1251162"/>
                  <a:pt x="1420245" y="1260698"/>
                </a:cubicBezTo>
                <a:cubicBezTo>
                  <a:pt x="1427207" y="1270171"/>
                  <a:pt x="1434157" y="1279578"/>
                  <a:pt x="1441096" y="1288919"/>
                </a:cubicBezTo>
                <a:cubicBezTo>
                  <a:pt x="1448023" y="1298192"/>
                  <a:pt x="1454938" y="1307395"/>
                  <a:pt x="1461841" y="1316527"/>
                </a:cubicBezTo>
                <a:cubicBezTo>
                  <a:pt x="1468731" y="1325587"/>
                  <a:pt x="1475608" y="1334572"/>
                  <a:pt x="1482472" y="1343482"/>
                </a:cubicBezTo>
                <a:cubicBezTo>
                  <a:pt x="1489324" y="1352315"/>
                  <a:pt x="1496161" y="1361070"/>
                  <a:pt x="1502983" y="1369746"/>
                </a:cubicBezTo>
                <a:cubicBezTo>
                  <a:pt x="1509793" y="1378341"/>
                  <a:pt x="1516587" y="1386853"/>
                  <a:pt x="1523367" y="1395282"/>
                </a:cubicBezTo>
                <a:cubicBezTo>
                  <a:pt x="1530131" y="1403626"/>
                  <a:pt x="1536881" y="1411883"/>
                  <a:pt x="1543615" y="1420053"/>
                </a:cubicBezTo>
                <a:cubicBezTo>
                  <a:pt x="1550333" y="1428134"/>
                  <a:pt x="1557035" y="1436125"/>
                  <a:pt x="1563721" y="1444024"/>
                </a:cubicBezTo>
                <a:cubicBezTo>
                  <a:pt x="1570389" y="1451831"/>
                  <a:pt x="1577042" y="1459544"/>
                  <a:pt x="1583677" y="1467162"/>
                </a:cubicBezTo>
                <a:cubicBezTo>
                  <a:pt x="1590294" y="1474683"/>
                  <a:pt x="1596895" y="1482107"/>
                  <a:pt x="1603477" y="1489433"/>
                </a:cubicBezTo>
                <a:cubicBezTo>
                  <a:pt x="1610040" y="1496658"/>
                  <a:pt x="1616586" y="1503783"/>
                  <a:pt x="1623113" y="1510805"/>
                </a:cubicBezTo>
                <a:cubicBezTo>
                  <a:pt x="1629620" y="1517724"/>
                  <a:pt x="1636109" y="1524540"/>
                  <a:pt x="1642578" y="1531249"/>
                </a:cubicBezTo>
                <a:cubicBezTo>
                  <a:pt x="1649027" y="1537852"/>
                  <a:pt x="1655457" y="1544348"/>
                  <a:pt x="1661866" y="1550735"/>
                </a:cubicBezTo>
                <a:cubicBezTo>
                  <a:pt x="1668255" y="1557013"/>
                  <a:pt x="1674623" y="1563180"/>
                  <a:pt x="1680969" y="1569236"/>
                </a:cubicBezTo>
                <a:cubicBezTo>
                  <a:pt x="1687295" y="1575179"/>
                  <a:pt x="1693600" y="1581009"/>
                  <a:pt x="1699882" y="1586725"/>
                </a:cubicBezTo>
                <a:cubicBezTo>
                  <a:pt x="1706143" y="1592325"/>
                  <a:pt x="1712381" y="1597809"/>
                  <a:pt x="1718597" y="1603177"/>
                </a:cubicBezTo>
                <a:cubicBezTo>
                  <a:pt x="1724790" y="1608427"/>
                  <a:pt x="1730960" y="1613558"/>
                  <a:pt x="1737107" y="1618569"/>
                </a:cubicBezTo>
                <a:cubicBezTo>
                  <a:pt x="1743231" y="1623461"/>
                  <a:pt x="1749330" y="1628231"/>
                  <a:pt x="1755406" y="1632880"/>
                </a:cubicBezTo>
                <a:cubicBezTo>
                  <a:pt x="1761458" y="1637406"/>
                  <a:pt x="1767485" y="1641809"/>
                  <a:pt x="1773488" y="1646088"/>
                </a:cubicBezTo>
                <a:cubicBezTo>
                  <a:pt x="1779465" y="1650243"/>
                  <a:pt x="1785418" y="1654272"/>
                  <a:pt x="1791345" y="1658176"/>
                </a:cubicBezTo>
                <a:cubicBezTo>
                  <a:pt x="1797247" y="1661952"/>
                  <a:pt x="1803122" y="1665602"/>
                  <a:pt x="1808973" y="1669124"/>
                </a:cubicBezTo>
                <a:cubicBezTo>
                  <a:pt x="1814795" y="1672519"/>
                  <a:pt x="1820593" y="1675784"/>
                  <a:pt x="1826363" y="1678920"/>
                </a:cubicBezTo>
                <a:cubicBezTo>
                  <a:pt x="1832106" y="1681926"/>
                  <a:pt x="1837822" y="1684803"/>
                  <a:pt x="1843511" y="1687548"/>
                </a:cubicBezTo>
                <a:cubicBezTo>
                  <a:pt x="1849172" y="1690162"/>
                  <a:pt x="1854805" y="1692645"/>
                  <a:pt x="1860410" y="1694996"/>
                </a:cubicBezTo>
                <a:cubicBezTo>
                  <a:pt x="1865986" y="1697215"/>
                  <a:pt x="1871534" y="1699301"/>
                  <a:pt x="1877054" y="1701254"/>
                </a:cubicBezTo>
                <a:cubicBezTo>
                  <a:pt x="1882544" y="1703074"/>
                  <a:pt x="1888005" y="1704760"/>
                  <a:pt x="1893436" y="1706312"/>
                </a:cubicBezTo>
                <a:cubicBezTo>
                  <a:pt x="1898839" y="1707730"/>
                  <a:pt x="1904211" y="1709014"/>
                  <a:pt x="1909553" y="1710163"/>
                </a:cubicBezTo>
                <a:cubicBezTo>
                  <a:pt x="1914865" y="1711178"/>
                  <a:pt x="1920146" y="1712058"/>
                  <a:pt x="1925397" y="1712803"/>
                </a:cubicBezTo>
                <a:cubicBezTo>
                  <a:pt x="1930617" y="1713413"/>
                  <a:pt x="1935806" y="1713888"/>
                  <a:pt x="1940964" y="1714227"/>
                </a:cubicBezTo>
                <a:cubicBezTo>
                  <a:pt x="1946090" y="1714431"/>
                  <a:pt x="1951184" y="1714500"/>
                  <a:pt x="1956246" y="1714433"/>
                </a:cubicBezTo>
                <a:cubicBezTo>
                  <a:pt x="1961276" y="1714231"/>
                  <a:pt x="1966275" y="1713894"/>
                  <a:pt x="1971240" y="1713421"/>
                </a:cubicBezTo>
                <a:cubicBezTo>
                  <a:pt x="1976173" y="1712814"/>
                  <a:pt x="1981073" y="1712071"/>
                  <a:pt x="1985940" y="1711193"/>
                </a:cubicBezTo>
                <a:cubicBezTo>
                  <a:pt x="1990773" y="1710180"/>
                  <a:pt x="1995574" y="1709033"/>
                  <a:pt x="2000340" y="1707751"/>
                </a:cubicBezTo>
                <a:cubicBezTo>
                  <a:pt x="2005072" y="1706335"/>
                  <a:pt x="2009771" y="1704784"/>
                  <a:pt x="2014435" y="1703100"/>
                </a:cubicBezTo>
                <a:cubicBezTo>
                  <a:pt x="2019065" y="1701283"/>
                  <a:pt x="2023660" y="1699332"/>
                  <a:pt x="2028221" y="1697248"/>
                </a:cubicBezTo>
                <a:cubicBezTo>
                  <a:pt x="2032746" y="1695031"/>
                  <a:pt x="2037238" y="1692682"/>
                  <a:pt x="2041692" y="1690201"/>
                </a:cubicBezTo>
                <a:cubicBezTo>
                  <a:pt x="2046112" y="1687589"/>
                  <a:pt x="2050497" y="1684846"/>
                  <a:pt x="2054844" y="1681972"/>
                </a:cubicBezTo>
                <a:cubicBezTo>
                  <a:pt x="2059156" y="1678967"/>
                  <a:pt x="2063433" y="1675833"/>
                  <a:pt x="2067672" y="1672570"/>
                </a:cubicBezTo>
                <a:cubicBezTo>
                  <a:pt x="2071876" y="1669178"/>
                  <a:pt x="2076042" y="1665657"/>
                  <a:pt x="2080172" y="1662009"/>
                </a:cubicBezTo>
                <a:cubicBezTo>
                  <a:pt x="2084265" y="1658234"/>
                  <a:pt x="2088321" y="1654333"/>
                  <a:pt x="2092339" y="1650305"/>
                </a:cubicBezTo>
                <a:cubicBezTo>
                  <a:pt x="2096319" y="1646153"/>
                  <a:pt x="2100263" y="1641876"/>
                  <a:pt x="2104168" y="1637474"/>
                </a:cubicBezTo>
                <a:cubicBezTo>
                  <a:pt x="2108036" y="1632950"/>
                  <a:pt x="2111865" y="1628303"/>
                  <a:pt x="2115656" y="1623535"/>
                </a:cubicBezTo>
                <a:cubicBezTo>
                  <a:pt x="2119409" y="1618645"/>
                  <a:pt x="2123122" y="1613636"/>
                  <a:pt x="2126798" y="1608506"/>
                </a:cubicBezTo>
                <a:cubicBezTo>
                  <a:pt x="2130434" y="1603259"/>
                  <a:pt x="2134033" y="1597893"/>
                  <a:pt x="2137590" y="1592411"/>
                </a:cubicBezTo>
                <a:cubicBezTo>
                  <a:pt x="2141110" y="1586812"/>
                  <a:pt x="2144590" y="1581098"/>
                  <a:pt x="2148030" y="1575270"/>
                </a:cubicBezTo>
                <a:cubicBezTo>
                  <a:pt x="2151431" y="1569328"/>
                  <a:pt x="2154792" y="1563274"/>
                  <a:pt x="2158112" y="1557108"/>
                </a:cubicBezTo>
                <a:cubicBezTo>
                  <a:pt x="2161394" y="1550832"/>
                  <a:pt x="2164634" y="1544447"/>
                  <a:pt x="2167834" y="1537953"/>
                </a:cubicBezTo>
                <a:cubicBezTo>
                  <a:pt x="2170994" y="1531351"/>
                  <a:pt x="2174113" y="1524644"/>
                  <a:pt x="2177191" y="1517830"/>
                </a:cubicBezTo>
                <a:cubicBezTo>
                  <a:pt x="2180229" y="1510912"/>
                  <a:pt x="2183226" y="1503892"/>
                  <a:pt x="2186182" y="1496769"/>
                </a:cubicBezTo>
                <a:cubicBezTo>
                  <a:pt x="2189096" y="1489544"/>
                  <a:pt x="2191969" y="1482221"/>
                  <a:pt x="2194801" y="1474798"/>
                </a:cubicBezTo>
                <a:cubicBezTo>
                  <a:pt x="2197591" y="1467278"/>
                  <a:pt x="2200340" y="1459662"/>
                  <a:pt x="2203047" y="1451950"/>
                </a:cubicBezTo>
                <a:cubicBezTo>
                  <a:pt x="2205712" y="1444145"/>
                  <a:pt x="2208335" y="1436247"/>
                  <a:pt x="2210916" y="1428257"/>
                </a:cubicBezTo>
                <a:cubicBezTo>
                  <a:pt x="2213455" y="1420178"/>
                  <a:pt x="2215952" y="1412009"/>
                  <a:pt x="2218406" y="1403753"/>
                </a:cubicBezTo>
                <a:cubicBezTo>
                  <a:pt x="2220818" y="1395411"/>
                  <a:pt x="2223187" y="1386983"/>
                  <a:pt x="2225514" y="1378472"/>
                </a:cubicBezTo>
                <a:cubicBezTo>
                  <a:pt x="2227797" y="1369879"/>
                  <a:pt x="2230038" y="1361204"/>
                  <a:pt x="2232237" y="1352450"/>
                </a:cubicBezTo>
                <a:cubicBezTo>
                  <a:pt x="2234392" y="1343618"/>
                  <a:pt x="2236504" y="1334710"/>
                  <a:pt x="2238573" y="1325725"/>
                </a:cubicBezTo>
                <a:cubicBezTo>
                  <a:pt x="2240598" y="1316667"/>
                  <a:pt x="2242581" y="1307536"/>
                  <a:pt x="2244520" y="1298334"/>
                </a:cubicBezTo>
                <a:cubicBezTo>
                  <a:pt x="2246415" y="1289062"/>
                  <a:pt x="2248267" y="1279723"/>
                  <a:pt x="2250075" y="1270316"/>
                </a:cubicBezTo>
                <a:cubicBezTo>
                  <a:pt x="2251839" y="1260845"/>
                  <a:pt x="2253560" y="1251309"/>
                  <a:pt x="2255237" y="1241711"/>
                </a:cubicBezTo>
                <a:cubicBezTo>
                  <a:pt x="2256870" y="1232053"/>
                  <a:pt x="2258459" y="1222335"/>
                  <a:pt x="2260004" y="1212560"/>
                </a:cubicBezTo>
                <a:cubicBezTo>
                  <a:pt x="2261505" y="1202729"/>
                  <a:pt x="2262962" y="1192843"/>
                  <a:pt x="2264374" y="1182904"/>
                </a:cubicBezTo>
                <a:cubicBezTo>
                  <a:pt x="2265742" y="1172914"/>
                  <a:pt x="2267066" y="1162874"/>
                  <a:pt x="2268346" y="1152785"/>
                </a:cubicBezTo>
                <a:cubicBezTo>
                  <a:pt x="2269581" y="1142650"/>
                  <a:pt x="2270771" y="1132470"/>
                  <a:pt x="2271918" y="1122247"/>
                </a:cubicBezTo>
                <a:cubicBezTo>
                  <a:pt x="2273019" y="1111981"/>
                  <a:pt x="2274076" y="1101676"/>
                  <a:pt x="2275088" y="1091331"/>
                </a:cubicBezTo>
                <a:cubicBezTo>
                  <a:pt x="2276056" y="1080950"/>
                  <a:pt x="2276979" y="1070534"/>
                  <a:pt x="2277857" y="1060083"/>
                </a:cubicBezTo>
                <a:cubicBezTo>
                  <a:pt x="2278690" y="1049601"/>
                  <a:pt x="2279479" y="1039089"/>
                  <a:pt x="2280223" y="1028547"/>
                </a:cubicBezTo>
                <a:cubicBezTo>
                  <a:pt x="2280921" y="1017979"/>
                  <a:pt x="2281575" y="1007385"/>
                  <a:pt x="2282184" y="996768"/>
                </a:cubicBezTo>
                <a:cubicBezTo>
                  <a:pt x="2282747" y="986128"/>
                  <a:pt x="2283266" y="975468"/>
                  <a:pt x="2283740" y="964790"/>
                </a:cubicBezTo>
                <a:cubicBezTo>
                  <a:pt x="2284169" y="954094"/>
                  <a:pt x="2284553" y="943384"/>
                  <a:pt x="2284892" y="932659"/>
                </a:cubicBezTo>
                <a:cubicBezTo>
                  <a:pt x="2285185" y="921923"/>
                  <a:pt x="2285434" y="911177"/>
                  <a:pt x="2285637" y="900421"/>
                </a:cubicBezTo>
                <a:cubicBezTo>
                  <a:pt x="2285795" y="889660"/>
                  <a:pt x="2285909" y="878892"/>
                  <a:pt x="2285977" y="868122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79B030-BC7A-4490-9770-33A7919AFEA7}"/>
              </a:ext>
            </a:extLst>
          </p:cNvPr>
          <p:cNvCxnSpPr>
            <a:cxnSpLocks/>
          </p:cNvCxnSpPr>
          <p:nvPr/>
        </p:nvCxnSpPr>
        <p:spPr>
          <a:xfrm flipH="1">
            <a:off x="5764749" y="1603578"/>
            <a:ext cx="2088233" cy="2156325"/>
          </a:xfrm>
          <a:prstGeom prst="line">
            <a:avLst/>
          </a:prstGeom>
          <a:ln w="19050">
            <a:solidFill>
              <a:srgbClr val="33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7">
            <a:extLst>
              <a:ext uri="{FF2B5EF4-FFF2-40B4-BE49-F238E27FC236}">
                <a16:creationId xmlns:a16="http://schemas.microsoft.com/office/drawing/2014/main" id="{66F14C62-A5C4-48D9-AE4E-D0047BD5C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205810"/>
              </p:ext>
            </p:extLst>
          </p:nvPr>
        </p:nvGraphicFramePr>
        <p:xfrm>
          <a:off x="8436210" y="2697240"/>
          <a:ext cx="157162" cy="1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1" name="Equation" r:id="rId17" imgW="177480" imgH="190440" progId="Equation.DSMT4">
                  <p:embed/>
                </p:oleObj>
              </mc:Choice>
              <mc:Fallback>
                <p:oleObj name="Equation" r:id="rId17" imgW="177480" imgH="190440" progId="Equation.DSMT4">
                  <p:embed/>
                  <p:pic>
                    <p:nvPicPr>
                      <p:cNvPr id="90" name="Object 7">
                        <a:extLst>
                          <a:ext uri="{FF2B5EF4-FFF2-40B4-BE49-F238E27FC236}">
                            <a16:creationId xmlns:a16="http://schemas.microsoft.com/office/drawing/2014/main" id="{EA454C03-8C32-4FD1-BCF0-99E4140BF0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6210" y="2697240"/>
                        <a:ext cx="157162" cy="1889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">
            <a:extLst>
              <a:ext uri="{FF2B5EF4-FFF2-40B4-BE49-F238E27FC236}">
                <a16:creationId xmlns:a16="http://schemas.microsoft.com/office/drawing/2014/main" id="{2DD36B61-7F8D-409A-9085-7446A7826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52046"/>
              </p:ext>
            </p:extLst>
          </p:nvPr>
        </p:nvGraphicFramePr>
        <p:xfrm>
          <a:off x="7783747" y="1124027"/>
          <a:ext cx="5476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2" name="Equation" r:id="rId19" imgW="622080" imgH="609480" progId="Equation.DSMT4">
                  <p:embed/>
                </p:oleObj>
              </mc:Choice>
              <mc:Fallback>
                <p:oleObj name="Equation" r:id="rId19" imgW="622080" imgH="609480" progId="Equation.DSMT4">
                  <p:embed/>
                  <p:pic>
                    <p:nvPicPr>
                      <p:cNvPr id="44" name="Object 7">
                        <a:extLst>
                          <a:ext uri="{FF2B5EF4-FFF2-40B4-BE49-F238E27FC236}">
                            <a16:creationId xmlns:a16="http://schemas.microsoft.com/office/drawing/2014/main" id="{66F14C62-A5C4-48D9-AE4E-D0047BD5C3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3747" y="1124027"/>
                        <a:ext cx="547688" cy="6048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3A685BA-2524-4218-91DB-DF12EF9C4387}"/>
              </a:ext>
            </a:extLst>
          </p:cNvPr>
          <p:cNvCxnSpPr>
            <a:cxnSpLocks/>
          </p:cNvCxnSpPr>
          <p:nvPr/>
        </p:nvCxnSpPr>
        <p:spPr>
          <a:xfrm>
            <a:off x="5814508" y="1636799"/>
            <a:ext cx="2088233" cy="2156325"/>
          </a:xfrm>
          <a:prstGeom prst="line">
            <a:avLst/>
          </a:prstGeom>
          <a:ln w="19050">
            <a:solidFill>
              <a:srgbClr val="33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552512-F3F5-4A3D-B30F-49944FA1230A}"/>
              </a:ext>
            </a:extLst>
          </p:cNvPr>
          <p:cNvGrpSpPr/>
          <p:nvPr/>
        </p:nvGrpSpPr>
        <p:grpSpPr>
          <a:xfrm>
            <a:off x="987215" y="277836"/>
            <a:ext cx="5413170" cy="461665"/>
            <a:chOff x="957401" y="483290"/>
            <a:chExt cx="5413170" cy="461665"/>
          </a:xfrm>
        </p:grpSpPr>
        <p:sp>
          <p:nvSpPr>
            <p:cNvPr id="27655" name="Text Box 7">
              <a:extLst>
                <a:ext uri="{FF2B5EF4-FFF2-40B4-BE49-F238E27FC236}">
                  <a16:creationId xmlns:a16="http://schemas.microsoft.com/office/drawing/2014/main" id="{04497EA2-B6FA-40F3-9B32-F0ADE09A2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4555" y="483290"/>
              <a:ext cx="22860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所围图形面积</a:t>
              </a:r>
              <a:r>
                <a:rPr kumimoji="1" lang="en-US" altLang="zh-CN" sz="2400" b="1" dirty="0">
                  <a:latin typeface="+mn-ea"/>
                  <a:ea typeface="+mn-ea"/>
                </a:rPr>
                <a:t>. </a:t>
              </a:r>
            </a:p>
          </p:txBody>
        </p:sp>
        <p:graphicFrame>
          <p:nvGraphicFramePr>
            <p:cNvPr id="27657" name="Object 9">
              <a:extLst>
                <a:ext uri="{FF2B5EF4-FFF2-40B4-BE49-F238E27FC236}">
                  <a16:creationId xmlns:a16="http://schemas.microsoft.com/office/drawing/2014/main" id="{4DBECFE2-6D91-48E3-96CA-D3857C8142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6362473"/>
                </p:ext>
              </p:extLst>
            </p:nvPr>
          </p:nvGraphicFramePr>
          <p:xfrm>
            <a:off x="2320842" y="510256"/>
            <a:ext cx="1763713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303" name="Equation" r:id="rId21" imgW="1765080" imgH="393480" progId="Equation.DSMT4">
                    <p:embed/>
                  </p:oleObj>
                </mc:Choice>
                <mc:Fallback>
                  <p:oleObj name="Equation" r:id="rId21" imgW="1765080" imgH="393480" progId="Equation.DSMT4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0842" y="510256"/>
                          <a:ext cx="1763713" cy="4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A655783A-7168-44BA-891D-617557F51CB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7401" y="526925"/>
              <a:ext cx="1531937" cy="4000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求双纽线</a:t>
              </a:r>
            </a:p>
          </p:txBody>
        </p:sp>
      </p:grpSp>
      <p:sp>
        <p:nvSpPr>
          <p:cNvPr id="27" name="Text Box 8">
            <a:extLst>
              <a:ext uri="{FF2B5EF4-FFF2-40B4-BE49-F238E27FC236}">
                <a16:creationId xmlns:a16="http://schemas.microsoft.com/office/drawing/2014/main" id="{C090077F-9C27-4C4C-8A20-1BB35C4C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920" y="1100215"/>
            <a:ext cx="17875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利用对称性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396DC97C-3ACC-4369-BBBB-92995E932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541287"/>
              </p:ext>
            </p:extLst>
          </p:nvPr>
        </p:nvGraphicFramePr>
        <p:xfrm>
          <a:off x="2286000" y="2076450"/>
          <a:ext cx="11811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4" name="Equation" r:id="rId23" imgW="1180800" imgH="660240" progId="Equation.DSMT4">
                  <p:embed/>
                </p:oleObj>
              </mc:Choice>
              <mc:Fallback>
                <p:oleObj name="Equation" r:id="rId23" imgW="1180800" imgH="660240" progId="Equation.DSMT4">
                  <p:embed/>
                  <p:pic>
                    <p:nvPicPr>
                      <p:cNvPr id="179211" name="Object 11">
                        <a:extLst>
                          <a:ext uri="{FF2B5EF4-FFF2-40B4-BE49-F238E27FC236}">
                            <a16:creationId xmlns:a16="http://schemas.microsoft.com/office/drawing/2014/main" id="{89DF5A00-1E67-4C64-8893-FFD669C4A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76450"/>
                        <a:ext cx="1181100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FB6D6169-EB46-44DA-9C72-85A6CC404C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70989"/>
              </p:ext>
            </p:extLst>
          </p:nvPr>
        </p:nvGraphicFramePr>
        <p:xfrm>
          <a:off x="4816475" y="944563"/>
          <a:ext cx="685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5" name="Equation" r:id="rId25" imgW="685800" imgH="723600" progId="Equation.DSMT4">
                  <p:embed/>
                </p:oleObj>
              </mc:Choice>
              <mc:Fallback>
                <p:oleObj name="Equation" r:id="rId25" imgW="685800" imgH="72360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396DC97C-3ACC-4369-BBBB-92995E932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944563"/>
                        <a:ext cx="6858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5">
            <a:extLst>
              <a:ext uri="{FF2B5EF4-FFF2-40B4-BE49-F238E27FC236}">
                <a16:creationId xmlns:a16="http://schemas.microsoft.com/office/drawing/2014/main" id="{2E3B03E5-6ADD-4587-BB7A-E5B530E2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11" y="1621284"/>
            <a:ext cx="35544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对应图形面积的</a:t>
            </a:r>
            <a:r>
              <a:rPr kumimoji="1" lang="en-US" altLang="zh-CN" sz="2400" b="1" dirty="0">
                <a:latin typeface="+mn-ea"/>
                <a:ea typeface="+mn-ea"/>
              </a:rPr>
              <a:t>4</a:t>
            </a:r>
            <a:r>
              <a:rPr kumimoji="1" lang="zh-CN" altLang="en-US" sz="2400" b="1" dirty="0">
                <a:latin typeface="+mn-ea"/>
                <a:ea typeface="+mn-ea"/>
              </a:rPr>
              <a:t>倍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38" name="Text Box 7">
            <a:extLst>
              <a:ext uri="{FF2B5EF4-FFF2-40B4-BE49-F238E27FC236}">
                <a16:creationId xmlns:a16="http://schemas.microsoft.com/office/drawing/2014/main" id="{A2CCE569-F501-459E-B8F0-BD339C78C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31" y="2182847"/>
            <a:ext cx="22860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所围图形面积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64AD4673-C5C4-4D4B-AED2-4BA7F14EAC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665346"/>
              </p:ext>
            </p:extLst>
          </p:nvPr>
        </p:nvGraphicFramePr>
        <p:xfrm>
          <a:off x="3321799" y="2046047"/>
          <a:ext cx="98901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6" name="Equation" r:id="rId27" imgW="990360" imgH="723600" progId="Equation.DSMT4">
                  <p:embed/>
                </p:oleObj>
              </mc:Choice>
              <mc:Fallback>
                <p:oleObj name="Equation" r:id="rId27" imgW="990360" imgH="72360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396DC97C-3ACC-4369-BBBB-92995E932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799" y="2046047"/>
                        <a:ext cx="989012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79208" grpId="0" autoUpdateAnimBg="0"/>
      <p:bldP spid="179215" grpId="0" autoUpdateAnimBg="0"/>
      <p:bldP spid="40" grpId="0" animBg="1"/>
      <p:bldP spid="36" grpId="0" animBg="1"/>
      <p:bldP spid="27" grpId="0" autoUpdateAnimBg="0"/>
      <p:bldP spid="37" grpId="0" autoUpdateAnimBg="0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52F1A733-DD5C-4922-A218-04CCBD70524A}"/>
              </a:ext>
            </a:extLst>
          </p:cNvPr>
          <p:cNvSpPr txBox="1">
            <a:spLocks noChangeArrowheads="1"/>
          </p:cNvSpPr>
          <p:nvPr/>
        </p:nvSpPr>
        <p:spPr>
          <a:xfrm>
            <a:off x="885032" y="457200"/>
            <a:ext cx="800744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11 </a:t>
            </a:r>
            <a:r>
              <a:rPr lang="zh-CN" altLang="en-US" sz="2400" b="1" dirty="0">
                <a:latin typeface="+mj-ea"/>
              </a:rPr>
              <a:t>计算曲线           和          所围图形面积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b="1" dirty="0">
              <a:latin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A8990FB-F466-4937-BBEA-BF18B4B03A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32920"/>
              </p:ext>
            </p:extLst>
          </p:nvPr>
        </p:nvGraphicFramePr>
        <p:xfrm>
          <a:off x="3035300" y="457200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3" name="Equation" r:id="rId3" imgW="1536480" imgH="419040" progId="Equation.DSMT4">
                  <p:embed/>
                </p:oleObj>
              </mc:Choice>
              <mc:Fallback>
                <p:oleObj name="Equation" r:id="rId3" imgW="1536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5300" y="457200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B390875-4A9B-466F-85D9-F32DC45ED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343831"/>
              </p:ext>
            </p:extLst>
          </p:nvPr>
        </p:nvGraphicFramePr>
        <p:xfrm>
          <a:off x="5004048" y="457200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4" name="Equation" r:id="rId5" imgW="1447560" imgH="393480" progId="Equation.DSMT4">
                  <p:embed/>
                </p:oleObj>
              </mc:Choice>
              <mc:Fallback>
                <p:oleObj name="Equation" r:id="rId5" imgW="1447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457200"/>
                        <a:ext cx="1447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44D343C9-4252-4DB3-A994-A19A74275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032" y="1318171"/>
            <a:ext cx="536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60B5140-D887-400B-A870-D5E440431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839459"/>
              </p:ext>
            </p:extLst>
          </p:nvPr>
        </p:nvGraphicFramePr>
        <p:xfrm>
          <a:off x="1498600" y="1318171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5" name="Equation" r:id="rId7" imgW="1536480" imgH="419040" progId="Equation.DSMT4">
                  <p:embed/>
                </p:oleObj>
              </mc:Choice>
              <mc:Fallback>
                <p:oleObj name="Equation" r:id="rId7" imgW="153648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A8990FB-F466-4937-BBEA-BF18B4B03A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8600" y="1318171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8178AFD-B1D6-470F-BCB3-CAAFCC3C0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551126"/>
              </p:ext>
            </p:extLst>
          </p:nvPr>
        </p:nvGraphicFramePr>
        <p:xfrm>
          <a:off x="3035300" y="1172024"/>
          <a:ext cx="3390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6" name="Equation" r:id="rId8" imgW="3390840" imgH="876240" progId="Equation.DSMT4">
                  <p:embed/>
                </p:oleObj>
              </mc:Choice>
              <mc:Fallback>
                <p:oleObj name="Equation" r:id="rId8" imgW="339084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35300" y="1172024"/>
                        <a:ext cx="3390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4E79122-935A-4161-B1F7-2DA34A569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552779"/>
              </p:ext>
            </p:extLst>
          </p:nvPr>
        </p:nvGraphicFramePr>
        <p:xfrm>
          <a:off x="1619672" y="2211710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7" name="Equation" r:id="rId10" imgW="368280" imgH="228600" progId="Equation.DSMT4">
                  <p:embed/>
                </p:oleObj>
              </mc:Choice>
              <mc:Fallback>
                <p:oleObj name="Equation" r:id="rId10" imgW="36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19672" y="2211710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3B35CFD-9A79-42E1-9171-1CADB95ED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63323"/>
              </p:ext>
            </p:extLst>
          </p:nvPr>
        </p:nvGraphicFramePr>
        <p:xfrm>
          <a:off x="2149187" y="1851410"/>
          <a:ext cx="238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8" name="Equation" r:id="rId12" imgW="2387520" imgH="787320" progId="Equation.DSMT4">
                  <p:embed/>
                </p:oleObj>
              </mc:Choice>
              <mc:Fallback>
                <p:oleObj name="Equation" r:id="rId12" imgW="23875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49187" y="1851410"/>
                        <a:ext cx="238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4CE73387-65FA-4B7D-AD29-36A7D898C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642245"/>
              </p:ext>
            </p:extLst>
          </p:nvPr>
        </p:nvGraphicFramePr>
        <p:xfrm>
          <a:off x="1066268" y="2752949"/>
          <a:ext cx="501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9" name="Equation" r:id="rId14" imgW="5016240" imgH="863280" progId="Equation.DSMT4">
                  <p:embed/>
                </p:oleObj>
              </mc:Choice>
              <mc:Fallback>
                <p:oleObj name="Equation" r:id="rId14" imgW="50162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6268" y="2752949"/>
                        <a:ext cx="5016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5A0C938-1530-44DC-A4A6-4B2270823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899977"/>
              </p:ext>
            </p:extLst>
          </p:nvPr>
        </p:nvGraphicFramePr>
        <p:xfrm>
          <a:off x="1342737" y="3730688"/>
          <a:ext cx="1612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40" name="Equation" r:id="rId16" imgW="1612800" imgH="799920" progId="Equation.DSMT4">
                  <p:embed/>
                </p:oleObj>
              </mc:Choice>
              <mc:Fallback>
                <p:oleObj name="Equation" r:id="rId16" imgW="16128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42737" y="3730688"/>
                        <a:ext cx="16129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6A371DA7-33BA-4C15-8C9E-EC7D2997FAD2}"/>
              </a:ext>
            </a:extLst>
          </p:cNvPr>
          <p:cNvGrpSpPr/>
          <p:nvPr/>
        </p:nvGrpSpPr>
        <p:grpSpPr>
          <a:xfrm>
            <a:off x="6407764" y="2007890"/>
            <a:ext cx="2519362" cy="2245366"/>
            <a:chOff x="5660320" y="2452939"/>
            <a:chExt cx="2519362" cy="2245366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CB97BC-D378-4157-B56C-60BD65D391F4}"/>
                </a:ext>
              </a:extLst>
            </p:cNvPr>
            <p:cNvSpPr/>
            <p:nvPr/>
          </p:nvSpPr>
          <p:spPr bwMode="auto">
            <a:xfrm rot="10800000">
              <a:off x="5916196" y="3538139"/>
              <a:ext cx="763362" cy="548087"/>
            </a:xfrm>
            <a:custGeom>
              <a:avLst/>
              <a:gdLst>
                <a:gd name="connsiteX0" fmla="*/ 18047 w 1105024"/>
                <a:gd name="connsiteY0" fmla="*/ 352881 h 788187"/>
                <a:gd name="connsiteX1" fmla="*/ 33501 w 1105024"/>
                <a:gd name="connsiteY1" fmla="*/ 345154 h 788187"/>
                <a:gd name="connsiteX2" fmla="*/ 41229 w 1105024"/>
                <a:gd name="connsiteY2" fmla="*/ 342578 h 788187"/>
                <a:gd name="connsiteX3" fmla="*/ 56683 w 1105024"/>
                <a:gd name="connsiteY3" fmla="*/ 332275 h 788187"/>
                <a:gd name="connsiteX4" fmla="*/ 77289 w 1105024"/>
                <a:gd name="connsiteY4" fmla="*/ 314244 h 788187"/>
                <a:gd name="connsiteX5" fmla="*/ 85017 w 1105024"/>
                <a:gd name="connsiteY5" fmla="*/ 309093 h 788187"/>
                <a:gd name="connsiteX6" fmla="*/ 95320 w 1105024"/>
                <a:gd name="connsiteY6" fmla="*/ 293638 h 788187"/>
                <a:gd name="connsiteX7" fmla="*/ 97896 w 1105024"/>
                <a:gd name="connsiteY7" fmla="*/ 285911 h 788187"/>
                <a:gd name="connsiteX8" fmla="*/ 105623 w 1105024"/>
                <a:gd name="connsiteY8" fmla="*/ 278184 h 788187"/>
                <a:gd name="connsiteX9" fmla="*/ 110775 w 1105024"/>
                <a:gd name="connsiteY9" fmla="*/ 270456 h 788187"/>
                <a:gd name="connsiteX10" fmla="*/ 118502 w 1105024"/>
                <a:gd name="connsiteY10" fmla="*/ 255002 h 788187"/>
                <a:gd name="connsiteX11" fmla="*/ 121078 w 1105024"/>
                <a:gd name="connsiteY11" fmla="*/ 247274 h 788187"/>
                <a:gd name="connsiteX12" fmla="*/ 128805 w 1105024"/>
                <a:gd name="connsiteY12" fmla="*/ 239547 h 788187"/>
                <a:gd name="connsiteX13" fmla="*/ 139108 w 1105024"/>
                <a:gd name="connsiteY13" fmla="*/ 224092 h 788187"/>
                <a:gd name="connsiteX14" fmla="*/ 154563 w 1105024"/>
                <a:gd name="connsiteY14" fmla="*/ 213789 h 788187"/>
                <a:gd name="connsiteX15" fmla="*/ 177745 w 1105024"/>
                <a:gd name="connsiteY15" fmla="*/ 195759 h 788187"/>
                <a:gd name="connsiteX16" fmla="*/ 185472 w 1105024"/>
                <a:gd name="connsiteY16" fmla="*/ 190607 h 788187"/>
                <a:gd name="connsiteX17" fmla="*/ 193199 w 1105024"/>
                <a:gd name="connsiteY17" fmla="*/ 188031 h 788187"/>
                <a:gd name="connsiteX18" fmla="*/ 208654 w 1105024"/>
                <a:gd name="connsiteY18" fmla="*/ 177728 h 788187"/>
                <a:gd name="connsiteX19" fmla="*/ 216381 w 1105024"/>
                <a:gd name="connsiteY19" fmla="*/ 172577 h 788187"/>
                <a:gd name="connsiteX20" fmla="*/ 224109 w 1105024"/>
                <a:gd name="connsiteY20" fmla="*/ 170001 h 788187"/>
                <a:gd name="connsiteX21" fmla="*/ 239563 w 1105024"/>
                <a:gd name="connsiteY21" fmla="*/ 159698 h 788187"/>
                <a:gd name="connsiteX22" fmla="*/ 247291 w 1105024"/>
                <a:gd name="connsiteY22" fmla="*/ 154546 h 788187"/>
                <a:gd name="connsiteX23" fmla="*/ 255018 w 1105024"/>
                <a:gd name="connsiteY23" fmla="*/ 151971 h 788187"/>
                <a:gd name="connsiteX24" fmla="*/ 270473 w 1105024"/>
                <a:gd name="connsiteY24" fmla="*/ 141668 h 788187"/>
                <a:gd name="connsiteX25" fmla="*/ 278200 w 1105024"/>
                <a:gd name="connsiteY25" fmla="*/ 133940 h 788187"/>
                <a:gd name="connsiteX26" fmla="*/ 293655 w 1105024"/>
                <a:gd name="connsiteY26" fmla="*/ 123637 h 788187"/>
                <a:gd name="connsiteX27" fmla="*/ 309109 w 1105024"/>
                <a:gd name="connsiteY27" fmla="*/ 113334 h 788187"/>
                <a:gd name="connsiteX28" fmla="*/ 316837 w 1105024"/>
                <a:gd name="connsiteY28" fmla="*/ 108182 h 788187"/>
                <a:gd name="connsiteX29" fmla="*/ 324564 w 1105024"/>
                <a:gd name="connsiteY29" fmla="*/ 103031 h 788187"/>
                <a:gd name="connsiteX30" fmla="*/ 337443 w 1105024"/>
                <a:gd name="connsiteY30" fmla="*/ 87576 h 788187"/>
                <a:gd name="connsiteX31" fmla="*/ 352897 w 1105024"/>
                <a:gd name="connsiteY31" fmla="*/ 74697 h 788187"/>
                <a:gd name="connsiteX32" fmla="*/ 358049 w 1105024"/>
                <a:gd name="connsiteY32" fmla="*/ 66970 h 788187"/>
                <a:gd name="connsiteX33" fmla="*/ 365776 w 1105024"/>
                <a:gd name="connsiteY33" fmla="*/ 64394 h 788187"/>
                <a:gd name="connsiteX34" fmla="*/ 391534 w 1105024"/>
                <a:gd name="connsiteY34" fmla="*/ 59243 h 788187"/>
                <a:gd name="connsiteX35" fmla="*/ 399261 w 1105024"/>
                <a:gd name="connsiteY35" fmla="*/ 56667 h 788187"/>
                <a:gd name="connsiteX36" fmla="*/ 422443 w 1105024"/>
                <a:gd name="connsiteY36" fmla="*/ 51515 h 788187"/>
                <a:gd name="connsiteX37" fmla="*/ 440474 w 1105024"/>
                <a:gd name="connsiteY37" fmla="*/ 43788 h 788187"/>
                <a:gd name="connsiteX38" fmla="*/ 458504 w 1105024"/>
                <a:gd name="connsiteY38" fmla="*/ 36061 h 788187"/>
                <a:gd name="connsiteX39" fmla="*/ 476535 w 1105024"/>
                <a:gd name="connsiteY39" fmla="*/ 30909 h 788187"/>
                <a:gd name="connsiteX40" fmla="*/ 484262 w 1105024"/>
                <a:gd name="connsiteY40" fmla="*/ 25758 h 788187"/>
                <a:gd name="connsiteX41" fmla="*/ 499717 w 1105024"/>
                <a:gd name="connsiteY41" fmla="*/ 23182 h 788187"/>
                <a:gd name="connsiteX42" fmla="*/ 510020 w 1105024"/>
                <a:gd name="connsiteY42" fmla="*/ 20606 h 788187"/>
                <a:gd name="connsiteX43" fmla="*/ 528050 w 1105024"/>
                <a:gd name="connsiteY43" fmla="*/ 18030 h 788187"/>
                <a:gd name="connsiteX44" fmla="*/ 543505 w 1105024"/>
                <a:gd name="connsiteY44" fmla="*/ 15455 h 788187"/>
                <a:gd name="connsiteX45" fmla="*/ 582141 w 1105024"/>
                <a:gd name="connsiteY45" fmla="*/ 10303 h 788187"/>
                <a:gd name="connsiteX46" fmla="*/ 597596 w 1105024"/>
                <a:gd name="connsiteY46" fmla="*/ 7727 h 788187"/>
                <a:gd name="connsiteX47" fmla="*/ 620778 w 1105024"/>
                <a:gd name="connsiteY47" fmla="*/ 5151 h 788187"/>
                <a:gd name="connsiteX48" fmla="*/ 654263 w 1105024"/>
                <a:gd name="connsiteY48" fmla="*/ 0 h 788187"/>
                <a:gd name="connsiteX49" fmla="*/ 767597 w 1105024"/>
                <a:gd name="connsiteY49" fmla="*/ 2576 h 788187"/>
                <a:gd name="connsiteX50" fmla="*/ 775324 w 1105024"/>
                <a:gd name="connsiteY50" fmla="*/ 5151 h 788187"/>
                <a:gd name="connsiteX51" fmla="*/ 801082 w 1105024"/>
                <a:gd name="connsiteY51" fmla="*/ 12879 h 788187"/>
                <a:gd name="connsiteX52" fmla="*/ 824264 w 1105024"/>
                <a:gd name="connsiteY52" fmla="*/ 20606 h 788187"/>
                <a:gd name="connsiteX53" fmla="*/ 831991 w 1105024"/>
                <a:gd name="connsiteY53" fmla="*/ 23182 h 788187"/>
                <a:gd name="connsiteX54" fmla="*/ 839719 w 1105024"/>
                <a:gd name="connsiteY54" fmla="*/ 25758 h 788187"/>
                <a:gd name="connsiteX55" fmla="*/ 850022 w 1105024"/>
                <a:gd name="connsiteY55" fmla="*/ 30909 h 788187"/>
                <a:gd name="connsiteX56" fmla="*/ 865477 w 1105024"/>
                <a:gd name="connsiteY56" fmla="*/ 36061 h 788187"/>
                <a:gd name="connsiteX57" fmla="*/ 883507 w 1105024"/>
                <a:gd name="connsiteY57" fmla="*/ 43788 h 788187"/>
                <a:gd name="connsiteX58" fmla="*/ 891234 w 1105024"/>
                <a:gd name="connsiteY58" fmla="*/ 51515 h 788187"/>
                <a:gd name="connsiteX59" fmla="*/ 911840 w 1105024"/>
                <a:gd name="connsiteY59" fmla="*/ 59243 h 788187"/>
                <a:gd name="connsiteX60" fmla="*/ 922144 w 1105024"/>
                <a:gd name="connsiteY60" fmla="*/ 64394 h 788187"/>
                <a:gd name="connsiteX61" fmla="*/ 929871 w 1105024"/>
                <a:gd name="connsiteY61" fmla="*/ 66970 h 788187"/>
                <a:gd name="connsiteX62" fmla="*/ 945326 w 1105024"/>
                <a:gd name="connsiteY62" fmla="*/ 77273 h 788187"/>
                <a:gd name="connsiteX63" fmla="*/ 953053 w 1105024"/>
                <a:gd name="connsiteY63" fmla="*/ 82425 h 788187"/>
                <a:gd name="connsiteX64" fmla="*/ 963356 w 1105024"/>
                <a:gd name="connsiteY64" fmla="*/ 87576 h 788187"/>
                <a:gd name="connsiteX65" fmla="*/ 973659 w 1105024"/>
                <a:gd name="connsiteY65" fmla="*/ 97879 h 788187"/>
                <a:gd name="connsiteX66" fmla="*/ 991689 w 1105024"/>
                <a:gd name="connsiteY66" fmla="*/ 108182 h 788187"/>
                <a:gd name="connsiteX67" fmla="*/ 1007144 w 1105024"/>
                <a:gd name="connsiteY67" fmla="*/ 123637 h 788187"/>
                <a:gd name="connsiteX68" fmla="*/ 1014871 w 1105024"/>
                <a:gd name="connsiteY68" fmla="*/ 131364 h 788187"/>
                <a:gd name="connsiteX69" fmla="*/ 1025175 w 1105024"/>
                <a:gd name="connsiteY69" fmla="*/ 146819 h 788187"/>
                <a:gd name="connsiteX70" fmla="*/ 1035478 w 1105024"/>
                <a:gd name="connsiteY70" fmla="*/ 159698 h 788187"/>
                <a:gd name="connsiteX71" fmla="*/ 1045781 w 1105024"/>
                <a:gd name="connsiteY71" fmla="*/ 175153 h 788187"/>
                <a:gd name="connsiteX72" fmla="*/ 1050932 w 1105024"/>
                <a:gd name="connsiteY72" fmla="*/ 182880 h 788187"/>
                <a:gd name="connsiteX73" fmla="*/ 1056084 w 1105024"/>
                <a:gd name="connsiteY73" fmla="*/ 193183 h 788187"/>
                <a:gd name="connsiteX74" fmla="*/ 1066387 w 1105024"/>
                <a:gd name="connsiteY74" fmla="*/ 208638 h 788187"/>
                <a:gd name="connsiteX75" fmla="*/ 1076690 w 1105024"/>
                <a:gd name="connsiteY75" fmla="*/ 224092 h 788187"/>
                <a:gd name="connsiteX76" fmla="*/ 1081842 w 1105024"/>
                <a:gd name="connsiteY76" fmla="*/ 231820 h 788187"/>
                <a:gd name="connsiteX77" fmla="*/ 1089569 w 1105024"/>
                <a:gd name="connsiteY77" fmla="*/ 257577 h 788187"/>
                <a:gd name="connsiteX78" fmla="*/ 1094720 w 1105024"/>
                <a:gd name="connsiteY78" fmla="*/ 265305 h 788187"/>
                <a:gd name="connsiteX79" fmla="*/ 1097296 w 1105024"/>
                <a:gd name="connsiteY79" fmla="*/ 275608 h 788187"/>
                <a:gd name="connsiteX80" fmla="*/ 1105024 w 1105024"/>
                <a:gd name="connsiteY80" fmla="*/ 342578 h 788187"/>
                <a:gd name="connsiteX81" fmla="*/ 1102448 w 1105024"/>
                <a:gd name="connsiteY81" fmla="*/ 494549 h 788187"/>
                <a:gd name="connsiteX82" fmla="*/ 1097296 w 1105024"/>
                <a:gd name="connsiteY82" fmla="*/ 510003 h 788187"/>
                <a:gd name="connsiteX83" fmla="*/ 1092145 w 1105024"/>
                <a:gd name="connsiteY83" fmla="*/ 520306 h 788187"/>
                <a:gd name="connsiteX84" fmla="*/ 1089569 w 1105024"/>
                <a:gd name="connsiteY84" fmla="*/ 528034 h 788187"/>
                <a:gd name="connsiteX85" fmla="*/ 1081842 w 1105024"/>
                <a:gd name="connsiteY85" fmla="*/ 535761 h 788187"/>
                <a:gd name="connsiteX86" fmla="*/ 1071539 w 1105024"/>
                <a:gd name="connsiteY86" fmla="*/ 556367 h 788187"/>
                <a:gd name="connsiteX87" fmla="*/ 1066387 w 1105024"/>
                <a:gd name="connsiteY87" fmla="*/ 571822 h 788187"/>
                <a:gd name="connsiteX88" fmla="*/ 1061235 w 1105024"/>
                <a:gd name="connsiteY88" fmla="*/ 579549 h 788187"/>
                <a:gd name="connsiteX89" fmla="*/ 1045781 w 1105024"/>
                <a:gd name="connsiteY89" fmla="*/ 605307 h 788187"/>
                <a:gd name="connsiteX90" fmla="*/ 1032902 w 1105024"/>
                <a:gd name="connsiteY90" fmla="*/ 620762 h 788187"/>
                <a:gd name="connsiteX91" fmla="*/ 1025175 w 1105024"/>
                <a:gd name="connsiteY91" fmla="*/ 628489 h 788187"/>
                <a:gd name="connsiteX92" fmla="*/ 1020023 w 1105024"/>
                <a:gd name="connsiteY92" fmla="*/ 636216 h 788187"/>
                <a:gd name="connsiteX93" fmla="*/ 1004568 w 1105024"/>
                <a:gd name="connsiteY93" fmla="*/ 654247 h 788187"/>
                <a:gd name="connsiteX94" fmla="*/ 996841 w 1105024"/>
                <a:gd name="connsiteY94" fmla="*/ 656822 h 788187"/>
                <a:gd name="connsiteX95" fmla="*/ 973659 w 1105024"/>
                <a:gd name="connsiteY95" fmla="*/ 669701 h 788187"/>
                <a:gd name="connsiteX96" fmla="*/ 955629 w 1105024"/>
                <a:gd name="connsiteY96" fmla="*/ 680004 h 788187"/>
                <a:gd name="connsiteX97" fmla="*/ 940174 w 1105024"/>
                <a:gd name="connsiteY97" fmla="*/ 687732 h 788187"/>
                <a:gd name="connsiteX98" fmla="*/ 922144 w 1105024"/>
                <a:gd name="connsiteY98" fmla="*/ 698035 h 788187"/>
                <a:gd name="connsiteX99" fmla="*/ 906689 w 1105024"/>
                <a:gd name="connsiteY99" fmla="*/ 708338 h 788187"/>
                <a:gd name="connsiteX100" fmla="*/ 886083 w 1105024"/>
                <a:gd name="connsiteY100" fmla="*/ 718641 h 788187"/>
                <a:gd name="connsiteX101" fmla="*/ 875780 w 1105024"/>
                <a:gd name="connsiteY101" fmla="*/ 723793 h 788187"/>
                <a:gd name="connsiteX102" fmla="*/ 860325 w 1105024"/>
                <a:gd name="connsiteY102" fmla="*/ 731520 h 788187"/>
                <a:gd name="connsiteX103" fmla="*/ 852598 w 1105024"/>
                <a:gd name="connsiteY103" fmla="*/ 736671 h 788187"/>
                <a:gd name="connsiteX104" fmla="*/ 837143 w 1105024"/>
                <a:gd name="connsiteY104" fmla="*/ 741823 h 788187"/>
                <a:gd name="connsiteX105" fmla="*/ 821688 w 1105024"/>
                <a:gd name="connsiteY105" fmla="*/ 749550 h 788187"/>
                <a:gd name="connsiteX106" fmla="*/ 811385 w 1105024"/>
                <a:gd name="connsiteY106" fmla="*/ 754702 h 788187"/>
                <a:gd name="connsiteX107" fmla="*/ 798506 w 1105024"/>
                <a:gd name="connsiteY107" fmla="*/ 757278 h 788187"/>
                <a:gd name="connsiteX108" fmla="*/ 775324 w 1105024"/>
                <a:gd name="connsiteY108" fmla="*/ 765005 h 788187"/>
                <a:gd name="connsiteX109" fmla="*/ 767597 w 1105024"/>
                <a:gd name="connsiteY109" fmla="*/ 767581 h 788187"/>
                <a:gd name="connsiteX110" fmla="*/ 757294 w 1105024"/>
                <a:gd name="connsiteY110" fmla="*/ 770157 h 788187"/>
                <a:gd name="connsiteX111" fmla="*/ 734112 w 1105024"/>
                <a:gd name="connsiteY111" fmla="*/ 777884 h 788187"/>
                <a:gd name="connsiteX112" fmla="*/ 726385 w 1105024"/>
                <a:gd name="connsiteY112" fmla="*/ 780460 h 788187"/>
                <a:gd name="connsiteX113" fmla="*/ 716082 w 1105024"/>
                <a:gd name="connsiteY113" fmla="*/ 785611 h 788187"/>
                <a:gd name="connsiteX114" fmla="*/ 700627 w 1105024"/>
                <a:gd name="connsiteY114" fmla="*/ 788187 h 788187"/>
                <a:gd name="connsiteX115" fmla="*/ 605323 w 1105024"/>
                <a:gd name="connsiteY115" fmla="*/ 785611 h 788187"/>
                <a:gd name="connsiteX116" fmla="*/ 582141 w 1105024"/>
                <a:gd name="connsiteY116" fmla="*/ 772732 h 788187"/>
                <a:gd name="connsiteX117" fmla="*/ 574414 w 1105024"/>
                <a:gd name="connsiteY117" fmla="*/ 767581 h 788187"/>
                <a:gd name="connsiteX118" fmla="*/ 551232 w 1105024"/>
                <a:gd name="connsiteY118" fmla="*/ 762429 h 788187"/>
                <a:gd name="connsiteX119" fmla="*/ 538353 w 1105024"/>
                <a:gd name="connsiteY119" fmla="*/ 757278 h 788187"/>
                <a:gd name="connsiteX120" fmla="*/ 525474 w 1105024"/>
                <a:gd name="connsiteY120" fmla="*/ 754702 h 788187"/>
                <a:gd name="connsiteX121" fmla="*/ 510020 w 1105024"/>
                <a:gd name="connsiteY121" fmla="*/ 749550 h 788187"/>
                <a:gd name="connsiteX122" fmla="*/ 499717 w 1105024"/>
                <a:gd name="connsiteY122" fmla="*/ 746975 h 788187"/>
                <a:gd name="connsiteX123" fmla="*/ 491989 w 1105024"/>
                <a:gd name="connsiteY123" fmla="*/ 744399 h 788187"/>
                <a:gd name="connsiteX124" fmla="*/ 479110 w 1105024"/>
                <a:gd name="connsiteY124" fmla="*/ 741823 h 788187"/>
                <a:gd name="connsiteX125" fmla="*/ 471383 w 1105024"/>
                <a:gd name="connsiteY125" fmla="*/ 736671 h 788187"/>
                <a:gd name="connsiteX126" fmla="*/ 437898 w 1105024"/>
                <a:gd name="connsiteY126" fmla="*/ 731520 h 788187"/>
                <a:gd name="connsiteX127" fmla="*/ 419868 w 1105024"/>
                <a:gd name="connsiteY127" fmla="*/ 726368 h 788187"/>
                <a:gd name="connsiteX128" fmla="*/ 404413 w 1105024"/>
                <a:gd name="connsiteY128" fmla="*/ 721217 h 788187"/>
                <a:gd name="connsiteX129" fmla="*/ 396686 w 1105024"/>
                <a:gd name="connsiteY129" fmla="*/ 718641 h 788187"/>
                <a:gd name="connsiteX130" fmla="*/ 388958 w 1105024"/>
                <a:gd name="connsiteY130" fmla="*/ 713490 h 788187"/>
                <a:gd name="connsiteX131" fmla="*/ 373504 w 1105024"/>
                <a:gd name="connsiteY131" fmla="*/ 708338 h 788187"/>
                <a:gd name="connsiteX132" fmla="*/ 358049 w 1105024"/>
                <a:gd name="connsiteY132" fmla="*/ 698035 h 788187"/>
                <a:gd name="connsiteX133" fmla="*/ 355473 w 1105024"/>
                <a:gd name="connsiteY133" fmla="*/ 687732 h 788187"/>
                <a:gd name="connsiteX134" fmla="*/ 340019 w 1105024"/>
                <a:gd name="connsiteY134" fmla="*/ 677429 h 788187"/>
                <a:gd name="connsiteX135" fmla="*/ 332291 w 1105024"/>
                <a:gd name="connsiteY135" fmla="*/ 672277 h 788187"/>
                <a:gd name="connsiteX136" fmla="*/ 324564 w 1105024"/>
                <a:gd name="connsiteY136" fmla="*/ 669701 h 788187"/>
                <a:gd name="connsiteX137" fmla="*/ 309109 w 1105024"/>
                <a:gd name="connsiteY137" fmla="*/ 659398 h 788187"/>
                <a:gd name="connsiteX138" fmla="*/ 291079 w 1105024"/>
                <a:gd name="connsiteY138" fmla="*/ 649095 h 788187"/>
                <a:gd name="connsiteX139" fmla="*/ 283351 w 1105024"/>
                <a:gd name="connsiteY139" fmla="*/ 641368 h 788187"/>
                <a:gd name="connsiteX140" fmla="*/ 267897 w 1105024"/>
                <a:gd name="connsiteY140" fmla="*/ 633640 h 788187"/>
                <a:gd name="connsiteX141" fmla="*/ 249866 w 1105024"/>
                <a:gd name="connsiteY141" fmla="*/ 620762 h 788187"/>
                <a:gd name="connsiteX142" fmla="*/ 242139 w 1105024"/>
                <a:gd name="connsiteY142" fmla="*/ 618186 h 788187"/>
                <a:gd name="connsiteX143" fmla="*/ 231836 w 1105024"/>
                <a:gd name="connsiteY143" fmla="*/ 610459 h 788187"/>
                <a:gd name="connsiteX144" fmla="*/ 221533 w 1105024"/>
                <a:gd name="connsiteY144" fmla="*/ 605307 h 788187"/>
                <a:gd name="connsiteX145" fmla="*/ 216381 w 1105024"/>
                <a:gd name="connsiteY145" fmla="*/ 597580 h 788187"/>
                <a:gd name="connsiteX146" fmla="*/ 208654 w 1105024"/>
                <a:gd name="connsiteY146" fmla="*/ 589852 h 788187"/>
                <a:gd name="connsiteX147" fmla="*/ 195775 w 1105024"/>
                <a:gd name="connsiteY147" fmla="*/ 574398 h 788187"/>
                <a:gd name="connsiteX148" fmla="*/ 182896 w 1105024"/>
                <a:gd name="connsiteY148" fmla="*/ 561519 h 788187"/>
                <a:gd name="connsiteX149" fmla="*/ 177745 w 1105024"/>
                <a:gd name="connsiteY149" fmla="*/ 553791 h 788187"/>
                <a:gd name="connsiteX150" fmla="*/ 170017 w 1105024"/>
                <a:gd name="connsiteY150" fmla="*/ 546064 h 788187"/>
                <a:gd name="connsiteX151" fmla="*/ 162290 w 1105024"/>
                <a:gd name="connsiteY151" fmla="*/ 535761 h 788187"/>
                <a:gd name="connsiteX152" fmla="*/ 157139 w 1105024"/>
                <a:gd name="connsiteY152" fmla="*/ 528034 h 788187"/>
                <a:gd name="connsiteX153" fmla="*/ 141684 w 1105024"/>
                <a:gd name="connsiteY153" fmla="*/ 512579 h 788187"/>
                <a:gd name="connsiteX154" fmla="*/ 133957 w 1105024"/>
                <a:gd name="connsiteY154" fmla="*/ 502276 h 788187"/>
                <a:gd name="connsiteX155" fmla="*/ 126229 w 1105024"/>
                <a:gd name="connsiteY155" fmla="*/ 494549 h 788187"/>
                <a:gd name="connsiteX156" fmla="*/ 115926 w 1105024"/>
                <a:gd name="connsiteY156" fmla="*/ 479094 h 788187"/>
                <a:gd name="connsiteX157" fmla="*/ 105623 w 1105024"/>
                <a:gd name="connsiteY157" fmla="*/ 463639 h 788187"/>
                <a:gd name="connsiteX158" fmla="*/ 100471 w 1105024"/>
                <a:gd name="connsiteY158" fmla="*/ 455912 h 788187"/>
                <a:gd name="connsiteX159" fmla="*/ 85017 w 1105024"/>
                <a:gd name="connsiteY159" fmla="*/ 440457 h 788187"/>
                <a:gd name="connsiteX160" fmla="*/ 66986 w 1105024"/>
                <a:gd name="connsiteY160" fmla="*/ 417275 h 788187"/>
                <a:gd name="connsiteX161" fmla="*/ 61835 w 1105024"/>
                <a:gd name="connsiteY161" fmla="*/ 409548 h 788187"/>
                <a:gd name="connsiteX162" fmla="*/ 38653 w 1105024"/>
                <a:gd name="connsiteY162" fmla="*/ 388942 h 788187"/>
                <a:gd name="connsiteX163" fmla="*/ 33501 w 1105024"/>
                <a:gd name="connsiteY163" fmla="*/ 381215 h 788187"/>
                <a:gd name="connsiteX164" fmla="*/ 16 w 1105024"/>
                <a:gd name="connsiteY164" fmla="*/ 352881 h 788187"/>
                <a:gd name="connsiteX165" fmla="*/ 18047 w 1105024"/>
                <a:gd name="connsiteY165" fmla="*/ 352881 h 7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1105024" h="788187">
                  <a:moveTo>
                    <a:pt x="18047" y="352881"/>
                  </a:moveTo>
                  <a:cubicBezTo>
                    <a:pt x="23628" y="351593"/>
                    <a:pt x="28238" y="347493"/>
                    <a:pt x="33501" y="345154"/>
                  </a:cubicBezTo>
                  <a:cubicBezTo>
                    <a:pt x="35982" y="344051"/>
                    <a:pt x="38855" y="343897"/>
                    <a:pt x="41229" y="342578"/>
                  </a:cubicBezTo>
                  <a:cubicBezTo>
                    <a:pt x="46641" y="339571"/>
                    <a:pt x="56683" y="332275"/>
                    <a:pt x="56683" y="332275"/>
                  </a:cubicBezTo>
                  <a:cubicBezTo>
                    <a:pt x="65269" y="319398"/>
                    <a:pt x="59261" y="326263"/>
                    <a:pt x="77289" y="314244"/>
                  </a:cubicBezTo>
                  <a:lnTo>
                    <a:pt x="85017" y="309093"/>
                  </a:lnTo>
                  <a:cubicBezTo>
                    <a:pt x="88451" y="303941"/>
                    <a:pt x="93362" y="299512"/>
                    <a:pt x="95320" y="293638"/>
                  </a:cubicBezTo>
                  <a:cubicBezTo>
                    <a:pt x="96179" y="291062"/>
                    <a:pt x="96390" y="288170"/>
                    <a:pt x="97896" y="285911"/>
                  </a:cubicBezTo>
                  <a:cubicBezTo>
                    <a:pt x="99917" y="282880"/>
                    <a:pt x="103291" y="280982"/>
                    <a:pt x="105623" y="278184"/>
                  </a:cubicBezTo>
                  <a:cubicBezTo>
                    <a:pt x="107605" y="275806"/>
                    <a:pt x="109058" y="273032"/>
                    <a:pt x="110775" y="270456"/>
                  </a:cubicBezTo>
                  <a:cubicBezTo>
                    <a:pt x="117246" y="251038"/>
                    <a:pt x="108517" y="274970"/>
                    <a:pt x="118502" y="255002"/>
                  </a:cubicBezTo>
                  <a:cubicBezTo>
                    <a:pt x="119716" y="252573"/>
                    <a:pt x="119572" y="249533"/>
                    <a:pt x="121078" y="247274"/>
                  </a:cubicBezTo>
                  <a:cubicBezTo>
                    <a:pt x="123098" y="244243"/>
                    <a:pt x="126569" y="242422"/>
                    <a:pt x="128805" y="239547"/>
                  </a:cubicBezTo>
                  <a:cubicBezTo>
                    <a:pt x="132606" y="234660"/>
                    <a:pt x="133956" y="227526"/>
                    <a:pt x="139108" y="224092"/>
                  </a:cubicBezTo>
                  <a:cubicBezTo>
                    <a:pt x="144260" y="220658"/>
                    <a:pt x="150185" y="218167"/>
                    <a:pt x="154563" y="213789"/>
                  </a:cubicBezTo>
                  <a:cubicBezTo>
                    <a:pt x="166669" y="201683"/>
                    <a:pt x="159257" y="208084"/>
                    <a:pt x="177745" y="195759"/>
                  </a:cubicBezTo>
                  <a:cubicBezTo>
                    <a:pt x="180321" y="194042"/>
                    <a:pt x="182535" y="191586"/>
                    <a:pt x="185472" y="190607"/>
                  </a:cubicBezTo>
                  <a:cubicBezTo>
                    <a:pt x="188048" y="189748"/>
                    <a:pt x="190826" y="189350"/>
                    <a:pt x="193199" y="188031"/>
                  </a:cubicBezTo>
                  <a:cubicBezTo>
                    <a:pt x="198611" y="185024"/>
                    <a:pt x="203502" y="181162"/>
                    <a:pt x="208654" y="177728"/>
                  </a:cubicBezTo>
                  <a:cubicBezTo>
                    <a:pt x="211230" y="176011"/>
                    <a:pt x="213444" y="173556"/>
                    <a:pt x="216381" y="172577"/>
                  </a:cubicBezTo>
                  <a:cubicBezTo>
                    <a:pt x="218957" y="171718"/>
                    <a:pt x="221735" y="171320"/>
                    <a:pt x="224109" y="170001"/>
                  </a:cubicBezTo>
                  <a:cubicBezTo>
                    <a:pt x="229521" y="166994"/>
                    <a:pt x="234412" y="163132"/>
                    <a:pt x="239563" y="159698"/>
                  </a:cubicBezTo>
                  <a:cubicBezTo>
                    <a:pt x="242139" y="157981"/>
                    <a:pt x="244354" y="155525"/>
                    <a:pt x="247291" y="154546"/>
                  </a:cubicBezTo>
                  <a:lnTo>
                    <a:pt x="255018" y="151971"/>
                  </a:lnTo>
                  <a:cubicBezTo>
                    <a:pt x="279667" y="127318"/>
                    <a:pt x="248106" y="156579"/>
                    <a:pt x="270473" y="141668"/>
                  </a:cubicBezTo>
                  <a:cubicBezTo>
                    <a:pt x="273504" y="139647"/>
                    <a:pt x="275325" y="136176"/>
                    <a:pt x="278200" y="133940"/>
                  </a:cubicBezTo>
                  <a:cubicBezTo>
                    <a:pt x="283087" y="130139"/>
                    <a:pt x="288503" y="127071"/>
                    <a:pt x="293655" y="123637"/>
                  </a:cubicBezTo>
                  <a:lnTo>
                    <a:pt x="309109" y="113334"/>
                  </a:lnTo>
                  <a:lnTo>
                    <a:pt x="316837" y="108182"/>
                  </a:lnTo>
                  <a:cubicBezTo>
                    <a:pt x="319413" y="106465"/>
                    <a:pt x="322375" y="105220"/>
                    <a:pt x="324564" y="103031"/>
                  </a:cubicBezTo>
                  <a:cubicBezTo>
                    <a:pt x="347137" y="80458"/>
                    <a:pt x="319513" y="109092"/>
                    <a:pt x="337443" y="87576"/>
                  </a:cubicBezTo>
                  <a:cubicBezTo>
                    <a:pt x="343640" y="80140"/>
                    <a:pt x="345300" y="79762"/>
                    <a:pt x="352897" y="74697"/>
                  </a:cubicBezTo>
                  <a:cubicBezTo>
                    <a:pt x="354614" y="72121"/>
                    <a:pt x="355632" y="68904"/>
                    <a:pt x="358049" y="66970"/>
                  </a:cubicBezTo>
                  <a:cubicBezTo>
                    <a:pt x="360169" y="65274"/>
                    <a:pt x="363130" y="65004"/>
                    <a:pt x="365776" y="64394"/>
                  </a:cubicBezTo>
                  <a:cubicBezTo>
                    <a:pt x="374308" y="62425"/>
                    <a:pt x="383227" y="62012"/>
                    <a:pt x="391534" y="59243"/>
                  </a:cubicBezTo>
                  <a:cubicBezTo>
                    <a:pt x="394110" y="58384"/>
                    <a:pt x="396650" y="57413"/>
                    <a:pt x="399261" y="56667"/>
                  </a:cubicBezTo>
                  <a:cubicBezTo>
                    <a:pt x="407749" y="54242"/>
                    <a:pt x="413591" y="53286"/>
                    <a:pt x="422443" y="51515"/>
                  </a:cubicBezTo>
                  <a:cubicBezTo>
                    <a:pt x="438104" y="41076"/>
                    <a:pt x="421464" y="50916"/>
                    <a:pt x="440474" y="43788"/>
                  </a:cubicBezTo>
                  <a:cubicBezTo>
                    <a:pt x="462451" y="35547"/>
                    <a:pt x="440597" y="41178"/>
                    <a:pt x="458504" y="36061"/>
                  </a:cubicBezTo>
                  <a:cubicBezTo>
                    <a:pt x="462356" y="34960"/>
                    <a:pt x="472418" y="32968"/>
                    <a:pt x="476535" y="30909"/>
                  </a:cubicBezTo>
                  <a:cubicBezTo>
                    <a:pt x="479304" y="29525"/>
                    <a:pt x="481325" y="26737"/>
                    <a:pt x="484262" y="25758"/>
                  </a:cubicBezTo>
                  <a:cubicBezTo>
                    <a:pt x="489217" y="24106"/>
                    <a:pt x="494596" y="24206"/>
                    <a:pt x="499717" y="23182"/>
                  </a:cubicBezTo>
                  <a:cubicBezTo>
                    <a:pt x="503188" y="22488"/>
                    <a:pt x="506537" y="21239"/>
                    <a:pt x="510020" y="20606"/>
                  </a:cubicBezTo>
                  <a:cubicBezTo>
                    <a:pt x="515993" y="19520"/>
                    <a:pt x="522050" y="18953"/>
                    <a:pt x="528050" y="18030"/>
                  </a:cubicBezTo>
                  <a:cubicBezTo>
                    <a:pt x="533212" y="17236"/>
                    <a:pt x="538367" y="16389"/>
                    <a:pt x="543505" y="15455"/>
                  </a:cubicBezTo>
                  <a:cubicBezTo>
                    <a:pt x="578419" y="9108"/>
                    <a:pt x="525275" y="17412"/>
                    <a:pt x="582141" y="10303"/>
                  </a:cubicBezTo>
                  <a:cubicBezTo>
                    <a:pt x="587323" y="9655"/>
                    <a:pt x="592419" y="8417"/>
                    <a:pt x="597596" y="7727"/>
                  </a:cubicBezTo>
                  <a:cubicBezTo>
                    <a:pt x="605303" y="6699"/>
                    <a:pt x="613063" y="6115"/>
                    <a:pt x="620778" y="5151"/>
                  </a:cubicBezTo>
                  <a:cubicBezTo>
                    <a:pt x="634056" y="3491"/>
                    <a:pt x="641355" y="2151"/>
                    <a:pt x="654263" y="0"/>
                  </a:cubicBezTo>
                  <a:lnTo>
                    <a:pt x="767597" y="2576"/>
                  </a:lnTo>
                  <a:cubicBezTo>
                    <a:pt x="770309" y="2691"/>
                    <a:pt x="772714" y="4405"/>
                    <a:pt x="775324" y="5151"/>
                  </a:cubicBezTo>
                  <a:cubicBezTo>
                    <a:pt x="802542" y="12926"/>
                    <a:pt x="764408" y="653"/>
                    <a:pt x="801082" y="12879"/>
                  </a:cubicBezTo>
                  <a:lnTo>
                    <a:pt x="824264" y="20606"/>
                  </a:lnTo>
                  <a:lnTo>
                    <a:pt x="831991" y="23182"/>
                  </a:lnTo>
                  <a:cubicBezTo>
                    <a:pt x="834567" y="24041"/>
                    <a:pt x="837290" y="24544"/>
                    <a:pt x="839719" y="25758"/>
                  </a:cubicBezTo>
                  <a:cubicBezTo>
                    <a:pt x="843153" y="27475"/>
                    <a:pt x="846457" y="29483"/>
                    <a:pt x="850022" y="30909"/>
                  </a:cubicBezTo>
                  <a:cubicBezTo>
                    <a:pt x="855064" y="32926"/>
                    <a:pt x="860620" y="33633"/>
                    <a:pt x="865477" y="36061"/>
                  </a:cubicBezTo>
                  <a:cubicBezTo>
                    <a:pt x="878208" y="42426"/>
                    <a:pt x="872137" y="39998"/>
                    <a:pt x="883507" y="43788"/>
                  </a:cubicBezTo>
                  <a:cubicBezTo>
                    <a:pt x="886083" y="46364"/>
                    <a:pt x="888270" y="49398"/>
                    <a:pt x="891234" y="51515"/>
                  </a:cubicBezTo>
                  <a:cubicBezTo>
                    <a:pt x="901801" y="59063"/>
                    <a:pt x="900487" y="54986"/>
                    <a:pt x="911840" y="59243"/>
                  </a:cubicBezTo>
                  <a:cubicBezTo>
                    <a:pt x="915435" y="60591"/>
                    <a:pt x="918615" y="62881"/>
                    <a:pt x="922144" y="64394"/>
                  </a:cubicBezTo>
                  <a:cubicBezTo>
                    <a:pt x="924640" y="65463"/>
                    <a:pt x="927498" y="65651"/>
                    <a:pt x="929871" y="66970"/>
                  </a:cubicBezTo>
                  <a:cubicBezTo>
                    <a:pt x="935283" y="69977"/>
                    <a:pt x="940174" y="73839"/>
                    <a:pt x="945326" y="77273"/>
                  </a:cubicBezTo>
                  <a:cubicBezTo>
                    <a:pt x="947902" y="78990"/>
                    <a:pt x="950284" y="81041"/>
                    <a:pt x="953053" y="82425"/>
                  </a:cubicBezTo>
                  <a:lnTo>
                    <a:pt x="963356" y="87576"/>
                  </a:lnTo>
                  <a:cubicBezTo>
                    <a:pt x="966790" y="91010"/>
                    <a:pt x="969971" y="94718"/>
                    <a:pt x="973659" y="97879"/>
                  </a:cubicBezTo>
                  <a:cubicBezTo>
                    <a:pt x="978759" y="102250"/>
                    <a:pt x="985838" y="105257"/>
                    <a:pt x="991689" y="108182"/>
                  </a:cubicBezTo>
                  <a:lnTo>
                    <a:pt x="1007144" y="123637"/>
                  </a:lnTo>
                  <a:cubicBezTo>
                    <a:pt x="1009720" y="126213"/>
                    <a:pt x="1012850" y="128333"/>
                    <a:pt x="1014871" y="131364"/>
                  </a:cubicBezTo>
                  <a:lnTo>
                    <a:pt x="1025175" y="146819"/>
                  </a:lnTo>
                  <a:cubicBezTo>
                    <a:pt x="1030973" y="164219"/>
                    <a:pt x="1022931" y="145359"/>
                    <a:pt x="1035478" y="159698"/>
                  </a:cubicBezTo>
                  <a:cubicBezTo>
                    <a:pt x="1039555" y="164358"/>
                    <a:pt x="1042347" y="170001"/>
                    <a:pt x="1045781" y="175153"/>
                  </a:cubicBezTo>
                  <a:cubicBezTo>
                    <a:pt x="1047498" y="177729"/>
                    <a:pt x="1049548" y="180111"/>
                    <a:pt x="1050932" y="182880"/>
                  </a:cubicBezTo>
                  <a:cubicBezTo>
                    <a:pt x="1052649" y="186314"/>
                    <a:pt x="1054108" y="189890"/>
                    <a:pt x="1056084" y="193183"/>
                  </a:cubicBezTo>
                  <a:cubicBezTo>
                    <a:pt x="1059270" y="198492"/>
                    <a:pt x="1062953" y="203486"/>
                    <a:pt x="1066387" y="208638"/>
                  </a:cubicBezTo>
                  <a:lnTo>
                    <a:pt x="1076690" y="224092"/>
                  </a:lnTo>
                  <a:lnTo>
                    <a:pt x="1081842" y="231820"/>
                  </a:lnTo>
                  <a:cubicBezTo>
                    <a:pt x="1083282" y="237583"/>
                    <a:pt x="1087057" y="253809"/>
                    <a:pt x="1089569" y="257577"/>
                  </a:cubicBezTo>
                  <a:lnTo>
                    <a:pt x="1094720" y="265305"/>
                  </a:lnTo>
                  <a:cubicBezTo>
                    <a:pt x="1095579" y="268739"/>
                    <a:pt x="1096771" y="272107"/>
                    <a:pt x="1097296" y="275608"/>
                  </a:cubicBezTo>
                  <a:cubicBezTo>
                    <a:pt x="1101030" y="300496"/>
                    <a:pt x="1102622" y="318555"/>
                    <a:pt x="1105024" y="342578"/>
                  </a:cubicBezTo>
                  <a:cubicBezTo>
                    <a:pt x="1104165" y="393235"/>
                    <a:pt x="1104784" y="443939"/>
                    <a:pt x="1102448" y="494549"/>
                  </a:cubicBezTo>
                  <a:cubicBezTo>
                    <a:pt x="1102198" y="499973"/>
                    <a:pt x="1099724" y="505146"/>
                    <a:pt x="1097296" y="510003"/>
                  </a:cubicBezTo>
                  <a:cubicBezTo>
                    <a:pt x="1095579" y="513437"/>
                    <a:pt x="1093657" y="516777"/>
                    <a:pt x="1092145" y="520306"/>
                  </a:cubicBezTo>
                  <a:cubicBezTo>
                    <a:pt x="1091075" y="522802"/>
                    <a:pt x="1091075" y="525775"/>
                    <a:pt x="1089569" y="528034"/>
                  </a:cubicBezTo>
                  <a:cubicBezTo>
                    <a:pt x="1087549" y="531065"/>
                    <a:pt x="1084418" y="533185"/>
                    <a:pt x="1081842" y="535761"/>
                  </a:cubicBezTo>
                  <a:cubicBezTo>
                    <a:pt x="1075517" y="561060"/>
                    <a:pt x="1084674" y="530097"/>
                    <a:pt x="1071539" y="556367"/>
                  </a:cubicBezTo>
                  <a:cubicBezTo>
                    <a:pt x="1069110" y="561224"/>
                    <a:pt x="1069399" y="567304"/>
                    <a:pt x="1066387" y="571822"/>
                  </a:cubicBezTo>
                  <a:cubicBezTo>
                    <a:pt x="1064670" y="574398"/>
                    <a:pt x="1062771" y="576861"/>
                    <a:pt x="1061235" y="579549"/>
                  </a:cubicBezTo>
                  <a:cubicBezTo>
                    <a:pt x="1055815" y="589034"/>
                    <a:pt x="1054183" y="596906"/>
                    <a:pt x="1045781" y="605307"/>
                  </a:cubicBezTo>
                  <a:cubicBezTo>
                    <a:pt x="1023213" y="627872"/>
                    <a:pt x="1050824" y="599253"/>
                    <a:pt x="1032902" y="620762"/>
                  </a:cubicBezTo>
                  <a:cubicBezTo>
                    <a:pt x="1030570" y="623560"/>
                    <a:pt x="1027507" y="625691"/>
                    <a:pt x="1025175" y="628489"/>
                  </a:cubicBezTo>
                  <a:cubicBezTo>
                    <a:pt x="1023193" y="630867"/>
                    <a:pt x="1021822" y="633697"/>
                    <a:pt x="1020023" y="636216"/>
                  </a:cubicBezTo>
                  <a:cubicBezTo>
                    <a:pt x="1016776" y="640762"/>
                    <a:pt x="1009675" y="650843"/>
                    <a:pt x="1004568" y="654247"/>
                  </a:cubicBezTo>
                  <a:cubicBezTo>
                    <a:pt x="1002309" y="655753"/>
                    <a:pt x="999417" y="655964"/>
                    <a:pt x="996841" y="656822"/>
                  </a:cubicBezTo>
                  <a:cubicBezTo>
                    <a:pt x="979127" y="668632"/>
                    <a:pt x="987260" y="665168"/>
                    <a:pt x="973659" y="669701"/>
                  </a:cubicBezTo>
                  <a:cubicBezTo>
                    <a:pt x="954839" y="682249"/>
                    <a:pt x="978497" y="666937"/>
                    <a:pt x="955629" y="680004"/>
                  </a:cubicBezTo>
                  <a:cubicBezTo>
                    <a:pt x="941645" y="687995"/>
                    <a:pt x="954343" y="683008"/>
                    <a:pt x="940174" y="687732"/>
                  </a:cubicBezTo>
                  <a:cubicBezTo>
                    <a:pt x="906377" y="713079"/>
                    <a:pt x="947428" y="683988"/>
                    <a:pt x="922144" y="698035"/>
                  </a:cubicBezTo>
                  <a:cubicBezTo>
                    <a:pt x="916732" y="701042"/>
                    <a:pt x="912227" y="705569"/>
                    <a:pt x="906689" y="708338"/>
                  </a:cubicBezTo>
                  <a:lnTo>
                    <a:pt x="886083" y="718641"/>
                  </a:lnTo>
                  <a:cubicBezTo>
                    <a:pt x="882649" y="720358"/>
                    <a:pt x="878975" y="721663"/>
                    <a:pt x="875780" y="723793"/>
                  </a:cubicBezTo>
                  <a:cubicBezTo>
                    <a:pt x="853627" y="738559"/>
                    <a:pt x="881658" y="720853"/>
                    <a:pt x="860325" y="731520"/>
                  </a:cubicBezTo>
                  <a:cubicBezTo>
                    <a:pt x="857556" y="732904"/>
                    <a:pt x="855427" y="735414"/>
                    <a:pt x="852598" y="736671"/>
                  </a:cubicBezTo>
                  <a:cubicBezTo>
                    <a:pt x="847636" y="738876"/>
                    <a:pt x="841661" y="738811"/>
                    <a:pt x="837143" y="741823"/>
                  </a:cubicBezTo>
                  <a:cubicBezTo>
                    <a:pt x="822291" y="751726"/>
                    <a:pt x="836621" y="743151"/>
                    <a:pt x="821688" y="749550"/>
                  </a:cubicBezTo>
                  <a:cubicBezTo>
                    <a:pt x="818159" y="751062"/>
                    <a:pt x="815028" y="753488"/>
                    <a:pt x="811385" y="754702"/>
                  </a:cubicBezTo>
                  <a:cubicBezTo>
                    <a:pt x="807232" y="756087"/>
                    <a:pt x="802730" y="756126"/>
                    <a:pt x="798506" y="757278"/>
                  </a:cubicBezTo>
                  <a:cubicBezTo>
                    <a:pt x="798502" y="757279"/>
                    <a:pt x="779189" y="763717"/>
                    <a:pt x="775324" y="765005"/>
                  </a:cubicBezTo>
                  <a:cubicBezTo>
                    <a:pt x="772748" y="765864"/>
                    <a:pt x="770231" y="766922"/>
                    <a:pt x="767597" y="767581"/>
                  </a:cubicBezTo>
                  <a:cubicBezTo>
                    <a:pt x="764163" y="768440"/>
                    <a:pt x="760685" y="769140"/>
                    <a:pt x="757294" y="770157"/>
                  </a:cubicBezTo>
                  <a:cubicBezTo>
                    <a:pt x="757247" y="770171"/>
                    <a:pt x="737999" y="776588"/>
                    <a:pt x="734112" y="777884"/>
                  </a:cubicBezTo>
                  <a:cubicBezTo>
                    <a:pt x="731536" y="778743"/>
                    <a:pt x="728813" y="779246"/>
                    <a:pt x="726385" y="780460"/>
                  </a:cubicBezTo>
                  <a:cubicBezTo>
                    <a:pt x="722951" y="782177"/>
                    <a:pt x="719760" y="784508"/>
                    <a:pt x="716082" y="785611"/>
                  </a:cubicBezTo>
                  <a:cubicBezTo>
                    <a:pt x="711080" y="787112"/>
                    <a:pt x="705779" y="787328"/>
                    <a:pt x="700627" y="788187"/>
                  </a:cubicBezTo>
                  <a:cubicBezTo>
                    <a:pt x="668859" y="787328"/>
                    <a:pt x="637063" y="787198"/>
                    <a:pt x="605323" y="785611"/>
                  </a:cubicBezTo>
                  <a:cubicBezTo>
                    <a:pt x="597972" y="785243"/>
                    <a:pt x="585602" y="775039"/>
                    <a:pt x="582141" y="772732"/>
                  </a:cubicBezTo>
                  <a:cubicBezTo>
                    <a:pt x="579565" y="771015"/>
                    <a:pt x="577449" y="768188"/>
                    <a:pt x="574414" y="767581"/>
                  </a:cubicBezTo>
                  <a:cubicBezTo>
                    <a:pt x="569308" y="766560"/>
                    <a:pt x="556691" y="764248"/>
                    <a:pt x="551232" y="762429"/>
                  </a:cubicBezTo>
                  <a:cubicBezTo>
                    <a:pt x="546846" y="760967"/>
                    <a:pt x="542782" y="758607"/>
                    <a:pt x="538353" y="757278"/>
                  </a:cubicBezTo>
                  <a:cubicBezTo>
                    <a:pt x="534160" y="756020"/>
                    <a:pt x="529698" y="755854"/>
                    <a:pt x="525474" y="754702"/>
                  </a:cubicBezTo>
                  <a:cubicBezTo>
                    <a:pt x="520235" y="753273"/>
                    <a:pt x="515288" y="750867"/>
                    <a:pt x="510020" y="749550"/>
                  </a:cubicBezTo>
                  <a:cubicBezTo>
                    <a:pt x="506586" y="748692"/>
                    <a:pt x="503121" y="747947"/>
                    <a:pt x="499717" y="746975"/>
                  </a:cubicBezTo>
                  <a:cubicBezTo>
                    <a:pt x="497106" y="746229"/>
                    <a:pt x="494623" y="745058"/>
                    <a:pt x="491989" y="744399"/>
                  </a:cubicBezTo>
                  <a:cubicBezTo>
                    <a:pt x="487742" y="743337"/>
                    <a:pt x="483403" y="742682"/>
                    <a:pt x="479110" y="741823"/>
                  </a:cubicBezTo>
                  <a:cubicBezTo>
                    <a:pt x="476534" y="740106"/>
                    <a:pt x="474282" y="737758"/>
                    <a:pt x="471383" y="736671"/>
                  </a:cubicBezTo>
                  <a:cubicBezTo>
                    <a:pt x="465488" y="734461"/>
                    <a:pt x="441073" y="731917"/>
                    <a:pt x="437898" y="731520"/>
                  </a:cubicBezTo>
                  <a:cubicBezTo>
                    <a:pt x="411968" y="722875"/>
                    <a:pt x="452161" y="736055"/>
                    <a:pt x="419868" y="726368"/>
                  </a:cubicBezTo>
                  <a:cubicBezTo>
                    <a:pt x="414667" y="724808"/>
                    <a:pt x="409565" y="722934"/>
                    <a:pt x="404413" y="721217"/>
                  </a:cubicBezTo>
                  <a:cubicBezTo>
                    <a:pt x="401837" y="720358"/>
                    <a:pt x="398945" y="720147"/>
                    <a:pt x="396686" y="718641"/>
                  </a:cubicBezTo>
                  <a:cubicBezTo>
                    <a:pt x="394110" y="716924"/>
                    <a:pt x="391787" y="714747"/>
                    <a:pt x="388958" y="713490"/>
                  </a:cubicBezTo>
                  <a:cubicBezTo>
                    <a:pt x="383996" y="711285"/>
                    <a:pt x="378022" y="711350"/>
                    <a:pt x="373504" y="708338"/>
                  </a:cubicBezTo>
                  <a:lnTo>
                    <a:pt x="358049" y="698035"/>
                  </a:lnTo>
                  <a:cubicBezTo>
                    <a:pt x="357190" y="694601"/>
                    <a:pt x="357804" y="690396"/>
                    <a:pt x="355473" y="687732"/>
                  </a:cubicBezTo>
                  <a:cubicBezTo>
                    <a:pt x="351396" y="683073"/>
                    <a:pt x="345170" y="680863"/>
                    <a:pt x="340019" y="677429"/>
                  </a:cubicBezTo>
                  <a:cubicBezTo>
                    <a:pt x="337443" y="675712"/>
                    <a:pt x="335228" y="673256"/>
                    <a:pt x="332291" y="672277"/>
                  </a:cubicBezTo>
                  <a:cubicBezTo>
                    <a:pt x="329715" y="671418"/>
                    <a:pt x="326937" y="671020"/>
                    <a:pt x="324564" y="669701"/>
                  </a:cubicBezTo>
                  <a:cubicBezTo>
                    <a:pt x="319152" y="666694"/>
                    <a:pt x="314647" y="662167"/>
                    <a:pt x="309109" y="659398"/>
                  </a:cubicBezTo>
                  <a:cubicBezTo>
                    <a:pt x="302805" y="656247"/>
                    <a:pt x="296544" y="653649"/>
                    <a:pt x="291079" y="649095"/>
                  </a:cubicBezTo>
                  <a:cubicBezTo>
                    <a:pt x="288281" y="646763"/>
                    <a:pt x="286149" y="643700"/>
                    <a:pt x="283351" y="641368"/>
                  </a:cubicBezTo>
                  <a:cubicBezTo>
                    <a:pt x="276692" y="635819"/>
                    <a:pt x="275643" y="636222"/>
                    <a:pt x="267897" y="633640"/>
                  </a:cubicBezTo>
                  <a:cubicBezTo>
                    <a:pt x="265557" y="631885"/>
                    <a:pt x="253637" y="622648"/>
                    <a:pt x="249866" y="620762"/>
                  </a:cubicBezTo>
                  <a:cubicBezTo>
                    <a:pt x="247438" y="619548"/>
                    <a:pt x="244715" y="619045"/>
                    <a:pt x="242139" y="618186"/>
                  </a:cubicBezTo>
                  <a:cubicBezTo>
                    <a:pt x="238705" y="615610"/>
                    <a:pt x="235476" y="612734"/>
                    <a:pt x="231836" y="610459"/>
                  </a:cubicBezTo>
                  <a:cubicBezTo>
                    <a:pt x="228580" y="608424"/>
                    <a:pt x="224483" y="607765"/>
                    <a:pt x="221533" y="605307"/>
                  </a:cubicBezTo>
                  <a:cubicBezTo>
                    <a:pt x="219155" y="603325"/>
                    <a:pt x="218363" y="599958"/>
                    <a:pt x="216381" y="597580"/>
                  </a:cubicBezTo>
                  <a:cubicBezTo>
                    <a:pt x="214049" y="594782"/>
                    <a:pt x="210771" y="592816"/>
                    <a:pt x="208654" y="589852"/>
                  </a:cubicBezTo>
                  <a:cubicBezTo>
                    <a:pt x="196772" y="573217"/>
                    <a:pt x="211006" y="584552"/>
                    <a:pt x="195775" y="574398"/>
                  </a:cubicBezTo>
                  <a:cubicBezTo>
                    <a:pt x="182039" y="553790"/>
                    <a:pt x="200068" y="578691"/>
                    <a:pt x="182896" y="561519"/>
                  </a:cubicBezTo>
                  <a:cubicBezTo>
                    <a:pt x="180707" y="559330"/>
                    <a:pt x="179727" y="556169"/>
                    <a:pt x="177745" y="553791"/>
                  </a:cubicBezTo>
                  <a:cubicBezTo>
                    <a:pt x="175413" y="550993"/>
                    <a:pt x="172388" y="548830"/>
                    <a:pt x="170017" y="546064"/>
                  </a:cubicBezTo>
                  <a:cubicBezTo>
                    <a:pt x="167223" y="542805"/>
                    <a:pt x="164785" y="539254"/>
                    <a:pt x="162290" y="535761"/>
                  </a:cubicBezTo>
                  <a:cubicBezTo>
                    <a:pt x="160491" y="533242"/>
                    <a:pt x="159196" y="530348"/>
                    <a:pt x="157139" y="528034"/>
                  </a:cubicBezTo>
                  <a:cubicBezTo>
                    <a:pt x="152299" y="522589"/>
                    <a:pt x="146055" y="518408"/>
                    <a:pt x="141684" y="512579"/>
                  </a:cubicBezTo>
                  <a:cubicBezTo>
                    <a:pt x="139108" y="509145"/>
                    <a:pt x="136751" y="505535"/>
                    <a:pt x="133957" y="502276"/>
                  </a:cubicBezTo>
                  <a:cubicBezTo>
                    <a:pt x="131586" y="499510"/>
                    <a:pt x="128465" y="497424"/>
                    <a:pt x="126229" y="494549"/>
                  </a:cubicBezTo>
                  <a:cubicBezTo>
                    <a:pt x="122428" y="489662"/>
                    <a:pt x="119360" y="484246"/>
                    <a:pt x="115926" y="479094"/>
                  </a:cubicBezTo>
                  <a:lnTo>
                    <a:pt x="105623" y="463639"/>
                  </a:lnTo>
                  <a:cubicBezTo>
                    <a:pt x="103906" y="461063"/>
                    <a:pt x="102660" y="458101"/>
                    <a:pt x="100471" y="455912"/>
                  </a:cubicBezTo>
                  <a:lnTo>
                    <a:pt x="85017" y="440457"/>
                  </a:lnTo>
                  <a:cubicBezTo>
                    <a:pt x="77977" y="419341"/>
                    <a:pt x="90155" y="452031"/>
                    <a:pt x="66986" y="417275"/>
                  </a:cubicBezTo>
                  <a:cubicBezTo>
                    <a:pt x="65269" y="414699"/>
                    <a:pt x="63892" y="411862"/>
                    <a:pt x="61835" y="409548"/>
                  </a:cubicBezTo>
                  <a:cubicBezTo>
                    <a:pt x="49003" y="395112"/>
                    <a:pt x="50398" y="396771"/>
                    <a:pt x="38653" y="388942"/>
                  </a:cubicBezTo>
                  <a:cubicBezTo>
                    <a:pt x="36936" y="386366"/>
                    <a:pt x="35802" y="383286"/>
                    <a:pt x="33501" y="381215"/>
                  </a:cubicBezTo>
                  <a:cubicBezTo>
                    <a:pt x="13177" y="362923"/>
                    <a:pt x="15333" y="371261"/>
                    <a:pt x="16" y="352881"/>
                  </a:cubicBezTo>
                  <a:cubicBezTo>
                    <a:pt x="-534" y="352221"/>
                    <a:pt x="12466" y="354169"/>
                    <a:pt x="18047" y="352881"/>
                  </a:cubicBezTo>
                  <a:close/>
                </a:path>
              </a:pathLst>
            </a:custGeom>
            <a:solidFill>
              <a:srgbClr val="FFFF00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AD489A67-A735-4627-AD63-EAD9B1898C62}"/>
                </a:ext>
              </a:extLst>
            </p:cNvPr>
            <p:cNvSpPr/>
            <p:nvPr/>
          </p:nvSpPr>
          <p:spPr bwMode="auto">
            <a:xfrm>
              <a:off x="6641610" y="3563703"/>
              <a:ext cx="763362" cy="511205"/>
            </a:xfrm>
            <a:custGeom>
              <a:avLst/>
              <a:gdLst>
                <a:gd name="connsiteX0" fmla="*/ 18047 w 1105024"/>
                <a:gd name="connsiteY0" fmla="*/ 352881 h 788187"/>
                <a:gd name="connsiteX1" fmla="*/ 33501 w 1105024"/>
                <a:gd name="connsiteY1" fmla="*/ 345154 h 788187"/>
                <a:gd name="connsiteX2" fmla="*/ 41229 w 1105024"/>
                <a:gd name="connsiteY2" fmla="*/ 342578 h 788187"/>
                <a:gd name="connsiteX3" fmla="*/ 56683 w 1105024"/>
                <a:gd name="connsiteY3" fmla="*/ 332275 h 788187"/>
                <a:gd name="connsiteX4" fmla="*/ 77289 w 1105024"/>
                <a:gd name="connsiteY4" fmla="*/ 314244 h 788187"/>
                <a:gd name="connsiteX5" fmla="*/ 85017 w 1105024"/>
                <a:gd name="connsiteY5" fmla="*/ 309093 h 788187"/>
                <a:gd name="connsiteX6" fmla="*/ 95320 w 1105024"/>
                <a:gd name="connsiteY6" fmla="*/ 293638 h 788187"/>
                <a:gd name="connsiteX7" fmla="*/ 97896 w 1105024"/>
                <a:gd name="connsiteY7" fmla="*/ 285911 h 788187"/>
                <a:gd name="connsiteX8" fmla="*/ 105623 w 1105024"/>
                <a:gd name="connsiteY8" fmla="*/ 278184 h 788187"/>
                <a:gd name="connsiteX9" fmla="*/ 110775 w 1105024"/>
                <a:gd name="connsiteY9" fmla="*/ 270456 h 788187"/>
                <a:gd name="connsiteX10" fmla="*/ 118502 w 1105024"/>
                <a:gd name="connsiteY10" fmla="*/ 255002 h 788187"/>
                <a:gd name="connsiteX11" fmla="*/ 121078 w 1105024"/>
                <a:gd name="connsiteY11" fmla="*/ 247274 h 788187"/>
                <a:gd name="connsiteX12" fmla="*/ 128805 w 1105024"/>
                <a:gd name="connsiteY12" fmla="*/ 239547 h 788187"/>
                <a:gd name="connsiteX13" fmla="*/ 139108 w 1105024"/>
                <a:gd name="connsiteY13" fmla="*/ 224092 h 788187"/>
                <a:gd name="connsiteX14" fmla="*/ 154563 w 1105024"/>
                <a:gd name="connsiteY14" fmla="*/ 213789 h 788187"/>
                <a:gd name="connsiteX15" fmla="*/ 177745 w 1105024"/>
                <a:gd name="connsiteY15" fmla="*/ 195759 h 788187"/>
                <a:gd name="connsiteX16" fmla="*/ 185472 w 1105024"/>
                <a:gd name="connsiteY16" fmla="*/ 190607 h 788187"/>
                <a:gd name="connsiteX17" fmla="*/ 193199 w 1105024"/>
                <a:gd name="connsiteY17" fmla="*/ 188031 h 788187"/>
                <a:gd name="connsiteX18" fmla="*/ 208654 w 1105024"/>
                <a:gd name="connsiteY18" fmla="*/ 177728 h 788187"/>
                <a:gd name="connsiteX19" fmla="*/ 216381 w 1105024"/>
                <a:gd name="connsiteY19" fmla="*/ 172577 h 788187"/>
                <a:gd name="connsiteX20" fmla="*/ 224109 w 1105024"/>
                <a:gd name="connsiteY20" fmla="*/ 170001 h 788187"/>
                <a:gd name="connsiteX21" fmla="*/ 239563 w 1105024"/>
                <a:gd name="connsiteY21" fmla="*/ 159698 h 788187"/>
                <a:gd name="connsiteX22" fmla="*/ 247291 w 1105024"/>
                <a:gd name="connsiteY22" fmla="*/ 154546 h 788187"/>
                <a:gd name="connsiteX23" fmla="*/ 255018 w 1105024"/>
                <a:gd name="connsiteY23" fmla="*/ 151971 h 788187"/>
                <a:gd name="connsiteX24" fmla="*/ 270473 w 1105024"/>
                <a:gd name="connsiteY24" fmla="*/ 141668 h 788187"/>
                <a:gd name="connsiteX25" fmla="*/ 278200 w 1105024"/>
                <a:gd name="connsiteY25" fmla="*/ 133940 h 788187"/>
                <a:gd name="connsiteX26" fmla="*/ 293655 w 1105024"/>
                <a:gd name="connsiteY26" fmla="*/ 123637 h 788187"/>
                <a:gd name="connsiteX27" fmla="*/ 309109 w 1105024"/>
                <a:gd name="connsiteY27" fmla="*/ 113334 h 788187"/>
                <a:gd name="connsiteX28" fmla="*/ 316837 w 1105024"/>
                <a:gd name="connsiteY28" fmla="*/ 108182 h 788187"/>
                <a:gd name="connsiteX29" fmla="*/ 324564 w 1105024"/>
                <a:gd name="connsiteY29" fmla="*/ 103031 h 788187"/>
                <a:gd name="connsiteX30" fmla="*/ 337443 w 1105024"/>
                <a:gd name="connsiteY30" fmla="*/ 87576 h 788187"/>
                <a:gd name="connsiteX31" fmla="*/ 352897 w 1105024"/>
                <a:gd name="connsiteY31" fmla="*/ 74697 h 788187"/>
                <a:gd name="connsiteX32" fmla="*/ 358049 w 1105024"/>
                <a:gd name="connsiteY32" fmla="*/ 66970 h 788187"/>
                <a:gd name="connsiteX33" fmla="*/ 365776 w 1105024"/>
                <a:gd name="connsiteY33" fmla="*/ 64394 h 788187"/>
                <a:gd name="connsiteX34" fmla="*/ 391534 w 1105024"/>
                <a:gd name="connsiteY34" fmla="*/ 59243 h 788187"/>
                <a:gd name="connsiteX35" fmla="*/ 399261 w 1105024"/>
                <a:gd name="connsiteY35" fmla="*/ 56667 h 788187"/>
                <a:gd name="connsiteX36" fmla="*/ 422443 w 1105024"/>
                <a:gd name="connsiteY36" fmla="*/ 51515 h 788187"/>
                <a:gd name="connsiteX37" fmla="*/ 440474 w 1105024"/>
                <a:gd name="connsiteY37" fmla="*/ 43788 h 788187"/>
                <a:gd name="connsiteX38" fmla="*/ 458504 w 1105024"/>
                <a:gd name="connsiteY38" fmla="*/ 36061 h 788187"/>
                <a:gd name="connsiteX39" fmla="*/ 476535 w 1105024"/>
                <a:gd name="connsiteY39" fmla="*/ 30909 h 788187"/>
                <a:gd name="connsiteX40" fmla="*/ 484262 w 1105024"/>
                <a:gd name="connsiteY40" fmla="*/ 25758 h 788187"/>
                <a:gd name="connsiteX41" fmla="*/ 499717 w 1105024"/>
                <a:gd name="connsiteY41" fmla="*/ 23182 h 788187"/>
                <a:gd name="connsiteX42" fmla="*/ 510020 w 1105024"/>
                <a:gd name="connsiteY42" fmla="*/ 20606 h 788187"/>
                <a:gd name="connsiteX43" fmla="*/ 528050 w 1105024"/>
                <a:gd name="connsiteY43" fmla="*/ 18030 h 788187"/>
                <a:gd name="connsiteX44" fmla="*/ 543505 w 1105024"/>
                <a:gd name="connsiteY44" fmla="*/ 15455 h 788187"/>
                <a:gd name="connsiteX45" fmla="*/ 582141 w 1105024"/>
                <a:gd name="connsiteY45" fmla="*/ 10303 h 788187"/>
                <a:gd name="connsiteX46" fmla="*/ 597596 w 1105024"/>
                <a:gd name="connsiteY46" fmla="*/ 7727 h 788187"/>
                <a:gd name="connsiteX47" fmla="*/ 620778 w 1105024"/>
                <a:gd name="connsiteY47" fmla="*/ 5151 h 788187"/>
                <a:gd name="connsiteX48" fmla="*/ 654263 w 1105024"/>
                <a:gd name="connsiteY48" fmla="*/ 0 h 788187"/>
                <a:gd name="connsiteX49" fmla="*/ 767597 w 1105024"/>
                <a:gd name="connsiteY49" fmla="*/ 2576 h 788187"/>
                <a:gd name="connsiteX50" fmla="*/ 775324 w 1105024"/>
                <a:gd name="connsiteY50" fmla="*/ 5151 h 788187"/>
                <a:gd name="connsiteX51" fmla="*/ 801082 w 1105024"/>
                <a:gd name="connsiteY51" fmla="*/ 12879 h 788187"/>
                <a:gd name="connsiteX52" fmla="*/ 824264 w 1105024"/>
                <a:gd name="connsiteY52" fmla="*/ 20606 h 788187"/>
                <a:gd name="connsiteX53" fmla="*/ 831991 w 1105024"/>
                <a:gd name="connsiteY53" fmla="*/ 23182 h 788187"/>
                <a:gd name="connsiteX54" fmla="*/ 839719 w 1105024"/>
                <a:gd name="connsiteY54" fmla="*/ 25758 h 788187"/>
                <a:gd name="connsiteX55" fmla="*/ 850022 w 1105024"/>
                <a:gd name="connsiteY55" fmla="*/ 30909 h 788187"/>
                <a:gd name="connsiteX56" fmla="*/ 865477 w 1105024"/>
                <a:gd name="connsiteY56" fmla="*/ 36061 h 788187"/>
                <a:gd name="connsiteX57" fmla="*/ 883507 w 1105024"/>
                <a:gd name="connsiteY57" fmla="*/ 43788 h 788187"/>
                <a:gd name="connsiteX58" fmla="*/ 891234 w 1105024"/>
                <a:gd name="connsiteY58" fmla="*/ 51515 h 788187"/>
                <a:gd name="connsiteX59" fmla="*/ 911840 w 1105024"/>
                <a:gd name="connsiteY59" fmla="*/ 59243 h 788187"/>
                <a:gd name="connsiteX60" fmla="*/ 922144 w 1105024"/>
                <a:gd name="connsiteY60" fmla="*/ 64394 h 788187"/>
                <a:gd name="connsiteX61" fmla="*/ 929871 w 1105024"/>
                <a:gd name="connsiteY61" fmla="*/ 66970 h 788187"/>
                <a:gd name="connsiteX62" fmla="*/ 945326 w 1105024"/>
                <a:gd name="connsiteY62" fmla="*/ 77273 h 788187"/>
                <a:gd name="connsiteX63" fmla="*/ 953053 w 1105024"/>
                <a:gd name="connsiteY63" fmla="*/ 82425 h 788187"/>
                <a:gd name="connsiteX64" fmla="*/ 963356 w 1105024"/>
                <a:gd name="connsiteY64" fmla="*/ 87576 h 788187"/>
                <a:gd name="connsiteX65" fmla="*/ 973659 w 1105024"/>
                <a:gd name="connsiteY65" fmla="*/ 97879 h 788187"/>
                <a:gd name="connsiteX66" fmla="*/ 991689 w 1105024"/>
                <a:gd name="connsiteY66" fmla="*/ 108182 h 788187"/>
                <a:gd name="connsiteX67" fmla="*/ 1007144 w 1105024"/>
                <a:gd name="connsiteY67" fmla="*/ 123637 h 788187"/>
                <a:gd name="connsiteX68" fmla="*/ 1014871 w 1105024"/>
                <a:gd name="connsiteY68" fmla="*/ 131364 h 788187"/>
                <a:gd name="connsiteX69" fmla="*/ 1025175 w 1105024"/>
                <a:gd name="connsiteY69" fmla="*/ 146819 h 788187"/>
                <a:gd name="connsiteX70" fmla="*/ 1035478 w 1105024"/>
                <a:gd name="connsiteY70" fmla="*/ 159698 h 788187"/>
                <a:gd name="connsiteX71" fmla="*/ 1045781 w 1105024"/>
                <a:gd name="connsiteY71" fmla="*/ 175153 h 788187"/>
                <a:gd name="connsiteX72" fmla="*/ 1050932 w 1105024"/>
                <a:gd name="connsiteY72" fmla="*/ 182880 h 788187"/>
                <a:gd name="connsiteX73" fmla="*/ 1056084 w 1105024"/>
                <a:gd name="connsiteY73" fmla="*/ 193183 h 788187"/>
                <a:gd name="connsiteX74" fmla="*/ 1066387 w 1105024"/>
                <a:gd name="connsiteY74" fmla="*/ 208638 h 788187"/>
                <a:gd name="connsiteX75" fmla="*/ 1076690 w 1105024"/>
                <a:gd name="connsiteY75" fmla="*/ 224092 h 788187"/>
                <a:gd name="connsiteX76" fmla="*/ 1081842 w 1105024"/>
                <a:gd name="connsiteY76" fmla="*/ 231820 h 788187"/>
                <a:gd name="connsiteX77" fmla="*/ 1089569 w 1105024"/>
                <a:gd name="connsiteY77" fmla="*/ 257577 h 788187"/>
                <a:gd name="connsiteX78" fmla="*/ 1094720 w 1105024"/>
                <a:gd name="connsiteY78" fmla="*/ 265305 h 788187"/>
                <a:gd name="connsiteX79" fmla="*/ 1097296 w 1105024"/>
                <a:gd name="connsiteY79" fmla="*/ 275608 h 788187"/>
                <a:gd name="connsiteX80" fmla="*/ 1105024 w 1105024"/>
                <a:gd name="connsiteY80" fmla="*/ 342578 h 788187"/>
                <a:gd name="connsiteX81" fmla="*/ 1102448 w 1105024"/>
                <a:gd name="connsiteY81" fmla="*/ 494549 h 788187"/>
                <a:gd name="connsiteX82" fmla="*/ 1097296 w 1105024"/>
                <a:gd name="connsiteY82" fmla="*/ 510003 h 788187"/>
                <a:gd name="connsiteX83" fmla="*/ 1092145 w 1105024"/>
                <a:gd name="connsiteY83" fmla="*/ 520306 h 788187"/>
                <a:gd name="connsiteX84" fmla="*/ 1089569 w 1105024"/>
                <a:gd name="connsiteY84" fmla="*/ 528034 h 788187"/>
                <a:gd name="connsiteX85" fmla="*/ 1081842 w 1105024"/>
                <a:gd name="connsiteY85" fmla="*/ 535761 h 788187"/>
                <a:gd name="connsiteX86" fmla="*/ 1071539 w 1105024"/>
                <a:gd name="connsiteY86" fmla="*/ 556367 h 788187"/>
                <a:gd name="connsiteX87" fmla="*/ 1066387 w 1105024"/>
                <a:gd name="connsiteY87" fmla="*/ 571822 h 788187"/>
                <a:gd name="connsiteX88" fmla="*/ 1061235 w 1105024"/>
                <a:gd name="connsiteY88" fmla="*/ 579549 h 788187"/>
                <a:gd name="connsiteX89" fmla="*/ 1045781 w 1105024"/>
                <a:gd name="connsiteY89" fmla="*/ 605307 h 788187"/>
                <a:gd name="connsiteX90" fmla="*/ 1032902 w 1105024"/>
                <a:gd name="connsiteY90" fmla="*/ 620762 h 788187"/>
                <a:gd name="connsiteX91" fmla="*/ 1025175 w 1105024"/>
                <a:gd name="connsiteY91" fmla="*/ 628489 h 788187"/>
                <a:gd name="connsiteX92" fmla="*/ 1020023 w 1105024"/>
                <a:gd name="connsiteY92" fmla="*/ 636216 h 788187"/>
                <a:gd name="connsiteX93" fmla="*/ 1004568 w 1105024"/>
                <a:gd name="connsiteY93" fmla="*/ 654247 h 788187"/>
                <a:gd name="connsiteX94" fmla="*/ 996841 w 1105024"/>
                <a:gd name="connsiteY94" fmla="*/ 656822 h 788187"/>
                <a:gd name="connsiteX95" fmla="*/ 973659 w 1105024"/>
                <a:gd name="connsiteY95" fmla="*/ 669701 h 788187"/>
                <a:gd name="connsiteX96" fmla="*/ 955629 w 1105024"/>
                <a:gd name="connsiteY96" fmla="*/ 680004 h 788187"/>
                <a:gd name="connsiteX97" fmla="*/ 940174 w 1105024"/>
                <a:gd name="connsiteY97" fmla="*/ 687732 h 788187"/>
                <a:gd name="connsiteX98" fmla="*/ 922144 w 1105024"/>
                <a:gd name="connsiteY98" fmla="*/ 698035 h 788187"/>
                <a:gd name="connsiteX99" fmla="*/ 906689 w 1105024"/>
                <a:gd name="connsiteY99" fmla="*/ 708338 h 788187"/>
                <a:gd name="connsiteX100" fmla="*/ 886083 w 1105024"/>
                <a:gd name="connsiteY100" fmla="*/ 718641 h 788187"/>
                <a:gd name="connsiteX101" fmla="*/ 875780 w 1105024"/>
                <a:gd name="connsiteY101" fmla="*/ 723793 h 788187"/>
                <a:gd name="connsiteX102" fmla="*/ 860325 w 1105024"/>
                <a:gd name="connsiteY102" fmla="*/ 731520 h 788187"/>
                <a:gd name="connsiteX103" fmla="*/ 852598 w 1105024"/>
                <a:gd name="connsiteY103" fmla="*/ 736671 h 788187"/>
                <a:gd name="connsiteX104" fmla="*/ 837143 w 1105024"/>
                <a:gd name="connsiteY104" fmla="*/ 741823 h 788187"/>
                <a:gd name="connsiteX105" fmla="*/ 821688 w 1105024"/>
                <a:gd name="connsiteY105" fmla="*/ 749550 h 788187"/>
                <a:gd name="connsiteX106" fmla="*/ 811385 w 1105024"/>
                <a:gd name="connsiteY106" fmla="*/ 754702 h 788187"/>
                <a:gd name="connsiteX107" fmla="*/ 798506 w 1105024"/>
                <a:gd name="connsiteY107" fmla="*/ 757278 h 788187"/>
                <a:gd name="connsiteX108" fmla="*/ 775324 w 1105024"/>
                <a:gd name="connsiteY108" fmla="*/ 765005 h 788187"/>
                <a:gd name="connsiteX109" fmla="*/ 767597 w 1105024"/>
                <a:gd name="connsiteY109" fmla="*/ 767581 h 788187"/>
                <a:gd name="connsiteX110" fmla="*/ 757294 w 1105024"/>
                <a:gd name="connsiteY110" fmla="*/ 770157 h 788187"/>
                <a:gd name="connsiteX111" fmla="*/ 734112 w 1105024"/>
                <a:gd name="connsiteY111" fmla="*/ 777884 h 788187"/>
                <a:gd name="connsiteX112" fmla="*/ 726385 w 1105024"/>
                <a:gd name="connsiteY112" fmla="*/ 780460 h 788187"/>
                <a:gd name="connsiteX113" fmla="*/ 716082 w 1105024"/>
                <a:gd name="connsiteY113" fmla="*/ 785611 h 788187"/>
                <a:gd name="connsiteX114" fmla="*/ 700627 w 1105024"/>
                <a:gd name="connsiteY114" fmla="*/ 788187 h 788187"/>
                <a:gd name="connsiteX115" fmla="*/ 605323 w 1105024"/>
                <a:gd name="connsiteY115" fmla="*/ 785611 h 788187"/>
                <a:gd name="connsiteX116" fmla="*/ 582141 w 1105024"/>
                <a:gd name="connsiteY116" fmla="*/ 772732 h 788187"/>
                <a:gd name="connsiteX117" fmla="*/ 574414 w 1105024"/>
                <a:gd name="connsiteY117" fmla="*/ 767581 h 788187"/>
                <a:gd name="connsiteX118" fmla="*/ 551232 w 1105024"/>
                <a:gd name="connsiteY118" fmla="*/ 762429 h 788187"/>
                <a:gd name="connsiteX119" fmla="*/ 538353 w 1105024"/>
                <a:gd name="connsiteY119" fmla="*/ 757278 h 788187"/>
                <a:gd name="connsiteX120" fmla="*/ 525474 w 1105024"/>
                <a:gd name="connsiteY120" fmla="*/ 754702 h 788187"/>
                <a:gd name="connsiteX121" fmla="*/ 510020 w 1105024"/>
                <a:gd name="connsiteY121" fmla="*/ 749550 h 788187"/>
                <a:gd name="connsiteX122" fmla="*/ 499717 w 1105024"/>
                <a:gd name="connsiteY122" fmla="*/ 746975 h 788187"/>
                <a:gd name="connsiteX123" fmla="*/ 491989 w 1105024"/>
                <a:gd name="connsiteY123" fmla="*/ 744399 h 788187"/>
                <a:gd name="connsiteX124" fmla="*/ 479110 w 1105024"/>
                <a:gd name="connsiteY124" fmla="*/ 741823 h 788187"/>
                <a:gd name="connsiteX125" fmla="*/ 471383 w 1105024"/>
                <a:gd name="connsiteY125" fmla="*/ 736671 h 788187"/>
                <a:gd name="connsiteX126" fmla="*/ 437898 w 1105024"/>
                <a:gd name="connsiteY126" fmla="*/ 731520 h 788187"/>
                <a:gd name="connsiteX127" fmla="*/ 419868 w 1105024"/>
                <a:gd name="connsiteY127" fmla="*/ 726368 h 788187"/>
                <a:gd name="connsiteX128" fmla="*/ 404413 w 1105024"/>
                <a:gd name="connsiteY128" fmla="*/ 721217 h 788187"/>
                <a:gd name="connsiteX129" fmla="*/ 396686 w 1105024"/>
                <a:gd name="connsiteY129" fmla="*/ 718641 h 788187"/>
                <a:gd name="connsiteX130" fmla="*/ 388958 w 1105024"/>
                <a:gd name="connsiteY130" fmla="*/ 713490 h 788187"/>
                <a:gd name="connsiteX131" fmla="*/ 373504 w 1105024"/>
                <a:gd name="connsiteY131" fmla="*/ 708338 h 788187"/>
                <a:gd name="connsiteX132" fmla="*/ 358049 w 1105024"/>
                <a:gd name="connsiteY132" fmla="*/ 698035 h 788187"/>
                <a:gd name="connsiteX133" fmla="*/ 355473 w 1105024"/>
                <a:gd name="connsiteY133" fmla="*/ 687732 h 788187"/>
                <a:gd name="connsiteX134" fmla="*/ 340019 w 1105024"/>
                <a:gd name="connsiteY134" fmla="*/ 677429 h 788187"/>
                <a:gd name="connsiteX135" fmla="*/ 332291 w 1105024"/>
                <a:gd name="connsiteY135" fmla="*/ 672277 h 788187"/>
                <a:gd name="connsiteX136" fmla="*/ 324564 w 1105024"/>
                <a:gd name="connsiteY136" fmla="*/ 669701 h 788187"/>
                <a:gd name="connsiteX137" fmla="*/ 309109 w 1105024"/>
                <a:gd name="connsiteY137" fmla="*/ 659398 h 788187"/>
                <a:gd name="connsiteX138" fmla="*/ 291079 w 1105024"/>
                <a:gd name="connsiteY138" fmla="*/ 649095 h 788187"/>
                <a:gd name="connsiteX139" fmla="*/ 283351 w 1105024"/>
                <a:gd name="connsiteY139" fmla="*/ 641368 h 788187"/>
                <a:gd name="connsiteX140" fmla="*/ 267897 w 1105024"/>
                <a:gd name="connsiteY140" fmla="*/ 633640 h 788187"/>
                <a:gd name="connsiteX141" fmla="*/ 249866 w 1105024"/>
                <a:gd name="connsiteY141" fmla="*/ 620762 h 788187"/>
                <a:gd name="connsiteX142" fmla="*/ 242139 w 1105024"/>
                <a:gd name="connsiteY142" fmla="*/ 618186 h 788187"/>
                <a:gd name="connsiteX143" fmla="*/ 231836 w 1105024"/>
                <a:gd name="connsiteY143" fmla="*/ 610459 h 788187"/>
                <a:gd name="connsiteX144" fmla="*/ 221533 w 1105024"/>
                <a:gd name="connsiteY144" fmla="*/ 605307 h 788187"/>
                <a:gd name="connsiteX145" fmla="*/ 216381 w 1105024"/>
                <a:gd name="connsiteY145" fmla="*/ 597580 h 788187"/>
                <a:gd name="connsiteX146" fmla="*/ 208654 w 1105024"/>
                <a:gd name="connsiteY146" fmla="*/ 589852 h 788187"/>
                <a:gd name="connsiteX147" fmla="*/ 195775 w 1105024"/>
                <a:gd name="connsiteY147" fmla="*/ 574398 h 788187"/>
                <a:gd name="connsiteX148" fmla="*/ 182896 w 1105024"/>
                <a:gd name="connsiteY148" fmla="*/ 561519 h 788187"/>
                <a:gd name="connsiteX149" fmla="*/ 177745 w 1105024"/>
                <a:gd name="connsiteY149" fmla="*/ 553791 h 788187"/>
                <a:gd name="connsiteX150" fmla="*/ 170017 w 1105024"/>
                <a:gd name="connsiteY150" fmla="*/ 546064 h 788187"/>
                <a:gd name="connsiteX151" fmla="*/ 162290 w 1105024"/>
                <a:gd name="connsiteY151" fmla="*/ 535761 h 788187"/>
                <a:gd name="connsiteX152" fmla="*/ 157139 w 1105024"/>
                <a:gd name="connsiteY152" fmla="*/ 528034 h 788187"/>
                <a:gd name="connsiteX153" fmla="*/ 141684 w 1105024"/>
                <a:gd name="connsiteY153" fmla="*/ 512579 h 788187"/>
                <a:gd name="connsiteX154" fmla="*/ 133957 w 1105024"/>
                <a:gd name="connsiteY154" fmla="*/ 502276 h 788187"/>
                <a:gd name="connsiteX155" fmla="*/ 126229 w 1105024"/>
                <a:gd name="connsiteY155" fmla="*/ 494549 h 788187"/>
                <a:gd name="connsiteX156" fmla="*/ 115926 w 1105024"/>
                <a:gd name="connsiteY156" fmla="*/ 479094 h 788187"/>
                <a:gd name="connsiteX157" fmla="*/ 105623 w 1105024"/>
                <a:gd name="connsiteY157" fmla="*/ 463639 h 788187"/>
                <a:gd name="connsiteX158" fmla="*/ 100471 w 1105024"/>
                <a:gd name="connsiteY158" fmla="*/ 455912 h 788187"/>
                <a:gd name="connsiteX159" fmla="*/ 85017 w 1105024"/>
                <a:gd name="connsiteY159" fmla="*/ 440457 h 788187"/>
                <a:gd name="connsiteX160" fmla="*/ 66986 w 1105024"/>
                <a:gd name="connsiteY160" fmla="*/ 417275 h 788187"/>
                <a:gd name="connsiteX161" fmla="*/ 61835 w 1105024"/>
                <a:gd name="connsiteY161" fmla="*/ 409548 h 788187"/>
                <a:gd name="connsiteX162" fmla="*/ 38653 w 1105024"/>
                <a:gd name="connsiteY162" fmla="*/ 388942 h 788187"/>
                <a:gd name="connsiteX163" fmla="*/ 33501 w 1105024"/>
                <a:gd name="connsiteY163" fmla="*/ 381215 h 788187"/>
                <a:gd name="connsiteX164" fmla="*/ 16 w 1105024"/>
                <a:gd name="connsiteY164" fmla="*/ 352881 h 788187"/>
                <a:gd name="connsiteX165" fmla="*/ 18047 w 1105024"/>
                <a:gd name="connsiteY165" fmla="*/ 352881 h 78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1105024" h="788187">
                  <a:moveTo>
                    <a:pt x="18047" y="352881"/>
                  </a:moveTo>
                  <a:cubicBezTo>
                    <a:pt x="23628" y="351593"/>
                    <a:pt x="28238" y="347493"/>
                    <a:pt x="33501" y="345154"/>
                  </a:cubicBezTo>
                  <a:cubicBezTo>
                    <a:pt x="35982" y="344051"/>
                    <a:pt x="38855" y="343897"/>
                    <a:pt x="41229" y="342578"/>
                  </a:cubicBezTo>
                  <a:cubicBezTo>
                    <a:pt x="46641" y="339571"/>
                    <a:pt x="56683" y="332275"/>
                    <a:pt x="56683" y="332275"/>
                  </a:cubicBezTo>
                  <a:cubicBezTo>
                    <a:pt x="65269" y="319398"/>
                    <a:pt x="59261" y="326263"/>
                    <a:pt x="77289" y="314244"/>
                  </a:cubicBezTo>
                  <a:lnTo>
                    <a:pt x="85017" y="309093"/>
                  </a:lnTo>
                  <a:cubicBezTo>
                    <a:pt x="88451" y="303941"/>
                    <a:pt x="93362" y="299512"/>
                    <a:pt x="95320" y="293638"/>
                  </a:cubicBezTo>
                  <a:cubicBezTo>
                    <a:pt x="96179" y="291062"/>
                    <a:pt x="96390" y="288170"/>
                    <a:pt x="97896" y="285911"/>
                  </a:cubicBezTo>
                  <a:cubicBezTo>
                    <a:pt x="99917" y="282880"/>
                    <a:pt x="103291" y="280982"/>
                    <a:pt x="105623" y="278184"/>
                  </a:cubicBezTo>
                  <a:cubicBezTo>
                    <a:pt x="107605" y="275806"/>
                    <a:pt x="109058" y="273032"/>
                    <a:pt x="110775" y="270456"/>
                  </a:cubicBezTo>
                  <a:cubicBezTo>
                    <a:pt x="117246" y="251038"/>
                    <a:pt x="108517" y="274970"/>
                    <a:pt x="118502" y="255002"/>
                  </a:cubicBezTo>
                  <a:cubicBezTo>
                    <a:pt x="119716" y="252573"/>
                    <a:pt x="119572" y="249533"/>
                    <a:pt x="121078" y="247274"/>
                  </a:cubicBezTo>
                  <a:cubicBezTo>
                    <a:pt x="123098" y="244243"/>
                    <a:pt x="126569" y="242422"/>
                    <a:pt x="128805" y="239547"/>
                  </a:cubicBezTo>
                  <a:cubicBezTo>
                    <a:pt x="132606" y="234660"/>
                    <a:pt x="133956" y="227526"/>
                    <a:pt x="139108" y="224092"/>
                  </a:cubicBezTo>
                  <a:cubicBezTo>
                    <a:pt x="144260" y="220658"/>
                    <a:pt x="150185" y="218167"/>
                    <a:pt x="154563" y="213789"/>
                  </a:cubicBezTo>
                  <a:cubicBezTo>
                    <a:pt x="166669" y="201683"/>
                    <a:pt x="159257" y="208084"/>
                    <a:pt x="177745" y="195759"/>
                  </a:cubicBezTo>
                  <a:cubicBezTo>
                    <a:pt x="180321" y="194042"/>
                    <a:pt x="182535" y="191586"/>
                    <a:pt x="185472" y="190607"/>
                  </a:cubicBezTo>
                  <a:cubicBezTo>
                    <a:pt x="188048" y="189748"/>
                    <a:pt x="190826" y="189350"/>
                    <a:pt x="193199" y="188031"/>
                  </a:cubicBezTo>
                  <a:cubicBezTo>
                    <a:pt x="198611" y="185024"/>
                    <a:pt x="203502" y="181162"/>
                    <a:pt x="208654" y="177728"/>
                  </a:cubicBezTo>
                  <a:cubicBezTo>
                    <a:pt x="211230" y="176011"/>
                    <a:pt x="213444" y="173556"/>
                    <a:pt x="216381" y="172577"/>
                  </a:cubicBezTo>
                  <a:cubicBezTo>
                    <a:pt x="218957" y="171718"/>
                    <a:pt x="221735" y="171320"/>
                    <a:pt x="224109" y="170001"/>
                  </a:cubicBezTo>
                  <a:cubicBezTo>
                    <a:pt x="229521" y="166994"/>
                    <a:pt x="234412" y="163132"/>
                    <a:pt x="239563" y="159698"/>
                  </a:cubicBezTo>
                  <a:cubicBezTo>
                    <a:pt x="242139" y="157981"/>
                    <a:pt x="244354" y="155525"/>
                    <a:pt x="247291" y="154546"/>
                  </a:cubicBezTo>
                  <a:lnTo>
                    <a:pt x="255018" y="151971"/>
                  </a:lnTo>
                  <a:cubicBezTo>
                    <a:pt x="279667" y="127318"/>
                    <a:pt x="248106" y="156579"/>
                    <a:pt x="270473" y="141668"/>
                  </a:cubicBezTo>
                  <a:cubicBezTo>
                    <a:pt x="273504" y="139647"/>
                    <a:pt x="275325" y="136176"/>
                    <a:pt x="278200" y="133940"/>
                  </a:cubicBezTo>
                  <a:cubicBezTo>
                    <a:pt x="283087" y="130139"/>
                    <a:pt x="288503" y="127071"/>
                    <a:pt x="293655" y="123637"/>
                  </a:cubicBezTo>
                  <a:lnTo>
                    <a:pt x="309109" y="113334"/>
                  </a:lnTo>
                  <a:lnTo>
                    <a:pt x="316837" y="108182"/>
                  </a:lnTo>
                  <a:cubicBezTo>
                    <a:pt x="319413" y="106465"/>
                    <a:pt x="322375" y="105220"/>
                    <a:pt x="324564" y="103031"/>
                  </a:cubicBezTo>
                  <a:cubicBezTo>
                    <a:pt x="347137" y="80458"/>
                    <a:pt x="319513" y="109092"/>
                    <a:pt x="337443" y="87576"/>
                  </a:cubicBezTo>
                  <a:cubicBezTo>
                    <a:pt x="343640" y="80140"/>
                    <a:pt x="345300" y="79762"/>
                    <a:pt x="352897" y="74697"/>
                  </a:cubicBezTo>
                  <a:cubicBezTo>
                    <a:pt x="354614" y="72121"/>
                    <a:pt x="355632" y="68904"/>
                    <a:pt x="358049" y="66970"/>
                  </a:cubicBezTo>
                  <a:cubicBezTo>
                    <a:pt x="360169" y="65274"/>
                    <a:pt x="363130" y="65004"/>
                    <a:pt x="365776" y="64394"/>
                  </a:cubicBezTo>
                  <a:cubicBezTo>
                    <a:pt x="374308" y="62425"/>
                    <a:pt x="383227" y="62012"/>
                    <a:pt x="391534" y="59243"/>
                  </a:cubicBezTo>
                  <a:cubicBezTo>
                    <a:pt x="394110" y="58384"/>
                    <a:pt x="396650" y="57413"/>
                    <a:pt x="399261" y="56667"/>
                  </a:cubicBezTo>
                  <a:cubicBezTo>
                    <a:pt x="407749" y="54242"/>
                    <a:pt x="413591" y="53286"/>
                    <a:pt x="422443" y="51515"/>
                  </a:cubicBezTo>
                  <a:cubicBezTo>
                    <a:pt x="438104" y="41076"/>
                    <a:pt x="421464" y="50916"/>
                    <a:pt x="440474" y="43788"/>
                  </a:cubicBezTo>
                  <a:cubicBezTo>
                    <a:pt x="462451" y="35547"/>
                    <a:pt x="440597" y="41178"/>
                    <a:pt x="458504" y="36061"/>
                  </a:cubicBezTo>
                  <a:cubicBezTo>
                    <a:pt x="462356" y="34960"/>
                    <a:pt x="472418" y="32968"/>
                    <a:pt x="476535" y="30909"/>
                  </a:cubicBezTo>
                  <a:cubicBezTo>
                    <a:pt x="479304" y="29525"/>
                    <a:pt x="481325" y="26737"/>
                    <a:pt x="484262" y="25758"/>
                  </a:cubicBezTo>
                  <a:cubicBezTo>
                    <a:pt x="489217" y="24106"/>
                    <a:pt x="494596" y="24206"/>
                    <a:pt x="499717" y="23182"/>
                  </a:cubicBezTo>
                  <a:cubicBezTo>
                    <a:pt x="503188" y="22488"/>
                    <a:pt x="506537" y="21239"/>
                    <a:pt x="510020" y="20606"/>
                  </a:cubicBezTo>
                  <a:cubicBezTo>
                    <a:pt x="515993" y="19520"/>
                    <a:pt x="522050" y="18953"/>
                    <a:pt x="528050" y="18030"/>
                  </a:cubicBezTo>
                  <a:cubicBezTo>
                    <a:pt x="533212" y="17236"/>
                    <a:pt x="538367" y="16389"/>
                    <a:pt x="543505" y="15455"/>
                  </a:cubicBezTo>
                  <a:cubicBezTo>
                    <a:pt x="578419" y="9108"/>
                    <a:pt x="525275" y="17412"/>
                    <a:pt x="582141" y="10303"/>
                  </a:cubicBezTo>
                  <a:cubicBezTo>
                    <a:pt x="587323" y="9655"/>
                    <a:pt x="592419" y="8417"/>
                    <a:pt x="597596" y="7727"/>
                  </a:cubicBezTo>
                  <a:cubicBezTo>
                    <a:pt x="605303" y="6699"/>
                    <a:pt x="613063" y="6115"/>
                    <a:pt x="620778" y="5151"/>
                  </a:cubicBezTo>
                  <a:cubicBezTo>
                    <a:pt x="634056" y="3491"/>
                    <a:pt x="641355" y="2151"/>
                    <a:pt x="654263" y="0"/>
                  </a:cubicBezTo>
                  <a:lnTo>
                    <a:pt x="767597" y="2576"/>
                  </a:lnTo>
                  <a:cubicBezTo>
                    <a:pt x="770309" y="2691"/>
                    <a:pt x="772714" y="4405"/>
                    <a:pt x="775324" y="5151"/>
                  </a:cubicBezTo>
                  <a:cubicBezTo>
                    <a:pt x="802542" y="12926"/>
                    <a:pt x="764408" y="653"/>
                    <a:pt x="801082" y="12879"/>
                  </a:cubicBezTo>
                  <a:lnTo>
                    <a:pt x="824264" y="20606"/>
                  </a:lnTo>
                  <a:lnTo>
                    <a:pt x="831991" y="23182"/>
                  </a:lnTo>
                  <a:cubicBezTo>
                    <a:pt x="834567" y="24041"/>
                    <a:pt x="837290" y="24544"/>
                    <a:pt x="839719" y="25758"/>
                  </a:cubicBezTo>
                  <a:cubicBezTo>
                    <a:pt x="843153" y="27475"/>
                    <a:pt x="846457" y="29483"/>
                    <a:pt x="850022" y="30909"/>
                  </a:cubicBezTo>
                  <a:cubicBezTo>
                    <a:pt x="855064" y="32926"/>
                    <a:pt x="860620" y="33633"/>
                    <a:pt x="865477" y="36061"/>
                  </a:cubicBezTo>
                  <a:cubicBezTo>
                    <a:pt x="878208" y="42426"/>
                    <a:pt x="872137" y="39998"/>
                    <a:pt x="883507" y="43788"/>
                  </a:cubicBezTo>
                  <a:cubicBezTo>
                    <a:pt x="886083" y="46364"/>
                    <a:pt x="888270" y="49398"/>
                    <a:pt x="891234" y="51515"/>
                  </a:cubicBezTo>
                  <a:cubicBezTo>
                    <a:pt x="901801" y="59063"/>
                    <a:pt x="900487" y="54986"/>
                    <a:pt x="911840" y="59243"/>
                  </a:cubicBezTo>
                  <a:cubicBezTo>
                    <a:pt x="915435" y="60591"/>
                    <a:pt x="918615" y="62881"/>
                    <a:pt x="922144" y="64394"/>
                  </a:cubicBezTo>
                  <a:cubicBezTo>
                    <a:pt x="924640" y="65463"/>
                    <a:pt x="927498" y="65651"/>
                    <a:pt x="929871" y="66970"/>
                  </a:cubicBezTo>
                  <a:cubicBezTo>
                    <a:pt x="935283" y="69977"/>
                    <a:pt x="940174" y="73839"/>
                    <a:pt x="945326" y="77273"/>
                  </a:cubicBezTo>
                  <a:cubicBezTo>
                    <a:pt x="947902" y="78990"/>
                    <a:pt x="950284" y="81041"/>
                    <a:pt x="953053" y="82425"/>
                  </a:cubicBezTo>
                  <a:lnTo>
                    <a:pt x="963356" y="87576"/>
                  </a:lnTo>
                  <a:cubicBezTo>
                    <a:pt x="966790" y="91010"/>
                    <a:pt x="969971" y="94718"/>
                    <a:pt x="973659" y="97879"/>
                  </a:cubicBezTo>
                  <a:cubicBezTo>
                    <a:pt x="978759" y="102250"/>
                    <a:pt x="985838" y="105257"/>
                    <a:pt x="991689" y="108182"/>
                  </a:cubicBezTo>
                  <a:lnTo>
                    <a:pt x="1007144" y="123637"/>
                  </a:lnTo>
                  <a:cubicBezTo>
                    <a:pt x="1009720" y="126213"/>
                    <a:pt x="1012850" y="128333"/>
                    <a:pt x="1014871" y="131364"/>
                  </a:cubicBezTo>
                  <a:lnTo>
                    <a:pt x="1025175" y="146819"/>
                  </a:lnTo>
                  <a:cubicBezTo>
                    <a:pt x="1030973" y="164219"/>
                    <a:pt x="1022931" y="145359"/>
                    <a:pt x="1035478" y="159698"/>
                  </a:cubicBezTo>
                  <a:cubicBezTo>
                    <a:pt x="1039555" y="164358"/>
                    <a:pt x="1042347" y="170001"/>
                    <a:pt x="1045781" y="175153"/>
                  </a:cubicBezTo>
                  <a:cubicBezTo>
                    <a:pt x="1047498" y="177729"/>
                    <a:pt x="1049548" y="180111"/>
                    <a:pt x="1050932" y="182880"/>
                  </a:cubicBezTo>
                  <a:cubicBezTo>
                    <a:pt x="1052649" y="186314"/>
                    <a:pt x="1054108" y="189890"/>
                    <a:pt x="1056084" y="193183"/>
                  </a:cubicBezTo>
                  <a:cubicBezTo>
                    <a:pt x="1059270" y="198492"/>
                    <a:pt x="1062953" y="203486"/>
                    <a:pt x="1066387" y="208638"/>
                  </a:cubicBezTo>
                  <a:lnTo>
                    <a:pt x="1076690" y="224092"/>
                  </a:lnTo>
                  <a:lnTo>
                    <a:pt x="1081842" y="231820"/>
                  </a:lnTo>
                  <a:cubicBezTo>
                    <a:pt x="1083282" y="237583"/>
                    <a:pt x="1087057" y="253809"/>
                    <a:pt x="1089569" y="257577"/>
                  </a:cubicBezTo>
                  <a:lnTo>
                    <a:pt x="1094720" y="265305"/>
                  </a:lnTo>
                  <a:cubicBezTo>
                    <a:pt x="1095579" y="268739"/>
                    <a:pt x="1096771" y="272107"/>
                    <a:pt x="1097296" y="275608"/>
                  </a:cubicBezTo>
                  <a:cubicBezTo>
                    <a:pt x="1101030" y="300496"/>
                    <a:pt x="1102622" y="318555"/>
                    <a:pt x="1105024" y="342578"/>
                  </a:cubicBezTo>
                  <a:cubicBezTo>
                    <a:pt x="1104165" y="393235"/>
                    <a:pt x="1104784" y="443939"/>
                    <a:pt x="1102448" y="494549"/>
                  </a:cubicBezTo>
                  <a:cubicBezTo>
                    <a:pt x="1102198" y="499973"/>
                    <a:pt x="1099724" y="505146"/>
                    <a:pt x="1097296" y="510003"/>
                  </a:cubicBezTo>
                  <a:cubicBezTo>
                    <a:pt x="1095579" y="513437"/>
                    <a:pt x="1093657" y="516777"/>
                    <a:pt x="1092145" y="520306"/>
                  </a:cubicBezTo>
                  <a:cubicBezTo>
                    <a:pt x="1091075" y="522802"/>
                    <a:pt x="1091075" y="525775"/>
                    <a:pt x="1089569" y="528034"/>
                  </a:cubicBezTo>
                  <a:cubicBezTo>
                    <a:pt x="1087549" y="531065"/>
                    <a:pt x="1084418" y="533185"/>
                    <a:pt x="1081842" y="535761"/>
                  </a:cubicBezTo>
                  <a:cubicBezTo>
                    <a:pt x="1075517" y="561060"/>
                    <a:pt x="1084674" y="530097"/>
                    <a:pt x="1071539" y="556367"/>
                  </a:cubicBezTo>
                  <a:cubicBezTo>
                    <a:pt x="1069110" y="561224"/>
                    <a:pt x="1069399" y="567304"/>
                    <a:pt x="1066387" y="571822"/>
                  </a:cubicBezTo>
                  <a:cubicBezTo>
                    <a:pt x="1064670" y="574398"/>
                    <a:pt x="1062771" y="576861"/>
                    <a:pt x="1061235" y="579549"/>
                  </a:cubicBezTo>
                  <a:cubicBezTo>
                    <a:pt x="1055815" y="589034"/>
                    <a:pt x="1054183" y="596906"/>
                    <a:pt x="1045781" y="605307"/>
                  </a:cubicBezTo>
                  <a:cubicBezTo>
                    <a:pt x="1023213" y="627872"/>
                    <a:pt x="1050824" y="599253"/>
                    <a:pt x="1032902" y="620762"/>
                  </a:cubicBezTo>
                  <a:cubicBezTo>
                    <a:pt x="1030570" y="623560"/>
                    <a:pt x="1027507" y="625691"/>
                    <a:pt x="1025175" y="628489"/>
                  </a:cubicBezTo>
                  <a:cubicBezTo>
                    <a:pt x="1023193" y="630867"/>
                    <a:pt x="1021822" y="633697"/>
                    <a:pt x="1020023" y="636216"/>
                  </a:cubicBezTo>
                  <a:cubicBezTo>
                    <a:pt x="1016776" y="640762"/>
                    <a:pt x="1009675" y="650843"/>
                    <a:pt x="1004568" y="654247"/>
                  </a:cubicBezTo>
                  <a:cubicBezTo>
                    <a:pt x="1002309" y="655753"/>
                    <a:pt x="999417" y="655964"/>
                    <a:pt x="996841" y="656822"/>
                  </a:cubicBezTo>
                  <a:cubicBezTo>
                    <a:pt x="979127" y="668632"/>
                    <a:pt x="987260" y="665168"/>
                    <a:pt x="973659" y="669701"/>
                  </a:cubicBezTo>
                  <a:cubicBezTo>
                    <a:pt x="954839" y="682249"/>
                    <a:pt x="978497" y="666937"/>
                    <a:pt x="955629" y="680004"/>
                  </a:cubicBezTo>
                  <a:cubicBezTo>
                    <a:pt x="941645" y="687995"/>
                    <a:pt x="954343" y="683008"/>
                    <a:pt x="940174" y="687732"/>
                  </a:cubicBezTo>
                  <a:cubicBezTo>
                    <a:pt x="906377" y="713079"/>
                    <a:pt x="947428" y="683988"/>
                    <a:pt x="922144" y="698035"/>
                  </a:cubicBezTo>
                  <a:cubicBezTo>
                    <a:pt x="916732" y="701042"/>
                    <a:pt x="912227" y="705569"/>
                    <a:pt x="906689" y="708338"/>
                  </a:cubicBezTo>
                  <a:lnTo>
                    <a:pt x="886083" y="718641"/>
                  </a:lnTo>
                  <a:cubicBezTo>
                    <a:pt x="882649" y="720358"/>
                    <a:pt x="878975" y="721663"/>
                    <a:pt x="875780" y="723793"/>
                  </a:cubicBezTo>
                  <a:cubicBezTo>
                    <a:pt x="853627" y="738559"/>
                    <a:pt x="881658" y="720853"/>
                    <a:pt x="860325" y="731520"/>
                  </a:cubicBezTo>
                  <a:cubicBezTo>
                    <a:pt x="857556" y="732904"/>
                    <a:pt x="855427" y="735414"/>
                    <a:pt x="852598" y="736671"/>
                  </a:cubicBezTo>
                  <a:cubicBezTo>
                    <a:pt x="847636" y="738876"/>
                    <a:pt x="841661" y="738811"/>
                    <a:pt x="837143" y="741823"/>
                  </a:cubicBezTo>
                  <a:cubicBezTo>
                    <a:pt x="822291" y="751726"/>
                    <a:pt x="836621" y="743151"/>
                    <a:pt x="821688" y="749550"/>
                  </a:cubicBezTo>
                  <a:cubicBezTo>
                    <a:pt x="818159" y="751062"/>
                    <a:pt x="815028" y="753488"/>
                    <a:pt x="811385" y="754702"/>
                  </a:cubicBezTo>
                  <a:cubicBezTo>
                    <a:pt x="807232" y="756087"/>
                    <a:pt x="802730" y="756126"/>
                    <a:pt x="798506" y="757278"/>
                  </a:cubicBezTo>
                  <a:cubicBezTo>
                    <a:pt x="798502" y="757279"/>
                    <a:pt x="779189" y="763717"/>
                    <a:pt x="775324" y="765005"/>
                  </a:cubicBezTo>
                  <a:cubicBezTo>
                    <a:pt x="772748" y="765864"/>
                    <a:pt x="770231" y="766922"/>
                    <a:pt x="767597" y="767581"/>
                  </a:cubicBezTo>
                  <a:cubicBezTo>
                    <a:pt x="764163" y="768440"/>
                    <a:pt x="760685" y="769140"/>
                    <a:pt x="757294" y="770157"/>
                  </a:cubicBezTo>
                  <a:cubicBezTo>
                    <a:pt x="757247" y="770171"/>
                    <a:pt x="737999" y="776588"/>
                    <a:pt x="734112" y="777884"/>
                  </a:cubicBezTo>
                  <a:cubicBezTo>
                    <a:pt x="731536" y="778743"/>
                    <a:pt x="728813" y="779246"/>
                    <a:pt x="726385" y="780460"/>
                  </a:cubicBezTo>
                  <a:cubicBezTo>
                    <a:pt x="722951" y="782177"/>
                    <a:pt x="719760" y="784508"/>
                    <a:pt x="716082" y="785611"/>
                  </a:cubicBezTo>
                  <a:cubicBezTo>
                    <a:pt x="711080" y="787112"/>
                    <a:pt x="705779" y="787328"/>
                    <a:pt x="700627" y="788187"/>
                  </a:cubicBezTo>
                  <a:cubicBezTo>
                    <a:pt x="668859" y="787328"/>
                    <a:pt x="637063" y="787198"/>
                    <a:pt x="605323" y="785611"/>
                  </a:cubicBezTo>
                  <a:cubicBezTo>
                    <a:pt x="597972" y="785243"/>
                    <a:pt x="585602" y="775039"/>
                    <a:pt x="582141" y="772732"/>
                  </a:cubicBezTo>
                  <a:cubicBezTo>
                    <a:pt x="579565" y="771015"/>
                    <a:pt x="577449" y="768188"/>
                    <a:pt x="574414" y="767581"/>
                  </a:cubicBezTo>
                  <a:cubicBezTo>
                    <a:pt x="569308" y="766560"/>
                    <a:pt x="556691" y="764248"/>
                    <a:pt x="551232" y="762429"/>
                  </a:cubicBezTo>
                  <a:cubicBezTo>
                    <a:pt x="546846" y="760967"/>
                    <a:pt x="542782" y="758607"/>
                    <a:pt x="538353" y="757278"/>
                  </a:cubicBezTo>
                  <a:cubicBezTo>
                    <a:pt x="534160" y="756020"/>
                    <a:pt x="529698" y="755854"/>
                    <a:pt x="525474" y="754702"/>
                  </a:cubicBezTo>
                  <a:cubicBezTo>
                    <a:pt x="520235" y="753273"/>
                    <a:pt x="515288" y="750867"/>
                    <a:pt x="510020" y="749550"/>
                  </a:cubicBezTo>
                  <a:cubicBezTo>
                    <a:pt x="506586" y="748692"/>
                    <a:pt x="503121" y="747947"/>
                    <a:pt x="499717" y="746975"/>
                  </a:cubicBezTo>
                  <a:cubicBezTo>
                    <a:pt x="497106" y="746229"/>
                    <a:pt x="494623" y="745058"/>
                    <a:pt x="491989" y="744399"/>
                  </a:cubicBezTo>
                  <a:cubicBezTo>
                    <a:pt x="487742" y="743337"/>
                    <a:pt x="483403" y="742682"/>
                    <a:pt x="479110" y="741823"/>
                  </a:cubicBezTo>
                  <a:cubicBezTo>
                    <a:pt x="476534" y="740106"/>
                    <a:pt x="474282" y="737758"/>
                    <a:pt x="471383" y="736671"/>
                  </a:cubicBezTo>
                  <a:cubicBezTo>
                    <a:pt x="465488" y="734461"/>
                    <a:pt x="441073" y="731917"/>
                    <a:pt x="437898" y="731520"/>
                  </a:cubicBezTo>
                  <a:cubicBezTo>
                    <a:pt x="411968" y="722875"/>
                    <a:pt x="452161" y="736055"/>
                    <a:pt x="419868" y="726368"/>
                  </a:cubicBezTo>
                  <a:cubicBezTo>
                    <a:pt x="414667" y="724808"/>
                    <a:pt x="409565" y="722934"/>
                    <a:pt x="404413" y="721217"/>
                  </a:cubicBezTo>
                  <a:cubicBezTo>
                    <a:pt x="401837" y="720358"/>
                    <a:pt x="398945" y="720147"/>
                    <a:pt x="396686" y="718641"/>
                  </a:cubicBezTo>
                  <a:cubicBezTo>
                    <a:pt x="394110" y="716924"/>
                    <a:pt x="391787" y="714747"/>
                    <a:pt x="388958" y="713490"/>
                  </a:cubicBezTo>
                  <a:cubicBezTo>
                    <a:pt x="383996" y="711285"/>
                    <a:pt x="378022" y="711350"/>
                    <a:pt x="373504" y="708338"/>
                  </a:cubicBezTo>
                  <a:lnTo>
                    <a:pt x="358049" y="698035"/>
                  </a:lnTo>
                  <a:cubicBezTo>
                    <a:pt x="357190" y="694601"/>
                    <a:pt x="357804" y="690396"/>
                    <a:pt x="355473" y="687732"/>
                  </a:cubicBezTo>
                  <a:cubicBezTo>
                    <a:pt x="351396" y="683073"/>
                    <a:pt x="345170" y="680863"/>
                    <a:pt x="340019" y="677429"/>
                  </a:cubicBezTo>
                  <a:cubicBezTo>
                    <a:pt x="337443" y="675712"/>
                    <a:pt x="335228" y="673256"/>
                    <a:pt x="332291" y="672277"/>
                  </a:cubicBezTo>
                  <a:cubicBezTo>
                    <a:pt x="329715" y="671418"/>
                    <a:pt x="326937" y="671020"/>
                    <a:pt x="324564" y="669701"/>
                  </a:cubicBezTo>
                  <a:cubicBezTo>
                    <a:pt x="319152" y="666694"/>
                    <a:pt x="314647" y="662167"/>
                    <a:pt x="309109" y="659398"/>
                  </a:cubicBezTo>
                  <a:cubicBezTo>
                    <a:pt x="302805" y="656247"/>
                    <a:pt x="296544" y="653649"/>
                    <a:pt x="291079" y="649095"/>
                  </a:cubicBezTo>
                  <a:cubicBezTo>
                    <a:pt x="288281" y="646763"/>
                    <a:pt x="286149" y="643700"/>
                    <a:pt x="283351" y="641368"/>
                  </a:cubicBezTo>
                  <a:cubicBezTo>
                    <a:pt x="276692" y="635819"/>
                    <a:pt x="275643" y="636222"/>
                    <a:pt x="267897" y="633640"/>
                  </a:cubicBezTo>
                  <a:cubicBezTo>
                    <a:pt x="265557" y="631885"/>
                    <a:pt x="253637" y="622648"/>
                    <a:pt x="249866" y="620762"/>
                  </a:cubicBezTo>
                  <a:cubicBezTo>
                    <a:pt x="247438" y="619548"/>
                    <a:pt x="244715" y="619045"/>
                    <a:pt x="242139" y="618186"/>
                  </a:cubicBezTo>
                  <a:cubicBezTo>
                    <a:pt x="238705" y="615610"/>
                    <a:pt x="235476" y="612734"/>
                    <a:pt x="231836" y="610459"/>
                  </a:cubicBezTo>
                  <a:cubicBezTo>
                    <a:pt x="228580" y="608424"/>
                    <a:pt x="224483" y="607765"/>
                    <a:pt x="221533" y="605307"/>
                  </a:cubicBezTo>
                  <a:cubicBezTo>
                    <a:pt x="219155" y="603325"/>
                    <a:pt x="218363" y="599958"/>
                    <a:pt x="216381" y="597580"/>
                  </a:cubicBezTo>
                  <a:cubicBezTo>
                    <a:pt x="214049" y="594782"/>
                    <a:pt x="210771" y="592816"/>
                    <a:pt x="208654" y="589852"/>
                  </a:cubicBezTo>
                  <a:cubicBezTo>
                    <a:pt x="196772" y="573217"/>
                    <a:pt x="211006" y="584552"/>
                    <a:pt x="195775" y="574398"/>
                  </a:cubicBezTo>
                  <a:cubicBezTo>
                    <a:pt x="182039" y="553790"/>
                    <a:pt x="200068" y="578691"/>
                    <a:pt x="182896" y="561519"/>
                  </a:cubicBezTo>
                  <a:cubicBezTo>
                    <a:pt x="180707" y="559330"/>
                    <a:pt x="179727" y="556169"/>
                    <a:pt x="177745" y="553791"/>
                  </a:cubicBezTo>
                  <a:cubicBezTo>
                    <a:pt x="175413" y="550993"/>
                    <a:pt x="172388" y="548830"/>
                    <a:pt x="170017" y="546064"/>
                  </a:cubicBezTo>
                  <a:cubicBezTo>
                    <a:pt x="167223" y="542805"/>
                    <a:pt x="164785" y="539254"/>
                    <a:pt x="162290" y="535761"/>
                  </a:cubicBezTo>
                  <a:cubicBezTo>
                    <a:pt x="160491" y="533242"/>
                    <a:pt x="159196" y="530348"/>
                    <a:pt x="157139" y="528034"/>
                  </a:cubicBezTo>
                  <a:cubicBezTo>
                    <a:pt x="152299" y="522589"/>
                    <a:pt x="146055" y="518408"/>
                    <a:pt x="141684" y="512579"/>
                  </a:cubicBezTo>
                  <a:cubicBezTo>
                    <a:pt x="139108" y="509145"/>
                    <a:pt x="136751" y="505535"/>
                    <a:pt x="133957" y="502276"/>
                  </a:cubicBezTo>
                  <a:cubicBezTo>
                    <a:pt x="131586" y="499510"/>
                    <a:pt x="128465" y="497424"/>
                    <a:pt x="126229" y="494549"/>
                  </a:cubicBezTo>
                  <a:cubicBezTo>
                    <a:pt x="122428" y="489662"/>
                    <a:pt x="119360" y="484246"/>
                    <a:pt x="115926" y="479094"/>
                  </a:cubicBezTo>
                  <a:lnTo>
                    <a:pt x="105623" y="463639"/>
                  </a:lnTo>
                  <a:cubicBezTo>
                    <a:pt x="103906" y="461063"/>
                    <a:pt x="102660" y="458101"/>
                    <a:pt x="100471" y="455912"/>
                  </a:cubicBezTo>
                  <a:lnTo>
                    <a:pt x="85017" y="440457"/>
                  </a:lnTo>
                  <a:cubicBezTo>
                    <a:pt x="77977" y="419341"/>
                    <a:pt x="90155" y="452031"/>
                    <a:pt x="66986" y="417275"/>
                  </a:cubicBezTo>
                  <a:cubicBezTo>
                    <a:pt x="65269" y="414699"/>
                    <a:pt x="63892" y="411862"/>
                    <a:pt x="61835" y="409548"/>
                  </a:cubicBezTo>
                  <a:cubicBezTo>
                    <a:pt x="49003" y="395112"/>
                    <a:pt x="50398" y="396771"/>
                    <a:pt x="38653" y="388942"/>
                  </a:cubicBezTo>
                  <a:cubicBezTo>
                    <a:pt x="36936" y="386366"/>
                    <a:pt x="35802" y="383286"/>
                    <a:pt x="33501" y="381215"/>
                  </a:cubicBezTo>
                  <a:cubicBezTo>
                    <a:pt x="13177" y="362923"/>
                    <a:pt x="15333" y="371261"/>
                    <a:pt x="16" y="352881"/>
                  </a:cubicBezTo>
                  <a:cubicBezTo>
                    <a:pt x="-534" y="352221"/>
                    <a:pt x="12466" y="354169"/>
                    <a:pt x="18047" y="352881"/>
                  </a:cubicBezTo>
                  <a:close/>
                </a:path>
              </a:pathLst>
            </a:cu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B52090B6-28DE-4A9D-AA67-DED5A93D6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0320" y="3832084"/>
              <a:ext cx="251936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9">
              <a:extLst>
                <a:ext uri="{FF2B5EF4-FFF2-40B4-BE49-F238E27FC236}">
                  <a16:creationId xmlns:a16="http://schemas.microsoft.com/office/drawing/2014/main" id="{1C9CA782-A9D7-411A-A6D6-F1181431A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5098" y="2452939"/>
              <a:ext cx="14460" cy="22453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8C076A81-EC86-48E8-8BF6-A5A0BAE262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3736990"/>
                </p:ext>
              </p:extLst>
            </p:nvPr>
          </p:nvGraphicFramePr>
          <p:xfrm>
            <a:off x="6365453" y="3872721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1" name="Equation" r:id="rId18" imgW="228600" imgH="241200" progId="Equation.DSMT4">
                    <p:embed/>
                  </p:oleObj>
                </mc:Choice>
                <mc:Fallback>
                  <p:oleObj name="Equation" r:id="rId18" imgW="228600" imgH="2412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C302D24-D427-43B0-A3B1-050F19487F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365453" y="3872721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447BF215-58EF-468B-A9DB-FF8948561B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4337974"/>
                </p:ext>
              </p:extLst>
            </p:nvPr>
          </p:nvGraphicFramePr>
          <p:xfrm>
            <a:off x="8001882" y="389812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2" name="Equation" r:id="rId20" imgW="177480" imgH="190440" progId="Equation.DSMT4">
                    <p:embed/>
                  </p:oleObj>
                </mc:Choice>
                <mc:Fallback>
                  <p:oleObj name="Equation" r:id="rId20" imgW="177480" imgH="1904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AA5F623E-DE00-4237-89EB-FAED14EC616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001882" y="3898121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77E97BD6-6256-46A1-84C5-DE50A18F8E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8643380"/>
                </p:ext>
              </p:extLst>
            </p:nvPr>
          </p:nvGraphicFramePr>
          <p:xfrm>
            <a:off x="6456636" y="253173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3" name="Equation" r:id="rId22" imgW="190440" imgH="241200" progId="Equation.DSMT4">
                    <p:embed/>
                  </p:oleObj>
                </mc:Choice>
                <mc:Fallback>
                  <p:oleObj name="Equation" r:id="rId22" imgW="190440" imgH="2412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A0EDCC1E-75A2-40ED-AC7E-A21E5406FA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456636" y="2531734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E3617F2-E4CA-41AE-A6A4-3A2A5A4674CC}"/>
                </a:ext>
              </a:extLst>
            </p:cNvPr>
            <p:cNvSpPr/>
            <p:nvPr/>
          </p:nvSpPr>
          <p:spPr>
            <a:xfrm>
              <a:off x="6226357" y="2953921"/>
              <a:ext cx="877482" cy="874712"/>
            </a:xfrm>
            <a:prstGeom prst="ellipse">
              <a:avLst/>
            </a:prstGeom>
            <a:solidFill>
              <a:schemeClr val="tx2">
                <a:lumMod val="40000"/>
                <a:lumOff val="60000"/>
                <a:alpha val="60000"/>
              </a:schemeClr>
            </a:solidFill>
            <a:ln w="15875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0D0D1D23-2B15-4371-9772-FD7C239891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903638"/>
                </p:ext>
              </p:extLst>
            </p:nvPr>
          </p:nvGraphicFramePr>
          <p:xfrm>
            <a:off x="6335981" y="3046962"/>
            <a:ext cx="3302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4" name="Equation" r:id="rId24" imgW="330120" imgH="545760" progId="Equation.DSMT4">
                    <p:embed/>
                  </p:oleObj>
                </mc:Choice>
                <mc:Fallback>
                  <p:oleObj name="Equation" r:id="rId24" imgW="330120" imgH="5457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E9D850D-58EF-460A-89BF-6BB2DDE01B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335981" y="3046962"/>
                          <a:ext cx="3302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2A5F7CAF-D6A5-42BE-9F43-9262CA1A6BE8}"/>
                </a:ext>
              </a:extLst>
            </p:cNvPr>
            <p:cNvSpPr/>
            <p:nvPr/>
          </p:nvSpPr>
          <p:spPr>
            <a:xfrm>
              <a:off x="6641610" y="3333682"/>
              <a:ext cx="61437" cy="45719"/>
            </a:xfrm>
            <a:prstGeom prst="ellipse">
              <a:avLst/>
            </a:prstGeom>
            <a:solidFill>
              <a:schemeClr val="tx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C2B76AD-CE4C-498E-A702-2979C0D941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086" y="2926009"/>
              <a:ext cx="787224" cy="87816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5A965396-CAFC-4526-8B22-52570637DF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42873"/>
                </p:ext>
              </p:extLst>
            </p:nvPr>
          </p:nvGraphicFramePr>
          <p:xfrm>
            <a:off x="7421760" y="2652384"/>
            <a:ext cx="5080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5" name="Equation" r:id="rId26" imgW="507960" imgH="507960" progId="Equation.DSMT4">
                    <p:embed/>
                  </p:oleObj>
                </mc:Choice>
                <mc:Fallback>
                  <p:oleObj name="Equation" r:id="rId26" imgW="507960" imgH="50796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4A4E20C5-8D5B-4522-892B-52E98F5018A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7421760" y="2652384"/>
                          <a:ext cx="5080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EBA52EB-A19E-4131-8753-8EE37B0AE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7648" y="3342101"/>
              <a:ext cx="756353" cy="497782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23B3EDFF-17EF-4693-9A7D-720BD5E5AF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4485240"/>
                </p:ext>
              </p:extLst>
            </p:nvPr>
          </p:nvGraphicFramePr>
          <p:xfrm>
            <a:off x="7412422" y="3102541"/>
            <a:ext cx="5080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46" name="Equation" r:id="rId28" imgW="507960" imgH="507960" progId="Equation.DSMT4">
                    <p:embed/>
                  </p:oleObj>
                </mc:Choice>
                <mc:Fallback>
                  <p:oleObj name="Equation" r:id="rId28" imgW="507960" imgH="50796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676A7F39-A39D-47EA-9BD7-00E853B17D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412422" y="3102541"/>
                          <a:ext cx="5080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1956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B83A9FD-5DB4-4191-8CF6-B8E281C6A8C8}"/>
              </a:ext>
            </a:extLst>
          </p:cNvPr>
          <p:cNvSpPr txBox="1">
            <a:spLocks noChangeArrowheads="1"/>
          </p:cNvSpPr>
          <p:nvPr/>
        </p:nvSpPr>
        <p:spPr>
          <a:xfrm>
            <a:off x="703711" y="435025"/>
            <a:ext cx="1073150" cy="479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13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F065999-9C33-4E7A-85B1-65CFA7368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411510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求曲线</a:t>
            </a: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2DD647C9-5EC1-440E-95A4-805871704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44430"/>
              </p:ext>
            </p:extLst>
          </p:nvPr>
        </p:nvGraphicFramePr>
        <p:xfrm>
          <a:off x="2620814" y="516136"/>
          <a:ext cx="135096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0" name="Equation" r:id="rId3" imgW="1346040" imgH="330120" progId="Equation.DSMT4">
                  <p:embed/>
                </p:oleObj>
              </mc:Choice>
              <mc:Fallback>
                <p:oleObj name="Equation" r:id="rId3" imgW="1346040" imgH="330120" progId="Equation.DSMT4">
                  <p:embed/>
                  <p:pic>
                    <p:nvPicPr>
                      <p:cNvPr id="65542" name="Object 9">
                        <a:extLst>
                          <a:ext uri="{FF2B5EF4-FFF2-40B4-BE49-F238E27FC236}">
                            <a16:creationId xmlns:a16="http://schemas.microsoft.com/office/drawing/2014/main" id="{EFDDB929-F665-463E-A7F9-EC22A1360E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814" y="516136"/>
                        <a:ext cx="1350962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">
            <a:extLst>
              <a:ext uri="{FF2B5EF4-FFF2-40B4-BE49-F238E27FC236}">
                <a16:creationId xmlns:a16="http://schemas.microsoft.com/office/drawing/2014/main" id="{60E037C0-7FCD-4D17-A3F7-A3EC75B55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" y="1019076"/>
            <a:ext cx="2661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公共部分的面积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0C14EA07-97AE-4C6E-95E7-EE6024961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264" y="403119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与</a:t>
            </a:r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3F83093B-E875-4A68-A4B5-C12902840D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654357"/>
              </p:ext>
            </p:extLst>
          </p:nvPr>
        </p:nvGraphicFramePr>
        <p:xfrm>
          <a:off x="4344171" y="477062"/>
          <a:ext cx="23685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1" name="Equation" r:id="rId5" imgW="2361960" imgH="342720" progId="Equation.DSMT4">
                  <p:embed/>
                </p:oleObj>
              </mc:Choice>
              <mc:Fallback>
                <p:oleObj name="Equation" r:id="rId5" imgW="2361960" imgH="342720" progId="Equation.DSMT4">
                  <p:embed/>
                  <p:pic>
                    <p:nvPicPr>
                      <p:cNvPr id="65546" name="Object 13">
                        <a:extLst>
                          <a:ext uri="{FF2B5EF4-FFF2-40B4-BE49-F238E27FC236}">
                            <a16:creationId xmlns:a16="http://schemas.microsoft.com/office/drawing/2014/main" id="{9ACDF7A4-44DA-4CFB-8E02-C4EDD028B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171" y="477062"/>
                        <a:ext cx="23685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>
            <a:extLst>
              <a:ext uri="{FF2B5EF4-FFF2-40B4-BE49-F238E27FC236}">
                <a16:creationId xmlns:a16="http://schemas.microsoft.com/office/drawing/2014/main" id="{CDC9B2A4-AB37-4D7C-9079-3E4828547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526" y="340370"/>
            <a:ext cx="21679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所围成图形的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8D6C118-613B-4C54-9BD4-F2F20941E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556959"/>
            <a:ext cx="536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5E5E9CA-391A-43C5-9551-A30EA636A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067644"/>
              </p:ext>
            </p:extLst>
          </p:nvPr>
        </p:nvGraphicFramePr>
        <p:xfrm>
          <a:off x="1273175" y="1674813"/>
          <a:ext cx="17589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2" name="Equation" r:id="rId7" imgW="1752480" imgH="330120" progId="Equation.DSMT4">
                  <p:embed/>
                </p:oleObj>
              </mc:Choice>
              <mc:Fallback>
                <p:oleObj name="Equation" r:id="rId7" imgW="1752480" imgH="33012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2DD647C9-5EC1-440E-95A4-805871704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674813"/>
                        <a:ext cx="17589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7AA8473-C593-4786-B7E1-A22734D252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682178"/>
              </p:ext>
            </p:extLst>
          </p:nvPr>
        </p:nvGraphicFramePr>
        <p:xfrm>
          <a:off x="3028329" y="1447001"/>
          <a:ext cx="248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3" name="Equation" r:id="rId9" imgW="2489040" imgH="723600" progId="Equation.DSMT4">
                  <p:embed/>
                </p:oleObj>
              </mc:Choice>
              <mc:Fallback>
                <p:oleObj name="Equation" r:id="rId9" imgW="248904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32D9D9F-5D8D-4BA0-8572-36111FB14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28329" y="1447001"/>
                        <a:ext cx="2489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5BDD6A7C-E524-4ECB-A609-557740AF3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655266"/>
              </p:ext>
            </p:extLst>
          </p:nvPr>
        </p:nvGraphicFramePr>
        <p:xfrm>
          <a:off x="1247005" y="2185793"/>
          <a:ext cx="23685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4" name="Equation" r:id="rId11" imgW="2361960" imgH="342720" progId="Equation.DSMT4">
                  <p:embed/>
                </p:oleObj>
              </mc:Choice>
              <mc:Fallback>
                <p:oleObj name="Equation" r:id="rId11" imgW="2361960" imgH="34272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3F83093B-E875-4A68-A4B5-C12902840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005" y="2185793"/>
                        <a:ext cx="23685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884A2AD-6846-42E7-B9AF-F09C8800F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884661"/>
              </p:ext>
            </p:extLst>
          </p:nvPr>
        </p:nvGraphicFramePr>
        <p:xfrm>
          <a:off x="1043184" y="2419101"/>
          <a:ext cx="3797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5" name="Equation" r:id="rId12" imgW="3797280" imgH="774360" progId="Equation.DSMT4">
                  <p:embed/>
                </p:oleObj>
              </mc:Choice>
              <mc:Fallback>
                <p:oleObj name="Equation" r:id="rId12" imgW="3797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3184" y="2419101"/>
                        <a:ext cx="3797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9">
            <a:extLst>
              <a:ext uri="{FF2B5EF4-FFF2-40B4-BE49-F238E27FC236}">
                <a16:creationId xmlns:a16="http://schemas.microsoft.com/office/drawing/2014/main" id="{FDBDB88B-69E6-444A-A756-D47C0CBE4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205354"/>
              </p:ext>
            </p:extLst>
          </p:nvPr>
        </p:nvGraphicFramePr>
        <p:xfrm>
          <a:off x="581065" y="3013299"/>
          <a:ext cx="56070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6" name="Equation" r:id="rId14" imgW="5473440" imgH="787320" progId="Equation.DSMT4">
                  <p:embed/>
                </p:oleObj>
              </mc:Choice>
              <mc:Fallback>
                <p:oleObj name="Equation" r:id="rId14" imgW="5473440" imgH="787320" progId="Equation.DSMT4">
                  <p:embed/>
                  <p:pic>
                    <p:nvPicPr>
                      <p:cNvPr id="224275" name="Object 19">
                        <a:extLst>
                          <a:ext uri="{FF2B5EF4-FFF2-40B4-BE49-F238E27FC236}">
                            <a16:creationId xmlns:a16="http://schemas.microsoft.com/office/drawing/2014/main" id="{FB106947-F974-4C84-A4BC-89E7CB8E7D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65" y="3013299"/>
                        <a:ext cx="56070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7">
            <a:extLst>
              <a:ext uri="{FF2B5EF4-FFF2-40B4-BE49-F238E27FC236}">
                <a16:creationId xmlns:a16="http://schemas.microsoft.com/office/drawing/2014/main" id="{5BE618D3-1C36-4795-8489-6F787202AC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149888"/>
              </p:ext>
            </p:extLst>
          </p:nvPr>
        </p:nvGraphicFramePr>
        <p:xfrm>
          <a:off x="854720" y="4029915"/>
          <a:ext cx="1385887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27" name="Equation" r:id="rId16" imgW="1384200" imgH="761760" progId="Equation.DSMT4">
                  <p:embed/>
                </p:oleObj>
              </mc:Choice>
              <mc:Fallback>
                <p:oleObj name="Equation" r:id="rId16" imgW="1384200" imgH="761760" progId="Equation.DSMT4">
                  <p:embed/>
                  <p:pic>
                    <p:nvPicPr>
                      <p:cNvPr id="224283" name="Object 27">
                        <a:extLst>
                          <a:ext uri="{FF2B5EF4-FFF2-40B4-BE49-F238E27FC236}">
                            <a16:creationId xmlns:a16="http://schemas.microsoft.com/office/drawing/2014/main" id="{E84B2B34-CFBD-428D-A82A-4E69CE8CE6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20" y="4029915"/>
                        <a:ext cx="1385887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AB4CE28C-C16B-47C6-976D-39B8EB39AF4F}"/>
              </a:ext>
            </a:extLst>
          </p:cNvPr>
          <p:cNvGrpSpPr/>
          <p:nvPr/>
        </p:nvGrpSpPr>
        <p:grpSpPr>
          <a:xfrm>
            <a:off x="5807399" y="1279682"/>
            <a:ext cx="3265831" cy="3274856"/>
            <a:chOff x="5807399" y="1279682"/>
            <a:chExt cx="3265831" cy="3274856"/>
          </a:xfrm>
        </p:grpSpPr>
        <p:sp>
          <p:nvSpPr>
            <p:cNvPr id="14" name="Oval 32">
              <a:extLst>
                <a:ext uri="{FF2B5EF4-FFF2-40B4-BE49-F238E27FC236}">
                  <a16:creationId xmlns:a16="http://schemas.microsoft.com/office/drawing/2014/main" id="{43406798-5DE2-4BF5-B14B-161CF200E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2721" y="1556959"/>
              <a:ext cx="1482725" cy="1447800"/>
            </a:xfrm>
            <a:prstGeom prst="ellips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1B155E9A-72A4-4E93-A132-4F5E6BDEB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5866" y="1533266"/>
              <a:ext cx="14684" cy="24044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43">
              <a:extLst>
                <a:ext uri="{FF2B5EF4-FFF2-40B4-BE49-F238E27FC236}">
                  <a16:creationId xmlns:a16="http://schemas.microsoft.com/office/drawing/2014/main" id="{B34D2C63-A86E-4FAD-820C-94C75C5BDA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28620" y="2263397"/>
              <a:ext cx="1050925" cy="741362"/>
              <a:chOff x="4080" y="1699"/>
              <a:chExt cx="662" cy="467"/>
            </a:xfrm>
          </p:grpSpPr>
          <p:sp>
            <p:nvSpPr>
              <p:cNvPr id="18" name="Arc 5">
                <a:extLst>
                  <a:ext uri="{FF2B5EF4-FFF2-40B4-BE49-F238E27FC236}">
                    <a16:creationId xmlns:a16="http://schemas.microsoft.com/office/drawing/2014/main" id="{858704AD-2889-4DCF-BCC7-D076D48EB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" y="1699"/>
                <a:ext cx="657" cy="467"/>
              </a:xfrm>
              <a:custGeom>
                <a:avLst/>
                <a:gdLst>
                  <a:gd name="T0" fmla="*/ 657 w 31000"/>
                  <a:gd name="T1" fmla="*/ 335 h 21600"/>
                  <a:gd name="T2" fmla="*/ 0 w 31000"/>
                  <a:gd name="T3" fmla="*/ 315 h 21600"/>
                  <a:gd name="T4" fmla="*/ 338 w 310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000" h="21600" fill="none" extrusionOk="0">
                    <a:moveTo>
                      <a:pt x="31000" y="15482"/>
                    </a:moveTo>
                    <a:cubicBezTo>
                      <a:pt x="26967" y="19405"/>
                      <a:pt x="21563" y="21600"/>
                      <a:pt x="15938" y="21600"/>
                    </a:cubicBezTo>
                    <a:cubicBezTo>
                      <a:pt x="9875" y="21600"/>
                      <a:pt x="4092" y="19052"/>
                      <a:pt x="0" y="14578"/>
                    </a:cubicBezTo>
                  </a:path>
                  <a:path w="31000" h="21600" stroke="0" extrusionOk="0">
                    <a:moveTo>
                      <a:pt x="31000" y="15482"/>
                    </a:moveTo>
                    <a:cubicBezTo>
                      <a:pt x="26967" y="19405"/>
                      <a:pt x="21563" y="21600"/>
                      <a:pt x="15938" y="21600"/>
                    </a:cubicBezTo>
                    <a:cubicBezTo>
                      <a:pt x="9875" y="21600"/>
                      <a:pt x="4092" y="19052"/>
                      <a:pt x="0" y="14578"/>
                    </a:cubicBezTo>
                    <a:lnTo>
                      <a:pt x="15938" y="0"/>
                    </a:lnTo>
                    <a:lnTo>
                      <a:pt x="31000" y="15482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Arc 6">
                <a:extLst>
                  <a:ext uri="{FF2B5EF4-FFF2-40B4-BE49-F238E27FC236}">
                    <a16:creationId xmlns:a16="http://schemas.microsoft.com/office/drawing/2014/main" id="{FD41B1BE-A707-4039-AC48-532A58F4C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5" y="1705"/>
                <a:ext cx="657" cy="329"/>
              </a:xfrm>
              <a:custGeom>
                <a:avLst/>
                <a:gdLst>
                  <a:gd name="T0" fmla="*/ 0 w 43194"/>
                  <a:gd name="T1" fmla="*/ 321 h 21600"/>
                  <a:gd name="T2" fmla="*/ 657 w 43194"/>
                  <a:gd name="T3" fmla="*/ 329 h 21600"/>
                  <a:gd name="T4" fmla="*/ 328 w 43194"/>
                  <a:gd name="T5" fmla="*/ 32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4" h="21600" fill="none" extrusionOk="0">
                    <a:moveTo>
                      <a:pt x="0" y="21070"/>
                    </a:moveTo>
                    <a:cubicBezTo>
                      <a:pt x="288" y="9350"/>
                      <a:pt x="9871" y="0"/>
                      <a:pt x="21594" y="0"/>
                    </a:cubicBezTo>
                    <a:cubicBezTo>
                      <a:pt x="33523" y="0"/>
                      <a:pt x="43194" y="9670"/>
                      <a:pt x="43194" y="21600"/>
                    </a:cubicBezTo>
                  </a:path>
                  <a:path w="43194" h="21600" stroke="0" extrusionOk="0">
                    <a:moveTo>
                      <a:pt x="0" y="21070"/>
                    </a:moveTo>
                    <a:cubicBezTo>
                      <a:pt x="288" y="9350"/>
                      <a:pt x="9871" y="0"/>
                      <a:pt x="21594" y="0"/>
                    </a:cubicBezTo>
                    <a:cubicBezTo>
                      <a:pt x="33523" y="0"/>
                      <a:pt x="43194" y="9670"/>
                      <a:pt x="43194" y="21600"/>
                    </a:cubicBezTo>
                    <a:lnTo>
                      <a:pt x="21594" y="21600"/>
                    </a:lnTo>
                    <a:lnTo>
                      <a:pt x="0" y="2107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" name="Arc 36">
              <a:extLst>
                <a:ext uri="{FF2B5EF4-FFF2-40B4-BE49-F238E27FC236}">
                  <a16:creationId xmlns:a16="http://schemas.microsoft.com/office/drawing/2014/main" id="{389655D1-91B2-4AB2-95D4-E92263388F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00550" y="2282339"/>
              <a:ext cx="1050925" cy="990600"/>
            </a:xfrm>
            <a:custGeom>
              <a:avLst/>
              <a:gdLst>
                <a:gd name="T0" fmla="*/ 331 w 43200"/>
                <a:gd name="T1" fmla="*/ 0 h 43200"/>
                <a:gd name="T2" fmla="*/ 322 w 43200"/>
                <a:gd name="T3" fmla="*/ 0 h 43200"/>
                <a:gd name="T4" fmla="*/ 331 w 43200"/>
                <a:gd name="T5" fmla="*/ 31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900"/>
                    <a:pt x="9314" y="327"/>
                    <a:pt x="21010" y="8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900"/>
                    <a:pt x="9314" y="327"/>
                    <a:pt x="21010" y="8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F6678594-D051-41B5-850C-1E1927AB7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7399" y="2787774"/>
              <a:ext cx="251936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ECC3A5B-5503-4E3D-AA92-F3E52A40F746}"/>
                </a:ext>
              </a:extLst>
            </p:cNvPr>
            <p:cNvCxnSpPr>
              <a:cxnSpLocks/>
            </p:cNvCxnSpPr>
            <p:nvPr/>
          </p:nvCxnSpPr>
          <p:spPr>
            <a:xfrm>
              <a:off x="6949684" y="2828112"/>
              <a:ext cx="1115172" cy="975786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E5176AF4-A895-4642-9DA8-09E43BA063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378101"/>
                </p:ext>
              </p:extLst>
            </p:nvPr>
          </p:nvGraphicFramePr>
          <p:xfrm>
            <a:off x="8167409" y="285978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28" name="Equation" r:id="rId18" imgW="177480" imgH="190440" progId="Equation.DSMT4">
                    <p:embed/>
                  </p:oleObj>
                </mc:Choice>
                <mc:Fallback>
                  <p:oleObj name="Equation" r:id="rId18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167409" y="285978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9F02AD3D-2FF7-4B7E-B10F-1250202D01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9108262"/>
                </p:ext>
              </p:extLst>
            </p:nvPr>
          </p:nvGraphicFramePr>
          <p:xfrm>
            <a:off x="6642100" y="153193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29" name="Equation" r:id="rId20" imgW="190440" imgH="241200" progId="Equation.DSMT4">
                    <p:embed/>
                  </p:oleObj>
                </mc:Choice>
                <mc:Fallback>
                  <p:oleObj name="Equation" r:id="rId20" imgW="190440" imgH="2412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E5176AF4-A895-4642-9DA8-09E43BA063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642100" y="1531938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126023A-36BE-4CF6-8315-2034F2D4E6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738823"/>
                </p:ext>
              </p:extLst>
            </p:nvPr>
          </p:nvGraphicFramePr>
          <p:xfrm>
            <a:off x="6632532" y="2806596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30" name="Equation" r:id="rId22" imgW="228600" imgH="241200" progId="Equation.DSMT4">
                    <p:embed/>
                  </p:oleObj>
                </mc:Choice>
                <mc:Fallback>
                  <p:oleObj name="Equation" r:id="rId22" imgW="228600" imgH="2412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9F02AD3D-2FF7-4B7E-B10F-1250202D01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632532" y="2806596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032EADEF-CB94-477F-945E-70DB366ED9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4548051"/>
                </p:ext>
              </p:extLst>
            </p:nvPr>
          </p:nvGraphicFramePr>
          <p:xfrm>
            <a:off x="8002588" y="3614738"/>
            <a:ext cx="7874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31" name="Equation" r:id="rId24" imgW="787320" imgH="609480" progId="Equation.DSMT4">
                    <p:embed/>
                  </p:oleObj>
                </mc:Choice>
                <mc:Fallback>
                  <p:oleObj name="Equation" r:id="rId24" imgW="78732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002588" y="3614738"/>
                          <a:ext cx="7874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7">
              <a:extLst>
                <a:ext uri="{FF2B5EF4-FFF2-40B4-BE49-F238E27FC236}">
                  <a16:creationId xmlns:a16="http://schemas.microsoft.com/office/drawing/2014/main" id="{81E31E84-720D-4608-8040-E338C4D245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319034"/>
                </p:ext>
              </p:extLst>
            </p:nvPr>
          </p:nvGraphicFramePr>
          <p:xfrm>
            <a:off x="7771480" y="3120702"/>
            <a:ext cx="1133475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32" name="Equation" r:id="rId26" imgW="1130040" imgH="291960" progId="Equation.DSMT4">
                    <p:embed/>
                  </p:oleObj>
                </mc:Choice>
                <mc:Fallback>
                  <p:oleObj name="Equation" r:id="rId26" imgW="1130040" imgH="291960" progId="Equation.DSMT4">
                    <p:embed/>
                    <p:pic>
                      <p:nvPicPr>
                        <p:cNvPr id="65569" name="Object 37">
                          <a:extLst>
                            <a:ext uri="{FF2B5EF4-FFF2-40B4-BE49-F238E27FC236}">
                              <a16:creationId xmlns:a16="http://schemas.microsoft.com/office/drawing/2014/main" id="{2E4BFA68-BDB4-42AD-A993-5008F4B8EF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1480" y="3120702"/>
                          <a:ext cx="1133475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2D61B515-CFE2-40C1-9866-2788895073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921923"/>
                </p:ext>
              </p:extLst>
            </p:nvPr>
          </p:nvGraphicFramePr>
          <p:xfrm>
            <a:off x="6936558" y="1279682"/>
            <a:ext cx="19812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33" name="Equation" r:id="rId28" imgW="1981080" imgH="304560" progId="Equation.DSMT4">
                    <p:embed/>
                  </p:oleObj>
                </mc:Choice>
                <mc:Fallback>
                  <p:oleObj name="Equation" r:id="rId28" imgW="198108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936558" y="1279682"/>
                          <a:ext cx="19812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50724D28-9509-4569-847A-B75DFA2A2B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9126284"/>
                </p:ext>
              </p:extLst>
            </p:nvPr>
          </p:nvGraphicFramePr>
          <p:xfrm>
            <a:off x="6469730" y="4224338"/>
            <a:ext cx="2603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34" name="Equation" r:id="rId30" imgW="2603160" imgH="330120" progId="Equation.DSMT4">
                    <p:embed/>
                  </p:oleObj>
                </mc:Choice>
                <mc:Fallback>
                  <p:oleObj name="Equation" r:id="rId30" imgW="26031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469730" y="4224338"/>
                          <a:ext cx="2603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686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30" name="Freeform 6">
            <a:extLst>
              <a:ext uri="{FF2B5EF4-FFF2-40B4-BE49-F238E27FC236}">
                <a16:creationId xmlns:a16="http://schemas.microsoft.com/office/drawing/2014/main" id="{F3A36098-174C-40F4-BCB6-2F03F4AEB8DC}"/>
              </a:ext>
            </a:extLst>
          </p:cNvPr>
          <p:cNvSpPr>
            <a:spLocks/>
          </p:cNvSpPr>
          <p:nvPr/>
        </p:nvSpPr>
        <p:spPr bwMode="auto">
          <a:xfrm>
            <a:off x="5728154" y="2425824"/>
            <a:ext cx="1584722" cy="890588"/>
          </a:xfrm>
          <a:custGeom>
            <a:avLst/>
            <a:gdLst>
              <a:gd name="T0" fmla="*/ 0 w 1344"/>
              <a:gd name="T1" fmla="*/ 2147483646 h 768"/>
              <a:gd name="T2" fmla="*/ 2147483646 w 1344"/>
              <a:gd name="T3" fmla="*/ 2147483646 h 768"/>
              <a:gd name="T4" fmla="*/ 2147483646 w 1344"/>
              <a:gd name="T5" fmla="*/ 2147483646 h 768"/>
              <a:gd name="T6" fmla="*/ 2147483646 w 1344"/>
              <a:gd name="T7" fmla="*/ 0 h 768"/>
              <a:gd name="T8" fmla="*/ 2147483646 w 1344"/>
              <a:gd name="T9" fmla="*/ 0 h 768"/>
              <a:gd name="T10" fmla="*/ 2147483646 w 1344"/>
              <a:gd name="T11" fmla="*/ 2147483646 h 768"/>
              <a:gd name="T12" fmla="*/ 2147483646 w 1344"/>
              <a:gd name="T13" fmla="*/ 2147483646 h 768"/>
              <a:gd name="T14" fmla="*/ 2147483646 w 1344"/>
              <a:gd name="T15" fmla="*/ 2147483646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44" h="768">
                <a:moveTo>
                  <a:pt x="0" y="768"/>
                </a:moveTo>
                <a:lnTo>
                  <a:pt x="96" y="480"/>
                </a:lnTo>
                <a:lnTo>
                  <a:pt x="240" y="192"/>
                </a:lnTo>
                <a:lnTo>
                  <a:pt x="528" y="0"/>
                </a:lnTo>
                <a:lnTo>
                  <a:pt x="864" y="0"/>
                </a:lnTo>
                <a:lnTo>
                  <a:pt x="1104" y="144"/>
                </a:lnTo>
                <a:lnTo>
                  <a:pt x="1248" y="336"/>
                </a:lnTo>
                <a:lnTo>
                  <a:pt x="1344" y="480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B1B381B6-7AC7-4F99-9B0D-C41C079DCBB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9592" y="421134"/>
            <a:ext cx="3600400" cy="51435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二、平面曲线的弧长</a:t>
            </a:r>
          </a:p>
        </p:txBody>
      </p:sp>
      <p:sp>
        <p:nvSpPr>
          <p:cNvPr id="28711" name="Text Box 4">
            <a:extLst>
              <a:ext uri="{FF2B5EF4-FFF2-40B4-BE49-F238E27FC236}">
                <a16:creationId xmlns:a16="http://schemas.microsoft.com/office/drawing/2014/main" id="{35EDC498-0AAF-4E11-BE49-5FEB4FFAF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636" y="1059582"/>
            <a:ext cx="80235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AEFB3B0D-3328-43C2-9EC5-84E98087CC1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43655" y="3184254"/>
          <a:ext cx="570309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95" name="Equation" r:id="rId4" imgW="495360" imgH="257760" progId="Equation.3">
                  <p:embed/>
                </p:oleObj>
              </mc:Choice>
              <mc:Fallback>
                <p:oleObj name="Equation" r:id="rId4" imgW="495360" imgH="257760" progId="Equation.3">
                  <p:embed/>
                  <p:pic>
                    <p:nvPicPr>
                      <p:cNvPr id="180231" name="Object 7">
                        <a:extLst>
                          <a:ext uri="{FF2B5EF4-FFF2-40B4-BE49-F238E27FC236}">
                            <a16:creationId xmlns:a16="http://schemas.microsoft.com/office/drawing/2014/main" id="{AEFB3B0D-3328-43C2-9EC5-84E98087C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55" y="3184254"/>
                        <a:ext cx="570309" cy="316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2" name="Object 8">
            <a:extLst>
              <a:ext uri="{FF2B5EF4-FFF2-40B4-BE49-F238E27FC236}">
                <a16:creationId xmlns:a16="http://schemas.microsoft.com/office/drawing/2014/main" id="{2D3FD366-73D0-4138-A4D7-39B3BB17595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86507" y="2131742"/>
          <a:ext cx="497681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96" name="Equation" r:id="rId6" imgW="427680" imgH="257760" progId="Equation.3">
                  <p:embed/>
                </p:oleObj>
              </mc:Choice>
              <mc:Fallback>
                <p:oleObj name="Equation" r:id="rId6" imgW="427680" imgH="257760" progId="Equation.3">
                  <p:embed/>
                  <p:pic>
                    <p:nvPicPr>
                      <p:cNvPr id="180232" name="Object 8">
                        <a:extLst>
                          <a:ext uri="{FF2B5EF4-FFF2-40B4-BE49-F238E27FC236}">
                            <a16:creationId xmlns:a16="http://schemas.microsoft.com/office/drawing/2014/main" id="{2D3FD366-73D0-4138-A4D7-39B3BB1759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507" y="2131742"/>
                        <a:ext cx="497681" cy="316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3" name="Object 9">
            <a:extLst>
              <a:ext uri="{FF2B5EF4-FFF2-40B4-BE49-F238E27FC236}">
                <a16:creationId xmlns:a16="http://schemas.microsoft.com/office/drawing/2014/main" id="{5C0FF5BD-454F-4861-95F3-9A7BD57867A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11620" y="2188892"/>
          <a:ext cx="334566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97" name="Equation" r:id="rId8" imgW="275040" imgH="257760" progId="Equation.3">
                  <p:embed/>
                </p:oleObj>
              </mc:Choice>
              <mc:Fallback>
                <p:oleObj name="Equation" r:id="rId8" imgW="275040" imgH="257760" progId="Equation.3">
                  <p:embed/>
                  <p:pic>
                    <p:nvPicPr>
                      <p:cNvPr id="180233" name="Object 9">
                        <a:extLst>
                          <a:ext uri="{FF2B5EF4-FFF2-40B4-BE49-F238E27FC236}">
                            <a16:creationId xmlns:a16="http://schemas.microsoft.com/office/drawing/2014/main" id="{5C0FF5BD-454F-4861-95F3-9A7BD5786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620" y="2188892"/>
                        <a:ext cx="334566" cy="316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4" name="Object 10">
            <a:extLst>
              <a:ext uri="{FF2B5EF4-FFF2-40B4-BE49-F238E27FC236}">
                <a16:creationId xmlns:a16="http://schemas.microsoft.com/office/drawing/2014/main" id="{316C30F2-D2CF-482F-A4DB-5D424CF64E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64060" y="2898504"/>
          <a:ext cx="578644" cy="316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98" name="Equation" r:id="rId10" imgW="503640" imgH="257760" progId="Equation.3">
                  <p:embed/>
                </p:oleObj>
              </mc:Choice>
              <mc:Fallback>
                <p:oleObj name="Equation" r:id="rId10" imgW="503640" imgH="257760" progId="Equation.3">
                  <p:embed/>
                  <p:pic>
                    <p:nvPicPr>
                      <p:cNvPr id="180234" name="Object 10">
                        <a:extLst>
                          <a:ext uri="{FF2B5EF4-FFF2-40B4-BE49-F238E27FC236}">
                            <a16:creationId xmlns:a16="http://schemas.microsoft.com/office/drawing/2014/main" id="{316C30F2-D2CF-482F-A4DB-5D424CF64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60" y="2898504"/>
                        <a:ext cx="578644" cy="3167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0235" name="Group 11">
            <a:extLst>
              <a:ext uri="{FF2B5EF4-FFF2-40B4-BE49-F238E27FC236}">
                <a16:creationId xmlns:a16="http://schemas.microsoft.com/office/drawing/2014/main" id="{BC04D1CA-DAD3-42C3-9E72-53558059BB35}"/>
              </a:ext>
            </a:extLst>
          </p:cNvPr>
          <p:cNvGrpSpPr>
            <a:grpSpLocks/>
          </p:cNvGrpSpPr>
          <p:nvPr/>
        </p:nvGrpSpPr>
        <p:grpSpPr bwMode="auto">
          <a:xfrm>
            <a:off x="5334054" y="2274614"/>
            <a:ext cx="2328863" cy="1828800"/>
            <a:chOff x="3648" y="1872"/>
            <a:chExt cx="1956" cy="1536"/>
          </a:xfrm>
        </p:grpSpPr>
        <p:sp>
          <p:nvSpPr>
            <p:cNvPr id="28705" name="Freeform 14">
              <a:extLst>
                <a:ext uri="{FF2B5EF4-FFF2-40B4-BE49-F238E27FC236}">
                  <a16:creationId xmlns:a16="http://schemas.microsoft.com/office/drawing/2014/main" id="{823DEF70-E6B8-4066-B186-596CDC4BD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936"/>
              <a:ext cx="1344" cy="848"/>
            </a:xfrm>
            <a:custGeom>
              <a:avLst/>
              <a:gdLst>
                <a:gd name="T0" fmla="*/ 0 w 1344"/>
                <a:gd name="T1" fmla="*/ 848 h 848"/>
                <a:gd name="T2" fmla="*/ 192 w 1344"/>
                <a:gd name="T3" fmla="*/ 320 h 848"/>
                <a:gd name="T4" fmla="*/ 624 w 1344"/>
                <a:gd name="T5" fmla="*/ 32 h 848"/>
                <a:gd name="T6" fmla="*/ 960 w 1344"/>
                <a:gd name="T7" fmla="*/ 128 h 848"/>
                <a:gd name="T8" fmla="*/ 1200 w 1344"/>
                <a:gd name="T9" fmla="*/ 320 h 848"/>
                <a:gd name="T10" fmla="*/ 1344 w 1344"/>
                <a:gd name="T11" fmla="*/ 560 h 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4" h="848">
                  <a:moveTo>
                    <a:pt x="0" y="848"/>
                  </a:moveTo>
                  <a:cubicBezTo>
                    <a:pt x="44" y="652"/>
                    <a:pt x="88" y="456"/>
                    <a:pt x="192" y="320"/>
                  </a:cubicBezTo>
                  <a:cubicBezTo>
                    <a:pt x="296" y="184"/>
                    <a:pt x="496" y="64"/>
                    <a:pt x="624" y="32"/>
                  </a:cubicBezTo>
                  <a:cubicBezTo>
                    <a:pt x="752" y="0"/>
                    <a:pt x="864" y="80"/>
                    <a:pt x="960" y="128"/>
                  </a:cubicBezTo>
                  <a:cubicBezTo>
                    <a:pt x="1056" y="176"/>
                    <a:pt x="1136" y="248"/>
                    <a:pt x="1200" y="320"/>
                  </a:cubicBezTo>
                  <a:cubicBezTo>
                    <a:pt x="1264" y="392"/>
                    <a:pt x="1320" y="520"/>
                    <a:pt x="1344" y="560"/>
                  </a:cubicBezTo>
                </a:path>
              </a:pathLst>
            </a:custGeom>
            <a:noFill/>
            <a:ln w="1905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8703" name="Line 12">
              <a:extLst>
                <a:ext uri="{FF2B5EF4-FFF2-40B4-BE49-F238E27FC236}">
                  <a16:creationId xmlns:a16="http://schemas.microsoft.com/office/drawing/2014/main" id="{1E800B5D-DE2C-4AEE-B8A9-2BFF7C5B9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120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28704" name="Line 13">
              <a:extLst>
                <a:ext uri="{FF2B5EF4-FFF2-40B4-BE49-F238E27FC236}">
                  <a16:creationId xmlns:a16="http://schemas.microsoft.com/office/drawing/2014/main" id="{6857414F-9B0D-4CDE-8AE1-E4AE52629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1920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28706" name="Object 15">
              <a:extLst>
                <a:ext uri="{FF2B5EF4-FFF2-40B4-BE49-F238E27FC236}">
                  <a16:creationId xmlns:a16="http://schemas.microsoft.com/office/drawing/2014/main" id="{BFF7BFC4-77DD-48EA-8905-3C91FE5BD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2640"/>
            <a:ext cx="25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99" name="Equation" r:id="rId12" imgW="63360" imgH="72000" progId="Equation.3">
                    <p:embed/>
                  </p:oleObj>
                </mc:Choice>
                <mc:Fallback>
                  <p:oleObj name="Equation" r:id="rId12" imgW="63360" imgH="72000" progId="Equation.3">
                    <p:embed/>
                    <p:pic>
                      <p:nvPicPr>
                        <p:cNvPr id="28706" name="Object 15">
                          <a:extLst>
                            <a:ext uri="{FF2B5EF4-FFF2-40B4-BE49-F238E27FC236}">
                              <a16:creationId xmlns:a16="http://schemas.microsoft.com/office/drawing/2014/main" id="{BFF7BFC4-77DD-48EA-8905-3C91FE5BD1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640"/>
                          <a:ext cx="256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7" name="Object 16">
              <a:extLst>
                <a:ext uri="{FF2B5EF4-FFF2-40B4-BE49-F238E27FC236}">
                  <a16:creationId xmlns:a16="http://schemas.microsoft.com/office/drawing/2014/main" id="{8223F6A8-0485-4D30-B7DB-59FF753CE1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0" y="2400"/>
            <a:ext cx="25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0" name="Equation" r:id="rId14" imgW="63360" imgH="72000" progId="Equation.3">
                    <p:embed/>
                  </p:oleObj>
                </mc:Choice>
                <mc:Fallback>
                  <p:oleObj name="Equation" r:id="rId14" imgW="63360" imgH="72000" progId="Equation.3">
                    <p:embed/>
                    <p:pic>
                      <p:nvPicPr>
                        <p:cNvPr id="28707" name="Object 16">
                          <a:extLst>
                            <a:ext uri="{FF2B5EF4-FFF2-40B4-BE49-F238E27FC236}">
                              <a16:creationId xmlns:a16="http://schemas.microsoft.com/office/drawing/2014/main" id="{8223F6A8-0485-4D30-B7DB-59FF753CE1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400"/>
                          <a:ext cx="25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8" name="Object 17">
              <a:extLst>
                <a:ext uri="{FF2B5EF4-FFF2-40B4-BE49-F238E27FC236}">
                  <a16:creationId xmlns:a16="http://schemas.microsoft.com/office/drawing/2014/main" id="{7941E292-1D2A-4A7B-AF23-53C34A9447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1872"/>
            <a:ext cx="24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1" name="Equation" r:id="rId16" imgW="55080" imgH="72000" progId="Equation.3">
                    <p:embed/>
                  </p:oleObj>
                </mc:Choice>
                <mc:Fallback>
                  <p:oleObj name="Equation" r:id="rId16" imgW="55080" imgH="72000" progId="Equation.3">
                    <p:embed/>
                    <p:pic>
                      <p:nvPicPr>
                        <p:cNvPr id="28708" name="Object 17">
                          <a:extLst>
                            <a:ext uri="{FF2B5EF4-FFF2-40B4-BE49-F238E27FC236}">
                              <a16:creationId xmlns:a16="http://schemas.microsoft.com/office/drawing/2014/main" id="{7941E292-1D2A-4A7B-AF23-53C34A9447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872"/>
                          <a:ext cx="240" cy="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18">
              <a:extLst>
                <a:ext uri="{FF2B5EF4-FFF2-40B4-BE49-F238E27FC236}">
                  <a16:creationId xmlns:a16="http://schemas.microsoft.com/office/drawing/2014/main" id="{95CEECD9-1573-4CFC-A491-A99673FAF6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0" y="3003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2" name="Equation" r:id="rId18" imgW="46440" imgH="55080" progId="Equation.3">
                    <p:embed/>
                  </p:oleObj>
                </mc:Choice>
                <mc:Fallback>
                  <p:oleObj name="Equation" r:id="rId18" imgW="46440" imgH="55080" progId="Equation.3">
                    <p:embed/>
                    <p:pic>
                      <p:nvPicPr>
                        <p:cNvPr id="28709" name="Object 18">
                          <a:extLst>
                            <a:ext uri="{FF2B5EF4-FFF2-40B4-BE49-F238E27FC236}">
                              <a16:creationId xmlns:a16="http://schemas.microsoft.com/office/drawing/2014/main" id="{95CEECD9-1573-4CFC-A491-A99673FAF6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3003"/>
                          <a:ext cx="21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19">
              <a:extLst>
                <a:ext uri="{FF2B5EF4-FFF2-40B4-BE49-F238E27FC236}">
                  <a16:creationId xmlns:a16="http://schemas.microsoft.com/office/drawing/2014/main" id="{4AC0A3C6-AC92-429F-A171-BD0040BD3A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88" y="316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3" name="Equation" r:id="rId20" imgW="46440" imgH="55080" progId="Equation.3">
                    <p:embed/>
                  </p:oleObj>
                </mc:Choice>
                <mc:Fallback>
                  <p:oleObj name="Equation" r:id="rId20" imgW="46440" imgH="55080" progId="Equation.3">
                    <p:embed/>
                    <p:pic>
                      <p:nvPicPr>
                        <p:cNvPr id="28710" name="Object 19">
                          <a:extLst>
                            <a:ext uri="{FF2B5EF4-FFF2-40B4-BE49-F238E27FC236}">
                              <a16:creationId xmlns:a16="http://schemas.microsoft.com/office/drawing/2014/main" id="{4AC0A3C6-AC92-429F-A171-BD0040BD3A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8" y="3168"/>
                          <a:ext cx="21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0244" name="Text Box 20">
            <a:extLst>
              <a:ext uri="{FF2B5EF4-FFF2-40B4-BE49-F238E27FC236}">
                <a16:creationId xmlns:a16="http://schemas.microsoft.com/office/drawing/2014/main" id="{B4A09F98-B148-4C3C-ADDF-8B071FF13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243" y="1085773"/>
            <a:ext cx="24151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当折线段的最大</a:t>
            </a:r>
          </a:p>
        </p:txBody>
      </p:sp>
      <p:sp>
        <p:nvSpPr>
          <p:cNvPr id="180245" name="Text Box 21">
            <a:extLst>
              <a:ext uri="{FF2B5EF4-FFF2-40B4-BE49-F238E27FC236}">
                <a16:creationId xmlns:a16="http://schemas.microsoft.com/office/drawing/2014/main" id="{AD7A4EC3-7A8B-4A4D-97A6-9A7DA0890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061" y="1503091"/>
            <a:ext cx="8023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长度 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0246" name="Text Box 22">
            <a:extLst>
              <a:ext uri="{FF2B5EF4-FFF2-40B4-BE49-F238E27FC236}">
                <a16:creationId xmlns:a16="http://schemas.microsoft.com/office/drawing/2014/main" id="{7604FDD3-B995-4FA7-9F0B-EB21A6FE9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990" y="1513977"/>
            <a:ext cx="5505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时，折线的长度趋向于一个确定的极限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180250" name="Text Box 26">
            <a:extLst>
              <a:ext uri="{FF2B5EF4-FFF2-40B4-BE49-F238E27FC236}">
                <a16:creationId xmlns:a16="http://schemas.microsoft.com/office/drawing/2014/main" id="{B4AC9A3B-097E-48FA-BA66-0DB070C8E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771" y="2536700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sp>
        <p:nvSpPr>
          <p:cNvPr id="180251" name="Text Box 27">
            <a:extLst>
              <a:ext uri="{FF2B5EF4-FFF2-40B4-BE49-F238E27FC236}">
                <a16:creationId xmlns:a16="http://schemas.microsoft.com/office/drawing/2014/main" id="{01480B71-D6EE-4F8E-B482-2E83C8347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061" y="3253353"/>
            <a:ext cx="39290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并称此曲线弧为可求长的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80252" name="Object 28">
            <a:extLst>
              <a:ext uri="{FF2B5EF4-FFF2-40B4-BE49-F238E27FC236}">
                <a16:creationId xmlns:a16="http://schemas.microsoft.com/office/drawing/2014/main" id="{3F16D1C3-318C-4995-92D4-5D397A3026D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79750" y="2593975"/>
          <a:ext cx="110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04" name="Equation" r:id="rId22" imgW="1104840" imgH="431640" progId="Equation.DSMT4">
                  <p:embed/>
                </p:oleObj>
              </mc:Choice>
              <mc:Fallback>
                <p:oleObj name="Equation" r:id="rId22" imgW="1104840" imgH="431640" progId="Equation.DSMT4">
                  <p:embed/>
                  <p:pic>
                    <p:nvPicPr>
                      <p:cNvPr id="180252" name="Object 28">
                        <a:extLst>
                          <a:ext uri="{FF2B5EF4-FFF2-40B4-BE49-F238E27FC236}">
                            <a16:creationId xmlns:a16="http://schemas.microsoft.com/office/drawing/2014/main" id="{3F16D1C3-318C-4995-92D4-5D397A302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593975"/>
                        <a:ext cx="1104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53" name="Text Box 29">
            <a:extLst>
              <a:ext uri="{FF2B5EF4-FFF2-40B4-BE49-F238E27FC236}">
                <a16:creationId xmlns:a16="http://schemas.microsoft.com/office/drawing/2014/main" id="{15FB1233-E3C4-42A8-A3D4-E3A2FDA3E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37" y="3914105"/>
            <a:ext cx="5272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b="1" dirty="0"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任意光滑曲线弧都是可求长的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80255" name="Object 31">
            <a:extLst>
              <a:ext uri="{FF2B5EF4-FFF2-40B4-BE49-F238E27FC236}">
                <a16:creationId xmlns:a16="http://schemas.microsoft.com/office/drawing/2014/main" id="{C31921DA-84F9-4619-A57D-D712B5C2883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80164" y="2385739"/>
          <a:ext cx="4572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05" name="Equation" r:id="rId24" imgW="457200" imgH="787320" progId="Equation.DSMT4">
                  <p:embed/>
                </p:oleObj>
              </mc:Choice>
              <mc:Fallback>
                <p:oleObj name="Equation" r:id="rId24" imgW="457200" imgH="787320" progId="Equation.DSMT4">
                  <p:embed/>
                  <p:pic>
                    <p:nvPicPr>
                      <p:cNvPr id="180255" name="Object 31">
                        <a:extLst>
                          <a:ext uri="{FF2B5EF4-FFF2-40B4-BE49-F238E27FC236}">
                            <a16:creationId xmlns:a16="http://schemas.microsoft.com/office/drawing/2014/main" id="{C31921DA-84F9-4619-A57D-D712B5C288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164" y="2385739"/>
                        <a:ext cx="457200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56" name="Object 32">
            <a:extLst>
              <a:ext uri="{FF2B5EF4-FFF2-40B4-BE49-F238E27FC236}">
                <a16:creationId xmlns:a16="http://schemas.microsoft.com/office/drawing/2014/main" id="{A6016893-BA8A-4B8B-94DC-925A0DBD8C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2276" y="2568302"/>
          <a:ext cx="8747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06" name="Equation" r:id="rId26" imgW="876240" imgH="482400" progId="Equation.DSMT4">
                  <p:embed/>
                </p:oleObj>
              </mc:Choice>
              <mc:Fallback>
                <p:oleObj name="Equation" r:id="rId26" imgW="876240" imgH="482400" progId="Equation.DSMT4">
                  <p:embed/>
                  <p:pic>
                    <p:nvPicPr>
                      <p:cNvPr id="180256" name="Object 32">
                        <a:extLst>
                          <a:ext uri="{FF2B5EF4-FFF2-40B4-BE49-F238E27FC236}">
                            <a16:creationId xmlns:a16="http://schemas.microsoft.com/office/drawing/2014/main" id="{A6016893-BA8A-4B8B-94DC-925A0DBD8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276" y="2568302"/>
                        <a:ext cx="8747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57" name="Text Box 33">
            <a:extLst>
              <a:ext uri="{FF2B5EF4-FFF2-40B4-BE49-F238E27FC236}">
                <a16:creationId xmlns:a16="http://schemas.microsoft.com/office/drawing/2014/main" id="{BE9101EC-EC71-4674-A91F-5A4B9549B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127" y="1491822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00F234D-3808-45DA-BF3D-B1B0FCADBA1B}"/>
              </a:ext>
            </a:extLst>
          </p:cNvPr>
          <p:cNvGrpSpPr/>
          <p:nvPr/>
        </p:nvGrpSpPr>
        <p:grpSpPr>
          <a:xfrm>
            <a:off x="1885312" y="1059582"/>
            <a:ext cx="4270864" cy="472300"/>
            <a:chOff x="1845229" y="1042990"/>
            <a:chExt cx="4270864" cy="472300"/>
          </a:xfrm>
        </p:grpSpPr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0835E7EF-541D-49A6-8354-F08F72FF8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044" y="1049189"/>
              <a:ext cx="2848049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上任意作内接折线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35" name="Text Box 4">
              <a:extLst>
                <a:ext uri="{FF2B5EF4-FFF2-40B4-BE49-F238E27FC236}">
                  <a16:creationId xmlns:a16="http://schemas.microsoft.com/office/drawing/2014/main" id="{969883F0-A247-42D2-B7BD-3281FFCAE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229" y="1053328"/>
              <a:ext cx="114259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若在弧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Object 28">
              <a:extLst>
                <a:ext uri="{FF2B5EF4-FFF2-40B4-BE49-F238E27FC236}">
                  <a16:creationId xmlns:a16="http://schemas.microsoft.com/office/drawing/2014/main" id="{DEBDAF73-AE0D-4A6D-AE9C-6118A902CD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06317" y="1042990"/>
            <a:ext cx="4445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7" name="MathType 6.0 Equation" r:id="rId28" imgW="444240" imgH="380880" progId="Equation.DSMT4">
                    <p:embed/>
                  </p:oleObj>
                </mc:Choice>
                <mc:Fallback>
                  <p:oleObj name="MathType 6.0 Equation" r:id="rId28" imgW="444240" imgH="380880" progId="Equation.DSMT4">
                    <p:embed/>
                    <p:pic>
                      <p:nvPicPr>
                        <p:cNvPr id="36" name="Object 28">
                          <a:extLst>
                            <a:ext uri="{FF2B5EF4-FFF2-40B4-BE49-F238E27FC236}">
                              <a16:creationId xmlns:a16="http://schemas.microsoft.com/office/drawing/2014/main" id="{DEBDAF73-AE0D-4A6D-AE9C-6118A902CD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6317" y="1042990"/>
                          <a:ext cx="444500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28">
            <a:extLst>
              <a:ext uri="{FF2B5EF4-FFF2-40B4-BE49-F238E27FC236}">
                <a16:creationId xmlns:a16="http://schemas.microsoft.com/office/drawing/2014/main" id="{97BD8A6E-D3F4-4A61-A5D9-51F322EEA0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15577" y="1606180"/>
          <a:ext cx="8001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08" name="MathType 6.0 Equation" r:id="rId30" imgW="799920" imgH="279360" progId="Equation.DSMT4">
                  <p:embed/>
                </p:oleObj>
              </mc:Choice>
              <mc:Fallback>
                <p:oleObj name="MathType 6.0 Equation" r:id="rId30" imgW="799920" imgH="279360" progId="Equation.DSMT4">
                  <p:embed/>
                  <p:pic>
                    <p:nvPicPr>
                      <p:cNvPr id="39" name="Object 28">
                        <a:extLst>
                          <a:ext uri="{FF2B5EF4-FFF2-40B4-BE49-F238E27FC236}">
                            <a16:creationId xmlns:a16="http://schemas.microsoft.com/office/drawing/2014/main" id="{97BD8A6E-D3F4-4A61-A5D9-51F322EEA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577" y="1606180"/>
                        <a:ext cx="80010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7B04EF8B-579E-4C2B-A9F6-66C1AB8F95A2}"/>
              </a:ext>
            </a:extLst>
          </p:cNvPr>
          <p:cNvGrpSpPr/>
          <p:nvPr/>
        </p:nvGrpSpPr>
        <p:grpSpPr>
          <a:xfrm>
            <a:off x="656061" y="1961002"/>
            <a:ext cx="3993915" cy="483609"/>
            <a:chOff x="656061" y="1961002"/>
            <a:chExt cx="3993915" cy="483609"/>
          </a:xfrm>
        </p:grpSpPr>
        <p:sp>
          <p:nvSpPr>
            <p:cNvPr id="28701" name="Text Box 24">
              <a:extLst>
                <a:ext uri="{FF2B5EF4-FFF2-40B4-BE49-F238E27FC236}">
                  <a16:creationId xmlns:a16="http://schemas.microsoft.com/office/drawing/2014/main" id="{E2088021-1AE2-46DC-BD42-010F0D75B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061" y="1971009"/>
              <a:ext cx="239067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此极限为曲线弧 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24">
              <a:extLst>
                <a:ext uri="{FF2B5EF4-FFF2-40B4-BE49-F238E27FC236}">
                  <a16:creationId xmlns:a16="http://schemas.microsoft.com/office/drawing/2014/main" id="{9047B152-0FB7-462F-AF48-9FB8E35C7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246" y="1982946"/>
              <a:ext cx="12737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的弧长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42" name="Object 28">
              <a:extLst>
                <a:ext uri="{FF2B5EF4-FFF2-40B4-BE49-F238E27FC236}">
                  <a16:creationId xmlns:a16="http://schemas.microsoft.com/office/drawing/2014/main" id="{C08CC057-A6A6-42F9-AD4C-A2BC5AADC4C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939913" y="1961002"/>
            <a:ext cx="4445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9" name="MathType 6.0 Equation" r:id="rId32" imgW="444240" imgH="380880" progId="Equation.DSMT4">
                    <p:embed/>
                  </p:oleObj>
                </mc:Choice>
                <mc:Fallback>
                  <p:oleObj name="MathType 6.0 Equation" r:id="rId32" imgW="444240" imgH="380880" progId="Equation.DSMT4">
                    <p:embed/>
                    <p:pic>
                      <p:nvPicPr>
                        <p:cNvPr id="42" name="Object 28">
                          <a:extLst>
                            <a:ext uri="{FF2B5EF4-FFF2-40B4-BE49-F238E27FC236}">
                              <a16:creationId xmlns:a16="http://schemas.microsoft.com/office/drawing/2014/main" id="{C08CC057-A6A6-42F9-AD4C-A2BC5AADC4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9913" y="1961002"/>
                          <a:ext cx="444500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0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1" grpId="0"/>
      <p:bldP spid="180244" grpId="0" autoUpdateAnimBg="0"/>
      <p:bldP spid="180245" grpId="0" autoUpdateAnimBg="0"/>
      <p:bldP spid="180246" grpId="0" autoUpdateAnimBg="0"/>
      <p:bldP spid="180250" grpId="0" autoUpdateAnimBg="0"/>
      <p:bldP spid="180251" grpId="0" autoUpdateAnimBg="0"/>
      <p:bldP spid="180253" grpId="0" autoUpdateAnimBg="0"/>
      <p:bldP spid="18025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E6FB6D1C-9F9C-4421-8738-EB9930CF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778" y="3985634"/>
            <a:ext cx="2540874" cy="792088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29703" name="Rectangle 15">
            <a:extLst>
              <a:ext uri="{FF2B5EF4-FFF2-40B4-BE49-F238E27FC236}">
                <a16:creationId xmlns:a16="http://schemas.microsoft.com/office/drawing/2014/main" id="{ED95D955-B62A-419E-A428-7A1D53D171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7584" y="195486"/>
            <a:ext cx="4857752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曲线弧由直角坐标方程给出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81267" name="Text Box 19">
            <a:extLst>
              <a:ext uri="{FF2B5EF4-FFF2-40B4-BE49-F238E27FC236}">
                <a16:creationId xmlns:a16="http://schemas.microsoft.com/office/drawing/2014/main" id="{41CE5E24-5D14-480F-8A8E-309C0DDB3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98" y="2935682"/>
            <a:ext cx="3432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弧长元素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弧微分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)</a:t>
            </a:r>
          </a:p>
        </p:txBody>
      </p:sp>
      <p:graphicFrame>
        <p:nvGraphicFramePr>
          <p:cNvPr id="181274" name="Object 26">
            <a:extLst>
              <a:ext uri="{FF2B5EF4-FFF2-40B4-BE49-F238E27FC236}">
                <a16:creationId xmlns:a16="http://schemas.microsoft.com/office/drawing/2014/main" id="{ACAD2079-78F5-4B2C-ABB4-640BAA4F1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00505"/>
              </p:ext>
            </p:extLst>
          </p:nvPr>
        </p:nvGraphicFramePr>
        <p:xfrm>
          <a:off x="3742433" y="3458163"/>
          <a:ext cx="1677988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90" name="Equation" r:id="rId4" imgW="1676160" imgH="495000" progId="Equation.DSMT4">
                  <p:embed/>
                </p:oleObj>
              </mc:Choice>
              <mc:Fallback>
                <p:oleObj name="Equation" r:id="rId4" imgW="1676160" imgH="495000" progId="Equation.DSMT4">
                  <p:embed/>
                  <p:pic>
                    <p:nvPicPr>
                      <p:cNvPr id="181274" name="Object 26">
                        <a:extLst>
                          <a:ext uri="{FF2B5EF4-FFF2-40B4-BE49-F238E27FC236}">
                            <a16:creationId xmlns:a16="http://schemas.microsoft.com/office/drawing/2014/main" id="{ACAD2079-78F5-4B2C-ABB4-640BAA4F12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2433" y="3458163"/>
                        <a:ext cx="1677988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75" name="Text Box 27">
            <a:extLst>
              <a:ext uri="{FF2B5EF4-FFF2-40B4-BE49-F238E27FC236}">
                <a16:creationId xmlns:a16="http://schemas.microsoft.com/office/drawing/2014/main" id="{5616E888-8CA4-4CC6-87D9-CCEC673B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23" y="4077429"/>
            <a:ext cx="8084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</a:t>
            </a:r>
          </a:p>
        </p:txBody>
      </p:sp>
      <p:graphicFrame>
        <p:nvGraphicFramePr>
          <p:cNvPr id="181276" name="Object 28">
            <a:extLst>
              <a:ext uri="{FF2B5EF4-FFF2-40B4-BE49-F238E27FC236}">
                <a16:creationId xmlns:a16="http://schemas.microsoft.com/office/drawing/2014/main" id="{A2AC21DF-DA97-4AF0-8E59-4FB4EBA7D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554807"/>
              </p:ext>
            </p:extLst>
          </p:nvPr>
        </p:nvGraphicFramePr>
        <p:xfrm>
          <a:off x="1918396" y="4034425"/>
          <a:ext cx="2057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91" name="Equation" r:id="rId6" imgW="2057400" imgH="596880" progId="Equation.DSMT4">
                  <p:embed/>
                </p:oleObj>
              </mc:Choice>
              <mc:Fallback>
                <p:oleObj name="Equation" r:id="rId6" imgW="2057400" imgH="596880" progId="Equation.DSMT4">
                  <p:embed/>
                  <p:pic>
                    <p:nvPicPr>
                      <p:cNvPr id="181276" name="Object 28">
                        <a:extLst>
                          <a:ext uri="{FF2B5EF4-FFF2-40B4-BE49-F238E27FC236}">
                            <a16:creationId xmlns:a16="http://schemas.microsoft.com/office/drawing/2014/main" id="{A2AC21DF-DA97-4AF0-8E59-4FB4EBA7D9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396" y="4034425"/>
                        <a:ext cx="20574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1" name="Object 33">
            <a:extLst>
              <a:ext uri="{FF2B5EF4-FFF2-40B4-BE49-F238E27FC236}">
                <a16:creationId xmlns:a16="http://schemas.microsoft.com/office/drawing/2014/main" id="{EEE3FE41-F1BC-4D28-880D-AA2C5A5E9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312614"/>
              </p:ext>
            </p:extLst>
          </p:nvPr>
        </p:nvGraphicFramePr>
        <p:xfrm>
          <a:off x="1289054" y="3458120"/>
          <a:ext cx="2411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92" name="Equation" r:id="rId8" imgW="2412720" imgH="495000" progId="Equation.DSMT4">
                  <p:embed/>
                </p:oleObj>
              </mc:Choice>
              <mc:Fallback>
                <p:oleObj name="Equation" r:id="rId8" imgW="2412720" imgH="495000" progId="Equation.DSMT4">
                  <p:embed/>
                  <p:pic>
                    <p:nvPicPr>
                      <p:cNvPr id="181281" name="Object 33">
                        <a:extLst>
                          <a:ext uri="{FF2B5EF4-FFF2-40B4-BE49-F238E27FC236}">
                            <a16:creationId xmlns:a16="http://schemas.microsoft.com/office/drawing/2014/main" id="{EEE3FE41-F1BC-4D28-880D-AA2C5A5E9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4" y="3458120"/>
                        <a:ext cx="24114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4E54FB86-0625-4CA3-8AE6-E6DFA5CD4152}"/>
              </a:ext>
            </a:extLst>
          </p:cNvPr>
          <p:cNvGrpSpPr/>
          <p:nvPr/>
        </p:nvGrpSpPr>
        <p:grpSpPr>
          <a:xfrm>
            <a:off x="4139810" y="666412"/>
            <a:ext cx="2296798" cy="402815"/>
            <a:chOff x="4902889" y="1211264"/>
            <a:chExt cx="3062399" cy="537087"/>
          </a:xfrm>
        </p:grpSpPr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344E77DA-9737-4E05-A6E0-7F01F37C70D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902889" y="1211264"/>
              <a:ext cx="1193121" cy="533400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其中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6" name="Object 16">
              <a:extLst>
                <a:ext uri="{FF2B5EF4-FFF2-40B4-BE49-F238E27FC236}">
                  <a16:creationId xmlns:a16="http://schemas.microsoft.com/office/drawing/2014/main" id="{1C5460F8-5FD0-43C8-B003-021F6352F3C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796797" y="1238235"/>
            <a:ext cx="829734" cy="510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3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36" name="Object 16">
                          <a:extLst>
                            <a:ext uri="{FF2B5EF4-FFF2-40B4-BE49-F238E27FC236}">
                              <a16:creationId xmlns:a16="http://schemas.microsoft.com/office/drawing/2014/main" id="{1C5460F8-5FD0-43C8-B003-021F6352F3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6797" y="1238235"/>
                          <a:ext cx="829734" cy="5101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17B2F26-C260-47C8-BBFF-EDE56AECF2F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41598" y="1211264"/>
              <a:ext cx="674128" cy="533400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8" name="Object 16">
              <a:extLst>
                <a:ext uri="{FF2B5EF4-FFF2-40B4-BE49-F238E27FC236}">
                  <a16:creationId xmlns:a16="http://schemas.microsoft.com/office/drawing/2014/main" id="{AC1783A6-FE23-47AF-BBEB-35DF5D8A346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120738" y="1246541"/>
            <a:ext cx="844550" cy="484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4" name="MathType 6.0 Equation" r:id="rId12" imgW="634680" imgH="330120" progId="Equation.DSMT4">
                    <p:embed/>
                  </p:oleObj>
                </mc:Choice>
                <mc:Fallback>
                  <p:oleObj name="MathType 6.0 Equation" r:id="rId12" imgW="634680" imgH="330120" progId="Equation.DSMT4">
                    <p:embed/>
                    <p:pic>
                      <p:nvPicPr>
                        <p:cNvPr id="38" name="Object 16">
                          <a:extLst>
                            <a:ext uri="{FF2B5EF4-FFF2-40B4-BE49-F238E27FC236}">
                              <a16:creationId xmlns:a16="http://schemas.microsoft.com/office/drawing/2014/main" id="{AC1783A6-FE23-47AF-BBEB-35DF5D8A34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0738" y="1246541"/>
                          <a:ext cx="844550" cy="4847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6">
            <a:extLst>
              <a:ext uri="{FF2B5EF4-FFF2-40B4-BE49-F238E27FC236}">
                <a16:creationId xmlns:a16="http://schemas.microsoft.com/office/drawing/2014/main" id="{A2B09812-9184-4825-8DBB-267E8BA40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79" y="2114228"/>
            <a:ext cx="4952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对应的小弧段的长度近似于切线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2762" y="2591729"/>
            <a:ext cx="21838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</a:rPr>
              <a:t>段的长度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32BEC4-C54A-48F8-9F2E-9ACD02588EE3}"/>
              </a:ext>
            </a:extLst>
          </p:cNvPr>
          <p:cNvGrpSpPr/>
          <p:nvPr/>
        </p:nvGrpSpPr>
        <p:grpSpPr>
          <a:xfrm>
            <a:off x="827584" y="625054"/>
            <a:ext cx="3246733" cy="457200"/>
            <a:chOff x="926901" y="867354"/>
            <a:chExt cx="3246733" cy="457200"/>
          </a:xfrm>
        </p:grpSpPr>
        <p:graphicFrame>
          <p:nvGraphicFramePr>
            <p:cNvPr id="29704" name="Object 16">
              <a:extLst>
                <a:ext uri="{FF2B5EF4-FFF2-40B4-BE49-F238E27FC236}">
                  <a16:creationId xmlns:a16="http://schemas.microsoft.com/office/drawing/2014/main" id="{73F0AB72-FD25-4536-A32C-D307A95B374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420909" y="961473"/>
            <a:ext cx="27527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5" name="MathType 6.0 Equation" r:id="rId14" imgW="3098520" imgH="342720" progId="Equation.DSMT4">
                    <p:embed/>
                  </p:oleObj>
                </mc:Choice>
                <mc:Fallback>
                  <p:oleObj name="MathType 6.0 Equation" r:id="rId14" imgW="3098520" imgH="342720" progId="Equation.DSMT4">
                    <p:embed/>
                    <p:pic>
                      <p:nvPicPr>
                        <p:cNvPr id="29704" name="Object 16">
                          <a:extLst>
                            <a:ext uri="{FF2B5EF4-FFF2-40B4-BE49-F238E27FC236}">
                              <a16:creationId xmlns:a16="http://schemas.microsoft.com/office/drawing/2014/main" id="{73F0AB72-FD25-4536-A32C-D307A95B37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909" y="961473"/>
                          <a:ext cx="27527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323190D6-B5E7-4DFA-9FAA-1D238E09BF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26901" y="867354"/>
              <a:ext cx="571225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</p:grpSp>
      <p:sp>
        <p:nvSpPr>
          <p:cNvPr id="47" name="Rectangle 10">
            <a:extLst>
              <a:ext uri="{FF2B5EF4-FFF2-40B4-BE49-F238E27FC236}">
                <a16:creationId xmlns:a16="http://schemas.microsoft.com/office/drawing/2014/main" id="{3C1C5A74-563F-4103-B224-6B13F243FC08}"/>
              </a:ext>
            </a:extLst>
          </p:cNvPr>
          <p:cNvSpPr txBox="1">
            <a:spLocks noChangeArrowheads="1"/>
          </p:cNvSpPr>
          <p:nvPr/>
        </p:nvSpPr>
        <p:spPr>
          <a:xfrm>
            <a:off x="6354042" y="616851"/>
            <a:ext cx="242616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上具有一阶连续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419A3B-128F-4107-A5A2-DC7BAB867CAB}"/>
              </a:ext>
            </a:extLst>
          </p:cNvPr>
          <p:cNvGrpSpPr/>
          <p:nvPr/>
        </p:nvGrpSpPr>
        <p:grpSpPr>
          <a:xfrm>
            <a:off x="107824" y="1119593"/>
            <a:ext cx="3284740" cy="463792"/>
            <a:chOff x="207141" y="1361893"/>
            <a:chExt cx="3284740" cy="463792"/>
          </a:xfrm>
        </p:grpSpPr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A715E2EB-BBB1-4087-9B36-7641805D1C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7141" y="1361893"/>
              <a:ext cx="1862959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导数，求弧</a:t>
              </a:r>
            </a:p>
          </p:txBody>
        </p:sp>
        <p:graphicFrame>
          <p:nvGraphicFramePr>
            <p:cNvPr id="49" name="Object 16">
              <a:extLst>
                <a:ext uri="{FF2B5EF4-FFF2-40B4-BE49-F238E27FC236}">
                  <a16:creationId xmlns:a16="http://schemas.microsoft.com/office/drawing/2014/main" id="{9B72BF3D-5E0C-4B10-9B28-74859EA27C6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42108" y="1476934"/>
            <a:ext cx="203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6" name="MathType 6.0 Equation" r:id="rId16" imgW="228600" imgH="266400" progId="Equation.DSMT4">
                    <p:embed/>
                  </p:oleObj>
                </mc:Choice>
                <mc:Fallback>
                  <p:oleObj name="MathType 6.0 Equation" r:id="rId16" imgW="228600" imgH="266400" progId="Equation.DSMT4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9B72BF3D-5E0C-4B10-9B28-74859EA27C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2108" y="1476934"/>
                          <a:ext cx="2032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56DE54B0-459A-418D-B2EC-389FDA49241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110167" y="1368485"/>
              <a:ext cx="1381714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的长度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1DF4AC0-5085-4D8D-BA46-61CA41F13B1D}"/>
              </a:ext>
            </a:extLst>
          </p:cNvPr>
          <p:cNvGrpSpPr/>
          <p:nvPr/>
        </p:nvGrpSpPr>
        <p:grpSpPr>
          <a:xfrm>
            <a:off x="753762" y="1598376"/>
            <a:ext cx="4241209" cy="461666"/>
            <a:chOff x="486853" y="1554546"/>
            <a:chExt cx="4241209" cy="461666"/>
          </a:xfrm>
        </p:grpSpPr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id="{A4AB626E-AC58-465D-8B8F-99DC72C6B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328" y="1554546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53" name="Object 7">
              <a:extLst>
                <a:ext uri="{FF2B5EF4-FFF2-40B4-BE49-F238E27FC236}">
                  <a16:creationId xmlns:a16="http://schemas.microsoft.com/office/drawing/2014/main" id="{B6CEC9FD-568A-4F2E-B740-A9DE30DDAF1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08849" y="1626808"/>
            <a:ext cx="1319213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7" name="Equation" r:id="rId18" imgW="1320480" imgH="342720" progId="Equation.DSMT4">
                    <p:embed/>
                  </p:oleObj>
                </mc:Choice>
                <mc:Fallback>
                  <p:oleObj name="Equation" r:id="rId18" imgW="1320480" imgH="342720" progId="Equation.DSMT4">
                    <p:embed/>
                    <p:pic>
                      <p:nvPicPr>
                        <p:cNvPr id="53" name="Object 7">
                          <a:extLst>
                            <a:ext uri="{FF2B5EF4-FFF2-40B4-BE49-F238E27FC236}">
                              <a16:creationId xmlns:a16="http://schemas.microsoft.com/office/drawing/2014/main" id="{B6CEC9FD-568A-4F2E-B740-A9DE30DDAF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849" y="1626808"/>
                          <a:ext cx="1319213" cy="388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5">
              <a:extLst>
                <a:ext uri="{FF2B5EF4-FFF2-40B4-BE49-F238E27FC236}">
                  <a16:creationId xmlns:a16="http://schemas.microsoft.com/office/drawing/2014/main" id="{6EEB7393-1F38-4668-86BF-C8A3D5541E1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09154" y="1626069"/>
            <a:ext cx="636588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8" name="MathType 6.0 Equation" r:id="rId20" imgW="634680" imgH="330120" progId="Equation.DSMT4">
                    <p:embed/>
                  </p:oleObj>
                </mc:Choice>
                <mc:Fallback>
                  <p:oleObj name="MathType 6.0 Equation" r:id="rId20" imgW="634680" imgH="330120" progId="Equation.DSMT4">
                    <p:embed/>
                    <p:pic>
                      <p:nvPicPr>
                        <p:cNvPr id="54" name="Object 5">
                          <a:extLst>
                            <a:ext uri="{FF2B5EF4-FFF2-40B4-BE49-F238E27FC236}">
                              <a16:creationId xmlns:a16="http://schemas.microsoft.com/office/drawing/2014/main" id="{6EEB7393-1F38-4668-86BF-C8A3D5541E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154" y="1626069"/>
                          <a:ext cx="636588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16">
              <a:extLst>
                <a:ext uri="{FF2B5EF4-FFF2-40B4-BE49-F238E27FC236}">
                  <a16:creationId xmlns:a16="http://schemas.microsoft.com/office/drawing/2014/main" id="{198A8088-EB36-4ABA-B5F9-49BEFAB38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53" y="1554547"/>
              <a:ext cx="5246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CB41F57-0E62-43E9-9326-51A3DC330927}"/>
              </a:ext>
            </a:extLst>
          </p:cNvPr>
          <p:cNvGrpSpPr/>
          <p:nvPr/>
        </p:nvGrpSpPr>
        <p:grpSpPr>
          <a:xfrm>
            <a:off x="7010505" y="2412534"/>
            <a:ext cx="571500" cy="1340518"/>
            <a:chOff x="6079656" y="1971919"/>
            <a:chExt cx="571500" cy="134051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A5450D97-00E7-4D48-B8CE-9EC6B00C2948}"/>
                </a:ext>
              </a:extLst>
            </p:cNvPr>
            <p:cNvCxnSpPr/>
            <p:nvPr/>
          </p:nvCxnSpPr>
          <p:spPr>
            <a:xfrm>
              <a:off x="6338497" y="1971919"/>
              <a:ext cx="0" cy="10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0FEA9BC6-04CC-4EEB-989D-B8D40B0E631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079656" y="3058437"/>
            <a:ext cx="5715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99" name="MathType 6.0 Equation" r:id="rId22" imgW="571320" imgH="253800" progId="Equation.DSMT4">
                    <p:embed/>
                  </p:oleObj>
                </mc:Choice>
                <mc:Fallback>
                  <p:oleObj name="MathType 6.0 Equation" r:id="rId22" imgW="571320" imgH="253800" progId="Equation.DSMT4">
                    <p:embed/>
                    <p:pic>
                      <p:nvPicPr>
                        <p:cNvPr id="59" name="Object 24">
                          <a:extLst>
                            <a:ext uri="{FF2B5EF4-FFF2-40B4-BE49-F238E27FC236}">
                              <a16:creationId xmlns:a16="http://schemas.microsoft.com/office/drawing/2014/main" id="{0FEA9BC6-04CC-4EEB-989D-B8D40B0E63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9656" y="3058437"/>
                          <a:ext cx="5715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94978A4C-79BB-4696-8CD0-418AFBB64EDF}"/>
              </a:ext>
            </a:extLst>
          </p:cNvPr>
          <p:cNvGrpSpPr/>
          <p:nvPr/>
        </p:nvGrpSpPr>
        <p:grpSpPr>
          <a:xfrm>
            <a:off x="6696512" y="2954451"/>
            <a:ext cx="177800" cy="790688"/>
            <a:chOff x="6262057" y="2533513"/>
            <a:chExt cx="177800" cy="790688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7A027FA-F04A-4960-A924-1FD855B8492E}"/>
                </a:ext>
              </a:extLst>
            </p:cNvPr>
            <p:cNvCxnSpPr/>
            <p:nvPr/>
          </p:nvCxnSpPr>
          <p:spPr>
            <a:xfrm>
              <a:off x="6338497" y="2533513"/>
              <a:ext cx="0" cy="54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2" name="Object 24">
              <a:extLst>
                <a:ext uri="{FF2B5EF4-FFF2-40B4-BE49-F238E27FC236}">
                  <a16:creationId xmlns:a16="http://schemas.microsoft.com/office/drawing/2014/main" id="{781F4AC7-F2B8-49F5-9C5B-A993F0183E2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262057" y="313370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00" name="MathType 6.0 Equation" r:id="rId24" imgW="177480" imgH="190440" progId="Equation.DSMT4">
                    <p:embed/>
                  </p:oleObj>
                </mc:Choice>
                <mc:Fallback>
                  <p:oleObj name="MathType 6.0 Equation" r:id="rId24" imgW="177480" imgH="190440" progId="Equation.DSMT4">
                    <p:embed/>
                    <p:pic>
                      <p:nvPicPr>
                        <p:cNvPr id="62" name="Object 24">
                          <a:extLst>
                            <a:ext uri="{FF2B5EF4-FFF2-40B4-BE49-F238E27FC236}">
                              <a16:creationId xmlns:a16="http://schemas.microsoft.com/office/drawing/2014/main" id="{781F4AC7-F2B8-49F5-9C5B-A993F0183E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2057" y="3133701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4B9C17F-B296-402F-8C46-EFCA325ECB38}"/>
              </a:ext>
            </a:extLst>
          </p:cNvPr>
          <p:cNvGrpSpPr>
            <a:grpSpLocks/>
          </p:cNvGrpSpPr>
          <p:nvPr/>
        </p:nvGrpSpPr>
        <p:grpSpPr bwMode="auto">
          <a:xfrm>
            <a:off x="5588103" y="1478793"/>
            <a:ext cx="2917028" cy="2362825"/>
            <a:chOff x="6403519" y="2727430"/>
            <a:chExt cx="3314049" cy="2816027"/>
          </a:xfrm>
        </p:grpSpPr>
        <p:graphicFrame>
          <p:nvGraphicFramePr>
            <p:cNvPr id="64" name="Object 21">
              <a:extLst>
                <a:ext uri="{FF2B5EF4-FFF2-40B4-BE49-F238E27FC236}">
                  <a16:creationId xmlns:a16="http://schemas.microsoft.com/office/drawing/2014/main" id="{CB75C4FA-69FF-4CBD-9AB0-435C0226C93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9515932" y="5162926"/>
            <a:ext cx="201636" cy="226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01" name="Equation" r:id="rId26" imgW="177480" imgH="190440" progId="Equation.DSMT4">
                    <p:embed/>
                  </p:oleObj>
                </mc:Choice>
                <mc:Fallback>
                  <p:oleObj name="Equation" r:id="rId26" imgW="177480" imgH="190440" progId="Equation.DSMT4">
                    <p:embed/>
                    <p:pic>
                      <p:nvPicPr>
                        <p:cNvPr id="64" name="Object 21">
                          <a:extLst>
                            <a:ext uri="{FF2B5EF4-FFF2-40B4-BE49-F238E27FC236}">
                              <a16:creationId xmlns:a16="http://schemas.microsoft.com/office/drawing/2014/main" id="{CB75C4FA-69FF-4CBD-9AB0-435C0226C9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15932" y="5162926"/>
                          <a:ext cx="201636" cy="2269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Line 22">
              <a:extLst>
                <a:ext uri="{FF2B5EF4-FFF2-40B4-BE49-F238E27FC236}">
                  <a16:creationId xmlns:a16="http://schemas.microsoft.com/office/drawing/2014/main" id="{03FF7739-21EC-4C84-B67F-CF8445175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3519" y="5132443"/>
              <a:ext cx="32760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3">
              <a:extLst>
                <a:ext uri="{FF2B5EF4-FFF2-40B4-BE49-F238E27FC236}">
                  <a16:creationId xmlns:a16="http://schemas.microsoft.com/office/drawing/2014/main" id="{16CF11BD-FC33-4196-AE7C-A05DA0764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6241" y="2777243"/>
              <a:ext cx="0" cy="27383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graphicFrame>
          <p:nvGraphicFramePr>
            <p:cNvPr id="67" name="Object 26">
              <a:extLst>
                <a:ext uri="{FF2B5EF4-FFF2-40B4-BE49-F238E27FC236}">
                  <a16:creationId xmlns:a16="http://schemas.microsoft.com/office/drawing/2014/main" id="{42E8CE4E-39C2-4551-A70F-D08828790CF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36269" y="2727430"/>
            <a:ext cx="216360" cy="287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02" name="Equation" r:id="rId28" imgW="190440" imgH="241200" progId="Equation.DSMT4">
                    <p:embed/>
                  </p:oleObj>
                </mc:Choice>
                <mc:Fallback>
                  <p:oleObj name="Equation" r:id="rId28" imgW="190440" imgH="241200" progId="Equation.DSMT4">
                    <p:embed/>
                    <p:pic>
                      <p:nvPicPr>
                        <p:cNvPr id="67" name="Object 26">
                          <a:extLst>
                            <a:ext uri="{FF2B5EF4-FFF2-40B4-BE49-F238E27FC236}">
                              <a16:creationId xmlns:a16="http://schemas.microsoft.com/office/drawing/2014/main" id="{42E8CE4E-39C2-4551-A70F-D08828790C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6269" y="2727430"/>
                          <a:ext cx="216360" cy="287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27">
              <a:extLst>
                <a:ext uri="{FF2B5EF4-FFF2-40B4-BE49-F238E27FC236}">
                  <a16:creationId xmlns:a16="http://schemas.microsoft.com/office/drawing/2014/main" id="{EA29C978-D811-407E-80A0-026A213FCC2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74720" y="5255993"/>
            <a:ext cx="259712" cy="287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03" name="Equation" r:id="rId30" imgW="228600" imgH="241200" progId="Equation.DSMT4">
                    <p:embed/>
                  </p:oleObj>
                </mc:Choice>
                <mc:Fallback>
                  <p:oleObj name="Equation" r:id="rId30" imgW="228600" imgH="241200" progId="Equation.DSMT4">
                    <p:embed/>
                    <p:pic>
                      <p:nvPicPr>
                        <p:cNvPr id="68" name="Object 27">
                          <a:extLst>
                            <a:ext uri="{FF2B5EF4-FFF2-40B4-BE49-F238E27FC236}">
                              <a16:creationId xmlns:a16="http://schemas.microsoft.com/office/drawing/2014/main" id="{EA29C978-D811-407E-80A0-026A213FCC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4720" y="5255993"/>
                          <a:ext cx="259712" cy="287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736C3992-8CF0-4E3A-AD35-6823BE3C85C3}"/>
              </a:ext>
            </a:extLst>
          </p:cNvPr>
          <p:cNvSpPr/>
          <p:nvPr/>
        </p:nvSpPr>
        <p:spPr>
          <a:xfrm rot="21198190">
            <a:off x="5966181" y="1326860"/>
            <a:ext cx="1835184" cy="1694199"/>
          </a:xfrm>
          <a:custGeom>
            <a:avLst/>
            <a:gdLst>
              <a:gd name="connsiteX0" fmla="*/ 0 w 1899138"/>
              <a:gd name="connsiteY0" fmla="*/ 1559170 h 1559170"/>
              <a:gd name="connsiteX1" fmla="*/ 1090246 w 1899138"/>
              <a:gd name="connsiteY1" fmla="*/ 1289539 h 1559170"/>
              <a:gd name="connsiteX2" fmla="*/ 1899138 w 1899138"/>
              <a:gd name="connsiteY2" fmla="*/ 0 h 155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9138" h="1559170">
                <a:moveTo>
                  <a:pt x="0" y="1559170"/>
                </a:moveTo>
                <a:cubicBezTo>
                  <a:pt x="386861" y="1554285"/>
                  <a:pt x="773723" y="1549401"/>
                  <a:pt x="1090246" y="1289539"/>
                </a:cubicBezTo>
                <a:cubicBezTo>
                  <a:pt x="1406769" y="1029677"/>
                  <a:pt x="1652953" y="514838"/>
                  <a:pt x="1899138" y="0"/>
                </a:cubicBezTo>
              </a:path>
            </a:pathLst>
          </a:custGeom>
          <a:noFill/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0" name="Object 24">
            <a:extLst>
              <a:ext uri="{FF2B5EF4-FFF2-40B4-BE49-F238E27FC236}">
                <a16:creationId xmlns:a16="http://schemas.microsoft.com/office/drawing/2014/main" id="{D0895EEF-EFE1-4E55-921B-FB9B20E14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46436"/>
              </p:ext>
            </p:extLst>
          </p:nvPr>
        </p:nvGraphicFramePr>
        <p:xfrm>
          <a:off x="6366571" y="1724613"/>
          <a:ext cx="927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4" name="Equation" r:id="rId32" imgW="927000" imgH="304560" progId="Equation.DSMT4">
                  <p:embed/>
                </p:oleObj>
              </mc:Choice>
              <mc:Fallback>
                <p:oleObj name="Equation" r:id="rId32" imgW="927000" imgH="304560" progId="Equation.DSMT4">
                  <p:embed/>
                  <p:pic>
                    <p:nvPicPr>
                      <p:cNvPr id="70" name="Object 24">
                        <a:extLst>
                          <a:ext uri="{FF2B5EF4-FFF2-40B4-BE49-F238E27FC236}">
                            <a16:creationId xmlns:a16="http://schemas.microsoft.com/office/drawing/2014/main" id="{D0895EEF-EFE1-4E55-921B-FB9B20E14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6571" y="1724613"/>
                        <a:ext cx="927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A4B7D012-6EEC-4A57-871C-3BABF171E51F}"/>
              </a:ext>
            </a:extLst>
          </p:cNvPr>
          <p:cNvCxnSpPr>
            <a:cxnSpLocks/>
          </p:cNvCxnSpPr>
          <p:nvPr/>
        </p:nvCxnSpPr>
        <p:spPr>
          <a:xfrm flipV="1">
            <a:off x="6444356" y="2201354"/>
            <a:ext cx="1709929" cy="92093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841515CC-5F68-4470-A03C-A02B007514AD}"/>
              </a:ext>
            </a:extLst>
          </p:cNvPr>
          <p:cNvSpPr/>
          <p:nvPr/>
        </p:nvSpPr>
        <p:spPr>
          <a:xfrm>
            <a:off x="6622979" y="277441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  <p:graphicFrame>
        <p:nvGraphicFramePr>
          <p:cNvPr id="73" name="Object 24">
            <a:extLst>
              <a:ext uri="{FF2B5EF4-FFF2-40B4-BE49-F238E27FC236}">
                <a16:creationId xmlns:a16="http://schemas.microsoft.com/office/drawing/2014/main" id="{43C8FDBB-7543-4B38-B5BB-26CD67966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671396"/>
              </p:ext>
            </p:extLst>
          </p:nvPr>
        </p:nvGraphicFramePr>
        <p:xfrm>
          <a:off x="6570143" y="2678363"/>
          <a:ext cx="279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5" name="Equation" r:id="rId34" imgW="279360" imgH="215640" progId="Equation.DSMT4">
                  <p:embed/>
                </p:oleObj>
              </mc:Choice>
              <mc:Fallback>
                <p:oleObj name="Equation" r:id="rId34" imgW="279360" imgH="215640" progId="Equation.DSMT4">
                  <p:embed/>
                  <p:pic>
                    <p:nvPicPr>
                      <p:cNvPr id="73" name="Object 24">
                        <a:extLst>
                          <a:ext uri="{FF2B5EF4-FFF2-40B4-BE49-F238E27FC236}">
                            <a16:creationId xmlns:a16="http://schemas.microsoft.com/office/drawing/2014/main" id="{43C8FDBB-7543-4B38-B5BB-26CD67966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143" y="2678363"/>
                        <a:ext cx="279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4">
            <a:extLst>
              <a:ext uri="{FF2B5EF4-FFF2-40B4-BE49-F238E27FC236}">
                <a16:creationId xmlns:a16="http://schemas.microsoft.com/office/drawing/2014/main" id="{80C84C77-573B-4009-A5B3-BE758C9D3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859478"/>
              </p:ext>
            </p:extLst>
          </p:nvPr>
        </p:nvGraphicFramePr>
        <p:xfrm>
          <a:off x="7055918" y="2173538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6" name="Equation" r:id="rId36" imgW="228600" imgH="228600" progId="Equation.DSMT4">
                  <p:embed/>
                </p:oleObj>
              </mc:Choice>
              <mc:Fallback>
                <p:oleObj name="Equation" r:id="rId36" imgW="228600" imgH="228600" progId="Equation.DSMT4">
                  <p:embed/>
                  <p:pic>
                    <p:nvPicPr>
                      <p:cNvPr id="74" name="Object 24">
                        <a:extLst>
                          <a:ext uri="{FF2B5EF4-FFF2-40B4-BE49-F238E27FC236}">
                            <a16:creationId xmlns:a16="http://schemas.microsoft.com/office/drawing/2014/main" id="{80C84C77-573B-4009-A5B3-BE758C9D3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918" y="2173538"/>
                        <a:ext cx="2286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矩形 74">
            <a:extLst>
              <a:ext uri="{FF2B5EF4-FFF2-40B4-BE49-F238E27FC236}">
                <a16:creationId xmlns:a16="http://schemas.microsoft.com/office/drawing/2014/main" id="{87CA4C12-36AD-48DB-BAD7-B0E5682BAD7E}"/>
              </a:ext>
            </a:extLst>
          </p:cNvPr>
          <p:cNvSpPr/>
          <p:nvPr/>
        </p:nvSpPr>
        <p:spPr>
          <a:xfrm>
            <a:off x="7119963" y="22154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9297500-E549-40BD-8B3A-6375B612336F}"/>
              </a:ext>
            </a:extLst>
          </p:cNvPr>
          <p:cNvCxnSpPr/>
          <p:nvPr/>
        </p:nvCxnSpPr>
        <p:spPr>
          <a:xfrm>
            <a:off x="6772952" y="3370513"/>
            <a:ext cx="49391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Object 24">
            <a:extLst>
              <a:ext uri="{FF2B5EF4-FFF2-40B4-BE49-F238E27FC236}">
                <a16:creationId xmlns:a16="http://schemas.microsoft.com/office/drawing/2014/main" id="{266CD274-4CB4-48BD-AF6B-F35694D64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370512"/>
              </p:ext>
            </p:extLst>
          </p:nvPr>
        </p:nvGraphicFramePr>
        <p:xfrm>
          <a:off x="6860283" y="3067638"/>
          <a:ext cx="317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7" name="MathType 6.0 Equation" r:id="rId38" imgW="317160" imgH="304560" progId="Equation.DSMT4">
                  <p:embed/>
                </p:oleObj>
              </mc:Choice>
              <mc:Fallback>
                <p:oleObj name="MathType 6.0 Equation" r:id="rId38" imgW="317160" imgH="304560" progId="Equation.DSMT4">
                  <p:embed/>
                  <p:pic>
                    <p:nvPicPr>
                      <p:cNvPr id="77" name="Object 24">
                        <a:extLst>
                          <a:ext uri="{FF2B5EF4-FFF2-40B4-BE49-F238E27FC236}">
                            <a16:creationId xmlns:a16="http://schemas.microsoft.com/office/drawing/2014/main" id="{266CD274-4CB4-48BD-AF6B-F35694D64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0283" y="3067638"/>
                        <a:ext cx="3175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4">
            <a:extLst>
              <a:ext uri="{FF2B5EF4-FFF2-40B4-BE49-F238E27FC236}">
                <a16:creationId xmlns:a16="http://schemas.microsoft.com/office/drawing/2014/main" id="{A784B7DF-1AEA-41E3-8F17-9719A355A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445761"/>
              </p:ext>
            </p:extLst>
          </p:nvPr>
        </p:nvGraphicFramePr>
        <p:xfrm>
          <a:off x="7992543" y="1967163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8" name="Equation" r:id="rId40" imgW="203040" imgH="228600" progId="Equation.DSMT4">
                  <p:embed/>
                </p:oleObj>
              </mc:Choice>
              <mc:Fallback>
                <p:oleObj name="Equation" r:id="rId40" imgW="203040" imgH="228600" progId="Equation.DSMT4">
                  <p:embed/>
                  <p:pic>
                    <p:nvPicPr>
                      <p:cNvPr id="79" name="Object 24">
                        <a:extLst>
                          <a:ext uri="{FF2B5EF4-FFF2-40B4-BE49-F238E27FC236}">
                            <a16:creationId xmlns:a16="http://schemas.microsoft.com/office/drawing/2014/main" id="{A784B7DF-1AEA-41E3-8F17-9719A355AF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2543" y="1967163"/>
                        <a:ext cx="203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EA97E6A3-FAAD-4053-B3D3-3CC8EC737A06}"/>
              </a:ext>
            </a:extLst>
          </p:cNvPr>
          <p:cNvCxnSpPr/>
          <p:nvPr/>
        </p:nvCxnSpPr>
        <p:spPr>
          <a:xfrm>
            <a:off x="7267075" y="2689448"/>
            <a:ext cx="360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4A5BD4B-9E48-4432-B366-CA73AE04BB8E}"/>
              </a:ext>
            </a:extLst>
          </p:cNvPr>
          <p:cNvCxnSpPr/>
          <p:nvPr/>
        </p:nvCxnSpPr>
        <p:spPr>
          <a:xfrm>
            <a:off x="7401193" y="2692590"/>
            <a:ext cx="0" cy="2599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Object 24">
            <a:extLst>
              <a:ext uri="{FF2B5EF4-FFF2-40B4-BE49-F238E27FC236}">
                <a16:creationId xmlns:a16="http://schemas.microsoft.com/office/drawing/2014/main" id="{731F2B89-AEBD-49E5-BB6F-6A1714EBA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981728"/>
              </p:ext>
            </p:extLst>
          </p:nvPr>
        </p:nvGraphicFramePr>
        <p:xfrm>
          <a:off x="7433941" y="2684713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09" name="Equation" r:id="rId42" imgW="291960" imgH="304560" progId="Equation.DSMT4">
                  <p:embed/>
                </p:oleObj>
              </mc:Choice>
              <mc:Fallback>
                <p:oleObj name="Equation" r:id="rId42" imgW="291960" imgH="304560" progId="Equation.DSMT4">
                  <p:embed/>
                  <p:pic>
                    <p:nvPicPr>
                      <p:cNvPr id="84" name="Object 24">
                        <a:extLst>
                          <a:ext uri="{FF2B5EF4-FFF2-40B4-BE49-F238E27FC236}">
                            <a16:creationId xmlns:a16="http://schemas.microsoft.com/office/drawing/2014/main" id="{731F2B89-AEBD-49E5-BB6F-6A1714EBA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3941" y="2684713"/>
                        <a:ext cx="292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26D3AFAC-7EEB-4441-A2ED-95A44169EEFA}"/>
              </a:ext>
            </a:extLst>
          </p:cNvPr>
          <p:cNvCxnSpPr/>
          <p:nvPr/>
        </p:nvCxnSpPr>
        <p:spPr>
          <a:xfrm>
            <a:off x="6772351" y="2959245"/>
            <a:ext cx="86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Object 24">
            <a:extLst>
              <a:ext uri="{FF2B5EF4-FFF2-40B4-BE49-F238E27FC236}">
                <a16:creationId xmlns:a16="http://schemas.microsoft.com/office/drawing/2014/main" id="{09E04C47-B1D3-4137-824D-B8DB3CBB7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427519"/>
              </p:ext>
            </p:extLst>
          </p:nvPr>
        </p:nvGraphicFramePr>
        <p:xfrm>
          <a:off x="7265150" y="2985386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10" name="Equation" r:id="rId44" imgW="190440" imgH="215640" progId="Equation.DSMT4">
                  <p:embed/>
                </p:oleObj>
              </mc:Choice>
              <mc:Fallback>
                <p:oleObj name="Equation" r:id="rId44" imgW="190440" imgH="215640" progId="Equation.DSMT4">
                  <p:embed/>
                  <p:pic>
                    <p:nvPicPr>
                      <p:cNvPr id="86" name="Object 24">
                        <a:extLst>
                          <a:ext uri="{FF2B5EF4-FFF2-40B4-BE49-F238E27FC236}">
                            <a16:creationId xmlns:a16="http://schemas.microsoft.com/office/drawing/2014/main" id="{09E04C47-B1D3-4137-824D-B8DB3CBB7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150" y="2985386"/>
                        <a:ext cx="1905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24">
            <a:extLst>
              <a:ext uri="{FF2B5EF4-FFF2-40B4-BE49-F238E27FC236}">
                <a16:creationId xmlns:a16="http://schemas.microsoft.com/office/drawing/2014/main" id="{6CFDF0A6-6AAF-4B09-AB3A-A342AA169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314328"/>
              </p:ext>
            </p:extLst>
          </p:nvPr>
        </p:nvGraphicFramePr>
        <p:xfrm>
          <a:off x="7263880" y="2394201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11" name="Equation" r:id="rId46" imgW="203040" imgH="266400" progId="Equation.DSMT4">
                  <p:embed/>
                </p:oleObj>
              </mc:Choice>
              <mc:Fallback>
                <p:oleObj name="Equation" r:id="rId46" imgW="203040" imgH="266400" progId="Equation.DSMT4">
                  <p:embed/>
                  <p:pic>
                    <p:nvPicPr>
                      <p:cNvPr id="87" name="Object 24">
                        <a:extLst>
                          <a:ext uri="{FF2B5EF4-FFF2-40B4-BE49-F238E27FC236}">
                            <a16:creationId xmlns:a16="http://schemas.microsoft.com/office/drawing/2014/main" id="{6CFDF0A6-6AAF-4B09-AB3A-A342AA169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3880" y="2394201"/>
                        <a:ext cx="2032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66DB652D-3B17-4AF6-9CDA-C970146AB258}"/>
              </a:ext>
            </a:extLst>
          </p:cNvPr>
          <p:cNvGrpSpPr/>
          <p:nvPr/>
        </p:nvGrpSpPr>
        <p:grpSpPr>
          <a:xfrm>
            <a:off x="6002422" y="3110998"/>
            <a:ext cx="177800" cy="628152"/>
            <a:chOff x="6101739" y="3353298"/>
            <a:chExt cx="177800" cy="628152"/>
          </a:xfrm>
        </p:grpSpPr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2F7A7F0-B5AB-41A7-BBFF-8828E9136876}"/>
                </a:ext>
              </a:extLst>
            </p:cNvPr>
            <p:cNvCxnSpPr>
              <a:cxnSpLocks/>
            </p:cNvCxnSpPr>
            <p:nvPr/>
          </p:nvCxnSpPr>
          <p:spPr>
            <a:xfrm>
              <a:off x="6173108" y="3353298"/>
              <a:ext cx="0" cy="38153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1" name="Object 24">
              <a:extLst>
                <a:ext uri="{FF2B5EF4-FFF2-40B4-BE49-F238E27FC236}">
                  <a16:creationId xmlns:a16="http://schemas.microsoft.com/office/drawing/2014/main" id="{7BE3F37B-42D2-40FC-81EE-73E09E8F502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01739" y="379095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12" name="MathType 6.0 Equation" r:id="rId48" imgW="177480" imgH="190440" progId="Equation.DSMT4">
                    <p:embed/>
                  </p:oleObj>
                </mc:Choice>
                <mc:Fallback>
                  <p:oleObj name="MathType 6.0 Equation" r:id="rId48" imgW="177480" imgH="190440" progId="Equation.DSMT4">
                    <p:embed/>
                    <p:pic>
                      <p:nvPicPr>
                        <p:cNvPr id="91" name="Object 24">
                          <a:extLst>
                            <a:ext uri="{FF2B5EF4-FFF2-40B4-BE49-F238E27FC236}">
                              <a16:creationId xmlns:a16="http://schemas.microsoft.com/office/drawing/2014/main" id="{7BE3F37B-42D2-40FC-81EE-73E09E8F50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1739" y="379095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53DFE5D-D8D7-4F6F-BA05-1A57715548AD}"/>
              </a:ext>
            </a:extLst>
          </p:cNvPr>
          <p:cNvGrpSpPr/>
          <p:nvPr/>
        </p:nvGrpSpPr>
        <p:grpSpPr>
          <a:xfrm>
            <a:off x="7634409" y="1223715"/>
            <a:ext cx="165100" cy="2549215"/>
            <a:chOff x="7734656" y="1446137"/>
            <a:chExt cx="165100" cy="2549215"/>
          </a:xfrm>
        </p:grpSpPr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B59C65C-CB7C-4043-B330-D85F7B8ED097}"/>
                </a:ext>
              </a:extLst>
            </p:cNvPr>
            <p:cNvCxnSpPr>
              <a:cxnSpLocks/>
            </p:cNvCxnSpPr>
            <p:nvPr/>
          </p:nvCxnSpPr>
          <p:spPr>
            <a:xfrm>
              <a:off x="7800940" y="1446137"/>
              <a:ext cx="0" cy="22886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2" name="Object 24">
              <a:extLst>
                <a:ext uri="{FF2B5EF4-FFF2-40B4-BE49-F238E27FC236}">
                  <a16:creationId xmlns:a16="http://schemas.microsoft.com/office/drawing/2014/main" id="{CCDF4AB7-C38F-4997-9E8F-377CB9E60FD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34656" y="3741352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513" name="MathType 6.0 Equation" r:id="rId50" imgW="164880" imgH="253800" progId="Equation.DSMT4">
                    <p:embed/>
                  </p:oleObj>
                </mc:Choice>
                <mc:Fallback>
                  <p:oleObj name="MathType 6.0 Equation" r:id="rId50" imgW="164880" imgH="253800" progId="Equation.DSMT4">
                    <p:embed/>
                    <p:pic>
                      <p:nvPicPr>
                        <p:cNvPr id="92" name="Object 24">
                          <a:extLst>
                            <a:ext uri="{FF2B5EF4-FFF2-40B4-BE49-F238E27FC236}">
                              <a16:creationId xmlns:a16="http://schemas.microsoft.com/office/drawing/2014/main" id="{CCDF4AB7-C38F-4997-9E8F-377CB9E60F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4656" y="3741352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8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8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8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8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8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81267" grpId="0" autoUpdateAnimBg="0"/>
      <p:bldP spid="181275" grpId="0" autoUpdateAnimBg="0"/>
      <p:bldP spid="44" grpId="0"/>
      <p:bldP spid="46" grpId="0"/>
      <p:bldP spid="47" grpId="0"/>
      <p:bldP spid="69" grpId="0" animBg="1"/>
      <p:bldP spid="72" grpId="0"/>
      <p:bldP spid="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>
            <a:extLst>
              <a:ext uri="{FF2B5EF4-FFF2-40B4-BE49-F238E27FC236}">
                <a16:creationId xmlns:a16="http://schemas.microsoft.com/office/drawing/2014/main" id="{C6AD5F7E-8AC2-40F9-881D-F96EF42388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7584" y="339502"/>
            <a:ext cx="4144282" cy="456284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曲线弧由参数方程给出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092F2A72-CF9A-4055-BDF9-FAFE475B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602" y="3752598"/>
            <a:ext cx="3528384" cy="666750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+mn-ea"/>
              <a:ea typeface="+mn-ea"/>
            </a:endParaRPr>
          </a:p>
        </p:txBody>
      </p:sp>
      <p:graphicFrame>
        <p:nvGraphicFramePr>
          <p:cNvPr id="30726" name="Object 4">
            <a:extLst>
              <a:ext uri="{FF2B5EF4-FFF2-40B4-BE49-F238E27FC236}">
                <a16:creationId xmlns:a16="http://schemas.microsoft.com/office/drawing/2014/main" id="{BF079499-00CC-4B11-A436-96CA51A28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490696"/>
              </p:ext>
            </p:extLst>
          </p:nvPr>
        </p:nvGraphicFramePr>
        <p:xfrm>
          <a:off x="3088835" y="839103"/>
          <a:ext cx="30670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66" name="Equation" r:id="rId3" imgW="3174840" imgH="863280" progId="Equation.DSMT4">
                  <p:embed/>
                </p:oleObj>
              </mc:Choice>
              <mc:Fallback>
                <p:oleObj name="Equation" r:id="rId3" imgW="3174840" imgH="863280" progId="Equation.DSMT4">
                  <p:embed/>
                  <p:pic>
                    <p:nvPicPr>
                      <p:cNvPr id="30726" name="Object 4">
                        <a:extLst>
                          <a:ext uri="{FF2B5EF4-FFF2-40B4-BE49-F238E27FC236}">
                            <a16:creationId xmlns:a16="http://schemas.microsoft.com/office/drawing/2014/main" id="{BF079499-00CC-4B11-A436-96CA51A28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835" y="839103"/>
                        <a:ext cx="306705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7" name="Text Box 5">
            <a:extLst>
              <a:ext uri="{FF2B5EF4-FFF2-40B4-BE49-F238E27FC236}">
                <a16:creationId xmlns:a16="http://schemas.microsoft.com/office/drawing/2014/main" id="{EDB8F6BD-043A-4A2C-B94E-0D5FC7936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284" y="2351603"/>
            <a:ext cx="2940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弧长元素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弧微分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):</a:t>
            </a:r>
          </a:p>
        </p:txBody>
      </p:sp>
      <p:sp>
        <p:nvSpPr>
          <p:cNvPr id="182278" name="Text Box 6">
            <a:extLst>
              <a:ext uri="{FF2B5EF4-FFF2-40B4-BE49-F238E27FC236}">
                <a16:creationId xmlns:a16="http://schemas.microsoft.com/office/drawing/2014/main" id="{B70A239B-A677-43B1-AA81-4E9B0EE1F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190" y="3832156"/>
            <a:ext cx="10256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弧长：</a:t>
            </a:r>
          </a:p>
        </p:txBody>
      </p:sp>
      <p:graphicFrame>
        <p:nvGraphicFramePr>
          <p:cNvPr id="182279" name="Object 7">
            <a:extLst>
              <a:ext uri="{FF2B5EF4-FFF2-40B4-BE49-F238E27FC236}">
                <a16:creationId xmlns:a16="http://schemas.microsoft.com/office/drawing/2014/main" id="{E6D5B199-C872-462B-B3A9-263C7F85A4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387024"/>
              </p:ext>
            </p:extLst>
          </p:nvPr>
        </p:nvGraphicFramePr>
        <p:xfrm>
          <a:off x="2725306" y="3800323"/>
          <a:ext cx="312896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67" name="MathType 6.0 Equation" r:id="rId5" imgW="3085920" imgH="634680" progId="Equation.DSMT4">
                  <p:embed/>
                </p:oleObj>
              </mc:Choice>
              <mc:Fallback>
                <p:oleObj name="MathType 6.0 Equation" r:id="rId5" imgW="3085920" imgH="634680" progId="Equation.DSMT4">
                  <p:embed/>
                  <p:pic>
                    <p:nvPicPr>
                      <p:cNvPr id="182279" name="Object 7">
                        <a:extLst>
                          <a:ext uri="{FF2B5EF4-FFF2-40B4-BE49-F238E27FC236}">
                            <a16:creationId xmlns:a16="http://schemas.microsoft.com/office/drawing/2014/main" id="{E6D5B199-C872-462B-B3A9-263C7F85A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306" y="3800323"/>
                        <a:ext cx="3128962" cy="6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0" name="Object 8">
            <a:extLst>
              <a:ext uri="{FF2B5EF4-FFF2-40B4-BE49-F238E27FC236}">
                <a16:creationId xmlns:a16="http://schemas.microsoft.com/office/drawing/2014/main" id="{6DD78A48-6500-4F31-A692-D4BDD57CD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232242"/>
              </p:ext>
            </p:extLst>
          </p:nvPr>
        </p:nvGraphicFramePr>
        <p:xfrm>
          <a:off x="4320743" y="2908148"/>
          <a:ext cx="2476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68" name="MathType 6.0 Equation" r:id="rId7" imgW="2476440" imgH="495000" progId="Equation.DSMT4">
                  <p:embed/>
                </p:oleObj>
              </mc:Choice>
              <mc:Fallback>
                <p:oleObj name="MathType 6.0 Equation" r:id="rId7" imgW="2476440" imgH="495000" progId="Equation.DSMT4">
                  <p:embed/>
                  <p:pic>
                    <p:nvPicPr>
                      <p:cNvPr id="182280" name="Object 8">
                        <a:extLst>
                          <a:ext uri="{FF2B5EF4-FFF2-40B4-BE49-F238E27FC236}">
                            <a16:creationId xmlns:a16="http://schemas.microsoft.com/office/drawing/2014/main" id="{6DD78A48-6500-4F31-A692-D4BDD57CDB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743" y="2908148"/>
                        <a:ext cx="2476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1" name="Object 9">
            <a:extLst>
              <a:ext uri="{FF2B5EF4-FFF2-40B4-BE49-F238E27FC236}">
                <a16:creationId xmlns:a16="http://schemas.microsoft.com/office/drawing/2014/main" id="{AAC50A96-AE30-4F39-B8B3-A34C0D9D0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529241"/>
              </p:ext>
            </p:extLst>
          </p:nvPr>
        </p:nvGraphicFramePr>
        <p:xfrm>
          <a:off x="1816797" y="2907624"/>
          <a:ext cx="24114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69" name="Equation" r:id="rId9" imgW="2412720" imgH="495000" progId="Equation.DSMT4">
                  <p:embed/>
                </p:oleObj>
              </mc:Choice>
              <mc:Fallback>
                <p:oleObj name="Equation" r:id="rId9" imgW="2412720" imgH="495000" progId="Equation.DSMT4">
                  <p:embed/>
                  <p:pic>
                    <p:nvPicPr>
                      <p:cNvPr id="182281" name="Object 9">
                        <a:extLst>
                          <a:ext uri="{FF2B5EF4-FFF2-40B4-BE49-F238E27FC236}">
                            <a16:creationId xmlns:a16="http://schemas.microsoft.com/office/drawing/2014/main" id="{AAC50A96-AE30-4F39-B8B3-A34C0D9D0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797" y="2907624"/>
                        <a:ext cx="24114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00AF606E-283E-4ED5-A504-FE46400E947C}"/>
              </a:ext>
            </a:extLst>
          </p:cNvPr>
          <p:cNvGrpSpPr/>
          <p:nvPr/>
        </p:nvGrpSpPr>
        <p:grpSpPr>
          <a:xfrm>
            <a:off x="1114102" y="1777154"/>
            <a:ext cx="5455846" cy="476530"/>
            <a:chOff x="1124269" y="2464269"/>
            <a:chExt cx="7476528" cy="635371"/>
          </a:xfrm>
        </p:grpSpPr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A9A76DA5-DAEA-4D25-B19E-3C3947E13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269" y="2484088"/>
              <a:ext cx="1209282" cy="61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其中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1" name="Object 4">
              <a:extLst>
                <a:ext uri="{FF2B5EF4-FFF2-40B4-BE49-F238E27FC236}">
                  <a16:creationId xmlns:a16="http://schemas.microsoft.com/office/drawing/2014/main" id="{B6AD11FB-011A-4E5C-BC93-E5A3845F8C6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098815" y="2577183"/>
            <a:ext cx="1492367" cy="455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70" name="MathType 6.0 Equation" r:id="rId11" imgW="1168200" imgH="342720" progId="Equation.DSMT4">
                    <p:embed/>
                  </p:oleObj>
                </mc:Choice>
                <mc:Fallback>
                  <p:oleObj name="MathType 6.0 Equation" r:id="rId11" imgW="1168200" imgH="342720" progId="Equation.DSMT4">
                    <p:embed/>
                    <p:pic>
                      <p:nvPicPr>
                        <p:cNvPr id="21" name="Object 4">
                          <a:extLst>
                            <a:ext uri="{FF2B5EF4-FFF2-40B4-BE49-F238E27FC236}">
                              <a16:creationId xmlns:a16="http://schemas.microsoft.com/office/drawing/2014/main" id="{B6AD11FB-011A-4E5C-BC93-E5A3845F8C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815" y="2577183"/>
                          <a:ext cx="1492367" cy="4550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5">
              <a:extLst>
                <a:ext uri="{FF2B5EF4-FFF2-40B4-BE49-F238E27FC236}">
                  <a16:creationId xmlns:a16="http://schemas.microsoft.com/office/drawing/2014/main" id="{3CD8529E-E0AF-43ED-BDE7-4632EC1B8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352" y="2464269"/>
              <a:ext cx="628411" cy="615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3" name="Object 4">
              <a:extLst>
                <a:ext uri="{FF2B5EF4-FFF2-40B4-BE49-F238E27FC236}">
                  <a16:creationId xmlns:a16="http://schemas.microsoft.com/office/drawing/2014/main" id="{AD4B41ED-3FD8-4435-A682-16E4DE31DB5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92762" y="2535263"/>
            <a:ext cx="1009360" cy="440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171" name="MathType 6.0 Equation" r:id="rId13" imgW="736560" imgH="330120" progId="Equation.DSMT4">
                    <p:embed/>
                  </p:oleObj>
                </mc:Choice>
                <mc:Fallback>
                  <p:oleObj name="MathType 6.0 Equation" r:id="rId13" imgW="736560" imgH="330120" progId="Equation.DSMT4">
                    <p:embed/>
                    <p:pic>
                      <p:nvPicPr>
                        <p:cNvPr id="23" name="Object 4">
                          <a:extLst>
                            <a:ext uri="{FF2B5EF4-FFF2-40B4-BE49-F238E27FC236}">
                              <a16:creationId xmlns:a16="http://schemas.microsoft.com/office/drawing/2014/main" id="{AD4B41ED-3FD8-4435-A682-16E4DE31DB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762" y="2535263"/>
                          <a:ext cx="1009360" cy="4401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7BC0673A-1F35-4053-B66B-02C1D51FD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615" y="2477174"/>
              <a:ext cx="3586182" cy="615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上具有连续导数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nimBg="1"/>
      <p:bldP spid="182277" grpId="0" autoUpdateAnimBg="0"/>
      <p:bldP spid="18227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3">
            <a:extLst>
              <a:ext uri="{FF2B5EF4-FFF2-40B4-BE49-F238E27FC236}">
                <a16:creationId xmlns:a16="http://schemas.microsoft.com/office/drawing/2014/main" id="{FA55853B-D3D0-4EC0-A089-4E68B767FA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5576" y="195486"/>
            <a:ext cx="4229100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3.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曲线弧由极坐标方程给出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85180074-6C6A-4372-95E4-2B35F02F6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937" y="3790456"/>
            <a:ext cx="3816423" cy="792088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31750" name="Object 4">
            <a:extLst>
              <a:ext uri="{FF2B5EF4-FFF2-40B4-BE49-F238E27FC236}">
                <a16:creationId xmlns:a16="http://schemas.microsoft.com/office/drawing/2014/main" id="{33542201-8F79-4F2C-B496-29B98DADC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709127"/>
              </p:ext>
            </p:extLst>
          </p:nvPr>
        </p:nvGraphicFramePr>
        <p:xfrm>
          <a:off x="2595500" y="736826"/>
          <a:ext cx="32639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42" name="Equation" r:id="rId3" imgW="3263760" imgH="342720" progId="Equation.DSMT4">
                  <p:embed/>
                </p:oleObj>
              </mc:Choice>
              <mc:Fallback>
                <p:oleObj name="Equation" r:id="rId3" imgW="3263760" imgH="342720" progId="Equation.DSMT4">
                  <p:embed/>
                  <p:pic>
                    <p:nvPicPr>
                      <p:cNvPr id="31750" name="Object 4">
                        <a:extLst>
                          <a:ext uri="{FF2B5EF4-FFF2-40B4-BE49-F238E27FC236}">
                            <a16:creationId xmlns:a16="http://schemas.microsoft.com/office/drawing/2014/main" id="{33542201-8F79-4F2C-B496-29B98DADC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00" y="736826"/>
                        <a:ext cx="32639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2" name="Text Box 6">
            <a:extLst>
              <a:ext uri="{FF2B5EF4-FFF2-40B4-BE49-F238E27FC236}">
                <a16:creationId xmlns:a16="http://schemas.microsoft.com/office/drawing/2014/main" id="{28EBDD9B-4960-4CB3-A716-3D81CB22E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07" y="3639378"/>
            <a:ext cx="10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</a:t>
            </a:r>
          </a:p>
        </p:txBody>
      </p:sp>
      <p:graphicFrame>
        <p:nvGraphicFramePr>
          <p:cNvPr id="183303" name="Object 7">
            <a:extLst>
              <a:ext uri="{FF2B5EF4-FFF2-40B4-BE49-F238E27FC236}">
                <a16:creationId xmlns:a16="http://schemas.microsoft.com/office/drawing/2014/main" id="{484B8B4A-FC08-4099-A9A8-B743C220F4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768231"/>
              </p:ext>
            </p:extLst>
          </p:nvPr>
        </p:nvGraphicFramePr>
        <p:xfrm>
          <a:off x="2496976" y="3876873"/>
          <a:ext cx="33526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43" name="MathType 6.0 Equation" r:id="rId5" imgW="3352680" imgH="596880" progId="Equation.DSMT4">
                  <p:embed/>
                </p:oleObj>
              </mc:Choice>
              <mc:Fallback>
                <p:oleObj name="MathType 6.0 Equation" r:id="rId5" imgW="3352680" imgH="596880" progId="Equation.DSMT4">
                  <p:embed/>
                  <p:pic>
                    <p:nvPicPr>
                      <p:cNvPr id="183303" name="Object 7">
                        <a:extLst>
                          <a:ext uri="{FF2B5EF4-FFF2-40B4-BE49-F238E27FC236}">
                            <a16:creationId xmlns:a16="http://schemas.microsoft.com/office/drawing/2014/main" id="{484B8B4A-FC08-4099-A9A8-B743C220F4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976" y="3876873"/>
                        <a:ext cx="3352680" cy="596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4" name="Object 8">
            <a:extLst>
              <a:ext uri="{FF2B5EF4-FFF2-40B4-BE49-F238E27FC236}">
                <a16:creationId xmlns:a16="http://schemas.microsoft.com/office/drawing/2014/main" id="{4FA105E1-39C6-488E-954D-01B6F014C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032963"/>
              </p:ext>
            </p:extLst>
          </p:nvPr>
        </p:nvGraphicFramePr>
        <p:xfrm>
          <a:off x="2203376" y="3060981"/>
          <a:ext cx="2781000" cy="49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44" name="Equation" r:id="rId7" imgW="2781000" imgH="495000" progId="Equation.DSMT4">
                  <p:embed/>
                </p:oleObj>
              </mc:Choice>
              <mc:Fallback>
                <p:oleObj name="Equation" r:id="rId7" imgW="2781000" imgH="495000" progId="Equation.DSMT4">
                  <p:embed/>
                  <p:pic>
                    <p:nvPicPr>
                      <p:cNvPr id="183304" name="Object 8">
                        <a:extLst>
                          <a:ext uri="{FF2B5EF4-FFF2-40B4-BE49-F238E27FC236}">
                            <a16:creationId xmlns:a16="http://schemas.microsoft.com/office/drawing/2014/main" id="{4FA105E1-39C6-488E-954D-01B6F014C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376" y="3060981"/>
                        <a:ext cx="2781000" cy="49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5" name="Object 9">
            <a:extLst>
              <a:ext uri="{FF2B5EF4-FFF2-40B4-BE49-F238E27FC236}">
                <a16:creationId xmlns:a16="http://schemas.microsoft.com/office/drawing/2014/main" id="{394BB19F-CADF-4ED9-AFC8-4A9F42773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275480"/>
              </p:ext>
            </p:extLst>
          </p:nvPr>
        </p:nvGraphicFramePr>
        <p:xfrm>
          <a:off x="5073588" y="3060926"/>
          <a:ext cx="2870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45" name="Equation" r:id="rId9" imgW="2869920" imgH="495000" progId="Equation.DSMT4">
                  <p:embed/>
                </p:oleObj>
              </mc:Choice>
              <mc:Fallback>
                <p:oleObj name="Equation" r:id="rId9" imgW="2869920" imgH="495000" progId="Equation.DSMT4">
                  <p:embed/>
                  <p:pic>
                    <p:nvPicPr>
                      <p:cNvPr id="183305" name="Object 9">
                        <a:extLst>
                          <a:ext uri="{FF2B5EF4-FFF2-40B4-BE49-F238E27FC236}">
                            <a16:creationId xmlns:a16="http://schemas.microsoft.com/office/drawing/2014/main" id="{394BB19F-CADF-4ED9-AFC8-4A9F427735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588" y="3060926"/>
                        <a:ext cx="28702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B566993-A56E-4FAE-87E9-6D1DC1CFAD96}"/>
              </a:ext>
            </a:extLst>
          </p:cNvPr>
          <p:cNvGrpSpPr/>
          <p:nvPr/>
        </p:nvGrpSpPr>
        <p:grpSpPr>
          <a:xfrm>
            <a:off x="1297981" y="1765526"/>
            <a:ext cx="3418036" cy="863600"/>
            <a:chOff x="1356781" y="2058988"/>
            <a:chExt cx="3418036" cy="863600"/>
          </a:xfrm>
        </p:grpSpPr>
        <p:graphicFrame>
          <p:nvGraphicFramePr>
            <p:cNvPr id="183301" name="Object 5">
              <a:extLst>
                <a:ext uri="{FF2B5EF4-FFF2-40B4-BE49-F238E27FC236}">
                  <a16:creationId xmlns:a16="http://schemas.microsoft.com/office/drawing/2014/main" id="{8BDE7407-C8A8-4FE6-A05F-335E8D100B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323200"/>
                </p:ext>
              </p:extLst>
            </p:nvPr>
          </p:nvGraphicFramePr>
          <p:xfrm>
            <a:off x="2127250" y="2058988"/>
            <a:ext cx="2044700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46" name="Equation" r:id="rId11" imgW="2044440" imgH="863280" progId="Equation.DSMT4">
                    <p:embed/>
                  </p:oleObj>
                </mc:Choice>
                <mc:Fallback>
                  <p:oleObj name="Equation" r:id="rId11" imgW="2044440" imgH="863280" progId="Equation.DSMT4">
                    <p:embed/>
                    <p:pic>
                      <p:nvPicPr>
                        <p:cNvPr id="183301" name="Object 5">
                          <a:extLst>
                            <a:ext uri="{FF2B5EF4-FFF2-40B4-BE49-F238E27FC236}">
                              <a16:creationId xmlns:a16="http://schemas.microsoft.com/office/drawing/2014/main" id="{8BDE7407-C8A8-4FE6-A05F-335E8D100B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7250" y="2058988"/>
                          <a:ext cx="2044700" cy="863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3306" name="Text Box 10">
              <a:extLst>
                <a:ext uri="{FF2B5EF4-FFF2-40B4-BE49-F238E27FC236}">
                  <a16:creationId xmlns:a16="http://schemas.microsoft.com/office/drawing/2014/main" id="{F55C5589-882D-43FD-8293-770A264CA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6781" y="2270075"/>
              <a:ext cx="34180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                 得</a:t>
              </a:r>
            </a:p>
          </p:txBody>
        </p:sp>
      </p:grpSp>
      <p:graphicFrame>
        <p:nvGraphicFramePr>
          <p:cNvPr id="183307" name="Object 11">
            <a:extLst>
              <a:ext uri="{FF2B5EF4-FFF2-40B4-BE49-F238E27FC236}">
                <a16:creationId xmlns:a16="http://schemas.microsoft.com/office/drawing/2014/main" id="{4A8C3688-05F3-4FE2-A655-A767E85F4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282150"/>
              </p:ext>
            </p:extLst>
          </p:nvPr>
        </p:nvGraphicFramePr>
        <p:xfrm>
          <a:off x="1579724" y="3198190"/>
          <a:ext cx="5587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47" name="Equation" r:id="rId13" imgW="558720" imgH="342720" progId="Equation.DSMT4">
                  <p:embed/>
                </p:oleObj>
              </mc:Choice>
              <mc:Fallback>
                <p:oleObj name="Equation" r:id="rId13" imgW="558720" imgH="342720" progId="Equation.DSMT4">
                  <p:embed/>
                  <p:pic>
                    <p:nvPicPr>
                      <p:cNvPr id="183307" name="Object 11">
                        <a:extLst>
                          <a:ext uri="{FF2B5EF4-FFF2-40B4-BE49-F238E27FC236}">
                            <a16:creationId xmlns:a16="http://schemas.microsoft.com/office/drawing/2014/main" id="{4A8C3688-05F3-4FE2-A655-A767E85F41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724" y="3198190"/>
                        <a:ext cx="5587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8" name="Text Box 12">
            <a:extLst>
              <a:ext uri="{FF2B5EF4-FFF2-40B4-BE49-F238E27FC236}">
                <a16:creationId xmlns:a16="http://schemas.microsoft.com/office/drawing/2014/main" id="{341AE731-A093-44AD-9143-77E2F5238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21" y="2537694"/>
            <a:ext cx="29561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弧长元素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弧微分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910649C-8BEC-4BFD-841C-9774E0F99F03}"/>
              </a:ext>
            </a:extLst>
          </p:cNvPr>
          <p:cNvGrpSpPr/>
          <p:nvPr/>
        </p:nvGrpSpPr>
        <p:grpSpPr>
          <a:xfrm>
            <a:off x="1305531" y="1182055"/>
            <a:ext cx="4902960" cy="478125"/>
            <a:chOff x="1124269" y="2462141"/>
            <a:chExt cx="6718871" cy="637499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57B17DF3-DEA2-4317-AF08-257C74D659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269" y="2484088"/>
              <a:ext cx="1209282" cy="61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其中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7" name="Object 4">
              <a:extLst>
                <a:ext uri="{FF2B5EF4-FFF2-40B4-BE49-F238E27FC236}">
                  <a16:creationId xmlns:a16="http://schemas.microsoft.com/office/drawing/2014/main" id="{5882312C-789C-41AE-9E7E-4C9E4171F66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39554" y="2575061"/>
            <a:ext cx="811447" cy="4550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48" name="Equation" r:id="rId15" imgW="634680" imgH="342720" progId="Equation.DSMT4">
                    <p:embed/>
                  </p:oleObj>
                </mc:Choice>
                <mc:Fallback>
                  <p:oleObj name="Equation" r:id="rId15" imgW="634680" imgH="342720" progId="Equation.DSMT4">
                    <p:embed/>
                    <p:pic>
                      <p:nvPicPr>
                        <p:cNvPr id="17" name="Object 4">
                          <a:extLst>
                            <a:ext uri="{FF2B5EF4-FFF2-40B4-BE49-F238E27FC236}">
                              <a16:creationId xmlns:a16="http://schemas.microsoft.com/office/drawing/2014/main" id="{5882312C-789C-41AE-9E7E-4C9E4171F6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9554" y="2575061"/>
                          <a:ext cx="811447" cy="4550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1F31B304-41D5-470E-A840-1032BB8C2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865" y="2471757"/>
              <a:ext cx="628411" cy="61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9" name="Object 4">
              <a:extLst>
                <a:ext uri="{FF2B5EF4-FFF2-40B4-BE49-F238E27FC236}">
                  <a16:creationId xmlns:a16="http://schemas.microsoft.com/office/drawing/2014/main" id="{4C850BA0-BC21-4C65-B036-86324D07FB6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473785" y="2557392"/>
            <a:ext cx="1009360" cy="440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249" name="Equation" r:id="rId17" imgW="736560" imgH="330120" progId="Equation.DSMT4">
                    <p:embed/>
                  </p:oleObj>
                </mc:Choice>
                <mc:Fallback>
                  <p:oleObj name="Equation" r:id="rId17" imgW="736560" imgH="330120" progId="Equation.DSMT4">
                    <p:embed/>
                    <p:pic>
                      <p:nvPicPr>
                        <p:cNvPr id="19" name="Object 4">
                          <a:extLst>
                            <a:ext uri="{FF2B5EF4-FFF2-40B4-BE49-F238E27FC236}">
                              <a16:creationId xmlns:a16="http://schemas.microsoft.com/office/drawing/2014/main" id="{4C850BA0-BC21-4C65-B036-86324D07FB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3785" y="2557392"/>
                          <a:ext cx="1009360" cy="4401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BB44E624-0105-4872-8610-7319A5275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957" y="2462141"/>
              <a:ext cx="3586183" cy="61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上具有连续导数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/>
      <p:bldP spid="183302" grpId="0" autoUpdateAnimBg="0"/>
      <p:bldP spid="18330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4">
            <a:extLst>
              <a:ext uri="{FF2B5EF4-FFF2-40B4-BE49-F238E27FC236}">
                <a16:creationId xmlns:a16="http://schemas.microsoft.com/office/drawing/2014/main" id="{43F5DD8E-6B7B-4B26-A362-AF16C09B8E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57224" y="437289"/>
            <a:ext cx="834456" cy="4000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</a:t>
            </a:r>
          </a:p>
        </p:txBody>
      </p:sp>
      <p:graphicFrame>
        <p:nvGraphicFramePr>
          <p:cNvPr id="184322" name="Object 2">
            <a:extLst>
              <a:ext uri="{FF2B5EF4-FFF2-40B4-BE49-F238E27FC236}">
                <a16:creationId xmlns:a16="http://schemas.microsoft.com/office/drawing/2014/main" id="{BD803DBB-BD71-461D-AC66-A671DE96D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0763" y="4057653"/>
          <a:ext cx="885825" cy="63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0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184322" name="Object 2">
                        <a:extLst>
                          <a:ext uri="{FF2B5EF4-FFF2-40B4-BE49-F238E27FC236}">
                            <a16:creationId xmlns:a16="http://schemas.microsoft.com/office/drawing/2014/main" id="{BD803DBB-BD71-461D-AC66-A671DE96DE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4057653"/>
                        <a:ext cx="885825" cy="6357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3" name="Object 3">
            <a:extLst>
              <a:ext uri="{FF2B5EF4-FFF2-40B4-BE49-F238E27FC236}">
                <a16:creationId xmlns:a16="http://schemas.microsoft.com/office/drawing/2014/main" id="{4A189AA3-83B8-46EC-9DC1-238320B86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57653"/>
          <a:ext cx="1114425" cy="63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1" name="Equation" r:id="rId4" imgW="952560" imgH="528120" progId="Equation.3">
                  <p:embed/>
                </p:oleObj>
              </mc:Choice>
              <mc:Fallback>
                <p:oleObj name="Equation" r:id="rId4" imgW="952560" imgH="528120" progId="Equation.3">
                  <p:embed/>
                  <p:pic>
                    <p:nvPicPr>
                      <p:cNvPr id="184323" name="Object 3">
                        <a:extLst>
                          <a:ext uri="{FF2B5EF4-FFF2-40B4-BE49-F238E27FC236}">
                            <a16:creationId xmlns:a16="http://schemas.microsoft.com/office/drawing/2014/main" id="{4A189AA3-83B8-46EC-9DC1-238320B864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57653"/>
                        <a:ext cx="1114425" cy="6357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5" name="Object 5">
            <a:extLst>
              <a:ext uri="{FF2B5EF4-FFF2-40B4-BE49-F238E27FC236}">
                <a16:creationId xmlns:a16="http://schemas.microsoft.com/office/drawing/2014/main" id="{E6CE2FF5-83B7-4957-88F2-97BC12E201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59150" y="899735"/>
          <a:ext cx="3033713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2" name="MathType 6.0 Equation" r:id="rId6" imgW="3035160" imgH="736560" progId="Equation.DSMT4">
                  <p:embed/>
                </p:oleObj>
              </mc:Choice>
              <mc:Fallback>
                <p:oleObj name="MathType 6.0 Equation" r:id="rId6" imgW="3035160" imgH="736560" progId="Equation.DSMT4">
                  <p:embed/>
                  <p:pic>
                    <p:nvPicPr>
                      <p:cNvPr id="184325" name="Object 5">
                        <a:extLst>
                          <a:ext uri="{FF2B5EF4-FFF2-40B4-BE49-F238E27FC236}">
                            <a16:creationId xmlns:a16="http://schemas.microsoft.com/office/drawing/2014/main" id="{E6CE2FF5-83B7-4957-88F2-97BC12E20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899735"/>
                        <a:ext cx="3033713" cy="77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7" name="Text Box 7">
            <a:extLst>
              <a:ext uri="{FF2B5EF4-FFF2-40B4-BE49-F238E27FC236}">
                <a16:creationId xmlns:a16="http://schemas.microsoft.com/office/drawing/2014/main" id="{B97B3664-6082-4236-9C62-089F77434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1000273"/>
            <a:ext cx="2201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求这一段弧长</a:t>
            </a:r>
            <a:r>
              <a:rPr kumimoji="1" lang="en-US" altLang="zh-CN" sz="2400" b="1" dirty="0">
                <a:latin typeface="+mn-ea"/>
                <a:ea typeface="+mn-ea"/>
              </a:rPr>
              <a:t>.  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84328" name="Text Box 8">
            <a:extLst>
              <a:ext uri="{FF2B5EF4-FFF2-40B4-BE49-F238E27FC236}">
                <a16:creationId xmlns:a16="http://schemas.microsoft.com/office/drawing/2014/main" id="{5AE8FEE0-9438-4BF7-8FCA-76CF47606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910" y="1609328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84329" name="Object 9">
            <a:extLst>
              <a:ext uri="{FF2B5EF4-FFF2-40B4-BE49-F238E27FC236}">
                <a16:creationId xmlns:a16="http://schemas.microsoft.com/office/drawing/2014/main" id="{D32637FE-5AA0-4B6B-A2B5-09732CBC51B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71638" y="1571625"/>
          <a:ext cx="192881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3" name="Equation" r:id="rId8" imgW="1930320" imgH="495000" progId="Equation.DSMT4">
                  <p:embed/>
                </p:oleObj>
              </mc:Choice>
              <mc:Fallback>
                <p:oleObj name="Equation" r:id="rId8" imgW="1930320" imgH="495000" progId="Equation.DSMT4">
                  <p:embed/>
                  <p:pic>
                    <p:nvPicPr>
                      <p:cNvPr id="184329" name="Object 9">
                        <a:extLst>
                          <a:ext uri="{FF2B5EF4-FFF2-40B4-BE49-F238E27FC236}">
                            <a16:creationId xmlns:a16="http://schemas.microsoft.com/office/drawing/2014/main" id="{D32637FE-5AA0-4B6B-A2B5-09732CBC5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1571625"/>
                        <a:ext cx="1928812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0" name="Object 10">
            <a:extLst>
              <a:ext uri="{FF2B5EF4-FFF2-40B4-BE49-F238E27FC236}">
                <a16:creationId xmlns:a16="http://schemas.microsoft.com/office/drawing/2014/main" id="{CB00D379-2DBB-40F8-8EAE-FF7B5BBC8E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78482" y="2251873"/>
          <a:ext cx="18430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4" name="Equation" r:id="rId10" imgW="1841400" imgH="825480" progId="Equation.DSMT4">
                  <p:embed/>
                </p:oleObj>
              </mc:Choice>
              <mc:Fallback>
                <p:oleObj name="Equation" r:id="rId10" imgW="1841400" imgH="825480" progId="Equation.DSMT4">
                  <p:embed/>
                  <p:pic>
                    <p:nvPicPr>
                      <p:cNvPr id="184330" name="Object 10">
                        <a:extLst>
                          <a:ext uri="{FF2B5EF4-FFF2-40B4-BE49-F238E27FC236}">
                            <a16:creationId xmlns:a16="http://schemas.microsoft.com/office/drawing/2014/main" id="{CB00D379-2DBB-40F8-8EAE-FF7B5BBC8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482" y="2251873"/>
                        <a:ext cx="1843088" cy="855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31" name="Rectangle 11">
            <a:extLst>
              <a:ext uri="{FF2B5EF4-FFF2-40B4-BE49-F238E27FC236}">
                <a16:creationId xmlns:a16="http://schemas.microsoft.com/office/drawing/2014/main" id="{F1313DB4-6BB0-414E-806E-BDB9C863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4000500"/>
            <a:ext cx="3371850" cy="7429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184332" name="Object 12">
            <a:extLst>
              <a:ext uri="{FF2B5EF4-FFF2-40B4-BE49-F238E27FC236}">
                <a16:creationId xmlns:a16="http://schemas.microsoft.com/office/drawing/2014/main" id="{3332AC1A-CD6D-4DE6-9DC0-FB3004D9B22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30513" y="2320925"/>
          <a:ext cx="120808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5" name="Equation" r:id="rId12" imgW="1206360" imgH="736560" progId="Equation.DSMT4">
                  <p:embed/>
                </p:oleObj>
              </mc:Choice>
              <mc:Fallback>
                <p:oleObj name="Equation" r:id="rId12" imgW="1206360" imgH="736560" progId="Equation.DSMT4">
                  <p:embed/>
                  <p:pic>
                    <p:nvPicPr>
                      <p:cNvPr id="184332" name="Object 12">
                        <a:extLst>
                          <a:ext uri="{FF2B5EF4-FFF2-40B4-BE49-F238E27FC236}">
                            <a16:creationId xmlns:a16="http://schemas.microsoft.com/office/drawing/2014/main" id="{3332AC1A-CD6D-4DE6-9DC0-FB3004D9B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2320925"/>
                        <a:ext cx="1208087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3" name="Object 13">
            <a:extLst>
              <a:ext uri="{FF2B5EF4-FFF2-40B4-BE49-F238E27FC236}">
                <a16:creationId xmlns:a16="http://schemas.microsoft.com/office/drawing/2014/main" id="{0BA9E599-7C50-40E3-9B5D-BBFED3D0CC3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74885" y="3149464"/>
          <a:ext cx="18288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6" name="MathType 6.0 Equation" r:id="rId14" imgW="1828800" imgH="736560" progId="Equation.DSMT4">
                  <p:embed/>
                </p:oleObj>
              </mc:Choice>
              <mc:Fallback>
                <p:oleObj name="MathType 6.0 Equation" r:id="rId14" imgW="1828800" imgH="736560" progId="Equation.DSMT4">
                  <p:embed/>
                  <p:pic>
                    <p:nvPicPr>
                      <p:cNvPr id="184333" name="Object 13">
                        <a:extLst>
                          <a:ext uri="{FF2B5EF4-FFF2-40B4-BE49-F238E27FC236}">
                            <a16:creationId xmlns:a16="http://schemas.microsoft.com/office/drawing/2014/main" id="{0BA9E599-7C50-40E3-9B5D-BBFED3D0CC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885" y="3149464"/>
                        <a:ext cx="18288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4" name="Object 14">
            <a:extLst>
              <a:ext uri="{FF2B5EF4-FFF2-40B4-BE49-F238E27FC236}">
                <a16:creationId xmlns:a16="http://schemas.microsoft.com/office/drawing/2014/main" id="{3CC3CC67-5EF3-4DD4-9CAD-64243AF720A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06305" y="3128998"/>
          <a:ext cx="1497012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7" name="Equation" r:id="rId16" imgW="1498320" imgH="888840" progId="Equation.DSMT4">
                  <p:embed/>
                </p:oleObj>
              </mc:Choice>
              <mc:Fallback>
                <p:oleObj name="Equation" r:id="rId16" imgW="1498320" imgH="888840" progId="Equation.DSMT4">
                  <p:embed/>
                  <p:pic>
                    <p:nvPicPr>
                      <p:cNvPr id="184334" name="Object 14">
                        <a:extLst>
                          <a:ext uri="{FF2B5EF4-FFF2-40B4-BE49-F238E27FC236}">
                            <a16:creationId xmlns:a16="http://schemas.microsoft.com/office/drawing/2014/main" id="{3CC3CC67-5EF3-4DD4-9CAD-64243AF720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305" y="3128998"/>
                        <a:ext cx="1497012" cy="915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36" name="Rectangle 16">
            <a:extLst>
              <a:ext uri="{FF2B5EF4-FFF2-40B4-BE49-F238E27FC236}">
                <a16:creationId xmlns:a16="http://schemas.microsoft.com/office/drawing/2014/main" id="{306D55D2-19F0-4302-ABCF-38BD18CE1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451" y="3171422"/>
            <a:ext cx="4014927" cy="163256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184337" name="Object 17">
            <a:extLst>
              <a:ext uri="{FF2B5EF4-FFF2-40B4-BE49-F238E27FC236}">
                <a16:creationId xmlns:a16="http://schemas.microsoft.com/office/drawing/2014/main" id="{8E3C3FB5-618F-4505-B067-0E872F63FC7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08125" y="4092575"/>
          <a:ext cx="11811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8" name="Equation" r:id="rId18" imgW="1180800" imgH="736560" progId="Equation.DSMT4">
                  <p:embed/>
                </p:oleObj>
              </mc:Choice>
              <mc:Fallback>
                <p:oleObj name="Equation" r:id="rId18" imgW="1180800" imgH="736560" progId="Equation.DSMT4">
                  <p:embed/>
                  <p:pic>
                    <p:nvPicPr>
                      <p:cNvPr id="184337" name="Object 17">
                        <a:extLst>
                          <a:ext uri="{FF2B5EF4-FFF2-40B4-BE49-F238E27FC236}">
                            <a16:creationId xmlns:a16="http://schemas.microsoft.com/office/drawing/2014/main" id="{8E3C3FB5-618F-4505-B067-0E872F63FC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4092575"/>
                        <a:ext cx="1181100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8" name="Object 18">
            <a:extLst>
              <a:ext uri="{FF2B5EF4-FFF2-40B4-BE49-F238E27FC236}">
                <a16:creationId xmlns:a16="http://schemas.microsoft.com/office/drawing/2014/main" id="{196326C6-BF54-4146-AFB7-75EB1ABBE5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33975" y="3298825"/>
          <a:ext cx="18907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9" name="Equation" r:id="rId20" imgW="1892160" imgH="761760" progId="Equation.DSMT4">
                  <p:embed/>
                </p:oleObj>
              </mc:Choice>
              <mc:Fallback>
                <p:oleObj name="Equation" r:id="rId20" imgW="1892160" imgH="761760" progId="Equation.DSMT4">
                  <p:embed/>
                  <p:pic>
                    <p:nvPicPr>
                      <p:cNvPr id="184338" name="Object 18">
                        <a:extLst>
                          <a:ext uri="{FF2B5EF4-FFF2-40B4-BE49-F238E27FC236}">
                            <a16:creationId xmlns:a16="http://schemas.microsoft.com/office/drawing/2014/main" id="{196326C6-BF54-4146-AFB7-75EB1ABBE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975" y="3298825"/>
                        <a:ext cx="1890713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9" name="Object 19">
            <a:extLst>
              <a:ext uri="{FF2B5EF4-FFF2-40B4-BE49-F238E27FC236}">
                <a16:creationId xmlns:a16="http://schemas.microsoft.com/office/drawing/2014/main" id="{B5F9A8B8-CAC4-411A-BEDB-A79AE99C1E9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41913" y="4265613"/>
          <a:ext cx="16383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10" name="Equation" r:id="rId22" imgW="1638000" imgH="355320" progId="Equation.DSMT4">
                  <p:embed/>
                </p:oleObj>
              </mc:Choice>
              <mc:Fallback>
                <p:oleObj name="Equation" r:id="rId22" imgW="1638000" imgH="355320" progId="Equation.DSMT4">
                  <p:embed/>
                  <p:pic>
                    <p:nvPicPr>
                      <p:cNvPr id="184339" name="Object 19">
                        <a:extLst>
                          <a:ext uri="{FF2B5EF4-FFF2-40B4-BE49-F238E27FC236}">
                            <a16:creationId xmlns:a16="http://schemas.microsoft.com/office/drawing/2014/main" id="{B5F9A8B8-CAC4-411A-BEDB-A79AE99C1E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4265613"/>
                        <a:ext cx="1638300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40" name="Object 20">
            <a:extLst>
              <a:ext uri="{FF2B5EF4-FFF2-40B4-BE49-F238E27FC236}">
                <a16:creationId xmlns:a16="http://schemas.microsoft.com/office/drawing/2014/main" id="{C5B16139-B229-4842-9279-8D8992FB13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75583" y="3290266"/>
          <a:ext cx="17637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11" name="Equation" r:id="rId24" imgW="1765080" imgH="761760" progId="Equation.DSMT4">
                  <p:embed/>
                </p:oleObj>
              </mc:Choice>
              <mc:Fallback>
                <p:oleObj name="Equation" r:id="rId24" imgW="1765080" imgH="761760" progId="Equation.DSMT4">
                  <p:embed/>
                  <p:pic>
                    <p:nvPicPr>
                      <p:cNvPr id="184340" name="Object 20">
                        <a:extLst>
                          <a:ext uri="{FF2B5EF4-FFF2-40B4-BE49-F238E27FC236}">
                            <a16:creationId xmlns:a16="http://schemas.microsoft.com/office/drawing/2014/main" id="{C5B16139-B229-4842-9279-8D8992FB13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583" y="3290266"/>
                        <a:ext cx="1763712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41" name="Object 21">
            <a:extLst>
              <a:ext uri="{FF2B5EF4-FFF2-40B4-BE49-F238E27FC236}">
                <a16:creationId xmlns:a16="http://schemas.microsoft.com/office/drawing/2014/main" id="{C4F09C22-0D77-443E-9881-1C47C94E3DC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21141" y="4255687"/>
          <a:ext cx="157321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12" name="Equation" r:id="rId26" imgW="1574640" imgH="355320" progId="Equation.DSMT4">
                  <p:embed/>
                </p:oleObj>
              </mc:Choice>
              <mc:Fallback>
                <p:oleObj name="Equation" r:id="rId26" imgW="1574640" imgH="355320" progId="Equation.DSMT4">
                  <p:embed/>
                  <p:pic>
                    <p:nvPicPr>
                      <p:cNvPr id="184341" name="Object 21">
                        <a:extLst>
                          <a:ext uri="{FF2B5EF4-FFF2-40B4-BE49-F238E27FC236}">
                            <a16:creationId xmlns:a16="http://schemas.microsoft.com/office/drawing/2014/main" id="{C4F09C22-0D77-443E-9881-1C47C94E3D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141" y="4255687"/>
                        <a:ext cx="1573212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2" name="Object 25">
            <a:extLst>
              <a:ext uri="{FF2B5EF4-FFF2-40B4-BE49-F238E27FC236}">
                <a16:creationId xmlns:a16="http://schemas.microsoft.com/office/drawing/2014/main" id="{969755DA-4E71-4CA5-8D15-FA427954FF3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67488" y="2051848"/>
          <a:ext cx="144066" cy="172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13" name="Equation" r:id="rId28" imgW="97200" imgH="122400" progId="Equation.3">
                  <p:embed/>
                </p:oleObj>
              </mc:Choice>
              <mc:Fallback>
                <p:oleObj name="Equation" r:id="rId28" imgW="97200" imgH="122400" progId="Equation.3">
                  <p:embed/>
                  <p:pic>
                    <p:nvPicPr>
                      <p:cNvPr id="32802" name="Object 25">
                        <a:extLst>
                          <a:ext uri="{FF2B5EF4-FFF2-40B4-BE49-F238E27FC236}">
                            <a16:creationId xmlns:a16="http://schemas.microsoft.com/office/drawing/2014/main" id="{969755DA-4E71-4CA5-8D15-FA427954FF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2051848"/>
                        <a:ext cx="144066" cy="1726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9DBA0C6D-9DED-43CE-BBF6-511A59CCEAA6}"/>
              </a:ext>
            </a:extLst>
          </p:cNvPr>
          <p:cNvGrpSpPr/>
          <p:nvPr/>
        </p:nvGrpSpPr>
        <p:grpSpPr>
          <a:xfrm>
            <a:off x="5314950" y="1471231"/>
            <a:ext cx="2875360" cy="1473995"/>
            <a:chOff x="5287963" y="1472013"/>
            <a:chExt cx="2875360" cy="1473995"/>
          </a:xfrm>
        </p:grpSpPr>
        <p:graphicFrame>
          <p:nvGraphicFramePr>
            <p:cNvPr id="32804" name="Object 27">
              <a:extLst>
                <a:ext uri="{FF2B5EF4-FFF2-40B4-BE49-F238E27FC236}">
                  <a16:creationId xmlns:a16="http://schemas.microsoft.com/office/drawing/2014/main" id="{FCFE6B48-B341-489C-9767-66C66C52C4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000207" y="2722170"/>
            <a:ext cx="163116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4" name="Equation" r:id="rId30" imgW="114120" imgH="122400" progId="Equation.3">
                    <p:embed/>
                  </p:oleObj>
                </mc:Choice>
                <mc:Fallback>
                  <p:oleObj name="Equation" r:id="rId30" imgW="114120" imgH="122400" progId="Equation.3">
                    <p:embed/>
                    <p:pic>
                      <p:nvPicPr>
                        <p:cNvPr id="32804" name="Object 27">
                          <a:extLst>
                            <a:ext uri="{FF2B5EF4-FFF2-40B4-BE49-F238E27FC236}">
                              <a16:creationId xmlns:a16="http://schemas.microsoft.com/office/drawing/2014/main" id="{FCFE6B48-B341-489C-9767-66C66C52C4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0207" y="2722170"/>
                          <a:ext cx="163116" cy="171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7" name="Object 30">
              <a:extLst>
                <a:ext uri="{FF2B5EF4-FFF2-40B4-BE49-F238E27FC236}">
                  <a16:creationId xmlns:a16="http://schemas.microsoft.com/office/drawing/2014/main" id="{F2026EF4-E0F7-4EB6-B48E-4FB23A4E29B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38120" y="2774558"/>
            <a:ext cx="153591" cy="170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5" name="Equation" r:id="rId32" imgW="105840" imgH="122400" progId="Equation.3">
                    <p:embed/>
                  </p:oleObj>
                </mc:Choice>
                <mc:Fallback>
                  <p:oleObj name="Equation" r:id="rId32" imgW="105840" imgH="122400" progId="Equation.3">
                    <p:embed/>
                    <p:pic>
                      <p:nvPicPr>
                        <p:cNvPr id="32807" name="Object 30">
                          <a:extLst>
                            <a:ext uri="{FF2B5EF4-FFF2-40B4-BE49-F238E27FC236}">
                              <a16:creationId xmlns:a16="http://schemas.microsoft.com/office/drawing/2014/main" id="{F2026EF4-E0F7-4EB6-B48E-4FB23A4E29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8120" y="2774558"/>
                          <a:ext cx="153591" cy="1702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8" name="Object 31">
              <a:extLst>
                <a:ext uri="{FF2B5EF4-FFF2-40B4-BE49-F238E27FC236}">
                  <a16:creationId xmlns:a16="http://schemas.microsoft.com/office/drawing/2014/main" id="{631C6A36-3A54-4010-B387-DB4B05B61BB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75016" y="1472013"/>
            <a:ext cx="172641" cy="227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6" name="Equation" r:id="rId34" imgW="122760" imgH="173160" progId="Equation.3">
                    <p:embed/>
                  </p:oleObj>
                </mc:Choice>
                <mc:Fallback>
                  <p:oleObj name="Equation" r:id="rId34" imgW="122760" imgH="173160" progId="Equation.3">
                    <p:embed/>
                    <p:pic>
                      <p:nvPicPr>
                        <p:cNvPr id="32808" name="Object 31">
                          <a:extLst>
                            <a:ext uri="{FF2B5EF4-FFF2-40B4-BE49-F238E27FC236}">
                              <a16:creationId xmlns:a16="http://schemas.microsoft.com/office/drawing/2014/main" id="{631C6A36-3A54-4010-B387-DB4B05B61B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5016" y="1472013"/>
                          <a:ext cx="172641" cy="227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0" name="Line 37">
              <a:extLst>
                <a:ext uri="{FF2B5EF4-FFF2-40B4-BE49-F238E27FC236}">
                  <a16:creationId xmlns:a16="http://schemas.microsoft.com/office/drawing/2014/main" id="{FA73FC7E-D2D7-4AA4-A569-A4A3E0F80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963" y="2711455"/>
              <a:ext cx="2778919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  <p:sp>
          <p:nvSpPr>
            <p:cNvPr id="32811" name="Line 38">
              <a:extLst>
                <a:ext uri="{FF2B5EF4-FFF2-40B4-BE49-F238E27FC236}">
                  <a16:creationId xmlns:a16="http://schemas.microsoft.com/office/drawing/2014/main" id="{70F32D21-6CF3-4179-8B65-78DB79F9E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77423" y="1482729"/>
              <a:ext cx="7144" cy="14632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D73533A-B263-4152-BDD5-A508524B9FBD}"/>
              </a:ext>
            </a:extLst>
          </p:cNvPr>
          <p:cNvGrpSpPr/>
          <p:nvPr/>
        </p:nvGrpSpPr>
        <p:grpSpPr>
          <a:xfrm>
            <a:off x="5404050" y="1737523"/>
            <a:ext cx="344091" cy="1235815"/>
            <a:chOff x="5404050" y="1737523"/>
            <a:chExt cx="344091" cy="1235815"/>
          </a:xfrm>
        </p:grpSpPr>
        <p:graphicFrame>
          <p:nvGraphicFramePr>
            <p:cNvPr id="32805" name="Object 28">
              <a:extLst>
                <a:ext uri="{FF2B5EF4-FFF2-40B4-BE49-F238E27FC236}">
                  <a16:creationId xmlns:a16="http://schemas.microsoft.com/office/drawing/2014/main" id="{3B1BDCA4-9FAB-4C7F-BE16-8F37EDB372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04050" y="2738785"/>
            <a:ext cx="344091" cy="234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7" name="Equation" r:id="rId36" imgW="283680" imgH="181800" progId="Equation.3">
                    <p:embed/>
                  </p:oleObj>
                </mc:Choice>
                <mc:Fallback>
                  <p:oleObj name="Equation" r:id="rId36" imgW="283680" imgH="181800" progId="Equation.3">
                    <p:embed/>
                    <p:pic>
                      <p:nvPicPr>
                        <p:cNvPr id="32805" name="Object 28">
                          <a:extLst>
                            <a:ext uri="{FF2B5EF4-FFF2-40B4-BE49-F238E27FC236}">
                              <a16:creationId xmlns:a16="http://schemas.microsoft.com/office/drawing/2014/main" id="{3B1BDCA4-9FAB-4C7F-BE16-8F37EDB372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4050" y="2738785"/>
                          <a:ext cx="344091" cy="2345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2" name="Line 39">
              <a:extLst>
                <a:ext uri="{FF2B5EF4-FFF2-40B4-BE49-F238E27FC236}">
                  <a16:creationId xmlns:a16="http://schemas.microsoft.com/office/drawing/2014/main" id="{96C501C1-3352-4EEA-B9C3-1A4E4AB5C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6335" y="1737523"/>
              <a:ext cx="7144" cy="9739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7B6A420-321E-4635-8B0D-47253B8C69B6}"/>
              </a:ext>
            </a:extLst>
          </p:cNvPr>
          <p:cNvGrpSpPr/>
          <p:nvPr/>
        </p:nvGrpSpPr>
        <p:grpSpPr>
          <a:xfrm>
            <a:off x="7803848" y="1698641"/>
            <a:ext cx="153591" cy="1276663"/>
            <a:chOff x="7659996" y="1757592"/>
            <a:chExt cx="153591" cy="1276663"/>
          </a:xfrm>
        </p:grpSpPr>
        <p:graphicFrame>
          <p:nvGraphicFramePr>
            <p:cNvPr id="32806" name="Object 29">
              <a:extLst>
                <a:ext uri="{FF2B5EF4-FFF2-40B4-BE49-F238E27FC236}">
                  <a16:creationId xmlns:a16="http://schemas.microsoft.com/office/drawing/2014/main" id="{CE2949D9-6314-4EF9-96B4-7E9E719862E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659996" y="2799702"/>
            <a:ext cx="153591" cy="234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8" name="Microsoft 公式 3.0 中文版" r:id="rId38" imgW="105840" imgH="181800" progId="Equation.DSMT4">
                    <p:embed/>
                  </p:oleObj>
                </mc:Choice>
                <mc:Fallback>
                  <p:oleObj name="Microsoft 公式 3.0 中文版" r:id="rId38" imgW="105840" imgH="181800" progId="Equation.DSMT4">
                    <p:embed/>
                    <p:pic>
                      <p:nvPicPr>
                        <p:cNvPr id="32806" name="Object 29">
                          <a:extLst>
                            <a:ext uri="{FF2B5EF4-FFF2-40B4-BE49-F238E27FC236}">
                              <a16:creationId xmlns:a16="http://schemas.microsoft.com/office/drawing/2014/main" id="{CE2949D9-6314-4EF9-96B4-7E9E719862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9996" y="2799702"/>
                          <a:ext cx="153591" cy="23455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3" name="Line 40">
              <a:extLst>
                <a:ext uri="{FF2B5EF4-FFF2-40B4-BE49-F238E27FC236}">
                  <a16:creationId xmlns:a16="http://schemas.microsoft.com/office/drawing/2014/main" id="{FC5333A4-DE83-4BE1-824D-B1999F4FD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7847" y="1757592"/>
              <a:ext cx="1" cy="10218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latin typeface="+mn-ea"/>
              </a:endParaRPr>
            </a:p>
          </p:txBody>
        </p:sp>
      </p:grpSp>
      <p:sp>
        <p:nvSpPr>
          <p:cNvPr id="184362" name="Text Box 42">
            <a:extLst>
              <a:ext uri="{FF2B5EF4-FFF2-40B4-BE49-F238E27FC236}">
                <a16:creationId xmlns:a16="http://schemas.microsoft.com/office/drawing/2014/main" id="{C7D28751-87F0-4EAF-A0BD-EA5C0BCF2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84" y="1023984"/>
            <a:ext cx="33575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</a:rPr>
              <a:t>悬链线，</a:t>
            </a:r>
            <a:r>
              <a:rPr kumimoji="1" lang="zh-CN" altLang="en-US" sz="2400" b="1" dirty="0">
                <a:latin typeface="+mn-ea"/>
                <a:ea typeface="+mn-ea"/>
              </a:rPr>
              <a:t>悬链线方程为</a:t>
            </a: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B29B9725-87DA-42C1-958A-78332C32A2BD}"/>
              </a:ext>
            </a:extLst>
          </p:cNvPr>
          <p:cNvSpPr txBox="1">
            <a:spLocks noChangeArrowheads="1"/>
          </p:cNvSpPr>
          <p:nvPr/>
        </p:nvSpPr>
        <p:spPr>
          <a:xfrm>
            <a:off x="1559045" y="438143"/>
            <a:ext cx="6990565" cy="4000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两根电线杆之间的电线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由于其本身的重量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下垂成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1D8235AA-A131-485B-B030-23EBC452B079}"/>
              </a:ext>
            </a:extLst>
          </p:cNvPr>
          <p:cNvSpPr/>
          <p:nvPr/>
        </p:nvSpPr>
        <p:spPr>
          <a:xfrm>
            <a:off x="5595611" y="1688134"/>
            <a:ext cx="2276086" cy="570187"/>
          </a:xfrm>
          <a:custGeom>
            <a:avLst/>
            <a:gdLst>
              <a:gd name="connsiteX0" fmla="*/ 0 w 2093843"/>
              <a:gd name="connsiteY0" fmla="*/ 0 h 510218"/>
              <a:gd name="connsiteX1" fmla="*/ 563217 w 2093843"/>
              <a:gd name="connsiteY1" fmla="*/ 337930 h 510218"/>
              <a:gd name="connsiteX2" fmla="*/ 1073426 w 2093843"/>
              <a:gd name="connsiteY2" fmla="*/ 510208 h 510218"/>
              <a:gd name="connsiteX3" fmla="*/ 1603513 w 2093843"/>
              <a:gd name="connsiteY3" fmla="*/ 331304 h 510218"/>
              <a:gd name="connsiteX4" fmla="*/ 2093843 w 2093843"/>
              <a:gd name="connsiteY4" fmla="*/ 0 h 510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843" h="510218">
                <a:moveTo>
                  <a:pt x="0" y="0"/>
                </a:moveTo>
                <a:cubicBezTo>
                  <a:pt x="192156" y="126447"/>
                  <a:pt x="384313" y="252895"/>
                  <a:pt x="563217" y="337930"/>
                </a:cubicBezTo>
                <a:cubicBezTo>
                  <a:pt x="742121" y="422965"/>
                  <a:pt x="900043" y="511312"/>
                  <a:pt x="1073426" y="510208"/>
                </a:cubicBezTo>
                <a:cubicBezTo>
                  <a:pt x="1246809" y="509104"/>
                  <a:pt x="1433444" y="416339"/>
                  <a:pt x="1603513" y="331304"/>
                </a:cubicBezTo>
                <a:cubicBezTo>
                  <a:pt x="1773582" y="246269"/>
                  <a:pt x="1933712" y="123134"/>
                  <a:pt x="2093843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Group 20">
            <a:extLst>
              <a:ext uri="{FF2B5EF4-FFF2-40B4-BE49-F238E27FC236}">
                <a16:creationId xmlns:a16="http://schemas.microsoft.com/office/drawing/2014/main" id="{F25A2043-3933-414C-A6CE-379A92A96262}"/>
              </a:ext>
            </a:extLst>
          </p:cNvPr>
          <p:cNvGrpSpPr>
            <a:grpSpLocks/>
          </p:cNvGrpSpPr>
          <p:nvPr/>
        </p:nvGrpSpPr>
        <p:grpSpPr bwMode="auto">
          <a:xfrm>
            <a:off x="6881020" y="2224747"/>
            <a:ext cx="160735" cy="747712"/>
            <a:chOff x="4462" y="2490"/>
            <a:chExt cx="135" cy="628"/>
          </a:xfrm>
        </p:grpSpPr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B175A526-A4EB-44CB-BA75-BD23A2733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6" y="2490"/>
              <a:ext cx="3" cy="41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ea"/>
              </a:endParaRPr>
            </a:p>
          </p:txBody>
        </p:sp>
        <p:graphicFrame>
          <p:nvGraphicFramePr>
            <p:cNvPr id="82" name="Object 22">
              <a:extLst>
                <a:ext uri="{FF2B5EF4-FFF2-40B4-BE49-F238E27FC236}">
                  <a16:creationId xmlns:a16="http://schemas.microsoft.com/office/drawing/2014/main" id="{B9E8CBD1-D4F2-4224-A3BB-2423D1D1C5B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62" y="2972"/>
            <a:ext cx="135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19" name="Equation" r:id="rId40" imgW="114120" imgH="122400" progId="Equation.3">
                    <p:embed/>
                  </p:oleObj>
                </mc:Choice>
                <mc:Fallback>
                  <p:oleObj name="Equation" r:id="rId40" imgW="114120" imgH="122400" progId="Equation.3">
                    <p:embed/>
                    <p:pic>
                      <p:nvPicPr>
                        <p:cNvPr id="82" name="Object 22">
                          <a:extLst>
                            <a:ext uri="{FF2B5EF4-FFF2-40B4-BE49-F238E27FC236}">
                              <a16:creationId xmlns:a16="http://schemas.microsoft.com/office/drawing/2014/main" id="{B9E8CBD1-D4F2-4224-A3BB-2423D1D1C5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" y="2972"/>
                          <a:ext cx="135" cy="1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" name="Group 23">
            <a:extLst>
              <a:ext uri="{FF2B5EF4-FFF2-40B4-BE49-F238E27FC236}">
                <a16:creationId xmlns:a16="http://schemas.microsoft.com/office/drawing/2014/main" id="{0E3672B5-995C-4984-BEB4-E70CB4AEE514}"/>
              </a:ext>
            </a:extLst>
          </p:cNvPr>
          <p:cNvGrpSpPr>
            <a:grpSpLocks/>
          </p:cNvGrpSpPr>
          <p:nvPr/>
        </p:nvGrpSpPr>
        <p:grpSpPr bwMode="auto">
          <a:xfrm>
            <a:off x="7022398" y="2109256"/>
            <a:ext cx="710804" cy="863203"/>
            <a:chOff x="4606" y="2395"/>
            <a:chExt cx="597" cy="725"/>
          </a:xfrm>
        </p:grpSpPr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5752765A-B8B5-4B7F-8DA8-3FE156D05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1" y="2395"/>
              <a:ext cx="0" cy="5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85" name="Object 25">
              <a:extLst>
                <a:ext uri="{FF2B5EF4-FFF2-40B4-BE49-F238E27FC236}">
                  <a16:creationId xmlns:a16="http://schemas.microsoft.com/office/drawing/2014/main" id="{815AE8CE-8F0B-42ED-BFF8-BAE93345C8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6" y="2921"/>
            <a:ext cx="59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20" name="Equation" r:id="rId42" imgW="622440" imgH="181800" progId="Equation.3">
                    <p:embed/>
                  </p:oleObj>
                </mc:Choice>
                <mc:Fallback>
                  <p:oleObj name="Equation" r:id="rId42" imgW="622440" imgH="181800" progId="Equation.3">
                    <p:embed/>
                    <p:pic>
                      <p:nvPicPr>
                        <p:cNvPr id="85" name="Object 25">
                          <a:extLst>
                            <a:ext uri="{FF2B5EF4-FFF2-40B4-BE49-F238E27FC236}">
                              <a16:creationId xmlns:a16="http://schemas.microsoft.com/office/drawing/2014/main" id="{815AE8CE-8F0B-42ED-BFF8-BAE93345C8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" y="2921"/>
                          <a:ext cx="597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85057FB-0CD5-4741-B481-AE0D843E41DA}"/>
              </a:ext>
            </a:extLst>
          </p:cNvPr>
          <p:cNvGrpSpPr/>
          <p:nvPr/>
        </p:nvGrpSpPr>
        <p:grpSpPr>
          <a:xfrm>
            <a:off x="6881020" y="1779390"/>
            <a:ext cx="372018" cy="438322"/>
            <a:chOff x="6876920" y="1786167"/>
            <a:chExt cx="372018" cy="438322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A7EB306-267A-4465-ADC3-5EA1DA8B3C9D}"/>
                </a:ext>
              </a:extLst>
            </p:cNvPr>
            <p:cNvSpPr/>
            <p:nvPr/>
          </p:nvSpPr>
          <p:spPr>
            <a:xfrm>
              <a:off x="6933408" y="2107096"/>
              <a:ext cx="315530" cy="117393"/>
            </a:xfrm>
            <a:custGeom>
              <a:avLst/>
              <a:gdLst>
                <a:gd name="connsiteX0" fmla="*/ 344556 w 344556"/>
                <a:gd name="connsiteY0" fmla="*/ 0 h 125895"/>
                <a:gd name="connsiteX1" fmla="*/ 145774 w 344556"/>
                <a:gd name="connsiteY1" fmla="*/ 92765 h 125895"/>
                <a:gd name="connsiteX2" fmla="*/ 0 w 344556"/>
                <a:gd name="connsiteY2" fmla="*/ 125895 h 12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556" h="125895">
                  <a:moveTo>
                    <a:pt x="344556" y="0"/>
                  </a:moveTo>
                  <a:cubicBezTo>
                    <a:pt x="273878" y="35891"/>
                    <a:pt x="203200" y="71783"/>
                    <a:pt x="145774" y="92765"/>
                  </a:cubicBezTo>
                  <a:cubicBezTo>
                    <a:pt x="88348" y="113747"/>
                    <a:pt x="20983" y="120373"/>
                    <a:pt x="0" y="125895"/>
                  </a:cubicBezTo>
                </a:path>
              </a:pathLst>
            </a:custGeom>
            <a:noFill/>
            <a:ln w="28575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8" name="Object 9">
              <a:extLst>
                <a:ext uri="{FF2B5EF4-FFF2-40B4-BE49-F238E27FC236}">
                  <a16:creationId xmlns:a16="http://schemas.microsoft.com/office/drawing/2014/main" id="{31CC3794-C37D-4B74-91D0-A0EC4E51624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876920" y="1786167"/>
            <a:ext cx="304800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21" name="MathType 6.0 Equation" r:id="rId44" imgW="304560" imgH="342720" progId="Equation.DSMT4">
                    <p:embed/>
                  </p:oleObj>
                </mc:Choice>
                <mc:Fallback>
                  <p:oleObj name="MathType 6.0 Equation" r:id="rId44" imgW="304560" imgH="342720" progId="Equation.DSMT4">
                    <p:embed/>
                    <p:pic>
                      <p:nvPicPr>
                        <p:cNvPr id="88" name="Object 9">
                          <a:extLst>
                            <a:ext uri="{FF2B5EF4-FFF2-40B4-BE49-F238E27FC236}">
                              <a16:creationId xmlns:a16="http://schemas.microsoft.com/office/drawing/2014/main" id="{31CC3794-C37D-4B74-91D0-A0EC4E5162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6920" y="1786167"/>
                          <a:ext cx="304800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" name="Text Box 8">
            <a:extLst>
              <a:ext uri="{FF2B5EF4-FFF2-40B4-BE49-F238E27FC236}">
                <a16:creationId xmlns:a16="http://schemas.microsoft.com/office/drawing/2014/main" id="{454D35A1-F781-4B00-A4D8-5FCBCA768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270629"/>
            <a:ext cx="1034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8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1" grpId="0" animBg="1"/>
      <p:bldP spid="184336" grpId="0" animBg="1"/>
      <p:bldP spid="33" grpId="0" animBg="1"/>
      <p:bldP spid="90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弧形 36">
            <a:extLst>
              <a:ext uri="{FF2B5EF4-FFF2-40B4-BE49-F238E27FC236}">
                <a16:creationId xmlns:a16="http://schemas.microsoft.com/office/drawing/2014/main" id="{C06CC61C-C09C-4DE7-A041-68E2B61EBBF4}"/>
              </a:ext>
            </a:extLst>
          </p:cNvPr>
          <p:cNvSpPr/>
          <p:nvPr/>
        </p:nvSpPr>
        <p:spPr>
          <a:xfrm>
            <a:off x="6282991" y="1432485"/>
            <a:ext cx="2255817" cy="1495777"/>
          </a:xfrm>
          <a:prstGeom prst="arc">
            <a:avLst>
              <a:gd name="adj1" fmla="val 10829904"/>
              <a:gd name="adj2" fmla="val 36858"/>
            </a:avLst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559DE3B5-D703-423B-8FE2-E40440D467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9917" y="541366"/>
            <a:ext cx="830450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 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35845" name="Object 3">
            <a:extLst>
              <a:ext uri="{FF2B5EF4-FFF2-40B4-BE49-F238E27FC236}">
                <a16:creationId xmlns:a16="http://schemas.microsoft.com/office/drawing/2014/main" id="{DF1FC311-B08C-4736-BFCE-F2DF72B8DE5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43836" y="333478"/>
          <a:ext cx="19796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2" name="MathType 6.0 Equation" r:id="rId3" imgW="1981080" imgH="863280" progId="Equation.DSMT4">
                  <p:embed/>
                </p:oleObj>
              </mc:Choice>
              <mc:Fallback>
                <p:oleObj name="MathType 6.0 Equation" r:id="rId3" imgW="1981080" imgH="863280" progId="Equation.DSMT4">
                  <p:embed/>
                  <p:pic>
                    <p:nvPicPr>
                      <p:cNvPr id="35845" name="Object 3">
                        <a:extLst>
                          <a:ext uri="{FF2B5EF4-FFF2-40B4-BE49-F238E27FC236}">
                            <a16:creationId xmlns:a16="http://schemas.microsoft.com/office/drawing/2014/main" id="{DF1FC311-B08C-4736-BFCE-F2DF72B8DE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836" y="333478"/>
                        <a:ext cx="1979613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4">
            <a:extLst>
              <a:ext uri="{FF2B5EF4-FFF2-40B4-BE49-F238E27FC236}">
                <a16:creationId xmlns:a16="http://schemas.microsoft.com/office/drawing/2014/main" id="{7597E928-D5D4-4335-9FC0-DAC8295728A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42129" y="585816"/>
          <a:ext cx="863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3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35846" name="Object 4">
                        <a:extLst>
                          <a:ext uri="{FF2B5EF4-FFF2-40B4-BE49-F238E27FC236}">
                            <a16:creationId xmlns:a16="http://schemas.microsoft.com/office/drawing/2014/main" id="{7597E928-D5D4-4335-9FC0-DAC8295728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129" y="585816"/>
                        <a:ext cx="8636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5">
            <a:extLst>
              <a:ext uri="{FF2B5EF4-FFF2-40B4-BE49-F238E27FC236}">
                <a16:creationId xmlns:a16="http://schemas.microsoft.com/office/drawing/2014/main" id="{F286B58E-71C5-4B4C-B33F-AD2673435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599" y="517848"/>
            <a:ext cx="800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一拱</a:t>
            </a:r>
          </a:p>
        </p:txBody>
      </p:sp>
      <p:graphicFrame>
        <p:nvGraphicFramePr>
          <p:cNvPr id="35848" name="Object 6">
            <a:extLst>
              <a:ext uri="{FF2B5EF4-FFF2-40B4-BE49-F238E27FC236}">
                <a16:creationId xmlns:a16="http://schemas.microsoft.com/office/drawing/2014/main" id="{901163C8-BB16-4EB2-829B-4DDB3519CFC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81750" y="569913"/>
          <a:ext cx="14081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4" name="MathType 6.0 Equation" r:id="rId7" imgW="1409400" imgH="342720" progId="Equation.DSMT4">
                  <p:embed/>
                </p:oleObj>
              </mc:Choice>
              <mc:Fallback>
                <p:oleObj name="MathType 6.0 Equation" r:id="rId7" imgW="1409400" imgH="342720" progId="Equation.DSMT4">
                  <p:embed/>
                  <p:pic>
                    <p:nvPicPr>
                      <p:cNvPr id="35848" name="Object 6">
                        <a:extLst>
                          <a:ext uri="{FF2B5EF4-FFF2-40B4-BE49-F238E27FC236}">
                            <a16:creationId xmlns:a16="http://schemas.microsoft.com/office/drawing/2014/main" id="{901163C8-BB16-4EB2-829B-4DDB3519C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569913"/>
                        <a:ext cx="1408113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7">
            <a:extLst>
              <a:ext uri="{FF2B5EF4-FFF2-40B4-BE49-F238E27FC236}">
                <a16:creationId xmlns:a16="http://schemas.microsoft.com/office/drawing/2014/main" id="{52BDE14A-A180-4EA2-966F-FDD32A7A9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626" y="501195"/>
            <a:ext cx="1357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的弧长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87400" name="Text Box 8">
            <a:extLst>
              <a:ext uri="{FF2B5EF4-FFF2-40B4-BE49-F238E27FC236}">
                <a16:creationId xmlns:a16="http://schemas.microsoft.com/office/drawing/2014/main" id="{BBBA1683-5629-46AC-BF36-C56C90AB7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7" y="1553453"/>
            <a:ext cx="674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87401" name="Object 9">
            <a:extLst>
              <a:ext uri="{FF2B5EF4-FFF2-40B4-BE49-F238E27FC236}">
                <a16:creationId xmlns:a16="http://schemas.microsoft.com/office/drawing/2014/main" id="{1F600FF8-9430-4D6C-A56A-10488D766E8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82538" y="1522349"/>
          <a:ext cx="2133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5" name="MathType 6.0 Equation" r:id="rId9" imgW="2133360" imgH="495000" progId="Equation.DSMT4">
                  <p:embed/>
                </p:oleObj>
              </mc:Choice>
              <mc:Fallback>
                <p:oleObj name="MathType 6.0 Equation" r:id="rId9" imgW="2133360" imgH="495000" progId="Equation.DSMT4">
                  <p:embed/>
                  <p:pic>
                    <p:nvPicPr>
                      <p:cNvPr id="187401" name="Object 9">
                        <a:extLst>
                          <a:ext uri="{FF2B5EF4-FFF2-40B4-BE49-F238E27FC236}">
                            <a16:creationId xmlns:a16="http://schemas.microsoft.com/office/drawing/2014/main" id="{1F600FF8-9430-4D6C-A56A-10488D766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538" y="1522349"/>
                        <a:ext cx="21336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>
            <a:extLst>
              <a:ext uri="{FF2B5EF4-FFF2-40B4-BE49-F238E27FC236}">
                <a16:creationId xmlns:a16="http://schemas.microsoft.com/office/drawing/2014/main" id="{33DDF2DE-D732-464D-B3F5-72F5E1A71E1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91616" y="2223960"/>
          <a:ext cx="3136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6" name="Equation" r:id="rId11" imgW="3136680" imgH="495000" progId="Equation.DSMT4">
                  <p:embed/>
                </p:oleObj>
              </mc:Choice>
              <mc:Fallback>
                <p:oleObj name="Equation" r:id="rId11" imgW="3136680" imgH="495000" progId="Equation.DSMT4">
                  <p:embed/>
                  <p:pic>
                    <p:nvPicPr>
                      <p:cNvPr id="187402" name="Object 10">
                        <a:extLst>
                          <a:ext uri="{FF2B5EF4-FFF2-40B4-BE49-F238E27FC236}">
                            <a16:creationId xmlns:a16="http://schemas.microsoft.com/office/drawing/2014/main" id="{33DDF2DE-D732-464D-B3F5-72F5E1A71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616" y="2223960"/>
                        <a:ext cx="31369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3" name="Object 11">
            <a:extLst>
              <a:ext uri="{FF2B5EF4-FFF2-40B4-BE49-F238E27FC236}">
                <a16:creationId xmlns:a16="http://schemas.microsoft.com/office/drawing/2014/main" id="{49CB6E45-EAE7-42E7-93E5-39D973F753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18195" y="2306979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7" name="Microsoft 公式 3.0 中文版" r:id="rId13" imgW="1168200" imgH="342720" progId="Equation.DSMT4">
                  <p:embed/>
                </p:oleObj>
              </mc:Choice>
              <mc:Fallback>
                <p:oleObj name="Microsoft 公式 3.0 中文版" r:id="rId13" imgW="1168200" imgH="342720" progId="Equation.DSMT4">
                  <p:embed/>
                  <p:pic>
                    <p:nvPicPr>
                      <p:cNvPr id="187403" name="Object 11">
                        <a:extLst>
                          <a:ext uri="{FF2B5EF4-FFF2-40B4-BE49-F238E27FC236}">
                            <a16:creationId xmlns:a16="http://schemas.microsoft.com/office/drawing/2014/main" id="{49CB6E45-EAE7-42E7-93E5-39D973F753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8195" y="2306979"/>
                        <a:ext cx="1168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5" name="Object 13">
            <a:extLst>
              <a:ext uri="{FF2B5EF4-FFF2-40B4-BE49-F238E27FC236}">
                <a16:creationId xmlns:a16="http://schemas.microsoft.com/office/drawing/2014/main" id="{E14D894D-E1EB-4DDE-83D6-02FFF01097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51751" y="3125986"/>
          <a:ext cx="2273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8" name="MathType 6.0 Equation" r:id="rId15" imgW="2273040" imgH="457200" progId="Equation.DSMT4">
                  <p:embed/>
                </p:oleObj>
              </mc:Choice>
              <mc:Fallback>
                <p:oleObj name="MathType 6.0 Equation" r:id="rId15" imgW="2273040" imgH="457200" progId="Equation.DSMT4">
                  <p:embed/>
                  <p:pic>
                    <p:nvPicPr>
                      <p:cNvPr id="187405" name="Object 13">
                        <a:extLst>
                          <a:ext uri="{FF2B5EF4-FFF2-40B4-BE49-F238E27FC236}">
                            <a16:creationId xmlns:a16="http://schemas.microsoft.com/office/drawing/2014/main" id="{E14D894D-E1EB-4DDE-83D6-02FFF0109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51" y="3125986"/>
                        <a:ext cx="227304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6" name="Object 14">
            <a:extLst>
              <a:ext uri="{FF2B5EF4-FFF2-40B4-BE49-F238E27FC236}">
                <a16:creationId xmlns:a16="http://schemas.microsoft.com/office/drawing/2014/main" id="{280DB5A2-4204-4B28-8469-97DD2792D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664112"/>
              </p:ext>
            </p:extLst>
          </p:nvPr>
        </p:nvGraphicFramePr>
        <p:xfrm>
          <a:off x="4019550" y="2946400"/>
          <a:ext cx="1612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9" name="Equation" r:id="rId17" imgW="1612800" imgH="723600" progId="Equation.DSMT4">
                  <p:embed/>
                </p:oleObj>
              </mc:Choice>
              <mc:Fallback>
                <p:oleObj name="Equation" r:id="rId17" imgW="1612800" imgH="723600" progId="Equation.DSMT4">
                  <p:embed/>
                  <p:pic>
                    <p:nvPicPr>
                      <p:cNvPr id="187406" name="Object 14">
                        <a:extLst>
                          <a:ext uri="{FF2B5EF4-FFF2-40B4-BE49-F238E27FC236}">
                            <a16:creationId xmlns:a16="http://schemas.microsoft.com/office/drawing/2014/main" id="{280DB5A2-4204-4B28-8469-97DD2792DC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2946400"/>
                        <a:ext cx="161290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7" name="Object 15">
            <a:extLst>
              <a:ext uri="{FF2B5EF4-FFF2-40B4-BE49-F238E27FC236}">
                <a16:creationId xmlns:a16="http://schemas.microsoft.com/office/drawing/2014/main" id="{A145355B-AF23-47C9-A59A-0FE8928F3BF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42399" y="3839383"/>
          <a:ext cx="429101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0" name="MathType 6.0 Equation" r:id="rId19" imgW="4292280" imgH="888840" progId="Equation.DSMT4">
                  <p:embed/>
                </p:oleObj>
              </mc:Choice>
              <mc:Fallback>
                <p:oleObj name="MathType 6.0 Equation" r:id="rId19" imgW="4292280" imgH="888840" progId="Equation.DSMT4">
                  <p:embed/>
                  <p:pic>
                    <p:nvPicPr>
                      <p:cNvPr id="187407" name="Object 15">
                        <a:extLst>
                          <a:ext uri="{FF2B5EF4-FFF2-40B4-BE49-F238E27FC236}">
                            <a16:creationId xmlns:a16="http://schemas.microsoft.com/office/drawing/2014/main" id="{A145355B-AF23-47C9-A59A-0FE8928F3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399" y="3839383"/>
                        <a:ext cx="4291013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0" name="Object 18">
            <a:extLst>
              <a:ext uri="{FF2B5EF4-FFF2-40B4-BE49-F238E27FC236}">
                <a16:creationId xmlns:a16="http://schemas.microsoft.com/office/drawing/2014/main" id="{646E3544-AE8A-4ECD-9F95-8E6E7610373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27062" y="4133070"/>
          <a:ext cx="6223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1" name="Equation" r:id="rId21" imgW="622080" imgH="279360" progId="Equation.DSMT4">
                  <p:embed/>
                </p:oleObj>
              </mc:Choice>
              <mc:Fallback>
                <p:oleObj name="Equation" r:id="rId21" imgW="622080" imgH="279360" progId="Equation.DSMT4">
                  <p:embed/>
                  <p:pic>
                    <p:nvPicPr>
                      <p:cNvPr id="187410" name="Object 18">
                        <a:extLst>
                          <a:ext uri="{FF2B5EF4-FFF2-40B4-BE49-F238E27FC236}">
                            <a16:creationId xmlns:a16="http://schemas.microsoft.com/office/drawing/2014/main" id="{646E3544-AE8A-4ECD-9F95-8E6E76103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062" y="4133070"/>
                        <a:ext cx="622300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">
            <a:extLst>
              <a:ext uri="{FF2B5EF4-FFF2-40B4-BE49-F238E27FC236}">
                <a16:creationId xmlns:a16="http://schemas.microsoft.com/office/drawing/2014/main" id="{26DB3610-2639-4297-95BD-41348C7BE6F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36" y="541366"/>
            <a:ext cx="1465053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计算摆线</a:t>
            </a:r>
          </a:p>
        </p:txBody>
      </p:sp>
      <p:graphicFrame>
        <p:nvGraphicFramePr>
          <p:cNvPr id="26" name="Object 13">
            <a:extLst>
              <a:ext uri="{FF2B5EF4-FFF2-40B4-BE49-F238E27FC236}">
                <a16:creationId xmlns:a16="http://schemas.microsoft.com/office/drawing/2014/main" id="{D619132F-3850-448F-A72D-90F924546BE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11746" y="2320056"/>
          <a:ext cx="3301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2" name="MathType 6.0 Equation" r:id="rId23" imgW="330120" imgH="342720" progId="Equation.DSMT4">
                  <p:embed/>
                </p:oleObj>
              </mc:Choice>
              <mc:Fallback>
                <p:oleObj name="MathType 6.0 Equation" r:id="rId23" imgW="330120" imgH="342720" progId="Equation.DSMT4">
                  <p:embed/>
                  <p:pic>
                    <p:nvPicPr>
                      <p:cNvPr id="26" name="Object 13">
                        <a:extLst>
                          <a:ext uri="{FF2B5EF4-FFF2-40B4-BE49-F238E27FC236}">
                            <a16:creationId xmlns:a16="http://schemas.microsoft.com/office/drawing/2014/main" id="{D619132F-3850-448F-A72D-90F924546B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746" y="2320056"/>
                        <a:ext cx="33012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131C22-5C72-4E77-8A6E-FB16F5AB7F1C}"/>
              </a:ext>
            </a:extLst>
          </p:cNvPr>
          <p:cNvGrpSpPr/>
          <p:nvPr/>
        </p:nvGrpSpPr>
        <p:grpSpPr>
          <a:xfrm>
            <a:off x="5958643" y="1193750"/>
            <a:ext cx="2997914" cy="1365946"/>
            <a:chOff x="5342728" y="1370497"/>
            <a:chExt cx="2997914" cy="1365946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2FA39636-7681-4A27-8966-FC306918A23C}"/>
                </a:ext>
              </a:extLst>
            </p:cNvPr>
            <p:cNvCxnSpPr>
              <a:cxnSpLocks/>
            </p:cNvCxnSpPr>
            <p:nvPr/>
          </p:nvCxnSpPr>
          <p:spPr>
            <a:xfrm>
              <a:off x="5342728" y="2338809"/>
              <a:ext cx="2982861" cy="213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0A3450A-124C-4D0C-923D-2536444C18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6753" y="1370497"/>
              <a:ext cx="11441" cy="13659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Object 7">
              <a:extLst>
                <a:ext uri="{FF2B5EF4-FFF2-40B4-BE49-F238E27FC236}">
                  <a16:creationId xmlns:a16="http://schemas.microsoft.com/office/drawing/2014/main" id="{D1B8518B-DDC6-4770-B872-E1C4F80850F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07947" y="1391961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93" name="MathType 6.0 Equation" r:id="rId25" imgW="215640" imgH="266400" progId="Equation.DSMT4">
                    <p:embed/>
                  </p:oleObj>
                </mc:Choice>
                <mc:Fallback>
                  <p:oleObj name="MathType 6.0 Equation" r:id="rId25" imgW="215640" imgH="266400" progId="Equation.DSMT4">
                    <p:embed/>
                    <p:pic>
                      <p:nvPicPr>
                        <p:cNvPr id="30" name="Object 7">
                          <a:extLst>
                            <a:ext uri="{FF2B5EF4-FFF2-40B4-BE49-F238E27FC236}">
                              <a16:creationId xmlns:a16="http://schemas.microsoft.com/office/drawing/2014/main" id="{D1B8518B-DDC6-4770-B872-E1C4F80850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7947" y="1391961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7">
              <a:extLst>
                <a:ext uri="{FF2B5EF4-FFF2-40B4-BE49-F238E27FC236}">
                  <a16:creationId xmlns:a16="http://schemas.microsoft.com/office/drawing/2014/main" id="{F70AE25B-185A-440B-9993-7709AB9152C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150142" y="243054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94" name="MathType 6.0 Equation" r:id="rId27" imgW="190440" imgH="203040" progId="Equation.DSMT4">
                    <p:embed/>
                  </p:oleObj>
                </mc:Choice>
                <mc:Fallback>
                  <p:oleObj name="MathType 6.0 Equation" r:id="rId27" imgW="190440" imgH="203040" progId="Equation.DSMT4">
                    <p:embed/>
                    <p:pic>
                      <p:nvPicPr>
                        <p:cNvPr id="31" name="Object 7">
                          <a:extLst>
                            <a:ext uri="{FF2B5EF4-FFF2-40B4-BE49-F238E27FC236}">
                              <a16:creationId xmlns:a16="http://schemas.microsoft.com/office/drawing/2014/main" id="{F70AE25B-185A-440B-9993-7709AB9152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0142" y="243054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7">
              <a:extLst>
                <a:ext uri="{FF2B5EF4-FFF2-40B4-BE49-F238E27FC236}">
                  <a16:creationId xmlns:a16="http://schemas.microsoft.com/office/drawing/2014/main" id="{2E26CFB3-C875-442D-AAEE-9D1F26F8048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95" name="MathType 6.0 Equation" r:id="rId29" imgW="190440" imgH="203040" progId="Equation.DSMT4">
                    <p:embed/>
                  </p:oleObj>
                </mc:Choice>
                <mc:Fallback>
                  <p:oleObj name="MathType 6.0 Equation" r:id="rId29" imgW="190440" imgH="20304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2E26CFB3-C875-442D-AAEE-9D1F26F804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20">
            <a:extLst>
              <a:ext uri="{FF2B5EF4-FFF2-40B4-BE49-F238E27FC236}">
                <a16:creationId xmlns:a16="http://schemas.microsoft.com/office/drawing/2014/main" id="{8C4D2526-E1BE-4F97-BA00-088ED54D875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28013" y="2232025"/>
          <a:ext cx="444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6" name="Equation" r:id="rId31" imgW="444240" imgH="241200" progId="Equation.DSMT4">
                  <p:embed/>
                </p:oleObj>
              </mc:Choice>
              <mc:Fallback>
                <p:oleObj name="Equation" r:id="rId31" imgW="444240" imgH="241200" progId="Equation.DSMT4">
                  <p:embed/>
                  <p:pic>
                    <p:nvPicPr>
                      <p:cNvPr id="33" name="Object 20">
                        <a:extLst>
                          <a:ext uri="{FF2B5EF4-FFF2-40B4-BE49-F238E27FC236}">
                            <a16:creationId xmlns:a16="http://schemas.microsoft.com/office/drawing/2014/main" id="{8C4D2526-E1BE-4F97-BA00-088ED54D8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8013" y="2232025"/>
                        <a:ext cx="4445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8">
            <a:extLst>
              <a:ext uri="{FF2B5EF4-FFF2-40B4-BE49-F238E27FC236}">
                <a16:creationId xmlns:a16="http://schemas.microsoft.com/office/drawing/2014/main" id="{0CD4579D-1E21-4155-AA59-2C115B291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310" y="4133070"/>
            <a:ext cx="796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FF7DB64-7F48-49A6-99FC-A5D697B5CA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857024"/>
              </p:ext>
            </p:extLst>
          </p:nvPr>
        </p:nvGraphicFramePr>
        <p:xfrm>
          <a:off x="5862355" y="2944813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97" name="Equation" r:id="rId33" imgW="1206360" imgH="723600" progId="Equation.DSMT4">
                  <p:embed/>
                </p:oleObj>
              </mc:Choice>
              <mc:Fallback>
                <p:oleObj name="Equation" r:id="rId33" imgW="1206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862355" y="2944813"/>
                        <a:ext cx="120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87400" grpId="0" autoUpdateAnimBg="0"/>
      <p:bldP spid="3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3">
            <a:extLst>
              <a:ext uri="{FF2B5EF4-FFF2-40B4-BE49-F238E27FC236}">
                <a16:creationId xmlns:a16="http://schemas.microsoft.com/office/drawing/2014/main" id="{99C6ACDB-D3C7-46A5-AE12-97E33E4A4B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4586" y="457200"/>
            <a:ext cx="897414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3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88418" name="Object 2">
            <a:extLst>
              <a:ext uri="{FF2B5EF4-FFF2-40B4-BE49-F238E27FC236}">
                <a16:creationId xmlns:a16="http://schemas.microsoft.com/office/drawing/2014/main" id="{FB177C28-E28E-4CE7-8042-95FF287E418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30716" y="1817947"/>
          <a:ext cx="191611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18" name="Equation" r:id="rId4" imgW="1917360" imgH="444240" progId="Equation.DSMT4">
                  <p:embed/>
                </p:oleObj>
              </mc:Choice>
              <mc:Fallback>
                <p:oleObj name="Equation" r:id="rId4" imgW="1917360" imgH="444240" progId="Equation.DSMT4">
                  <p:embed/>
                  <p:pic>
                    <p:nvPicPr>
                      <p:cNvPr id="188418" name="Object 2">
                        <a:extLst>
                          <a:ext uri="{FF2B5EF4-FFF2-40B4-BE49-F238E27FC236}">
                            <a16:creationId xmlns:a16="http://schemas.microsoft.com/office/drawing/2014/main" id="{FB177C28-E28E-4CE7-8042-95FF287E41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716" y="1817947"/>
                        <a:ext cx="1916112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4">
            <a:extLst>
              <a:ext uri="{FF2B5EF4-FFF2-40B4-BE49-F238E27FC236}">
                <a16:creationId xmlns:a16="http://schemas.microsoft.com/office/drawing/2014/main" id="{02F585D8-57B0-4E5B-997A-3D8063C8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971" y="401383"/>
            <a:ext cx="36615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相应于         一段的</a:t>
            </a:r>
            <a:endParaRPr kumimoji="1" lang="en-US" altLang="zh-CN" sz="2400" b="1" i="1" dirty="0">
              <a:latin typeface="+mn-ea"/>
              <a:ea typeface="+mn-ea"/>
            </a:endParaRPr>
          </a:p>
        </p:txBody>
      </p:sp>
      <p:sp>
        <p:nvSpPr>
          <p:cNvPr id="36871" name="Text Box 5">
            <a:extLst>
              <a:ext uri="{FF2B5EF4-FFF2-40B4-BE49-F238E27FC236}">
                <a16:creationId xmlns:a16="http://schemas.microsoft.com/office/drawing/2014/main" id="{B7F3E32E-8AEE-44A9-B792-8D21993B5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71" y="888202"/>
            <a:ext cx="20520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弧长</a:t>
            </a:r>
            <a:r>
              <a:rPr kumimoji="1" lang="en-US" altLang="zh-CN" sz="2400" b="1" dirty="0">
                <a:latin typeface="+mn-ea"/>
                <a:ea typeface="+mn-ea"/>
              </a:rPr>
              <a:t>.   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88422" name="Text Box 6">
            <a:extLst>
              <a:ext uri="{FF2B5EF4-FFF2-40B4-BE49-F238E27FC236}">
                <a16:creationId xmlns:a16="http://schemas.microsoft.com/office/drawing/2014/main" id="{2AAFE23A-E801-45E7-BF96-6DC87085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125" y="1240502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36873" name="Object 7">
            <a:extLst>
              <a:ext uri="{FF2B5EF4-FFF2-40B4-BE49-F238E27FC236}">
                <a16:creationId xmlns:a16="http://schemas.microsoft.com/office/drawing/2014/main" id="{628C1C97-990A-4400-8E3B-EF0222EAA29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28454" y="480833"/>
          <a:ext cx="16700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19" name="Equation" r:id="rId6" imgW="1866600" imgH="342720" progId="Equation.DSMT4">
                  <p:embed/>
                </p:oleObj>
              </mc:Choice>
              <mc:Fallback>
                <p:oleObj name="Equation" r:id="rId6" imgW="1866600" imgH="342720" progId="Equation.DSMT4">
                  <p:embed/>
                  <p:pic>
                    <p:nvPicPr>
                      <p:cNvPr id="36873" name="Object 7">
                        <a:extLst>
                          <a:ext uri="{FF2B5EF4-FFF2-40B4-BE49-F238E27FC236}">
                            <a16:creationId xmlns:a16="http://schemas.microsoft.com/office/drawing/2014/main" id="{628C1C97-990A-4400-8E3B-EF0222EAA290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454" y="480833"/>
                        <a:ext cx="167005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0" name="Object 14">
            <a:extLst>
              <a:ext uri="{FF2B5EF4-FFF2-40B4-BE49-F238E27FC236}">
                <a16:creationId xmlns:a16="http://schemas.microsoft.com/office/drawing/2014/main" id="{C8DBD065-FEC3-4C72-8238-73AA125ACDC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51016" y="1201011"/>
          <a:ext cx="28829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0" name="Equation" r:id="rId8" imgW="2882880" imgH="457200" progId="Equation.DSMT4">
                  <p:embed/>
                </p:oleObj>
              </mc:Choice>
              <mc:Fallback>
                <p:oleObj name="Equation" r:id="rId8" imgW="2882880" imgH="457200" progId="Equation.DSMT4">
                  <p:embed/>
                  <p:pic>
                    <p:nvPicPr>
                      <p:cNvPr id="188430" name="Object 14">
                        <a:extLst>
                          <a:ext uri="{FF2B5EF4-FFF2-40B4-BE49-F238E27FC236}">
                            <a16:creationId xmlns:a16="http://schemas.microsoft.com/office/drawing/2014/main" id="{C8DBD065-FEC3-4C72-8238-73AA125ACD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016" y="1201011"/>
                        <a:ext cx="288290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1" name="Object 15">
            <a:extLst>
              <a:ext uri="{FF2B5EF4-FFF2-40B4-BE49-F238E27FC236}">
                <a16:creationId xmlns:a16="http://schemas.microsoft.com/office/drawing/2014/main" id="{7EFC9F56-383E-45D8-A96B-2655E337DF8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64446" y="1786021"/>
          <a:ext cx="16621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1" name="Equation" r:id="rId10" imgW="1663560" imgH="419040" progId="Equation.DSMT4">
                  <p:embed/>
                </p:oleObj>
              </mc:Choice>
              <mc:Fallback>
                <p:oleObj name="Equation" r:id="rId10" imgW="1663560" imgH="419040" progId="Equation.DSMT4">
                  <p:embed/>
                  <p:pic>
                    <p:nvPicPr>
                      <p:cNvPr id="188431" name="Object 15">
                        <a:extLst>
                          <a:ext uri="{FF2B5EF4-FFF2-40B4-BE49-F238E27FC236}">
                            <a16:creationId xmlns:a16="http://schemas.microsoft.com/office/drawing/2014/main" id="{7EFC9F56-383E-45D8-A96B-2655E337D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446" y="1786021"/>
                        <a:ext cx="1662113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2" name="Object 16">
            <a:extLst>
              <a:ext uri="{FF2B5EF4-FFF2-40B4-BE49-F238E27FC236}">
                <a16:creationId xmlns:a16="http://schemas.microsoft.com/office/drawing/2014/main" id="{08E1A013-F228-4316-A59C-5B58CD46C62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78989" y="2526161"/>
          <a:ext cx="2146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2" name="Equation" r:id="rId12" imgW="2145960" imgH="583920" progId="Equation.DSMT4">
                  <p:embed/>
                </p:oleObj>
              </mc:Choice>
              <mc:Fallback>
                <p:oleObj name="Equation" r:id="rId12" imgW="2145960" imgH="583920" progId="Equation.DSMT4">
                  <p:embed/>
                  <p:pic>
                    <p:nvPicPr>
                      <p:cNvPr id="188432" name="Object 16">
                        <a:extLst>
                          <a:ext uri="{FF2B5EF4-FFF2-40B4-BE49-F238E27FC236}">
                            <a16:creationId xmlns:a16="http://schemas.microsoft.com/office/drawing/2014/main" id="{08E1A013-F228-4316-A59C-5B58CD46C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989" y="2526161"/>
                        <a:ext cx="2146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4" name="Object 18">
            <a:extLst>
              <a:ext uri="{FF2B5EF4-FFF2-40B4-BE49-F238E27FC236}">
                <a16:creationId xmlns:a16="http://schemas.microsoft.com/office/drawing/2014/main" id="{67924B79-DDE8-4452-97CF-4D67925EC14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39661" y="3272461"/>
          <a:ext cx="401161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3" name="Equation" r:id="rId14" imgW="4012920" imgH="812520" progId="Equation.DSMT4">
                  <p:embed/>
                </p:oleObj>
              </mc:Choice>
              <mc:Fallback>
                <p:oleObj name="Equation" r:id="rId14" imgW="4012920" imgH="812520" progId="Equation.DSMT4">
                  <p:embed/>
                  <p:pic>
                    <p:nvPicPr>
                      <p:cNvPr id="188434" name="Object 18">
                        <a:extLst>
                          <a:ext uri="{FF2B5EF4-FFF2-40B4-BE49-F238E27FC236}">
                            <a16:creationId xmlns:a16="http://schemas.microsoft.com/office/drawing/2014/main" id="{67924B79-DDE8-4452-97CF-4D67925EC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661" y="3272461"/>
                        <a:ext cx="4011612" cy="84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7" name="Object 21">
            <a:extLst>
              <a:ext uri="{FF2B5EF4-FFF2-40B4-BE49-F238E27FC236}">
                <a16:creationId xmlns:a16="http://schemas.microsoft.com/office/drawing/2014/main" id="{03137D85-310D-44A4-BEAB-5991D1310D2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38416" y="4255298"/>
          <a:ext cx="399891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4" name="Equation" r:id="rId16" imgW="4000320" imgH="672840" progId="Equation.DSMT4">
                  <p:embed/>
                </p:oleObj>
              </mc:Choice>
              <mc:Fallback>
                <p:oleObj name="Equation" r:id="rId16" imgW="4000320" imgH="672840" progId="Equation.DSMT4">
                  <p:embed/>
                  <p:pic>
                    <p:nvPicPr>
                      <p:cNvPr id="188437" name="Object 21">
                        <a:extLst>
                          <a:ext uri="{FF2B5EF4-FFF2-40B4-BE49-F238E27FC236}">
                            <a16:creationId xmlns:a16="http://schemas.microsoft.com/office/drawing/2014/main" id="{03137D85-310D-44A4-BEAB-5991D1310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416" y="4255298"/>
                        <a:ext cx="3998912" cy="71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ABAA055-E4B9-4961-B640-197BC609A16B}"/>
              </a:ext>
            </a:extLst>
          </p:cNvPr>
          <p:cNvSpPr/>
          <p:nvPr/>
        </p:nvSpPr>
        <p:spPr>
          <a:xfrm flipV="1">
            <a:off x="5567772" y="1159195"/>
            <a:ext cx="2609103" cy="2019110"/>
          </a:xfrm>
          <a:custGeom>
            <a:avLst/>
            <a:gdLst/>
            <a:ahLst/>
            <a:cxnLst/>
            <a:rect l="0" t="0" r="0" b="0"/>
            <a:pathLst>
              <a:path w="2886397" h="2134995">
                <a:moveTo>
                  <a:pt x="1082701" y="1457109"/>
                </a:moveTo>
                <a:cubicBezTo>
                  <a:pt x="1090321" y="1457149"/>
                  <a:pt x="1097940" y="1457304"/>
                  <a:pt x="1105556" y="1457603"/>
                </a:cubicBezTo>
                <a:cubicBezTo>
                  <a:pt x="1113166" y="1458066"/>
                  <a:pt x="1120767" y="1458708"/>
                  <a:pt x="1128356" y="1459541"/>
                </a:cubicBezTo>
                <a:cubicBezTo>
                  <a:pt x="1135928" y="1460575"/>
                  <a:pt x="1143479" y="1461820"/>
                  <a:pt x="1151003" y="1463283"/>
                </a:cubicBezTo>
                <a:cubicBezTo>
                  <a:pt x="1158494" y="1464972"/>
                  <a:pt x="1165948" y="1466895"/>
                  <a:pt x="1173357" y="1469056"/>
                </a:cubicBezTo>
                <a:cubicBezTo>
                  <a:pt x="1180716" y="1471462"/>
                  <a:pt x="1188017" y="1474116"/>
                  <a:pt x="1195253" y="1477024"/>
                </a:cubicBezTo>
                <a:cubicBezTo>
                  <a:pt x="1202417" y="1480189"/>
                  <a:pt x="1209500" y="1483616"/>
                  <a:pt x="1216496" y="1487305"/>
                </a:cubicBezTo>
                <a:cubicBezTo>
                  <a:pt x="1223395" y="1491261"/>
                  <a:pt x="1230190" y="1495485"/>
                  <a:pt x="1236871" y="1499980"/>
                </a:cubicBezTo>
                <a:cubicBezTo>
                  <a:pt x="1243430" y="1504746"/>
                  <a:pt x="1249858" y="1509784"/>
                  <a:pt x="1256145" y="1515095"/>
                </a:cubicBezTo>
                <a:cubicBezTo>
                  <a:pt x="1262282" y="1520678"/>
                  <a:pt x="1268259" y="1526534"/>
                  <a:pt x="1274066" y="1532662"/>
                </a:cubicBezTo>
                <a:cubicBezTo>
                  <a:pt x="1279695" y="1539059"/>
                  <a:pt x="1285134" y="1545726"/>
                  <a:pt x="1290374" y="1552659"/>
                </a:cubicBezTo>
                <a:cubicBezTo>
                  <a:pt x="1295405" y="1559856"/>
                  <a:pt x="1300216" y="1567315"/>
                  <a:pt x="1304797" y="1575031"/>
                </a:cubicBezTo>
                <a:cubicBezTo>
                  <a:pt x="1309138" y="1583001"/>
                  <a:pt x="1313228" y="1591221"/>
                  <a:pt x="1317058" y="1599686"/>
                </a:cubicBezTo>
                <a:cubicBezTo>
                  <a:pt x="1320617" y="1608391"/>
                  <a:pt x="1323894" y="1617330"/>
                  <a:pt x="1326880" y="1626498"/>
                </a:cubicBezTo>
                <a:cubicBezTo>
                  <a:pt x="1329564" y="1635888"/>
                  <a:pt x="1331936" y="1645492"/>
                  <a:pt x="1333986" y="1655304"/>
                </a:cubicBezTo>
                <a:cubicBezTo>
                  <a:pt x="1335705" y="1665316"/>
                  <a:pt x="1337082" y="1675519"/>
                  <a:pt x="1338108" y="1685905"/>
                </a:cubicBezTo>
                <a:cubicBezTo>
                  <a:pt x="1338774" y="1696464"/>
                  <a:pt x="1339069" y="1707188"/>
                  <a:pt x="1338987" y="1718065"/>
                </a:cubicBezTo>
                <a:cubicBezTo>
                  <a:pt x="1338516" y="1729086"/>
                  <a:pt x="1337649" y="1740239"/>
                  <a:pt x="1336377" y="1751513"/>
                </a:cubicBezTo>
                <a:cubicBezTo>
                  <a:pt x="1334693" y="1762897"/>
                  <a:pt x="1332589" y="1774377"/>
                  <a:pt x="1330056" y="1785942"/>
                </a:cubicBezTo>
                <a:cubicBezTo>
                  <a:pt x="1327089" y="1797579"/>
                  <a:pt x="1323679" y="1809273"/>
                  <a:pt x="1319821" y="1821012"/>
                </a:cubicBezTo>
                <a:cubicBezTo>
                  <a:pt x="1315510" y="1832780"/>
                  <a:pt x="1310737" y="1844564"/>
                  <a:pt x="1305501" y="1856349"/>
                </a:cubicBezTo>
                <a:cubicBezTo>
                  <a:pt x="1299793" y="1868118"/>
                  <a:pt x="1293612" y="1879857"/>
                  <a:pt x="1286952" y="1891550"/>
                </a:cubicBezTo>
                <a:cubicBezTo>
                  <a:pt x="1279811" y="1903180"/>
                  <a:pt x="1272186" y="1914731"/>
                  <a:pt x="1264074" y="1926185"/>
                </a:cubicBezTo>
                <a:cubicBezTo>
                  <a:pt x="1255473" y="1937527"/>
                  <a:pt x="1246382" y="1948737"/>
                  <a:pt x="1236801" y="1959800"/>
                </a:cubicBezTo>
                <a:cubicBezTo>
                  <a:pt x="1226730" y="1970696"/>
                  <a:pt x="1216168" y="1981408"/>
                  <a:pt x="1205117" y="1991917"/>
                </a:cubicBezTo>
                <a:cubicBezTo>
                  <a:pt x="1193579" y="2002207"/>
                  <a:pt x="1181555" y="2012256"/>
                  <a:pt x="1169050" y="2022048"/>
                </a:cubicBezTo>
                <a:cubicBezTo>
                  <a:pt x="1156066" y="2031563"/>
                  <a:pt x="1142609" y="2040783"/>
                  <a:pt x="1128682" y="2049688"/>
                </a:cubicBezTo>
                <a:cubicBezTo>
                  <a:pt x="1114292" y="2058260"/>
                  <a:pt x="1099445" y="2066479"/>
                  <a:pt x="1084148" y="2074327"/>
                </a:cubicBezTo>
                <a:cubicBezTo>
                  <a:pt x="1068409" y="2081786"/>
                  <a:pt x="1052237" y="2088835"/>
                  <a:pt x="1035640" y="2095456"/>
                </a:cubicBezTo>
                <a:cubicBezTo>
                  <a:pt x="1018630" y="2101632"/>
                  <a:pt x="1001215" y="2107343"/>
                  <a:pt x="983409" y="2112571"/>
                </a:cubicBezTo>
                <a:cubicBezTo>
                  <a:pt x="965222" y="2117298"/>
                  <a:pt x="946669" y="2121506"/>
                  <a:pt x="927762" y="2125178"/>
                </a:cubicBezTo>
                <a:cubicBezTo>
                  <a:pt x="908517" y="2128295"/>
                  <a:pt x="888947" y="2130842"/>
                  <a:pt x="869070" y="2132802"/>
                </a:cubicBezTo>
                <a:cubicBezTo>
                  <a:pt x="848901" y="2134158"/>
                  <a:pt x="828458" y="2134894"/>
                  <a:pt x="807760" y="2134994"/>
                </a:cubicBezTo>
                <a:cubicBezTo>
                  <a:pt x="786824" y="2134446"/>
                  <a:pt x="765670" y="2133232"/>
                  <a:pt x="744319" y="2131340"/>
                </a:cubicBezTo>
                <a:cubicBezTo>
                  <a:pt x="722790" y="2128755"/>
                  <a:pt x="701107" y="2125466"/>
                  <a:pt x="679290" y="2121460"/>
                </a:cubicBezTo>
                <a:cubicBezTo>
                  <a:pt x="657363" y="2116725"/>
                  <a:pt x="635348" y="2111250"/>
                  <a:pt x="613270" y="2105025"/>
                </a:cubicBezTo>
                <a:cubicBezTo>
                  <a:pt x="591154" y="2098041"/>
                  <a:pt x="569025" y="2090288"/>
                  <a:pt x="546907" y="2081760"/>
                </a:cubicBezTo>
                <a:cubicBezTo>
                  <a:pt x="524828" y="2072447"/>
                  <a:pt x="502815" y="2062345"/>
                  <a:pt x="480893" y="2051448"/>
                </a:cubicBezTo>
                <a:cubicBezTo>
                  <a:pt x="459092" y="2039751"/>
                  <a:pt x="437439" y="2027250"/>
                  <a:pt x="415962" y="2013943"/>
                </a:cubicBezTo>
                <a:cubicBezTo>
                  <a:pt x="394691" y="1999827"/>
                  <a:pt x="373654" y="1984903"/>
                  <a:pt x="352880" y="1969169"/>
                </a:cubicBezTo>
                <a:cubicBezTo>
                  <a:pt x="332401" y="1952628"/>
                  <a:pt x="312246" y="1935281"/>
                  <a:pt x="292444" y="1917132"/>
                </a:cubicBezTo>
                <a:cubicBezTo>
                  <a:pt x="273026" y="1898185"/>
                  <a:pt x="254024" y="1878446"/>
                  <a:pt x="235466" y="1857920"/>
                </a:cubicBezTo>
                <a:cubicBezTo>
                  <a:pt x="217385" y="1836616"/>
                  <a:pt x="199810" y="1814543"/>
                  <a:pt x="182772" y="1791711"/>
                </a:cubicBezTo>
                <a:cubicBezTo>
                  <a:pt x="166302" y="1768129"/>
                  <a:pt x="150430" y="1743812"/>
                  <a:pt x="135188" y="1718772"/>
                </a:cubicBezTo>
                <a:cubicBezTo>
                  <a:pt x="120603" y="1693024"/>
                  <a:pt x="106707" y="1666584"/>
                  <a:pt x="93530" y="1639468"/>
                </a:cubicBezTo>
                <a:cubicBezTo>
                  <a:pt x="81100" y="1611695"/>
                  <a:pt x="69447" y="1583285"/>
                  <a:pt x="58598" y="1554257"/>
                </a:cubicBezTo>
                <a:cubicBezTo>
                  <a:pt x="48583" y="1524634"/>
                  <a:pt x="39429" y="1494438"/>
                  <a:pt x="31162" y="1463693"/>
                </a:cubicBezTo>
                <a:cubicBezTo>
                  <a:pt x="23809" y="1432426"/>
                  <a:pt x="17395" y="1400661"/>
                  <a:pt x="11947" y="1368428"/>
                </a:cubicBezTo>
                <a:cubicBezTo>
                  <a:pt x="7488" y="1335753"/>
                  <a:pt x="4041" y="1302667"/>
                  <a:pt x="1630" y="1269201"/>
                </a:cubicBezTo>
                <a:cubicBezTo>
                  <a:pt x="276" y="1235387"/>
                  <a:pt x="0" y="1201258"/>
                  <a:pt x="822" y="1166846"/>
                </a:cubicBezTo>
                <a:cubicBezTo>
                  <a:pt x="2761" y="1132189"/>
                  <a:pt x="5835" y="1097321"/>
                  <a:pt x="10060" y="1062280"/>
                </a:cubicBezTo>
                <a:cubicBezTo>
                  <a:pt x="15452" y="1027102"/>
                  <a:pt x="22025" y="991827"/>
                  <a:pt x="29793" y="956495"/>
                </a:cubicBezTo>
                <a:cubicBezTo>
                  <a:pt x="38767" y="921145"/>
                  <a:pt x="48958" y="885818"/>
                  <a:pt x="60375" y="850557"/>
                </a:cubicBezTo>
                <a:cubicBezTo>
                  <a:pt x="73026" y="815404"/>
                  <a:pt x="86917" y="780400"/>
                  <a:pt x="102053" y="745592"/>
                </a:cubicBezTo>
                <a:cubicBezTo>
                  <a:pt x="118438" y="711023"/>
                  <a:pt x="136073" y="676736"/>
                  <a:pt x="154958" y="642778"/>
                </a:cubicBezTo>
                <a:cubicBezTo>
                  <a:pt x="175092" y="609194"/>
                  <a:pt x="196473" y="576030"/>
                  <a:pt x="219096" y="543332"/>
                </a:cubicBezTo>
                <a:cubicBezTo>
                  <a:pt x="242954" y="511145"/>
                  <a:pt x="268039" y="479518"/>
                  <a:pt x="294343" y="448496"/>
                </a:cubicBezTo>
                <a:cubicBezTo>
                  <a:pt x="321852" y="418126"/>
                  <a:pt x="350554" y="388454"/>
                  <a:pt x="380436" y="359528"/>
                </a:cubicBezTo>
                <a:cubicBezTo>
                  <a:pt x="411478" y="331393"/>
                  <a:pt x="443664" y="304095"/>
                  <a:pt x="476972" y="277681"/>
                </a:cubicBezTo>
                <a:cubicBezTo>
                  <a:pt x="511382" y="252195"/>
                  <a:pt x="546868" y="227684"/>
                  <a:pt x="583405" y="204191"/>
                </a:cubicBezTo>
                <a:cubicBezTo>
                  <a:pt x="620966" y="181760"/>
                  <a:pt x="659522" y="160436"/>
                  <a:pt x="699041" y="140260"/>
                </a:cubicBezTo>
                <a:cubicBezTo>
                  <a:pt x="739490" y="121274"/>
                  <a:pt x="780836" y="103520"/>
                  <a:pt x="823041" y="87038"/>
                </a:cubicBezTo>
                <a:cubicBezTo>
                  <a:pt x="866068" y="71866"/>
                  <a:pt x="909877" y="58043"/>
                  <a:pt x="954427" y="45606"/>
                </a:cubicBezTo>
                <a:cubicBezTo>
                  <a:pt x="999674" y="34590"/>
                  <a:pt x="1045574" y="25030"/>
                  <a:pt x="1092080" y="16960"/>
                </a:cubicBezTo>
                <a:cubicBezTo>
                  <a:pt x="1139146" y="10410"/>
                  <a:pt x="1186721" y="5411"/>
                  <a:pt x="1234755" y="1992"/>
                </a:cubicBezTo>
                <a:cubicBezTo>
                  <a:pt x="1283195" y="180"/>
                  <a:pt x="1331988" y="0"/>
                  <a:pt x="1381080" y="1475"/>
                </a:cubicBezTo>
                <a:cubicBezTo>
                  <a:pt x="1430414" y="4629"/>
                  <a:pt x="1479933" y="9481"/>
                  <a:pt x="1529577" y="16048"/>
                </a:cubicBezTo>
                <a:cubicBezTo>
                  <a:pt x="1579290" y="24347"/>
                  <a:pt x="1629007" y="34391"/>
                  <a:pt x="1678669" y="46194"/>
                </a:cubicBezTo>
                <a:cubicBezTo>
                  <a:pt x="1728215" y="59764"/>
                  <a:pt x="1777578" y="75110"/>
                  <a:pt x="1826697" y="92236"/>
                </a:cubicBezTo>
                <a:cubicBezTo>
                  <a:pt x="1875506" y="111146"/>
                  <a:pt x="1923941" y="131840"/>
                  <a:pt x="1971935" y="154318"/>
                </a:cubicBezTo>
                <a:cubicBezTo>
                  <a:pt x="2019423" y="178574"/>
                  <a:pt x="2066337" y="204603"/>
                  <a:pt x="2112612" y="232395"/>
                </a:cubicBezTo>
                <a:cubicBezTo>
                  <a:pt x="2158180" y="261939"/>
                  <a:pt x="2202975" y="293222"/>
                  <a:pt x="2246930" y="326226"/>
                </a:cubicBezTo>
                <a:cubicBezTo>
                  <a:pt x="2289978" y="360934"/>
                  <a:pt x="2332052" y="397322"/>
                  <a:pt x="2373087" y="435367"/>
                </a:cubicBezTo>
                <a:cubicBezTo>
                  <a:pt x="2413017" y="475043"/>
                  <a:pt x="2451776" y="516319"/>
                  <a:pt x="2489300" y="559164"/>
                </a:cubicBezTo>
                <a:cubicBezTo>
                  <a:pt x="2525526" y="603544"/>
                  <a:pt x="2560389" y="649421"/>
                  <a:pt x="2593829" y="696755"/>
                </a:cubicBezTo>
                <a:cubicBezTo>
                  <a:pt x="2625784" y="745504"/>
                  <a:pt x="2656194" y="795625"/>
                  <a:pt x="2685000" y="847069"/>
                </a:cubicBezTo>
                <a:cubicBezTo>
                  <a:pt x="2712145" y="899786"/>
                  <a:pt x="2737574" y="953725"/>
                  <a:pt x="2761232" y="1008830"/>
                </a:cubicBezTo>
                <a:cubicBezTo>
                  <a:pt x="2783066" y="1065045"/>
                  <a:pt x="2803026" y="1122311"/>
                  <a:pt x="2821062" y="1180565"/>
                </a:cubicBezTo>
                <a:cubicBezTo>
                  <a:pt x="2837127" y="1239744"/>
                  <a:pt x="2851177" y="1299783"/>
                  <a:pt x="2863168" y="1360613"/>
                </a:cubicBezTo>
                <a:cubicBezTo>
                  <a:pt x="2873060" y="1422164"/>
                  <a:pt x="2880815" y="1484363"/>
                  <a:pt x="2886396" y="1547138"/>
                </a:cubicBezTo>
              </a:path>
            </a:pathLst>
          </a:cu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Object 8">
            <a:extLst>
              <a:ext uri="{FF2B5EF4-FFF2-40B4-BE49-F238E27FC236}">
                <a16:creationId xmlns:a16="http://schemas.microsoft.com/office/drawing/2014/main" id="{FA163D35-FB50-495A-B115-3F1D28E3A6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61163" y="512763"/>
          <a:ext cx="11541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25" name="MathType 6.0 Equation" r:id="rId18" imgW="1282680" imgH="279360" progId="Equation.DSMT4">
                  <p:embed/>
                </p:oleObj>
              </mc:Choice>
              <mc:Fallback>
                <p:oleObj name="MathType 6.0 Equation" r:id="rId18" imgW="1282680" imgH="279360" progId="Equation.DSMT4">
                  <p:embed/>
                  <p:pic>
                    <p:nvPicPr>
                      <p:cNvPr id="40" name="Object 8">
                        <a:extLst>
                          <a:ext uri="{FF2B5EF4-FFF2-40B4-BE49-F238E27FC236}">
                            <a16:creationId xmlns:a16="http://schemas.microsoft.com/office/drawing/2014/main" id="{FA163D35-FB50-495A-B115-3F1D28E3A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1163" y="512763"/>
                        <a:ext cx="1154112" cy="277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3">
            <a:extLst>
              <a:ext uri="{FF2B5EF4-FFF2-40B4-BE49-F238E27FC236}">
                <a16:creationId xmlns:a16="http://schemas.microsoft.com/office/drawing/2014/main" id="{4E2110BA-54E8-41F5-BE73-E332A2E3755C}"/>
              </a:ext>
            </a:extLst>
          </p:cNvPr>
          <p:cNvSpPr txBox="1">
            <a:spLocks noChangeArrowheads="1"/>
          </p:cNvSpPr>
          <p:nvPr/>
        </p:nvSpPr>
        <p:spPr>
          <a:xfrm>
            <a:off x="1601884" y="426248"/>
            <a:ext cx="2420812" cy="400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求阿基米德螺线</a:t>
            </a:r>
          </a:p>
        </p:txBody>
      </p:sp>
      <p:sp>
        <p:nvSpPr>
          <p:cNvPr id="42" name="Text Box 6">
            <a:extLst>
              <a:ext uri="{FF2B5EF4-FFF2-40B4-BE49-F238E27FC236}">
                <a16:creationId xmlns:a16="http://schemas.microsoft.com/office/drawing/2014/main" id="{73A3FB24-6E9F-412E-B1F7-F0D89EF63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856" y="2600128"/>
            <a:ext cx="849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弧长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14FD40-C150-449F-B65C-0774F95EC3E7}"/>
              </a:ext>
            </a:extLst>
          </p:cNvPr>
          <p:cNvGrpSpPr/>
          <p:nvPr/>
        </p:nvGrpSpPr>
        <p:grpSpPr>
          <a:xfrm>
            <a:off x="7697739" y="1352506"/>
            <a:ext cx="729597" cy="461649"/>
            <a:chOff x="7658827" y="1119034"/>
            <a:chExt cx="729597" cy="46164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C6279EB-A50E-4656-ADFE-E58526EEF406}"/>
                </a:ext>
              </a:extLst>
            </p:cNvPr>
            <p:cNvSpPr/>
            <p:nvPr/>
          </p:nvSpPr>
          <p:spPr>
            <a:xfrm>
              <a:off x="7658827" y="1119034"/>
              <a:ext cx="729597" cy="461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3" name="Object 7">
              <a:extLst>
                <a:ext uri="{FF2B5EF4-FFF2-40B4-BE49-F238E27FC236}">
                  <a16:creationId xmlns:a16="http://schemas.microsoft.com/office/drawing/2014/main" id="{FFF29765-FD20-4139-B422-D23101CA4C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623716"/>
                </p:ext>
              </p:extLst>
            </p:nvPr>
          </p:nvGraphicFramePr>
          <p:xfrm>
            <a:off x="7874776" y="1271478"/>
            <a:ext cx="339725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26" name="Equation" r:id="rId20" imgW="431640" imgH="241200" progId="Equation.DSMT4">
                    <p:embed/>
                  </p:oleObj>
                </mc:Choice>
                <mc:Fallback>
                  <p:oleObj name="Equation" r:id="rId20" imgW="431640" imgH="241200" progId="Equation.DSMT4">
                    <p:embed/>
                    <p:pic>
                      <p:nvPicPr>
                        <p:cNvPr id="43" name="Object 7">
                          <a:extLst>
                            <a:ext uri="{FF2B5EF4-FFF2-40B4-BE49-F238E27FC236}">
                              <a16:creationId xmlns:a16="http://schemas.microsoft.com/office/drawing/2014/main" id="{FFF29765-FD20-4139-B422-D23101CA4C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4776" y="1271478"/>
                          <a:ext cx="339725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FC79505-288C-4C70-9D89-B87D49CAB388}"/>
              </a:ext>
            </a:extLst>
          </p:cNvPr>
          <p:cNvGrpSpPr/>
          <p:nvPr/>
        </p:nvGrpSpPr>
        <p:grpSpPr>
          <a:xfrm>
            <a:off x="6461125" y="1810153"/>
            <a:ext cx="2314332" cy="267885"/>
            <a:chOff x="5444073" y="2444364"/>
            <a:chExt cx="2314332" cy="267885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67C7DDE7-9D76-46B0-8461-E9C64AF7FE6A}"/>
                </a:ext>
              </a:extLst>
            </p:cNvPr>
            <p:cNvCxnSpPr>
              <a:cxnSpLocks/>
            </p:cNvCxnSpPr>
            <p:nvPr/>
          </p:nvCxnSpPr>
          <p:spPr>
            <a:xfrm>
              <a:off x="5525146" y="2444364"/>
              <a:ext cx="22332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Object 7">
              <a:extLst>
                <a:ext uri="{FF2B5EF4-FFF2-40B4-BE49-F238E27FC236}">
                  <a16:creationId xmlns:a16="http://schemas.microsoft.com/office/drawing/2014/main" id="{F6C3E5A6-1749-42D0-BAB5-92CFB97BF3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6273087"/>
                </p:ext>
              </p:extLst>
            </p:nvPr>
          </p:nvGraphicFramePr>
          <p:xfrm>
            <a:off x="7574498" y="248523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27" name="Equation" r:id="rId22" imgW="177480" imgH="190440" progId="Equation.DSMT4">
                    <p:embed/>
                  </p:oleObj>
                </mc:Choice>
                <mc:Fallback>
                  <p:oleObj name="Equation" r:id="rId22" imgW="177480" imgH="190440" progId="Equation.DSMT4">
                    <p:embed/>
                    <p:pic>
                      <p:nvPicPr>
                        <p:cNvPr id="23" name="Object 7">
                          <a:extLst>
                            <a:ext uri="{FF2B5EF4-FFF2-40B4-BE49-F238E27FC236}">
                              <a16:creationId xmlns:a16="http://schemas.microsoft.com/office/drawing/2014/main" id="{F6C3E5A6-1749-42D0-BAB5-92CFB97BF3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4498" y="2485236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7">
              <a:extLst>
                <a:ext uri="{FF2B5EF4-FFF2-40B4-BE49-F238E27FC236}">
                  <a16:creationId xmlns:a16="http://schemas.microsoft.com/office/drawing/2014/main" id="{01AC96AF-9345-4725-885E-4AEC313C72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813678"/>
                </p:ext>
              </p:extLst>
            </p:nvPr>
          </p:nvGraphicFramePr>
          <p:xfrm>
            <a:off x="5444073" y="2470949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28" name="Equation" r:id="rId24" imgW="228600" imgH="241200" progId="Equation.DSMT4">
                    <p:embed/>
                  </p:oleObj>
                </mc:Choice>
                <mc:Fallback>
                  <p:oleObj name="Equation" r:id="rId24" imgW="228600" imgH="241200" progId="Equation.DSMT4">
                    <p:embed/>
                    <p:pic>
                      <p:nvPicPr>
                        <p:cNvPr id="24" name="Object 7">
                          <a:extLst>
                            <a:ext uri="{FF2B5EF4-FFF2-40B4-BE49-F238E27FC236}">
                              <a16:creationId xmlns:a16="http://schemas.microsoft.com/office/drawing/2014/main" id="{01AC96AF-9345-4725-885E-4AEC313C72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073" y="2470949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2" grpId="0" autoUpdateAnimBg="0"/>
      <p:bldP spid="26" grpId="0" animBg="1"/>
      <p:bldP spid="4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CB141ACA-FAC1-48C3-A309-9C1BCBA169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01296" y="479858"/>
            <a:ext cx="822097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4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85348" name="Text Box 4">
            <a:extLst>
              <a:ext uri="{FF2B5EF4-FFF2-40B4-BE49-F238E27FC236}">
                <a16:creationId xmlns:a16="http://schemas.microsoft.com/office/drawing/2014/main" id="{DE6D5E88-FE64-44D1-803C-24C332C76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705" y="1142946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185349" name="Object 5">
            <a:extLst>
              <a:ext uri="{FF2B5EF4-FFF2-40B4-BE49-F238E27FC236}">
                <a16:creationId xmlns:a16="http://schemas.microsoft.com/office/drawing/2014/main" id="{ABD876E3-FE7F-48B5-93E9-2C0D79A8397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39875" y="1238250"/>
          <a:ext cx="19173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4" name="Equation" r:id="rId4" imgW="1917360" imgH="380880" progId="Equation.DSMT4">
                  <p:embed/>
                </p:oleObj>
              </mc:Choice>
              <mc:Fallback>
                <p:oleObj name="Equation" r:id="rId4" imgW="1917360" imgH="380880" progId="Equation.DSMT4">
                  <p:embed/>
                  <p:pic>
                    <p:nvPicPr>
                      <p:cNvPr id="185349" name="Object 5">
                        <a:extLst>
                          <a:ext uri="{FF2B5EF4-FFF2-40B4-BE49-F238E27FC236}">
                            <a16:creationId xmlns:a16="http://schemas.microsoft.com/office/drawing/2014/main" id="{ABD876E3-FE7F-48B5-93E9-2C0D79A839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1238250"/>
                        <a:ext cx="19173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>
            <a:extLst>
              <a:ext uri="{FF2B5EF4-FFF2-40B4-BE49-F238E27FC236}">
                <a16:creationId xmlns:a16="http://schemas.microsoft.com/office/drawing/2014/main" id="{6D3B2FD2-1123-478B-989C-DAC47E7BD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034120"/>
              </p:ext>
            </p:extLst>
          </p:nvPr>
        </p:nvGraphicFramePr>
        <p:xfrm>
          <a:off x="3575050" y="1066951"/>
          <a:ext cx="229860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5" name="Equation" r:id="rId6" imgW="2298600" imgH="723600" progId="Equation.DSMT4">
                  <p:embed/>
                </p:oleObj>
              </mc:Choice>
              <mc:Fallback>
                <p:oleObj name="Equation" r:id="rId6" imgW="2298600" imgH="723600" progId="Equation.DSMT4">
                  <p:embed/>
                  <p:pic>
                    <p:nvPicPr>
                      <p:cNvPr id="185350" name="Object 6">
                        <a:extLst>
                          <a:ext uri="{FF2B5EF4-FFF2-40B4-BE49-F238E27FC236}">
                            <a16:creationId xmlns:a16="http://schemas.microsoft.com/office/drawing/2014/main" id="{6D3B2FD2-1123-478B-989C-DAC47E7BD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066951"/>
                        <a:ext cx="229860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>
            <a:extLst>
              <a:ext uri="{FF2B5EF4-FFF2-40B4-BE49-F238E27FC236}">
                <a16:creationId xmlns:a16="http://schemas.microsoft.com/office/drawing/2014/main" id="{C9F16A1D-83BF-4A4A-A651-3813216B0CD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30375" y="1722438"/>
          <a:ext cx="2233613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6" name="MathType 6.0 Equation" r:id="rId8" imgW="2234880" imgH="685800" progId="Equation.DSMT4">
                  <p:embed/>
                </p:oleObj>
              </mc:Choice>
              <mc:Fallback>
                <p:oleObj name="MathType 6.0 Equation" r:id="rId8" imgW="2234880" imgH="685800" progId="Equation.DSMT4">
                  <p:embed/>
                  <p:pic>
                    <p:nvPicPr>
                      <p:cNvPr id="185351" name="Object 7">
                        <a:extLst>
                          <a:ext uri="{FF2B5EF4-FFF2-40B4-BE49-F238E27FC236}">
                            <a16:creationId xmlns:a16="http://schemas.microsoft.com/office/drawing/2014/main" id="{C9F16A1D-83BF-4A4A-A651-3813216B0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1722438"/>
                        <a:ext cx="2233613" cy="706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8">
            <a:extLst>
              <a:ext uri="{FF2B5EF4-FFF2-40B4-BE49-F238E27FC236}">
                <a16:creationId xmlns:a16="http://schemas.microsoft.com/office/drawing/2014/main" id="{67BA2293-CBAA-47C0-BC91-E5EFECC27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843" y="459295"/>
            <a:ext cx="16145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的弧长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85353" name="Object 9">
            <a:extLst>
              <a:ext uri="{FF2B5EF4-FFF2-40B4-BE49-F238E27FC236}">
                <a16:creationId xmlns:a16="http://schemas.microsoft.com/office/drawing/2014/main" id="{175D4FCA-5D4F-45AF-8041-985677477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373506"/>
              </p:ext>
            </p:extLst>
          </p:nvPr>
        </p:nvGraphicFramePr>
        <p:xfrm>
          <a:off x="1920874" y="2444750"/>
          <a:ext cx="293364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7" name="Equation" r:id="rId10" imgW="2933640" imgH="660240" progId="Equation.DSMT4">
                  <p:embed/>
                </p:oleObj>
              </mc:Choice>
              <mc:Fallback>
                <p:oleObj name="Equation" r:id="rId10" imgW="2933640" imgH="660240" progId="Equation.DSMT4">
                  <p:embed/>
                  <p:pic>
                    <p:nvPicPr>
                      <p:cNvPr id="185353" name="Object 9">
                        <a:extLst>
                          <a:ext uri="{FF2B5EF4-FFF2-40B4-BE49-F238E27FC236}">
                            <a16:creationId xmlns:a16="http://schemas.microsoft.com/office/drawing/2014/main" id="{175D4FCA-5D4F-45AF-8041-985677477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4" y="2444750"/>
                        <a:ext cx="2933640" cy="660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10">
            <a:extLst>
              <a:ext uri="{FF2B5EF4-FFF2-40B4-BE49-F238E27FC236}">
                <a16:creationId xmlns:a16="http://schemas.microsoft.com/office/drawing/2014/main" id="{0C25EBB2-38C8-4B67-85D8-F5CA77660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46214"/>
              </p:ext>
            </p:extLst>
          </p:nvPr>
        </p:nvGraphicFramePr>
        <p:xfrm>
          <a:off x="1920875" y="3094038"/>
          <a:ext cx="222228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8" name="Equation" r:id="rId12" imgW="2222280" imgH="723600" progId="Equation.DSMT4">
                  <p:embed/>
                </p:oleObj>
              </mc:Choice>
              <mc:Fallback>
                <p:oleObj name="Equation" r:id="rId12" imgW="2222280" imgH="723600" progId="Equation.DSMT4">
                  <p:embed/>
                  <p:pic>
                    <p:nvPicPr>
                      <p:cNvPr id="185354" name="Object 10">
                        <a:extLst>
                          <a:ext uri="{FF2B5EF4-FFF2-40B4-BE49-F238E27FC236}">
                            <a16:creationId xmlns:a16="http://schemas.microsoft.com/office/drawing/2014/main" id="{0C25EBB2-38C8-4B67-85D8-F5CA77660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3094038"/>
                        <a:ext cx="222228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11">
            <a:extLst>
              <a:ext uri="{FF2B5EF4-FFF2-40B4-BE49-F238E27FC236}">
                <a16:creationId xmlns:a16="http://schemas.microsoft.com/office/drawing/2014/main" id="{19F93447-170D-42A9-A25E-C86DAC65C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522054"/>
              </p:ext>
            </p:extLst>
          </p:nvPr>
        </p:nvGraphicFramePr>
        <p:xfrm>
          <a:off x="1916044" y="3727450"/>
          <a:ext cx="201924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79" name="Equation" r:id="rId14" imgW="2019240" imgH="914400" progId="Equation.DSMT4">
                  <p:embed/>
                </p:oleObj>
              </mc:Choice>
              <mc:Fallback>
                <p:oleObj name="Equation" r:id="rId14" imgW="2019240" imgH="914400" progId="Equation.DSMT4">
                  <p:embed/>
                  <p:pic>
                    <p:nvPicPr>
                      <p:cNvPr id="185355" name="Object 11">
                        <a:extLst>
                          <a:ext uri="{FF2B5EF4-FFF2-40B4-BE49-F238E27FC236}">
                            <a16:creationId xmlns:a16="http://schemas.microsoft.com/office/drawing/2014/main" id="{19F93447-170D-42A9-A25E-C86DAC65C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044" y="3727450"/>
                        <a:ext cx="201924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12">
            <a:extLst>
              <a:ext uri="{FF2B5EF4-FFF2-40B4-BE49-F238E27FC236}">
                <a16:creationId xmlns:a16="http://schemas.microsoft.com/office/drawing/2014/main" id="{4232E119-CD31-47BA-9522-6AC12E27D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777595"/>
              </p:ext>
            </p:extLst>
          </p:nvPr>
        </p:nvGraphicFramePr>
        <p:xfrm>
          <a:off x="4076700" y="4029145"/>
          <a:ext cx="4950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0" name="Equation" r:id="rId16" imgW="495000" imgH="279360" progId="Equation.DSMT4">
                  <p:embed/>
                </p:oleObj>
              </mc:Choice>
              <mc:Fallback>
                <p:oleObj name="Equation" r:id="rId16" imgW="495000" imgH="279360" progId="Equation.DSMT4">
                  <p:embed/>
                  <p:pic>
                    <p:nvPicPr>
                      <p:cNvPr id="185356" name="Object 12">
                        <a:extLst>
                          <a:ext uri="{FF2B5EF4-FFF2-40B4-BE49-F238E27FC236}">
                            <a16:creationId xmlns:a16="http://schemas.microsoft.com/office/drawing/2014/main" id="{4232E119-CD31-47BA-9522-6AC12E27D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4029145"/>
                        <a:ext cx="49500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6A955C70-D9B2-48DD-B314-0E4E6ED45969}"/>
              </a:ext>
            </a:extLst>
          </p:cNvPr>
          <p:cNvSpPr txBox="1">
            <a:spLocks noChangeArrowheads="1"/>
          </p:cNvSpPr>
          <p:nvPr/>
        </p:nvSpPr>
        <p:spPr>
          <a:xfrm>
            <a:off x="1623393" y="479858"/>
            <a:ext cx="216024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求连续曲线段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DA0A417-FFFD-464D-BC13-79439AB830F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75050" y="378258"/>
          <a:ext cx="1993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81" name="Equation" r:id="rId18" imgW="1993680" imgH="660240" progId="Equation.DSMT4">
                  <p:embed/>
                </p:oleObj>
              </mc:Choice>
              <mc:Fallback>
                <p:oleObj name="Equation" r:id="rId18" imgW="1993680" imgH="6602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DA0A417-FFFD-464D-BC13-79439AB83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75050" y="378258"/>
                        <a:ext cx="1993900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043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09F8ED62-9D66-4C70-9503-BE881F1B5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852" y="2283718"/>
            <a:ext cx="1268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练习题</a:t>
            </a:r>
            <a:r>
              <a:rPr kumimoji="1"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4469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BA039D44-FBD7-408B-BED7-F350B5FBE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049" y="725443"/>
            <a:ext cx="798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293B203F-6FBC-4EE5-AE99-63F01E62548F}"/>
              </a:ext>
            </a:extLst>
          </p:cNvPr>
          <p:cNvGrpSpPr/>
          <p:nvPr/>
        </p:nvGrpSpPr>
        <p:grpSpPr>
          <a:xfrm>
            <a:off x="467544" y="123478"/>
            <a:ext cx="5976694" cy="487969"/>
            <a:chOff x="425652" y="339461"/>
            <a:chExt cx="5976694" cy="487969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394789D5-FE32-4691-9A05-CD1877784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52" y="365765"/>
              <a:ext cx="156966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1.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求曲线</a:t>
              </a: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35DC5E3C-DA0B-4A76-9AC8-99D58AD98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532" y="339461"/>
              <a:ext cx="25058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所围图形的面积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id="{4FDB3CF1-9676-43D2-BDA6-7A24EE741C0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39145" y="460717"/>
            <a:ext cx="20272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80" name="Equation" r:id="rId4" imgW="2019240" imgH="342720" progId="Equation.DSMT4">
                    <p:embed/>
                  </p:oleObj>
                </mc:Choice>
                <mc:Fallback>
                  <p:oleObj name="Equation" r:id="rId4" imgW="2019240" imgH="342720" progId="Equation.DSMT4">
                    <p:embed/>
                    <p:pic>
                      <p:nvPicPr>
                        <p:cNvPr id="6" name="Object 6">
                          <a:extLst>
                            <a:ext uri="{FF2B5EF4-FFF2-40B4-BE49-F238E27FC236}">
                              <a16:creationId xmlns:a16="http://schemas.microsoft.com/office/drawing/2014/main" id="{4FDB3CF1-9676-43D2-BDA6-7A24EE741C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145" y="460717"/>
                          <a:ext cx="2027237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0B5A107B-31B1-4D17-80FD-91C91CFC3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436" y="723552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显然</a:t>
            </a:r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B3269477-3F1E-42B6-A8DF-338C700E12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71374" y="1279176"/>
          <a:ext cx="27733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81" name="Equation" r:id="rId6" imgW="2768400" imgH="406080" progId="Equation.DSMT4">
                  <p:embed/>
                </p:oleObj>
              </mc:Choice>
              <mc:Fallback>
                <p:oleObj name="Equation" r:id="rId6" imgW="2768400" imgH="4060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B3269477-3F1E-42B6-A8DF-338C700E12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374" y="1279176"/>
                        <a:ext cx="27733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256A10DC-0F56-4F94-8A76-429C906E1ED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6834" y="1794528"/>
          <a:ext cx="3251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82" name="Equation" r:id="rId8" imgW="3251160" imgH="914400" progId="Equation.DSMT4">
                  <p:embed/>
                </p:oleObj>
              </mc:Choice>
              <mc:Fallback>
                <p:oleObj name="Equation" r:id="rId8" imgW="3251160" imgH="9144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256A10DC-0F56-4F94-8A76-429C906E1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834" y="1794528"/>
                        <a:ext cx="3251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F656BFC9-3672-4F7E-B15E-136CF4800D0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1137" y="2853987"/>
          <a:ext cx="328771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83" name="Equation" r:id="rId10" imgW="3251160" imgH="914400" progId="Equation.DSMT4">
                  <p:embed/>
                </p:oleObj>
              </mc:Choice>
              <mc:Fallback>
                <p:oleObj name="Equation" r:id="rId10" imgW="3251160" imgH="91440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F656BFC9-3672-4F7E-B15E-136CF4800D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137" y="2853987"/>
                        <a:ext cx="3287713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AutoShape 64">
            <a:extLst>
              <a:ext uri="{FF2B5EF4-FFF2-40B4-BE49-F238E27FC236}">
                <a16:creationId xmlns:a16="http://schemas.microsoft.com/office/drawing/2014/main" id="{F89B2EB7-19B8-453E-96BE-9C818BBF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436" y="1373094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3" name="Text Box 74">
            <a:extLst>
              <a:ext uri="{FF2B5EF4-FFF2-40B4-BE49-F238E27FC236}">
                <a16:creationId xmlns:a16="http://schemas.microsoft.com/office/drawing/2014/main" id="{AE604578-F5BE-41CE-934F-6D126C74C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17" y="1970746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又</a:t>
            </a:r>
          </a:p>
        </p:txBody>
      </p:sp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7E460D5D-5BA8-43B7-8730-4E680975DBD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09116" y="849663"/>
          <a:ext cx="219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84" name="Equation" r:id="rId12" imgW="2197080" imgH="342720" progId="Equation.DSMT4">
                  <p:embed/>
                </p:oleObj>
              </mc:Choice>
              <mc:Fallback>
                <p:oleObj name="Equation" r:id="rId12" imgW="2197080" imgH="34272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7E460D5D-5BA8-43B7-8730-4E680975DB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09116" y="849663"/>
                        <a:ext cx="2197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" name="组合 81">
            <a:extLst>
              <a:ext uri="{FF2B5EF4-FFF2-40B4-BE49-F238E27FC236}">
                <a16:creationId xmlns:a16="http://schemas.microsoft.com/office/drawing/2014/main" id="{42A00EE9-C819-4E5C-AA5C-8D77B9502CAF}"/>
              </a:ext>
            </a:extLst>
          </p:cNvPr>
          <p:cNvGrpSpPr/>
          <p:nvPr/>
        </p:nvGrpSpPr>
        <p:grpSpPr>
          <a:xfrm>
            <a:off x="6049145" y="580403"/>
            <a:ext cx="2743202" cy="3421064"/>
            <a:chOff x="6134974" y="992485"/>
            <a:chExt cx="2743202" cy="342106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B8AB8EB-C928-44EF-B043-287F07F6C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1974" y="1397298"/>
              <a:ext cx="990600" cy="1295400"/>
            </a:xfrm>
            <a:custGeom>
              <a:avLst/>
              <a:gdLst>
                <a:gd name="T0" fmla="*/ 0 w 624"/>
                <a:gd name="T1" fmla="*/ 0 h 816"/>
                <a:gd name="T2" fmla="*/ 228600 w 624"/>
                <a:gd name="T3" fmla="*/ 914400 h 816"/>
                <a:gd name="T4" fmla="*/ 990600 w 624"/>
                <a:gd name="T5" fmla="*/ 1295400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816">
                  <a:moveTo>
                    <a:pt x="0" y="0"/>
                  </a:moveTo>
                  <a:cubicBezTo>
                    <a:pt x="20" y="220"/>
                    <a:pt x="40" y="440"/>
                    <a:pt x="144" y="576"/>
                  </a:cubicBezTo>
                  <a:cubicBezTo>
                    <a:pt x="248" y="712"/>
                    <a:pt x="436" y="764"/>
                    <a:pt x="624" y="816"/>
                  </a:cubicBezTo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3406ED2-CD1B-4390-A271-96DB95E28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2374" y="2692698"/>
              <a:ext cx="533400" cy="457200"/>
            </a:xfrm>
            <a:custGeom>
              <a:avLst/>
              <a:gdLst>
                <a:gd name="T0" fmla="*/ 0 w 336"/>
                <a:gd name="T1" fmla="*/ 0 h 288"/>
                <a:gd name="T2" fmla="*/ 152400 w 336"/>
                <a:gd name="T3" fmla="*/ 304800 h 288"/>
                <a:gd name="T4" fmla="*/ 533400 w 336"/>
                <a:gd name="T5" fmla="*/ 45720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288">
                  <a:moveTo>
                    <a:pt x="0" y="0"/>
                  </a:moveTo>
                  <a:cubicBezTo>
                    <a:pt x="20" y="72"/>
                    <a:pt x="40" y="144"/>
                    <a:pt x="96" y="192"/>
                  </a:cubicBezTo>
                  <a:cubicBezTo>
                    <a:pt x="152" y="240"/>
                    <a:pt x="244" y="264"/>
                    <a:pt x="336" y="288"/>
                  </a:cubicBezTo>
                </a:path>
              </a:pathLst>
            </a:custGeom>
            <a:noFill/>
            <a:ln w="25400">
              <a:solidFill>
                <a:srgbClr val="19C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" name="Group 84">
              <a:extLst>
                <a:ext uri="{FF2B5EF4-FFF2-40B4-BE49-F238E27FC236}">
                  <a16:creationId xmlns:a16="http://schemas.microsoft.com/office/drawing/2014/main" id="{DB1025DB-29E8-47B7-9B9A-306DAEF9F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5963" y="992485"/>
              <a:ext cx="2462213" cy="2717800"/>
              <a:chOff x="4049" y="816"/>
              <a:chExt cx="1551" cy="1712"/>
            </a:xfrm>
          </p:grpSpPr>
          <p:graphicFrame>
            <p:nvGraphicFramePr>
              <p:cNvPr id="12" name="Object 15">
                <a:extLst>
                  <a:ext uri="{FF2B5EF4-FFF2-40B4-BE49-F238E27FC236}">
                    <a16:creationId xmlns:a16="http://schemas.microsoft.com/office/drawing/2014/main" id="{BA62CCD8-DAFF-4EF9-B0CF-FD610610601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54" y="2351"/>
              <a:ext cx="148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85" name="Equation" r:id="rId14" imgW="228600" imgH="241200" progId="Equation.DSMT4">
                      <p:embed/>
                    </p:oleObj>
                  </mc:Choice>
                  <mc:Fallback>
                    <p:oleObj name="Equation" r:id="rId14" imgW="228600" imgH="241200" progId="Equation.DSMT4">
                      <p:embed/>
                      <p:pic>
                        <p:nvPicPr>
                          <p:cNvPr id="12" name="Object 15">
                            <a:extLst>
                              <a:ext uri="{FF2B5EF4-FFF2-40B4-BE49-F238E27FC236}">
                                <a16:creationId xmlns:a16="http://schemas.microsoft.com/office/drawing/2014/main" id="{BA62CCD8-DAFF-4EF9-B0CF-FD61061060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4" y="2351"/>
                            <a:ext cx="148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" name="Group 83">
                <a:extLst>
                  <a:ext uri="{FF2B5EF4-FFF2-40B4-BE49-F238E27FC236}">
                    <a16:creationId xmlns:a16="http://schemas.microsoft.com/office/drawing/2014/main" id="{30D6281A-2529-4FAC-8162-F3154925C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9" y="816"/>
                <a:ext cx="1551" cy="1712"/>
                <a:chOff x="4049" y="816"/>
                <a:chExt cx="1551" cy="1712"/>
              </a:xfrm>
            </p:grpSpPr>
            <p:sp>
              <p:nvSpPr>
                <p:cNvPr id="14" name="Line 12">
                  <a:extLst>
                    <a:ext uri="{FF2B5EF4-FFF2-40B4-BE49-F238E27FC236}">
                      <a16:creationId xmlns:a16="http://schemas.microsoft.com/office/drawing/2014/main" id="{6EA03EDA-07D5-4951-8C42-15E38E676E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9" y="2319"/>
                  <a:ext cx="151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" name="Line 13">
                  <a:extLst>
                    <a:ext uri="{FF2B5EF4-FFF2-40B4-BE49-F238E27FC236}">
                      <a16:creationId xmlns:a16="http://schemas.microsoft.com/office/drawing/2014/main" id="{FC377A85-E6C0-477A-BB85-4FCD10595F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24" y="816"/>
                  <a:ext cx="0" cy="1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16" name="Object 14">
                  <a:extLst>
                    <a:ext uri="{FF2B5EF4-FFF2-40B4-BE49-F238E27FC236}">
                      <a16:creationId xmlns:a16="http://schemas.microsoft.com/office/drawing/2014/main" id="{F923286B-BCA6-4E26-8EAC-A1480F451B1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4049" y="829"/>
                <a:ext cx="127" cy="1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0586" name="Equation" r:id="rId16" imgW="190440" imgH="241200" progId="Equation.DSMT4">
                        <p:embed/>
                      </p:oleObj>
                    </mc:Choice>
                    <mc:Fallback>
                      <p:oleObj name="Equation" r:id="rId16" imgW="190440" imgH="241200" progId="Equation.DSMT4">
                        <p:embed/>
                        <p:pic>
                          <p:nvPicPr>
                            <p:cNvPr id="16" name="Object 14">
                              <a:extLst>
                                <a:ext uri="{FF2B5EF4-FFF2-40B4-BE49-F238E27FC236}">
                                  <a16:creationId xmlns:a16="http://schemas.microsoft.com/office/drawing/2014/main" id="{F923286B-BCA6-4E26-8EAC-A1480F451B1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49" y="829"/>
                              <a:ext cx="127" cy="1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16">
                  <a:extLst>
                    <a:ext uri="{FF2B5EF4-FFF2-40B4-BE49-F238E27FC236}">
                      <a16:creationId xmlns:a16="http://schemas.microsoft.com/office/drawing/2014/main" id="{2354317B-6A24-4FD7-8A78-0C355FC2D74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456" y="2376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0587" name="Equation" r:id="rId18" imgW="219248" imgH="228600" progId="Equation.3">
                        <p:embed/>
                      </p:oleObj>
                    </mc:Choice>
                    <mc:Fallback>
                      <p:oleObj name="Equation" r:id="rId18" imgW="219248" imgH="228600" progId="Equation.3">
                        <p:embed/>
                        <p:pic>
                          <p:nvPicPr>
                            <p:cNvPr id="17" name="Object 16">
                              <a:extLst>
                                <a:ext uri="{FF2B5EF4-FFF2-40B4-BE49-F238E27FC236}">
                                  <a16:creationId xmlns:a16="http://schemas.microsoft.com/office/drawing/2014/main" id="{2354317B-6A24-4FD7-8A78-0C355FC2D74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56" y="2376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18" name="Group 105">
              <a:extLst>
                <a:ext uri="{FF2B5EF4-FFF2-40B4-BE49-F238E27FC236}">
                  <a16:creationId xmlns:a16="http://schemas.microsoft.com/office/drawing/2014/main" id="{C9AF1999-B51C-40A1-9C62-2C8E5E39C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8824" y="1397298"/>
              <a:ext cx="2162175" cy="2538413"/>
              <a:chOff x="4076" y="1071"/>
              <a:chExt cx="1362" cy="1599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F6FFB39-28E6-44E2-A647-79F73C2BC1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1071"/>
                <a:ext cx="1152" cy="1248"/>
                <a:chOff x="4224" y="1071"/>
                <a:chExt cx="1152" cy="1248"/>
              </a:xfrm>
            </p:grpSpPr>
            <p:sp>
              <p:nvSpPr>
                <p:cNvPr id="26" name="Line 19">
                  <a:extLst>
                    <a:ext uri="{FF2B5EF4-FFF2-40B4-BE49-F238E27FC236}">
                      <a16:creationId xmlns:a16="http://schemas.microsoft.com/office/drawing/2014/main" id="{02C910AB-AEF5-409D-BA2E-DC815AC04D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1" y="1071"/>
                  <a:ext cx="0" cy="12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" name="Line 20">
                  <a:extLst>
                    <a:ext uri="{FF2B5EF4-FFF2-40B4-BE49-F238E27FC236}">
                      <a16:creationId xmlns:a16="http://schemas.microsoft.com/office/drawing/2014/main" id="{7D3614E9-ADE9-47B6-8655-E5C6FCD52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8" y="1887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Line 21">
                  <a:extLst>
                    <a:ext uri="{FF2B5EF4-FFF2-40B4-BE49-F238E27FC236}">
                      <a16:creationId xmlns:a16="http://schemas.microsoft.com/office/drawing/2014/main" id="{05EEAFFC-A60C-45A8-B0AA-6138D5AD51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89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Line 22">
                  <a:extLst>
                    <a:ext uri="{FF2B5EF4-FFF2-40B4-BE49-F238E27FC236}">
                      <a16:creationId xmlns:a16="http://schemas.microsoft.com/office/drawing/2014/main" id="{758857AE-2D07-462C-9753-862026B519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175"/>
                  <a:ext cx="52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Line 23">
                  <a:extLst>
                    <a:ext uri="{FF2B5EF4-FFF2-40B4-BE49-F238E27FC236}">
                      <a16:creationId xmlns:a16="http://schemas.microsoft.com/office/drawing/2014/main" id="{E7BD9E1C-937D-436C-B57F-C9A2502842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071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Line 24">
                  <a:extLst>
                    <a:ext uri="{FF2B5EF4-FFF2-40B4-BE49-F238E27FC236}">
                      <a16:creationId xmlns:a16="http://schemas.microsoft.com/office/drawing/2014/main" id="{929C7E3F-58ED-4BF5-8206-23785BDAF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76" y="1071"/>
                  <a:ext cx="0" cy="12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21" name="Object 26">
                <a:extLst>
                  <a:ext uri="{FF2B5EF4-FFF2-40B4-BE49-F238E27FC236}">
                    <a16:creationId xmlns:a16="http://schemas.microsoft.com/office/drawing/2014/main" id="{0F4A61A4-508B-46CD-9338-638B13E498F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14" y="1797"/>
              <a:ext cx="77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88" name="Equation" r:id="rId20" imgW="114120" imgH="228600" progId="Equation.DSMT4">
                      <p:embed/>
                    </p:oleObj>
                  </mc:Choice>
                  <mc:Fallback>
                    <p:oleObj name="Equation" r:id="rId20" imgW="114120" imgH="228600" progId="Equation.DSMT4">
                      <p:embed/>
                      <p:pic>
                        <p:nvPicPr>
                          <p:cNvPr id="21" name="Object 26">
                            <a:extLst>
                              <a:ext uri="{FF2B5EF4-FFF2-40B4-BE49-F238E27FC236}">
                                <a16:creationId xmlns:a16="http://schemas.microsoft.com/office/drawing/2014/main" id="{0F4A61A4-508B-46CD-9338-638B13E498F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4" y="1797"/>
                            <a:ext cx="77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27">
                <a:extLst>
                  <a:ext uri="{FF2B5EF4-FFF2-40B4-BE49-F238E27FC236}">
                    <a16:creationId xmlns:a16="http://schemas.microsoft.com/office/drawing/2014/main" id="{1BB49C41-AED2-4D24-8CD7-AEE4F0DDE96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13" y="2340"/>
              <a:ext cx="125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89" name="Equation" r:id="rId22" imgW="190440" imgH="520560" progId="Equation.DSMT4">
                      <p:embed/>
                    </p:oleObj>
                  </mc:Choice>
                  <mc:Fallback>
                    <p:oleObj name="Equation" r:id="rId22" imgW="190440" imgH="520560" progId="Equation.DSMT4">
                      <p:embed/>
                      <p:pic>
                        <p:nvPicPr>
                          <p:cNvPr id="22" name="Object 27">
                            <a:extLst>
                              <a:ext uri="{FF2B5EF4-FFF2-40B4-BE49-F238E27FC236}">
                                <a16:creationId xmlns:a16="http://schemas.microsoft.com/office/drawing/2014/main" id="{1BB49C41-AED2-4D24-8CD7-AEE4F0DDE96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2340"/>
                            <a:ext cx="125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8">
                <a:extLst>
                  <a:ext uri="{FF2B5EF4-FFF2-40B4-BE49-F238E27FC236}">
                    <a16:creationId xmlns:a16="http://schemas.microsoft.com/office/drawing/2014/main" id="{BB7A4C6C-0456-489B-8603-4BDFA640AB3A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76" y="1985"/>
              <a:ext cx="127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90" name="Equation" r:id="rId24" imgW="190440" imgH="520560" progId="Equation.DSMT4">
                      <p:embed/>
                    </p:oleObj>
                  </mc:Choice>
                  <mc:Fallback>
                    <p:oleObj name="Equation" r:id="rId24" imgW="190440" imgH="520560" progId="Equation.DSMT4">
                      <p:embed/>
                      <p:pic>
                        <p:nvPicPr>
                          <p:cNvPr id="23" name="Object 28">
                            <a:extLst>
                              <a:ext uri="{FF2B5EF4-FFF2-40B4-BE49-F238E27FC236}">
                                <a16:creationId xmlns:a16="http://schemas.microsoft.com/office/drawing/2014/main" id="{BB7A4C6C-0456-489B-8603-4BDFA640AB3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6" y="1985"/>
                            <a:ext cx="127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9">
                <a:extLst>
                  <a:ext uri="{FF2B5EF4-FFF2-40B4-BE49-F238E27FC236}">
                    <a16:creationId xmlns:a16="http://schemas.microsoft.com/office/drawing/2014/main" id="{0BA40342-F61F-4D28-881F-111CE8351ABB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94" y="2326"/>
              <a:ext cx="7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91" name="Equation" r:id="rId26" imgW="114120" imgH="228600" progId="Equation.DSMT4">
                      <p:embed/>
                    </p:oleObj>
                  </mc:Choice>
                  <mc:Fallback>
                    <p:oleObj name="Equation" r:id="rId26" imgW="114120" imgH="228600" progId="Equation.DSMT4">
                      <p:embed/>
                      <p:pic>
                        <p:nvPicPr>
                          <p:cNvPr id="24" name="Object 29">
                            <a:extLst>
                              <a:ext uri="{FF2B5EF4-FFF2-40B4-BE49-F238E27FC236}">
                                <a16:creationId xmlns:a16="http://schemas.microsoft.com/office/drawing/2014/main" id="{0BA40342-F61F-4D28-881F-111CE8351AB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4" y="2326"/>
                            <a:ext cx="7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30">
                <a:extLst>
                  <a:ext uri="{FF2B5EF4-FFF2-40B4-BE49-F238E27FC236}">
                    <a16:creationId xmlns:a16="http://schemas.microsoft.com/office/drawing/2014/main" id="{5517273F-4191-47B7-9377-2FAE02308F7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337" y="2364"/>
              <a:ext cx="101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92" name="Equation" r:id="rId28" imgW="152280" imgH="190440" progId="Equation.DSMT4">
                      <p:embed/>
                    </p:oleObj>
                  </mc:Choice>
                  <mc:Fallback>
                    <p:oleObj name="Equation" r:id="rId28" imgW="152280" imgH="190440" progId="Equation.DSMT4">
                      <p:embed/>
                      <p:pic>
                        <p:nvPicPr>
                          <p:cNvPr id="25" name="Object 30">
                            <a:extLst>
                              <a:ext uri="{FF2B5EF4-FFF2-40B4-BE49-F238E27FC236}">
                                <a16:creationId xmlns:a16="http://schemas.microsoft.com/office/drawing/2014/main" id="{5517273F-4191-47B7-9377-2FAE02308F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7" y="2364"/>
                            <a:ext cx="101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" name="Group 106">
              <a:extLst>
                <a:ext uri="{FF2B5EF4-FFF2-40B4-BE49-F238E27FC236}">
                  <a16:creationId xmlns:a16="http://schemas.microsoft.com/office/drawing/2014/main" id="{921057B8-F3ED-42BF-93AE-9C09DA92E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2213" y="3014961"/>
              <a:ext cx="712788" cy="1398588"/>
              <a:chOff x="4349" y="2090"/>
              <a:chExt cx="449" cy="881"/>
            </a:xfrm>
          </p:grpSpPr>
          <p:graphicFrame>
            <p:nvGraphicFramePr>
              <p:cNvPr id="52" name="Object 51">
                <a:extLst>
                  <a:ext uri="{FF2B5EF4-FFF2-40B4-BE49-F238E27FC236}">
                    <a16:creationId xmlns:a16="http://schemas.microsoft.com/office/drawing/2014/main" id="{5815DAB2-8C29-4985-BFA1-0751D28F1C13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49" y="2638"/>
              <a:ext cx="449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93" name="Equation" r:id="rId30" imgW="698400" imgH="520560" progId="Equation.DSMT4">
                      <p:embed/>
                    </p:oleObj>
                  </mc:Choice>
                  <mc:Fallback>
                    <p:oleObj name="Equation" r:id="rId30" imgW="698400" imgH="520560" progId="Equation.DSMT4">
                      <p:embed/>
                      <p:pic>
                        <p:nvPicPr>
                          <p:cNvPr id="52" name="Object 51">
                            <a:extLst>
                              <a:ext uri="{FF2B5EF4-FFF2-40B4-BE49-F238E27FC236}">
                                <a16:creationId xmlns:a16="http://schemas.microsoft.com/office/drawing/2014/main" id="{5815DAB2-8C29-4985-BFA1-0751D28F1C1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9" y="2638"/>
                            <a:ext cx="449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Line 52">
                <a:extLst>
                  <a:ext uri="{FF2B5EF4-FFF2-40B4-BE49-F238E27FC236}">
                    <a16:creationId xmlns:a16="http://schemas.microsoft.com/office/drawing/2014/main" id="{BCCA6BC2-DA70-4898-8B50-F6EED6866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64" y="2090"/>
                <a:ext cx="96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54" name="Object 53">
              <a:extLst>
                <a:ext uri="{FF2B5EF4-FFF2-40B4-BE49-F238E27FC236}">
                  <a16:creationId xmlns:a16="http://schemas.microsoft.com/office/drawing/2014/main" id="{CA64A9AE-2570-4C26-A4BD-11ABEAF181D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98499" y="1787823"/>
            <a:ext cx="715963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94" name="Equation" r:id="rId32" imgW="711000" imgH="241200" progId="Equation.DSMT4">
                    <p:embed/>
                  </p:oleObj>
                </mc:Choice>
                <mc:Fallback>
                  <p:oleObj name="Equation" r:id="rId32" imgW="711000" imgH="241200" progId="Equation.DSMT4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CA64A9AE-2570-4C26-A4BD-11ABEAF181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8499" y="1787823"/>
                          <a:ext cx="715963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5" name="Group 107">
              <a:extLst>
                <a:ext uri="{FF2B5EF4-FFF2-40B4-BE49-F238E27FC236}">
                  <a16:creationId xmlns:a16="http://schemas.microsoft.com/office/drawing/2014/main" id="{12594D2A-6B93-4ECE-89F7-11DC3D2AD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92363" y="2973685"/>
              <a:ext cx="603251" cy="1355725"/>
              <a:chOff x="5042" y="2064"/>
              <a:chExt cx="380" cy="854"/>
            </a:xfrm>
          </p:grpSpPr>
          <p:graphicFrame>
            <p:nvGraphicFramePr>
              <p:cNvPr id="56" name="Object 55">
                <a:extLst>
                  <a:ext uri="{FF2B5EF4-FFF2-40B4-BE49-F238E27FC236}">
                    <a16:creationId xmlns:a16="http://schemas.microsoft.com/office/drawing/2014/main" id="{D44EFC72-5D55-427B-BC0D-A344E6CBF914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042" y="2581"/>
              <a:ext cx="380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95" name="Equation" r:id="rId34" imgW="609480" imgH="533160" progId="Equation.DSMT4">
                      <p:embed/>
                    </p:oleObj>
                  </mc:Choice>
                  <mc:Fallback>
                    <p:oleObj name="Equation" r:id="rId34" imgW="609480" imgH="533160" progId="Equation.DSMT4">
                      <p:embed/>
                      <p:pic>
                        <p:nvPicPr>
                          <p:cNvPr id="56" name="Object 55">
                            <a:extLst>
                              <a:ext uri="{FF2B5EF4-FFF2-40B4-BE49-F238E27FC236}">
                                <a16:creationId xmlns:a16="http://schemas.microsoft.com/office/drawing/2014/main" id="{D44EFC72-5D55-427B-BC0D-A344E6CBF9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2" y="2581"/>
                            <a:ext cx="380" cy="3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Line 56">
                <a:extLst>
                  <a:ext uri="{FF2B5EF4-FFF2-40B4-BE49-F238E27FC236}">
                    <a16:creationId xmlns:a16="http://schemas.microsoft.com/office/drawing/2014/main" id="{E7489171-7498-4B9F-9EEB-BD13ABC7D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88" y="2064"/>
                <a:ext cx="14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58" name="Object 57">
              <a:extLst>
                <a:ext uri="{FF2B5EF4-FFF2-40B4-BE49-F238E27FC236}">
                  <a16:creationId xmlns:a16="http://schemas.microsoft.com/office/drawing/2014/main" id="{5FDEF509-537F-440B-9AB1-78432AB63E2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19312" y="1887835"/>
            <a:ext cx="657225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96" name="Equation" r:id="rId36" imgW="647640" imgH="241200" progId="Equation.DSMT4">
                    <p:embed/>
                  </p:oleObj>
                </mc:Choice>
                <mc:Fallback>
                  <p:oleObj name="Equation" r:id="rId36" imgW="647640" imgH="241200" progId="Equation.DSMT4">
                    <p:embed/>
                    <p:pic>
                      <p:nvPicPr>
                        <p:cNvPr id="58" name="Object 57">
                          <a:extLst>
                            <a:ext uri="{FF2B5EF4-FFF2-40B4-BE49-F238E27FC236}">
                              <a16:creationId xmlns:a16="http://schemas.microsoft.com/office/drawing/2014/main" id="{5FDEF509-537F-440B-9AB1-78432AB63E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9312" y="1887835"/>
                          <a:ext cx="657225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Line 65">
              <a:extLst>
                <a:ext uri="{FF2B5EF4-FFF2-40B4-BE49-F238E27FC236}">
                  <a16:creationId xmlns:a16="http://schemas.microsoft.com/office/drawing/2014/main" id="{99690EF5-D99D-4B14-A43C-4397D59A5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22374" y="1373485"/>
              <a:ext cx="609600" cy="1371600"/>
            </a:xfrm>
            <a:prstGeom prst="line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66">
              <a:extLst>
                <a:ext uri="{FF2B5EF4-FFF2-40B4-BE49-F238E27FC236}">
                  <a16:creationId xmlns:a16="http://schemas.microsoft.com/office/drawing/2014/main" id="{94C69F0C-ED7A-4339-8098-740E78A5A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1974" y="2719685"/>
              <a:ext cx="990600" cy="431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BE99AED0-B7F7-4C3E-9777-591B0383A4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34974" y="3049885"/>
            <a:ext cx="914400" cy="268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97" name="Equation" r:id="rId38" imgW="914400" imgH="267840" progId="Equation.DSMT4">
                    <p:embed/>
                  </p:oleObj>
                </mc:Choice>
                <mc:Fallback>
                  <p:oleObj name="Equation" r:id="rId38" imgW="914400" imgH="267840" progId="Equation.DSMT4">
                    <p:embed/>
                    <p:pic>
                      <p:nvPicPr>
                        <p:cNvPr id="68" name="对象 67">
                          <a:extLst>
                            <a:ext uri="{FF2B5EF4-FFF2-40B4-BE49-F238E27FC236}">
                              <a16:creationId xmlns:a16="http://schemas.microsoft.com/office/drawing/2014/main" id="{BE99AED0-B7F7-4C3E-9777-591B0383A4B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6134974" y="3049885"/>
                          <a:ext cx="914400" cy="2682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对象 80">
              <a:extLst>
                <a:ext uri="{FF2B5EF4-FFF2-40B4-BE49-F238E27FC236}">
                  <a16:creationId xmlns:a16="http://schemas.microsoft.com/office/drawing/2014/main" id="{D896CD08-7BF4-4C7C-84C1-35FDC83D2E5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73908" y="1335385"/>
            <a:ext cx="152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98" name="Equation" r:id="rId40" imgW="152280" imgH="190440" progId="Equation.DSMT4">
                    <p:embed/>
                  </p:oleObj>
                </mc:Choice>
                <mc:Fallback>
                  <p:oleObj name="Equation" r:id="rId40" imgW="152280" imgH="190440" progId="Equation.DSMT4">
                    <p:embed/>
                    <p:pic>
                      <p:nvPicPr>
                        <p:cNvPr id="81" name="对象 80">
                          <a:extLst>
                            <a:ext uri="{FF2B5EF4-FFF2-40B4-BE49-F238E27FC236}">
                              <a16:creationId xmlns:a16="http://schemas.microsoft.com/office/drawing/2014/main" id="{D896CD08-7BF4-4C7C-84C1-35FDC83D2E5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6473908" y="1335385"/>
                          <a:ext cx="1524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37D77C5E-7BA1-467E-AD93-9B3BD337CD33}"/>
              </a:ext>
            </a:extLst>
          </p:cNvPr>
          <p:cNvGrpSpPr/>
          <p:nvPr/>
        </p:nvGrpSpPr>
        <p:grpSpPr>
          <a:xfrm>
            <a:off x="488664" y="3808064"/>
            <a:ext cx="8331222" cy="939800"/>
            <a:chOff x="812778" y="4081463"/>
            <a:chExt cx="8331222" cy="939800"/>
          </a:xfrm>
        </p:grpSpPr>
        <p:sp>
          <p:nvSpPr>
            <p:cNvPr id="64" name="Text Box 75">
              <a:extLst>
                <a:ext uri="{FF2B5EF4-FFF2-40B4-BE49-F238E27FC236}">
                  <a16:creationId xmlns:a16="http://schemas.microsoft.com/office/drawing/2014/main" id="{F42547A4-AA02-43FC-B7E6-DD21DA793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778" y="4291916"/>
              <a:ext cx="83312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故在区域          中曲线为             即</a:t>
              </a:r>
            </a:p>
          </p:txBody>
        </p:sp>
        <p:graphicFrame>
          <p:nvGraphicFramePr>
            <p:cNvPr id="80" name="对象 79">
              <a:extLst>
                <a:ext uri="{FF2B5EF4-FFF2-40B4-BE49-F238E27FC236}">
                  <a16:creationId xmlns:a16="http://schemas.microsoft.com/office/drawing/2014/main" id="{8E374B5C-0A56-4AE1-A70D-5AEE1321150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94010" y="4162425"/>
            <a:ext cx="901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99" name="Equation" r:id="rId42" imgW="901440" imgH="736560" progId="Equation.DSMT4">
                    <p:embed/>
                  </p:oleObj>
                </mc:Choice>
                <mc:Fallback>
                  <p:oleObj name="Equation" r:id="rId42" imgW="901440" imgH="736560" progId="Equation.DSMT4">
                    <p:embed/>
                    <p:pic>
                      <p:nvPicPr>
                        <p:cNvPr id="80" name="对象 79">
                          <a:extLst>
                            <a:ext uri="{FF2B5EF4-FFF2-40B4-BE49-F238E27FC236}">
                              <a16:creationId xmlns:a16="http://schemas.microsoft.com/office/drawing/2014/main" id="{8E374B5C-0A56-4AE1-A70D-5AEE1321150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7294010" y="4162425"/>
                          <a:ext cx="9017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对象 82">
              <a:extLst>
                <a:ext uri="{FF2B5EF4-FFF2-40B4-BE49-F238E27FC236}">
                  <a16:creationId xmlns:a16="http://schemas.microsoft.com/office/drawing/2014/main" id="{2DDD7FC7-2698-423C-AC47-8663BA9ECF1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59000" y="4081463"/>
            <a:ext cx="14478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00" name="Equation" r:id="rId44" imgW="1447560" imgH="939600" progId="Equation.DSMT4">
                    <p:embed/>
                  </p:oleObj>
                </mc:Choice>
                <mc:Fallback>
                  <p:oleObj name="Equation" r:id="rId44" imgW="1447560" imgH="939600" progId="Equation.DSMT4">
                    <p:embed/>
                    <p:pic>
                      <p:nvPicPr>
                        <p:cNvPr id="83" name="对象 82">
                          <a:extLst>
                            <a:ext uri="{FF2B5EF4-FFF2-40B4-BE49-F238E27FC236}">
                              <a16:creationId xmlns:a16="http://schemas.microsoft.com/office/drawing/2014/main" id="{2DDD7FC7-2698-423C-AC47-8663BA9ECF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2159000" y="4081463"/>
                          <a:ext cx="14478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对象 85">
              <a:extLst>
                <a:ext uri="{FF2B5EF4-FFF2-40B4-BE49-F238E27FC236}">
                  <a16:creationId xmlns:a16="http://schemas.microsoft.com/office/drawing/2014/main" id="{F4DEE9CE-B73F-4363-BBAB-23DEBDD6FD5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967805" y="4427731"/>
            <a:ext cx="186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01" name="Equation" r:id="rId46" imgW="1866600" imgH="342720" progId="Equation.DSMT4">
                    <p:embed/>
                  </p:oleObj>
                </mc:Choice>
                <mc:Fallback>
                  <p:oleObj name="Equation" r:id="rId46" imgW="1866600" imgH="342720" progId="Equation.DSMT4">
                    <p:embed/>
                    <p:pic>
                      <p:nvPicPr>
                        <p:cNvPr id="86" name="对象 85">
                          <a:extLst>
                            <a:ext uri="{FF2B5EF4-FFF2-40B4-BE49-F238E27FC236}">
                              <a16:creationId xmlns:a16="http://schemas.microsoft.com/office/drawing/2014/main" id="{F4DEE9CE-B73F-4363-BBAB-23DEBDD6FD5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4967805" y="4427731"/>
                          <a:ext cx="186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4651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60" grpId="0" animBg="1"/>
      <p:bldP spid="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C64F9F6F-D073-4D32-BE2F-0547219EC6BC}"/>
              </a:ext>
            </a:extLst>
          </p:cNvPr>
          <p:cNvGrpSpPr/>
          <p:nvPr/>
        </p:nvGrpSpPr>
        <p:grpSpPr>
          <a:xfrm>
            <a:off x="6122421" y="340555"/>
            <a:ext cx="2743202" cy="3421064"/>
            <a:chOff x="6134974" y="992485"/>
            <a:chExt cx="2743202" cy="342106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3660E6D-7985-4E57-9540-3FD94E249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1974" y="1397298"/>
              <a:ext cx="990600" cy="1295400"/>
            </a:xfrm>
            <a:custGeom>
              <a:avLst/>
              <a:gdLst>
                <a:gd name="T0" fmla="*/ 0 w 624"/>
                <a:gd name="T1" fmla="*/ 0 h 816"/>
                <a:gd name="T2" fmla="*/ 228600 w 624"/>
                <a:gd name="T3" fmla="*/ 914400 h 816"/>
                <a:gd name="T4" fmla="*/ 990600 w 624"/>
                <a:gd name="T5" fmla="*/ 1295400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816">
                  <a:moveTo>
                    <a:pt x="0" y="0"/>
                  </a:moveTo>
                  <a:cubicBezTo>
                    <a:pt x="20" y="220"/>
                    <a:pt x="40" y="440"/>
                    <a:pt x="144" y="576"/>
                  </a:cubicBezTo>
                  <a:cubicBezTo>
                    <a:pt x="248" y="712"/>
                    <a:pt x="436" y="764"/>
                    <a:pt x="624" y="816"/>
                  </a:cubicBezTo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EBC51EF-E85F-4381-9B3B-3C30D2618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2374" y="2692698"/>
              <a:ext cx="533400" cy="457200"/>
            </a:xfrm>
            <a:custGeom>
              <a:avLst/>
              <a:gdLst>
                <a:gd name="T0" fmla="*/ 0 w 336"/>
                <a:gd name="T1" fmla="*/ 0 h 288"/>
                <a:gd name="T2" fmla="*/ 152400 w 336"/>
                <a:gd name="T3" fmla="*/ 304800 h 288"/>
                <a:gd name="T4" fmla="*/ 533400 w 336"/>
                <a:gd name="T5" fmla="*/ 45720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288">
                  <a:moveTo>
                    <a:pt x="0" y="0"/>
                  </a:moveTo>
                  <a:cubicBezTo>
                    <a:pt x="20" y="72"/>
                    <a:pt x="40" y="144"/>
                    <a:pt x="96" y="192"/>
                  </a:cubicBezTo>
                  <a:cubicBezTo>
                    <a:pt x="152" y="240"/>
                    <a:pt x="244" y="264"/>
                    <a:pt x="336" y="288"/>
                  </a:cubicBezTo>
                </a:path>
              </a:pathLst>
            </a:custGeom>
            <a:noFill/>
            <a:ln w="25400">
              <a:solidFill>
                <a:srgbClr val="19C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" name="Group 84">
              <a:extLst>
                <a:ext uri="{FF2B5EF4-FFF2-40B4-BE49-F238E27FC236}">
                  <a16:creationId xmlns:a16="http://schemas.microsoft.com/office/drawing/2014/main" id="{F38D5714-5D5F-445E-B3C5-7CA0AD76F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5963" y="992485"/>
              <a:ext cx="2462213" cy="2717800"/>
              <a:chOff x="4049" y="816"/>
              <a:chExt cx="1551" cy="1712"/>
            </a:xfrm>
          </p:grpSpPr>
          <p:graphicFrame>
            <p:nvGraphicFramePr>
              <p:cNvPr id="37" name="Object 15">
                <a:extLst>
                  <a:ext uri="{FF2B5EF4-FFF2-40B4-BE49-F238E27FC236}">
                    <a16:creationId xmlns:a16="http://schemas.microsoft.com/office/drawing/2014/main" id="{41A26DCA-48B2-4504-B9E4-DFCEA3D6DD1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54" y="2351"/>
              <a:ext cx="148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595" name="Equation" r:id="rId3" imgW="228600" imgH="241200" progId="Equation.DSMT4">
                      <p:embed/>
                    </p:oleObj>
                  </mc:Choice>
                  <mc:Fallback>
                    <p:oleObj name="Equation" r:id="rId3" imgW="228600" imgH="241200" progId="Equation.DSMT4">
                      <p:embed/>
                      <p:pic>
                        <p:nvPicPr>
                          <p:cNvPr id="37" name="Object 15">
                            <a:extLst>
                              <a:ext uri="{FF2B5EF4-FFF2-40B4-BE49-F238E27FC236}">
                                <a16:creationId xmlns:a16="http://schemas.microsoft.com/office/drawing/2014/main" id="{41A26DCA-48B2-4504-B9E4-DFCEA3D6DD1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4" y="2351"/>
                            <a:ext cx="148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8" name="Group 83">
                <a:extLst>
                  <a:ext uri="{FF2B5EF4-FFF2-40B4-BE49-F238E27FC236}">
                    <a16:creationId xmlns:a16="http://schemas.microsoft.com/office/drawing/2014/main" id="{56AAD5E7-C9BB-44D0-8402-36D39B01B4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9" y="816"/>
                <a:ext cx="1551" cy="1712"/>
                <a:chOff x="4049" y="816"/>
                <a:chExt cx="1551" cy="1712"/>
              </a:xfrm>
            </p:grpSpPr>
            <p:sp>
              <p:nvSpPr>
                <p:cNvPr id="39" name="Line 12">
                  <a:extLst>
                    <a:ext uri="{FF2B5EF4-FFF2-40B4-BE49-F238E27FC236}">
                      <a16:creationId xmlns:a16="http://schemas.microsoft.com/office/drawing/2014/main" id="{A998F0CF-F2D2-44C8-8EA5-4FC3F6737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9" y="2319"/>
                  <a:ext cx="151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Line 13">
                  <a:extLst>
                    <a:ext uri="{FF2B5EF4-FFF2-40B4-BE49-F238E27FC236}">
                      <a16:creationId xmlns:a16="http://schemas.microsoft.com/office/drawing/2014/main" id="{C6A73052-678F-4F5C-A992-7C366519B3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24" y="816"/>
                  <a:ext cx="0" cy="1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graphicFrame>
              <p:nvGraphicFramePr>
                <p:cNvPr id="41" name="Object 14">
                  <a:extLst>
                    <a:ext uri="{FF2B5EF4-FFF2-40B4-BE49-F238E27FC236}">
                      <a16:creationId xmlns:a16="http://schemas.microsoft.com/office/drawing/2014/main" id="{71F72414-CFE9-4D29-A860-C5ABF8360C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4049" y="829"/>
                <a:ext cx="127" cy="1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1596" name="Equation" r:id="rId5" imgW="190440" imgH="241200" progId="Equation.DSMT4">
                        <p:embed/>
                      </p:oleObj>
                    </mc:Choice>
                    <mc:Fallback>
                      <p:oleObj name="Equation" r:id="rId5" imgW="190440" imgH="241200" progId="Equation.DSMT4">
                        <p:embed/>
                        <p:pic>
                          <p:nvPicPr>
                            <p:cNvPr id="41" name="Object 14">
                              <a:extLst>
                                <a:ext uri="{FF2B5EF4-FFF2-40B4-BE49-F238E27FC236}">
                                  <a16:creationId xmlns:a16="http://schemas.microsoft.com/office/drawing/2014/main" id="{71F72414-CFE9-4D29-A860-C5ABF8360C1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49" y="829"/>
                              <a:ext cx="127" cy="1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Object 16">
                  <a:extLst>
                    <a:ext uri="{FF2B5EF4-FFF2-40B4-BE49-F238E27FC236}">
                      <a16:creationId xmlns:a16="http://schemas.microsoft.com/office/drawing/2014/main" id="{9D931BBC-E5F5-4078-90B6-22F90CB69E3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456" y="2376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1597" name="Equation" r:id="rId7" imgW="219248" imgH="228600" progId="Equation.3">
                        <p:embed/>
                      </p:oleObj>
                    </mc:Choice>
                    <mc:Fallback>
                      <p:oleObj name="Equation" r:id="rId7" imgW="219248" imgH="228600" progId="Equation.3">
                        <p:embed/>
                        <p:pic>
                          <p:nvPicPr>
                            <p:cNvPr id="42" name="Object 16">
                              <a:extLst>
                                <a:ext uri="{FF2B5EF4-FFF2-40B4-BE49-F238E27FC236}">
                                  <a16:creationId xmlns:a16="http://schemas.microsoft.com/office/drawing/2014/main" id="{9D931BBC-E5F5-4078-90B6-22F90CB69E3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56" y="2376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12" name="Group 105">
              <a:extLst>
                <a:ext uri="{FF2B5EF4-FFF2-40B4-BE49-F238E27FC236}">
                  <a16:creationId xmlns:a16="http://schemas.microsoft.com/office/drawing/2014/main" id="{FAC417AC-0D56-42CC-A3D6-9BAF4D771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8824" y="1397298"/>
              <a:ext cx="2162175" cy="2538413"/>
              <a:chOff x="4076" y="1071"/>
              <a:chExt cx="1362" cy="1599"/>
            </a:xfrm>
          </p:grpSpPr>
          <p:grpSp>
            <p:nvGrpSpPr>
              <p:cNvPr id="25" name="Group 18">
                <a:extLst>
                  <a:ext uri="{FF2B5EF4-FFF2-40B4-BE49-F238E27FC236}">
                    <a16:creationId xmlns:a16="http://schemas.microsoft.com/office/drawing/2014/main" id="{461CFBF3-5834-48DD-BC6B-7E9A6C5A24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1071"/>
                <a:ext cx="1152" cy="1248"/>
                <a:chOff x="4224" y="1071"/>
                <a:chExt cx="1152" cy="1248"/>
              </a:xfrm>
            </p:grpSpPr>
            <p:sp>
              <p:nvSpPr>
                <p:cNvPr id="31" name="Line 19">
                  <a:extLst>
                    <a:ext uri="{FF2B5EF4-FFF2-40B4-BE49-F238E27FC236}">
                      <a16:creationId xmlns:a16="http://schemas.microsoft.com/office/drawing/2014/main" id="{F89C193B-BE7F-4817-B9F1-C87611D57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1" y="1071"/>
                  <a:ext cx="0" cy="12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Line 20">
                  <a:extLst>
                    <a:ext uri="{FF2B5EF4-FFF2-40B4-BE49-F238E27FC236}">
                      <a16:creationId xmlns:a16="http://schemas.microsoft.com/office/drawing/2014/main" id="{CAD76703-A8A2-4D10-8E51-DD27A0A0C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8" y="1887"/>
                  <a:ext cx="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Line 21">
                  <a:extLst>
                    <a:ext uri="{FF2B5EF4-FFF2-40B4-BE49-F238E27FC236}">
                      <a16:creationId xmlns:a16="http://schemas.microsoft.com/office/drawing/2014/main" id="{C4941FCB-C836-41E5-9A07-F183DC6DAA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89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Line 22">
                  <a:extLst>
                    <a:ext uri="{FF2B5EF4-FFF2-40B4-BE49-F238E27FC236}">
                      <a16:creationId xmlns:a16="http://schemas.microsoft.com/office/drawing/2014/main" id="{C197B3F6-5F0A-448A-92B4-5E1426858D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175"/>
                  <a:ext cx="52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Line 23">
                  <a:extLst>
                    <a:ext uri="{FF2B5EF4-FFF2-40B4-BE49-F238E27FC236}">
                      <a16:creationId xmlns:a16="http://schemas.microsoft.com/office/drawing/2014/main" id="{DAAD0FD8-0FD6-4C30-ADD8-1A0F921AD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071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Line 24">
                  <a:extLst>
                    <a:ext uri="{FF2B5EF4-FFF2-40B4-BE49-F238E27FC236}">
                      <a16:creationId xmlns:a16="http://schemas.microsoft.com/office/drawing/2014/main" id="{928AC73E-A5A7-4423-9BC4-1D8A124463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76" y="1071"/>
                  <a:ext cx="0" cy="12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aphicFrame>
            <p:nvGraphicFramePr>
              <p:cNvPr id="26" name="Object 26">
                <a:extLst>
                  <a:ext uri="{FF2B5EF4-FFF2-40B4-BE49-F238E27FC236}">
                    <a16:creationId xmlns:a16="http://schemas.microsoft.com/office/drawing/2014/main" id="{8535C4F3-31E6-4DC7-AF6E-D9DDD271E3BF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14" y="1797"/>
              <a:ext cx="77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598" name="Equation" r:id="rId9" imgW="114120" imgH="228600" progId="Equation.DSMT4">
                      <p:embed/>
                    </p:oleObj>
                  </mc:Choice>
                  <mc:Fallback>
                    <p:oleObj name="Equation" r:id="rId9" imgW="114120" imgH="228600" progId="Equation.DSMT4">
                      <p:embed/>
                      <p:pic>
                        <p:nvPicPr>
                          <p:cNvPr id="26" name="Object 26">
                            <a:extLst>
                              <a:ext uri="{FF2B5EF4-FFF2-40B4-BE49-F238E27FC236}">
                                <a16:creationId xmlns:a16="http://schemas.microsoft.com/office/drawing/2014/main" id="{8535C4F3-31E6-4DC7-AF6E-D9DDD271E3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4" y="1797"/>
                            <a:ext cx="77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7">
                <a:extLst>
                  <a:ext uri="{FF2B5EF4-FFF2-40B4-BE49-F238E27FC236}">
                    <a16:creationId xmlns:a16="http://schemas.microsoft.com/office/drawing/2014/main" id="{C8BA3654-5BA6-439D-B6FD-BCC2DBBD76B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13" y="2340"/>
              <a:ext cx="125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599" name="Equation" r:id="rId11" imgW="190440" imgH="520560" progId="Equation.DSMT4">
                      <p:embed/>
                    </p:oleObj>
                  </mc:Choice>
                  <mc:Fallback>
                    <p:oleObj name="Equation" r:id="rId11" imgW="190440" imgH="520560" progId="Equation.DSMT4">
                      <p:embed/>
                      <p:pic>
                        <p:nvPicPr>
                          <p:cNvPr id="27" name="Object 27">
                            <a:extLst>
                              <a:ext uri="{FF2B5EF4-FFF2-40B4-BE49-F238E27FC236}">
                                <a16:creationId xmlns:a16="http://schemas.microsoft.com/office/drawing/2014/main" id="{C8BA3654-5BA6-439D-B6FD-BCC2DBBD76B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2340"/>
                            <a:ext cx="125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8">
                <a:extLst>
                  <a:ext uri="{FF2B5EF4-FFF2-40B4-BE49-F238E27FC236}">
                    <a16:creationId xmlns:a16="http://schemas.microsoft.com/office/drawing/2014/main" id="{4F4DA1FC-DE23-4661-90AF-E93A177BEE7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76" y="1985"/>
              <a:ext cx="127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00" name="Equation" r:id="rId13" imgW="190440" imgH="520560" progId="Equation.DSMT4">
                      <p:embed/>
                    </p:oleObj>
                  </mc:Choice>
                  <mc:Fallback>
                    <p:oleObj name="Equation" r:id="rId13" imgW="190440" imgH="520560" progId="Equation.DSMT4">
                      <p:embed/>
                      <p:pic>
                        <p:nvPicPr>
                          <p:cNvPr id="28" name="Object 28">
                            <a:extLst>
                              <a:ext uri="{FF2B5EF4-FFF2-40B4-BE49-F238E27FC236}">
                                <a16:creationId xmlns:a16="http://schemas.microsoft.com/office/drawing/2014/main" id="{4F4DA1FC-DE23-4661-90AF-E93A177BEE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6" y="1985"/>
                            <a:ext cx="127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29">
                <a:extLst>
                  <a:ext uri="{FF2B5EF4-FFF2-40B4-BE49-F238E27FC236}">
                    <a16:creationId xmlns:a16="http://schemas.microsoft.com/office/drawing/2014/main" id="{E43A145B-89CB-49D1-AF84-BF3B3965B7B1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94" y="2326"/>
              <a:ext cx="7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01" name="Equation" r:id="rId15" imgW="114120" imgH="228600" progId="Equation.DSMT4">
                      <p:embed/>
                    </p:oleObj>
                  </mc:Choice>
                  <mc:Fallback>
                    <p:oleObj name="Equation" r:id="rId15" imgW="114120" imgH="228600" progId="Equation.DSMT4">
                      <p:embed/>
                      <p:pic>
                        <p:nvPicPr>
                          <p:cNvPr id="29" name="Object 29">
                            <a:extLst>
                              <a:ext uri="{FF2B5EF4-FFF2-40B4-BE49-F238E27FC236}">
                                <a16:creationId xmlns:a16="http://schemas.microsoft.com/office/drawing/2014/main" id="{E43A145B-89CB-49D1-AF84-BF3B3965B7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4" y="2326"/>
                            <a:ext cx="7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30">
                <a:extLst>
                  <a:ext uri="{FF2B5EF4-FFF2-40B4-BE49-F238E27FC236}">
                    <a16:creationId xmlns:a16="http://schemas.microsoft.com/office/drawing/2014/main" id="{E3276DD8-05FA-4BA2-9674-D1C4996AA0E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337" y="2364"/>
              <a:ext cx="101" cy="1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02" name="Equation" r:id="rId17" imgW="152280" imgH="190440" progId="Equation.DSMT4">
                      <p:embed/>
                    </p:oleObj>
                  </mc:Choice>
                  <mc:Fallback>
                    <p:oleObj name="Equation" r:id="rId17" imgW="152280" imgH="190440" progId="Equation.DSMT4">
                      <p:embed/>
                      <p:pic>
                        <p:nvPicPr>
                          <p:cNvPr id="30" name="Object 30">
                            <a:extLst>
                              <a:ext uri="{FF2B5EF4-FFF2-40B4-BE49-F238E27FC236}">
                                <a16:creationId xmlns:a16="http://schemas.microsoft.com/office/drawing/2014/main" id="{E3276DD8-05FA-4BA2-9674-D1C4996AA0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7" y="2364"/>
                            <a:ext cx="101" cy="1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106">
              <a:extLst>
                <a:ext uri="{FF2B5EF4-FFF2-40B4-BE49-F238E27FC236}">
                  <a16:creationId xmlns:a16="http://schemas.microsoft.com/office/drawing/2014/main" id="{156AD2CF-21E1-4AD1-8868-9517183CE7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2213" y="3014961"/>
              <a:ext cx="712788" cy="1398588"/>
              <a:chOff x="4349" y="2090"/>
              <a:chExt cx="449" cy="881"/>
            </a:xfrm>
          </p:grpSpPr>
          <p:graphicFrame>
            <p:nvGraphicFramePr>
              <p:cNvPr id="23" name="Object 51">
                <a:extLst>
                  <a:ext uri="{FF2B5EF4-FFF2-40B4-BE49-F238E27FC236}">
                    <a16:creationId xmlns:a16="http://schemas.microsoft.com/office/drawing/2014/main" id="{11E23478-0DD5-418F-A8A0-F8C9AE64AF7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49" y="2638"/>
              <a:ext cx="449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03" name="Equation" r:id="rId19" imgW="698400" imgH="520560" progId="Equation.DSMT4">
                      <p:embed/>
                    </p:oleObj>
                  </mc:Choice>
                  <mc:Fallback>
                    <p:oleObj name="Equation" r:id="rId19" imgW="698400" imgH="520560" progId="Equation.DSMT4">
                      <p:embed/>
                      <p:pic>
                        <p:nvPicPr>
                          <p:cNvPr id="23" name="Object 51">
                            <a:extLst>
                              <a:ext uri="{FF2B5EF4-FFF2-40B4-BE49-F238E27FC236}">
                                <a16:creationId xmlns:a16="http://schemas.microsoft.com/office/drawing/2014/main" id="{11E23478-0DD5-418F-A8A0-F8C9AE64AF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9" y="2638"/>
                            <a:ext cx="449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Line 52">
                <a:extLst>
                  <a:ext uri="{FF2B5EF4-FFF2-40B4-BE49-F238E27FC236}">
                    <a16:creationId xmlns:a16="http://schemas.microsoft.com/office/drawing/2014/main" id="{A2A773CD-BF4E-40EA-8554-611072074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64" y="2090"/>
                <a:ext cx="96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14" name="Object 53">
              <a:extLst>
                <a:ext uri="{FF2B5EF4-FFF2-40B4-BE49-F238E27FC236}">
                  <a16:creationId xmlns:a16="http://schemas.microsoft.com/office/drawing/2014/main" id="{63B2A152-CD3A-494F-821D-F6CA06B6CD8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398499" y="1787823"/>
            <a:ext cx="715963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04" name="Equation" r:id="rId21" imgW="711000" imgH="241200" progId="Equation.DSMT4">
                    <p:embed/>
                  </p:oleObj>
                </mc:Choice>
                <mc:Fallback>
                  <p:oleObj name="Equation" r:id="rId21" imgW="711000" imgH="241200" progId="Equation.DSMT4">
                    <p:embed/>
                    <p:pic>
                      <p:nvPicPr>
                        <p:cNvPr id="14" name="Object 53">
                          <a:extLst>
                            <a:ext uri="{FF2B5EF4-FFF2-40B4-BE49-F238E27FC236}">
                              <a16:creationId xmlns:a16="http://schemas.microsoft.com/office/drawing/2014/main" id="{63B2A152-CD3A-494F-821D-F6CA06B6CD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8499" y="1787823"/>
                          <a:ext cx="715963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107">
              <a:extLst>
                <a:ext uri="{FF2B5EF4-FFF2-40B4-BE49-F238E27FC236}">
                  <a16:creationId xmlns:a16="http://schemas.microsoft.com/office/drawing/2014/main" id="{5F3485A7-C5B7-46C8-A3B2-68EEA1C43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92363" y="2973685"/>
              <a:ext cx="603251" cy="1355725"/>
              <a:chOff x="5042" y="2064"/>
              <a:chExt cx="380" cy="854"/>
            </a:xfrm>
          </p:grpSpPr>
          <p:graphicFrame>
            <p:nvGraphicFramePr>
              <p:cNvPr id="21" name="Object 55">
                <a:extLst>
                  <a:ext uri="{FF2B5EF4-FFF2-40B4-BE49-F238E27FC236}">
                    <a16:creationId xmlns:a16="http://schemas.microsoft.com/office/drawing/2014/main" id="{2E1C4A76-8E3D-43DF-91A3-1B61251EAF9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042" y="2581"/>
              <a:ext cx="380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1605" name="Equation" r:id="rId23" imgW="609480" imgH="533160" progId="Equation.DSMT4">
                      <p:embed/>
                    </p:oleObj>
                  </mc:Choice>
                  <mc:Fallback>
                    <p:oleObj name="Equation" r:id="rId23" imgW="609480" imgH="533160" progId="Equation.DSMT4">
                      <p:embed/>
                      <p:pic>
                        <p:nvPicPr>
                          <p:cNvPr id="21" name="Object 55">
                            <a:extLst>
                              <a:ext uri="{FF2B5EF4-FFF2-40B4-BE49-F238E27FC236}">
                                <a16:creationId xmlns:a16="http://schemas.microsoft.com/office/drawing/2014/main" id="{2E1C4A76-8E3D-43DF-91A3-1B61251EAF9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2" y="2581"/>
                            <a:ext cx="380" cy="3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Line 56">
                <a:extLst>
                  <a:ext uri="{FF2B5EF4-FFF2-40B4-BE49-F238E27FC236}">
                    <a16:creationId xmlns:a16="http://schemas.microsoft.com/office/drawing/2014/main" id="{A36DC04D-544C-487A-83EB-1C7977872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88" y="2064"/>
                <a:ext cx="14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16" name="Object 57">
              <a:extLst>
                <a:ext uri="{FF2B5EF4-FFF2-40B4-BE49-F238E27FC236}">
                  <a16:creationId xmlns:a16="http://schemas.microsoft.com/office/drawing/2014/main" id="{96DD51DB-29E1-4D54-A9E8-A9A4C4B1EC7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819312" y="1887835"/>
            <a:ext cx="657225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06" name="Equation" r:id="rId25" imgW="647640" imgH="241200" progId="Equation.DSMT4">
                    <p:embed/>
                  </p:oleObj>
                </mc:Choice>
                <mc:Fallback>
                  <p:oleObj name="Equation" r:id="rId25" imgW="647640" imgH="241200" progId="Equation.DSMT4">
                    <p:embed/>
                    <p:pic>
                      <p:nvPicPr>
                        <p:cNvPr id="16" name="Object 57">
                          <a:extLst>
                            <a:ext uri="{FF2B5EF4-FFF2-40B4-BE49-F238E27FC236}">
                              <a16:creationId xmlns:a16="http://schemas.microsoft.com/office/drawing/2014/main" id="{96DD51DB-29E1-4D54-A9E8-A9A4C4B1EC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9312" y="1887835"/>
                          <a:ext cx="657225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65">
              <a:extLst>
                <a:ext uri="{FF2B5EF4-FFF2-40B4-BE49-F238E27FC236}">
                  <a16:creationId xmlns:a16="http://schemas.microsoft.com/office/drawing/2014/main" id="{A5A9E2C3-DBAB-4DB6-AE2A-92B88A827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22374" y="1373485"/>
              <a:ext cx="609600" cy="1371600"/>
            </a:xfrm>
            <a:prstGeom prst="line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66">
              <a:extLst>
                <a:ext uri="{FF2B5EF4-FFF2-40B4-BE49-F238E27FC236}">
                  <a16:creationId xmlns:a16="http://schemas.microsoft.com/office/drawing/2014/main" id="{23D9A4C8-9CC7-4DCC-A9E2-C62F94043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1974" y="2719685"/>
              <a:ext cx="990600" cy="431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CF854CD3-CD8A-4D47-8BFA-A178AF79D29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34974" y="3049885"/>
            <a:ext cx="914400" cy="268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07" name="Equation" r:id="rId27" imgW="914400" imgH="267840" progId="Equation.DSMT4">
                    <p:embed/>
                  </p:oleObj>
                </mc:Choice>
                <mc:Fallback>
                  <p:oleObj name="Equation" r:id="rId27" imgW="914400" imgH="26784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CF854CD3-CD8A-4D47-8BFA-A178AF79D2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134974" y="3049885"/>
                          <a:ext cx="914400" cy="2682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3A815AD-1F8D-4FA1-A940-1BB2127DF86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473908" y="1335385"/>
            <a:ext cx="152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08" name="Equation" r:id="rId29" imgW="152280" imgH="190440" progId="Equation.DSMT4">
                    <p:embed/>
                  </p:oleObj>
                </mc:Choice>
                <mc:Fallback>
                  <p:oleObj name="Equation" r:id="rId29" imgW="152280" imgH="1904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23A815AD-1F8D-4FA1-A940-1BB2127DF8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473908" y="1335385"/>
                          <a:ext cx="1524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2C5CE56-4896-4DEF-87AB-8C4676C7BB53}"/>
              </a:ext>
            </a:extLst>
          </p:cNvPr>
          <p:cNvGrpSpPr/>
          <p:nvPr/>
        </p:nvGrpSpPr>
        <p:grpSpPr>
          <a:xfrm>
            <a:off x="323528" y="195486"/>
            <a:ext cx="5976694" cy="487969"/>
            <a:chOff x="425652" y="339461"/>
            <a:chExt cx="5976694" cy="487969"/>
          </a:xfrm>
        </p:grpSpPr>
        <p:sp>
          <p:nvSpPr>
            <p:cNvPr id="44" name="Text Box 4">
              <a:extLst>
                <a:ext uri="{FF2B5EF4-FFF2-40B4-BE49-F238E27FC236}">
                  <a16:creationId xmlns:a16="http://schemas.microsoft.com/office/drawing/2014/main" id="{D3B7DE25-5A26-4885-92A5-5C13C80C3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52" y="365765"/>
              <a:ext cx="156966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1.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求曲线</a:t>
              </a:r>
            </a:p>
          </p:txBody>
        </p:sp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F877F650-0370-4E47-B9E9-30BA88272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532" y="339461"/>
              <a:ext cx="25058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所围图形的面积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  <p:graphicFrame>
          <p:nvGraphicFramePr>
            <p:cNvPr id="46" name="Object 6">
              <a:extLst>
                <a:ext uri="{FF2B5EF4-FFF2-40B4-BE49-F238E27FC236}">
                  <a16:creationId xmlns:a16="http://schemas.microsoft.com/office/drawing/2014/main" id="{BA114D4E-D832-41F7-8B5A-53C8C6BC6D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39145" y="460717"/>
            <a:ext cx="2027237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09" name="Equation" r:id="rId31" imgW="2019240" imgH="342720" progId="Equation.DSMT4">
                    <p:embed/>
                  </p:oleObj>
                </mc:Choice>
                <mc:Fallback>
                  <p:oleObj name="Equation" r:id="rId31" imgW="2019240" imgH="342720" progId="Equation.DSMT4">
                    <p:embed/>
                    <p:pic>
                      <p:nvPicPr>
                        <p:cNvPr id="46" name="Object 6">
                          <a:extLst>
                            <a:ext uri="{FF2B5EF4-FFF2-40B4-BE49-F238E27FC236}">
                              <a16:creationId xmlns:a16="http://schemas.microsoft.com/office/drawing/2014/main" id="{BA114D4E-D832-41F7-8B5A-53C8C6BC6D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145" y="460717"/>
                          <a:ext cx="2027237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Text Box 3">
            <a:extLst>
              <a:ext uri="{FF2B5EF4-FFF2-40B4-BE49-F238E27FC236}">
                <a16:creationId xmlns:a16="http://schemas.microsoft.com/office/drawing/2014/main" id="{50EFA324-D4C2-46D7-8D22-4DE2D12A3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02" y="792841"/>
            <a:ext cx="798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续解</a:t>
            </a:r>
          </a:p>
        </p:txBody>
      </p:sp>
      <p:sp>
        <p:nvSpPr>
          <p:cNvPr id="48" name="Text Box 3">
            <a:extLst>
              <a:ext uri="{FF2B5EF4-FFF2-40B4-BE49-F238E27FC236}">
                <a16:creationId xmlns:a16="http://schemas.microsoft.com/office/drawing/2014/main" id="{B00275C4-EF1C-4660-B30B-0958C3B39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618" y="818912"/>
            <a:ext cx="26557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同理可得其他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5AEC9CB2-930A-43D3-87D2-C646ECD21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073" y="1454587"/>
            <a:ext cx="19177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所以面积为</a:t>
            </a:r>
          </a:p>
        </p:txBody>
      </p:sp>
      <p:graphicFrame>
        <p:nvGraphicFramePr>
          <p:cNvPr id="50" name="Object 58">
            <a:extLst>
              <a:ext uri="{FF2B5EF4-FFF2-40B4-BE49-F238E27FC236}">
                <a16:creationId xmlns:a16="http://schemas.microsoft.com/office/drawing/2014/main" id="{756FFAD0-B80D-4F8C-AD19-851D4D50368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98924" y="2295020"/>
          <a:ext cx="468312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10" name="Equation" r:id="rId33" imgW="457200" imgH="279360" progId="Equation.DSMT4">
                  <p:embed/>
                </p:oleObj>
              </mc:Choice>
              <mc:Fallback>
                <p:oleObj name="Equation" r:id="rId33" imgW="457200" imgH="279360" progId="Equation.DSMT4">
                  <p:embed/>
                  <p:pic>
                    <p:nvPicPr>
                      <p:cNvPr id="50" name="Object 58">
                        <a:extLst>
                          <a:ext uri="{FF2B5EF4-FFF2-40B4-BE49-F238E27FC236}">
                            <a16:creationId xmlns:a16="http://schemas.microsoft.com/office/drawing/2014/main" id="{756FFAD0-B80D-4F8C-AD19-851D4D503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24" y="2295020"/>
                        <a:ext cx="468312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895563F9-F5BC-41DF-9114-1BA6C8B42C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82240" y="2055308"/>
          <a:ext cx="1917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11" name="Equation" r:id="rId35" imgW="1917360" imgH="799920" progId="Equation.DSMT4">
                  <p:embed/>
                </p:oleObj>
              </mc:Choice>
              <mc:Fallback>
                <p:oleObj name="Equation" r:id="rId35" imgW="1917360" imgH="79992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895563F9-F5BC-41DF-9114-1BA6C8B42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382240" y="2055308"/>
                        <a:ext cx="1917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C4F462FD-A5D3-4E1B-A828-56FC676415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30102" y="2063233"/>
          <a:ext cx="181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12" name="Equation" r:id="rId37" imgW="1815840" imgH="736560" progId="Equation.DSMT4">
                  <p:embed/>
                </p:oleObj>
              </mc:Choice>
              <mc:Fallback>
                <p:oleObj name="Equation" r:id="rId37" imgW="1815840" imgH="73656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C4F462FD-A5D3-4E1B-A828-56FC67641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230102" y="2063233"/>
                        <a:ext cx="181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10618400-E5F7-4018-B140-D60EDCC0732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9621" y="3058355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13" name="Equation" r:id="rId39" imgW="1574640" imgH="736560" progId="Equation.DSMT4">
                  <p:embed/>
                </p:oleObj>
              </mc:Choice>
              <mc:Fallback>
                <p:oleObj name="Equation" r:id="rId39" imgW="1574640" imgH="73656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10618400-E5F7-4018-B140-D60EDCC07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49621" y="3058355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3">
            <a:extLst>
              <a:ext uri="{FF2B5EF4-FFF2-40B4-BE49-F238E27FC236}">
                <a16:creationId xmlns:a16="http://schemas.microsoft.com/office/drawing/2014/main" id="{09A8D5D6-4C77-4EDD-B22D-781F9DDB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113" y="3926325"/>
            <a:ext cx="596379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此题掌握一下思想就好！</a:t>
            </a:r>
          </a:p>
        </p:txBody>
      </p:sp>
    </p:spTree>
    <p:extLst>
      <p:ext uri="{BB962C8B-B14F-4D97-AF65-F5344CB8AC3E}">
        <p14:creationId xmlns:p14="http://schemas.microsoft.com/office/powerpoint/2010/main" val="290740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67F62D8B-FF4B-45CD-BA86-AEBDF6B1F00F}"/>
              </a:ext>
            </a:extLst>
          </p:cNvPr>
          <p:cNvGrpSpPr/>
          <p:nvPr/>
        </p:nvGrpSpPr>
        <p:grpSpPr>
          <a:xfrm>
            <a:off x="6121587" y="1024209"/>
            <a:ext cx="2467770" cy="2808312"/>
            <a:chOff x="6526435" y="1759992"/>
            <a:chExt cx="2467770" cy="2808312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56BEE96D-1BEA-4B95-BAEC-CCC9FBCBEC38}"/>
                </a:ext>
              </a:extLst>
            </p:cNvPr>
            <p:cNvSpPr/>
            <p:nvPr/>
          </p:nvSpPr>
          <p:spPr>
            <a:xfrm>
              <a:off x="7279019" y="3836345"/>
              <a:ext cx="977132" cy="392687"/>
            </a:xfrm>
            <a:custGeom>
              <a:avLst/>
              <a:gdLst>
                <a:gd name="connsiteX0" fmla="*/ 1024 w 977132"/>
                <a:gd name="connsiteY0" fmla="*/ 16829 h 392687"/>
                <a:gd name="connsiteX1" fmla="*/ 29073 w 977132"/>
                <a:gd name="connsiteY1" fmla="*/ 44878 h 392687"/>
                <a:gd name="connsiteX2" fmla="*/ 34683 w 977132"/>
                <a:gd name="connsiteY2" fmla="*/ 61708 h 392687"/>
                <a:gd name="connsiteX3" fmla="*/ 68342 w 977132"/>
                <a:gd name="connsiteY3" fmla="*/ 100976 h 392687"/>
                <a:gd name="connsiteX4" fmla="*/ 79561 w 977132"/>
                <a:gd name="connsiteY4" fmla="*/ 117806 h 392687"/>
                <a:gd name="connsiteX5" fmla="*/ 113220 w 977132"/>
                <a:gd name="connsiteY5" fmla="*/ 145855 h 392687"/>
                <a:gd name="connsiteX6" fmla="*/ 169318 w 977132"/>
                <a:gd name="connsiteY6" fmla="*/ 201953 h 392687"/>
                <a:gd name="connsiteX7" fmla="*/ 186148 w 977132"/>
                <a:gd name="connsiteY7" fmla="*/ 218783 h 392687"/>
                <a:gd name="connsiteX8" fmla="*/ 202977 w 977132"/>
                <a:gd name="connsiteY8" fmla="*/ 230002 h 392687"/>
                <a:gd name="connsiteX9" fmla="*/ 236636 w 977132"/>
                <a:gd name="connsiteY9" fmla="*/ 263661 h 392687"/>
                <a:gd name="connsiteX10" fmla="*/ 270295 w 977132"/>
                <a:gd name="connsiteY10" fmla="*/ 280491 h 392687"/>
                <a:gd name="connsiteX11" fmla="*/ 303954 w 977132"/>
                <a:gd name="connsiteY11" fmla="*/ 302930 h 392687"/>
                <a:gd name="connsiteX12" fmla="*/ 337613 w 977132"/>
                <a:gd name="connsiteY12" fmla="*/ 325369 h 392687"/>
                <a:gd name="connsiteX13" fmla="*/ 354442 w 977132"/>
                <a:gd name="connsiteY13" fmla="*/ 336589 h 392687"/>
                <a:gd name="connsiteX14" fmla="*/ 371272 w 977132"/>
                <a:gd name="connsiteY14" fmla="*/ 342199 h 392687"/>
                <a:gd name="connsiteX15" fmla="*/ 404931 w 977132"/>
                <a:gd name="connsiteY15" fmla="*/ 359028 h 392687"/>
                <a:gd name="connsiteX16" fmla="*/ 449809 w 977132"/>
                <a:gd name="connsiteY16" fmla="*/ 375857 h 392687"/>
                <a:gd name="connsiteX17" fmla="*/ 489078 w 977132"/>
                <a:gd name="connsiteY17" fmla="*/ 387077 h 392687"/>
                <a:gd name="connsiteX18" fmla="*/ 539566 w 977132"/>
                <a:gd name="connsiteY18" fmla="*/ 392687 h 392687"/>
                <a:gd name="connsiteX19" fmla="*/ 623714 w 977132"/>
                <a:gd name="connsiteY19" fmla="*/ 387077 h 392687"/>
                <a:gd name="connsiteX20" fmla="*/ 640543 w 977132"/>
                <a:gd name="connsiteY20" fmla="*/ 381467 h 392687"/>
                <a:gd name="connsiteX21" fmla="*/ 679812 w 977132"/>
                <a:gd name="connsiteY21" fmla="*/ 359028 h 392687"/>
                <a:gd name="connsiteX22" fmla="*/ 702251 w 977132"/>
                <a:gd name="connsiteY22" fmla="*/ 347808 h 392687"/>
                <a:gd name="connsiteX23" fmla="*/ 741520 w 977132"/>
                <a:gd name="connsiteY23" fmla="*/ 302930 h 392687"/>
                <a:gd name="connsiteX24" fmla="*/ 780788 w 977132"/>
                <a:gd name="connsiteY24" fmla="*/ 263661 h 392687"/>
                <a:gd name="connsiteX25" fmla="*/ 797618 w 977132"/>
                <a:gd name="connsiteY25" fmla="*/ 252442 h 392687"/>
                <a:gd name="connsiteX26" fmla="*/ 808837 w 977132"/>
                <a:gd name="connsiteY26" fmla="*/ 235612 h 392687"/>
                <a:gd name="connsiteX27" fmla="*/ 814447 w 977132"/>
                <a:gd name="connsiteY27" fmla="*/ 218783 h 392687"/>
                <a:gd name="connsiteX28" fmla="*/ 831277 w 977132"/>
                <a:gd name="connsiteY28" fmla="*/ 201953 h 392687"/>
                <a:gd name="connsiteX29" fmla="*/ 870545 w 977132"/>
                <a:gd name="connsiteY29" fmla="*/ 157075 h 392687"/>
                <a:gd name="connsiteX30" fmla="*/ 898594 w 977132"/>
                <a:gd name="connsiteY30" fmla="*/ 123416 h 392687"/>
                <a:gd name="connsiteX31" fmla="*/ 915424 w 977132"/>
                <a:gd name="connsiteY31" fmla="*/ 112196 h 392687"/>
                <a:gd name="connsiteX32" fmla="*/ 926644 w 977132"/>
                <a:gd name="connsiteY32" fmla="*/ 95367 h 392687"/>
                <a:gd name="connsiteX33" fmla="*/ 932253 w 977132"/>
                <a:gd name="connsiteY33" fmla="*/ 78537 h 392687"/>
                <a:gd name="connsiteX34" fmla="*/ 949083 w 977132"/>
                <a:gd name="connsiteY34" fmla="*/ 72927 h 392687"/>
                <a:gd name="connsiteX35" fmla="*/ 965912 w 977132"/>
                <a:gd name="connsiteY35" fmla="*/ 39269 h 392687"/>
                <a:gd name="connsiteX36" fmla="*/ 977132 w 977132"/>
                <a:gd name="connsiteY36" fmla="*/ 22439 h 392687"/>
                <a:gd name="connsiteX37" fmla="*/ 960302 w 977132"/>
                <a:gd name="connsiteY37" fmla="*/ 11219 h 392687"/>
                <a:gd name="connsiteX38" fmla="*/ 904204 w 977132"/>
                <a:gd name="connsiteY38" fmla="*/ 0 h 392687"/>
                <a:gd name="connsiteX39" fmla="*/ 376882 w 977132"/>
                <a:gd name="connsiteY39" fmla="*/ 5610 h 392687"/>
                <a:gd name="connsiteX40" fmla="*/ 298344 w 977132"/>
                <a:gd name="connsiteY40" fmla="*/ 16829 h 392687"/>
                <a:gd name="connsiteX41" fmla="*/ 68342 w 977132"/>
                <a:gd name="connsiteY41" fmla="*/ 11219 h 392687"/>
                <a:gd name="connsiteX42" fmla="*/ 1024 w 977132"/>
                <a:gd name="connsiteY42" fmla="*/ 16829 h 392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77132" h="392687">
                  <a:moveTo>
                    <a:pt x="1024" y="16829"/>
                  </a:moveTo>
                  <a:cubicBezTo>
                    <a:pt x="-5521" y="22439"/>
                    <a:pt x="21140" y="34300"/>
                    <a:pt x="29073" y="44878"/>
                  </a:cubicBezTo>
                  <a:cubicBezTo>
                    <a:pt x="32621" y="49609"/>
                    <a:pt x="31749" y="56574"/>
                    <a:pt x="34683" y="61708"/>
                  </a:cubicBezTo>
                  <a:cubicBezTo>
                    <a:pt x="49965" y="88453"/>
                    <a:pt x="50252" y="79268"/>
                    <a:pt x="68342" y="100976"/>
                  </a:cubicBezTo>
                  <a:cubicBezTo>
                    <a:pt x="72658" y="106156"/>
                    <a:pt x="75245" y="112626"/>
                    <a:pt x="79561" y="117806"/>
                  </a:cubicBezTo>
                  <a:cubicBezTo>
                    <a:pt x="108197" y="152169"/>
                    <a:pt x="83809" y="119384"/>
                    <a:pt x="113220" y="145855"/>
                  </a:cubicBezTo>
                  <a:lnTo>
                    <a:pt x="169318" y="201953"/>
                  </a:lnTo>
                  <a:cubicBezTo>
                    <a:pt x="174928" y="207563"/>
                    <a:pt x="179547" y="214382"/>
                    <a:pt x="186148" y="218783"/>
                  </a:cubicBezTo>
                  <a:cubicBezTo>
                    <a:pt x="191758" y="222523"/>
                    <a:pt x="197938" y="225523"/>
                    <a:pt x="202977" y="230002"/>
                  </a:cubicBezTo>
                  <a:cubicBezTo>
                    <a:pt x="214836" y="240543"/>
                    <a:pt x="223434" y="254860"/>
                    <a:pt x="236636" y="263661"/>
                  </a:cubicBezTo>
                  <a:cubicBezTo>
                    <a:pt x="311348" y="313469"/>
                    <a:pt x="200622" y="241783"/>
                    <a:pt x="270295" y="280491"/>
                  </a:cubicBezTo>
                  <a:cubicBezTo>
                    <a:pt x="282082" y="287040"/>
                    <a:pt x="292734" y="295450"/>
                    <a:pt x="303954" y="302930"/>
                  </a:cubicBezTo>
                  <a:lnTo>
                    <a:pt x="337613" y="325369"/>
                  </a:lnTo>
                  <a:cubicBezTo>
                    <a:pt x="343223" y="329109"/>
                    <a:pt x="348046" y="334457"/>
                    <a:pt x="354442" y="336589"/>
                  </a:cubicBezTo>
                  <a:cubicBezTo>
                    <a:pt x="360052" y="338459"/>
                    <a:pt x="365983" y="339554"/>
                    <a:pt x="371272" y="342199"/>
                  </a:cubicBezTo>
                  <a:cubicBezTo>
                    <a:pt x="414772" y="363948"/>
                    <a:pt x="362627" y="344927"/>
                    <a:pt x="404931" y="359028"/>
                  </a:cubicBezTo>
                  <a:cubicBezTo>
                    <a:pt x="432635" y="377498"/>
                    <a:pt x="410989" y="366153"/>
                    <a:pt x="449809" y="375857"/>
                  </a:cubicBezTo>
                  <a:cubicBezTo>
                    <a:pt x="473270" y="381722"/>
                    <a:pt x="461792" y="382879"/>
                    <a:pt x="489078" y="387077"/>
                  </a:cubicBezTo>
                  <a:cubicBezTo>
                    <a:pt x="505814" y="389652"/>
                    <a:pt x="522737" y="390817"/>
                    <a:pt x="539566" y="392687"/>
                  </a:cubicBezTo>
                  <a:cubicBezTo>
                    <a:pt x="567615" y="390817"/>
                    <a:pt x="595774" y="390181"/>
                    <a:pt x="623714" y="387077"/>
                  </a:cubicBezTo>
                  <a:cubicBezTo>
                    <a:pt x="629591" y="386424"/>
                    <a:pt x="635108" y="383796"/>
                    <a:pt x="640543" y="381467"/>
                  </a:cubicBezTo>
                  <a:cubicBezTo>
                    <a:pt x="674447" y="366937"/>
                    <a:pt x="651642" y="375125"/>
                    <a:pt x="679812" y="359028"/>
                  </a:cubicBezTo>
                  <a:cubicBezTo>
                    <a:pt x="687073" y="354879"/>
                    <a:pt x="694771" y="351548"/>
                    <a:pt x="702251" y="347808"/>
                  </a:cubicBezTo>
                  <a:cubicBezTo>
                    <a:pt x="728430" y="308539"/>
                    <a:pt x="713470" y="321628"/>
                    <a:pt x="741520" y="302930"/>
                  </a:cubicBezTo>
                  <a:cubicBezTo>
                    <a:pt x="751392" y="273308"/>
                    <a:pt x="742209" y="289379"/>
                    <a:pt x="780788" y="263661"/>
                  </a:cubicBezTo>
                  <a:lnTo>
                    <a:pt x="797618" y="252442"/>
                  </a:lnTo>
                  <a:cubicBezTo>
                    <a:pt x="801358" y="246832"/>
                    <a:pt x="805822" y="241642"/>
                    <a:pt x="808837" y="235612"/>
                  </a:cubicBezTo>
                  <a:cubicBezTo>
                    <a:pt x="811481" y="230323"/>
                    <a:pt x="811167" y="223703"/>
                    <a:pt x="814447" y="218783"/>
                  </a:cubicBezTo>
                  <a:cubicBezTo>
                    <a:pt x="818848" y="212182"/>
                    <a:pt x="826406" y="208216"/>
                    <a:pt x="831277" y="201953"/>
                  </a:cubicBezTo>
                  <a:cubicBezTo>
                    <a:pt x="866518" y="156643"/>
                    <a:pt x="837965" y="178794"/>
                    <a:pt x="870545" y="157075"/>
                  </a:cubicBezTo>
                  <a:cubicBezTo>
                    <a:pt x="881577" y="140527"/>
                    <a:pt x="882397" y="136914"/>
                    <a:pt x="898594" y="123416"/>
                  </a:cubicBezTo>
                  <a:cubicBezTo>
                    <a:pt x="903774" y="119100"/>
                    <a:pt x="909814" y="115936"/>
                    <a:pt x="915424" y="112196"/>
                  </a:cubicBezTo>
                  <a:cubicBezTo>
                    <a:pt x="919164" y="106586"/>
                    <a:pt x="923629" y="101397"/>
                    <a:pt x="926644" y="95367"/>
                  </a:cubicBezTo>
                  <a:cubicBezTo>
                    <a:pt x="929288" y="90078"/>
                    <a:pt x="928072" y="82718"/>
                    <a:pt x="932253" y="78537"/>
                  </a:cubicBezTo>
                  <a:cubicBezTo>
                    <a:pt x="936434" y="74355"/>
                    <a:pt x="943473" y="74797"/>
                    <a:pt x="949083" y="72927"/>
                  </a:cubicBezTo>
                  <a:cubicBezTo>
                    <a:pt x="981238" y="24693"/>
                    <a:pt x="942684" y="85723"/>
                    <a:pt x="965912" y="39269"/>
                  </a:cubicBezTo>
                  <a:cubicBezTo>
                    <a:pt x="968927" y="33238"/>
                    <a:pt x="973392" y="28049"/>
                    <a:pt x="977132" y="22439"/>
                  </a:cubicBezTo>
                  <a:cubicBezTo>
                    <a:pt x="971522" y="18699"/>
                    <a:pt x="966499" y="13875"/>
                    <a:pt x="960302" y="11219"/>
                  </a:cubicBezTo>
                  <a:cubicBezTo>
                    <a:pt x="949655" y="6656"/>
                    <a:pt x="911790" y="1264"/>
                    <a:pt x="904204" y="0"/>
                  </a:cubicBezTo>
                  <a:lnTo>
                    <a:pt x="376882" y="5610"/>
                  </a:lnTo>
                  <a:cubicBezTo>
                    <a:pt x="324738" y="6603"/>
                    <a:pt x="330344" y="6162"/>
                    <a:pt x="298344" y="16829"/>
                  </a:cubicBezTo>
                  <a:lnTo>
                    <a:pt x="68342" y="11219"/>
                  </a:lnTo>
                  <a:cubicBezTo>
                    <a:pt x="3907" y="8788"/>
                    <a:pt x="7569" y="11219"/>
                    <a:pt x="1024" y="16829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715CBDB-E2C5-456F-A1DF-570DC60BA728}"/>
                </a:ext>
              </a:extLst>
            </p:cNvPr>
            <p:cNvSpPr/>
            <p:nvPr/>
          </p:nvSpPr>
          <p:spPr>
            <a:xfrm>
              <a:off x="8273425" y="2468514"/>
              <a:ext cx="359623" cy="1386823"/>
            </a:xfrm>
            <a:custGeom>
              <a:avLst/>
              <a:gdLst>
                <a:gd name="connsiteX0" fmla="*/ 342199 w 398297"/>
                <a:gd name="connsiteY0" fmla="*/ 72927 h 1386823"/>
                <a:gd name="connsiteX1" fmla="*/ 336589 w 398297"/>
                <a:gd name="connsiteY1" fmla="*/ 157075 h 1386823"/>
                <a:gd name="connsiteX2" fmla="*/ 319760 w 398297"/>
                <a:gd name="connsiteY2" fmla="*/ 190734 h 1386823"/>
                <a:gd name="connsiteX3" fmla="*/ 314150 w 398297"/>
                <a:gd name="connsiteY3" fmla="*/ 207563 h 1386823"/>
                <a:gd name="connsiteX4" fmla="*/ 308540 w 398297"/>
                <a:gd name="connsiteY4" fmla="*/ 258051 h 1386823"/>
                <a:gd name="connsiteX5" fmla="*/ 297320 w 398297"/>
                <a:gd name="connsiteY5" fmla="*/ 297320 h 1386823"/>
                <a:gd name="connsiteX6" fmla="*/ 280491 w 398297"/>
                <a:gd name="connsiteY6" fmla="*/ 392687 h 1386823"/>
                <a:gd name="connsiteX7" fmla="*/ 263662 w 398297"/>
                <a:gd name="connsiteY7" fmla="*/ 471224 h 1386823"/>
                <a:gd name="connsiteX8" fmla="*/ 258052 w 398297"/>
                <a:gd name="connsiteY8" fmla="*/ 510493 h 1386823"/>
                <a:gd name="connsiteX9" fmla="*/ 246832 w 398297"/>
                <a:gd name="connsiteY9" fmla="*/ 544152 h 1386823"/>
                <a:gd name="connsiteX10" fmla="*/ 241222 w 398297"/>
                <a:gd name="connsiteY10" fmla="*/ 589030 h 1386823"/>
                <a:gd name="connsiteX11" fmla="*/ 235612 w 398297"/>
                <a:gd name="connsiteY11" fmla="*/ 605860 h 1386823"/>
                <a:gd name="connsiteX12" fmla="*/ 230003 w 398297"/>
                <a:gd name="connsiteY12" fmla="*/ 639519 h 1386823"/>
                <a:gd name="connsiteX13" fmla="*/ 213173 w 398297"/>
                <a:gd name="connsiteY13" fmla="*/ 712446 h 1386823"/>
                <a:gd name="connsiteX14" fmla="*/ 207563 w 398297"/>
                <a:gd name="connsiteY14" fmla="*/ 785374 h 1386823"/>
                <a:gd name="connsiteX15" fmla="*/ 196344 w 398297"/>
                <a:gd name="connsiteY15" fmla="*/ 819033 h 1386823"/>
                <a:gd name="connsiteX16" fmla="*/ 190734 w 398297"/>
                <a:gd name="connsiteY16" fmla="*/ 858302 h 1386823"/>
                <a:gd name="connsiteX17" fmla="*/ 179514 w 398297"/>
                <a:gd name="connsiteY17" fmla="*/ 875131 h 1386823"/>
                <a:gd name="connsiteX18" fmla="*/ 162685 w 398297"/>
                <a:gd name="connsiteY18" fmla="*/ 908790 h 1386823"/>
                <a:gd name="connsiteX19" fmla="*/ 151465 w 398297"/>
                <a:gd name="connsiteY19" fmla="*/ 953669 h 1386823"/>
                <a:gd name="connsiteX20" fmla="*/ 145855 w 398297"/>
                <a:gd name="connsiteY20" fmla="*/ 1009767 h 1386823"/>
                <a:gd name="connsiteX21" fmla="*/ 134636 w 398297"/>
                <a:gd name="connsiteY21" fmla="*/ 1043426 h 1386823"/>
                <a:gd name="connsiteX22" fmla="*/ 129026 w 398297"/>
                <a:gd name="connsiteY22" fmla="*/ 1077084 h 1386823"/>
                <a:gd name="connsiteX23" fmla="*/ 117806 w 398297"/>
                <a:gd name="connsiteY23" fmla="*/ 1110743 h 1386823"/>
                <a:gd name="connsiteX24" fmla="*/ 112197 w 398297"/>
                <a:gd name="connsiteY24" fmla="*/ 1138792 h 1386823"/>
                <a:gd name="connsiteX25" fmla="*/ 100977 w 398297"/>
                <a:gd name="connsiteY25" fmla="*/ 1172451 h 1386823"/>
                <a:gd name="connsiteX26" fmla="*/ 89757 w 398297"/>
                <a:gd name="connsiteY26" fmla="*/ 1222940 h 1386823"/>
                <a:gd name="connsiteX27" fmla="*/ 84147 w 398297"/>
                <a:gd name="connsiteY27" fmla="*/ 1239769 h 1386823"/>
                <a:gd name="connsiteX28" fmla="*/ 72928 w 398297"/>
                <a:gd name="connsiteY28" fmla="*/ 1256599 h 1386823"/>
                <a:gd name="connsiteX29" fmla="*/ 56098 w 398297"/>
                <a:gd name="connsiteY29" fmla="*/ 1290257 h 1386823"/>
                <a:gd name="connsiteX30" fmla="*/ 33659 w 398297"/>
                <a:gd name="connsiteY30" fmla="*/ 1323916 h 1386823"/>
                <a:gd name="connsiteX31" fmla="*/ 11220 w 398297"/>
                <a:gd name="connsiteY31" fmla="*/ 1357575 h 1386823"/>
                <a:gd name="connsiteX32" fmla="*/ 0 w 398297"/>
                <a:gd name="connsiteY32" fmla="*/ 1374405 h 1386823"/>
                <a:gd name="connsiteX33" fmla="*/ 67318 w 398297"/>
                <a:gd name="connsiteY33" fmla="*/ 1380015 h 1386823"/>
                <a:gd name="connsiteX34" fmla="*/ 224393 w 398297"/>
                <a:gd name="connsiteY34" fmla="*/ 1374405 h 1386823"/>
                <a:gd name="connsiteX35" fmla="*/ 325370 w 398297"/>
                <a:gd name="connsiteY35" fmla="*/ 1380015 h 1386823"/>
                <a:gd name="connsiteX36" fmla="*/ 342199 w 398297"/>
                <a:gd name="connsiteY36" fmla="*/ 1385624 h 1386823"/>
                <a:gd name="connsiteX37" fmla="*/ 359028 w 398297"/>
                <a:gd name="connsiteY37" fmla="*/ 1374405 h 1386823"/>
                <a:gd name="connsiteX38" fmla="*/ 370248 w 398297"/>
                <a:gd name="connsiteY38" fmla="*/ 1340746 h 1386823"/>
                <a:gd name="connsiteX39" fmla="*/ 375858 w 398297"/>
                <a:gd name="connsiteY39" fmla="*/ 1323916 h 1386823"/>
                <a:gd name="connsiteX40" fmla="*/ 381468 w 398297"/>
                <a:gd name="connsiteY40" fmla="*/ 1222940 h 1386823"/>
                <a:gd name="connsiteX41" fmla="*/ 387077 w 398297"/>
                <a:gd name="connsiteY41" fmla="*/ 1189281 h 1386823"/>
                <a:gd name="connsiteX42" fmla="*/ 398297 w 398297"/>
                <a:gd name="connsiteY42" fmla="*/ 858302 h 1386823"/>
                <a:gd name="connsiteX43" fmla="*/ 392687 w 398297"/>
                <a:gd name="connsiteY43" fmla="*/ 437565 h 1386823"/>
                <a:gd name="connsiteX44" fmla="*/ 387077 w 398297"/>
                <a:gd name="connsiteY44" fmla="*/ 420736 h 1386823"/>
                <a:gd name="connsiteX45" fmla="*/ 381468 w 398297"/>
                <a:gd name="connsiteY45" fmla="*/ 325369 h 1386823"/>
                <a:gd name="connsiteX46" fmla="*/ 381468 w 398297"/>
                <a:gd name="connsiteY46" fmla="*/ 151465 h 1386823"/>
                <a:gd name="connsiteX47" fmla="*/ 375858 w 398297"/>
                <a:gd name="connsiteY47" fmla="*/ 84147 h 1386823"/>
                <a:gd name="connsiteX48" fmla="*/ 364638 w 398297"/>
                <a:gd name="connsiteY48" fmla="*/ 44878 h 1386823"/>
                <a:gd name="connsiteX49" fmla="*/ 364638 w 398297"/>
                <a:gd name="connsiteY49" fmla="*/ 0 h 138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8297" h="1386823">
                  <a:moveTo>
                    <a:pt x="342199" y="72927"/>
                  </a:moveTo>
                  <a:cubicBezTo>
                    <a:pt x="340329" y="100976"/>
                    <a:pt x="339693" y="129135"/>
                    <a:pt x="336589" y="157075"/>
                  </a:cubicBezTo>
                  <a:cubicBezTo>
                    <a:pt x="334575" y="175201"/>
                    <a:pt x="327728" y="174798"/>
                    <a:pt x="319760" y="190734"/>
                  </a:cubicBezTo>
                  <a:cubicBezTo>
                    <a:pt x="317116" y="196023"/>
                    <a:pt x="316020" y="201953"/>
                    <a:pt x="314150" y="207563"/>
                  </a:cubicBezTo>
                  <a:cubicBezTo>
                    <a:pt x="312280" y="224392"/>
                    <a:pt x="311115" y="241315"/>
                    <a:pt x="308540" y="258051"/>
                  </a:cubicBezTo>
                  <a:cubicBezTo>
                    <a:pt x="306527" y="271135"/>
                    <a:pt x="301510" y="284751"/>
                    <a:pt x="297320" y="297320"/>
                  </a:cubicBezTo>
                  <a:cubicBezTo>
                    <a:pt x="294142" y="316388"/>
                    <a:pt x="286535" y="366496"/>
                    <a:pt x="280491" y="392687"/>
                  </a:cubicBezTo>
                  <a:cubicBezTo>
                    <a:pt x="266907" y="451550"/>
                    <a:pt x="271515" y="420179"/>
                    <a:pt x="263662" y="471224"/>
                  </a:cubicBezTo>
                  <a:cubicBezTo>
                    <a:pt x="261652" y="484293"/>
                    <a:pt x="261025" y="497609"/>
                    <a:pt x="258052" y="510493"/>
                  </a:cubicBezTo>
                  <a:cubicBezTo>
                    <a:pt x="255393" y="522017"/>
                    <a:pt x="246832" y="544152"/>
                    <a:pt x="246832" y="544152"/>
                  </a:cubicBezTo>
                  <a:cubicBezTo>
                    <a:pt x="244962" y="559111"/>
                    <a:pt x="243919" y="574197"/>
                    <a:pt x="241222" y="589030"/>
                  </a:cubicBezTo>
                  <a:cubicBezTo>
                    <a:pt x="240164" y="594848"/>
                    <a:pt x="236895" y="600087"/>
                    <a:pt x="235612" y="605860"/>
                  </a:cubicBezTo>
                  <a:cubicBezTo>
                    <a:pt x="233145" y="616964"/>
                    <a:pt x="232099" y="628339"/>
                    <a:pt x="230003" y="639519"/>
                  </a:cubicBezTo>
                  <a:cubicBezTo>
                    <a:pt x="219393" y="696106"/>
                    <a:pt x="224265" y="679172"/>
                    <a:pt x="213173" y="712446"/>
                  </a:cubicBezTo>
                  <a:cubicBezTo>
                    <a:pt x="211303" y="736755"/>
                    <a:pt x="211365" y="761291"/>
                    <a:pt x="207563" y="785374"/>
                  </a:cubicBezTo>
                  <a:cubicBezTo>
                    <a:pt x="205719" y="797056"/>
                    <a:pt x="196344" y="819033"/>
                    <a:pt x="196344" y="819033"/>
                  </a:cubicBezTo>
                  <a:cubicBezTo>
                    <a:pt x="194474" y="832123"/>
                    <a:pt x="194534" y="845637"/>
                    <a:pt x="190734" y="858302"/>
                  </a:cubicBezTo>
                  <a:cubicBezTo>
                    <a:pt x="188797" y="864760"/>
                    <a:pt x="182529" y="869101"/>
                    <a:pt x="179514" y="875131"/>
                  </a:cubicBezTo>
                  <a:cubicBezTo>
                    <a:pt x="156284" y="921590"/>
                    <a:pt x="194842" y="860553"/>
                    <a:pt x="162685" y="908790"/>
                  </a:cubicBezTo>
                  <a:cubicBezTo>
                    <a:pt x="158945" y="923750"/>
                    <a:pt x="152999" y="938325"/>
                    <a:pt x="151465" y="953669"/>
                  </a:cubicBezTo>
                  <a:cubicBezTo>
                    <a:pt x="149595" y="972368"/>
                    <a:pt x="149318" y="991296"/>
                    <a:pt x="145855" y="1009767"/>
                  </a:cubicBezTo>
                  <a:cubicBezTo>
                    <a:pt x="143676" y="1021391"/>
                    <a:pt x="136580" y="1031760"/>
                    <a:pt x="134636" y="1043426"/>
                  </a:cubicBezTo>
                  <a:cubicBezTo>
                    <a:pt x="132766" y="1054645"/>
                    <a:pt x="131785" y="1066050"/>
                    <a:pt x="129026" y="1077084"/>
                  </a:cubicBezTo>
                  <a:cubicBezTo>
                    <a:pt x="126158" y="1088557"/>
                    <a:pt x="120125" y="1099146"/>
                    <a:pt x="117806" y="1110743"/>
                  </a:cubicBezTo>
                  <a:cubicBezTo>
                    <a:pt x="115936" y="1120093"/>
                    <a:pt x="114706" y="1129593"/>
                    <a:pt x="112197" y="1138792"/>
                  </a:cubicBezTo>
                  <a:cubicBezTo>
                    <a:pt x="109085" y="1150202"/>
                    <a:pt x="103296" y="1160854"/>
                    <a:pt x="100977" y="1172451"/>
                  </a:cubicBezTo>
                  <a:cubicBezTo>
                    <a:pt x="97121" y="1191728"/>
                    <a:pt x="95038" y="1204457"/>
                    <a:pt x="89757" y="1222940"/>
                  </a:cubicBezTo>
                  <a:cubicBezTo>
                    <a:pt x="88132" y="1228626"/>
                    <a:pt x="86791" y="1234480"/>
                    <a:pt x="84147" y="1239769"/>
                  </a:cubicBezTo>
                  <a:cubicBezTo>
                    <a:pt x="81132" y="1245799"/>
                    <a:pt x="75943" y="1250569"/>
                    <a:pt x="72928" y="1256599"/>
                  </a:cubicBezTo>
                  <a:cubicBezTo>
                    <a:pt x="49710" y="1303037"/>
                    <a:pt x="88244" y="1242041"/>
                    <a:pt x="56098" y="1290257"/>
                  </a:cubicBezTo>
                  <a:cubicBezTo>
                    <a:pt x="45371" y="1322444"/>
                    <a:pt x="58172" y="1292400"/>
                    <a:pt x="33659" y="1323916"/>
                  </a:cubicBezTo>
                  <a:cubicBezTo>
                    <a:pt x="25380" y="1334560"/>
                    <a:pt x="18700" y="1346355"/>
                    <a:pt x="11220" y="1357575"/>
                  </a:cubicBezTo>
                  <a:lnTo>
                    <a:pt x="0" y="1374405"/>
                  </a:lnTo>
                  <a:cubicBezTo>
                    <a:pt x="32722" y="1396218"/>
                    <a:pt x="5602" y="1383351"/>
                    <a:pt x="67318" y="1380015"/>
                  </a:cubicBezTo>
                  <a:cubicBezTo>
                    <a:pt x="119633" y="1377187"/>
                    <a:pt x="172035" y="1376275"/>
                    <a:pt x="224393" y="1374405"/>
                  </a:cubicBezTo>
                  <a:cubicBezTo>
                    <a:pt x="258052" y="1376275"/>
                    <a:pt x="291811" y="1376819"/>
                    <a:pt x="325370" y="1380015"/>
                  </a:cubicBezTo>
                  <a:cubicBezTo>
                    <a:pt x="331256" y="1380576"/>
                    <a:pt x="336366" y="1386596"/>
                    <a:pt x="342199" y="1385624"/>
                  </a:cubicBezTo>
                  <a:cubicBezTo>
                    <a:pt x="348849" y="1384516"/>
                    <a:pt x="353418" y="1378145"/>
                    <a:pt x="359028" y="1374405"/>
                  </a:cubicBezTo>
                  <a:lnTo>
                    <a:pt x="370248" y="1340746"/>
                  </a:lnTo>
                  <a:lnTo>
                    <a:pt x="375858" y="1323916"/>
                  </a:lnTo>
                  <a:cubicBezTo>
                    <a:pt x="377728" y="1290257"/>
                    <a:pt x="378669" y="1256534"/>
                    <a:pt x="381468" y="1222940"/>
                  </a:cubicBezTo>
                  <a:cubicBezTo>
                    <a:pt x="382413" y="1211605"/>
                    <a:pt x="386648" y="1200647"/>
                    <a:pt x="387077" y="1189281"/>
                  </a:cubicBezTo>
                  <a:cubicBezTo>
                    <a:pt x="401772" y="799839"/>
                    <a:pt x="383182" y="1039674"/>
                    <a:pt x="398297" y="858302"/>
                  </a:cubicBezTo>
                  <a:cubicBezTo>
                    <a:pt x="396427" y="718056"/>
                    <a:pt x="396282" y="577777"/>
                    <a:pt x="392687" y="437565"/>
                  </a:cubicBezTo>
                  <a:cubicBezTo>
                    <a:pt x="392535" y="431654"/>
                    <a:pt x="387665" y="426620"/>
                    <a:pt x="387077" y="420736"/>
                  </a:cubicBezTo>
                  <a:cubicBezTo>
                    <a:pt x="383909" y="389050"/>
                    <a:pt x="383338" y="357158"/>
                    <a:pt x="381468" y="325369"/>
                  </a:cubicBezTo>
                  <a:cubicBezTo>
                    <a:pt x="391943" y="241561"/>
                    <a:pt x="389083" y="284739"/>
                    <a:pt x="381468" y="151465"/>
                  </a:cubicBezTo>
                  <a:cubicBezTo>
                    <a:pt x="380183" y="128985"/>
                    <a:pt x="378834" y="106467"/>
                    <a:pt x="375858" y="84147"/>
                  </a:cubicBezTo>
                  <a:cubicBezTo>
                    <a:pt x="369365" y="35453"/>
                    <a:pt x="369654" y="105066"/>
                    <a:pt x="364638" y="44878"/>
                  </a:cubicBezTo>
                  <a:cubicBezTo>
                    <a:pt x="363396" y="29970"/>
                    <a:pt x="364638" y="14959"/>
                    <a:pt x="364638" y="0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444DFF1C-B778-4E34-AD93-AE1021D10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4248" y="2355850"/>
              <a:ext cx="1828800" cy="1905000"/>
            </a:xfrm>
            <a:custGeom>
              <a:avLst/>
              <a:gdLst>
                <a:gd name="T0" fmla="*/ 0 w 1152"/>
                <a:gd name="T1" fmla="*/ 0 h 1200"/>
                <a:gd name="T2" fmla="*/ 381000 w 1152"/>
                <a:gd name="T3" fmla="*/ 1371600 h 1200"/>
                <a:gd name="T4" fmla="*/ 990600 w 1152"/>
                <a:gd name="T5" fmla="*/ 1905000 h 1200"/>
                <a:gd name="T6" fmla="*/ 1524000 w 1152"/>
                <a:gd name="T7" fmla="*/ 1371600 h 1200"/>
                <a:gd name="T8" fmla="*/ 1828800 w 1152"/>
                <a:gd name="T9" fmla="*/ 0 h 1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2" h="1200">
                  <a:moveTo>
                    <a:pt x="0" y="0"/>
                  </a:moveTo>
                  <a:cubicBezTo>
                    <a:pt x="68" y="332"/>
                    <a:pt x="136" y="664"/>
                    <a:pt x="240" y="864"/>
                  </a:cubicBezTo>
                  <a:cubicBezTo>
                    <a:pt x="344" y="1064"/>
                    <a:pt x="504" y="1200"/>
                    <a:pt x="624" y="1200"/>
                  </a:cubicBezTo>
                  <a:cubicBezTo>
                    <a:pt x="744" y="1200"/>
                    <a:pt x="872" y="1064"/>
                    <a:pt x="960" y="864"/>
                  </a:cubicBezTo>
                  <a:cubicBezTo>
                    <a:pt x="1048" y="664"/>
                    <a:pt x="1100" y="332"/>
                    <a:pt x="1152" y="0"/>
                  </a:cubicBezTo>
                </a:path>
              </a:pathLst>
            </a:custGeom>
            <a:noFill/>
            <a:ln w="19050" cmpd="sng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BE7A8A7D-A2BA-4B69-AE94-3F412FB49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0258" y="2355850"/>
              <a:ext cx="30727" cy="1484314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4D23B366-5462-450F-804F-89D7B63D0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6435" y="3852863"/>
              <a:ext cx="24114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816387B8-3212-4AA1-B03C-732FAD06E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9049" y="1759992"/>
              <a:ext cx="30727" cy="2808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BF97568D-9078-468D-82B1-7FB8AEC7F22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28085" y="3900488"/>
            <a:ext cx="236538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57" name="Equation" r:id="rId4" imgW="228600" imgH="241200" progId="Equation.DSMT4">
                    <p:embed/>
                  </p:oleObj>
                </mc:Choice>
                <mc:Fallback>
                  <p:oleObj name="Equation" r:id="rId4" imgW="228600" imgH="241200" progId="Equation.DSMT4">
                    <p:embed/>
                    <p:pic>
                      <p:nvPicPr>
                        <p:cNvPr id="7" name="Object 10">
                          <a:extLst>
                            <a:ext uri="{FF2B5EF4-FFF2-40B4-BE49-F238E27FC236}">
                              <a16:creationId xmlns:a16="http://schemas.microsoft.com/office/drawing/2014/main" id="{BF97568D-9078-468D-82B1-7FB8AEC7F2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8085" y="3900488"/>
                          <a:ext cx="236538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1">
              <a:extLst>
                <a:ext uri="{FF2B5EF4-FFF2-40B4-BE49-F238E27FC236}">
                  <a16:creationId xmlns:a16="http://schemas.microsoft.com/office/drawing/2014/main" id="{AFCD0D44-77EE-45A5-B6D3-DFD6D069706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72242" y="2008842"/>
            <a:ext cx="201612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58" name="Equation" r:id="rId6" imgW="190440" imgH="241200" progId="Equation.DSMT4">
                    <p:embed/>
                  </p:oleObj>
                </mc:Choice>
                <mc:Fallback>
                  <p:oleObj name="Equation" r:id="rId6" imgW="190440" imgH="241200" progId="Equation.DSMT4">
                    <p:embed/>
                    <p:pic>
                      <p:nvPicPr>
                        <p:cNvPr id="8" name="Object 11">
                          <a:extLst>
                            <a:ext uri="{FF2B5EF4-FFF2-40B4-BE49-F238E27FC236}">
                              <a16:creationId xmlns:a16="http://schemas.microsoft.com/office/drawing/2014/main" id="{AFCD0D44-77EE-45A5-B6D3-DFD6D06970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2242" y="2008842"/>
                          <a:ext cx="201612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2">
              <a:extLst>
                <a:ext uri="{FF2B5EF4-FFF2-40B4-BE49-F238E27FC236}">
                  <a16:creationId xmlns:a16="http://schemas.microsoft.com/office/drawing/2014/main" id="{1CE9F498-0294-47AB-9009-4A51F5694E7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808467" y="3925093"/>
            <a:ext cx="185738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59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9" name="Object 12">
                          <a:extLst>
                            <a:ext uri="{FF2B5EF4-FFF2-40B4-BE49-F238E27FC236}">
                              <a16:creationId xmlns:a16="http://schemas.microsoft.com/office/drawing/2014/main" id="{1CE9F498-0294-47AB-9009-4A51F5694E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08467" y="3925093"/>
                          <a:ext cx="185738" cy="201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3">
              <a:extLst>
                <a:ext uri="{FF2B5EF4-FFF2-40B4-BE49-F238E27FC236}">
                  <a16:creationId xmlns:a16="http://schemas.microsoft.com/office/drawing/2014/main" id="{96494BAB-88AD-4604-8D9F-FB146C99A2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528333" y="3900488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0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10" name="Object 13">
                          <a:extLst>
                            <a:ext uri="{FF2B5EF4-FFF2-40B4-BE49-F238E27FC236}">
                              <a16:creationId xmlns:a16="http://schemas.microsoft.com/office/drawing/2014/main" id="{96494BAB-88AD-4604-8D9F-FB146C99A2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8333" y="3900488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6">
              <a:extLst>
                <a:ext uri="{FF2B5EF4-FFF2-40B4-BE49-F238E27FC236}">
                  <a16:creationId xmlns:a16="http://schemas.microsoft.com/office/drawing/2014/main" id="{AD864628-5621-45F7-92EA-0F65C2A55D4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466235" y="3871913"/>
            <a:ext cx="249238" cy="334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1" name="Equation" r:id="rId12" imgW="241200" imgH="330120" progId="Equation.DSMT4">
                    <p:embed/>
                  </p:oleObj>
                </mc:Choice>
                <mc:Fallback>
                  <p:oleObj name="Equation" r:id="rId12" imgW="241200" imgH="330120" progId="Equation.DSMT4">
                    <p:embed/>
                    <p:pic>
                      <p:nvPicPr>
                        <p:cNvPr id="11" name="Object 16">
                          <a:extLst>
                            <a:ext uri="{FF2B5EF4-FFF2-40B4-BE49-F238E27FC236}">
                              <a16:creationId xmlns:a16="http://schemas.microsoft.com/office/drawing/2014/main" id="{AD864628-5621-45F7-92EA-0F65C2A55D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6235" y="3871913"/>
                          <a:ext cx="249238" cy="334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DC42536B-38F4-4544-9CAB-BB8F62564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4248" y="2403475"/>
              <a:ext cx="0" cy="14763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3" name="Object 20">
              <a:extLst>
                <a:ext uri="{FF2B5EF4-FFF2-40B4-BE49-F238E27FC236}">
                  <a16:creationId xmlns:a16="http://schemas.microsoft.com/office/drawing/2014/main" id="{12F10F3E-6174-47FB-B372-D4A5CF61B8C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252048" y="3878264"/>
            <a:ext cx="11412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2" name="Equation" r:id="rId14" imgW="114120" imgH="228600" progId="Equation.DSMT4">
                    <p:embed/>
                  </p:oleObj>
                </mc:Choice>
                <mc:Fallback>
                  <p:oleObj name="Equation" r:id="rId14" imgW="114120" imgH="228600" progId="Equation.DSMT4">
                    <p:embed/>
                    <p:pic>
                      <p:nvPicPr>
                        <p:cNvPr id="13" name="Object 20">
                          <a:extLst>
                            <a:ext uri="{FF2B5EF4-FFF2-40B4-BE49-F238E27FC236}">
                              <a16:creationId xmlns:a16="http://schemas.microsoft.com/office/drawing/2014/main" id="{12F10F3E-6174-47FB-B372-D4A5CF61B8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2048" y="3878264"/>
                          <a:ext cx="11412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Group 36">
              <a:extLst>
                <a:ext uri="{FF2B5EF4-FFF2-40B4-BE49-F238E27FC236}">
                  <a16:creationId xmlns:a16="http://schemas.microsoft.com/office/drawing/2014/main" id="{E232DA9E-4D8C-466E-A96E-0D04C0F4E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91666" y="3498850"/>
              <a:ext cx="207963" cy="784225"/>
              <a:chOff x="4879" y="1536"/>
              <a:chExt cx="131" cy="494"/>
            </a:xfrm>
          </p:grpSpPr>
          <p:sp>
            <p:nvSpPr>
              <p:cNvPr id="18" name="Line 37">
                <a:extLst>
                  <a:ext uri="{FF2B5EF4-FFF2-40B4-BE49-F238E27FC236}">
                    <a16:creationId xmlns:a16="http://schemas.microsoft.com/office/drawing/2014/main" id="{48EF3139-ACD9-468A-9A29-26B997D57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1767"/>
                <a:ext cx="0" cy="2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9" name="Object 38">
                <a:extLst>
                  <a:ext uri="{FF2B5EF4-FFF2-40B4-BE49-F238E27FC236}">
                    <a16:creationId xmlns:a16="http://schemas.microsoft.com/office/drawing/2014/main" id="{05F6DE8A-4DDB-4B44-8FCA-9360E4BBD11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879" y="1536"/>
              <a:ext cx="131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663" name="Equation" r:id="rId16" imgW="228600" imgH="279360" progId="Equation.DSMT4">
                      <p:embed/>
                    </p:oleObj>
                  </mc:Choice>
                  <mc:Fallback>
                    <p:oleObj name="Equation" r:id="rId16" imgW="228600" imgH="279360" progId="Equation.DSMT4">
                      <p:embed/>
                      <p:pic>
                        <p:nvPicPr>
                          <p:cNvPr id="19" name="Object 38">
                            <a:extLst>
                              <a:ext uri="{FF2B5EF4-FFF2-40B4-BE49-F238E27FC236}">
                                <a16:creationId xmlns:a16="http://schemas.microsoft.com/office/drawing/2014/main" id="{05F6DE8A-4DDB-4B44-8FCA-9360E4BBD1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9" y="1536"/>
                            <a:ext cx="131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65">
              <a:extLst>
                <a:ext uri="{FF2B5EF4-FFF2-40B4-BE49-F238E27FC236}">
                  <a16:creationId xmlns:a16="http://schemas.microsoft.com/office/drawing/2014/main" id="{1B483D08-8300-4744-846F-5A5FE37E2E1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35960" y="3940175"/>
            <a:ext cx="40005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4" name="Equation" r:id="rId18" imgW="393480" imgH="279360" progId="Equation.DSMT4">
                    <p:embed/>
                  </p:oleObj>
                </mc:Choice>
                <mc:Fallback>
                  <p:oleObj name="Equation" r:id="rId18" imgW="393480" imgH="279360" progId="Equation.DSMT4">
                    <p:embed/>
                    <p:pic>
                      <p:nvPicPr>
                        <p:cNvPr id="20" name="Object 65">
                          <a:extLst>
                            <a:ext uri="{FF2B5EF4-FFF2-40B4-BE49-F238E27FC236}">
                              <a16:creationId xmlns:a16="http://schemas.microsoft.com/office/drawing/2014/main" id="{1B483D08-8300-4744-846F-5A5FE37E2E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5960" y="3940175"/>
                          <a:ext cx="40005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6">
              <a:extLst>
                <a:ext uri="{FF2B5EF4-FFF2-40B4-BE49-F238E27FC236}">
                  <a16:creationId xmlns:a16="http://schemas.microsoft.com/office/drawing/2014/main" id="{E0457981-128A-4CBF-A4A7-5B6668D716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309108" y="3506620"/>
            <a:ext cx="287338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5" name="Equation" r:id="rId20" imgW="279360" imgH="330120" progId="Equation.DSMT4">
                    <p:embed/>
                  </p:oleObj>
                </mc:Choice>
                <mc:Fallback>
                  <p:oleObj name="Equation" r:id="rId20" imgW="279360" imgH="330120" progId="Equation.DSMT4">
                    <p:embed/>
                    <p:pic>
                      <p:nvPicPr>
                        <p:cNvPr id="23" name="Object 26">
                          <a:extLst>
                            <a:ext uri="{FF2B5EF4-FFF2-40B4-BE49-F238E27FC236}">
                              <a16:creationId xmlns:a16="http://schemas.microsoft.com/office/drawing/2014/main" id="{E0457981-128A-4CBF-A4A7-5B6668D716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9108" y="3506620"/>
                          <a:ext cx="287338" cy="334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Rectangle 59">
            <a:extLst>
              <a:ext uri="{FF2B5EF4-FFF2-40B4-BE49-F238E27FC236}">
                <a16:creationId xmlns:a16="http://schemas.microsoft.com/office/drawing/2014/main" id="{670CB9A9-AD99-4429-9E04-7124EC846E4C}"/>
              </a:ext>
            </a:extLst>
          </p:cNvPr>
          <p:cNvSpPr txBox="1">
            <a:spLocks noChangeArrowheads="1"/>
          </p:cNvSpPr>
          <p:nvPr/>
        </p:nvSpPr>
        <p:spPr>
          <a:xfrm>
            <a:off x="1015669" y="211068"/>
            <a:ext cx="685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Text Box 41">
            <a:extLst>
              <a:ext uri="{FF2B5EF4-FFF2-40B4-BE49-F238E27FC236}">
                <a16:creationId xmlns:a16="http://schemas.microsoft.com/office/drawing/2014/main" id="{8FBE0A2B-61F9-42A7-9B53-1BDBA45D7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306" y="195486"/>
            <a:ext cx="274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为何值才能使</a:t>
            </a:r>
          </a:p>
        </p:txBody>
      </p:sp>
      <p:graphicFrame>
        <p:nvGraphicFramePr>
          <p:cNvPr id="27" name="Object 42">
            <a:extLst>
              <a:ext uri="{FF2B5EF4-FFF2-40B4-BE49-F238E27FC236}">
                <a16:creationId xmlns:a16="http://schemas.microsoft.com/office/drawing/2014/main" id="{18ECD19F-9FEF-401E-92BB-DD0729EF79E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88886" y="280531"/>
          <a:ext cx="14160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66" name="Equation" r:id="rId22" imgW="1409400" imgH="342720" progId="Equation.DSMT4">
                  <p:embed/>
                </p:oleObj>
              </mc:Choice>
              <mc:Fallback>
                <p:oleObj name="Equation" r:id="rId22" imgW="1409400" imgH="342720" progId="Equation.DSMT4">
                  <p:embed/>
                  <p:pic>
                    <p:nvPicPr>
                      <p:cNvPr id="27" name="Object 42">
                        <a:extLst>
                          <a:ext uri="{FF2B5EF4-FFF2-40B4-BE49-F238E27FC236}">
                            <a16:creationId xmlns:a16="http://schemas.microsoft.com/office/drawing/2014/main" id="{18ECD19F-9FEF-401E-92BB-DD0729EF7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8886" y="280531"/>
                        <a:ext cx="14160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4">
            <a:extLst>
              <a:ext uri="{FF2B5EF4-FFF2-40B4-BE49-F238E27FC236}">
                <a16:creationId xmlns:a16="http://schemas.microsoft.com/office/drawing/2014/main" id="{A1371DC7-0A50-41B4-BA08-8628DF34F4A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7782" y="726012"/>
          <a:ext cx="48815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67" name="Equation" r:id="rId24" imgW="4876560" imgH="380880" progId="Equation.DSMT4">
                  <p:embed/>
                </p:oleObj>
              </mc:Choice>
              <mc:Fallback>
                <p:oleObj name="Equation" r:id="rId24" imgW="4876560" imgH="380880" progId="Equation.DSMT4">
                  <p:embed/>
                  <p:pic>
                    <p:nvPicPr>
                      <p:cNvPr id="28" name="Object 44">
                        <a:extLst>
                          <a:ext uri="{FF2B5EF4-FFF2-40B4-BE49-F238E27FC236}">
                            <a16:creationId xmlns:a16="http://schemas.microsoft.com/office/drawing/2014/main" id="{A1371DC7-0A50-41B4-BA08-8628DF34F4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782" y="726012"/>
                        <a:ext cx="48815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7">
            <a:extLst>
              <a:ext uri="{FF2B5EF4-FFF2-40B4-BE49-F238E27FC236}">
                <a16:creationId xmlns:a16="http://schemas.microsoft.com/office/drawing/2014/main" id="{C9215406-745D-4045-A468-565F5D549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734" y="165620"/>
            <a:ext cx="3460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轴围成的面积等于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EB8CC80F-35AC-46EA-BE7D-C470E8B3D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343" y="1094701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0146D87-AE9C-4D38-9A13-2A2171B47351}"/>
              </a:ext>
            </a:extLst>
          </p:cNvPr>
          <p:cNvGrpSpPr/>
          <p:nvPr/>
        </p:nvGrpSpPr>
        <p:grpSpPr>
          <a:xfrm>
            <a:off x="1464031" y="1092262"/>
            <a:ext cx="3906278" cy="461665"/>
            <a:chOff x="1574794" y="1325401"/>
            <a:chExt cx="3906278" cy="461665"/>
          </a:xfrm>
        </p:grpSpPr>
        <p:graphicFrame>
          <p:nvGraphicFramePr>
            <p:cNvPr id="31" name="Object 17">
              <a:extLst>
                <a:ext uri="{FF2B5EF4-FFF2-40B4-BE49-F238E27FC236}">
                  <a16:creationId xmlns:a16="http://schemas.microsoft.com/office/drawing/2014/main" id="{0B55C1AC-2B12-433F-96BD-2D7A1252345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74794" y="1392526"/>
            <a:ext cx="1414463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68" name="Equation" r:id="rId26" imgW="1409400" imgH="342720" progId="Equation.DSMT4">
                    <p:embed/>
                  </p:oleObj>
                </mc:Choice>
                <mc:Fallback>
                  <p:oleObj name="Equation" r:id="rId26" imgW="1409400" imgH="342720" progId="Equation.DSMT4">
                    <p:embed/>
                    <p:pic>
                      <p:nvPicPr>
                        <p:cNvPr id="31" name="Object 17">
                          <a:extLst>
                            <a:ext uri="{FF2B5EF4-FFF2-40B4-BE49-F238E27FC236}">
                              <a16:creationId xmlns:a16="http://schemas.microsoft.com/office/drawing/2014/main" id="{0B55C1AC-2B12-433F-96BD-2D7A1252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794" y="1392526"/>
                          <a:ext cx="1414463" cy="349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26945CE7-07CD-478E-BEA3-C16CAD149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50" y="1325401"/>
              <a:ext cx="25676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与 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轴所围面积</a:t>
              </a:r>
            </a:p>
          </p:txBody>
        </p:sp>
      </p:grpSp>
      <p:graphicFrame>
        <p:nvGraphicFramePr>
          <p:cNvPr id="33" name="Object 21">
            <a:extLst>
              <a:ext uri="{FF2B5EF4-FFF2-40B4-BE49-F238E27FC236}">
                <a16:creationId xmlns:a16="http://schemas.microsoft.com/office/drawing/2014/main" id="{39A34258-5EF8-45B6-AE64-A188A21D7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341186"/>
              </p:ext>
            </p:extLst>
          </p:nvPr>
        </p:nvGraphicFramePr>
        <p:xfrm>
          <a:off x="1376363" y="1590675"/>
          <a:ext cx="26209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69" name="Equation" r:id="rId28" imgW="2616120" imgH="672840" progId="Equation.DSMT4">
                  <p:embed/>
                </p:oleObj>
              </mc:Choice>
              <mc:Fallback>
                <p:oleObj name="Equation" r:id="rId28" imgW="2616120" imgH="672840" progId="Equation.DSMT4">
                  <p:embed/>
                  <p:pic>
                    <p:nvPicPr>
                      <p:cNvPr id="33" name="Object 21">
                        <a:extLst>
                          <a:ext uri="{FF2B5EF4-FFF2-40B4-BE49-F238E27FC236}">
                            <a16:creationId xmlns:a16="http://schemas.microsoft.com/office/drawing/2014/main" id="{39A34258-5EF8-45B6-AE64-A188A21D7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1590675"/>
                        <a:ext cx="26209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>
            <a:extLst>
              <a:ext uri="{FF2B5EF4-FFF2-40B4-BE49-F238E27FC236}">
                <a16:creationId xmlns:a16="http://schemas.microsoft.com/office/drawing/2014/main" id="{31D705E4-1BD4-47E2-A880-B8A55BB9EE8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3025" y="2432875"/>
          <a:ext cx="10826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0" name="Equation" r:id="rId30" imgW="1091880" imgH="380880" progId="Equation.DSMT4">
                  <p:embed/>
                </p:oleObj>
              </mc:Choice>
              <mc:Fallback>
                <p:oleObj name="Equation" r:id="rId30" imgW="1091880" imgH="380880" progId="Equation.DSMT4">
                  <p:embed/>
                  <p:pic>
                    <p:nvPicPr>
                      <p:cNvPr id="34" name="Object 23">
                        <a:extLst>
                          <a:ext uri="{FF2B5EF4-FFF2-40B4-BE49-F238E27FC236}">
                            <a16:creationId xmlns:a16="http://schemas.microsoft.com/office/drawing/2014/main" id="{31D705E4-1BD4-47E2-A880-B8A55BB9E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25" y="2432875"/>
                        <a:ext cx="108267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8">
            <a:extLst>
              <a:ext uri="{FF2B5EF4-FFF2-40B4-BE49-F238E27FC236}">
                <a16:creationId xmlns:a16="http://schemas.microsoft.com/office/drawing/2014/main" id="{C2A2D260-1180-433D-998C-37BDD036943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20070" y="2233185"/>
          <a:ext cx="415766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1" name="Equation" r:id="rId32" imgW="4140000" imgH="672840" progId="Equation.DSMT4">
                  <p:embed/>
                </p:oleObj>
              </mc:Choice>
              <mc:Fallback>
                <p:oleObj name="Equation" r:id="rId32" imgW="4140000" imgH="672840" progId="Equation.DSMT4">
                  <p:embed/>
                  <p:pic>
                    <p:nvPicPr>
                      <p:cNvPr id="35" name="Object 28">
                        <a:extLst>
                          <a:ext uri="{FF2B5EF4-FFF2-40B4-BE49-F238E27FC236}">
                            <a16:creationId xmlns:a16="http://schemas.microsoft.com/office/drawing/2014/main" id="{C2A2D260-1180-433D-998C-37BDD03694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070" y="2233185"/>
                        <a:ext cx="415766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9">
            <a:extLst>
              <a:ext uri="{FF2B5EF4-FFF2-40B4-BE49-F238E27FC236}">
                <a16:creationId xmlns:a16="http://schemas.microsoft.com/office/drawing/2014/main" id="{D4F26F7D-CED4-4164-8457-B49BBB9B82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3331" y="3105641"/>
          <a:ext cx="13239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2" name="Equation" r:id="rId34" imgW="1320480" imgH="431640" progId="Equation.DSMT4">
                  <p:embed/>
                </p:oleObj>
              </mc:Choice>
              <mc:Fallback>
                <p:oleObj name="Equation" r:id="rId34" imgW="1320480" imgH="431640" progId="Equation.DSMT4">
                  <p:embed/>
                  <p:pic>
                    <p:nvPicPr>
                      <p:cNvPr id="36" name="Object 29">
                        <a:extLst>
                          <a:ext uri="{FF2B5EF4-FFF2-40B4-BE49-F238E27FC236}">
                            <a16:creationId xmlns:a16="http://schemas.microsoft.com/office/drawing/2014/main" id="{D4F26F7D-CED4-4164-8457-B49BBB9B82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31" y="3105641"/>
                        <a:ext cx="13239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B801E97C-E081-47B2-9BC6-C8080D1440F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27292" y="2952640"/>
          <a:ext cx="21748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3" name="Equation" r:id="rId36" imgW="2171520" imgH="672840" progId="Equation.DSMT4">
                  <p:embed/>
                </p:oleObj>
              </mc:Choice>
              <mc:Fallback>
                <p:oleObj name="Equation" r:id="rId36" imgW="2171520" imgH="672840" progId="Equation.DSMT4">
                  <p:embed/>
                  <p:pic>
                    <p:nvPicPr>
                      <p:cNvPr id="37" name="Object 32">
                        <a:extLst>
                          <a:ext uri="{FF2B5EF4-FFF2-40B4-BE49-F238E27FC236}">
                            <a16:creationId xmlns:a16="http://schemas.microsoft.com/office/drawing/2014/main" id="{B801E97C-E081-47B2-9BC6-C8080D144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292" y="2952640"/>
                        <a:ext cx="21748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4">
            <a:extLst>
              <a:ext uri="{FF2B5EF4-FFF2-40B4-BE49-F238E27FC236}">
                <a16:creationId xmlns:a16="http://schemas.microsoft.com/office/drawing/2014/main" id="{8220A8A4-299D-4356-A77F-D42BB3029F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44190" y="2971068"/>
          <a:ext cx="189706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4" name="Equation" r:id="rId38" imgW="1892160" imgH="672840" progId="Equation.DSMT4">
                  <p:embed/>
                </p:oleObj>
              </mc:Choice>
              <mc:Fallback>
                <p:oleObj name="Equation" r:id="rId38" imgW="1892160" imgH="672840" progId="Equation.DSMT4">
                  <p:embed/>
                  <p:pic>
                    <p:nvPicPr>
                      <p:cNvPr id="38" name="Object 34">
                        <a:extLst>
                          <a:ext uri="{FF2B5EF4-FFF2-40B4-BE49-F238E27FC236}">
                            <a16:creationId xmlns:a16="http://schemas.microsoft.com/office/drawing/2014/main" id="{8220A8A4-299D-4356-A77F-D42BB3029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190" y="2971068"/>
                        <a:ext cx="1897063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027AAA05-416C-4215-AD7F-26041DB148F4}"/>
              </a:ext>
            </a:extLst>
          </p:cNvPr>
          <p:cNvGrpSpPr/>
          <p:nvPr/>
        </p:nvGrpSpPr>
        <p:grpSpPr>
          <a:xfrm>
            <a:off x="-26532" y="3818805"/>
            <a:ext cx="6719213" cy="682625"/>
            <a:chOff x="84232" y="3922527"/>
            <a:chExt cx="6719213" cy="682625"/>
          </a:xfrm>
        </p:grpSpPr>
        <p:sp>
          <p:nvSpPr>
            <p:cNvPr id="39" name="Text Box 35">
              <a:extLst>
                <a:ext uri="{FF2B5EF4-FFF2-40B4-BE49-F238E27FC236}">
                  <a16:creationId xmlns:a16="http://schemas.microsoft.com/office/drawing/2014/main" id="{6FB0936E-EE61-4F80-91BE-E5397C9F0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32" y="4017768"/>
              <a:ext cx="3352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由图形的对称性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,</a:t>
              </a:r>
            </a:p>
          </p:txBody>
        </p:sp>
        <p:graphicFrame>
          <p:nvGraphicFramePr>
            <p:cNvPr id="40" name="Object 39">
              <a:extLst>
                <a:ext uri="{FF2B5EF4-FFF2-40B4-BE49-F238E27FC236}">
                  <a16:creationId xmlns:a16="http://schemas.microsoft.com/office/drawing/2014/main" id="{27E0BFA9-224A-4E53-BD5E-89D168A550C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640589" y="3922527"/>
            <a:ext cx="1768475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75" name="Equation" r:id="rId40" imgW="1765080" imgH="672840" progId="Equation.DSMT4">
                    <p:embed/>
                  </p:oleObj>
                </mc:Choice>
                <mc:Fallback>
                  <p:oleObj name="Equation" r:id="rId40" imgW="1765080" imgH="672840" progId="Equation.DSMT4">
                    <p:embed/>
                    <p:pic>
                      <p:nvPicPr>
                        <p:cNvPr id="40" name="Object 39">
                          <a:extLst>
                            <a:ext uri="{FF2B5EF4-FFF2-40B4-BE49-F238E27FC236}">
                              <a16:creationId xmlns:a16="http://schemas.microsoft.com/office/drawing/2014/main" id="{27E0BFA9-224A-4E53-BD5E-89D168A55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589" y="3922527"/>
                          <a:ext cx="1768475" cy="682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A168C141-91CB-41F6-8B02-9C201BB8E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7445" y="3987261"/>
              <a:ext cx="2286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也合于所求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959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extLst>
              <a:ext uri="{FF2B5EF4-FFF2-40B4-BE49-F238E27FC236}">
                <a16:creationId xmlns:a16="http://schemas.microsoft.com/office/drawing/2014/main" id="{FC46E4FD-BC0C-4454-B072-C274545E9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55526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作业</a:t>
            </a:r>
            <a:r>
              <a:rPr kumimoji="1"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7F6EC09F-EC36-4F7A-8304-45020A14A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324" y="1275606"/>
            <a:ext cx="83251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练习册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第六章 第一节；第二节（求弧长的第四、五题）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BC6B4E80-44F0-4FB1-8FAD-E411F0231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324" y="1906538"/>
            <a:ext cx="82166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课后习题：</a:t>
            </a:r>
            <a:r>
              <a:rPr kumimoji="1" lang="en-US" altLang="zh-CN" sz="2400" b="1" dirty="0">
                <a:latin typeface="+mj-ea"/>
                <a:ea typeface="+mj-ea"/>
              </a:rPr>
              <a:t>P335 </a:t>
            </a:r>
            <a:r>
              <a:rPr kumimoji="1" lang="zh-CN" altLang="en-US" sz="2400" b="1" dirty="0">
                <a:latin typeface="+mj-ea"/>
                <a:ea typeface="+mj-ea"/>
              </a:rPr>
              <a:t>习题</a:t>
            </a:r>
            <a:r>
              <a:rPr kumimoji="1" lang="en-US" altLang="zh-CN" sz="2400" b="1" dirty="0">
                <a:latin typeface="+mj-ea"/>
                <a:ea typeface="+mj-ea"/>
              </a:rPr>
              <a:t>6-2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DE708348-CFC0-4C43-B4B6-A4CD78913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2427734"/>
            <a:ext cx="57606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基础题： </a:t>
            </a:r>
            <a:r>
              <a:rPr kumimoji="1" lang="en-US" altLang="zh-CN" sz="2400" b="1" dirty="0">
                <a:latin typeface="+mn-ea"/>
              </a:rPr>
              <a:t>1—6</a:t>
            </a:r>
            <a:r>
              <a:rPr kumimoji="1" lang="zh-CN" altLang="en-US" sz="2400" b="1" dirty="0">
                <a:latin typeface="+mn-ea"/>
              </a:rPr>
              <a:t>题，</a:t>
            </a:r>
            <a:r>
              <a:rPr kumimoji="1" lang="en-US" altLang="zh-CN" sz="2400" b="1" dirty="0">
                <a:latin typeface="+mn-ea"/>
              </a:rPr>
              <a:t>12</a:t>
            </a:r>
            <a:r>
              <a:rPr kumimoji="1" lang="zh-CN" altLang="en-US" sz="2400" b="1" dirty="0">
                <a:latin typeface="+mn-ea"/>
              </a:rPr>
              <a:t>，</a:t>
            </a:r>
            <a:r>
              <a:rPr kumimoji="1" lang="en-US" altLang="zh-CN" sz="2400" b="1" dirty="0">
                <a:latin typeface="+mn-ea"/>
              </a:rPr>
              <a:t>13</a:t>
            </a:r>
            <a:r>
              <a:rPr kumimoji="1" lang="zh-CN" altLang="en-US" sz="2400" b="1" dirty="0">
                <a:latin typeface="+mn-ea"/>
              </a:rPr>
              <a:t>，</a:t>
            </a:r>
            <a:r>
              <a:rPr kumimoji="1" lang="en-US" altLang="zh-CN" sz="2400" b="1" dirty="0">
                <a:latin typeface="+mn-ea"/>
              </a:rPr>
              <a:t>15</a:t>
            </a:r>
            <a:r>
              <a:rPr kumimoji="1" lang="zh-CN" altLang="en-US" sz="2400" b="1" dirty="0">
                <a:latin typeface="+mn-ea"/>
              </a:rPr>
              <a:t>题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70F2DA1E-3605-4EFE-8181-F9559CB6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039" y="3003798"/>
            <a:ext cx="41622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提高题： </a:t>
            </a:r>
            <a:r>
              <a:rPr kumimoji="1" lang="en-US" altLang="zh-CN" sz="2400" b="1" dirty="0">
                <a:latin typeface="+mn-ea"/>
              </a:rPr>
              <a:t>1—6</a:t>
            </a:r>
            <a:r>
              <a:rPr kumimoji="1" lang="zh-CN" altLang="en-US" sz="2400" b="1" dirty="0">
                <a:latin typeface="+mn-ea"/>
              </a:rPr>
              <a:t>题</a:t>
            </a:r>
            <a:r>
              <a:rPr kumimoji="1" lang="en-US" altLang="zh-CN" sz="2400" b="1" dirty="0">
                <a:latin typeface="+mn-ea"/>
              </a:rPr>
              <a:t>,1,4,6</a:t>
            </a:r>
            <a:r>
              <a:rPr kumimoji="1" lang="zh-CN" altLang="en-US" sz="2400" b="1" dirty="0">
                <a:latin typeface="+mn-ea"/>
              </a:rPr>
              <a:t>题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0391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892</Words>
  <Application>Microsoft Office PowerPoint</Application>
  <PresentationFormat>全屏显示(16:9)</PresentationFormat>
  <Paragraphs>243</Paragraphs>
  <Slides>37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等线</vt:lpstr>
      <vt:lpstr>华文隶书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Microsoft 公式 3.0 中文版</vt:lpstr>
      <vt:lpstr>MathType 6.0 Equation</vt:lpstr>
      <vt:lpstr>MathType 7.0 Equation</vt:lpstr>
      <vt:lpstr>PowerPoint 演示文稿</vt:lpstr>
      <vt:lpstr>PowerPoint 演示文稿</vt:lpstr>
      <vt:lpstr>一、 平面图形的面积</vt:lpstr>
      <vt:lpstr>PowerPoint 演示文稿</vt:lpstr>
      <vt:lpstr>PowerPoint 演示文稿</vt:lpstr>
      <vt:lpstr>PowerPoint 演示文稿</vt:lpstr>
      <vt:lpstr>例1</vt:lpstr>
      <vt:lpstr>PowerPoint 演示文稿</vt:lpstr>
      <vt:lpstr>例2 计算抛物线</vt:lpstr>
      <vt:lpstr>例3</vt:lpstr>
      <vt:lpstr>求椭圆</vt:lpstr>
      <vt:lpstr>求椭圆</vt:lpstr>
      <vt:lpstr>PowerPoint 演示文稿</vt:lpstr>
      <vt:lpstr>PowerPoint 演示文稿</vt:lpstr>
      <vt:lpstr>PowerPoint 演示文稿</vt:lpstr>
      <vt:lpstr>2 极坐标情形</vt:lpstr>
      <vt:lpstr>PowerPoint 演示文稿</vt:lpstr>
      <vt:lpstr>例7</vt:lpstr>
      <vt:lpstr>PowerPoint 演示文稿</vt:lpstr>
      <vt:lpstr>PowerPoint 演示文稿</vt:lpstr>
      <vt:lpstr>例10</vt:lpstr>
      <vt:lpstr>PowerPoint 演示文稿</vt:lpstr>
      <vt:lpstr>PowerPoint 演示文稿</vt:lpstr>
      <vt:lpstr>二、平面曲线的弧长</vt:lpstr>
      <vt:lpstr>1.曲线弧由直角坐标方程给出</vt:lpstr>
      <vt:lpstr>2.曲线弧由参数方程给出</vt:lpstr>
      <vt:lpstr>3.曲线弧由极坐标方程给出</vt:lpstr>
      <vt:lpstr>例1</vt:lpstr>
      <vt:lpstr>例2 </vt:lpstr>
      <vt:lpstr>例3</vt:lpstr>
      <vt:lpstr>例4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882</cp:revision>
  <dcterms:created xsi:type="dcterms:W3CDTF">2018-09-27T06:48:14Z</dcterms:created>
  <dcterms:modified xsi:type="dcterms:W3CDTF">2023-12-10T14:14:46Z</dcterms:modified>
</cp:coreProperties>
</file>