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2"/>
  </p:notesMasterIdLst>
  <p:sldIdLst>
    <p:sldId id="325" r:id="rId2"/>
    <p:sldId id="683" r:id="rId3"/>
    <p:sldId id="315" r:id="rId4"/>
    <p:sldId id="291" r:id="rId5"/>
    <p:sldId id="292" r:id="rId6"/>
    <p:sldId id="321" r:id="rId7"/>
    <p:sldId id="326" r:id="rId8"/>
    <p:sldId id="327" r:id="rId9"/>
    <p:sldId id="333" r:id="rId10"/>
    <p:sldId id="334" r:id="rId11"/>
    <p:sldId id="293" r:id="rId12"/>
    <p:sldId id="318" r:id="rId13"/>
    <p:sldId id="335" r:id="rId14"/>
    <p:sldId id="336" r:id="rId15"/>
    <p:sldId id="344" r:id="rId16"/>
    <p:sldId id="320" r:id="rId17"/>
    <p:sldId id="295" r:id="rId18"/>
    <p:sldId id="684" r:id="rId19"/>
    <p:sldId id="685" r:id="rId20"/>
    <p:sldId id="297" r:id="rId21"/>
    <p:sldId id="298" r:id="rId22"/>
    <p:sldId id="339" r:id="rId23"/>
    <p:sldId id="375" r:id="rId24"/>
    <p:sldId id="300" r:id="rId25"/>
    <p:sldId id="340" r:id="rId26"/>
    <p:sldId id="680" r:id="rId27"/>
    <p:sldId id="681" r:id="rId28"/>
    <p:sldId id="682" r:id="rId29"/>
    <p:sldId id="686" r:id="rId30"/>
    <p:sldId id="687" r:id="rId31"/>
    <p:sldId id="688" r:id="rId32"/>
    <p:sldId id="694" r:id="rId33"/>
    <p:sldId id="690" r:id="rId34"/>
    <p:sldId id="692" r:id="rId35"/>
    <p:sldId id="693" r:id="rId36"/>
    <p:sldId id="698" r:id="rId37"/>
    <p:sldId id="699" r:id="rId38"/>
    <p:sldId id="700" r:id="rId39"/>
    <p:sldId id="701" r:id="rId40"/>
    <p:sldId id="330" r:id="rId41"/>
  </p:sldIdLst>
  <p:sldSz cx="9144000" cy="5143500" type="screen16x9"/>
  <p:notesSz cx="6797675" cy="992822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74" userDrawn="1">
          <p15:clr>
            <a:srgbClr val="A4A3A4"/>
          </p15:clr>
        </p15:guide>
        <p15:guide id="2" pos="147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4FF"/>
    <a:srgbClr val="4234FE"/>
    <a:srgbClr val="0099CC"/>
    <a:srgbClr val="993300"/>
    <a:srgbClr val="F2BFFF"/>
    <a:srgbClr val="FFFFFF"/>
    <a:srgbClr val="660033"/>
    <a:srgbClr val="990000"/>
    <a:srgbClr val="2F42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794" autoAdjust="0"/>
    <p:restoredTop sz="84249" autoAdjust="0"/>
  </p:normalViewPr>
  <p:slideViewPr>
    <p:cSldViewPr>
      <p:cViewPr varScale="1">
        <p:scale>
          <a:sx n="146" d="100"/>
          <a:sy n="146" d="100"/>
        </p:scale>
        <p:origin x="564" y="108"/>
      </p:cViewPr>
      <p:guideLst>
        <p:guide orient="horz" pos="2074"/>
        <p:guide pos="147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6" Type="http://schemas.openxmlformats.org/officeDocument/2006/relationships/image" Target="../media/image6.wmf"/><Relationship Id="rId5" Type="http://schemas.openxmlformats.org/officeDocument/2006/relationships/image" Target="../media/image5.wmf"/><Relationship Id="rId4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13" Type="http://schemas.openxmlformats.org/officeDocument/2006/relationships/image" Target="../media/image19.wmf"/><Relationship Id="rId3" Type="http://schemas.openxmlformats.org/officeDocument/2006/relationships/image" Target="../media/image9.emf"/><Relationship Id="rId7" Type="http://schemas.openxmlformats.org/officeDocument/2006/relationships/image" Target="../media/image13.wmf"/><Relationship Id="rId12" Type="http://schemas.openxmlformats.org/officeDocument/2006/relationships/image" Target="../media/image18.wmf"/><Relationship Id="rId2" Type="http://schemas.openxmlformats.org/officeDocument/2006/relationships/image" Target="../media/image8.emf"/><Relationship Id="rId1" Type="http://schemas.openxmlformats.org/officeDocument/2006/relationships/image" Target="../media/image7.emf"/><Relationship Id="rId6" Type="http://schemas.openxmlformats.org/officeDocument/2006/relationships/image" Target="../media/image12.wmf"/><Relationship Id="rId11" Type="http://schemas.openxmlformats.org/officeDocument/2006/relationships/image" Target="../media/image17.wmf"/><Relationship Id="rId5" Type="http://schemas.openxmlformats.org/officeDocument/2006/relationships/image" Target="../media/image11.emf"/><Relationship Id="rId10" Type="http://schemas.openxmlformats.org/officeDocument/2006/relationships/image" Target="../media/image16.wmf"/><Relationship Id="rId4" Type="http://schemas.openxmlformats.org/officeDocument/2006/relationships/image" Target="../media/image10.emf"/><Relationship Id="rId9" Type="http://schemas.openxmlformats.org/officeDocument/2006/relationships/image" Target="../media/image15.wmf"/><Relationship Id="rId14" Type="http://schemas.openxmlformats.org/officeDocument/2006/relationships/image" Target="../media/image20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8.emf"/><Relationship Id="rId13" Type="http://schemas.openxmlformats.org/officeDocument/2006/relationships/image" Target="../media/image33.wmf"/><Relationship Id="rId18" Type="http://schemas.openxmlformats.org/officeDocument/2006/relationships/image" Target="../media/image37.wmf"/><Relationship Id="rId3" Type="http://schemas.openxmlformats.org/officeDocument/2006/relationships/image" Target="../media/image23.emf"/><Relationship Id="rId7" Type="http://schemas.openxmlformats.org/officeDocument/2006/relationships/image" Target="../media/image27.emf"/><Relationship Id="rId12" Type="http://schemas.openxmlformats.org/officeDocument/2006/relationships/image" Target="../media/image32.wmf"/><Relationship Id="rId17" Type="http://schemas.openxmlformats.org/officeDocument/2006/relationships/image" Target="../media/image36.wmf"/><Relationship Id="rId2" Type="http://schemas.openxmlformats.org/officeDocument/2006/relationships/image" Target="../media/image22.emf"/><Relationship Id="rId16" Type="http://schemas.openxmlformats.org/officeDocument/2006/relationships/image" Target="../media/image35.wmf"/><Relationship Id="rId1" Type="http://schemas.openxmlformats.org/officeDocument/2006/relationships/image" Target="../media/image21.emf"/><Relationship Id="rId6" Type="http://schemas.openxmlformats.org/officeDocument/2006/relationships/image" Target="../media/image26.emf"/><Relationship Id="rId11" Type="http://schemas.openxmlformats.org/officeDocument/2006/relationships/image" Target="../media/image31.wmf"/><Relationship Id="rId5" Type="http://schemas.openxmlformats.org/officeDocument/2006/relationships/image" Target="../media/image25.emf"/><Relationship Id="rId15" Type="http://schemas.openxmlformats.org/officeDocument/2006/relationships/image" Target="../media/image19.wmf"/><Relationship Id="rId10" Type="http://schemas.openxmlformats.org/officeDocument/2006/relationships/image" Target="../media/image30.wmf"/><Relationship Id="rId4" Type="http://schemas.openxmlformats.org/officeDocument/2006/relationships/image" Target="../media/image24.emf"/><Relationship Id="rId9" Type="http://schemas.openxmlformats.org/officeDocument/2006/relationships/image" Target="../media/image29.emf"/><Relationship Id="rId14" Type="http://schemas.openxmlformats.org/officeDocument/2006/relationships/image" Target="../media/image34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8.emf"/><Relationship Id="rId13" Type="http://schemas.openxmlformats.org/officeDocument/2006/relationships/image" Target="../media/image41.wmf"/><Relationship Id="rId3" Type="http://schemas.openxmlformats.org/officeDocument/2006/relationships/image" Target="../media/image23.emf"/><Relationship Id="rId7" Type="http://schemas.openxmlformats.org/officeDocument/2006/relationships/image" Target="../media/image27.emf"/><Relationship Id="rId12" Type="http://schemas.openxmlformats.org/officeDocument/2006/relationships/image" Target="../media/image40.wmf"/><Relationship Id="rId2" Type="http://schemas.openxmlformats.org/officeDocument/2006/relationships/image" Target="../media/image22.emf"/><Relationship Id="rId16" Type="http://schemas.openxmlformats.org/officeDocument/2006/relationships/image" Target="../media/image44.wmf"/><Relationship Id="rId1" Type="http://schemas.openxmlformats.org/officeDocument/2006/relationships/image" Target="../media/image21.emf"/><Relationship Id="rId6" Type="http://schemas.openxmlformats.org/officeDocument/2006/relationships/image" Target="../media/image26.emf"/><Relationship Id="rId11" Type="http://schemas.openxmlformats.org/officeDocument/2006/relationships/image" Target="../media/image39.wmf"/><Relationship Id="rId5" Type="http://schemas.openxmlformats.org/officeDocument/2006/relationships/image" Target="../media/image25.emf"/><Relationship Id="rId15" Type="http://schemas.openxmlformats.org/officeDocument/2006/relationships/image" Target="../media/image43.wmf"/><Relationship Id="rId10" Type="http://schemas.openxmlformats.org/officeDocument/2006/relationships/image" Target="../media/image38.wmf"/><Relationship Id="rId4" Type="http://schemas.openxmlformats.org/officeDocument/2006/relationships/image" Target="../media/image24.emf"/><Relationship Id="rId9" Type="http://schemas.openxmlformats.org/officeDocument/2006/relationships/image" Target="../media/image29.emf"/><Relationship Id="rId14" Type="http://schemas.openxmlformats.org/officeDocument/2006/relationships/image" Target="../media/image42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52.wmf"/><Relationship Id="rId13" Type="http://schemas.openxmlformats.org/officeDocument/2006/relationships/image" Target="../media/image57.wmf"/><Relationship Id="rId3" Type="http://schemas.openxmlformats.org/officeDocument/2006/relationships/image" Target="../media/image47.wmf"/><Relationship Id="rId7" Type="http://schemas.openxmlformats.org/officeDocument/2006/relationships/image" Target="../media/image51.wmf"/><Relationship Id="rId12" Type="http://schemas.openxmlformats.org/officeDocument/2006/relationships/image" Target="../media/image56.wmf"/><Relationship Id="rId2" Type="http://schemas.openxmlformats.org/officeDocument/2006/relationships/image" Target="../media/image46.wmf"/><Relationship Id="rId1" Type="http://schemas.openxmlformats.org/officeDocument/2006/relationships/image" Target="../media/image45.wmf"/><Relationship Id="rId6" Type="http://schemas.openxmlformats.org/officeDocument/2006/relationships/image" Target="../media/image50.wmf"/><Relationship Id="rId11" Type="http://schemas.openxmlformats.org/officeDocument/2006/relationships/image" Target="../media/image55.wmf"/><Relationship Id="rId5" Type="http://schemas.openxmlformats.org/officeDocument/2006/relationships/image" Target="../media/image49.wmf"/><Relationship Id="rId10" Type="http://schemas.openxmlformats.org/officeDocument/2006/relationships/image" Target="../media/image54.wmf"/><Relationship Id="rId4" Type="http://schemas.openxmlformats.org/officeDocument/2006/relationships/image" Target="../media/image48.wmf"/><Relationship Id="rId9" Type="http://schemas.openxmlformats.org/officeDocument/2006/relationships/image" Target="../media/image53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60.wmf"/><Relationship Id="rId13" Type="http://schemas.openxmlformats.org/officeDocument/2006/relationships/image" Target="../media/image65.wmf"/><Relationship Id="rId3" Type="http://schemas.openxmlformats.org/officeDocument/2006/relationships/image" Target="../media/image55.wmf"/><Relationship Id="rId7" Type="http://schemas.openxmlformats.org/officeDocument/2006/relationships/image" Target="../media/image59.wmf"/><Relationship Id="rId12" Type="http://schemas.openxmlformats.org/officeDocument/2006/relationships/image" Target="../media/image64.wmf"/><Relationship Id="rId2" Type="http://schemas.openxmlformats.org/officeDocument/2006/relationships/image" Target="../media/image54.wmf"/><Relationship Id="rId1" Type="http://schemas.openxmlformats.org/officeDocument/2006/relationships/image" Target="../media/image53.wmf"/><Relationship Id="rId6" Type="http://schemas.openxmlformats.org/officeDocument/2006/relationships/image" Target="../media/image58.wmf"/><Relationship Id="rId11" Type="http://schemas.openxmlformats.org/officeDocument/2006/relationships/image" Target="../media/image63.wmf"/><Relationship Id="rId5" Type="http://schemas.openxmlformats.org/officeDocument/2006/relationships/image" Target="../media/image57.wmf"/><Relationship Id="rId10" Type="http://schemas.openxmlformats.org/officeDocument/2006/relationships/image" Target="../media/image62.wmf"/><Relationship Id="rId4" Type="http://schemas.openxmlformats.org/officeDocument/2006/relationships/image" Target="../media/image56.wmf"/><Relationship Id="rId9" Type="http://schemas.openxmlformats.org/officeDocument/2006/relationships/image" Target="../media/image61.wmf"/><Relationship Id="rId14" Type="http://schemas.openxmlformats.org/officeDocument/2006/relationships/image" Target="../media/image66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69.wmf"/><Relationship Id="rId3" Type="http://schemas.openxmlformats.org/officeDocument/2006/relationships/image" Target="../media/image55.wmf"/><Relationship Id="rId7" Type="http://schemas.openxmlformats.org/officeDocument/2006/relationships/image" Target="../media/image68.wmf"/><Relationship Id="rId12" Type="http://schemas.openxmlformats.org/officeDocument/2006/relationships/image" Target="../media/image73.wmf"/><Relationship Id="rId2" Type="http://schemas.openxmlformats.org/officeDocument/2006/relationships/image" Target="../media/image54.wmf"/><Relationship Id="rId1" Type="http://schemas.openxmlformats.org/officeDocument/2006/relationships/image" Target="../media/image53.wmf"/><Relationship Id="rId6" Type="http://schemas.openxmlformats.org/officeDocument/2006/relationships/image" Target="../media/image67.wmf"/><Relationship Id="rId11" Type="http://schemas.openxmlformats.org/officeDocument/2006/relationships/image" Target="../media/image72.wmf"/><Relationship Id="rId5" Type="http://schemas.openxmlformats.org/officeDocument/2006/relationships/image" Target="../media/image57.wmf"/><Relationship Id="rId10" Type="http://schemas.openxmlformats.org/officeDocument/2006/relationships/image" Target="../media/image71.wmf"/><Relationship Id="rId4" Type="http://schemas.openxmlformats.org/officeDocument/2006/relationships/image" Target="../media/image56.wmf"/><Relationship Id="rId9" Type="http://schemas.openxmlformats.org/officeDocument/2006/relationships/image" Target="../media/image70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54.wmf"/><Relationship Id="rId3" Type="http://schemas.openxmlformats.org/officeDocument/2006/relationships/image" Target="../media/image76.wmf"/><Relationship Id="rId7" Type="http://schemas.openxmlformats.org/officeDocument/2006/relationships/image" Target="../media/image53.wmf"/><Relationship Id="rId2" Type="http://schemas.openxmlformats.org/officeDocument/2006/relationships/image" Target="../media/image75.wmf"/><Relationship Id="rId1" Type="http://schemas.openxmlformats.org/officeDocument/2006/relationships/image" Target="../media/image74.wmf"/><Relationship Id="rId6" Type="http://schemas.openxmlformats.org/officeDocument/2006/relationships/image" Target="../media/image79.wmf"/><Relationship Id="rId11" Type="http://schemas.openxmlformats.org/officeDocument/2006/relationships/image" Target="../media/image57.wmf"/><Relationship Id="rId5" Type="http://schemas.openxmlformats.org/officeDocument/2006/relationships/image" Target="../media/image78.wmf"/><Relationship Id="rId10" Type="http://schemas.openxmlformats.org/officeDocument/2006/relationships/image" Target="../media/image56.wmf"/><Relationship Id="rId4" Type="http://schemas.openxmlformats.org/officeDocument/2006/relationships/image" Target="../media/image77.wmf"/><Relationship Id="rId9" Type="http://schemas.openxmlformats.org/officeDocument/2006/relationships/image" Target="../media/image55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87.wmf"/><Relationship Id="rId13" Type="http://schemas.openxmlformats.org/officeDocument/2006/relationships/image" Target="../media/image92.wmf"/><Relationship Id="rId3" Type="http://schemas.openxmlformats.org/officeDocument/2006/relationships/image" Target="../media/image82.wmf"/><Relationship Id="rId7" Type="http://schemas.openxmlformats.org/officeDocument/2006/relationships/image" Target="../media/image86.wmf"/><Relationship Id="rId12" Type="http://schemas.openxmlformats.org/officeDocument/2006/relationships/image" Target="../media/image91.wmf"/><Relationship Id="rId17" Type="http://schemas.openxmlformats.org/officeDocument/2006/relationships/image" Target="../media/image96.wmf"/><Relationship Id="rId2" Type="http://schemas.openxmlformats.org/officeDocument/2006/relationships/image" Target="../media/image81.wmf"/><Relationship Id="rId16" Type="http://schemas.openxmlformats.org/officeDocument/2006/relationships/image" Target="../media/image95.wmf"/><Relationship Id="rId1" Type="http://schemas.openxmlformats.org/officeDocument/2006/relationships/image" Target="../media/image80.wmf"/><Relationship Id="rId6" Type="http://schemas.openxmlformats.org/officeDocument/2006/relationships/image" Target="../media/image85.wmf"/><Relationship Id="rId11" Type="http://schemas.openxmlformats.org/officeDocument/2006/relationships/image" Target="../media/image90.wmf"/><Relationship Id="rId5" Type="http://schemas.openxmlformats.org/officeDocument/2006/relationships/image" Target="../media/image84.wmf"/><Relationship Id="rId15" Type="http://schemas.openxmlformats.org/officeDocument/2006/relationships/image" Target="../media/image94.wmf"/><Relationship Id="rId10" Type="http://schemas.openxmlformats.org/officeDocument/2006/relationships/image" Target="../media/image89.wmf"/><Relationship Id="rId4" Type="http://schemas.openxmlformats.org/officeDocument/2006/relationships/image" Target="../media/image83.wmf"/><Relationship Id="rId9" Type="http://schemas.openxmlformats.org/officeDocument/2006/relationships/image" Target="../media/image88.wmf"/><Relationship Id="rId14" Type="http://schemas.openxmlformats.org/officeDocument/2006/relationships/image" Target="../media/image93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wmf"/><Relationship Id="rId13" Type="http://schemas.openxmlformats.org/officeDocument/2006/relationships/image" Target="../media/image108.wmf"/><Relationship Id="rId3" Type="http://schemas.openxmlformats.org/officeDocument/2006/relationships/image" Target="../media/image85.wmf"/><Relationship Id="rId7" Type="http://schemas.openxmlformats.org/officeDocument/2006/relationships/image" Target="../media/image102.wmf"/><Relationship Id="rId12" Type="http://schemas.openxmlformats.org/officeDocument/2006/relationships/image" Target="../media/image107.wmf"/><Relationship Id="rId2" Type="http://schemas.openxmlformats.org/officeDocument/2006/relationships/image" Target="../media/image98.wmf"/><Relationship Id="rId1" Type="http://schemas.openxmlformats.org/officeDocument/2006/relationships/image" Target="../media/image97.wmf"/><Relationship Id="rId6" Type="http://schemas.openxmlformats.org/officeDocument/2006/relationships/image" Target="../media/image101.wmf"/><Relationship Id="rId11" Type="http://schemas.openxmlformats.org/officeDocument/2006/relationships/image" Target="../media/image106.wmf"/><Relationship Id="rId5" Type="http://schemas.openxmlformats.org/officeDocument/2006/relationships/image" Target="../media/image100.wmf"/><Relationship Id="rId10" Type="http://schemas.openxmlformats.org/officeDocument/2006/relationships/image" Target="../media/image105.wmf"/><Relationship Id="rId4" Type="http://schemas.openxmlformats.org/officeDocument/2006/relationships/image" Target="../media/image99.wmf"/><Relationship Id="rId9" Type="http://schemas.openxmlformats.org/officeDocument/2006/relationships/image" Target="../media/image104.w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6.wmf"/><Relationship Id="rId13" Type="http://schemas.openxmlformats.org/officeDocument/2006/relationships/image" Target="../media/image121.wmf"/><Relationship Id="rId3" Type="http://schemas.openxmlformats.org/officeDocument/2006/relationships/image" Target="../media/image111.wmf"/><Relationship Id="rId7" Type="http://schemas.openxmlformats.org/officeDocument/2006/relationships/image" Target="../media/image115.wmf"/><Relationship Id="rId12" Type="http://schemas.openxmlformats.org/officeDocument/2006/relationships/image" Target="../media/image120.wmf"/><Relationship Id="rId2" Type="http://schemas.openxmlformats.org/officeDocument/2006/relationships/image" Target="../media/image110.wmf"/><Relationship Id="rId1" Type="http://schemas.openxmlformats.org/officeDocument/2006/relationships/image" Target="../media/image109.wmf"/><Relationship Id="rId6" Type="http://schemas.openxmlformats.org/officeDocument/2006/relationships/image" Target="../media/image114.wmf"/><Relationship Id="rId11" Type="http://schemas.openxmlformats.org/officeDocument/2006/relationships/image" Target="../media/image119.wmf"/><Relationship Id="rId5" Type="http://schemas.openxmlformats.org/officeDocument/2006/relationships/image" Target="../media/image113.wmf"/><Relationship Id="rId10" Type="http://schemas.openxmlformats.org/officeDocument/2006/relationships/image" Target="../media/image118.wmf"/><Relationship Id="rId4" Type="http://schemas.openxmlformats.org/officeDocument/2006/relationships/image" Target="../media/image112.wmf"/><Relationship Id="rId9" Type="http://schemas.openxmlformats.org/officeDocument/2006/relationships/image" Target="../media/image117.w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wmf"/><Relationship Id="rId13" Type="http://schemas.openxmlformats.org/officeDocument/2006/relationships/image" Target="../media/image128.wmf"/><Relationship Id="rId3" Type="http://schemas.openxmlformats.org/officeDocument/2006/relationships/image" Target="../media/image116.wmf"/><Relationship Id="rId7" Type="http://schemas.openxmlformats.org/officeDocument/2006/relationships/image" Target="../media/image120.wmf"/><Relationship Id="rId12" Type="http://schemas.openxmlformats.org/officeDocument/2006/relationships/image" Target="../media/image127.wmf"/><Relationship Id="rId2" Type="http://schemas.openxmlformats.org/officeDocument/2006/relationships/image" Target="../media/image115.wmf"/><Relationship Id="rId1" Type="http://schemas.openxmlformats.org/officeDocument/2006/relationships/image" Target="../media/image122.wmf"/><Relationship Id="rId6" Type="http://schemas.openxmlformats.org/officeDocument/2006/relationships/image" Target="../media/image123.wmf"/><Relationship Id="rId11" Type="http://schemas.openxmlformats.org/officeDocument/2006/relationships/image" Target="../media/image126.wmf"/><Relationship Id="rId5" Type="http://schemas.openxmlformats.org/officeDocument/2006/relationships/image" Target="../media/image118.wmf"/><Relationship Id="rId10" Type="http://schemas.openxmlformats.org/officeDocument/2006/relationships/image" Target="../media/image125.wmf"/><Relationship Id="rId4" Type="http://schemas.openxmlformats.org/officeDocument/2006/relationships/image" Target="../media/image117.wmf"/><Relationship Id="rId9" Type="http://schemas.openxmlformats.org/officeDocument/2006/relationships/image" Target="../media/image124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wmf"/><Relationship Id="rId2" Type="http://schemas.openxmlformats.org/officeDocument/2006/relationships/image" Target="../media/image130.emf"/><Relationship Id="rId1" Type="http://schemas.openxmlformats.org/officeDocument/2006/relationships/image" Target="../media/image129.wmf"/><Relationship Id="rId6" Type="http://schemas.openxmlformats.org/officeDocument/2006/relationships/image" Target="../media/image134.wmf"/><Relationship Id="rId5" Type="http://schemas.openxmlformats.org/officeDocument/2006/relationships/image" Target="../media/image133.wmf"/><Relationship Id="rId4" Type="http://schemas.openxmlformats.org/officeDocument/2006/relationships/image" Target="../media/image132.e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1.wmf"/><Relationship Id="rId3" Type="http://schemas.openxmlformats.org/officeDocument/2006/relationships/image" Target="../media/image136.wmf"/><Relationship Id="rId7" Type="http://schemas.openxmlformats.org/officeDocument/2006/relationships/image" Target="../media/image140.wmf"/><Relationship Id="rId12" Type="http://schemas.openxmlformats.org/officeDocument/2006/relationships/image" Target="../media/image145.wmf"/><Relationship Id="rId2" Type="http://schemas.openxmlformats.org/officeDocument/2006/relationships/image" Target="../media/image85.wmf"/><Relationship Id="rId1" Type="http://schemas.openxmlformats.org/officeDocument/2006/relationships/image" Target="../media/image135.wmf"/><Relationship Id="rId6" Type="http://schemas.openxmlformats.org/officeDocument/2006/relationships/image" Target="../media/image139.wmf"/><Relationship Id="rId11" Type="http://schemas.openxmlformats.org/officeDocument/2006/relationships/image" Target="../media/image144.wmf"/><Relationship Id="rId5" Type="http://schemas.openxmlformats.org/officeDocument/2006/relationships/image" Target="../media/image138.wmf"/><Relationship Id="rId10" Type="http://schemas.openxmlformats.org/officeDocument/2006/relationships/image" Target="../media/image143.wmf"/><Relationship Id="rId4" Type="http://schemas.openxmlformats.org/officeDocument/2006/relationships/image" Target="../media/image137.wmf"/><Relationship Id="rId9" Type="http://schemas.openxmlformats.org/officeDocument/2006/relationships/image" Target="../media/image142.wmf"/></Relationships>
</file>

<file path=ppt/drawings/_rels/vmlDrawing1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3.emf"/><Relationship Id="rId13" Type="http://schemas.openxmlformats.org/officeDocument/2006/relationships/image" Target="../media/image158.wmf"/><Relationship Id="rId3" Type="http://schemas.openxmlformats.org/officeDocument/2006/relationships/image" Target="../media/image148.wmf"/><Relationship Id="rId7" Type="http://schemas.openxmlformats.org/officeDocument/2006/relationships/image" Target="../media/image152.emf"/><Relationship Id="rId12" Type="http://schemas.openxmlformats.org/officeDocument/2006/relationships/image" Target="../media/image157.wmf"/><Relationship Id="rId17" Type="http://schemas.openxmlformats.org/officeDocument/2006/relationships/image" Target="../media/image162.wmf"/><Relationship Id="rId2" Type="http://schemas.openxmlformats.org/officeDocument/2006/relationships/image" Target="../media/image147.wmf"/><Relationship Id="rId16" Type="http://schemas.openxmlformats.org/officeDocument/2006/relationships/image" Target="../media/image161.wmf"/><Relationship Id="rId1" Type="http://schemas.openxmlformats.org/officeDocument/2006/relationships/image" Target="../media/image146.wmf"/><Relationship Id="rId6" Type="http://schemas.openxmlformats.org/officeDocument/2006/relationships/image" Target="../media/image151.emf"/><Relationship Id="rId11" Type="http://schemas.openxmlformats.org/officeDocument/2006/relationships/image" Target="../media/image156.wmf"/><Relationship Id="rId5" Type="http://schemas.openxmlformats.org/officeDocument/2006/relationships/image" Target="../media/image150.emf"/><Relationship Id="rId15" Type="http://schemas.openxmlformats.org/officeDocument/2006/relationships/image" Target="../media/image160.wmf"/><Relationship Id="rId10" Type="http://schemas.openxmlformats.org/officeDocument/2006/relationships/image" Target="../media/image155.wmf"/><Relationship Id="rId4" Type="http://schemas.openxmlformats.org/officeDocument/2006/relationships/image" Target="../media/image149.emf"/><Relationship Id="rId9" Type="http://schemas.openxmlformats.org/officeDocument/2006/relationships/image" Target="../media/image154.emf"/><Relationship Id="rId14" Type="http://schemas.openxmlformats.org/officeDocument/2006/relationships/image" Target="../media/image159.wmf"/></Relationships>
</file>

<file path=ppt/drawings/_rels/vmlDrawing1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0.wmf"/><Relationship Id="rId13" Type="http://schemas.openxmlformats.org/officeDocument/2006/relationships/image" Target="../media/image175.wmf"/><Relationship Id="rId18" Type="http://schemas.openxmlformats.org/officeDocument/2006/relationships/image" Target="../media/image180.wmf"/><Relationship Id="rId3" Type="http://schemas.openxmlformats.org/officeDocument/2006/relationships/image" Target="../media/image165.wmf"/><Relationship Id="rId7" Type="http://schemas.openxmlformats.org/officeDocument/2006/relationships/image" Target="../media/image169.wmf"/><Relationship Id="rId12" Type="http://schemas.openxmlformats.org/officeDocument/2006/relationships/image" Target="../media/image174.wmf"/><Relationship Id="rId17" Type="http://schemas.openxmlformats.org/officeDocument/2006/relationships/image" Target="../media/image179.wmf"/><Relationship Id="rId2" Type="http://schemas.openxmlformats.org/officeDocument/2006/relationships/image" Target="../media/image164.wmf"/><Relationship Id="rId16" Type="http://schemas.openxmlformats.org/officeDocument/2006/relationships/image" Target="../media/image178.wmf"/><Relationship Id="rId20" Type="http://schemas.openxmlformats.org/officeDocument/2006/relationships/image" Target="../media/image182.wmf"/><Relationship Id="rId1" Type="http://schemas.openxmlformats.org/officeDocument/2006/relationships/image" Target="../media/image163.wmf"/><Relationship Id="rId6" Type="http://schemas.openxmlformats.org/officeDocument/2006/relationships/image" Target="../media/image168.wmf"/><Relationship Id="rId11" Type="http://schemas.openxmlformats.org/officeDocument/2006/relationships/image" Target="../media/image173.wmf"/><Relationship Id="rId5" Type="http://schemas.openxmlformats.org/officeDocument/2006/relationships/image" Target="../media/image167.wmf"/><Relationship Id="rId15" Type="http://schemas.openxmlformats.org/officeDocument/2006/relationships/image" Target="../media/image177.wmf"/><Relationship Id="rId10" Type="http://schemas.openxmlformats.org/officeDocument/2006/relationships/image" Target="../media/image172.wmf"/><Relationship Id="rId19" Type="http://schemas.openxmlformats.org/officeDocument/2006/relationships/image" Target="../media/image181.wmf"/><Relationship Id="rId4" Type="http://schemas.openxmlformats.org/officeDocument/2006/relationships/image" Target="../media/image166.wmf"/><Relationship Id="rId9" Type="http://schemas.openxmlformats.org/officeDocument/2006/relationships/image" Target="../media/image171.wmf"/><Relationship Id="rId14" Type="http://schemas.openxmlformats.org/officeDocument/2006/relationships/image" Target="../media/image176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5.wmf"/><Relationship Id="rId2" Type="http://schemas.openxmlformats.org/officeDocument/2006/relationships/image" Target="../media/image184.wmf"/><Relationship Id="rId1" Type="http://schemas.openxmlformats.org/officeDocument/2006/relationships/image" Target="../media/image183.wmf"/><Relationship Id="rId6" Type="http://schemas.openxmlformats.org/officeDocument/2006/relationships/image" Target="../media/image188.wmf"/><Relationship Id="rId5" Type="http://schemas.openxmlformats.org/officeDocument/2006/relationships/image" Target="../media/image187.wmf"/><Relationship Id="rId4" Type="http://schemas.openxmlformats.org/officeDocument/2006/relationships/image" Target="../media/image186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1.emf"/><Relationship Id="rId2" Type="http://schemas.openxmlformats.org/officeDocument/2006/relationships/image" Target="../media/image190.emf"/><Relationship Id="rId1" Type="http://schemas.openxmlformats.org/officeDocument/2006/relationships/image" Target="../media/image189.wmf"/><Relationship Id="rId6" Type="http://schemas.openxmlformats.org/officeDocument/2006/relationships/image" Target="../media/image194.wmf"/><Relationship Id="rId5" Type="http://schemas.openxmlformats.org/officeDocument/2006/relationships/image" Target="../media/image193.wmf"/><Relationship Id="rId4" Type="http://schemas.openxmlformats.org/officeDocument/2006/relationships/image" Target="../media/image192.emf"/></Relationships>
</file>

<file path=ppt/drawings/_rels/vmlDrawing19.vml.rels><?xml version="1.0" encoding="UTF-8" standalone="yes"?>
<Relationships xmlns="http://schemas.openxmlformats.org/package/2006/relationships"><Relationship Id="rId8" Type="http://schemas.openxmlformats.org/officeDocument/2006/relationships/image" Target="../media/image202.emf"/><Relationship Id="rId13" Type="http://schemas.openxmlformats.org/officeDocument/2006/relationships/image" Target="../media/image207.emf"/><Relationship Id="rId18" Type="http://schemas.openxmlformats.org/officeDocument/2006/relationships/image" Target="../media/image212.wmf"/><Relationship Id="rId3" Type="http://schemas.openxmlformats.org/officeDocument/2006/relationships/image" Target="../media/image197.emf"/><Relationship Id="rId21" Type="http://schemas.openxmlformats.org/officeDocument/2006/relationships/image" Target="../media/image215.wmf"/><Relationship Id="rId7" Type="http://schemas.openxmlformats.org/officeDocument/2006/relationships/image" Target="../media/image201.emf"/><Relationship Id="rId12" Type="http://schemas.openxmlformats.org/officeDocument/2006/relationships/image" Target="../media/image206.emf"/><Relationship Id="rId17" Type="http://schemas.openxmlformats.org/officeDocument/2006/relationships/image" Target="../media/image211.wmf"/><Relationship Id="rId2" Type="http://schemas.openxmlformats.org/officeDocument/2006/relationships/image" Target="../media/image196.emf"/><Relationship Id="rId16" Type="http://schemas.openxmlformats.org/officeDocument/2006/relationships/image" Target="../media/image210.wmf"/><Relationship Id="rId20" Type="http://schemas.openxmlformats.org/officeDocument/2006/relationships/image" Target="../media/image214.wmf"/><Relationship Id="rId1" Type="http://schemas.openxmlformats.org/officeDocument/2006/relationships/image" Target="../media/image195.emf"/><Relationship Id="rId6" Type="http://schemas.openxmlformats.org/officeDocument/2006/relationships/image" Target="../media/image200.emf"/><Relationship Id="rId11" Type="http://schemas.openxmlformats.org/officeDocument/2006/relationships/image" Target="../media/image205.wmf"/><Relationship Id="rId5" Type="http://schemas.openxmlformats.org/officeDocument/2006/relationships/image" Target="../media/image199.emf"/><Relationship Id="rId15" Type="http://schemas.openxmlformats.org/officeDocument/2006/relationships/image" Target="../media/image209.wmf"/><Relationship Id="rId23" Type="http://schemas.openxmlformats.org/officeDocument/2006/relationships/image" Target="../media/image217.wmf"/><Relationship Id="rId10" Type="http://schemas.openxmlformats.org/officeDocument/2006/relationships/image" Target="../media/image204.emf"/><Relationship Id="rId19" Type="http://schemas.openxmlformats.org/officeDocument/2006/relationships/image" Target="../media/image213.wmf"/><Relationship Id="rId4" Type="http://schemas.openxmlformats.org/officeDocument/2006/relationships/image" Target="../media/image198.wmf"/><Relationship Id="rId9" Type="http://schemas.openxmlformats.org/officeDocument/2006/relationships/image" Target="../media/image203.emf"/><Relationship Id="rId14" Type="http://schemas.openxmlformats.org/officeDocument/2006/relationships/image" Target="../media/image208.emf"/><Relationship Id="rId22" Type="http://schemas.openxmlformats.org/officeDocument/2006/relationships/image" Target="../media/image216.emf"/></Relationships>
</file>

<file path=ppt/drawings/_rels/vmlDrawing2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9.emf"/><Relationship Id="rId13" Type="http://schemas.openxmlformats.org/officeDocument/2006/relationships/image" Target="../media/image204.emf"/><Relationship Id="rId18" Type="http://schemas.openxmlformats.org/officeDocument/2006/relationships/image" Target="../media/image216.emf"/><Relationship Id="rId3" Type="http://schemas.openxmlformats.org/officeDocument/2006/relationships/image" Target="../media/image220.wmf"/><Relationship Id="rId7" Type="http://schemas.openxmlformats.org/officeDocument/2006/relationships/image" Target="../media/image197.emf"/><Relationship Id="rId12" Type="http://schemas.openxmlformats.org/officeDocument/2006/relationships/image" Target="../media/image203.emf"/><Relationship Id="rId17" Type="http://schemas.openxmlformats.org/officeDocument/2006/relationships/image" Target="../media/image208.emf"/><Relationship Id="rId2" Type="http://schemas.openxmlformats.org/officeDocument/2006/relationships/image" Target="../media/image219.wmf"/><Relationship Id="rId16" Type="http://schemas.openxmlformats.org/officeDocument/2006/relationships/image" Target="../media/image207.emf"/><Relationship Id="rId1" Type="http://schemas.openxmlformats.org/officeDocument/2006/relationships/image" Target="../media/image218.wmf"/><Relationship Id="rId6" Type="http://schemas.openxmlformats.org/officeDocument/2006/relationships/image" Target="../media/image196.emf"/><Relationship Id="rId11" Type="http://schemas.openxmlformats.org/officeDocument/2006/relationships/image" Target="../media/image202.emf"/><Relationship Id="rId5" Type="http://schemas.openxmlformats.org/officeDocument/2006/relationships/image" Target="../media/image195.emf"/><Relationship Id="rId15" Type="http://schemas.openxmlformats.org/officeDocument/2006/relationships/image" Target="../media/image206.emf"/><Relationship Id="rId10" Type="http://schemas.openxmlformats.org/officeDocument/2006/relationships/image" Target="../media/image201.emf"/><Relationship Id="rId19" Type="http://schemas.openxmlformats.org/officeDocument/2006/relationships/image" Target="../media/image221.wmf"/><Relationship Id="rId4" Type="http://schemas.openxmlformats.org/officeDocument/2006/relationships/image" Target="../media/image217.wmf"/><Relationship Id="rId9" Type="http://schemas.openxmlformats.org/officeDocument/2006/relationships/image" Target="../media/image200.emf"/><Relationship Id="rId14" Type="http://schemas.openxmlformats.org/officeDocument/2006/relationships/image" Target="../media/image205.wmf"/></Relationships>
</file>

<file path=ppt/drawings/_rels/vmlDrawing21.vml.rels><?xml version="1.0" encoding="UTF-8" standalone="yes"?>
<Relationships xmlns="http://schemas.openxmlformats.org/package/2006/relationships"><Relationship Id="rId8" Type="http://schemas.openxmlformats.org/officeDocument/2006/relationships/image" Target="../media/image229.emf"/><Relationship Id="rId13" Type="http://schemas.openxmlformats.org/officeDocument/2006/relationships/image" Target="../media/image234.emf"/><Relationship Id="rId18" Type="http://schemas.openxmlformats.org/officeDocument/2006/relationships/image" Target="../media/image239.wmf"/><Relationship Id="rId3" Type="http://schemas.openxmlformats.org/officeDocument/2006/relationships/image" Target="../media/image224.wmf"/><Relationship Id="rId7" Type="http://schemas.openxmlformats.org/officeDocument/2006/relationships/image" Target="../media/image228.emf"/><Relationship Id="rId12" Type="http://schemas.openxmlformats.org/officeDocument/2006/relationships/image" Target="../media/image233.emf"/><Relationship Id="rId17" Type="http://schemas.openxmlformats.org/officeDocument/2006/relationships/image" Target="../media/image238.emf"/><Relationship Id="rId2" Type="http://schemas.openxmlformats.org/officeDocument/2006/relationships/image" Target="../media/image223.wmf"/><Relationship Id="rId16" Type="http://schemas.openxmlformats.org/officeDocument/2006/relationships/image" Target="../media/image237.emf"/><Relationship Id="rId1" Type="http://schemas.openxmlformats.org/officeDocument/2006/relationships/image" Target="../media/image222.wmf"/><Relationship Id="rId6" Type="http://schemas.openxmlformats.org/officeDocument/2006/relationships/image" Target="../media/image227.emf"/><Relationship Id="rId11" Type="http://schemas.openxmlformats.org/officeDocument/2006/relationships/image" Target="../media/image232.emf"/><Relationship Id="rId5" Type="http://schemas.openxmlformats.org/officeDocument/2006/relationships/image" Target="../media/image226.emf"/><Relationship Id="rId15" Type="http://schemas.openxmlformats.org/officeDocument/2006/relationships/image" Target="../media/image236.emf"/><Relationship Id="rId10" Type="http://schemas.openxmlformats.org/officeDocument/2006/relationships/image" Target="../media/image231.emf"/><Relationship Id="rId19" Type="http://schemas.openxmlformats.org/officeDocument/2006/relationships/image" Target="../media/image240.wmf"/><Relationship Id="rId4" Type="http://schemas.openxmlformats.org/officeDocument/2006/relationships/image" Target="../media/image225.wmf"/><Relationship Id="rId9" Type="http://schemas.openxmlformats.org/officeDocument/2006/relationships/image" Target="../media/image230.emf"/><Relationship Id="rId14" Type="http://schemas.openxmlformats.org/officeDocument/2006/relationships/image" Target="../media/image235.emf"/></Relationships>
</file>

<file path=ppt/drawings/_rels/vmlDrawing22.vml.rels><?xml version="1.0" encoding="UTF-8" standalone="yes"?>
<Relationships xmlns="http://schemas.openxmlformats.org/package/2006/relationships"><Relationship Id="rId8" Type="http://schemas.openxmlformats.org/officeDocument/2006/relationships/image" Target="../media/image248.emf"/><Relationship Id="rId3" Type="http://schemas.openxmlformats.org/officeDocument/2006/relationships/image" Target="../media/image243.emf"/><Relationship Id="rId7" Type="http://schemas.openxmlformats.org/officeDocument/2006/relationships/image" Target="../media/image247.emf"/><Relationship Id="rId12" Type="http://schemas.openxmlformats.org/officeDocument/2006/relationships/image" Target="../media/image239.wmf"/><Relationship Id="rId2" Type="http://schemas.openxmlformats.org/officeDocument/2006/relationships/image" Target="../media/image242.emf"/><Relationship Id="rId1" Type="http://schemas.openxmlformats.org/officeDocument/2006/relationships/image" Target="../media/image241.emf"/><Relationship Id="rId6" Type="http://schemas.openxmlformats.org/officeDocument/2006/relationships/image" Target="../media/image246.emf"/><Relationship Id="rId11" Type="http://schemas.openxmlformats.org/officeDocument/2006/relationships/image" Target="../media/image251.wmf"/><Relationship Id="rId5" Type="http://schemas.openxmlformats.org/officeDocument/2006/relationships/image" Target="../media/image245.emf"/><Relationship Id="rId10" Type="http://schemas.openxmlformats.org/officeDocument/2006/relationships/image" Target="../media/image250.wmf"/><Relationship Id="rId4" Type="http://schemas.openxmlformats.org/officeDocument/2006/relationships/image" Target="../media/image244.emf"/><Relationship Id="rId9" Type="http://schemas.openxmlformats.org/officeDocument/2006/relationships/image" Target="../media/image249.emf"/></Relationships>
</file>

<file path=ppt/drawings/_rels/vmlDrawing2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59.wmf"/><Relationship Id="rId3" Type="http://schemas.openxmlformats.org/officeDocument/2006/relationships/image" Target="../media/image254.wmf"/><Relationship Id="rId7" Type="http://schemas.openxmlformats.org/officeDocument/2006/relationships/image" Target="../media/image258.wmf"/><Relationship Id="rId2" Type="http://schemas.openxmlformats.org/officeDocument/2006/relationships/image" Target="../media/image253.wmf"/><Relationship Id="rId1" Type="http://schemas.openxmlformats.org/officeDocument/2006/relationships/image" Target="../media/image252.wmf"/><Relationship Id="rId6" Type="http://schemas.openxmlformats.org/officeDocument/2006/relationships/image" Target="../media/image257.wmf"/><Relationship Id="rId5" Type="http://schemas.openxmlformats.org/officeDocument/2006/relationships/image" Target="../media/image256.wmf"/><Relationship Id="rId10" Type="http://schemas.openxmlformats.org/officeDocument/2006/relationships/image" Target="../media/image261.wmf"/><Relationship Id="rId4" Type="http://schemas.openxmlformats.org/officeDocument/2006/relationships/image" Target="../media/image255.wmf"/><Relationship Id="rId9" Type="http://schemas.openxmlformats.org/officeDocument/2006/relationships/image" Target="../media/image260.wmf"/></Relationships>
</file>

<file path=ppt/drawings/_rels/vmlDrawing2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61.wmf"/><Relationship Id="rId3" Type="http://schemas.openxmlformats.org/officeDocument/2006/relationships/image" Target="../media/image256.wmf"/><Relationship Id="rId7" Type="http://schemas.openxmlformats.org/officeDocument/2006/relationships/image" Target="../media/image260.wmf"/><Relationship Id="rId2" Type="http://schemas.openxmlformats.org/officeDocument/2006/relationships/image" Target="../media/image263.wmf"/><Relationship Id="rId1" Type="http://schemas.openxmlformats.org/officeDocument/2006/relationships/image" Target="../media/image262.wmf"/><Relationship Id="rId6" Type="http://schemas.openxmlformats.org/officeDocument/2006/relationships/image" Target="../media/image259.wmf"/><Relationship Id="rId11" Type="http://schemas.openxmlformats.org/officeDocument/2006/relationships/image" Target="../media/image266.wmf"/><Relationship Id="rId5" Type="http://schemas.openxmlformats.org/officeDocument/2006/relationships/image" Target="../media/image258.wmf"/><Relationship Id="rId10" Type="http://schemas.openxmlformats.org/officeDocument/2006/relationships/image" Target="../media/image265.wmf"/><Relationship Id="rId4" Type="http://schemas.openxmlformats.org/officeDocument/2006/relationships/image" Target="../media/image257.wmf"/><Relationship Id="rId9" Type="http://schemas.openxmlformats.org/officeDocument/2006/relationships/image" Target="../media/image264.wmf"/></Relationships>
</file>

<file path=ppt/drawings/_rels/vmlDrawing25.vml.rels><?xml version="1.0" encoding="UTF-8" standalone="yes"?>
<Relationships xmlns="http://schemas.openxmlformats.org/package/2006/relationships"><Relationship Id="rId8" Type="http://schemas.openxmlformats.org/officeDocument/2006/relationships/image" Target="../media/image268.wmf"/><Relationship Id="rId3" Type="http://schemas.openxmlformats.org/officeDocument/2006/relationships/image" Target="../media/image258.wmf"/><Relationship Id="rId7" Type="http://schemas.openxmlformats.org/officeDocument/2006/relationships/image" Target="../media/image267.wmf"/><Relationship Id="rId12" Type="http://schemas.openxmlformats.org/officeDocument/2006/relationships/image" Target="../media/image272.wmf"/><Relationship Id="rId2" Type="http://schemas.openxmlformats.org/officeDocument/2006/relationships/image" Target="../media/image257.wmf"/><Relationship Id="rId1" Type="http://schemas.openxmlformats.org/officeDocument/2006/relationships/image" Target="../media/image256.wmf"/><Relationship Id="rId6" Type="http://schemas.openxmlformats.org/officeDocument/2006/relationships/image" Target="../media/image261.wmf"/><Relationship Id="rId11" Type="http://schemas.openxmlformats.org/officeDocument/2006/relationships/image" Target="../media/image271.wmf"/><Relationship Id="rId5" Type="http://schemas.openxmlformats.org/officeDocument/2006/relationships/image" Target="../media/image260.wmf"/><Relationship Id="rId10" Type="http://schemas.openxmlformats.org/officeDocument/2006/relationships/image" Target="../media/image270.wmf"/><Relationship Id="rId4" Type="http://schemas.openxmlformats.org/officeDocument/2006/relationships/image" Target="../media/image259.wmf"/><Relationship Id="rId9" Type="http://schemas.openxmlformats.org/officeDocument/2006/relationships/image" Target="../media/image269.wmf"/></Relationships>
</file>

<file path=ppt/drawings/_rels/vmlDrawing26.vml.rels><?xml version="1.0" encoding="UTF-8" standalone="yes"?>
<Relationships xmlns="http://schemas.openxmlformats.org/package/2006/relationships"><Relationship Id="rId8" Type="http://schemas.openxmlformats.org/officeDocument/2006/relationships/image" Target="../media/image280.wmf"/><Relationship Id="rId13" Type="http://schemas.openxmlformats.org/officeDocument/2006/relationships/image" Target="../media/image285.wmf"/><Relationship Id="rId3" Type="http://schemas.openxmlformats.org/officeDocument/2006/relationships/image" Target="../media/image275.wmf"/><Relationship Id="rId7" Type="http://schemas.openxmlformats.org/officeDocument/2006/relationships/image" Target="../media/image279.wmf"/><Relationship Id="rId12" Type="http://schemas.openxmlformats.org/officeDocument/2006/relationships/image" Target="../media/image284.wmf"/><Relationship Id="rId2" Type="http://schemas.openxmlformats.org/officeDocument/2006/relationships/image" Target="../media/image274.wmf"/><Relationship Id="rId1" Type="http://schemas.openxmlformats.org/officeDocument/2006/relationships/image" Target="../media/image273.wmf"/><Relationship Id="rId6" Type="http://schemas.openxmlformats.org/officeDocument/2006/relationships/image" Target="../media/image278.wmf"/><Relationship Id="rId11" Type="http://schemas.openxmlformats.org/officeDocument/2006/relationships/image" Target="../media/image283.wmf"/><Relationship Id="rId5" Type="http://schemas.openxmlformats.org/officeDocument/2006/relationships/image" Target="../media/image277.wmf"/><Relationship Id="rId15" Type="http://schemas.openxmlformats.org/officeDocument/2006/relationships/image" Target="../media/image287.wmf"/><Relationship Id="rId10" Type="http://schemas.openxmlformats.org/officeDocument/2006/relationships/image" Target="../media/image282.wmf"/><Relationship Id="rId4" Type="http://schemas.openxmlformats.org/officeDocument/2006/relationships/image" Target="../media/image276.wmf"/><Relationship Id="rId9" Type="http://schemas.openxmlformats.org/officeDocument/2006/relationships/image" Target="../media/image281.wmf"/><Relationship Id="rId14" Type="http://schemas.openxmlformats.org/officeDocument/2006/relationships/image" Target="../media/image286.wmf"/></Relationships>
</file>

<file path=ppt/drawings/_rels/vmlDrawing27.vml.rels><?xml version="1.0" encoding="UTF-8" standalone="yes"?>
<Relationships xmlns="http://schemas.openxmlformats.org/package/2006/relationships"><Relationship Id="rId8" Type="http://schemas.openxmlformats.org/officeDocument/2006/relationships/image" Target="../media/image282.wmf"/><Relationship Id="rId13" Type="http://schemas.openxmlformats.org/officeDocument/2006/relationships/image" Target="../media/image292.wmf"/><Relationship Id="rId18" Type="http://schemas.openxmlformats.org/officeDocument/2006/relationships/image" Target="../media/image297.wmf"/><Relationship Id="rId3" Type="http://schemas.openxmlformats.org/officeDocument/2006/relationships/image" Target="../media/image277.wmf"/><Relationship Id="rId7" Type="http://schemas.openxmlformats.org/officeDocument/2006/relationships/image" Target="../media/image281.wmf"/><Relationship Id="rId12" Type="http://schemas.openxmlformats.org/officeDocument/2006/relationships/image" Target="../media/image291.wmf"/><Relationship Id="rId17" Type="http://schemas.openxmlformats.org/officeDocument/2006/relationships/image" Target="../media/image296.wmf"/><Relationship Id="rId2" Type="http://schemas.openxmlformats.org/officeDocument/2006/relationships/image" Target="../media/image276.wmf"/><Relationship Id="rId16" Type="http://schemas.openxmlformats.org/officeDocument/2006/relationships/image" Target="../media/image295.wmf"/><Relationship Id="rId1" Type="http://schemas.openxmlformats.org/officeDocument/2006/relationships/image" Target="../media/image275.wmf"/><Relationship Id="rId6" Type="http://schemas.openxmlformats.org/officeDocument/2006/relationships/image" Target="../media/image280.wmf"/><Relationship Id="rId11" Type="http://schemas.openxmlformats.org/officeDocument/2006/relationships/image" Target="../media/image290.wmf"/><Relationship Id="rId5" Type="http://schemas.openxmlformats.org/officeDocument/2006/relationships/image" Target="../media/image279.wmf"/><Relationship Id="rId15" Type="http://schemas.openxmlformats.org/officeDocument/2006/relationships/image" Target="../media/image294.wmf"/><Relationship Id="rId10" Type="http://schemas.openxmlformats.org/officeDocument/2006/relationships/image" Target="../media/image289.wmf"/><Relationship Id="rId4" Type="http://schemas.openxmlformats.org/officeDocument/2006/relationships/image" Target="../media/image278.wmf"/><Relationship Id="rId9" Type="http://schemas.openxmlformats.org/officeDocument/2006/relationships/image" Target="../media/image288.wmf"/><Relationship Id="rId14" Type="http://schemas.openxmlformats.org/officeDocument/2006/relationships/image" Target="../media/image293.wmf"/></Relationships>
</file>

<file path=ppt/drawings/_rels/vmlDrawing28.vml.rels><?xml version="1.0" encoding="UTF-8" standalone="yes"?>
<Relationships xmlns="http://schemas.openxmlformats.org/package/2006/relationships"><Relationship Id="rId8" Type="http://schemas.openxmlformats.org/officeDocument/2006/relationships/image" Target="../media/image305.wmf"/><Relationship Id="rId3" Type="http://schemas.openxmlformats.org/officeDocument/2006/relationships/image" Target="../media/image300.wmf"/><Relationship Id="rId7" Type="http://schemas.openxmlformats.org/officeDocument/2006/relationships/image" Target="../media/image304.wmf"/><Relationship Id="rId2" Type="http://schemas.openxmlformats.org/officeDocument/2006/relationships/image" Target="../media/image299.wmf"/><Relationship Id="rId1" Type="http://schemas.openxmlformats.org/officeDocument/2006/relationships/image" Target="../media/image298.wmf"/><Relationship Id="rId6" Type="http://schemas.openxmlformats.org/officeDocument/2006/relationships/image" Target="../media/image303.wmf"/><Relationship Id="rId5" Type="http://schemas.openxmlformats.org/officeDocument/2006/relationships/image" Target="../media/image302.wmf"/><Relationship Id="rId4" Type="http://schemas.openxmlformats.org/officeDocument/2006/relationships/image" Target="../media/image301.wmf"/><Relationship Id="rId9" Type="http://schemas.openxmlformats.org/officeDocument/2006/relationships/image" Target="../media/image306.wmf"/></Relationships>
</file>

<file path=ppt/drawings/_rels/vmlDrawing29.vml.rels><?xml version="1.0" encoding="UTF-8" standalone="yes"?>
<Relationships xmlns="http://schemas.openxmlformats.org/package/2006/relationships"><Relationship Id="rId8" Type="http://schemas.openxmlformats.org/officeDocument/2006/relationships/image" Target="../media/image314.wmf"/><Relationship Id="rId13" Type="http://schemas.openxmlformats.org/officeDocument/2006/relationships/image" Target="../media/image319.wmf"/><Relationship Id="rId18" Type="http://schemas.openxmlformats.org/officeDocument/2006/relationships/image" Target="../media/image324.wmf"/><Relationship Id="rId3" Type="http://schemas.openxmlformats.org/officeDocument/2006/relationships/image" Target="../media/image309.wmf"/><Relationship Id="rId7" Type="http://schemas.openxmlformats.org/officeDocument/2006/relationships/image" Target="../media/image313.wmf"/><Relationship Id="rId12" Type="http://schemas.openxmlformats.org/officeDocument/2006/relationships/image" Target="../media/image318.wmf"/><Relationship Id="rId17" Type="http://schemas.openxmlformats.org/officeDocument/2006/relationships/image" Target="../media/image323.wmf"/><Relationship Id="rId2" Type="http://schemas.openxmlformats.org/officeDocument/2006/relationships/image" Target="../media/image308.wmf"/><Relationship Id="rId16" Type="http://schemas.openxmlformats.org/officeDocument/2006/relationships/image" Target="../media/image322.wmf"/><Relationship Id="rId1" Type="http://schemas.openxmlformats.org/officeDocument/2006/relationships/image" Target="../media/image307.wmf"/><Relationship Id="rId6" Type="http://schemas.openxmlformats.org/officeDocument/2006/relationships/image" Target="../media/image312.wmf"/><Relationship Id="rId11" Type="http://schemas.openxmlformats.org/officeDocument/2006/relationships/image" Target="../media/image317.wmf"/><Relationship Id="rId5" Type="http://schemas.openxmlformats.org/officeDocument/2006/relationships/image" Target="../media/image311.wmf"/><Relationship Id="rId15" Type="http://schemas.openxmlformats.org/officeDocument/2006/relationships/image" Target="../media/image321.wmf"/><Relationship Id="rId10" Type="http://schemas.openxmlformats.org/officeDocument/2006/relationships/image" Target="../media/image316.wmf"/><Relationship Id="rId4" Type="http://schemas.openxmlformats.org/officeDocument/2006/relationships/image" Target="../media/image310.wmf"/><Relationship Id="rId9" Type="http://schemas.openxmlformats.org/officeDocument/2006/relationships/image" Target="../media/image315.wmf"/><Relationship Id="rId14" Type="http://schemas.openxmlformats.org/officeDocument/2006/relationships/image" Target="../media/image320.wmf"/></Relationships>
</file>

<file path=ppt/drawings/_rels/vmlDrawing30.vml.rels><?xml version="1.0" encoding="UTF-8" standalone="yes"?>
<Relationships xmlns="http://schemas.openxmlformats.org/package/2006/relationships"><Relationship Id="rId8" Type="http://schemas.openxmlformats.org/officeDocument/2006/relationships/image" Target="../media/image332.wmf"/><Relationship Id="rId13" Type="http://schemas.openxmlformats.org/officeDocument/2006/relationships/image" Target="../media/image337.wmf"/><Relationship Id="rId18" Type="http://schemas.openxmlformats.org/officeDocument/2006/relationships/image" Target="../media/image342.wmf"/><Relationship Id="rId3" Type="http://schemas.openxmlformats.org/officeDocument/2006/relationships/image" Target="../media/image327.wmf"/><Relationship Id="rId7" Type="http://schemas.openxmlformats.org/officeDocument/2006/relationships/image" Target="../media/image331.wmf"/><Relationship Id="rId12" Type="http://schemas.openxmlformats.org/officeDocument/2006/relationships/image" Target="../media/image336.wmf"/><Relationship Id="rId17" Type="http://schemas.openxmlformats.org/officeDocument/2006/relationships/image" Target="../media/image341.wmf"/><Relationship Id="rId2" Type="http://schemas.openxmlformats.org/officeDocument/2006/relationships/image" Target="../media/image326.wmf"/><Relationship Id="rId16" Type="http://schemas.openxmlformats.org/officeDocument/2006/relationships/image" Target="../media/image340.wmf"/><Relationship Id="rId1" Type="http://schemas.openxmlformats.org/officeDocument/2006/relationships/image" Target="../media/image325.wmf"/><Relationship Id="rId6" Type="http://schemas.openxmlformats.org/officeDocument/2006/relationships/image" Target="../media/image330.wmf"/><Relationship Id="rId11" Type="http://schemas.openxmlformats.org/officeDocument/2006/relationships/image" Target="../media/image335.wmf"/><Relationship Id="rId5" Type="http://schemas.openxmlformats.org/officeDocument/2006/relationships/image" Target="../media/image329.wmf"/><Relationship Id="rId15" Type="http://schemas.openxmlformats.org/officeDocument/2006/relationships/image" Target="../media/image339.wmf"/><Relationship Id="rId10" Type="http://schemas.openxmlformats.org/officeDocument/2006/relationships/image" Target="../media/image334.wmf"/><Relationship Id="rId4" Type="http://schemas.openxmlformats.org/officeDocument/2006/relationships/image" Target="../media/image328.wmf"/><Relationship Id="rId9" Type="http://schemas.openxmlformats.org/officeDocument/2006/relationships/image" Target="../media/image333.wmf"/><Relationship Id="rId14" Type="http://schemas.openxmlformats.org/officeDocument/2006/relationships/image" Target="../media/image338.wmf"/></Relationships>
</file>

<file path=ppt/drawings/_rels/vmlDrawing31.vml.rels><?xml version="1.0" encoding="UTF-8" standalone="yes"?>
<Relationships xmlns="http://schemas.openxmlformats.org/package/2006/relationships"><Relationship Id="rId8" Type="http://schemas.openxmlformats.org/officeDocument/2006/relationships/image" Target="../media/image340.wmf"/><Relationship Id="rId13" Type="http://schemas.openxmlformats.org/officeDocument/2006/relationships/image" Target="../media/image345.wmf"/><Relationship Id="rId18" Type="http://schemas.openxmlformats.org/officeDocument/2006/relationships/image" Target="../media/image350.wmf"/><Relationship Id="rId3" Type="http://schemas.openxmlformats.org/officeDocument/2006/relationships/image" Target="../media/image330.wmf"/><Relationship Id="rId7" Type="http://schemas.openxmlformats.org/officeDocument/2006/relationships/image" Target="../media/image334.wmf"/><Relationship Id="rId12" Type="http://schemas.openxmlformats.org/officeDocument/2006/relationships/image" Target="../media/image344.wmf"/><Relationship Id="rId17" Type="http://schemas.openxmlformats.org/officeDocument/2006/relationships/image" Target="../media/image349.wmf"/><Relationship Id="rId2" Type="http://schemas.openxmlformats.org/officeDocument/2006/relationships/image" Target="../media/image329.wmf"/><Relationship Id="rId16" Type="http://schemas.openxmlformats.org/officeDocument/2006/relationships/image" Target="../media/image348.wmf"/><Relationship Id="rId1" Type="http://schemas.openxmlformats.org/officeDocument/2006/relationships/image" Target="../media/image328.wmf"/><Relationship Id="rId6" Type="http://schemas.openxmlformats.org/officeDocument/2006/relationships/image" Target="../media/image333.wmf"/><Relationship Id="rId11" Type="http://schemas.openxmlformats.org/officeDocument/2006/relationships/image" Target="../media/image343.wmf"/><Relationship Id="rId5" Type="http://schemas.openxmlformats.org/officeDocument/2006/relationships/image" Target="../media/image332.wmf"/><Relationship Id="rId15" Type="http://schemas.openxmlformats.org/officeDocument/2006/relationships/image" Target="../media/image347.wmf"/><Relationship Id="rId10" Type="http://schemas.openxmlformats.org/officeDocument/2006/relationships/image" Target="../media/image342.wmf"/><Relationship Id="rId4" Type="http://schemas.openxmlformats.org/officeDocument/2006/relationships/image" Target="../media/image331.wmf"/><Relationship Id="rId9" Type="http://schemas.openxmlformats.org/officeDocument/2006/relationships/image" Target="../media/image341.wmf"/><Relationship Id="rId14" Type="http://schemas.openxmlformats.org/officeDocument/2006/relationships/image" Target="../media/image346.wmf"/></Relationships>
</file>

<file path=ppt/drawings/_rels/vmlDrawing32.vml.rels><?xml version="1.0" encoding="UTF-8" standalone="yes"?>
<Relationships xmlns="http://schemas.openxmlformats.org/package/2006/relationships"><Relationship Id="rId8" Type="http://schemas.openxmlformats.org/officeDocument/2006/relationships/image" Target="../media/image358.wmf"/><Relationship Id="rId13" Type="http://schemas.openxmlformats.org/officeDocument/2006/relationships/image" Target="../media/image363.wmf"/><Relationship Id="rId18" Type="http://schemas.openxmlformats.org/officeDocument/2006/relationships/image" Target="../media/image368.wmf"/><Relationship Id="rId3" Type="http://schemas.openxmlformats.org/officeDocument/2006/relationships/image" Target="../media/image353.wmf"/><Relationship Id="rId21" Type="http://schemas.openxmlformats.org/officeDocument/2006/relationships/image" Target="../media/image371.wmf"/><Relationship Id="rId7" Type="http://schemas.openxmlformats.org/officeDocument/2006/relationships/image" Target="../media/image357.wmf"/><Relationship Id="rId12" Type="http://schemas.openxmlformats.org/officeDocument/2006/relationships/image" Target="../media/image362.wmf"/><Relationship Id="rId17" Type="http://schemas.openxmlformats.org/officeDocument/2006/relationships/image" Target="../media/image367.wmf"/><Relationship Id="rId2" Type="http://schemas.openxmlformats.org/officeDocument/2006/relationships/image" Target="../media/image352.wmf"/><Relationship Id="rId16" Type="http://schemas.openxmlformats.org/officeDocument/2006/relationships/image" Target="../media/image366.wmf"/><Relationship Id="rId20" Type="http://schemas.openxmlformats.org/officeDocument/2006/relationships/image" Target="../media/image370.wmf"/><Relationship Id="rId1" Type="http://schemas.openxmlformats.org/officeDocument/2006/relationships/image" Target="../media/image351.wmf"/><Relationship Id="rId6" Type="http://schemas.openxmlformats.org/officeDocument/2006/relationships/image" Target="../media/image356.wmf"/><Relationship Id="rId11" Type="http://schemas.openxmlformats.org/officeDocument/2006/relationships/image" Target="../media/image361.wmf"/><Relationship Id="rId5" Type="http://schemas.openxmlformats.org/officeDocument/2006/relationships/image" Target="../media/image355.wmf"/><Relationship Id="rId15" Type="http://schemas.openxmlformats.org/officeDocument/2006/relationships/image" Target="../media/image365.wmf"/><Relationship Id="rId10" Type="http://schemas.openxmlformats.org/officeDocument/2006/relationships/image" Target="../media/image360.wmf"/><Relationship Id="rId19" Type="http://schemas.openxmlformats.org/officeDocument/2006/relationships/image" Target="../media/image369.wmf"/><Relationship Id="rId4" Type="http://schemas.openxmlformats.org/officeDocument/2006/relationships/image" Target="../media/image354.wmf"/><Relationship Id="rId9" Type="http://schemas.openxmlformats.org/officeDocument/2006/relationships/image" Target="../media/image359.wmf"/><Relationship Id="rId14" Type="http://schemas.openxmlformats.org/officeDocument/2006/relationships/image" Target="../media/image364.wmf"/><Relationship Id="rId22" Type="http://schemas.openxmlformats.org/officeDocument/2006/relationships/image" Target="../media/image372.wmf"/></Relationships>
</file>

<file path=ppt/drawings/_rels/vmlDrawing33.vml.rels><?xml version="1.0" encoding="UTF-8" standalone="yes"?>
<Relationships xmlns="http://schemas.openxmlformats.org/package/2006/relationships"><Relationship Id="rId8" Type="http://schemas.openxmlformats.org/officeDocument/2006/relationships/image" Target="../media/image380.wmf"/><Relationship Id="rId13" Type="http://schemas.openxmlformats.org/officeDocument/2006/relationships/image" Target="../media/image385.wmf"/><Relationship Id="rId18" Type="http://schemas.openxmlformats.org/officeDocument/2006/relationships/image" Target="../media/image390.wmf"/><Relationship Id="rId3" Type="http://schemas.openxmlformats.org/officeDocument/2006/relationships/image" Target="../media/image375.wmf"/><Relationship Id="rId7" Type="http://schemas.openxmlformats.org/officeDocument/2006/relationships/image" Target="../media/image379.wmf"/><Relationship Id="rId12" Type="http://schemas.openxmlformats.org/officeDocument/2006/relationships/image" Target="../media/image384.wmf"/><Relationship Id="rId17" Type="http://schemas.openxmlformats.org/officeDocument/2006/relationships/image" Target="../media/image389.wmf"/><Relationship Id="rId2" Type="http://schemas.openxmlformats.org/officeDocument/2006/relationships/image" Target="../media/image374.wmf"/><Relationship Id="rId16" Type="http://schemas.openxmlformats.org/officeDocument/2006/relationships/image" Target="../media/image388.wmf"/><Relationship Id="rId1" Type="http://schemas.openxmlformats.org/officeDocument/2006/relationships/image" Target="../media/image373.wmf"/><Relationship Id="rId6" Type="http://schemas.openxmlformats.org/officeDocument/2006/relationships/image" Target="../media/image378.wmf"/><Relationship Id="rId11" Type="http://schemas.openxmlformats.org/officeDocument/2006/relationships/image" Target="../media/image383.emf"/><Relationship Id="rId5" Type="http://schemas.openxmlformats.org/officeDocument/2006/relationships/image" Target="../media/image377.wmf"/><Relationship Id="rId15" Type="http://schemas.openxmlformats.org/officeDocument/2006/relationships/image" Target="../media/image387.wmf"/><Relationship Id="rId10" Type="http://schemas.openxmlformats.org/officeDocument/2006/relationships/image" Target="../media/image382.wmf"/><Relationship Id="rId19" Type="http://schemas.openxmlformats.org/officeDocument/2006/relationships/image" Target="../media/image391.wmf"/><Relationship Id="rId4" Type="http://schemas.openxmlformats.org/officeDocument/2006/relationships/image" Target="../media/image376.wmf"/><Relationship Id="rId9" Type="http://schemas.openxmlformats.org/officeDocument/2006/relationships/image" Target="../media/image381.wmf"/><Relationship Id="rId14" Type="http://schemas.openxmlformats.org/officeDocument/2006/relationships/image" Target="../media/image386.wmf"/></Relationships>
</file>

<file path=ppt/drawings/_rels/vmlDrawing34.vml.rels><?xml version="1.0" encoding="UTF-8" standalone="yes"?>
<Relationships xmlns="http://schemas.openxmlformats.org/package/2006/relationships"><Relationship Id="rId8" Type="http://schemas.openxmlformats.org/officeDocument/2006/relationships/image" Target="../media/image388.wmf"/><Relationship Id="rId13" Type="http://schemas.openxmlformats.org/officeDocument/2006/relationships/image" Target="../media/image396.wmf"/><Relationship Id="rId3" Type="http://schemas.openxmlformats.org/officeDocument/2006/relationships/image" Target="../media/image383.emf"/><Relationship Id="rId7" Type="http://schemas.openxmlformats.org/officeDocument/2006/relationships/image" Target="../media/image387.wmf"/><Relationship Id="rId12" Type="http://schemas.openxmlformats.org/officeDocument/2006/relationships/image" Target="../media/image395.wmf"/><Relationship Id="rId17" Type="http://schemas.openxmlformats.org/officeDocument/2006/relationships/image" Target="../media/image400.wmf"/><Relationship Id="rId2" Type="http://schemas.openxmlformats.org/officeDocument/2006/relationships/image" Target="../media/image382.wmf"/><Relationship Id="rId16" Type="http://schemas.openxmlformats.org/officeDocument/2006/relationships/image" Target="../media/image399.wmf"/><Relationship Id="rId1" Type="http://schemas.openxmlformats.org/officeDocument/2006/relationships/image" Target="../media/image381.wmf"/><Relationship Id="rId6" Type="http://schemas.openxmlformats.org/officeDocument/2006/relationships/image" Target="../media/image386.wmf"/><Relationship Id="rId11" Type="http://schemas.openxmlformats.org/officeDocument/2006/relationships/image" Target="../media/image394.wmf"/><Relationship Id="rId5" Type="http://schemas.openxmlformats.org/officeDocument/2006/relationships/image" Target="../media/image385.wmf"/><Relationship Id="rId15" Type="http://schemas.openxmlformats.org/officeDocument/2006/relationships/image" Target="../media/image398.wmf"/><Relationship Id="rId10" Type="http://schemas.openxmlformats.org/officeDocument/2006/relationships/image" Target="../media/image393.wmf"/><Relationship Id="rId4" Type="http://schemas.openxmlformats.org/officeDocument/2006/relationships/image" Target="../media/image384.wmf"/><Relationship Id="rId9" Type="http://schemas.openxmlformats.org/officeDocument/2006/relationships/image" Target="../media/image392.wmf"/><Relationship Id="rId14" Type="http://schemas.openxmlformats.org/officeDocument/2006/relationships/image" Target="../media/image39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1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1B16FA-C879-4226-B89F-E7EB85904D3A}" type="datetimeFigureOut">
              <a:rPr lang="zh-CN" altLang="en-US" smtClean="0"/>
              <a:pPr/>
              <a:t>2023/12/14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39838"/>
            <a:ext cx="5956300" cy="33512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77959"/>
            <a:ext cx="5438140" cy="39092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30092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30092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442D36-8605-4790-AF9E-62C1D973FAD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25709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80933C-1107-40B5-B71F-4E30EE4A6105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83493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应用到不同的情景中。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80933C-1107-40B5-B71F-4E30EE4A6105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57587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80933C-1107-40B5-B71F-4E30EE4A6105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16241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>
            <a:extLst>
              <a:ext uri="{FF2B5EF4-FFF2-40B4-BE49-F238E27FC236}">
                <a16:creationId xmlns:a16="http://schemas.microsoft.com/office/drawing/2014/main" id="{E27A6163-B4B1-42BC-A0A2-59A24A80560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8FD40DE-E682-4B3D-8A88-BC49B9B8EE61}" type="slidenum">
              <a:rPr lang="en-US" altLang="zh-CN" smtClean="0">
                <a:latin typeface="Times New Roman" panose="02020603050405020304" pitchFamily="18" charset="0"/>
              </a:rPr>
              <a:pPr/>
              <a:t>11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DA4B7144-56C5-4188-A29A-13C530A0457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1C85C518-CB17-4EC0-B9FA-71D3F2C907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>
            <a:extLst>
              <a:ext uri="{FF2B5EF4-FFF2-40B4-BE49-F238E27FC236}">
                <a16:creationId xmlns:a16="http://schemas.microsoft.com/office/drawing/2014/main" id="{E27A6163-B4B1-42BC-A0A2-59A24A80560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8FD40DE-E682-4B3D-8A88-BC49B9B8EE61}" type="slidenum">
              <a:rPr lang="en-US" altLang="zh-CN" smtClean="0">
                <a:latin typeface="Times New Roman" panose="02020603050405020304" pitchFamily="18" charset="0"/>
              </a:rPr>
              <a:pPr/>
              <a:t>12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DA4B7144-56C5-4188-A29A-13C530A0457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1C85C518-CB17-4EC0-B9FA-71D3F2C907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724701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80933C-1107-40B5-B71F-4E30EE4A6105}" type="slidenum">
              <a:rPr lang="zh-CN" altLang="en-US" smtClean="0"/>
              <a:pPr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89643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2023/12/14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2023/12/14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2023/12/14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2023/12/14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2023/12/14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627534"/>
            <a:ext cx="8229600" cy="85725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2023/12/14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6" name="标题 29">
            <a:extLst>
              <a:ext uri="{FF2B5EF4-FFF2-40B4-BE49-F238E27FC236}">
                <a16:creationId xmlns:a16="http://schemas.microsoft.com/office/drawing/2014/main" id="{F119A3CF-54C1-40ED-BE69-FEBD0D322A90}"/>
              </a:ext>
            </a:extLst>
          </p:cNvPr>
          <p:cNvSpPr txBox="1">
            <a:spLocks/>
          </p:cNvSpPr>
          <p:nvPr userDrawn="1"/>
        </p:nvSpPr>
        <p:spPr>
          <a:xfrm>
            <a:off x="2915816" y="20782"/>
            <a:ext cx="5891546" cy="2738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1800" b="1" kern="12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j-cs"/>
              </a:defRPr>
            </a:lvl1pPr>
          </a:lstStyle>
          <a:p>
            <a:endParaRPr lang="zh-CN" altLang="en-US" sz="1800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2023/12/14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2023/12/14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2023/12/14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2023/12/14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2023/12/14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2023/12/14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oleObject" Target="../embeddings/oleObject6.bin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2.wmf"/><Relationship Id="rId12" Type="http://schemas.openxmlformats.org/officeDocument/2006/relationships/oleObject" Target="../embeddings/oleObject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6.wmf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4.wmf"/><Relationship Id="rId5" Type="http://schemas.openxmlformats.org/officeDocument/2006/relationships/image" Target="../media/image1.wmf"/><Relationship Id="rId15" Type="http://schemas.openxmlformats.org/officeDocument/2006/relationships/oleObject" Target="../embeddings/oleObject7.bin"/><Relationship Id="rId10" Type="http://schemas.openxmlformats.org/officeDocument/2006/relationships/oleObject" Target="../embeddings/oleObject4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3.wmf"/><Relationship Id="rId14" Type="http://schemas.openxmlformats.org/officeDocument/2006/relationships/image" Target="../media/image5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emf"/><Relationship Id="rId13" Type="http://schemas.openxmlformats.org/officeDocument/2006/relationships/oleObject" Target="../embeddings/oleObject13.bin"/><Relationship Id="rId18" Type="http://schemas.openxmlformats.org/officeDocument/2006/relationships/image" Target="../media/image14.wmf"/><Relationship Id="rId26" Type="http://schemas.openxmlformats.org/officeDocument/2006/relationships/image" Target="../media/image18.wmf"/><Relationship Id="rId3" Type="http://schemas.openxmlformats.org/officeDocument/2006/relationships/oleObject" Target="../embeddings/oleObject8.bin"/><Relationship Id="rId21" Type="http://schemas.openxmlformats.org/officeDocument/2006/relationships/oleObject" Target="../embeddings/oleObject17.bin"/><Relationship Id="rId7" Type="http://schemas.openxmlformats.org/officeDocument/2006/relationships/oleObject" Target="../embeddings/oleObject10.bin"/><Relationship Id="rId12" Type="http://schemas.openxmlformats.org/officeDocument/2006/relationships/image" Target="../media/image11.emf"/><Relationship Id="rId17" Type="http://schemas.openxmlformats.org/officeDocument/2006/relationships/oleObject" Target="../embeddings/oleObject15.bin"/><Relationship Id="rId25" Type="http://schemas.openxmlformats.org/officeDocument/2006/relationships/oleObject" Target="../embeddings/oleObject1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3.wmf"/><Relationship Id="rId20" Type="http://schemas.openxmlformats.org/officeDocument/2006/relationships/image" Target="../media/image15.wmf"/><Relationship Id="rId29" Type="http://schemas.openxmlformats.org/officeDocument/2006/relationships/oleObject" Target="../embeddings/oleObject21.bin"/><Relationship Id="rId1" Type="http://schemas.openxmlformats.org/officeDocument/2006/relationships/vmlDrawing" Target="../drawings/vmlDrawing2.vml"/><Relationship Id="rId6" Type="http://schemas.openxmlformats.org/officeDocument/2006/relationships/image" Target="../media/image8.emf"/><Relationship Id="rId11" Type="http://schemas.openxmlformats.org/officeDocument/2006/relationships/oleObject" Target="../embeddings/oleObject12.bin"/><Relationship Id="rId24" Type="http://schemas.openxmlformats.org/officeDocument/2006/relationships/image" Target="../media/image17.wmf"/><Relationship Id="rId5" Type="http://schemas.openxmlformats.org/officeDocument/2006/relationships/oleObject" Target="../embeddings/oleObject9.bin"/><Relationship Id="rId15" Type="http://schemas.openxmlformats.org/officeDocument/2006/relationships/oleObject" Target="../embeddings/oleObject14.bin"/><Relationship Id="rId23" Type="http://schemas.openxmlformats.org/officeDocument/2006/relationships/oleObject" Target="../embeddings/oleObject18.bin"/><Relationship Id="rId28" Type="http://schemas.openxmlformats.org/officeDocument/2006/relationships/image" Target="../media/image19.wmf"/><Relationship Id="rId10" Type="http://schemas.openxmlformats.org/officeDocument/2006/relationships/image" Target="../media/image10.emf"/><Relationship Id="rId19" Type="http://schemas.openxmlformats.org/officeDocument/2006/relationships/oleObject" Target="../embeddings/oleObject16.bin"/><Relationship Id="rId4" Type="http://schemas.openxmlformats.org/officeDocument/2006/relationships/image" Target="../media/image7.emf"/><Relationship Id="rId9" Type="http://schemas.openxmlformats.org/officeDocument/2006/relationships/oleObject" Target="../embeddings/oleObject11.bin"/><Relationship Id="rId14" Type="http://schemas.openxmlformats.org/officeDocument/2006/relationships/image" Target="../media/image12.wmf"/><Relationship Id="rId22" Type="http://schemas.openxmlformats.org/officeDocument/2006/relationships/image" Target="../media/image16.wmf"/><Relationship Id="rId27" Type="http://schemas.openxmlformats.org/officeDocument/2006/relationships/oleObject" Target="../embeddings/oleObject20.bin"/><Relationship Id="rId30" Type="http://schemas.openxmlformats.org/officeDocument/2006/relationships/image" Target="../media/image20.wmf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5.emf"/><Relationship Id="rId18" Type="http://schemas.openxmlformats.org/officeDocument/2006/relationships/oleObject" Target="../embeddings/oleObject29.bin"/><Relationship Id="rId26" Type="http://schemas.openxmlformats.org/officeDocument/2006/relationships/oleObject" Target="../embeddings/oleObject33.bin"/><Relationship Id="rId39" Type="http://schemas.openxmlformats.org/officeDocument/2006/relationships/image" Target="../media/image37.wmf"/><Relationship Id="rId21" Type="http://schemas.openxmlformats.org/officeDocument/2006/relationships/image" Target="../media/image29.emf"/><Relationship Id="rId34" Type="http://schemas.openxmlformats.org/officeDocument/2006/relationships/oleObject" Target="../embeddings/oleObject36.bin"/><Relationship Id="rId7" Type="http://schemas.openxmlformats.org/officeDocument/2006/relationships/image" Target="../media/image22.emf"/><Relationship Id="rId12" Type="http://schemas.openxmlformats.org/officeDocument/2006/relationships/oleObject" Target="../embeddings/oleObject26.bin"/><Relationship Id="rId17" Type="http://schemas.openxmlformats.org/officeDocument/2006/relationships/image" Target="../media/image27.emf"/><Relationship Id="rId25" Type="http://schemas.openxmlformats.org/officeDocument/2006/relationships/image" Target="../media/image31.wmf"/><Relationship Id="rId33" Type="http://schemas.openxmlformats.org/officeDocument/2006/relationships/image" Target="../media/image19.wmf"/><Relationship Id="rId38" Type="http://schemas.openxmlformats.org/officeDocument/2006/relationships/oleObject" Target="../embeddings/oleObject38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8.bin"/><Relationship Id="rId20" Type="http://schemas.openxmlformats.org/officeDocument/2006/relationships/oleObject" Target="../embeddings/oleObject30.bin"/><Relationship Id="rId29" Type="http://schemas.openxmlformats.org/officeDocument/2006/relationships/image" Target="../media/image33.wmf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23.bin"/><Relationship Id="rId11" Type="http://schemas.openxmlformats.org/officeDocument/2006/relationships/image" Target="../media/image24.emf"/><Relationship Id="rId24" Type="http://schemas.openxmlformats.org/officeDocument/2006/relationships/oleObject" Target="../embeddings/oleObject32.bin"/><Relationship Id="rId32" Type="http://schemas.openxmlformats.org/officeDocument/2006/relationships/oleObject" Target="../embeddings/oleObject20.bin"/><Relationship Id="rId37" Type="http://schemas.openxmlformats.org/officeDocument/2006/relationships/image" Target="../media/image36.wmf"/><Relationship Id="rId5" Type="http://schemas.openxmlformats.org/officeDocument/2006/relationships/image" Target="../media/image21.emf"/><Relationship Id="rId15" Type="http://schemas.openxmlformats.org/officeDocument/2006/relationships/image" Target="../media/image26.emf"/><Relationship Id="rId23" Type="http://schemas.openxmlformats.org/officeDocument/2006/relationships/image" Target="../media/image30.wmf"/><Relationship Id="rId28" Type="http://schemas.openxmlformats.org/officeDocument/2006/relationships/oleObject" Target="../embeddings/oleObject34.bin"/><Relationship Id="rId36" Type="http://schemas.openxmlformats.org/officeDocument/2006/relationships/oleObject" Target="../embeddings/oleObject37.bin"/><Relationship Id="rId10" Type="http://schemas.openxmlformats.org/officeDocument/2006/relationships/oleObject" Target="../embeddings/oleObject25.bin"/><Relationship Id="rId19" Type="http://schemas.openxmlformats.org/officeDocument/2006/relationships/image" Target="../media/image28.emf"/><Relationship Id="rId31" Type="http://schemas.openxmlformats.org/officeDocument/2006/relationships/image" Target="../media/image34.wmf"/><Relationship Id="rId4" Type="http://schemas.openxmlformats.org/officeDocument/2006/relationships/oleObject" Target="../embeddings/oleObject22.bin"/><Relationship Id="rId9" Type="http://schemas.openxmlformats.org/officeDocument/2006/relationships/image" Target="../media/image23.emf"/><Relationship Id="rId14" Type="http://schemas.openxmlformats.org/officeDocument/2006/relationships/oleObject" Target="../embeddings/oleObject27.bin"/><Relationship Id="rId22" Type="http://schemas.openxmlformats.org/officeDocument/2006/relationships/oleObject" Target="../embeddings/oleObject31.bin"/><Relationship Id="rId27" Type="http://schemas.openxmlformats.org/officeDocument/2006/relationships/image" Target="../media/image32.wmf"/><Relationship Id="rId30" Type="http://schemas.openxmlformats.org/officeDocument/2006/relationships/oleObject" Target="../embeddings/oleObject35.bin"/><Relationship Id="rId35" Type="http://schemas.openxmlformats.org/officeDocument/2006/relationships/image" Target="../media/image35.wmf"/><Relationship Id="rId8" Type="http://schemas.openxmlformats.org/officeDocument/2006/relationships/oleObject" Target="../embeddings/oleObject24.bin"/><Relationship Id="rId3" Type="http://schemas.openxmlformats.org/officeDocument/2006/relationships/notesSlide" Target="../notesSlides/notesSlide2.xml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5.emf"/><Relationship Id="rId18" Type="http://schemas.openxmlformats.org/officeDocument/2006/relationships/oleObject" Target="../embeddings/oleObject29.bin"/><Relationship Id="rId26" Type="http://schemas.openxmlformats.org/officeDocument/2006/relationships/oleObject" Target="../embeddings/oleObject41.bin"/><Relationship Id="rId3" Type="http://schemas.openxmlformats.org/officeDocument/2006/relationships/notesSlide" Target="../notesSlides/notesSlide3.xml"/><Relationship Id="rId21" Type="http://schemas.openxmlformats.org/officeDocument/2006/relationships/image" Target="../media/image29.emf"/><Relationship Id="rId34" Type="http://schemas.openxmlformats.org/officeDocument/2006/relationships/oleObject" Target="../embeddings/oleObject45.bin"/><Relationship Id="rId7" Type="http://schemas.openxmlformats.org/officeDocument/2006/relationships/image" Target="../media/image22.emf"/><Relationship Id="rId12" Type="http://schemas.openxmlformats.org/officeDocument/2006/relationships/oleObject" Target="../embeddings/oleObject26.bin"/><Relationship Id="rId17" Type="http://schemas.openxmlformats.org/officeDocument/2006/relationships/image" Target="../media/image27.emf"/><Relationship Id="rId25" Type="http://schemas.openxmlformats.org/officeDocument/2006/relationships/image" Target="../media/image39.wmf"/><Relationship Id="rId33" Type="http://schemas.openxmlformats.org/officeDocument/2006/relationships/image" Target="../media/image43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8.bin"/><Relationship Id="rId20" Type="http://schemas.openxmlformats.org/officeDocument/2006/relationships/oleObject" Target="../embeddings/oleObject30.bin"/><Relationship Id="rId29" Type="http://schemas.openxmlformats.org/officeDocument/2006/relationships/image" Target="../media/image41.wmf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23.bin"/><Relationship Id="rId11" Type="http://schemas.openxmlformats.org/officeDocument/2006/relationships/image" Target="../media/image24.emf"/><Relationship Id="rId24" Type="http://schemas.openxmlformats.org/officeDocument/2006/relationships/oleObject" Target="../embeddings/oleObject40.bin"/><Relationship Id="rId32" Type="http://schemas.openxmlformats.org/officeDocument/2006/relationships/oleObject" Target="../embeddings/oleObject44.bin"/><Relationship Id="rId5" Type="http://schemas.openxmlformats.org/officeDocument/2006/relationships/image" Target="../media/image21.emf"/><Relationship Id="rId15" Type="http://schemas.openxmlformats.org/officeDocument/2006/relationships/image" Target="../media/image26.emf"/><Relationship Id="rId23" Type="http://schemas.openxmlformats.org/officeDocument/2006/relationships/image" Target="../media/image38.wmf"/><Relationship Id="rId28" Type="http://schemas.openxmlformats.org/officeDocument/2006/relationships/oleObject" Target="../embeddings/oleObject42.bin"/><Relationship Id="rId10" Type="http://schemas.openxmlformats.org/officeDocument/2006/relationships/oleObject" Target="../embeddings/oleObject25.bin"/><Relationship Id="rId19" Type="http://schemas.openxmlformats.org/officeDocument/2006/relationships/image" Target="../media/image28.emf"/><Relationship Id="rId31" Type="http://schemas.openxmlformats.org/officeDocument/2006/relationships/image" Target="../media/image42.wmf"/><Relationship Id="rId4" Type="http://schemas.openxmlformats.org/officeDocument/2006/relationships/oleObject" Target="../embeddings/oleObject22.bin"/><Relationship Id="rId9" Type="http://schemas.openxmlformats.org/officeDocument/2006/relationships/image" Target="../media/image23.emf"/><Relationship Id="rId14" Type="http://schemas.openxmlformats.org/officeDocument/2006/relationships/oleObject" Target="../embeddings/oleObject27.bin"/><Relationship Id="rId22" Type="http://schemas.openxmlformats.org/officeDocument/2006/relationships/oleObject" Target="../embeddings/oleObject39.bin"/><Relationship Id="rId27" Type="http://schemas.openxmlformats.org/officeDocument/2006/relationships/image" Target="../media/image40.wmf"/><Relationship Id="rId30" Type="http://schemas.openxmlformats.org/officeDocument/2006/relationships/oleObject" Target="../embeddings/oleObject43.bin"/><Relationship Id="rId35" Type="http://schemas.openxmlformats.org/officeDocument/2006/relationships/image" Target="../media/image44.wmf"/><Relationship Id="rId8" Type="http://schemas.openxmlformats.org/officeDocument/2006/relationships/oleObject" Target="../embeddings/oleObject24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wmf"/><Relationship Id="rId13" Type="http://schemas.openxmlformats.org/officeDocument/2006/relationships/oleObject" Target="../embeddings/oleObject51.bin"/><Relationship Id="rId18" Type="http://schemas.openxmlformats.org/officeDocument/2006/relationships/image" Target="../media/image52.wmf"/><Relationship Id="rId26" Type="http://schemas.openxmlformats.org/officeDocument/2006/relationships/image" Target="../media/image56.wmf"/><Relationship Id="rId3" Type="http://schemas.openxmlformats.org/officeDocument/2006/relationships/oleObject" Target="../embeddings/oleObject46.bin"/><Relationship Id="rId21" Type="http://schemas.openxmlformats.org/officeDocument/2006/relationships/oleObject" Target="../embeddings/oleObject55.bin"/><Relationship Id="rId7" Type="http://schemas.openxmlformats.org/officeDocument/2006/relationships/oleObject" Target="../embeddings/oleObject48.bin"/><Relationship Id="rId12" Type="http://schemas.openxmlformats.org/officeDocument/2006/relationships/image" Target="../media/image49.wmf"/><Relationship Id="rId17" Type="http://schemas.openxmlformats.org/officeDocument/2006/relationships/oleObject" Target="../embeddings/oleObject53.bin"/><Relationship Id="rId25" Type="http://schemas.openxmlformats.org/officeDocument/2006/relationships/oleObject" Target="../embeddings/oleObject5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1.wmf"/><Relationship Id="rId20" Type="http://schemas.openxmlformats.org/officeDocument/2006/relationships/image" Target="../media/image53.wmf"/><Relationship Id="rId29" Type="http://schemas.openxmlformats.org/officeDocument/2006/relationships/oleObject" Target="../embeddings/oleObject59.bin"/><Relationship Id="rId1" Type="http://schemas.openxmlformats.org/officeDocument/2006/relationships/vmlDrawing" Target="../drawings/vmlDrawing5.vml"/><Relationship Id="rId6" Type="http://schemas.openxmlformats.org/officeDocument/2006/relationships/image" Target="../media/image46.wmf"/><Relationship Id="rId11" Type="http://schemas.openxmlformats.org/officeDocument/2006/relationships/oleObject" Target="../embeddings/oleObject50.bin"/><Relationship Id="rId24" Type="http://schemas.openxmlformats.org/officeDocument/2006/relationships/image" Target="../media/image55.wmf"/><Relationship Id="rId5" Type="http://schemas.openxmlformats.org/officeDocument/2006/relationships/oleObject" Target="../embeddings/oleObject47.bin"/><Relationship Id="rId15" Type="http://schemas.openxmlformats.org/officeDocument/2006/relationships/oleObject" Target="../embeddings/oleObject52.bin"/><Relationship Id="rId23" Type="http://schemas.openxmlformats.org/officeDocument/2006/relationships/oleObject" Target="../embeddings/oleObject56.bin"/><Relationship Id="rId28" Type="http://schemas.openxmlformats.org/officeDocument/2006/relationships/image" Target="../media/image57.wmf"/><Relationship Id="rId10" Type="http://schemas.openxmlformats.org/officeDocument/2006/relationships/image" Target="../media/image48.wmf"/><Relationship Id="rId19" Type="http://schemas.openxmlformats.org/officeDocument/2006/relationships/oleObject" Target="../embeddings/oleObject54.bin"/><Relationship Id="rId4" Type="http://schemas.openxmlformats.org/officeDocument/2006/relationships/image" Target="../media/image45.wmf"/><Relationship Id="rId9" Type="http://schemas.openxmlformats.org/officeDocument/2006/relationships/oleObject" Target="../embeddings/oleObject49.bin"/><Relationship Id="rId14" Type="http://schemas.openxmlformats.org/officeDocument/2006/relationships/image" Target="../media/image50.wmf"/><Relationship Id="rId22" Type="http://schemas.openxmlformats.org/officeDocument/2006/relationships/image" Target="../media/image54.wmf"/><Relationship Id="rId27" Type="http://schemas.openxmlformats.org/officeDocument/2006/relationships/oleObject" Target="../embeddings/oleObject58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wmf"/><Relationship Id="rId13" Type="http://schemas.openxmlformats.org/officeDocument/2006/relationships/oleObject" Target="../embeddings/oleObject65.bin"/><Relationship Id="rId18" Type="http://schemas.openxmlformats.org/officeDocument/2006/relationships/oleObject" Target="../embeddings/oleObject68.bin"/><Relationship Id="rId26" Type="http://schemas.openxmlformats.org/officeDocument/2006/relationships/oleObject" Target="../embeddings/oleObject72.bin"/><Relationship Id="rId3" Type="http://schemas.openxmlformats.org/officeDocument/2006/relationships/oleObject" Target="../embeddings/oleObject60.bin"/><Relationship Id="rId21" Type="http://schemas.openxmlformats.org/officeDocument/2006/relationships/image" Target="../media/image61.wmf"/><Relationship Id="rId7" Type="http://schemas.openxmlformats.org/officeDocument/2006/relationships/oleObject" Target="../embeddings/oleObject62.bin"/><Relationship Id="rId12" Type="http://schemas.openxmlformats.org/officeDocument/2006/relationships/image" Target="../media/image57.wmf"/><Relationship Id="rId17" Type="http://schemas.openxmlformats.org/officeDocument/2006/relationships/image" Target="../media/image59.wmf"/><Relationship Id="rId25" Type="http://schemas.openxmlformats.org/officeDocument/2006/relationships/image" Target="../media/image63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67.bin"/><Relationship Id="rId20" Type="http://schemas.openxmlformats.org/officeDocument/2006/relationships/oleObject" Target="../embeddings/oleObject69.bin"/><Relationship Id="rId29" Type="http://schemas.openxmlformats.org/officeDocument/2006/relationships/image" Target="../media/image65.wmf"/><Relationship Id="rId1" Type="http://schemas.openxmlformats.org/officeDocument/2006/relationships/vmlDrawing" Target="../drawings/vmlDrawing6.vml"/><Relationship Id="rId6" Type="http://schemas.openxmlformats.org/officeDocument/2006/relationships/image" Target="../media/image54.wmf"/><Relationship Id="rId11" Type="http://schemas.openxmlformats.org/officeDocument/2006/relationships/oleObject" Target="../embeddings/oleObject64.bin"/><Relationship Id="rId24" Type="http://schemas.openxmlformats.org/officeDocument/2006/relationships/oleObject" Target="../embeddings/oleObject71.bin"/><Relationship Id="rId5" Type="http://schemas.openxmlformats.org/officeDocument/2006/relationships/oleObject" Target="../embeddings/oleObject61.bin"/><Relationship Id="rId15" Type="http://schemas.openxmlformats.org/officeDocument/2006/relationships/image" Target="../media/image58.wmf"/><Relationship Id="rId23" Type="http://schemas.openxmlformats.org/officeDocument/2006/relationships/image" Target="../media/image62.wmf"/><Relationship Id="rId28" Type="http://schemas.openxmlformats.org/officeDocument/2006/relationships/oleObject" Target="../embeddings/oleObject73.bin"/><Relationship Id="rId10" Type="http://schemas.openxmlformats.org/officeDocument/2006/relationships/image" Target="../media/image56.wmf"/><Relationship Id="rId19" Type="http://schemas.openxmlformats.org/officeDocument/2006/relationships/image" Target="../media/image60.wmf"/><Relationship Id="rId31" Type="http://schemas.openxmlformats.org/officeDocument/2006/relationships/image" Target="../media/image66.wmf"/><Relationship Id="rId4" Type="http://schemas.openxmlformats.org/officeDocument/2006/relationships/image" Target="../media/image53.wmf"/><Relationship Id="rId9" Type="http://schemas.openxmlformats.org/officeDocument/2006/relationships/oleObject" Target="../embeddings/oleObject63.bin"/><Relationship Id="rId14" Type="http://schemas.openxmlformats.org/officeDocument/2006/relationships/oleObject" Target="../embeddings/oleObject66.bin"/><Relationship Id="rId22" Type="http://schemas.openxmlformats.org/officeDocument/2006/relationships/oleObject" Target="../embeddings/oleObject70.bin"/><Relationship Id="rId27" Type="http://schemas.openxmlformats.org/officeDocument/2006/relationships/image" Target="../media/image64.wmf"/><Relationship Id="rId30" Type="http://schemas.openxmlformats.org/officeDocument/2006/relationships/oleObject" Target="../embeddings/oleObject74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wmf"/><Relationship Id="rId13" Type="http://schemas.openxmlformats.org/officeDocument/2006/relationships/oleObject" Target="../embeddings/oleObject80.bin"/><Relationship Id="rId18" Type="http://schemas.openxmlformats.org/officeDocument/2006/relationships/oleObject" Target="../embeddings/oleObject83.bin"/><Relationship Id="rId26" Type="http://schemas.openxmlformats.org/officeDocument/2006/relationships/oleObject" Target="../embeddings/oleObject87.bin"/><Relationship Id="rId3" Type="http://schemas.openxmlformats.org/officeDocument/2006/relationships/oleObject" Target="../embeddings/oleObject75.bin"/><Relationship Id="rId21" Type="http://schemas.openxmlformats.org/officeDocument/2006/relationships/image" Target="../media/image70.wmf"/><Relationship Id="rId7" Type="http://schemas.openxmlformats.org/officeDocument/2006/relationships/oleObject" Target="../embeddings/oleObject77.bin"/><Relationship Id="rId12" Type="http://schemas.openxmlformats.org/officeDocument/2006/relationships/image" Target="../media/image57.wmf"/><Relationship Id="rId17" Type="http://schemas.openxmlformats.org/officeDocument/2006/relationships/image" Target="../media/image68.wmf"/><Relationship Id="rId25" Type="http://schemas.openxmlformats.org/officeDocument/2006/relationships/image" Target="../media/image72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82.bin"/><Relationship Id="rId20" Type="http://schemas.openxmlformats.org/officeDocument/2006/relationships/oleObject" Target="../embeddings/oleObject84.bin"/><Relationship Id="rId1" Type="http://schemas.openxmlformats.org/officeDocument/2006/relationships/vmlDrawing" Target="../drawings/vmlDrawing7.vml"/><Relationship Id="rId6" Type="http://schemas.openxmlformats.org/officeDocument/2006/relationships/image" Target="../media/image54.wmf"/><Relationship Id="rId11" Type="http://schemas.openxmlformats.org/officeDocument/2006/relationships/oleObject" Target="../embeddings/oleObject79.bin"/><Relationship Id="rId24" Type="http://schemas.openxmlformats.org/officeDocument/2006/relationships/oleObject" Target="../embeddings/oleObject86.bin"/><Relationship Id="rId5" Type="http://schemas.openxmlformats.org/officeDocument/2006/relationships/oleObject" Target="../embeddings/oleObject76.bin"/><Relationship Id="rId15" Type="http://schemas.openxmlformats.org/officeDocument/2006/relationships/image" Target="../media/image67.wmf"/><Relationship Id="rId23" Type="http://schemas.openxmlformats.org/officeDocument/2006/relationships/image" Target="../media/image71.wmf"/><Relationship Id="rId10" Type="http://schemas.openxmlformats.org/officeDocument/2006/relationships/image" Target="../media/image56.wmf"/><Relationship Id="rId19" Type="http://schemas.openxmlformats.org/officeDocument/2006/relationships/image" Target="../media/image69.wmf"/><Relationship Id="rId4" Type="http://schemas.openxmlformats.org/officeDocument/2006/relationships/image" Target="../media/image53.wmf"/><Relationship Id="rId9" Type="http://schemas.openxmlformats.org/officeDocument/2006/relationships/oleObject" Target="../embeddings/oleObject78.bin"/><Relationship Id="rId14" Type="http://schemas.openxmlformats.org/officeDocument/2006/relationships/oleObject" Target="../embeddings/oleObject81.bin"/><Relationship Id="rId22" Type="http://schemas.openxmlformats.org/officeDocument/2006/relationships/oleObject" Target="../embeddings/oleObject85.bin"/><Relationship Id="rId27" Type="http://schemas.openxmlformats.org/officeDocument/2006/relationships/image" Target="../media/image73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wmf"/><Relationship Id="rId13" Type="http://schemas.openxmlformats.org/officeDocument/2006/relationships/oleObject" Target="../embeddings/oleObject93.bin"/><Relationship Id="rId18" Type="http://schemas.openxmlformats.org/officeDocument/2006/relationships/image" Target="../media/image54.wmf"/><Relationship Id="rId3" Type="http://schemas.openxmlformats.org/officeDocument/2006/relationships/oleObject" Target="../embeddings/oleObject88.bin"/><Relationship Id="rId21" Type="http://schemas.openxmlformats.org/officeDocument/2006/relationships/oleObject" Target="../embeddings/oleObject78.bin"/><Relationship Id="rId7" Type="http://schemas.openxmlformats.org/officeDocument/2006/relationships/oleObject" Target="../embeddings/oleObject90.bin"/><Relationship Id="rId12" Type="http://schemas.openxmlformats.org/officeDocument/2006/relationships/image" Target="../media/image78.wmf"/><Relationship Id="rId17" Type="http://schemas.openxmlformats.org/officeDocument/2006/relationships/oleObject" Target="../embeddings/oleObject76.bin"/><Relationship Id="rId25" Type="http://schemas.openxmlformats.org/officeDocument/2006/relationships/oleObject" Target="../embeddings/oleObject8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3.wmf"/><Relationship Id="rId20" Type="http://schemas.openxmlformats.org/officeDocument/2006/relationships/image" Target="../media/image55.wmf"/><Relationship Id="rId1" Type="http://schemas.openxmlformats.org/officeDocument/2006/relationships/vmlDrawing" Target="../drawings/vmlDrawing8.vml"/><Relationship Id="rId6" Type="http://schemas.openxmlformats.org/officeDocument/2006/relationships/image" Target="../media/image75.wmf"/><Relationship Id="rId11" Type="http://schemas.openxmlformats.org/officeDocument/2006/relationships/oleObject" Target="../embeddings/oleObject92.bin"/><Relationship Id="rId24" Type="http://schemas.openxmlformats.org/officeDocument/2006/relationships/image" Target="../media/image57.wmf"/><Relationship Id="rId5" Type="http://schemas.openxmlformats.org/officeDocument/2006/relationships/oleObject" Target="../embeddings/oleObject89.bin"/><Relationship Id="rId15" Type="http://schemas.openxmlformats.org/officeDocument/2006/relationships/oleObject" Target="../embeddings/oleObject75.bin"/><Relationship Id="rId23" Type="http://schemas.openxmlformats.org/officeDocument/2006/relationships/oleObject" Target="../embeddings/oleObject79.bin"/><Relationship Id="rId10" Type="http://schemas.openxmlformats.org/officeDocument/2006/relationships/image" Target="../media/image77.wmf"/><Relationship Id="rId19" Type="http://schemas.openxmlformats.org/officeDocument/2006/relationships/oleObject" Target="../embeddings/oleObject77.bin"/><Relationship Id="rId4" Type="http://schemas.openxmlformats.org/officeDocument/2006/relationships/image" Target="../media/image74.wmf"/><Relationship Id="rId9" Type="http://schemas.openxmlformats.org/officeDocument/2006/relationships/oleObject" Target="../embeddings/oleObject91.bin"/><Relationship Id="rId14" Type="http://schemas.openxmlformats.org/officeDocument/2006/relationships/image" Target="../media/image79.wmf"/><Relationship Id="rId22" Type="http://schemas.openxmlformats.org/officeDocument/2006/relationships/image" Target="../media/image56.wmf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4.wmf"/><Relationship Id="rId18" Type="http://schemas.openxmlformats.org/officeDocument/2006/relationships/oleObject" Target="../embeddings/oleObject101.bin"/><Relationship Id="rId26" Type="http://schemas.openxmlformats.org/officeDocument/2006/relationships/oleObject" Target="../embeddings/oleObject105.bin"/><Relationship Id="rId21" Type="http://schemas.openxmlformats.org/officeDocument/2006/relationships/image" Target="../media/image88.wmf"/><Relationship Id="rId34" Type="http://schemas.openxmlformats.org/officeDocument/2006/relationships/oleObject" Target="../embeddings/oleObject109.bin"/><Relationship Id="rId7" Type="http://schemas.openxmlformats.org/officeDocument/2006/relationships/image" Target="../media/image81.wmf"/><Relationship Id="rId12" Type="http://schemas.openxmlformats.org/officeDocument/2006/relationships/oleObject" Target="../embeddings/oleObject98.bin"/><Relationship Id="rId17" Type="http://schemas.openxmlformats.org/officeDocument/2006/relationships/image" Target="../media/image86.wmf"/><Relationship Id="rId25" Type="http://schemas.openxmlformats.org/officeDocument/2006/relationships/image" Target="../media/image90.wmf"/><Relationship Id="rId33" Type="http://schemas.openxmlformats.org/officeDocument/2006/relationships/image" Target="../media/image94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00.bin"/><Relationship Id="rId20" Type="http://schemas.openxmlformats.org/officeDocument/2006/relationships/oleObject" Target="../embeddings/oleObject102.bin"/><Relationship Id="rId29" Type="http://schemas.openxmlformats.org/officeDocument/2006/relationships/image" Target="../media/image92.wmf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95.bin"/><Relationship Id="rId11" Type="http://schemas.openxmlformats.org/officeDocument/2006/relationships/image" Target="../media/image83.wmf"/><Relationship Id="rId24" Type="http://schemas.openxmlformats.org/officeDocument/2006/relationships/oleObject" Target="../embeddings/oleObject104.bin"/><Relationship Id="rId32" Type="http://schemas.openxmlformats.org/officeDocument/2006/relationships/oleObject" Target="../embeddings/oleObject108.bin"/><Relationship Id="rId37" Type="http://schemas.openxmlformats.org/officeDocument/2006/relationships/image" Target="../media/image96.wmf"/><Relationship Id="rId5" Type="http://schemas.openxmlformats.org/officeDocument/2006/relationships/image" Target="../media/image80.wmf"/><Relationship Id="rId15" Type="http://schemas.openxmlformats.org/officeDocument/2006/relationships/image" Target="../media/image85.wmf"/><Relationship Id="rId23" Type="http://schemas.openxmlformats.org/officeDocument/2006/relationships/image" Target="../media/image89.wmf"/><Relationship Id="rId28" Type="http://schemas.openxmlformats.org/officeDocument/2006/relationships/oleObject" Target="../embeddings/oleObject106.bin"/><Relationship Id="rId36" Type="http://schemas.openxmlformats.org/officeDocument/2006/relationships/oleObject" Target="../embeddings/oleObject110.bin"/><Relationship Id="rId10" Type="http://schemas.openxmlformats.org/officeDocument/2006/relationships/oleObject" Target="../embeddings/oleObject97.bin"/><Relationship Id="rId19" Type="http://schemas.openxmlformats.org/officeDocument/2006/relationships/image" Target="../media/image87.wmf"/><Relationship Id="rId31" Type="http://schemas.openxmlformats.org/officeDocument/2006/relationships/image" Target="../media/image93.wmf"/><Relationship Id="rId4" Type="http://schemas.openxmlformats.org/officeDocument/2006/relationships/oleObject" Target="../embeddings/oleObject94.bin"/><Relationship Id="rId9" Type="http://schemas.openxmlformats.org/officeDocument/2006/relationships/image" Target="../media/image82.wmf"/><Relationship Id="rId14" Type="http://schemas.openxmlformats.org/officeDocument/2006/relationships/oleObject" Target="../embeddings/oleObject99.bin"/><Relationship Id="rId22" Type="http://schemas.openxmlformats.org/officeDocument/2006/relationships/oleObject" Target="../embeddings/oleObject103.bin"/><Relationship Id="rId27" Type="http://schemas.openxmlformats.org/officeDocument/2006/relationships/image" Target="../media/image91.wmf"/><Relationship Id="rId30" Type="http://schemas.openxmlformats.org/officeDocument/2006/relationships/oleObject" Target="../embeddings/oleObject107.bin"/><Relationship Id="rId35" Type="http://schemas.openxmlformats.org/officeDocument/2006/relationships/image" Target="../media/image95.wmf"/><Relationship Id="rId8" Type="http://schemas.openxmlformats.org/officeDocument/2006/relationships/oleObject" Target="../embeddings/oleObject96.bin"/><Relationship Id="rId3" Type="http://schemas.openxmlformats.org/officeDocument/2006/relationships/notesSlide" Target="../notesSlides/notesSlide4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9.bin"/><Relationship Id="rId13" Type="http://schemas.openxmlformats.org/officeDocument/2006/relationships/image" Target="../media/image100.wmf"/><Relationship Id="rId18" Type="http://schemas.openxmlformats.org/officeDocument/2006/relationships/oleObject" Target="../embeddings/oleObject117.bin"/><Relationship Id="rId26" Type="http://schemas.openxmlformats.org/officeDocument/2006/relationships/oleObject" Target="../embeddings/oleObject121.bin"/><Relationship Id="rId3" Type="http://schemas.openxmlformats.org/officeDocument/2006/relationships/notesSlide" Target="../notesSlides/notesSlide5.xml"/><Relationship Id="rId21" Type="http://schemas.openxmlformats.org/officeDocument/2006/relationships/image" Target="../media/image104.wmf"/><Relationship Id="rId7" Type="http://schemas.openxmlformats.org/officeDocument/2006/relationships/image" Target="../media/image98.wmf"/><Relationship Id="rId12" Type="http://schemas.openxmlformats.org/officeDocument/2006/relationships/oleObject" Target="../embeddings/oleObject114.bin"/><Relationship Id="rId17" Type="http://schemas.openxmlformats.org/officeDocument/2006/relationships/image" Target="../media/image102.wmf"/><Relationship Id="rId25" Type="http://schemas.openxmlformats.org/officeDocument/2006/relationships/image" Target="../media/image106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16.bin"/><Relationship Id="rId20" Type="http://schemas.openxmlformats.org/officeDocument/2006/relationships/oleObject" Target="../embeddings/oleObject118.bin"/><Relationship Id="rId29" Type="http://schemas.openxmlformats.org/officeDocument/2006/relationships/image" Target="../media/image108.wmf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112.bin"/><Relationship Id="rId11" Type="http://schemas.openxmlformats.org/officeDocument/2006/relationships/image" Target="../media/image99.wmf"/><Relationship Id="rId24" Type="http://schemas.openxmlformats.org/officeDocument/2006/relationships/oleObject" Target="../embeddings/oleObject120.bin"/><Relationship Id="rId5" Type="http://schemas.openxmlformats.org/officeDocument/2006/relationships/image" Target="../media/image97.wmf"/><Relationship Id="rId15" Type="http://schemas.openxmlformats.org/officeDocument/2006/relationships/image" Target="../media/image101.wmf"/><Relationship Id="rId23" Type="http://schemas.openxmlformats.org/officeDocument/2006/relationships/image" Target="../media/image105.wmf"/><Relationship Id="rId28" Type="http://schemas.openxmlformats.org/officeDocument/2006/relationships/oleObject" Target="../embeddings/oleObject122.bin"/><Relationship Id="rId10" Type="http://schemas.openxmlformats.org/officeDocument/2006/relationships/oleObject" Target="../embeddings/oleObject113.bin"/><Relationship Id="rId19" Type="http://schemas.openxmlformats.org/officeDocument/2006/relationships/image" Target="../media/image103.wmf"/><Relationship Id="rId4" Type="http://schemas.openxmlformats.org/officeDocument/2006/relationships/oleObject" Target="../embeddings/oleObject111.bin"/><Relationship Id="rId9" Type="http://schemas.openxmlformats.org/officeDocument/2006/relationships/image" Target="../media/image85.wmf"/><Relationship Id="rId14" Type="http://schemas.openxmlformats.org/officeDocument/2006/relationships/oleObject" Target="../embeddings/oleObject115.bin"/><Relationship Id="rId22" Type="http://schemas.openxmlformats.org/officeDocument/2006/relationships/oleObject" Target="../embeddings/oleObject119.bin"/><Relationship Id="rId27" Type="http://schemas.openxmlformats.org/officeDocument/2006/relationships/image" Target="../media/image107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wmf"/><Relationship Id="rId13" Type="http://schemas.openxmlformats.org/officeDocument/2006/relationships/oleObject" Target="../embeddings/oleObject128.bin"/><Relationship Id="rId18" Type="http://schemas.openxmlformats.org/officeDocument/2006/relationships/image" Target="../media/image116.wmf"/><Relationship Id="rId26" Type="http://schemas.openxmlformats.org/officeDocument/2006/relationships/oleObject" Target="../embeddings/oleObject135.bin"/><Relationship Id="rId3" Type="http://schemas.openxmlformats.org/officeDocument/2006/relationships/oleObject" Target="../embeddings/oleObject123.bin"/><Relationship Id="rId21" Type="http://schemas.openxmlformats.org/officeDocument/2006/relationships/oleObject" Target="../embeddings/oleObject132.bin"/><Relationship Id="rId7" Type="http://schemas.openxmlformats.org/officeDocument/2006/relationships/oleObject" Target="../embeddings/oleObject125.bin"/><Relationship Id="rId12" Type="http://schemas.openxmlformats.org/officeDocument/2006/relationships/image" Target="../media/image113.wmf"/><Relationship Id="rId17" Type="http://schemas.openxmlformats.org/officeDocument/2006/relationships/oleObject" Target="../embeddings/oleObject130.bin"/><Relationship Id="rId25" Type="http://schemas.openxmlformats.org/officeDocument/2006/relationships/image" Target="../media/image119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15.wmf"/><Relationship Id="rId20" Type="http://schemas.openxmlformats.org/officeDocument/2006/relationships/image" Target="../media/image117.wmf"/><Relationship Id="rId29" Type="http://schemas.openxmlformats.org/officeDocument/2006/relationships/image" Target="../media/image121.wmf"/><Relationship Id="rId1" Type="http://schemas.openxmlformats.org/officeDocument/2006/relationships/vmlDrawing" Target="../drawings/vmlDrawing11.vml"/><Relationship Id="rId6" Type="http://schemas.openxmlformats.org/officeDocument/2006/relationships/image" Target="../media/image110.wmf"/><Relationship Id="rId11" Type="http://schemas.openxmlformats.org/officeDocument/2006/relationships/oleObject" Target="../embeddings/oleObject127.bin"/><Relationship Id="rId24" Type="http://schemas.openxmlformats.org/officeDocument/2006/relationships/oleObject" Target="../embeddings/oleObject134.bin"/><Relationship Id="rId5" Type="http://schemas.openxmlformats.org/officeDocument/2006/relationships/oleObject" Target="../embeddings/oleObject124.bin"/><Relationship Id="rId15" Type="http://schemas.openxmlformats.org/officeDocument/2006/relationships/oleObject" Target="../embeddings/oleObject129.bin"/><Relationship Id="rId23" Type="http://schemas.openxmlformats.org/officeDocument/2006/relationships/oleObject" Target="../embeddings/oleObject133.bin"/><Relationship Id="rId28" Type="http://schemas.openxmlformats.org/officeDocument/2006/relationships/oleObject" Target="../embeddings/oleObject136.bin"/><Relationship Id="rId10" Type="http://schemas.openxmlformats.org/officeDocument/2006/relationships/image" Target="../media/image112.wmf"/><Relationship Id="rId19" Type="http://schemas.openxmlformats.org/officeDocument/2006/relationships/oleObject" Target="../embeddings/oleObject131.bin"/><Relationship Id="rId4" Type="http://schemas.openxmlformats.org/officeDocument/2006/relationships/image" Target="../media/image109.wmf"/><Relationship Id="rId9" Type="http://schemas.openxmlformats.org/officeDocument/2006/relationships/oleObject" Target="../embeddings/oleObject126.bin"/><Relationship Id="rId14" Type="http://schemas.openxmlformats.org/officeDocument/2006/relationships/image" Target="../media/image114.wmf"/><Relationship Id="rId22" Type="http://schemas.openxmlformats.org/officeDocument/2006/relationships/image" Target="../media/image118.wmf"/><Relationship Id="rId27" Type="http://schemas.openxmlformats.org/officeDocument/2006/relationships/image" Target="../media/image120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6.wmf"/><Relationship Id="rId13" Type="http://schemas.openxmlformats.org/officeDocument/2006/relationships/oleObject" Target="../embeddings/oleObject142.bin"/><Relationship Id="rId18" Type="http://schemas.openxmlformats.org/officeDocument/2006/relationships/oleObject" Target="../embeddings/oleObject145.bin"/><Relationship Id="rId26" Type="http://schemas.openxmlformats.org/officeDocument/2006/relationships/oleObject" Target="../embeddings/oleObject149.bin"/><Relationship Id="rId3" Type="http://schemas.openxmlformats.org/officeDocument/2006/relationships/oleObject" Target="../embeddings/oleObject137.bin"/><Relationship Id="rId21" Type="http://schemas.openxmlformats.org/officeDocument/2006/relationships/image" Target="../media/image124.wmf"/><Relationship Id="rId7" Type="http://schemas.openxmlformats.org/officeDocument/2006/relationships/oleObject" Target="../embeddings/oleObject139.bin"/><Relationship Id="rId12" Type="http://schemas.openxmlformats.org/officeDocument/2006/relationships/image" Target="../media/image118.wmf"/><Relationship Id="rId17" Type="http://schemas.openxmlformats.org/officeDocument/2006/relationships/image" Target="../media/image120.wmf"/><Relationship Id="rId25" Type="http://schemas.openxmlformats.org/officeDocument/2006/relationships/image" Target="../media/image126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44.bin"/><Relationship Id="rId20" Type="http://schemas.openxmlformats.org/officeDocument/2006/relationships/oleObject" Target="../embeddings/oleObject146.bin"/><Relationship Id="rId29" Type="http://schemas.openxmlformats.org/officeDocument/2006/relationships/image" Target="../media/image128.wmf"/><Relationship Id="rId1" Type="http://schemas.openxmlformats.org/officeDocument/2006/relationships/vmlDrawing" Target="../drawings/vmlDrawing12.vml"/><Relationship Id="rId6" Type="http://schemas.openxmlformats.org/officeDocument/2006/relationships/image" Target="../media/image115.wmf"/><Relationship Id="rId11" Type="http://schemas.openxmlformats.org/officeDocument/2006/relationships/oleObject" Target="../embeddings/oleObject141.bin"/><Relationship Id="rId24" Type="http://schemas.openxmlformats.org/officeDocument/2006/relationships/oleObject" Target="../embeddings/oleObject148.bin"/><Relationship Id="rId5" Type="http://schemas.openxmlformats.org/officeDocument/2006/relationships/oleObject" Target="../embeddings/oleObject138.bin"/><Relationship Id="rId15" Type="http://schemas.openxmlformats.org/officeDocument/2006/relationships/image" Target="../media/image123.wmf"/><Relationship Id="rId23" Type="http://schemas.openxmlformats.org/officeDocument/2006/relationships/image" Target="../media/image125.wmf"/><Relationship Id="rId28" Type="http://schemas.openxmlformats.org/officeDocument/2006/relationships/oleObject" Target="../embeddings/oleObject150.bin"/><Relationship Id="rId10" Type="http://schemas.openxmlformats.org/officeDocument/2006/relationships/image" Target="../media/image117.wmf"/><Relationship Id="rId19" Type="http://schemas.openxmlformats.org/officeDocument/2006/relationships/image" Target="../media/image121.wmf"/><Relationship Id="rId4" Type="http://schemas.openxmlformats.org/officeDocument/2006/relationships/image" Target="../media/image122.wmf"/><Relationship Id="rId9" Type="http://schemas.openxmlformats.org/officeDocument/2006/relationships/oleObject" Target="../embeddings/oleObject140.bin"/><Relationship Id="rId14" Type="http://schemas.openxmlformats.org/officeDocument/2006/relationships/oleObject" Target="../embeddings/oleObject143.bin"/><Relationship Id="rId22" Type="http://schemas.openxmlformats.org/officeDocument/2006/relationships/oleObject" Target="../embeddings/oleObject147.bin"/><Relationship Id="rId27" Type="http://schemas.openxmlformats.org/officeDocument/2006/relationships/image" Target="../media/image127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1.wmf"/><Relationship Id="rId13" Type="http://schemas.openxmlformats.org/officeDocument/2006/relationships/oleObject" Target="../embeddings/oleObject156.bin"/><Relationship Id="rId3" Type="http://schemas.openxmlformats.org/officeDocument/2006/relationships/oleObject" Target="../embeddings/oleObject151.bin"/><Relationship Id="rId7" Type="http://schemas.openxmlformats.org/officeDocument/2006/relationships/oleObject" Target="../embeddings/oleObject153.bin"/><Relationship Id="rId12" Type="http://schemas.openxmlformats.org/officeDocument/2006/relationships/image" Target="../media/image133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130.emf"/><Relationship Id="rId11" Type="http://schemas.openxmlformats.org/officeDocument/2006/relationships/oleObject" Target="../embeddings/oleObject155.bin"/><Relationship Id="rId5" Type="http://schemas.openxmlformats.org/officeDocument/2006/relationships/oleObject" Target="../embeddings/oleObject152.bin"/><Relationship Id="rId10" Type="http://schemas.openxmlformats.org/officeDocument/2006/relationships/image" Target="../media/image132.emf"/><Relationship Id="rId4" Type="http://schemas.openxmlformats.org/officeDocument/2006/relationships/image" Target="../media/image129.wmf"/><Relationship Id="rId9" Type="http://schemas.openxmlformats.org/officeDocument/2006/relationships/oleObject" Target="../embeddings/oleObject154.bin"/><Relationship Id="rId14" Type="http://schemas.openxmlformats.org/officeDocument/2006/relationships/image" Target="../media/image134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6.wmf"/><Relationship Id="rId13" Type="http://schemas.openxmlformats.org/officeDocument/2006/relationships/oleObject" Target="../embeddings/oleObject161.bin"/><Relationship Id="rId18" Type="http://schemas.openxmlformats.org/officeDocument/2006/relationships/image" Target="../media/image141.wmf"/><Relationship Id="rId26" Type="http://schemas.openxmlformats.org/officeDocument/2006/relationships/image" Target="../media/image145.wmf"/><Relationship Id="rId3" Type="http://schemas.openxmlformats.org/officeDocument/2006/relationships/oleObject" Target="../embeddings/oleObject157.bin"/><Relationship Id="rId21" Type="http://schemas.openxmlformats.org/officeDocument/2006/relationships/oleObject" Target="../embeddings/oleObject165.bin"/><Relationship Id="rId7" Type="http://schemas.openxmlformats.org/officeDocument/2006/relationships/oleObject" Target="../embeddings/oleObject158.bin"/><Relationship Id="rId12" Type="http://schemas.openxmlformats.org/officeDocument/2006/relationships/image" Target="../media/image138.wmf"/><Relationship Id="rId17" Type="http://schemas.openxmlformats.org/officeDocument/2006/relationships/oleObject" Target="../embeddings/oleObject163.bin"/><Relationship Id="rId25" Type="http://schemas.openxmlformats.org/officeDocument/2006/relationships/oleObject" Target="../embeddings/oleObject16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40.wmf"/><Relationship Id="rId20" Type="http://schemas.openxmlformats.org/officeDocument/2006/relationships/image" Target="../media/image142.wmf"/><Relationship Id="rId1" Type="http://schemas.openxmlformats.org/officeDocument/2006/relationships/vmlDrawing" Target="../drawings/vmlDrawing14.vml"/><Relationship Id="rId6" Type="http://schemas.openxmlformats.org/officeDocument/2006/relationships/image" Target="../media/image85.wmf"/><Relationship Id="rId11" Type="http://schemas.openxmlformats.org/officeDocument/2006/relationships/oleObject" Target="../embeddings/oleObject160.bin"/><Relationship Id="rId24" Type="http://schemas.openxmlformats.org/officeDocument/2006/relationships/image" Target="../media/image144.wmf"/><Relationship Id="rId5" Type="http://schemas.openxmlformats.org/officeDocument/2006/relationships/oleObject" Target="../embeddings/oleObject99.bin"/><Relationship Id="rId15" Type="http://schemas.openxmlformats.org/officeDocument/2006/relationships/oleObject" Target="../embeddings/oleObject162.bin"/><Relationship Id="rId23" Type="http://schemas.openxmlformats.org/officeDocument/2006/relationships/oleObject" Target="../embeddings/oleObject166.bin"/><Relationship Id="rId10" Type="http://schemas.openxmlformats.org/officeDocument/2006/relationships/image" Target="../media/image137.wmf"/><Relationship Id="rId19" Type="http://schemas.openxmlformats.org/officeDocument/2006/relationships/oleObject" Target="../embeddings/oleObject164.bin"/><Relationship Id="rId4" Type="http://schemas.openxmlformats.org/officeDocument/2006/relationships/image" Target="../media/image135.wmf"/><Relationship Id="rId9" Type="http://schemas.openxmlformats.org/officeDocument/2006/relationships/oleObject" Target="../embeddings/oleObject159.bin"/><Relationship Id="rId14" Type="http://schemas.openxmlformats.org/officeDocument/2006/relationships/image" Target="../media/image139.wmf"/><Relationship Id="rId22" Type="http://schemas.openxmlformats.org/officeDocument/2006/relationships/image" Target="../media/image143.wmf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50.emf"/><Relationship Id="rId18" Type="http://schemas.openxmlformats.org/officeDocument/2006/relationships/oleObject" Target="../embeddings/oleObject175.bin"/><Relationship Id="rId26" Type="http://schemas.openxmlformats.org/officeDocument/2006/relationships/oleObject" Target="../embeddings/oleObject179.bin"/><Relationship Id="rId21" Type="http://schemas.openxmlformats.org/officeDocument/2006/relationships/image" Target="../media/image154.emf"/><Relationship Id="rId34" Type="http://schemas.openxmlformats.org/officeDocument/2006/relationships/oleObject" Target="../embeddings/oleObject183.bin"/><Relationship Id="rId7" Type="http://schemas.openxmlformats.org/officeDocument/2006/relationships/image" Target="../media/image147.wmf"/><Relationship Id="rId12" Type="http://schemas.openxmlformats.org/officeDocument/2006/relationships/oleObject" Target="../embeddings/oleObject172.bin"/><Relationship Id="rId17" Type="http://schemas.openxmlformats.org/officeDocument/2006/relationships/image" Target="../media/image152.emf"/><Relationship Id="rId25" Type="http://schemas.openxmlformats.org/officeDocument/2006/relationships/image" Target="../media/image156.wmf"/><Relationship Id="rId33" Type="http://schemas.openxmlformats.org/officeDocument/2006/relationships/image" Target="../media/image160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74.bin"/><Relationship Id="rId20" Type="http://schemas.openxmlformats.org/officeDocument/2006/relationships/oleObject" Target="../embeddings/oleObject176.bin"/><Relationship Id="rId29" Type="http://schemas.openxmlformats.org/officeDocument/2006/relationships/image" Target="../media/image158.wmf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169.bin"/><Relationship Id="rId11" Type="http://schemas.openxmlformats.org/officeDocument/2006/relationships/image" Target="../media/image149.emf"/><Relationship Id="rId24" Type="http://schemas.openxmlformats.org/officeDocument/2006/relationships/oleObject" Target="../embeddings/oleObject178.bin"/><Relationship Id="rId32" Type="http://schemas.openxmlformats.org/officeDocument/2006/relationships/oleObject" Target="../embeddings/oleObject182.bin"/><Relationship Id="rId37" Type="http://schemas.openxmlformats.org/officeDocument/2006/relationships/image" Target="../media/image162.wmf"/><Relationship Id="rId5" Type="http://schemas.openxmlformats.org/officeDocument/2006/relationships/image" Target="../media/image146.wmf"/><Relationship Id="rId15" Type="http://schemas.openxmlformats.org/officeDocument/2006/relationships/image" Target="../media/image151.emf"/><Relationship Id="rId23" Type="http://schemas.openxmlformats.org/officeDocument/2006/relationships/image" Target="../media/image155.wmf"/><Relationship Id="rId28" Type="http://schemas.openxmlformats.org/officeDocument/2006/relationships/oleObject" Target="../embeddings/oleObject180.bin"/><Relationship Id="rId36" Type="http://schemas.openxmlformats.org/officeDocument/2006/relationships/oleObject" Target="../embeddings/oleObject184.bin"/><Relationship Id="rId10" Type="http://schemas.openxmlformats.org/officeDocument/2006/relationships/oleObject" Target="../embeddings/oleObject171.bin"/><Relationship Id="rId19" Type="http://schemas.openxmlformats.org/officeDocument/2006/relationships/image" Target="../media/image153.emf"/><Relationship Id="rId31" Type="http://schemas.openxmlformats.org/officeDocument/2006/relationships/image" Target="../media/image159.wmf"/><Relationship Id="rId4" Type="http://schemas.openxmlformats.org/officeDocument/2006/relationships/oleObject" Target="../embeddings/oleObject168.bin"/><Relationship Id="rId9" Type="http://schemas.openxmlformats.org/officeDocument/2006/relationships/image" Target="../media/image148.wmf"/><Relationship Id="rId14" Type="http://schemas.openxmlformats.org/officeDocument/2006/relationships/oleObject" Target="../embeddings/oleObject173.bin"/><Relationship Id="rId22" Type="http://schemas.openxmlformats.org/officeDocument/2006/relationships/oleObject" Target="../embeddings/oleObject177.bin"/><Relationship Id="rId27" Type="http://schemas.openxmlformats.org/officeDocument/2006/relationships/image" Target="../media/image157.wmf"/><Relationship Id="rId30" Type="http://schemas.openxmlformats.org/officeDocument/2006/relationships/oleObject" Target="../embeddings/oleObject181.bin"/><Relationship Id="rId35" Type="http://schemas.openxmlformats.org/officeDocument/2006/relationships/image" Target="../media/image161.wmf"/><Relationship Id="rId8" Type="http://schemas.openxmlformats.org/officeDocument/2006/relationships/oleObject" Target="../embeddings/oleObject170.bin"/><Relationship Id="rId3" Type="http://schemas.openxmlformats.org/officeDocument/2006/relationships/notesSlide" Target="../notesSlides/notesSlide6.xml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90.bin"/><Relationship Id="rId18" Type="http://schemas.openxmlformats.org/officeDocument/2006/relationships/image" Target="../media/image170.wmf"/><Relationship Id="rId26" Type="http://schemas.openxmlformats.org/officeDocument/2006/relationships/image" Target="../media/image174.wmf"/><Relationship Id="rId39" Type="http://schemas.openxmlformats.org/officeDocument/2006/relationships/oleObject" Target="../embeddings/oleObject203.bin"/><Relationship Id="rId21" Type="http://schemas.openxmlformats.org/officeDocument/2006/relationships/oleObject" Target="../embeddings/oleObject194.bin"/><Relationship Id="rId34" Type="http://schemas.openxmlformats.org/officeDocument/2006/relationships/image" Target="../media/image178.wmf"/><Relationship Id="rId42" Type="http://schemas.openxmlformats.org/officeDocument/2006/relationships/image" Target="../media/image182.wmf"/><Relationship Id="rId7" Type="http://schemas.openxmlformats.org/officeDocument/2006/relationships/oleObject" Target="../embeddings/oleObject18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69.wmf"/><Relationship Id="rId20" Type="http://schemas.openxmlformats.org/officeDocument/2006/relationships/image" Target="../media/image171.wmf"/><Relationship Id="rId29" Type="http://schemas.openxmlformats.org/officeDocument/2006/relationships/oleObject" Target="../embeddings/oleObject198.bin"/><Relationship Id="rId41" Type="http://schemas.openxmlformats.org/officeDocument/2006/relationships/oleObject" Target="../embeddings/oleObject204.bin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64.wmf"/><Relationship Id="rId11" Type="http://schemas.openxmlformats.org/officeDocument/2006/relationships/oleObject" Target="../embeddings/oleObject189.bin"/><Relationship Id="rId24" Type="http://schemas.openxmlformats.org/officeDocument/2006/relationships/image" Target="../media/image173.wmf"/><Relationship Id="rId32" Type="http://schemas.openxmlformats.org/officeDocument/2006/relationships/image" Target="../media/image177.wmf"/><Relationship Id="rId37" Type="http://schemas.openxmlformats.org/officeDocument/2006/relationships/oleObject" Target="../embeddings/oleObject202.bin"/><Relationship Id="rId40" Type="http://schemas.openxmlformats.org/officeDocument/2006/relationships/image" Target="../media/image181.wmf"/><Relationship Id="rId5" Type="http://schemas.openxmlformats.org/officeDocument/2006/relationships/oleObject" Target="../embeddings/oleObject186.bin"/><Relationship Id="rId15" Type="http://schemas.openxmlformats.org/officeDocument/2006/relationships/oleObject" Target="../embeddings/oleObject191.bin"/><Relationship Id="rId23" Type="http://schemas.openxmlformats.org/officeDocument/2006/relationships/oleObject" Target="../embeddings/oleObject195.bin"/><Relationship Id="rId28" Type="http://schemas.openxmlformats.org/officeDocument/2006/relationships/image" Target="../media/image175.wmf"/><Relationship Id="rId36" Type="http://schemas.openxmlformats.org/officeDocument/2006/relationships/image" Target="../media/image179.wmf"/><Relationship Id="rId10" Type="http://schemas.openxmlformats.org/officeDocument/2006/relationships/image" Target="../media/image166.wmf"/><Relationship Id="rId19" Type="http://schemas.openxmlformats.org/officeDocument/2006/relationships/oleObject" Target="../embeddings/oleObject193.bin"/><Relationship Id="rId31" Type="http://schemas.openxmlformats.org/officeDocument/2006/relationships/oleObject" Target="../embeddings/oleObject199.bin"/><Relationship Id="rId4" Type="http://schemas.openxmlformats.org/officeDocument/2006/relationships/image" Target="../media/image163.wmf"/><Relationship Id="rId9" Type="http://schemas.openxmlformats.org/officeDocument/2006/relationships/oleObject" Target="../embeddings/oleObject188.bin"/><Relationship Id="rId14" Type="http://schemas.openxmlformats.org/officeDocument/2006/relationships/image" Target="../media/image168.wmf"/><Relationship Id="rId22" Type="http://schemas.openxmlformats.org/officeDocument/2006/relationships/image" Target="../media/image172.wmf"/><Relationship Id="rId27" Type="http://schemas.openxmlformats.org/officeDocument/2006/relationships/oleObject" Target="../embeddings/oleObject197.bin"/><Relationship Id="rId30" Type="http://schemas.openxmlformats.org/officeDocument/2006/relationships/image" Target="../media/image176.wmf"/><Relationship Id="rId35" Type="http://schemas.openxmlformats.org/officeDocument/2006/relationships/oleObject" Target="../embeddings/oleObject201.bin"/><Relationship Id="rId8" Type="http://schemas.openxmlformats.org/officeDocument/2006/relationships/image" Target="../media/image165.wmf"/><Relationship Id="rId3" Type="http://schemas.openxmlformats.org/officeDocument/2006/relationships/oleObject" Target="../embeddings/oleObject185.bin"/><Relationship Id="rId12" Type="http://schemas.openxmlformats.org/officeDocument/2006/relationships/image" Target="../media/image167.wmf"/><Relationship Id="rId17" Type="http://schemas.openxmlformats.org/officeDocument/2006/relationships/oleObject" Target="../embeddings/oleObject192.bin"/><Relationship Id="rId25" Type="http://schemas.openxmlformats.org/officeDocument/2006/relationships/oleObject" Target="../embeddings/oleObject196.bin"/><Relationship Id="rId33" Type="http://schemas.openxmlformats.org/officeDocument/2006/relationships/oleObject" Target="../embeddings/oleObject200.bin"/><Relationship Id="rId38" Type="http://schemas.openxmlformats.org/officeDocument/2006/relationships/image" Target="../media/image180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5.wmf"/><Relationship Id="rId13" Type="http://schemas.openxmlformats.org/officeDocument/2006/relationships/oleObject" Target="../embeddings/oleObject210.bin"/><Relationship Id="rId3" Type="http://schemas.openxmlformats.org/officeDocument/2006/relationships/oleObject" Target="../embeddings/oleObject205.bin"/><Relationship Id="rId7" Type="http://schemas.openxmlformats.org/officeDocument/2006/relationships/oleObject" Target="../embeddings/oleObject207.bin"/><Relationship Id="rId12" Type="http://schemas.openxmlformats.org/officeDocument/2006/relationships/image" Target="../media/image187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84.wmf"/><Relationship Id="rId11" Type="http://schemas.openxmlformats.org/officeDocument/2006/relationships/oleObject" Target="../embeddings/oleObject209.bin"/><Relationship Id="rId5" Type="http://schemas.openxmlformats.org/officeDocument/2006/relationships/oleObject" Target="../embeddings/oleObject206.bin"/><Relationship Id="rId10" Type="http://schemas.openxmlformats.org/officeDocument/2006/relationships/image" Target="../media/image186.wmf"/><Relationship Id="rId4" Type="http://schemas.openxmlformats.org/officeDocument/2006/relationships/image" Target="../media/image183.wmf"/><Relationship Id="rId9" Type="http://schemas.openxmlformats.org/officeDocument/2006/relationships/oleObject" Target="../embeddings/oleObject208.bin"/><Relationship Id="rId14" Type="http://schemas.openxmlformats.org/officeDocument/2006/relationships/image" Target="../media/image188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1.emf"/><Relationship Id="rId13" Type="http://schemas.openxmlformats.org/officeDocument/2006/relationships/oleObject" Target="../embeddings/oleObject216.bin"/><Relationship Id="rId3" Type="http://schemas.openxmlformats.org/officeDocument/2006/relationships/oleObject" Target="../embeddings/oleObject211.bin"/><Relationship Id="rId7" Type="http://schemas.openxmlformats.org/officeDocument/2006/relationships/oleObject" Target="../embeddings/oleObject213.bin"/><Relationship Id="rId12" Type="http://schemas.openxmlformats.org/officeDocument/2006/relationships/image" Target="../media/image193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190.emf"/><Relationship Id="rId11" Type="http://schemas.openxmlformats.org/officeDocument/2006/relationships/oleObject" Target="../embeddings/oleObject215.bin"/><Relationship Id="rId5" Type="http://schemas.openxmlformats.org/officeDocument/2006/relationships/oleObject" Target="../embeddings/oleObject212.bin"/><Relationship Id="rId10" Type="http://schemas.openxmlformats.org/officeDocument/2006/relationships/image" Target="../media/image192.emf"/><Relationship Id="rId4" Type="http://schemas.openxmlformats.org/officeDocument/2006/relationships/image" Target="../media/image189.wmf"/><Relationship Id="rId9" Type="http://schemas.openxmlformats.org/officeDocument/2006/relationships/oleObject" Target="../embeddings/oleObject214.bin"/><Relationship Id="rId14" Type="http://schemas.openxmlformats.org/officeDocument/2006/relationships/image" Target="../media/image194.wmf"/></Relationships>
</file>

<file path=ppt/slides/_rels/slide21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22.bin"/><Relationship Id="rId18" Type="http://schemas.openxmlformats.org/officeDocument/2006/relationships/image" Target="../media/image202.emf"/><Relationship Id="rId26" Type="http://schemas.openxmlformats.org/officeDocument/2006/relationships/image" Target="../media/image206.emf"/><Relationship Id="rId39" Type="http://schemas.openxmlformats.org/officeDocument/2006/relationships/oleObject" Target="../embeddings/oleObject235.bin"/><Relationship Id="rId21" Type="http://schemas.openxmlformats.org/officeDocument/2006/relationships/oleObject" Target="../embeddings/oleObject226.bin"/><Relationship Id="rId34" Type="http://schemas.openxmlformats.org/officeDocument/2006/relationships/image" Target="../media/image210.wmf"/><Relationship Id="rId42" Type="http://schemas.openxmlformats.org/officeDocument/2006/relationships/image" Target="../media/image214.wmf"/><Relationship Id="rId47" Type="http://schemas.openxmlformats.org/officeDocument/2006/relationships/oleObject" Target="../embeddings/oleObject239.bin"/><Relationship Id="rId7" Type="http://schemas.openxmlformats.org/officeDocument/2006/relationships/oleObject" Target="../embeddings/oleObject21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01.emf"/><Relationship Id="rId29" Type="http://schemas.openxmlformats.org/officeDocument/2006/relationships/oleObject" Target="../embeddings/oleObject230.bin"/><Relationship Id="rId1" Type="http://schemas.openxmlformats.org/officeDocument/2006/relationships/vmlDrawing" Target="../drawings/vmlDrawing19.vml"/><Relationship Id="rId6" Type="http://schemas.openxmlformats.org/officeDocument/2006/relationships/image" Target="../media/image196.emf"/><Relationship Id="rId11" Type="http://schemas.openxmlformats.org/officeDocument/2006/relationships/oleObject" Target="../embeddings/oleObject221.bin"/><Relationship Id="rId24" Type="http://schemas.openxmlformats.org/officeDocument/2006/relationships/image" Target="../media/image205.wmf"/><Relationship Id="rId32" Type="http://schemas.openxmlformats.org/officeDocument/2006/relationships/image" Target="../media/image209.wmf"/><Relationship Id="rId37" Type="http://schemas.openxmlformats.org/officeDocument/2006/relationships/oleObject" Target="../embeddings/oleObject234.bin"/><Relationship Id="rId40" Type="http://schemas.openxmlformats.org/officeDocument/2006/relationships/image" Target="../media/image213.wmf"/><Relationship Id="rId45" Type="http://schemas.openxmlformats.org/officeDocument/2006/relationships/oleObject" Target="../embeddings/oleObject238.bin"/><Relationship Id="rId5" Type="http://schemas.openxmlformats.org/officeDocument/2006/relationships/oleObject" Target="../embeddings/oleObject218.bin"/><Relationship Id="rId15" Type="http://schemas.openxmlformats.org/officeDocument/2006/relationships/oleObject" Target="../embeddings/oleObject223.bin"/><Relationship Id="rId23" Type="http://schemas.openxmlformats.org/officeDocument/2006/relationships/oleObject" Target="../embeddings/oleObject227.bin"/><Relationship Id="rId28" Type="http://schemas.openxmlformats.org/officeDocument/2006/relationships/image" Target="../media/image207.emf"/><Relationship Id="rId36" Type="http://schemas.openxmlformats.org/officeDocument/2006/relationships/image" Target="../media/image211.wmf"/><Relationship Id="rId10" Type="http://schemas.openxmlformats.org/officeDocument/2006/relationships/image" Target="../media/image198.wmf"/><Relationship Id="rId19" Type="http://schemas.openxmlformats.org/officeDocument/2006/relationships/oleObject" Target="../embeddings/oleObject225.bin"/><Relationship Id="rId31" Type="http://schemas.openxmlformats.org/officeDocument/2006/relationships/oleObject" Target="../embeddings/oleObject231.bin"/><Relationship Id="rId44" Type="http://schemas.openxmlformats.org/officeDocument/2006/relationships/image" Target="../media/image215.wmf"/><Relationship Id="rId4" Type="http://schemas.openxmlformats.org/officeDocument/2006/relationships/image" Target="../media/image195.emf"/><Relationship Id="rId9" Type="http://schemas.openxmlformats.org/officeDocument/2006/relationships/oleObject" Target="../embeddings/oleObject220.bin"/><Relationship Id="rId14" Type="http://schemas.openxmlformats.org/officeDocument/2006/relationships/image" Target="../media/image200.emf"/><Relationship Id="rId22" Type="http://schemas.openxmlformats.org/officeDocument/2006/relationships/image" Target="../media/image204.emf"/><Relationship Id="rId27" Type="http://schemas.openxmlformats.org/officeDocument/2006/relationships/oleObject" Target="../embeddings/oleObject229.bin"/><Relationship Id="rId30" Type="http://schemas.openxmlformats.org/officeDocument/2006/relationships/image" Target="../media/image208.emf"/><Relationship Id="rId35" Type="http://schemas.openxmlformats.org/officeDocument/2006/relationships/oleObject" Target="../embeddings/oleObject233.bin"/><Relationship Id="rId43" Type="http://schemas.openxmlformats.org/officeDocument/2006/relationships/oleObject" Target="../embeddings/oleObject237.bin"/><Relationship Id="rId48" Type="http://schemas.openxmlformats.org/officeDocument/2006/relationships/image" Target="../media/image217.wmf"/><Relationship Id="rId8" Type="http://schemas.openxmlformats.org/officeDocument/2006/relationships/image" Target="../media/image197.emf"/><Relationship Id="rId3" Type="http://schemas.openxmlformats.org/officeDocument/2006/relationships/oleObject" Target="../embeddings/oleObject217.bin"/><Relationship Id="rId12" Type="http://schemas.openxmlformats.org/officeDocument/2006/relationships/image" Target="../media/image199.emf"/><Relationship Id="rId17" Type="http://schemas.openxmlformats.org/officeDocument/2006/relationships/oleObject" Target="../embeddings/oleObject224.bin"/><Relationship Id="rId25" Type="http://schemas.openxmlformats.org/officeDocument/2006/relationships/oleObject" Target="../embeddings/oleObject228.bin"/><Relationship Id="rId33" Type="http://schemas.openxmlformats.org/officeDocument/2006/relationships/oleObject" Target="../embeddings/oleObject232.bin"/><Relationship Id="rId38" Type="http://schemas.openxmlformats.org/officeDocument/2006/relationships/image" Target="../media/image212.wmf"/><Relationship Id="rId46" Type="http://schemas.openxmlformats.org/officeDocument/2006/relationships/image" Target="../media/image216.emf"/><Relationship Id="rId20" Type="http://schemas.openxmlformats.org/officeDocument/2006/relationships/image" Target="../media/image203.emf"/><Relationship Id="rId41" Type="http://schemas.openxmlformats.org/officeDocument/2006/relationships/oleObject" Target="../embeddings/oleObject236.bin"/></Relationships>
</file>

<file path=ppt/slides/_rels/slide22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18.bin"/><Relationship Id="rId18" Type="http://schemas.openxmlformats.org/officeDocument/2006/relationships/image" Target="../media/image199.emf"/><Relationship Id="rId26" Type="http://schemas.openxmlformats.org/officeDocument/2006/relationships/image" Target="../media/image203.emf"/><Relationship Id="rId39" Type="http://schemas.openxmlformats.org/officeDocument/2006/relationships/oleObject" Target="../embeddings/oleObject246.bin"/><Relationship Id="rId21" Type="http://schemas.openxmlformats.org/officeDocument/2006/relationships/oleObject" Target="../embeddings/oleObject223.bin"/><Relationship Id="rId34" Type="http://schemas.openxmlformats.org/officeDocument/2006/relationships/image" Target="../media/image207.emf"/><Relationship Id="rId7" Type="http://schemas.openxmlformats.org/officeDocument/2006/relationships/oleObject" Target="../embeddings/oleObject242.bin"/><Relationship Id="rId12" Type="http://schemas.openxmlformats.org/officeDocument/2006/relationships/image" Target="../media/image195.emf"/><Relationship Id="rId17" Type="http://schemas.openxmlformats.org/officeDocument/2006/relationships/oleObject" Target="../embeddings/oleObject221.bin"/><Relationship Id="rId25" Type="http://schemas.openxmlformats.org/officeDocument/2006/relationships/oleObject" Target="../embeddings/oleObject225.bin"/><Relationship Id="rId33" Type="http://schemas.openxmlformats.org/officeDocument/2006/relationships/oleObject" Target="../embeddings/oleObject244.bin"/><Relationship Id="rId38" Type="http://schemas.openxmlformats.org/officeDocument/2006/relationships/image" Target="../media/image216.e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97.emf"/><Relationship Id="rId20" Type="http://schemas.openxmlformats.org/officeDocument/2006/relationships/image" Target="../media/image200.emf"/><Relationship Id="rId29" Type="http://schemas.openxmlformats.org/officeDocument/2006/relationships/oleObject" Target="../embeddings/oleObject227.bin"/><Relationship Id="rId1" Type="http://schemas.openxmlformats.org/officeDocument/2006/relationships/vmlDrawing" Target="../drawings/vmlDrawing20.vml"/><Relationship Id="rId6" Type="http://schemas.openxmlformats.org/officeDocument/2006/relationships/image" Target="../media/image219.wmf"/><Relationship Id="rId11" Type="http://schemas.openxmlformats.org/officeDocument/2006/relationships/oleObject" Target="../embeddings/oleObject217.bin"/><Relationship Id="rId24" Type="http://schemas.openxmlformats.org/officeDocument/2006/relationships/image" Target="../media/image202.emf"/><Relationship Id="rId32" Type="http://schemas.openxmlformats.org/officeDocument/2006/relationships/image" Target="../media/image206.emf"/><Relationship Id="rId37" Type="http://schemas.openxmlformats.org/officeDocument/2006/relationships/oleObject" Target="../embeddings/oleObject245.bin"/><Relationship Id="rId40" Type="http://schemas.openxmlformats.org/officeDocument/2006/relationships/image" Target="../media/image221.wmf"/><Relationship Id="rId5" Type="http://schemas.openxmlformats.org/officeDocument/2006/relationships/oleObject" Target="../embeddings/oleObject241.bin"/><Relationship Id="rId15" Type="http://schemas.openxmlformats.org/officeDocument/2006/relationships/oleObject" Target="../embeddings/oleObject219.bin"/><Relationship Id="rId23" Type="http://schemas.openxmlformats.org/officeDocument/2006/relationships/oleObject" Target="../embeddings/oleObject224.bin"/><Relationship Id="rId28" Type="http://schemas.openxmlformats.org/officeDocument/2006/relationships/image" Target="../media/image204.emf"/><Relationship Id="rId36" Type="http://schemas.openxmlformats.org/officeDocument/2006/relationships/image" Target="../media/image208.emf"/><Relationship Id="rId10" Type="http://schemas.openxmlformats.org/officeDocument/2006/relationships/image" Target="../media/image217.wmf"/><Relationship Id="rId19" Type="http://schemas.openxmlformats.org/officeDocument/2006/relationships/oleObject" Target="../embeddings/oleObject222.bin"/><Relationship Id="rId31" Type="http://schemas.openxmlformats.org/officeDocument/2006/relationships/oleObject" Target="../embeddings/oleObject228.bin"/><Relationship Id="rId4" Type="http://schemas.openxmlformats.org/officeDocument/2006/relationships/image" Target="../media/image218.wmf"/><Relationship Id="rId9" Type="http://schemas.openxmlformats.org/officeDocument/2006/relationships/oleObject" Target="../embeddings/oleObject243.bin"/><Relationship Id="rId14" Type="http://schemas.openxmlformats.org/officeDocument/2006/relationships/image" Target="../media/image196.emf"/><Relationship Id="rId22" Type="http://schemas.openxmlformats.org/officeDocument/2006/relationships/image" Target="../media/image201.emf"/><Relationship Id="rId27" Type="http://schemas.openxmlformats.org/officeDocument/2006/relationships/oleObject" Target="../embeddings/oleObject226.bin"/><Relationship Id="rId30" Type="http://schemas.openxmlformats.org/officeDocument/2006/relationships/image" Target="../media/image205.wmf"/><Relationship Id="rId35" Type="http://schemas.openxmlformats.org/officeDocument/2006/relationships/oleObject" Target="../embeddings/oleObject230.bin"/><Relationship Id="rId8" Type="http://schemas.openxmlformats.org/officeDocument/2006/relationships/image" Target="../media/image220.wmf"/><Relationship Id="rId3" Type="http://schemas.openxmlformats.org/officeDocument/2006/relationships/oleObject" Target="../embeddings/oleObject240.bin"/></Relationships>
</file>

<file path=ppt/slides/_rels/slide23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52.bin"/><Relationship Id="rId18" Type="http://schemas.openxmlformats.org/officeDocument/2006/relationships/image" Target="../media/image229.emf"/><Relationship Id="rId26" Type="http://schemas.openxmlformats.org/officeDocument/2006/relationships/image" Target="../media/image233.emf"/><Relationship Id="rId39" Type="http://schemas.openxmlformats.org/officeDocument/2006/relationships/oleObject" Target="../embeddings/oleObject265.bin"/><Relationship Id="rId21" Type="http://schemas.openxmlformats.org/officeDocument/2006/relationships/oleObject" Target="../embeddings/oleObject256.bin"/><Relationship Id="rId34" Type="http://schemas.openxmlformats.org/officeDocument/2006/relationships/image" Target="../media/image237.emf"/><Relationship Id="rId7" Type="http://schemas.openxmlformats.org/officeDocument/2006/relationships/oleObject" Target="../embeddings/oleObject249.bin"/><Relationship Id="rId12" Type="http://schemas.openxmlformats.org/officeDocument/2006/relationships/image" Target="../media/image226.emf"/><Relationship Id="rId17" Type="http://schemas.openxmlformats.org/officeDocument/2006/relationships/oleObject" Target="../embeddings/oleObject254.bin"/><Relationship Id="rId25" Type="http://schemas.openxmlformats.org/officeDocument/2006/relationships/oleObject" Target="../embeddings/oleObject258.bin"/><Relationship Id="rId33" Type="http://schemas.openxmlformats.org/officeDocument/2006/relationships/oleObject" Target="../embeddings/oleObject262.bin"/><Relationship Id="rId38" Type="http://schemas.openxmlformats.org/officeDocument/2006/relationships/image" Target="../media/image239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28.emf"/><Relationship Id="rId20" Type="http://schemas.openxmlformats.org/officeDocument/2006/relationships/image" Target="../media/image230.emf"/><Relationship Id="rId29" Type="http://schemas.openxmlformats.org/officeDocument/2006/relationships/oleObject" Target="../embeddings/oleObject260.bin"/><Relationship Id="rId1" Type="http://schemas.openxmlformats.org/officeDocument/2006/relationships/vmlDrawing" Target="../drawings/vmlDrawing21.vml"/><Relationship Id="rId6" Type="http://schemas.openxmlformats.org/officeDocument/2006/relationships/image" Target="../media/image223.wmf"/><Relationship Id="rId11" Type="http://schemas.openxmlformats.org/officeDocument/2006/relationships/oleObject" Target="../embeddings/oleObject251.bin"/><Relationship Id="rId24" Type="http://schemas.openxmlformats.org/officeDocument/2006/relationships/image" Target="../media/image232.emf"/><Relationship Id="rId32" Type="http://schemas.openxmlformats.org/officeDocument/2006/relationships/image" Target="../media/image236.emf"/><Relationship Id="rId37" Type="http://schemas.openxmlformats.org/officeDocument/2006/relationships/oleObject" Target="../embeddings/oleObject264.bin"/><Relationship Id="rId40" Type="http://schemas.openxmlformats.org/officeDocument/2006/relationships/image" Target="../media/image240.wmf"/><Relationship Id="rId5" Type="http://schemas.openxmlformats.org/officeDocument/2006/relationships/oleObject" Target="../embeddings/oleObject248.bin"/><Relationship Id="rId15" Type="http://schemas.openxmlformats.org/officeDocument/2006/relationships/oleObject" Target="../embeddings/oleObject253.bin"/><Relationship Id="rId23" Type="http://schemas.openxmlformats.org/officeDocument/2006/relationships/oleObject" Target="../embeddings/oleObject257.bin"/><Relationship Id="rId28" Type="http://schemas.openxmlformats.org/officeDocument/2006/relationships/image" Target="../media/image234.emf"/><Relationship Id="rId36" Type="http://schemas.openxmlformats.org/officeDocument/2006/relationships/image" Target="../media/image238.emf"/><Relationship Id="rId10" Type="http://schemas.openxmlformats.org/officeDocument/2006/relationships/image" Target="../media/image225.wmf"/><Relationship Id="rId19" Type="http://schemas.openxmlformats.org/officeDocument/2006/relationships/oleObject" Target="../embeddings/oleObject255.bin"/><Relationship Id="rId31" Type="http://schemas.openxmlformats.org/officeDocument/2006/relationships/oleObject" Target="../embeddings/oleObject261.bin"/><Relationship Id="rId4" Type="http://schemas.openxmlformats.org/officeDocument/2006/relationships/image" Target="../media/image222.wmf"/><Relationship Id="rId9" Type="http://schemas.openxmlformats.org/officeDocument/2006/relationships/oleObject" Target="../embeddings/oleObject250.bin"/><Relationship Id="rId14" Type="http://schemas.openxmlformats.org/officeDocument/2006/relationships/image" Target="../media/image227.emf"/><Relationship Id="rId22" Type="http://schemas.openxmlformats.org/officeDocument/2006/relationships/image" Target="../media/image231.emf"/><Relationship Id="rId27" Type="http://schemas.openxmlformats.org/officeDocument/2006/relationships/oleObject" Target="../embeddings/oleObject259.bin"/><Relationship Id="rId30" Type="http://schemas.openxmlformats.org/officeDocument/2006/relationships/image" Target="../media/image235.emf"/><Relationship Id="rId35" Type="http://schemas.openxmlformats.org/officeDocument/2006/relationships/oleObject" Target="../embeddings/oleObject263.bin"/><Relationship Id="rId8" Type="http://schemas.openxmlformats.org/officeDocument/2006/relationships/image" Target="../media/image224.wmf"/><Relationship Id="rId3" Type="http://schemas.openxmlformats.org/officeDocument/2006/relationships/oleObject" Target="../embeddings/oleObject247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3.emf"/><Relationship Id="rId13" Type="http://schemas.openxmlformats.org/officeDocument/2006/relationships/oleObject" Target="../embeddings/oleObject271.bin"/><Relationship Id="rId18" Type="http://schemas.openxmlformats.org/officeDocument/2006/relationships/image" Target="../media/image248.emf"/><Relationship Id="rId26" Type="http://schemas.openxmlformats.org/officeDocument/2006/relationships/image" Target="../media/image239.wmf"/><Relationship Id="rId3" Type="http://schemas.openxmlformats.org/officeDocument/2006/relationships/oleObject" Target="../embeddings/oleObject266.bin"/><Relationship Id="rId21" Type="http://schemas.openxmlformats.org/officeDocument/2006/relationships/oleObject" Target="../embeddings/oleObject275.bin"/><Relationship Id="rId7" Type="http://schemas.openxmlformats.org/officeDocument/2006/relationships/oleObject" Target="../embeddings/oleObject268.bin"/><Relationship Id="rId12" Type="http://schemas.openxmlformats.org/officeDocument/2006/relationships/image" Target="../media/image245.emf"/><Relationship Id="rId17" Type="http://schemas.openxmlformats.org/officeDocument/2006/relationships/oleObject" Target="../embeddings/oleObject273.bin"/><Relationship Id="rId25" Type="http://schemas.openxmlformats.org/officeDocument/2006/relationships/oleObject" Target="../embeddings/oleObject27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47.emf"/><Relationship Id="rId20" Type="http://schemas.openxmlformats.org/officeDocument/2006/relationships/image" Target="../media/image249.emf"/><Relationship Id="rId1" Type="http://schemas.openxmlformats.org/officeDocument/2006/relationships/vmlDrawing" Target="../drawings/vmlDrawing22.vml"/><Relationship Id="rId6" Type="http://schemas.openxmlformats.org/officeDocument/2006/relationships/image" Target="../media/image242.emf"/><Relationship Id="rId11" Type="http://schemas.openxmlformats.org/officeDocument/2006/relationships/oleObject" Target="../embeddings/oleObject270.bin"/><Relationship Id="rId24" Type="http://schemas.openxmlformats.org/officeDocument/2006/relationships/image" Target="../media/image251.wmf"/><Relationship Id="rId5" Type="http://schemas.openxmlformats.org/officeDocument/2006/relationships/oleObject" Target="../embeddings/oleObject267.bin"/><Relationship Id="rId15" Type="http://schemas.openxmlformats.org/officeDocument/2006/relationships/oleObject" Target="../embeddings/oleObject272.bin"/><Relationship Id="rId23" Type="http://schemas.openxmlformats.org/officeDocument/2006/relationships/oleObject" Target="../embeddings/oleObject276.bin"/><Relationship Id="rId10" Type="http://schemas.openxmlformats.org/officeDocument/2006/relationships/image" Target="../media/image244.emf"/><Relationship Id="rId19" Type="http://schemas.openxmlformats.org/officeDocument/2006/relationships/oleObject" Target="../embeddings/oleObject274.bin"/><Relationship Id="rId4" Type="http://schemas.openxmlformats.org/officeDocument/2006/relationships/image" Target="../media/image241.emf"/><Relationship Id="rId9" Type="http://schemas.openxmlformats.org/officeDocument/2006/relationships/oleObject" Target="../embeddings/oleObject269.bin"/><Relationship Id="rId14" Type="http://schemas.openxmlformats.org/officeDocument/2006/relationships/image" Target="../media/image246.emf"/><Relationship Id="rId22" Type="http://schemas.openxmlformats.org/officeDocument/2006/relationships/image" Target="../media/image250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4.wmf"/><Relationship Id="rId13" Type="http://schemas.openxmlformats.org/officeDocument/2006/relationships/oleObject" Target="../embeddings/oleObject283.bin"/><Relationship Id="rId18" Type="http://schemas.openxmlformats.org/officeDocument/2006/relationships/image" Target="../media/image259.wmf"/><Relationship Id="rId3" Type="http://schemas.openxmlformats.org/officeDocument/2006/relationships/oleObject" Target="../embeddings/oleObject278.bin"/><Relationship Id="rId21" Type="http://schemas.openxmlformats.org/officeDocument/2006/relationships/oleObject" Target="../embeddings/oleObject287.bin"/><Relationship Id="rId7" Type="http://schemas.openxmlformats.org/officeDocument/2006/relationships/oleObject" Target="../embeddings/oleObject280.bin"/><Relationship Id="rId12" Type="http://schemas.openxmlformats.org/officeDocument/2006/relationships/image" Target="../media/image256.wmf"/><Relationship Id="rId17" Type="http://schemas.openxmlformats.org/officeDocument/2006/relationships/oleObject" Target="../embeddings/oleObject28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58.wmf"/><Relationship Id="rId20" Type="http://schemas.openxmlformats.org/officeDocument/2006/relationships/image" Target="../media/image260.wmf"/><Relationship Id="rId1" Type="http://schemas.openxmlformats.org/officeDocument/2006/relationships/vmlDrawing" Target="../drawings/vmlDrawing23.vml"/><Relationship Id="rId6" Type="http://schemas.openxmlformats.org/officeDocument/2006/relationships/image" Target="../media/image253.wmf"/><Relationship Id="rId11" Type="http://schemas.openxmlformats.org/officeDocument/2006/relationships/oleObject" Target="../embeddings/oleObject282.bin"/><Relationship Id="rId5" Type="http://schemas.openxmlformats.org/officeDocument/2006/relationships/oleObject" Target="../embeddings/oleObject279.bin"/><Relationship Id="rId15" Type="http://schemas.openxmlformats.org/officeDocument/2006/relationships/oleObject" Target="../embeddings/oleObject284.bin"/><Relationship Id="rId23" Type="http://schemas.openxmlformats.org/officeDocument/2006/relationships/image" Target="../media/image261.wmf"/><Relationship Id="rId10" Type="http://schemas.openxmlformats.org/officeDocument/2006/relationships/image" Target="../media/image255.wmf"/><Relationship Id="rId19" Type="http://schemas.openxmlformats.org/officeDocument/2006/relationships/oleObject" Target="../embeddings/oleObject286.bin"/><Relationship Id="rId4" Type="http://schemas.openxmlformats.org/officeDocument/2006/relationships/image" Target="../media/image252.wmf"/><Relationship Id="rId9" Type="http://schemas.openxmlformats.org/officeDocument/2006/relationships/oleObject" Target="../embeddings/oleObject281.bin"/><Relationship Id="rId14" Type="http://schemas.openxmlformats.org/officeDocument/2006/relationships/image" Target="../media/image257.wmf"/><Relationship Id="rId22" Type="http://schemas.openxmlformats.org/officeDocument/2006/relationships/oleObject" Target="../embeddings/oleObject288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6.wmf"/><Relationship Id="rId13" Type="http://schemas.openxmlformats.org/officeDocument/2006/relationships/oleObject" Target="../embeddings/oleObject285.bin"/><Relationship Id="rId18" Type="http://schemas.openxmlformats.org/officeDocument/2006/relationships/oleObject" Target="../embeddings/oleObject291.bin"/><Relationship Id="rId3" Type="http://schemas.openxmlformats.org/officeDocument/2006/relationships/oleObject" Target="../embeddings/oleObject289.bin"/><Relationship Id="rId21" Type="http://schemas.openxmlformats.org/officeDocument/2006/relationships/image" Target="../media/image264.wmf"/><Relationship Id="rId7" Type="http://schemas.openxmlformats.org/officeDocument/2006/relationships/oleObject" Target="../embeddings/oleObject282.bin"/><Relationship Id="rId12" Type="http://schemas.openxmlformats.org/officeDocument/2006/relationships/image" Target="../media/image258.wmf"/><Relationship Id="rId17" Type="http://schemas.openxmlformats.org/officeDocument/2006/relationships/oleObject" Target="../embeddings/oleObject287.bin"/><Relationship Id="rId25" Type="http://schemas.openxmlformats.org/officeDocument/2006/relationships/image" Target="../media/image266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60.wmf"/><Relationship Id="rId20" Type="http://schemas.openxmlformats.org/officeDocument/2006/relationships/oleObject" Target="../embeddings/oleObject292.bin"/><Relationship Id="rId1" Type="http://schemas.openxmlformats.org/officeDocument/2006/relationships/vmlDrawing" Target="../drawings/vmlDrawing24.vml"/><Relationship Id="rId6" Type="http://schemas.openxmlformats.org/officeDocument/2006/relationships/image" Target="../media/image263.wmf"/><Relationship Id="rId11" Type="http://schemas.openxmlformats.org/officeDocument/2006/relationships/oleObject" Target="../embeddings/oleObject284.bin"/><Relationship Id="rId24" Type="http://schemas.openxmlformats.org/officeDocument/2006/relationships/oleObject" Target="../embeddings/oleObject294.bin"/><Relationship Id="rId5" Type="http://schemas.openxmlformats.org/officeDocument/2006/relationships/oleObject" Target="../embeddings/oleObject290.bin"/><Relationship Id="rId15" Type="http://schemas.openxmlformats.org/officeDocument/2006/relationships/oleObject" Target="../embeddings/oleObject286.bin"/><Relationship Id="rId23" Type="http://schemas.openxmlformats.org/officeDocument/2006/relationships/image" Target="../media/image265.wmf"/><Relationship Id="rId10" Type="http://schemas.openxmlformats.org/officeDocument/2006/relationships/image" Target="../media/image257.wmf"/><Relationship Id="rId19" Type="http://schemas.openxmlformats.org/officeDocument/2006/relationships/image" Target="../media/image261.wmf"/><Relationship Id="rId4" Type="http://schemas.openxmlformats.org/officeDocument/2006/relationships/image" Target="../media/image262.wmf"/><Relationship Id="rId9" Type="http://schemas.openxmlformats.org/officeDocument/2006/relationships/oleObject" Target="../embeddings/oleObject283.bin"/><Relationship Id="rId14" Type="http://schemas.openxmlformats.org/officeDocument/2006/relationships/image" Target="../media/image259.wmf"/><Relationship Id="rId22" Type="http://schemas.openxmlformats.org/officeDocument/2006/relationships/oleObject" Target="../embeddings/oleObject293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8.wmf"/><Relationship Id="rId13" Type="http://schemas.openxmlformats.org/officeDocument/2006/relationships/oleObject" Target="../embeddings/oleObject287.bin"/><Relationship Id="rId18" Type="http://schemas.openxmlformats.org/officeDocument/2006/relationships/oleObject" Target="../embeddings/oleObject297.bin"/><Relationship Id="rId26" Type="http://schemas.openxmlformats.org/officeDocument/2006/relationships/oleObject" Target="../embeddings/oleObject301.bin"/><Relationship Id="rId3" Type="http://schemas.openxmlformats.org/officeDocument/2006/relationships/oleObject" Target="../embeddings/oleObject282.bin"/><Relationship Id="rId21" Type="http://schemas.openxmlformats.org/officeDocument/2006/relationships/image" Target="../media/image269.wmf"/><Relationship Id="rId7" Type="http://schemas.openxmlformats.org/officeDocument/2006/relationships/oleObject" Target="../embeddings/oleObject284.bin"/><Relationship Id="rId12" Type="http://schemas.openxmlformats.org/officeDocument/2006/relationships/image" Target="../media/image260.wmf"/><Relationship Id="rId17" Type="http://schemas.openxmlformats.org/officeDocument/2006/relationships/image" Target="../media/image267.wmf"/><Relationship Id="rId25" Type="http://schemas.openxmlformats.org/officeDocument/2006/relationships/image" Target="../media/image271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96.bin"/><Relationship Id="rId20" Type="http://schemas.openxmlformats.org/officeDocument/2006/relationships/oleObject" Target="../embeddings/oleObject298.bin"/><Relationship Id="rId1" Type="http://schemas.openxmlformats.org/officeDocument/2006/relationships/vmlDrawing" Target="../drawings/vmlDrawing25.vml"/><Relationship Id="rId6" Type="http://schemas.openxmlformats.org/officeDocument/2006/relationships/image" Target="../media/image257.wmf"/><Relationship Id="rId11" Type="http://schemas.openxmlformats.org/officeDocument/2006/relationships/oleObject" Target="../embeddings/oleObject286.bin"/><Relationship Id="rId24" Type="http://schemas.openxmlformats.org/officeDocument/2006/relationships/oleObject" Target="../embeddings/oleObject300.bin"/><Relationship Id="rId5" Type="http://schemas.openxmlformats.org/officeDocument/2006/relationships/oleObject" Target="../embeddings/oleObject283.bin"/><Relationship Id="rId15" Type="http://schemas.openxmlformats.org/officeDocument/2006/relationships/image" Target="../media/image261.wmf"/><Relationship Id="rId23" Type="http://schemas.openxmlformats.org/officeDocument/2006/relationships/image" Target="../media/image270.wmf"/><Relationship Id="rId10" Type="http://schemas.openxmlformats.org/officeDocument/2006/relationships/image" Target="../media/image259.wmf"/><Relationship Id="rId19" Type="http://schemas.openxmlformats.org/officeDocument/2006/relationships/image" Target="../media/image268.wmf"/><Relationship Id="rId4" Type="http://schemas.openxmlformats.org/officeDocument/2006/relationships/image" Target="../media/image256.wmf"/><Relationship Id="rId9" Type="http://schemas.openxmlformats.org/officeDocument/2006/relationships/oleObject" Target="../embeddings/oleObject285.bin"/><Relationship Id="rId14" Type="http://schemas.openxmlformats.org/officeDocument/2006/relationships/oleObject" Target="../embeddings/oleObject295.bin"/><Relationship Id="rId22" Type="http://schemas.openxmlformats.org/officeDocument/2006/relationships/oleObject" Target="../embeddings/oleObject299.bin"/><Relationship Id="rId27" Type="http://schemas.openxmlformats.org/officeDocument/2006/relationships/image" Target="../media/image272.wmf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5.wmf"/><Relationship Id="rId13" Type="http://schemas.openxmlformats.org/officeDocument/2006/relationships/oleObject" Target="../embeddings/oleObject307.bin"/><Relationship Id="rId18" Type="http://schemas.openxmlformats.org/officeDocument/2006/relationships/image" Target="../media/image280.wmf"/><Relationship Id="rId26" Type="http://schemas.openxmlformats.org/officeDocument/2006/relationships/image" Target="../media/image284.wmf"/><Relationship Id="rId3" Type="http://schemas.openxmlformats.org/officeDocument/2006/relationships/oleObject" Target="../embeddings/oleObject302.bin"/><Relationship Id="rId21" Type="http://schemas.openxmlformats.org/officeDocument/2006/relationships/oleObject" Target="../embeddings/oleObject311.bin"/><Relationship Id="rId7" Type="http://schemas.openxmlformats.org/officeDocument/2006/relationships/oleObject" Target="../embeddings/oleObject304.bin"/><Relationship Id="rId12" Type="http://schemas.openxmlformats.org/officeDocument/2006/relationships/image" Target="../media/image277.wmf"/><Relationship Id="rId17" Type="http://schemas.openxmlformats.org/officeDocument/2006/relationships/oleObject" Target="../embeddings/oleObject309.bin"/><Relationship Id="rId25" Type="http://schemas.openxmlformats.org/officeDocument/2006/relationships/oleObject" Target="../embeddings/oleObject31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79.wmf"/><Relationship Id="rId20" Type="http://schemas.openxmlformats.org/officeDocument/2006/relationships/image" Target="../media/image281.wmf"/><Relationship Id="rId29" Type="http://schemas.openxmlformats.org/officeDocument/2006/relationships/oleObject" Target="../embeddings/oleObject315.bin"/><Relationship Id="rId1" Type="http://schemas.openxmlformats.org/officeDocument/2006/relationships/vmlDrawing" Target="../drawings/vmlDrawing26.vml"/><Relationship Id="rId6" Type="http://schemas.openxmlformats.org/officeDocument/2006/relationships/image" Target="../media/image274.wmf"/><Relationship Id="rId11" Type="http://schemas.openxmlformats.org/officeDocument/2006/relationships/oleObject" Target="../embeddings/oleObject306.bin"/><Relationship Id="rId24" Type="http://schemas.openxmlformats.org/officeDocument/2006/relationships/image" Target="../media/image283.wmf"/><Relationship Id="rId32" Type="http://schemas.openxmlformats.org/officeDocument/2006/relationships/image" Target="../media/image287.wmf"/><Relationship Id="rId5" Type="http://schemas.openxmlformats.org/officeDocument/2006/relationships/oleObject" Target="../embeddings/oleObject303.bin"/><Relationship Id="rId15" Type="http://schemas.openxmlformats.org/officeDocument/2006/relationships/oleObject" Target="../embeddings/oleObject308.bin"/><Relationship Id="rId23" Type="http://schemas.openxmlformats.org/officeDocument/2006/relationships/oleObject" Target="../embeddings/oleObject312.bin"/><Relationship Id="rId28" Type="http://schemas.openxmlformats.org/officeDocument/2006/relationships/image" Target="../media/image285.wmf"/><Relationship Id="rId10" Type="http://schemas.openxmlformats.org/officeDocument/2006/relationships/image" Target="../media/image276.wmf"/><Relationship Id="rId19" Type="http://schemas.openxmlformats.org/officeDocument/2006/relationships/oleObject" Target="../embeddings/oleObject310.bin"/><Relationship Id="rId31" Type="http://schemas.openxmlformats.org/officeDocument/2006/relationships/oleObject" Target="../embeddings/oleObject316.bin"/><Relationship Id="rId4" Type="http://schemas.openxmlformats.org/officeDocument/2006/relationships/image" Target="../media/image273.wmf"/><Relationship Id="rId9" Type="http://schemas.openxmlformats.org/officeDocument/2006/relationships/oleObject" Target="../embeddings/oleObject305.bin"/><Relationship Id="rId14" Type="http://schemas.openxmlformats.org/officeDocument/2006/relationships/image" Target="../media/image278.wmf"/><Relationship Id="rId22" Type="http://schemas.openxmlformats.org/officeDocument/2006/relationships/image" Target="../media/image282.wmf"/><Relationship Id="rId27" Type="http://schemas.openxmlformats.org/officeDocument/2006/relationships/oleObject" Target="../embeddings/oleObject314.bin"/><Relationship Id="rId30" Type="http://schemas.openxmlformats.org/officeDocument/2006/relationships/image" Target="../media/image286.wmf"/></Relationships>
</file>

<file path=ppt/slides/_rels/slide31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322.bin"/><Relationship Id="rId18" Type="http://schemas.openxmlformats.org/officeDocument/2006/relationships/image" Target="../media/image282.wmf"/><Relationship Id="rId26" Type="http://schemas.openxmlformats.org/officeDocument/2006/relationships/image" Target="../media/image291.wmf"/><Relationship Id="rId21" Type="http://schemas.openxmlformats.org/officeDocument/2006/relationships/oleObject" Target="../embeddings/oleObject326.bin"/><Relationship Id="rId34" Type="http://schemas.openxmlformats.org/officeDocument/2006/relationships/image" Target="../media/image295.wmf"/><Relationship Id="rId7" Type="http://schemas.openxmlformats.org/officeDocument/2006/relationships/oleObject" Target="../embeddings/oleObject319.bin"/><Relationship Id="rId12" Type="http://schemas.openxmlformats.org/officeDocument/2006/relationships/image" Target="../media/image279.wmf"/><Relationship Id="rId17" Type="http://schemas.openxmlformats.org/officeDocument/2006/relationships/oleObject" Target="../embeddings/oleObject324.bin"/><Relationship Id="rId25" Type="http://schemas.openxmlformats.org/officeDocument/2006/relationships/oleObject" Target="../embeddings/oleObject328.bin"/><Relationship Id="rId33" Type="http://schemas.openxmlformats.org/officeDocument/2006/relationships/oleObject" Target="../embeddings/oleObject332.bin"/><Relationship Id="rId38" Type="http://schemas.openxmlformats.org/officeDocument/2006/relationships/image" Target="../media/image297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81.wmf"/><Relationship Id="rId20" Type="http://schemas.openxmlformats.org/officeDocument/2006/relationships/image" Target="../media/image288.wmf"/><Relationship Id="rId29" Type="http://schemas.openxmlformats.org/officeDocument/2006/relationships/oleObject" Target="../embeddings/oleObject330.bin"/><Relationship Id="rId1" Type="http://schemas.openxmlformats.org/officeDocument/2006/relationships/vmlDrawing" Target="../drawings/vmlDrawing27.vml"/><Relationship Id="rId6" Type="http://schemas.openxmlformats.org/officeDocument/2006/relationships/image" Target="../media/image276.wmf"/><Relationship Id="rId11" Type="http://schemas.openxmlformats.org/officeDocument/2006/relationships/oleObject" Target="../embeddings/oleObject321.bin"/><Relationship Id="rId24" Type="http://schemas.openxmlformats.org/officeDocument/2006/relationships/image" Target="../media/image290.wmf"/><Relationship Id="rId32" Type="http://schemas.openxmlformats.org/officeDocument/2006/relationships/image" Target="../media/image294.wmf"/><Relationship Id="rId37" Type="http://schemas.openxmlformats.org/officeDocument/2006/relationships/oleObject" Target="../embeddings/oleObject334.bin"/><Relationship Id="rId5" Type="http://schemas.openxmlformats.org/officeDocument/2006/relationships/oleObject" Target="../embeddings/oleObject318.bin"/><Relationship Id="rId15" Type="http://schemas.openxmlformats.org/officeDocument/2006/relationships/oleObject" Target="../embeddings/oleObject323.bin"/><Relationship Id="rId23" Type="http://schemas.openxmlformats.org/officeDocument/2006/relationships/oleObject" Target="../embeddings/oleObject327.bin"/><Relationship Id="rId28" Type="http://schemas.openxmlformats.org/officeDocument/2006/relationships/image" Target="../media/image292.wmf"/><Relationship Id="rId36" Type="http://schemas.openxmlformats.org/officeDocument/2006/relationships/image" Target="../media/image296.wmf"/><Relationship Id="rId10" Type="http://schemas.openxmlformats.org/officeDocument/2006/relationships/image" Target="../media/image278.wmf"/><Relationship Id="rId19" Type="http://schemas.openxmlformats.org/officeDocument/2006/relationships/oleObject" Target="../embeddings/oleObject325.bin"/><Relationship Id="rId31" Type="http://schemas.openxmlformats.org/officeDocument/2006/relationships/oleObject" Target="../embeddings/oleObject331.bin"/><Relationship Id="rId4" Type="http://schemas.openxmlformats.org/officeDocument/2006/relationships/image" Target="../media/image275.wmf"/><Relationship Id="rId9" Type="http://schemas.openxmlformats.org/officeDocument/2006/relationships/oleObject" Target="../embeddings/oleObject320.bin"/><Relationship Id="rId14" Type="http://schemas.openxmlformats.org/officeDocument/2006/relationships/image" Target="../media/image280.wmf"/><Relationship Id="rId22" Type="http://schemas.openxmlformats.org/officeDocument/2006/relationships/image" Target="../media/image289.wmf"/><Relationship Id="rId27" Type="http://schemas.openxmlformats.org/officeDocument/2006/relationships/oleObject" Target="../embeddings/oleObject329.bin"/><Relationship Id="rId30" Type="http://schemas.openxmlformats.org/officeDocument/2006/relationships/image" Target="../media/image293.wmf"/><Relationship Id="rId35" Type="http://schemas.openxmlformats.org/officeDocument/2006/relationships/oleObject" Target="../embeddings/oleObject333.bin"/><Relationship Id="rId8" Type="http://schemas.openxmlformats.org/officeDocument/2006/relationships/image" Target="../media/image277.wmf"/><Relationship Id="rId3" Type="http://schemas.openxmlformats.org/officeDocument/2006/relationships/oleObject" Target="../embeddings/oleObject317.bin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0.wmf"/><Relationship Id="rId13" Type="http://schemas.openxmlformats.org/officeDocument/2006/relationships/oleObject" Target="../embeddings/oleObject340.bin"/><Relationship Id="rId18" Type="http://schemas.openxmlformats.org/officeDocument/2006/relationships/image" Target="../media/image305.wmf"/><Relationship Id="rId3" Type="http://schemas.openxmlformats.org/officeDocument/2006/relationships/oleObject" Target="../embeddings/oleObject335.bin"/><Relationship Id="rId7" Type="http://schemas.openxmlformats.org/officeDocument/2006/relationships/oleObject" Target="../embeddings/oleObject337.bin"/><Relationship Id="rId12" Type="http://schemas.openxmlformats.org/officeDocument/2006/relationships/image" Target="../media/image302.wmf"/><Relationship Id="rId17" Type="http://schemas.openxmlformats.org/officeDocument/2006/relationships/oleObject" Target="../embeddings/oleObject34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04.wmf"/><Relationship Id="rId20" Type="http://schemas.openxmlformats.org/officeDocument/2006/relationships/image" Target="../media/image306.wmf"/><Relationship Id="rId1" Type="http://schemas.openxmlformats.org/officeDocument/2006/relationships/vmlDrawing" Target="../drawings/vmlDrawing28.vml"/><Relationship Id="rId6" Type="http://schemas.openxmlformats.org/officeDocument/2006/relationships/image" Target="../media/image299.wmf"/><Relationship Id="rId11" Type="http://schemas.openxmlformats.org/officeDocument/2006/relationships/oleObject" Target="../embeddings/oleObject339.bin"/><Relationship Id="rId5" Type="http://schemas.openxmlformats.org/officeDocument/2006/relationships/oleObject" Target="../embeddings/oleObject336.bin"/><Relationship Id="rId15" Type="http://schemas.openxmlformats.org/officeDocument/2006/relationships/oleObject" Target="../embeddings/oleObject341.bin"/><Relationship Id="rId10" Type="http://schemas.openxmlformats.org/officeDocument/2006/relationships/image" Target="../media/image301.wmf"/><Relationship Id="rId19" Type="http://schemas.openxmlformats.org/officeDocument/2006/relationships/oleObject" Target="../embeddings/oleObject343.bin"/><Relationship Id="rId4" Type="http://schemas.openxmlformats.org/officeDocument/2006/relationships/image" Target="../media/image298.wmf"/><Relationship Id="rId9" Type="http://schemas.openxmlformats.org/officeDocument/2006/relationships/oleObject" Target="../embeddings/oleObject338.bin"/><Relationship Id="rId14" Type="http://schemas.openxmlformats.org/officeDocument/2006/relationships/image" Target="../media/image303.wmf"/></Relationships>
</file>

<file path=ppt/slides/_rels/slide33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349.bin"/><Relationship Id="rId18" Type="http://schemas.openxmlformats.org/officeDocument/2006/relationships/image" Target="../media/image314.wmf"/><Relationship Id="rId26" Type="http://schemas.openxmlformats.org/officeDocument/2006/relationships/image" Target="../media/image318.wmf"/><Relationship Id="rId39" Type="http://schemas.openxmlformats.org/officeDocument/2006/relationships/image" Target="../media/image324.wmf"/><Relationship Id="rId21" Type="http://schemas.openxmlformats.org/officeDocument/2006/relationships/oleObject" Target="../embeddings/oleObject353.bin"/><Relationship Id="rId34" Type="http://schemas.openxmlformats.org/officeDocument/2006/relationships/oleObject" Target="../embeddings/oleObject360.bin"/><Relationship Id="rId7" Type="http://schemas.openxmlformats.org/officeDocument/2006/relationships/oleObject" Target="../embeddings/oleObject346.bin"/><Relationship Id="rId12" Type="http://schemas.openxmlformats.org/officeDocument/2006/relationships/image" Target="../media/image311.wmf"/><Relationship Id="rId17" Type="http://schemas.openxmlformats.org/officeDocument/2006/relationships/oleObject" Target="../embeddings/oleObject351.bin"/><Relationship Id="rId25" Type="http://schemas.openxmlformats.org/officeDocument/2006/relationships/oleObject" Target="../embeddings/oleObject355.bin"/><Relationship Id="rId33" Type="http://schemas.openxmlformats.org/officeDocument/2006/relationships/image" Target="../media/image321.wmf"/><Relationship Id="rId38" Type="http://schemas.openxmlformats.org/officeDocument/2006/relationships/oleObject" Target="../embeddings/oleObject36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13.wmf"/><Relationship Id="rId20" Type="http://schemas.openxmlformats.org/officeDocument/2006/relationships/image" Target="../media/image315.wmf"/><Relationship Id="rId29" Type="http://schemas.openxmlformats.org/officeDocument/2006/relationships/image" Target="../media/image319.wmf"/><Relationship Id="rId1" Type="http://schemas.openxmlformats.org/officeDocument/2006/relationships/vmlDrawing" Target="../drawings/vmlDrawing29.vml"/><Relationship Id="rId6" Type="http://schemas.openxmlformats.org/officeDocument/2006/relationships/image" Target="../media/image308.wmf"/><Relationship Id="rId11" Type="http://schemas.openxmlformats.org/officeDocument/2006/relationships/oleObject" Target="../embeddings/oleObject348.bin"/><Relationship Id="rId24" Type="http://schemas.openxmlformats.org/officeDocument/2006/relationships/image" Target="../media/image317.wmf"/><Relationship Id="rId32" Type="http://schemas.openxmlformats.org/officeDocument/2006/relationships/oleObject" Target="../embeddings/oleObject359.bin"/><Relationship Id="rId37" Type="http://schemas.openxmlformats.org/officeDocument/2006/relationships/image" Target="../media/image323.wmf"/><Relationship Id="rId5" Type="http://schemas.openxmlformats.org/officeDocument/2006/relationships/oleObject" Target="../embeddings/oleObject345.bin"/><Relationship Id="rId15" Type="http://schemas.openxmlformats.org/officeDocument/2006/relationships/oleObject" Target="../embeddings/oleObject350.bin"/><Relationship Id="rId23" Type="http://schemas.openxmlformats.org/officeDocument/2006/relationships/oleObject" Target="../embeddings/oleObject354.bin"/><Relationship Id="rId28" Type="http://schemas.openxmlformats.org/officeDocument/2006/relationships/oleObject" Target="../embeddings/oleObject357.bin"/><Relationship Id="rId36" Type="http://schemas.openxmlformats.org/officeDocument/2006/relationships/oleObject" Target="../embeddings/oleObject361.bin"/><Relationship Id="rId10" Type="http://schemas.openxmlformats.org/officeDocument/2006/relationships/image" Target="../media/image310.wmf"/><Relationship Id="rId19" Type="http://schemas.openxmlformats.org/officeDocument/2006/relationships/oleObject" Target="../embeddings/oleObject352.bin"/><Relationship Id="rId31" Type="http://schemas.openxmlformats.org/officeDocument/2006/relationships/image" Target="../media/image320.wmf"/><Relationship Id="rId4" Type="http://schemas.openxmlformats.org/officeDocument/2006/relationships/image" Target="../media/image307.wmf"/><Relationship Id="rId9" Type="http://schemas.openxmlformats.org/officeDocument/2006/relationships/oleObject" Target="../embeddings/oleObject347.bin"/><Relationship Id="rId14" Type="http://schemas.openxmlformats.org/officeDocument/2006/relationships/image" Target="../media/image312.wmf"/><Relationship Id="rId22" Type="http://schemas.openxmlformats.org/officeDocument/2006/relationships/image" Target="../media/image316.wmf"/><Relationship Id="rId27" Type="http://schemas.openxmlformats.org/officeDocument/2006/relationships/oleObject" Target="../embeddings/oleObject356.bin"/><Relationship Id="rId30" Type="http://schemas.openxmlformats.org/officeDocument/2006/relationships/oleObject" Target="../embeddings/oleObject358.bin"/><Relationship Id="rId35" Type="http://schemas.openxmlformats.org/officeDocument/2006/relationships/image" Target="../media/image322.wmf"/><Relationship Id="rId8" Type="http://schemas.openxmlformats.org/officeDocument/2006/relationships/image" Target="../media/image309.wmf"/><Relationship Id="rId3" Type="http://schemas.openxmlformats.org/officeDocument/2006/relationships/oleObject" Target="../embeddings/oleObject344.bin"/></Relationships>
</file>

<file path=ppt/slides/_rels/slide34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368.bin"/><Relationship Id="rId18" Type="http://schemas.openxmlformats.org/officeDocument/2006/relationships/image" Target="../media/image332.wmf"/><Relationship Id="rId26" Type="http://schemas.openxmlformats.org/officeDocument/2006/relationships/image" Target="../media/image336.wmf"/><Relationship Id="rId21" Type="http://schemas.openxmlformats.org/officeDocument/2006/relationships/oleObject" Target="../embeddings/oleObject372.bin"/><Relationship Id="rId34" Type="http://schemas.openxmlformats.org/officeDocument/2006/relationships/image" Target="../media/image340.wmf"/><Relationship Id="rId7" Type="http://schemas.openxmlformats.org/officeDocument/2006/relationships/oleObject" Target="../embeddings/oleObject365.bin"/><Relationship Id="rId12" Type="http://schemas.openxmlformats.org/officeDocument/2006/relationships/image" Target="../media/image329.wmf"/><Relationship Id="rId17" Type="http://schemas.openxmlformats.org/officeDocument/2006/relationships/oleObject" Target="../embeddings/oleObject370.bin"/><Relationship Id="rId25" Type="http://schemas.openxmlformats.org/officeDocument/2006/relationships/oleObject" Target="../embeddings/oleObject374.bin"/><Relationship Id="rId33" Type="http://schemas.openxmlformats.org/officeDocument/2006/relationships/oleObject" Target="../embeddings/oleObject378.bin"/><Relationship Id="rId38" Type="http://schemas.openxmlformats.org/officeDocument/2006/relationships/image" Target="../media/image342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31.wmf"/><Relationship Id="rId20" Type="http://schemas.openxmlformats.org/officeDocument/2006/relationships/image" Target="../media/image333.wmf"/><Relationship Id="rId29" Type="http://schemas.openxmlformats.org/officeDocument/2006/relationships/oleObject" Target="../embeddings/oleObject376.bin"/><Relationship Id="rId1" Type="http://schemas.openxmlformats.org/officeDocument/2006/relationships/vmlDrawing" Target="../drawings/vmlDrawing30.vml"/><Relationship Id="rId6" Type="http://schemas.openxmlformats.org/officeDocument/2006/relationships/image" Target="../media/image326.wmf"/><Relationship Id="rId11" Type="http://schemas.openxmlformats.org/officeDocument/2006/relationships/oleObject" Target="../embeddings/oleObject367.bin"/><Relationship Id="rId24" Type="http://schemas.openxmlformats.org/officeDocument/2006/relationships/image" Target="../media/image335.wmf"/><Relationship Id="rId32" Type="http://schemas.openxmlformats.org/officeDocument/2006/relationships/image" Target="../media/image339.wmf"/><Relationship Id="rId37" Type="http://schemas.openxmlformats.org/officeDocument/2006/relationships/oleObject" Target="../embeddings/oleObject380.bin"/><Relationship Id="rId5" Type="http://schemas.openxmlformats.org/officeDocument/2006/relationships/oleObject" Target="../embeddings/oleObject364.bin"/><Relationship Id="rId15" Type="http://schemas.openxmlformats.org/officeDocument/2006/relationships/oleObject" Target="../embeddings/oleObject369.bin"/><Relationship Id="rId23" Type="http://schemas.openxmlformats.org/officeDocument/2006/relationships/oleObject" Target="../embeddings/oleObject373.bin"/><Relationship Id="rId28" Type="http://schemas.openxmlformats.org/officeDocument/2006/relationships/image" Target="../media/image337.wmf"/><Relationship Id="rId36" Type="http://schemas.openxmlformats.org/officeDocument/2006/relationships/image" Target="../media/image341.wmf"/><Relationship Id="rId10" Type="http://schemas.openxmlformats.org/officeDocument/2006/relationships/image" Target="../media/image328.wmf"/><Relationship Id="rId19" Type="http://schemas.openxmlformats.org/officeDocument/2006/relationships/oleObject" Target="../embeddings/oleObject371.bin"/><Relationship Id="rId31" Type="http://schemas.openxmlformats.org/officeDocument/2006/relationships/oleObject" Target="../embeddings/oleObject377.bin"/><Relationship Id="rId4" Type="http://schemas.openxmlformats.org/officeDocument/2006/relationships/image" Target="../media/image325.wmf"/><Relationship Id="rId9" Type="http://schemas.openxmlformats.org/officeDocument/2006/relationships/oleObject" Target="../embeddings/oleObject366.bin"/><Relationship Id="rId14" Type="http://schemas.openxmlformats.org/officeDocument/2006/relationships/image" Target="../media/image330.wmf"/><Relationship Id="rId22" Type="http://schemas.openxmlformats.org/officeDocument/2006/relationships/image" Target="../media/image334.wmf"/><Relationship Id="rId27" Type="http://schemas.openxmlformats.org/officeDocument/2006/relationships/oleObject" Target="../embeddings/oleObject375.bin"/><Relationship Id="rId30" Type="http://schemas.openxmlformats.org/officeDocument/2006/relationships/image" Target="../media/image338.wmf"/><Relationship Id="rId35" Type="http://schemas.openxmlformats.org/officeDocument/2006/relationships/oleObject" Target="../embeddings/oleObject379.bin"/><Relationship Id="rId8" Type="http://schemas.openxmlformats.org/officeDocument/2006/relationships/image" Target="../media/image327.wmf"/><Relationship Id="rId3" Type="http://schemas.openxmlformats.org/officeDocument/2006/relationships/oleObject" Target="../embeddings/oleObject363.bin"/></Relationships>
</file>

<file path=ppt/slides/_rels/slide35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386.bin"/><Relationship Id="rId18" Type="http://schemas.openxmlformats.org/officeDocument/2006/relationships/image" Target="../media/image340.wmf"/><Relationship Id="rId26" Type="http://schemas.openxmlformats.org/officeDocument/2006/relationships/image" Target="../media/image344.wmf"/><Relationship Id="rId21" Type="http://schemas.openxmlformats.org/officeDocument/2006/relationships/oleObject" Target="../embeddings/oleObject390.bin"/><Relationship Id="rId34" Type="http://schemas.openxmlformats.org/officeDocument/2006/relationships/image" Target="../media/image348.wmf"/><Relationship Id="rId7" Type="http://schemas.openxmlformats.org/officeDocument/2006/relationships/oleObject" Target="../embeddings/oleObject383.bin"/><Relationship Id="rId12" Type="http://schemas.openxmlformats.org/officeDocument/2006/relationships/image" Target="../media/image332.wmf"/><Relationship Id="rId17" Type="http://schemas.openxmlformats.org/officeDocument/2006/relationships/oleObject" Target="../embeddings/oleObject388.bin"/><Relationship Id="rId25" Type="http://schemas.openxmlformats.org/officeDocument/2006/relationships/oleObject" Target="../embeddings/oleObject392.bin"/><Relationship Id="rId33" Type="http://schemas.openxmlformats.org/officeDocument/2006/relationships/oleObject" Target="../embeddings/oleObject396.bin"/><Relationship Id="rId38" Type="http://schemas.openxmlformats.org/officeDocument/2006/relationships/image" Target="../media/image350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34.wmf"/><Relationship Id="rId20" Type="http://schemas.openxmlformats.org/officeDocument/2006/relationships/image" Target="../media/image341.wmf"/><Relationship Id="rId29" Type="http://schemas.openxmlformats.org/officeDocument/2006/relationships/oleObject" Target="../embeddings/oleObject394.bin"/><Relationship Id="rId1" Type="http://schemas.openxmlformats.org/officeDocument/2006/relationships/vmlDrawing" Target="../drawings/vmlDrawing31.vml"/><Relationship Id="rId6" Type="http://schemas.openxmlformats.org/officeDocument/2006/relationships/image" Target="../media/image329.wmf"/><Relationship Id="rId11" Type="http://schemas.openxmlformats.org/officeDocument/2006/relationships/oleObject" Target="../embeddings/oleObject385.bin"/><Relationship Id="rId24" Type="http://schemas.openxmlformats.org/officeDocument/2006/relationships/image" Target="../media/image343.wmf"/><Relationship Id="rId32" Type="http://schemas.openxmlformats.org/officeDocument/2006/relationships/image" Target="../media/image347.wmf"/><Relationship Id="rId37" Type="http://schemas.openxmlformats.org/officeDocument/2006/relationships/oleObject" Target="../embeddings/oleObject398.bin"/><Relationship Id="rId5" Type="http://schemas.openxmlformats.org/officeDocument/2006/relationships/oleObject" Target="../embeddings/oleObject382.bin"/><Relationship Id="rId15" Type="http://schemas.openxmlformats.org/officeDocument/2006/relationships/oleObject" Target="../embeddings/oleObject387.bin"/><Relationship Id="rId23" Type="http://schemas.openxmlformats.org/officeDocument/2006/relationships/oleObject" Target="../embeddings/oleObject391.bin"/><Relationship Id="rId28" Type="http://schemas.openxmlformats.org/officeDocument/2006/relationships/image" Target="../media/image345.wmf"/><Relationship Id="rId36" Type="http://schemas.openxmlformats.org/officeDocument/2006/relationships/image" Target="../media/image349.wmf"/><Relationship Id="rId10" Type="http://schemas.openxmlformats.org/officeDocument/2006/relationships/image" Target="../media/image331.wmf"/><Relationship Id="rId19" Type="http://schemas.openxmlformats.org/officeDocument/2006/relationships/oleObject" Target="../embeddings/oleObject389.bin"/><Relationship Id="rId31" Type="http://schemas.openxmlformats.org/officeDocument/2006/relationships/oleObject" Target="../embeddings/oleObject395.bin"/><Relationship Id="rId4" Type="http://schemas.openxmlformats.org/officeDocument/2006/relationships/image" Target="../media/image328.wmf"/><Relationship Id="rId9" Type="http://schemas.openxmlformats.org/officeDocument/2006/relationships/oleObject" Target="../embeddings/oleObject384.bin"/><Relationship Id="rId14" Type="http://schemas.openxmlformats.org/officeDocument/2006/relationships/image" Target="../media/image333.wmf"/><Relationship Id="rId22" Type="http://schemas.openxmlformats.org/officeDocument/2006/relationships/image" Target="../media/image342.wmf"/><Relationship Id="rId27" Type="http://schemas.openxmlformats.org/officeDocument/2006/relationships/oleObject" Target="../embeddings/oleObject393.bin"/><Relationship Id="rId30" Type="http://schemas.openxmlformats.org/officeDocument/2006/relationships/image" Target="../media/image346.wmf"/><Relationship Id="rId35" Type="http://schemas.openxmlformats.org/officeDocument/2006/relationships/oleObject" Target="../embeddings/oleObject397.bin"/><Relationship Id="rId8" Type="http://schemas.openxmlformats.org/officeDocument/2006/relationships/image" Target="../media/image330.wmf"/><Relationship Id="rId3" Type="http://schemas.openxmlformats.org/officeDocument/2006/relationships/oleObject" Target="../embeddings/oleObject381.bin"/></Relationships>
</file>

<file path=ppt/slides/_rels/slide36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404.bin"/><Relationship Id="rId18" Type="http://schemas.openxmlformats.org/officeDocument/2006/relationships/image" Target="../media/image358.wmf"/><Relationship Id="rId26" Type="http://schemas.openxmlformats.org/officeDocument/2006/relationships/image" Target="../media/image362.wmf"/><Relationship Id="rId39" Type="http://schemas.openxmlformats.org/officeDocument/2006/relationships/oleObject" Target="../embeddings/oleObject417.bin"/><Relationship Id="rId21" Type="http://schemas.openxmlformats.org/officeDocument/2006/relationships/oleObject" Target="../embeddings/oleObject408.bin"/><Relationship Id="rId34" Type="http://schemas.openxmlformats.org/officeDocument/2006/relationships/image" Target="../media/image366.wmf"/><Relationship Id="rId42" Type="http://schemas.openxmlformats.org/officeDocument/2006/relationships/image" Target="../media/image370.wmf"/><Relationship Id="rId7" Type="http://schemas.openxmlformats.org/officeDocument/2006/relationships/oleObject" Target="../embeddings/oleObject40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57.wmf"/><Relationship Id="rId29" Type="http://schemas.openxmlformats.org/officeDocument/2006/relationships/oleObject" Target="../embeddings/oleObject412.bin"/><Relationship Id="rId1" Type="http://schemas.openxmlformats.org/officeDocument/2006/relationships/vmlDrawing" Target="../drawings/vmlDrawing32.vml"/><Relationship Id="rId6" Type="http://schemas.openxmlformats.org/officeDocument/2006/relationships/image" Target="../media/image352.wmf"/><Relationship Id="rId11" Type="http://schemas.openxmlformats.org/officeDocument/2006/relationships/oleObject" Target="../embeddings/oleObject403.bin"/><Relationship Id="rId24" Type="http://schemas.openxmlformats.org/officeDocument/2006/relationships/image" Target="../media/image361.wmf"/><Relationship Id="rId32" Type="http://schemas.openxmlformats.org/officeDocument/2006/relationships/image" Target="../media/image365.wmf"/><Relationship Id="rId37" Type="http://schemas.openxmlformats.org/officeDocument/2006/relationships/oleObject" Target="../embeddings/oleObject416.bin"/><Relationship Id="rId40" Type="http://schemas.openxmlformats.org/officeDocument/2006/relationships/image" Target="../media/image369.wmf"/><Relationship Id="rId45" Type="http://schemas.openxmlformats.org/officeDocument/2006/relationships/oleObject" Target="../embeddings/oleObject420.bin"/><Relationship Id="rId5" Type="http://schemas.openxmlformats.org/officeDocument/2006/relationships/oleObject" Target="../embeddings/oleObject400.bin"/><Relationship Id="rId15" Type="http://schemas.openxmlformats.org/officeDocument/2006/relationships/oleObject" Target="../embeddings/oleObject405.bin"/><Relationship Id="rId23" Type="http://schemas.openxmlformats.org/officeDocument/2006/relationships/oleObject" Target="../embeddings/oleObject409.bin"/><Relationship Id="rId28" Type="http://schemas.openxmlformats.org/officeDocument/2006/relationships/image" Target="../media/image363.wmf"/><Relationship Id="rId36" Type="http://schemas.openxmlformats.org/officeDocument/2006/relationships/image" Target="../media/image367.wmf"/><Relationship Id="rId10" Type="http://schemas.openxmlformats.org/officeDocument/2006/relationships/image" Target="../media/image354.wmf"/><Relationship Id="rId19" Type="http://schemas.openxmlformats.org/officeDocument/2006/relationships/oleObject" Target="../embeddings/oleObject407.bin"/><Relationship Id="rId31" Type="http://schemas.openxmlformats.org/officeDocument/2006/relationships/oleObject" Target="../embeddings/oleObject413.bin"/><Relationship Id="rId44" Type="http://schemas.openxmlformats.org/officeDocument/2006/relationships/image" Target="../media/image371.wmf"/><Relationship Id="rId4" Type="http://schemas.openxmlformats.org/officeDocument/2006/relationships/image" Target="../media/image351.wmf"/><Relationship Id="rId9" Type="http://schemas.openxmlformats.org/officeDocument/2006/relationships/oleObject" Target="../embeddings/oleObject402.bin"/><Relationship Id="rId14" Type="http://schemas.openxmlformats.org/officeDocument/2006/relationships/image" Target="../media/image356.wmf"/><Relationship Id="rId22" Type="http://schemas.openxmlformats.org/officeDocument/2006/relationships/image" Target="../media/image360.wmf"/><Relationship Id="rId27" Type="http://schemas.openxmlformats.org/officeDocument/2006/relationships/oleObject" Target="../embeddings/oleObject411.bin"/><Relationship Id="rId30" Type="http://schemas.openxmlformats.org/officeDocument/2006/relationships/image" Target="../media/image364.wmf"/><Relationship Id="rId35" Type="http://schemas.openxmlformats.org/officeDocument/2006/relationships/oleObject" Target="../embeddings/oleObject415.bin"/><Relationship Id="rId43" Type="http://schemas.openxmlformats.org/officeDocument/2006/relationships/oleObject" Target="../embeddings/oleObject419.bin"/><Relationship Id="rId8" Type="http://schemas.openxmlformats.org/officeDocument/2006/relationships/image" Target="../media/image353.wmf"/><Relationship Id="rId3" Type="http://schemas.openxmlformats.org/officeDocument/2006/relationships/oleObject" Target="../embeddings/oleObject399.bin"/><Relationship Id="rId12" Type="http://schemas.openxmlformats.org/officeDocument/2006/relationships/image" Target="../media/image355.wmf"/><Relationship Id="rId17" Type="http://schemas.openxmlformats.org/officeDocument/2006/relationships/oleObject" Target="../embeddings/oleObject406.bin"/><Relationship Id="rId25" Type="http://schemas.openxmlformats.org/officeDocument/2006/relationships/oleObject" Target="../embeddings/oleObject410.bin"/><Relationship Id="rId33" Type="http://schemas.openxmlformats.org/officeDocument/2006/relationships/oleObject" Target="../embeddings/oleObject414.bin"/><Relationship Id="rId38" Type="http://schemas.openxmlformats.org/officeDocument/2006/relationships/image" Target="../media/image368.wmf"/><Relationship Id="rId46" Type="http://schemas.openxmlformats.org/officeDocument/2006/relationships/image" Target="../media/image372.wmf"/><Relationship Id="rId20" Type="http://schemas.openxmlformats.org/officeDocument/2006/relationships/image" Target="../media/image359.wmf"/><Relationship Id="rId41" Type="http://schemas.openxmlformats.org/officeDocument/2006/relationships/oleObject" Target="../embeddings/oleObject418.bin"/></Relationships>
</file>

<file path=ppt/slides/_rels/slide37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426.bin"/><Relationship Id="rId18" Type="http://schemas.openxmlformats.org/officeDocument/2006/relationships/image" Target="../media/image380.wmf"/><Relationship Id="rId26" Type="http://schemas.openxmlformats.org/officeDocument/2006/relationships/image" Target="../media/image384.wmf"/><Relationship Id="rId39" Type="http://schemas.openxmlformats.org/officeDocument/2006/relationships/oleObject" Target="../embeddings/oleObject439.bin"/><Relationship Id="rId21" Type="http://schemas.openxmlformats.org/officeDocument/2006/relationships/oleObject" Target="../embeddings/oleObject430.bin"/><Relationship Id="rId34" Type="http://schemas.openxmlformats.org/officeDocument/2006/relationships/image" Target="../media/image388.wmf"/><Relationship Id="rId7" Type="http://schemas.openxmlformats.org/officeDocument/2006/relationships/oleObject" Target="../embeddings/oleObject423.bin"/><Relationship Id="rId12" Type="http://schemas.openxmlformats.org/officeDocument/2006/relationships/image" Target="../media/image377.wmf"/><Relationship Id="rId17" Type="http://schemas.openxmlformats.org/officeDocument/2006/relationships/oleObject" Target="../embeddings/oleObject428.bin"/><Relationship Id="rId25" Type="http://schemas.openxmlformats.org/officeDocument/2006/relationships/oleObject" Target="../embeddings/oleObject432.bin"/><Relationship Id="rId33" Type="http://schemas.openxmlformats.org/officeDocument/2006/relationships/oleObject" Target="../embeddings/oleObject436.bin"/><Relationship Id="rId38" Type="http://schemas.openxmlformats.org/officeDocument/2006/relationships/image" Target="../media/image390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79.wmf"/><Relationship Id="rId20" Type="http://schemas.openxmlformats.org/officeDocument/2006/relationships/image" Target="../media/image381.wmf"/><Relationship Id="rId29" Type="http://schemas.openxmlformats.org/officeDocument/2006/relationships/oleObject" Target="../embeddings/oleObject434.bin"/><Relationship Id="rId1" Type="http://schemas.openxmlformats.org/officeDocument/2006/relationships/vmlDrawing" Target="../drawings/vmlDrawing33.vml"/><Relationship Id="rId6" Type="http://schemas.openxmlformats.org/officeDocument/2006/relationships/image" Target="../media/image374.wmf"/><Relationship Id="rId11" Type="http://schemas.openxmlformats.org/officeDocument/2006/relationships/oleObject" Target="../embeddings/oleObject425.bin"/><Relationship Id="rId24" Type="http://schemas.openxmlformats.org/officeDocument/2006/relationships/image" Target="../media/image383.emf"/><Relationship Id="rId32" Type="http://schemas.openxmlformats.org/officeDocument/2006/relationships/image" Target="../media/image387.wmf"/><Relationship Id="rId37" Type="http://schemas.openxmlformats.org/officeDocument/2006/relationships/oleObject" Target="../embeddings/oleObject438.bin"/><Relationship Id="rId40" Type="http://schemas.openxmlformats.org/officeDocument/2006/relationships/image" Target="../media/image391.wmf"/><Relationship Id="rId5" Type="http://schemas.openxmlformats.org/officeDocument/2006/relationships/oleObject" Target="../embeddings/oleObject422.bin"/><Relationship Id="rId15" Type="http://schemas.openxmlformats.org/officeDocument/2006/relationships/oleObject" Target="../embeddings/oleObject427.bin"/><Relationship Id="rId23" Type="http://schemas.openxmlformats.org/officeDocument/2006/relationships/oleObject" Target="../embeddings/oleObject431.bin"/><Relationship Id="rId28" Type="http://schemas.openxmlformats.org/officeDocument/2006/relationships/image" Target="../media/image385.wmf"/><Relationship Id="rId36" Type="http://schemas.openxmlformats.org/officeDocument/2006/relationships/image" Target="../media/image389.wmf"/><Relationship Id="rId10" Type="http://schemas.openxmlformats.org/officeDocument/2006/relationships/image" Target="../media/image376.wmf"/><Relationship Id="rId19" Type="http://schemas.openxmlformats.org/officeDocument/2006/relationships/oleObject" Target="../embeddings/oleObject429.bin"/><Relationship Id="rId31" Type="http://schemas.openxmlformats.org/officeDocument/2006/relationships/oleObject" Target="../embeddings/oleObject435.bin"/><Relationship Id="rId4" Type="http://schemas.openxmlformats.org/officeDocument/2006/relationships/image" Target="../media/image373.wmf"/><Relationship Id="rId9" Type="http://schemas.openxmlformats.org/officeDocument/2006/relationships/oleObject" Target="../embeddings/oleObject424.bin"/><Relationship Id="rId14" Type="http://schemas.openxmlformats.org/officeDocument/2006/relationships/image" Target="../media/image378.wmf"/><Relationship Id="rId22" Type="http://schemas.openxmlformats.org/officeDocument/2006/relationships/image" Target="../media/image382.wmf"/><Relationship Id="rId27" Type="http://schemas.openxmlformats.org/officeDocument/2006/relationships/oleObject" Target="../embeddings/oleObject433.bin"/><Relationship Id="rId30" Type="http://schemas.openxmlformats.org/officeDocument/2006/relationships/image" Target="../media/image386.wmf"/><Relationship Id="rId35" Type="http://schemas.openxmlformats.org/officeDocument/2006/relationships/oleObject" Target="../embeddings/oleObject437.bin"/><Relationship Id="rId8" Type="http://schemas.openxmlformats.org/officeDocument/2006/relationships/image" Target="../media/image375.wmf"/><Relationship Id="rId3" Type="http://schemas.openxmlformats.org/officeDocument/2006/relationships/oleObject" Target="../embeddings/oleObject421.bin"/></Relationships>
</file>

<file path=ppt/slides/_rels/slide38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444.bin"/><Relationship Id="rId18" Type="http://schemas.openxmlformats.org/officeDocument/2006/relationships/image" Target="../media/image388.wmf"/><Relationship Id="rId26" Type="http://schemas.openxmlformats.org/officeDocument/2006/relationships/image" Target="../media/image395.wmf"/><Relationship Id="rId3" Type="http://schemas.openxmlformats.org/officeDocument/2006/relationships/oleObject" Target="../embeddings/oleObject440.bin"/><Relationship Id="rId21" Type="http://schemas.openxmlformats.org/officeDocument/2006/relationships/oleObject" Target="../embeddings/oleObject448.bin"/><Relationship Id="rId34" Type="http://schemas.openxmlformats.org/officeDocument/2006/relationships/image" Target="../media/image399.wmf"/><Relationship Id="rId7" Type="http://schemas.openxmlformats.org/officeDocument/2006/relationships/oleObject" Target="../embeddings/oleObject431.bin"/><Relationship Id="rId12" Type="http://schemas.openxmlformats.org/officeDocument/2006/relationships/image" Target="../media/image385.wmf"/><Relationship Id="rId17" Type="http://schemas.openxmlformats.org/officeDocument/2006/relationships/oleObject" Target="../embeddings/oleObject446.bin"/><Relationship Id="rId25" Type="http://schemas.openxmlformats.org/officeDocument/2006/relationships/oleObject" Target="../embeddings/oleObject450.bin"/><Relationship Id="rId33" Type="http://schemas.openxmlformats.org/officeDocument/2006/relationships/oleObject" Target="../embeddings/oleObject45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87.wmf"/><Relationship Id="rId20" Type="http://schemas.openxmlformats.org/officeDocument/2006/relationships/image" Target="../media/image392.wmf"/><Relationship Id="rId29" Type="http://schemas.openxmlformats.org/officeDocument/2006/relationships/oleObject" Target="../embeddings/oleObject452.bin"/><Relationship Id="rId1" Type="http://schemas.openxmlformats.org/officeDocument/2006/relationships/vmlDrawing" Target="../drawings/vmlDrawing34.vml"/><Relationship Id="rId6" Type="http://schemas.openxmlformats.org/officeDocument/2006/relationships/image" Target="../media/image382.wmf"/><Relationship Id="rId11" Type="http://schemas.openxmlformats.org/officeDocument/2006/relationships/oleObject" Target="../embeddings/oleObject443.bin"/><Relationship Id="rId24" Type="http://schemas.openxmlformats.org/officeDocument/2006/relationships/image" Target="../media/image394.wmf"/><Relationship Id="rId32" Type="http://schemas.openxmlformats.org/officeDocument/2006/relationships/image" Target="../media/image398.wmf"/><Relationship Id="rId5" Type="http://schemas.openxmlformats.org/officeDocument/2006/relationships/oleObject" Target="../embeddings/oleObject441.bin"/><Relationship Id="rId15" Type="http://schemas.openxmlformats.org/officeDocument/2006/relationships/oleObject" Target="../embeddings/oleObject445.bin"/><Relationship Id="rId23" Type="http://schemas.openxmlformats.org/officeDocument/2006/relationships/oleObject" Target="../embeddings/oleObject449.bin"/><Relationship Id="rId28" Type="http://schemas.openxmlformats.org/officeDocument/2006/relationships/image" Target="../media/image396.wmf"/><Relationship Id="rId36" Type="http://schemas.openxmlformats.org/officeDocument/2006/relationships/image" Target="../media/image400.wmf"/><Relationship Id="rId10" Type="http://schemas.openxmlformats.org/officeDocument/2006/relationships/image" Target="../media/image384.wmf"/><Relationship Id="rId19" Type="http://schemas.openxmlformats.org/officeDocument/2006/relationships/oleObject" Target="../embeddings/oleObject447.bin"/><Relationship Id="rId31" Type="http://schemas.openxmlformats.org/officeDocument/2006/relationships/oleObject" Target="../embeddings/oleObject453.bin"/><Relationship Id="rId4" Type="http://schemas.openxmlformats.org/officeDocument/2006/relationships/image" Target="../media/image381.wmf"/><Relationship Id="rId9" Type="http://schemas.openxmlformats.org/officeDocument/2006/relationships/oleObject" Target="../embeddings/oleObject442.bin"/><Relationship Id="rId14" Type="http://schemas.openxmlformats.org/officeDocument/2006/relationships/image" Target="../media/image386.wmf"/><Relationship Id="rId22" Type="http://schemas.openxmlformats.org/officeDocument/2006/relationships/image" Target="../media/image393.wmf"/><Relationship Id="rId27" Type="http://schemas.openxmlformats.org/officeDocument/2006/relationships/oleObject" Target="../embeddings/oleObject451.bin"/><Relationship Id="rId30" Type="http://schemas.openxmlformats.org/officeDocument/2006/relationships/image" Target="../media/image397.wmf"/><Relationship Id="rId35" Type="http://schemas.openxmlformats.org/officeDocument/2006/relationships/oleObject" Target="../embeddings/oleObject455.bin"/><Relationship Id="rId8" Type="http://schemas.openxmlformats.org/officeDocument/2006/relationships/image" Target="../media/image383.emf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835B39-78F7-4751-919B-4CDBFC1D2396}"/>
              </a:ext>
            </a:extLst>
          </p:cNvPr>
          <p:cNvSpPr txBox="1">
            <a:spLocks/>
          </p:cNvSpPr>
          <p:nvPr/>
        </p:nvSpPr>
        <p:spPr>
          <a:xfrm>
            <a:off x="755576" y="1445000"/>
            <a:ext cx="7772400" cy="11017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第六章  定积分的应用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A9966C3-293D-413A-8FBC-A5B6A29AA07E}"/>
              </a:ext>
            </a:extLst>
          </p:cNvPr>
          <p:cNvSpPr txBox="1">
            <a:spLocks/>
          </p:cNvSpPr>
          <p:nvPr/>
        </p:nvSpPr>
        <p:spPr>
          <a:xfrm>
            <a:off x="1547664" y="2931790"/>
            <a:ext cx="6400800" cy="13144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第三节  定积分在物理学上的应用</a:t>
            </a:r>
          </a:p>
        </p:txBody>
      </p:sp>
    </p:spTree>
    <p:extLst>
      <p:ext uri="{BB962C8B-B14F-4D97-AF65-F5344CB8AC3E}">
        <p14:creationId xmlns:p14="http://schemas.microsoft.com/office/powerpoint/2010/main" val="24379911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>
            <a:extLst>
              <a:ext uri="{FF2B5EF4-FFF2-40B4-BE49-F238E27FC236}">
                <a16:creationId xmlns:a16="http://schemas.microsoft.com/office/drawing/2014/main" id="{15479F5A-9C19-4D0E-B029-A17C8F254CDD}"/>
              </a:ext>
            </a:extLst>
          </p:cNvPr>
          <p:cNvSpPr txBox="1">
            <a:spLocks noChangeArrowheads="1"/>
          </p:cNvSpPr>
          <p:nvPr/>
        </p:nvSpPr>
        <p:spPr>
          <a:xfrm>
            <a:off x="2771800" y="1275606"/>
            <a:ext cx="4480964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002F00"/>
                    </a:gs>
                    <a:gs pos="50000">
                      <a:srgbClr val="006600"/>
                    </a:gs>
                    <a:gs pos="100000">
                      <a:srgbClr val="002F00"/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rgbClr val="6699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一、 变力沿直线所作的功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953690D5-20B7-46E7-8EC6-2040D9D1ED98}"/>
              </a:ext>
            </a:extLst>
          </p:cNvPr>
          <p:cNvSpPr txBox="1">
            <a:spLocks noChangeArrowheads="1"/>
          </p:cNvSpPr>
          <p:nvPr/>
        </p:nvSpPr>
        <p:spPr>
          <a:xfrm>
            <a:off x="2721698" y="2067694"/>
            <a:ext cx="3026203" cy="4616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二、液体侧压力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EB2E067-7271-4B82-9CC4-68496CDC17DD}"/>
              </a:ext>
            </a:extLst>
          </p:cNvPr>
          <p:cNvSpPr txBox="1">
            <a:spLocks noChangeArrowheads="1"/>
          </p:cNvSpPr>
          <p:nvPr/>
        </p:nvSpPr>
        <p:spPr>
          <a:xfrm>
            <a:off x="2721698" y="2931790"/>
            <a:ext cx="2880320" cy="5143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三、引力问题</a:t>
            </a:r>
          </a:p>
        </p:txBody>
      </p:sp>
    </p:spTree>
    <p:extLst>
      <p:ext uri="{BB962C8B-B14F-4D97-AF65-F5344CB8AC3E}">
        <p14:creationId xmlns:p14="http://schemas.microsoft.com/office/powerpoint/2010/main" val="34706082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>
            <a:extLst>
              <a:ext uri="{FF2B5EF4-FFF2-40B4-BE49-F238E27FC236}">
                <a16:creationId xmlns:a16="http://schemas.microsoft.com/office/drawing/2014/main" id="{9126D574-863F-4CBE-90A3-4F631F302604}"/>
              </a:ext>
            </a:extLst>
          </p:cNvPr>
          <p:cNvSpPr txBox="1">
            <a:spLocks noChangeArrowheads="1"/>
          </p:cNvSpPr>
          <p:nvPr/>
        </p:nvSpPr>
        <p:spPr>
          <a:xfrm>
            <a:off x="899592" y="339502"/>
            <a:ext cx="4480964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002F00"/>
                    </a:gs>
                    <a:gs pos="50000">
                      <a:srgbClr val="006600"/>
                    </a:gs>
                    <a:gs pos="100000">
                      <a:srgbClr val="002F00"/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rgbClr val="6699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一、 变力沿直线所作的功</a:t>
            </a:r>
          </a:p>
        </p:txBody>
      </p:sp>
      <p:sp>
        <p:nvSpPr>
          <p:cNvPr id="3" name="Text Box 31">
            <a:extLst>
              <a:ext uri="{FF2B5EF4-FFF2-40B4-BE49-F238E27FC236}">
                <a16:creationId xmlns:a16="http://schemas.microsoft.com/office/drawing/2014/main" id="{04013D27-64E3-432B-A932-BD6E269FF8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9054" y="929738"/>
            <a:ext cx="400052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rgbClr val="3366FF"/>
                </a:solidFill>
                <a:latin typeface="+mn-ea"/>
                <a:ea typeface="+mn-ea"/>
              </a:rPr>
              <a:t>回顾  </a:t>
            </a:r>
            <a:r>
              <a:rPr kumimoji="1"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恒力</a:t>
            </a:r>
            <a:r>
              <a:rPr kumimoji="1" lang="zh-CN" altLang="en-US" sz="2400" b="1" dirty="0">
                <a:latin typeface="+mn-ea"/>
                <a:ea typeface="+mn-ea"/>
              </a:rPr>
              <a:t>沿直线所作的功</a:t>
            </a:r>
          </a:p>
        </p:txBody>
      </p:sp>
      <p:sp>
        <p:nvSpPr>
          <p:cNvPr id="4" name="Text Box 31">
            <a:extLst>
              <a:ext uri="{FF2B5EF4-FFF2-40B4-BE49-F238E27FC236}">
                <a16:creationId xmlns:a16="http://schemas.microsoft.com/office/drawing/2014/main" id="{5D084F76-44B8-4F34-B631-5AB900A78E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9054" y="1556632"/>
            <a:ext cx="217342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一物体在</a:t>
            </a:r>
            <a:r>
              <a:rPr kumimoji="1"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恒力</a:t>
            </a:r>
          </a:p>
        </p:txBody>
      </p:sp>
      <p:sp>
        <p:nvSpPr>
          <p:cNvPr id="9" name="Text Box 31">
            <a:extLst>
              <a:ext uri="{FF2B5EF4-FFF2-40B4-BE49-F238E27FC236}">
                <a16:creationId xmlns:a16="http://schemas.microsoft.com/office/drawing/2014/main" id="{81B9BA77-7902-4F11-B63A-1BCDA2FA22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4370" y="3804700"/>
            <a:ext cx="657333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rgbClr val="3366FF"/>
                </a:solidFill>
                <a:latin typeface="+mn-ea"/>
                <a:ea typeface="+mn-ea"/>
              </a:rPr>
              <a:t>思考</a:t>
            </a:r>
            <a:r>
              <a:rPr kumimoji="1"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  </a:t>
            </a:r>
            <a:r>
              <a:rPr kumimoji="1" lang="zh-CN" altLang="en-US" sz="2400" b="1" dirty="0">
                <a:latin typeface="+mn-ea"/>
                <a:ea typeface="+mn-ea"/>
              </a:rPr>
              <a:t>如果力是变力，如何计算力所作的功</a:t>
            </a:r>
            <a:r>
              <a:rPr kumimoji="1" lang="en-US" altLang="zh-CN" sz="2400" b="1" dirty="0">
                <a:latin typeface="+mn-ea"/>
                <a:ea typeface="+mn-ea"/>
              </a:rPr>
              <a:t>?</a:t>
            </a:r>
            <a:endParaRPr kumimoji="1" lang="zh-CN" altLang="en-US" sz="2400" b="1" dirty="0">
              <a:latin typeface="+mn-ea"/>
              <a:ea typeface="+mn-ea"/>
            </a:endParaRPr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E382299F-DAB3-47C2-B8AF-5D722FEFC3E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8877987"/>
              </p:ext>
            </p:extLst>
          </p:nvPr>
        </p:nvGraphicFramePr>
        <p:xfrm>
          <a:off x="1622126" y="2983928"/>
          <a:ext cx="13954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097" name="Equation" r:id="rId4" imgW="1396800" imgH="279360" progId="Equation.DSMT4">
                  <p:embed/>
                </p:oleObj>
              </mc:Choice>
              <mc:Fallback>
                <p:oleObj name="Equation" r:id="rId4" imgW="1396800" imgH="27936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E382299F-DAB3-47C2-B8AF-5D722FEFC3E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2126" y="2983928"/>
                        <a:ext cx="1395413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组合 4">
            <a:extLst>
              <a:ext uri="{FF2B5EF4-FFF2-40B4-BE49-F238E27FC236}">
                <a16:creationId xmlns:a16="http://schemas.microsoft.com/office/drawing/2014/main" id="{28571E74-4BF3-4C1E-AA08-0C09BA36D32F}"/>
              </a:ext>
            </a:extLst>
          </p:cNvPr>
          <p:cNvGrpSpPr/>
          <p:nvPr/>
        </p:nvGrpSpPr>
        <p:grpSpPr>
          <a:xfrm>
            <a:off x="2879426" y="1573780"/>
            <a:ext cx="4781948" cy="461667"/>
            <a:chOff x="2962275" y="1780727"/>
            <a:chExt cx="4781948" cy="461667"/>
          </a:xfrm>
        </p:grpSpPr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02CBE208-7269-468F-9AED-802B8EDA757A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2962275" y="1879600"/>
            <a:ext cx="277813" cy="2714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3098" name="MathType 6.0 Equation" r:id="rId6" imgW="266400" imgH="266400" progId="Equation.DSMT4">
                    <p:embed/>
                  </p:oleObj>
                </mc:Choice>
                <mc:Fallback>
                  <p:oleObj name="MathType 6.0 Equation" r:id="rId6" imgW="266400" imgH="266400" progId="Equation.DSMT4">
                    <p:embed/>
                    <p:pic>
                      <p:nvPicPr>
                        <p:cNvPr id="6" name="对象 5">
                          <a:extLst>
                            <a:ext uri="{FF2B5EF4-FFF2-40B4-BE49-F238E27FC236}">
                              <a16:creationId xmlns:a16="http://schemas.microsoft.com/office/drawing/2014/main" id="{02CBE208-7269-468F-9AED-802B8EDA757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62275" y="1879600"/>
                          <a:ext cx="277813" cy="2714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Text Box 31">
              <a:extLst>
                <a:ext uri="{FF2B5EF4-FFF2-40B4-BE49-F238E27FC236}">
                  <a16:creationId xmlns:a16="http://schemas.microsoft.com/office/drawing/2014/main" id="{77B12505-A02C-4E28-AEC4-111E5096F8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73431" y="1780729"/>
              <a:ext cx="273630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latin typeface="+mn-ea"/>
                  <a:ea typeface="+mn-ea"/>
                </a:rPr>
                <a:t>的作用下沿直线从</a:t>
              </a:r>
            </a:p>
          </p:txBody>
        </p:sp>
        <p:sp>
          <p:nvSpPr>
            <p:cNvPr id="12" name="Text Box 31">
              <a:extLst>
                <a:ext uri="{FF2B5EF4-FFF2-40B4-BE49-F238E27FC236}">
                  <a16:creationId xmlns:a16="http://schemas.microsoft.com/office/drawing/2014/main" id="{4638EEC8-CC70-4FF6-AAA5-4F96F3C247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29434" y="1780727"/>
              <a:ext cx="142999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latin typeface="+mn-ea"/>
                  <a:ea typeface="+mn-ea"/>
                </a:rPr>
                <a:t>移动到点</a:t>
              </a:r>
            </a:p>
          </p:txBody>
        </p:sp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F3490EB1-7210-4CCA-AF92-EE8C11E58A4F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5778609" y="1876623"/>
            <a:ext cx="250825" cy="2698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3099" name="MathType 6.0 Equation" r:id="rId8" imgW="241200" imgH="266400" progId="Equation.DSMT4">
                    <p:embed/>
                  </p:oleObj>
                </mc:Choice>
                <mc:Fallback>
                  <p:oleObj name="MathType 6.0 Equation" r:id="rId8" imgW="241200" imgH="266400" progId="Equation.DSMT4">
                    <p:embed/>
                    <p:pic>
                      <p:nvPicPr>
                        <p:cNvPr id="14" name="对象 13">
                          <a:extLst>
                            <a:ext uri="{FF2B5EF4-FFF2-40B4-BE49-F238E27FC236}">
                              <a16:creationId xmlns:a16="http://schemas.microsoft.com/office/drawing/2014/main" id="{F3490EB1-7210-4CCA-AF92-EE8C11E58A4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78609" y="1876623"/>
                          <a:ext cx="250825" cy="2698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701E1EAB-7346-4A96-981F-0727F220367C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7414023" y="1890282"/>
            <a:ext cx="330200" cy="3349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3100" name="MathType 6.0 Equation" r:id="rId10" imgW="317160" imgH="330120" progId="Equation.DSMT4">
                    <p:embed/>
                  </p:oleObj>
                </mc:Choice>
                <mc:Fallback>
                  <p:oleObj name="MathType 6.0 Equation" r:id="rId10" imgW="317160" imgH="330120" progId="Equation.DSMT4">
                    <p:embed/>
                    <p:pic>
                      <p:nvPicPr>
                        <p:cNvPr id="15" name="对象 14">
                          <a:extLst>
                            <a:ext uri="{FF2B5EF4-FFF2-40B4-BE49-F238E27FC236}">
                              <a16:creationId xmlns:a16="http://schemas.microsoft.com/office/drawing/2014/main" id="{701E1EAB-7346-4A96-981F-0727F220367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414023" y="1890282"/>
                          <a:ext cx="330200" cy="3349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6" name="Text Box 31">
            <a:extLst>
              <a:ext uri="{FF2B5EF4-FFF2-40B4-BE49-F238E27FC236}">
                <a16:creationId xmlns:a16="http://schemas.microsoft.com/office/drawing/2014/main" id="{144A09DC-C09A-429D-9714-C4C9AE1043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2364502"/>
            <a:ext cx="498085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None/>
            </a:pPr>
            <a:r>
              <a:rPr kumimoji="1"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</a:rPr>
              <a:t>向与位移方向平行，求力所作的功</a:t>
            </a:r>
            <a:r>
              <a:rPr kumimoji="1"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</a:rPr>
              <a:t>.</a:t>
            </a:r>
            <a:endParaRPr kumimoji="1" lang="zh-CN" altLang="en-US" sz="2400" b="1" dirty="0">
              <a:latin typeface="+mn-ea"/>
              <a:ea typeface="+mn-ea"/>
            </a:endParaRP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2845A347-3B64-44BA-AFDF-D566C3AFE769}"/>
              </a:ext>
            </a:extLst>
          </p:cNvPr>
          <p:cNvCxnSpPr/>
          <p:nvPr/>
        </p:nvCxnSpPr>
        <p:spPr>
          <a:xfrm>
            <a:off x="4457023" y="3084883"/>
            <a:ext cx="367240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84D77EB4-44A9-4F91-9C05-88685B773501}"/>
              </a:ext>
            </a:extLst>
          </p:cNvPr>
          <p:cNvSpPr/>
          <p:nvPr/>
        </p:nvSpPr>
        <p:spPr>
          <a:xfrm>
            <a:off x="4879582" y="2694160"/>
            <a:ext cx="473665" cy="386662"/>
          </a:xfrm>
          <a:prstGeom prst="rect">
            <a:avLst/>
          </a:prstGeom>
          <a:noFill/>
          <a:ln>
            <a:solidFill>
              <a:srgbClr val="33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E97B0C94-2179-417A-B642-8CE7756BDAFD}"/>
              </a:ext>
            </a:extLst>
          </p:cNvPr>
          <p:cNvGrpSpPr/>
          <p:nvPr/>
        </p:nvGrpSpPr>
        <p:grpSpPr>
          <a:xfrm>
            <a:off x="4929510" y="2940867"/>
            <a:ext cx="250825" cy="467710"/>
            <a:chOff x="5012359" y="3147814"/>
            <a:chExt cx="250825" cy="467710"/>
          </a:xfrm>
        </p:grpSpPr>
        <p:graphicFrame>
          <p:nvGraphicFramePr>
            <p:cNvPr id="22" name="对象 21">
              <a:extLst>
                <a:ext uri="{FF2B5EF4-FFF2-40B4-BE49-F238E27FC236}">
                  <a16:creationId xmlns:a16="http://schemas.microsoft.com/office/drawing/2014/main" id="{EDA3DD30-1A06-4E98-B178-019C996C893F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5012359" y="3345649"/>
            <a:ext cx="250825" cy="2698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3101" name="MathType 6.0 Equation" r:id="rId12" imgW="241200" imgH="266400" progId="Equation.DSMT4">
                    <p:embed/>
                  </p:oleObj>
                </mc:Choice>
                <mc:Fallback>
                  <p:oleObj name="MathType 6.0 Equation" r:id="rId12" imgW="241200" imgH="266400" progId="Equation.DSMT4">
                    <p:embed/>
                    <p:pic>
                      <p:nvPicPr>
                        <p:cNvPr id="22" name="对象 21">
                          <a:extLst>
                            <a:ext uri="{FF2B5EF4-FFF2-40B4-BE49-F238E27FC236}">
                              <a16:creationId xmlns:a16="http://schemas.microsoft.com/office/drawing/2014/main" id="{EDA3DD30-1A06-4E98-B178-019C996C893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12359" y="3345649"/>
                          <a:ext cx="250825" cy="2698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A0FAFC79-F61A-4E29-8623-BE38384E8010}"/>
                </a:ext>
              </a:extLst>
            </p:cNvPr>
            <p:cNvCxnSpPr>
              <a:cxnSpLocks/>
            </p:cNvCxnSpPr>
            <p:nvPr/>
          </p:nvCxnSpPr>
          <p:spPr>
            <a:xfrm>
              <a:off x="5220072" y="3147814"/>
              <a:ext cx="0" cy="14287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AEC0023A-9D5D-4440-9592-F84EA42D3B06}"/>
              </a:ext>
            </a:extLst>
          </p:cNvPr>
          <p:cNvGrpSpPr/>
          <p:nvPr/>
        </p:nvGrpSpPr>
        <p:grpSpPr>
          <a:xfrm>
            <a:off x="7027240" y="2942009"/>
            <a:ext cx="252413" cy="498336"/>
            <a:chOff x="7110089" y="3148956"/>
            <a:chExt cx="252413" cy="498336"/>
          </a:xfrm>
        </p:grpSpPr>
        <p:graphicFrame>
          <p:nvGraphicFramePr>
            <p:cNvPr id="23" name="对象 22">
              <a:extLst>
                <a:ext uri="{FF2B5EF4-FFF2-40B4-BE49-F238E27FC236}">
                  <a16:creationId xmlns:a16="http://schemas.microsoft.com/office/drawing/2014/main" id="{F288A1CD-9E19-40D3-8384-DBB0946DBAC4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7110089" y="3375830"/>
            <a:ext cx="252413" cy="271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3102" name="MathType 6.0 Equation" r:id="rId13" imgW="241200" imgH="266400" progId="Equation.DSMT4">
                    <p:embed/>
                  </p:oleObj>
                </mc:Choice>
                <mc:Fallback>
                  <p:oleObj name="MathType 6.0 Equation" r:id="rId13" imgW="241200" imgH="266400" progId="Equation.DSMT4">
                    <p:embed/>
                    <p:pic>
                      <p:nvPicPr>
                        <p:cNvPr id="23" name="对象 22">
                          <a:extLst>
                            <a:ext uri="{FF2B5EF4-FFF2-40B4-BE49-F238E27FC236}">
                              <a16:creationId xmlns:a16="http://schemas.microsoft.com/office/drawing/2014/main" id="{F288A1CD-9E19-40D3-8384-DBB0946DBAC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10089" y="3375830"/>
                          <a:ext cx="252413" cy="2714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56E8EBF0-C466-4E9D-BEF6-3743962C9E79}"/>
                </a:ext>
              </a:extLst>
            </p:cNvPr>
            <p:cNvCxnSpPr>
              <a:cxnSpLocks/>
            </p:cNvCxnSpPr>
            <p:nvPr/>
          </p:nvCxnSpPr>
          <p:spPr>
            <a:xfrm>
              <a:off x="7236296" y="3148956"/>
              <a:ext cx="0" cy="14287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F4576AEA-F795-4A49-AA37-B968B8DABA1A}"/>
              </a:ext>
            </a:extLst>
          </p:cNvPr>
          <p:cNvGrpSpPr/>
          <p:nvPr/>
        </p:nvGrpSpPr>
        <p:grpSpPr>
          <a:xfrm>
            <a:off x="4777183" y="3083741"/>
            <a:ext cx="603373" cy="144017"/>
            <a:chOff x="4860032" y="3290688"/>
            <a:chExt cx="603373" cy="144017"/>
          </a:xfrm>
        </p:grpSpPr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0BB9B28C-1B14-4AF7-904B-A3DB724FA02D}"/>
                </a:ext>
              </a:extLst>
            </p:cNvPr>
            <p:cNvCxnSpPr/>
            <p:nvPr/>
          </p:nvCxnSpPr>
          <p:spPr>
            <a:xfrm flipH="1">
              <a:off x="4860032" y="3290688"/>
              <a:ext cx="102399" cy="13718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5461F547-8B33-44DC-A872-5B2620D49940}"/>
                </a:ext>
              </a:extLst>
            </p:cNvPr>
            <p:cNvCxnSpPr/>
            <p:nvPr/>
          </p:nvCxnSpPr>
          <p:spPr>
            <a:xfrm flipH="1">
              <a:off x="4988783" y="3290688"/>
              <a:ext cx="102399" cy="13718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1832DCC5-4304-47F1-9C05-68E3EA3E509E}"/>
                </a:ext>
              </a:extLst>
            </p:cNvPr>
            <p:cNvCxnSpPr/>
            <p:nvPr/>
          </p:nvCxnSpPr>
          <p:spPr>
            <a:xfrm flipH="1">
              <a:off x="5116147" y="3297521"/>
              <a:ext cx="102399" cy="13718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A4B47E79-EA91-4117-B1BC-2B07A98DC3DD}"/>
                </a:ext>
              </a:extLst>
            </p:cNvPr>
            <p:cNvCxnSpPr/>
            <p:nvPr/>
          </p:nvCxnSpPr>
          <p:spPr>
            <a:xfrm flipH="1">
              <a:off x="5248199" y="3290688"/>
              <a:ext cx="102399" cy="13718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D8823ADE-3B22-4A8F-99F6-CE7BC2E05B4A}"/>
                </a:ext>
              </a:extLst>
            </p:cNvPr>
            <p:cNvCxnSpPr/>
            <p:nvPr/>
          </p:nvCxnSpPr>
          <p:spPr>
            <a:xfrm flipH="1">
              <a:off x="5361006" y="3290688"/>
              <a:ext cx="102399" cy="13718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9EAB555-0CF6-420C-A310-04AC8ACDAE4F}"/>
              </a:ext>
            </a:extLst>
          </p:cNvPr>
          <p:cNvGrpSpPr/>
          <p:nvPr/>
        </p:nvGrpSpPr>
        <p:grpSpPr>
          <a:xfrm>
            <a:off x="5116414" y="2445766"/>
            <a:ext cx="810888" cy="351085"/>
            <a:chOff x="5199263" y="2652713"/>
            <a:chExt cx="810888" cy="351085"/>
          </a:xfrm>
        </p:grpSpPr>
        <p:cxnSp>
          <p:nvCxnSpPr>
            <p:cNvPr id="38" name="直接箭头连接符 37">
              <a:extLst>
                <a:ext uri="{FF2B5EF4-FFF2-40B4-BE49-F238E27FC236}">
                  <a16:creationId xmlns:a16="http://schemas.microsoft.com/office/drawing/2014/main" id="{5042B782-0875-4AAF-88A8-559F2B9E7C06}"/>
                </a:ext>
              </a:extLst>
            </p:cNvPr>
            <p:cNvCxnSpPr/>
            <p:nvPr/>
          </p:nvCxnSpPr>
          <p:spPr>
            <a:xfrm>
              <a:off x="5199263" y="3003798"/>
              <a:ext cx="810888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39" name="对象 38">
              <a:extLst>
                <a:ext uri="{FF2B5EF4-FFF2-40B4-BE49-F238E27FC236}">
                  <a16:creationId xmlns:a16="http://schemas.microsoft.com/office/drawing/2014/main" id="{08D1CB82-052B-4974-83AC-BF48377A5B75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5616575" y="2652713"/>
            <a:ext cx="277813" cy="2698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3103" name="MathType 6.0 Equation" r:id="rId15" imgW="266400" imgH="266400" progId="Equation.DSMT4">
                    <p:embed/>
                  </p:oleObj>
                </mc:Choice>
                <mc:Fallback>
                  <p:oleObj name="MathType 6.0 Equation" r:id="rId15" imgW="266400" imgH="266400" progId="Equation.DSMT4">
                    <p:embed/>
                    <p:pic>
                      <p:nvPicPr>
                        <p:cNvPr id="39" name="对象 38">
                          <a:extLst>
                            <a:ext uri="{FF2B5EF4-FFF2-40B4-BE49-F238E27FC236}">
                              <a16:creationId xmlns:a16="http://schemas.microsoft.com/office/drawing/2014/main" id="{08D1CB82-052B-4974-83AC-BF48377A5B7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16575" y="2652713"/>
                          <a:ext cx="277813" cy="2698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7" name="Text Box 31">
            <a:extLst>
              <a:ext uri="{FF2B5EF4-FFF2-40B4-BE49-F238E27FC236}">
                <a16:creationId xmlns:a16="http://schemas.microsoft.com/office/drawing/2014/main" id="{43F2BDE7-D3A3-404E-8EFD-F7CF0D276C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8184" y="1573780"/>
            <a:ext cx="111280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None/>
            </a:pPr>
            <a:r>
              <a:rPr kumimoji="1"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</a:rPr>
              <a:t>力的方</a:t>
            </a:r>
            <a:endParaRPr kumimoji="1" lang="zh-CN" altLang="en-US" sz="2400" b="1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41696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4" grpId="0" autoUpdateAnimBg="0"/>
      <p:bldP spid="9" grpId="0" autoUpdateAnimBg="0"/>
      <p:bldP spid="16" grpId="0"/>
      <p:bldP spid="21" grpId="0" animBg="1"/>
      <p:bldP spid="3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823B860A-4E6D-4626-81EA-7DB1987DB7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7818" y="3673423"/>
            <a:ext cx="2556896" cy="780029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 b="1">
              <a:latin typeface="+mn-ea"/>
              <a:ea typeface="+mn-ea"/>
            </a:endParaRPr>
          </a:p>
        </p:txBody>
      </p:sp>
      <p:grpSp>
        <p:nvGrpSpPr>
          <p:cNvPr id="65539" name="Group 3">
            <a:extLst>
              <a:ext uri="{FF2B5EF4-FFF2-40B4-BE49-F238E27FC236}">
                <a16:creationId xmlns:a16="http://schemas.microsoft.com/office/drawing/2014/main" id="{98D68D96-2617-40E3-94EA-200EB1CFCEBE}"/>
              </a:ext>
            </a:extLst>
          </p:cNvPr>
          <p:cNvGrpSpPr>
            <a:grpSpLocks/>
          </p:cNvGrpSpPr>
          <p:nvPr/>
        </p:nvGrpSpPr>
        <p:grpSpPr bwMode="auto">
          <a:xfrm>
            <a:off x="5854765" y="2196443"/>
            <a:ext cx="484584" cy="275035"/>
            <a:chOff x="3321" y="3417"/>
            <a:chExt cx="407" cy="231"/>
          </a:xfrm>
        </p:grpSpPr>
        <p:sp>
          <p:nvSpPr>
            <p:cNvPr id="5165" name="Rectangle 4">
              <a:extLst>
                <a:ext uri="{FF2B5EF4-FFF2-40B4-BE49-F238E27FC236}">
                  <a16:creationId xmlns:a16="http://schemas.microsoft.com/office/drawing/2014/main" id="{E537A651-A469-44F8-AFEC-9307649282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1" y="3417"/>
              <a:ext cx="231" cy="231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 b="1">
                <a:latin typeface="+mn-ea"/>
                <a:ea typeface="+mn-ea"/>
              </a:endParaRPr>
            </a:p>
          </p:txBody>
        </p:sp>
        <p:sp>
          <p:nvSpPr>
            <p:cNvPr id="5166" name="Line 5">
              <a:extLst>
                <a:ext uri="{FF2B5EF4-FFF2-40B4-BE49-F238E27FC236}">
                  <a16:creationId xmlns:a16="http://schemas.microsoft.com/office/drawing/2014/main" id="{DD5597CB-E637-4975-8B80-219234EC6D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6" y="3552"/>
              <a:ext cx="2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 b="1">
                <a:latin typeface="+mn-ea"/>
              </a:endParaRPr>
            </a:p>
          </p:txBody>
        </p:sp>
      </p:grpSp>
      <p:sp>
        <p:nvSpPr>
          <p:cNvPr id="65542" name="Rectangle 6">
            <a:extLst>
              <a:ext uri="{FF2B5EF4-FFF2-40B4-BE49-F238E27FC236}">
                <a16:creationId xmlns:a16="http://schemas.microsoft.com/office/drawing/2014/main" id="{CC7E0943-AB48-415D-AF69-18F83DAD41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6899" y="2136910"/>
            <a:ext cx="628650" cy="3429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 b="1">
              <a:latin typeface="+mn-ea"/>
              <a:ea typeface="+mn-ea"/>
            </a:endParaRPr>
          </a:p>
        </p:txBody>
      </p:sp>
      <p:sp>
        <p:nvSpPr>
          <p:cNvPr id="65544" name="Text Box 8">
            <a:extLst>
              <a:ext uri="{FF2B5EF4-FFF2-40B4-BE49-F238E27FC236}">
                <a16:creationId xmlns:a16="http://schemas.microsoft.com/office/drawing/2014/main" id="{716694DF-3632-4A6A-83B7-A3B615D924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8778" y="267494"/>
            <a:ext cx="273529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  <a:cs typeface="Times New Roman" panose="02020603050405020304" pitchFamily="18" charset="0"/>
              </a:rPr>
              <a:t>设物体在</a:t>
            </a:r>
            <a:r>
              <a:rPr kumimoji="1" lang="zh-CN" altLang="en-US" sz="2400" b="1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连续变力</a:t>
            </a:r>
          </a:p>
        </p:txBody>
      </p:sp>
      <p:sp>
        <p:nvSpPr>
          <p:cNvPr id="65546" name="Text Box 10">
            <a:extLst>
              <a:ext uri="{FF2B5EF4-FFF2-40B4-BE49-F238E27FC236}">
                <a16:creationId xmlns:a16="http://schemas.microsoft.com/office/drawing/2014/main" id="{30DF4A7D-267C-43D1-BCD1-E25EFE7A9B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4651" y="796786"/>
            <a:ext cx="396599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力的方向与运动方向平行</a:t>
            </a:r>
            <a:r>
              <a:rPr kumimoji="1" lang="en-US" altLang="zh-CN" sz="2400" b="1" dirty="0">
                <a:latin typeface="+mn-ea"/>
                <a:ea typeface="+mn-ea"/>
              </a:rPr>
              <a:t>,</a:t>
            </a:r>
          </a:p>
        </p:txBody>
      </p:sp>
      <p:sp>
        <p:nvSpPr>
          <p:cNvPr id="65547" name="Text Box 11">
            <a:extLst>
              <a:ext uri="{FF2B5EF4-FFF2-40B4-BE49-F238E27FC236}">
                <a16:creationId xmlns:a16="http://schemas.microsoft.com/office/drawing/2014/main" id="{DEC7C1A0-99D0-46E6-8EA7-D19D783B02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9320" y="788452"/>
            <a:ext cx="278608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求变力所做的功 </a:t>
            </a:r>
            <a:r>
              <a:rPr kumimoji="1" lang="en-US" altLang="zh-CN" sz="2400" b="1" dirty="0">
                <a:latin typeface="+mn-ea"/>
                <a:ea typeface="+mn-ea"/>
              </a:rPr>
              <a:t>.</a:t>
            </a:r>
          </a:p>
        </p:txBody>
      </p:sp>
      <p:grpSp>
        <p:nvGrpSpPr>
          <p:cNvPr id="65548" name="Group 12">
            <a:extLst>
              <a:ext uri="{FF2B5EF4-FFF2-40B4-BE49-F238E27FC236}">
                <a16:creationId xmlns:a16="http://schemas.microsoft.com/office/drawing/2014/main" id="{ADCCF7AA-E15F-41F1-904C-78785C30C8A8}"/>
              </a:ext>
            </a:extLst>
          </p:cNvPr>
          <p:cNvGrpSpPr>
            <a:grpSpLocks/>
          </p:cNvGrpSpPr>
          <p:nvPr/>
        </p:nvGrpSpPr>
        <p:grpSpPr bwMode="auto">
          <a:xfrm>
            <a:off x="5844049" y="2471475"/>
            <a:ext cx="2686050" cy="280988"/>
            <a:chOff x="3312" y="3648"/>
            <a:chExt cx="2256" cy="236"/>
          </a:xfrm>
        </p:grpSpPr>
        <p:sp>
          <p:nvSpPr>
            <p:cNvPr id="5163" name="Line 13">
              <a:extLst>
                <a:ext uri="{FF2B5EF4-FFF2-40B4-BE49-F238E27FC236}">
                  <a16:creationId xmlns:a16="http://schemas.microsoft.com/office/drawing/2014/main" id="{FEEB1E0B-4301-40BB-9B26-DCBD3A8118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3648"/>
              <a:ext cx="225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 b="1" dirty="0">
                <a:latin typeface="+mn-ea"/>
              </a:endParaRPr>
            </a:p>
          </p:txBody>
        </p:sp>
        <p:graphicFrame>
          <p:nvGraphicFramePr>
            <p:cNvPr id="5164" name="Object 14">
              <a:extLst>
                <a:ext uri="{FF2B5EF4-FFF2-40B4-BE49-F238E27FC236}">
                  <a16:creationId xmlns:a16="http://schemas.microsoft.com/office/drawing/2014/main" id="{9302EF51-E642-4E55-8A99-7D29F0DFE6B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355" y="3648"/>
            <a:ext cx="212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464" name="Equation" r:id="rId3" imgW="59400" imgH="67680" progId="Equation.3">
                    <p:embed/>
                  </p:oleObj>
                </mc:Choice>
                <mc:Fallback>
                  <p:oleObj name="Equation" r:id="rId3" imgW="59400" imgH="67680" progId="Equation.3">
                    <p:embed/>
                    <p:pic>
                      <p:nvPicPr>
                        <p:cNvPr id="5164" name="Object 14">
                          <a:extLst>
                            <a:ext uri="{FF2B5EF4-FFF2-40B4-BE49-F238E27FC236}">
                              <a16:creationId xmlns:a16="http://schemas.microsoft.com/office/drawing/2014/main" id="{9302EF51-E642-4E55-8A99-7D29F0DFE6B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55" y="3648"/>
                          <a:ext cx="212" cy="23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5551" name="Group 15">
            <a:extLst>
              <a:ext uri="{FF2B5EF4-FFF2-40B4-BE49-F238E27FC236}">
                <a16:creationId xmlns:a16="http://schemas.microsoft.com/office/drawing/2014/main" id="{6BC89285-CB3F-4BDD-B205-C85E597E3D0B}"/>
              </a:ext>
            </a:extLst>
          </p:cNvPr>
          <p:cNvGrpSpPr>
            <a:grpSpLocks/>
          </p:cNvGrpSpPr>
          <p:nvPr/>
        </p:nvGrpSpPr>
        <p:grpSpPr bwMode="auto">
          <a:xfrm>
            <a:off x="5901199" y="2414325"/>
            <a:ext cx="252413" cy="338138"/>
            <a:chOff x="3360" y="3600"/>
            <a:chExt cx="212" cy="284"/>
          </a:xfrm>
        </p:grpSpPr>
        <p:graphicFrame>
          <p:nvGraphicFramePr>
            <p:cNvPr id="5161" name="Object 16">
              <a:extLst>
                <a:ext uri="{FF2B5EF4-FFF2-40B4-BE49-F238E27FC236}">
                  <a16:creationId xmlns:a16="http://schemas.microsoft.com/office/drawing/2014/main" id="{D0876626-2490-45E5-90C8-81959FA99DB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60" y="3648"/>
            <a:ext cx="212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465" name="Equation" r:id="rId5" imgW="59400" imgH="67680" progId="Equation.3">
                    <p:embed/>
                  </p:oleObj>
                </mc:Choice>
                <mc:Fallback>
                  <p:oleObj name="Equation" r:id="rId5" imgW="59400" imgH="67680" progId="Equation.3">
                    <p:embed/>
                    <p:pic>
                      <p:nvPicPr>
                        <p:cNvPr id="5161" name="Object 16">
                          <a:extLst>
                            <a:ext uri="{FF2B5EF4-FFF2-40B4-BE49-F238E27FC236}">
                              <a16:creationId xmlns:a16="http://schemas.microsoft.com/office/drawing/2014/main" id="{D0876626-2490-45E5-90C8-81959FA99DB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60" y="3648"/>
                          <a:ext cx="212" cy="23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62" name="Line 17">
              <a:extLst>
                <a:ext uri="{FF2B5EF4-FFF2-40B4-BE49-F238E27FC236}">
                  <a16:creationId xmlns:a16="http://schemas.microsoft.com/office/drawing/2014/main" id="{D355FFCC-91F6-4225-83A1-9F8556D4CD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6" y="3600"/>
              <a:ext cx="0" cy="4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 b="1">
                <a:latin typeface="+mn-ea"/>
              </a:endParaRPr>
            </a:p>
          </p:txBody>
        </p:sp>
      </p:grpSp>
      <p:grpSp>
        <p:nvGrpSpPr>
          <p:cNvPr id="65554" name="Group 18">
            <a:extLst>
              <a:ext uri="{FF2B5EF4-FFF2-40B4-BE49-F238E27FC236}">
                <a16:creationId xmlns:a16="http://schemas.microsoft.com/office/drawing/2014/main" id="{2480DADC-01B6-4615-A684-EDAB015EB4D1}"/>
              </a:ext>
            </a:extLst>
          </p:cNvPr>
          <p:cNvGrpSpPr>
            <a:grpSpLocks/>
          </p:cNvGrpSpPr>
          <p:nvPr/>
        </p:nvGrpSpPr>
        <p:grpSpPr bwMode="auto">
          <a:xfrm>
            <a:off x="7877636" y="2414326"/>
            <a:ext cx="252413" cy="400050"/>
            <a:chOff x="5020" y="3600"/>
            <a:chExt cx="212" cy="336"/>
          </a:xfrm>
        </p:grpSpPr>
        <p:graphicFrame>
          <p:nvGraphicFramePr>
            <p:cNvPr id="5159" name="Object 19">
              <a:extLst>
                <a:ext uri="{FF2B5EF4-FFF2-40B4-BE49-F238E27FC236}">
                  <a16:creationId xmlns:a16="http://schemas.microsoft.com/office/drawing/2014/main" id="{5F90C0CD-06EB-4CA3-82BA-C803D087A3E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020" y="3638"/>
            <a:ext cx="212" cy="2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466" name="Equation" r:id="rId7" imgW="59400" imgH="92880" progId="Equation.3">
                    <p:embed/>
                  </p:oleObj>
                </mc:Choice>
                <mc:Fallback>
                  <p:oleObj name="Equation" r:id="rId7" imgW="59400" imgH="92880" progId="Equation.3">
                    <p:embed/>
                    <p:pic>
                      <p:nvPicPr>
                        <p:cNvPr id="5159" name="Object 19">
                          <a:extLst>
                            <a:ext uri="{FF2B5EF4-FFF2-40B4-BE49-F238E27FC236}">
                              <a16:creationId xmlns:a16="http://schemas.microsoft.com/office/drawing/2014/main" id="{5F90C0CD-06EB-4CA3-82BA-C803D087A3E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20" y="3638"/>
                          <a:ext cx="212" cy="29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60" name="Line 20">
              <a:extLst>
                <a:ext uri="{FF2B5EF4-FFF2-40B4-BE49-F238E27FC236}">
                  <a16:creationId xmlns:a16="http://schemas.microsoft.com/office/drawing/2014/main" id="{5EC5DB0D-D508-47F8-B22A-30677A5ABC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36" y="3600"/>
              <a:ext cx="0" cy="4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 b="1">
                <a:latin typeface="+mn-ea"/>
              </a:endParaRPr>
            </a:p>
          </p:txBody>
        </p:sp>
      </p:grpSp>
      <p:grpSp>
        <p:nvGrpSpPr>
          <p:cNvPr id="65557" name="Group 21">
            <a:extLst>
              <a:ext uri="{FF2B5EF4-FFF2-40B4-BE49-F238E27FC236}">
                <a16:creationId xmlns:a16="http://schemas.microsoft.com/office/drawing/2014/main" id="{D3002E50-48FE-4A7C-A2E1-2A5632A05EA9}"/>
              </a:ext>
            </a:extLst>
          </p:cNvPr>
          <p:cNvGrpSpPr>
            <a:grpSpLocks/>
          </p:cNvGrpSpPr>
          <p:nvPr/>
        </p:nvGrpSpPr>
        <p:grpSpPr bwMode="auto">
          <a:xfrm>
            <a:off x="6571521" y="2188107"/>
            <a:ext cx="484584" cy="275034"/>
            <a:chOff x="3321" y="3417"/>
            <a:chExt cx="407" cy="231"/>
          </a:xfrm>
        </p:grpSpPr>
        <p:sp>
          <p:nvSpPr>
            <p:cNvPr id="5157" name="Rectangle 22">
              <a:extLst>
                <a:ext uri="{FF2B5EF4-FFF2-40B4-BE49-F238E27FC236}">
                  <a16:creationId xmlns:a16="http://schemas.microsoft.com/office/drawing/2014/main" id="{9BCF42AA-2F95-4041-BE30-3BD39027D7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1" y="3417"/>
              <a:ext cx="231" cy="231"/>
            </a:xfrm>
            <a:prstGeom prst="rect">
              <a:avLst/>
            </a:prstGeom>
            <a:solidFill>
              <a:srgbClr val="3366FF">
                <a:alpha val="50195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 b="1">
                <a:latin typeface="+mn-ea"/>
                <a:ea typeface="+mn-ea"/>
              </a:endParaRPr>
            </a:p>
          </p:txBody>
        </p:sp>
        <p:sp>
          <p:nvSpPr>
            <p:cNvPr id="5158" name="Line 23">
              <a:extLst>
                <a:ext uri="{FF2B5EF4-FFF2-40B4-BE49-F238E27FC236}">
                  <a16:creationId xmlns:a16="http://schemas.microsoft.com/office/drawing/2014/main" id="{DE50B459-C21F-41A2-B540-2B030D7F02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6" y="3552"/>
              <a:ext cx="2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 b="1">
                <a:latin typeface="+mn-ea"/>
              </a:endParaRPr>
            </a:p>
          </p:txBody>
        </p:sp>
      </p:grpSp>
      <p:grpSp>
        <p:nvGrpSpPr>
          <p:cNvPr id="65560" name="Group 24">
            <a:extLst>
              <a:ext uri="{FF2B5EF4-FFF2-40B4-BE49-F238E27FC236}">
                <a16:creationId xmlns:a16="http://schemas.microsoft.com/office/drawing/2014/main" id="{335663BD-1051-45F0-86B8-10B82F4AD877}"/>
              </a:ext>
            </a:extLst>
          </p:cNvPr>
          <p:cNvGrpSpPr>
            <a:grpSpLocks/>
          </p:cNvGrpSpPr>
          <p:nvPr/>
        </p:nvGrpSpPr>
        <p:grpSpPr bwMode="auto">
          <a:xfrm>
            <a:off x="6637008" y="2414325"/>
            <a:ext cx="169069" cy="280988"/>
            <a:chOff x="3978" y="2441"/>
            <a:chExt cx="142" cy="236"/>
          </a:xfrm>
        </p:grpSpPr>
        <p:graphicFrame>
          <p:nvGraphicFramePr>
            <p:cNvPr id="5155" name="Object 25">
              <a:extLst>
                <a:ext uri="{FF2B5EF4-FFF2-40B4-BE49-F238E27FC236}">
                  <a16:creationId xmlns:a16="http://schemas.microsoft.com/office/drawing/2014/main" id="{B3F48A4A-E7AD-416E-923A-4F5EF9E9D9C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78" y="2525"/>
            <a:ext cx="142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467" name="Equation" r:id="rId9" imgW="127080" imgH="135360" progId="Equation.3">
                    <p:embed/>
                  </p:oleObj>
                </mc:Choice>
                <mc:Fallback>
                  <p:oleObj name="Equation" r:id="rId9" imgW="127080" imgH="135360" progId="Equation.3">
                    <p:embed/>
                    <p:pic>
                      <p:nvPicPr>
                        <p:cNvPr id="5155" name="Object 25">
                          <a:extLst>
                            <a:ext uri="{FF2B5EF4-FFF2-40B4-BE49-F238E27FC236}">
                              <a16:creationId xmlns:a16="http://schemas.microsoft.com/office/drawing/2014/main" id="{B3F48A4A-E7AD-416E-923A-4F5EF9E9D9C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78" y="2525"/>
                          <a:ext cx="142" cy="15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56" name="Line 26">
              <a:extLst>
                <a:ext uri="{FF2B5EF4-FFF2-40B4-BE49-F238E27FC236}">
                  <a16:creationId xmlns:a16="http://schemas.microsoft.com/office/drawing/2014/main" id="{C5556A2A-BD89-405C-8345-7DC6A31AFD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2" y="2441"/>
              <a:ext cx="0" cy="48"/>
            </a:xfrm>
            <a:prstGeom prst="line">
              <a:avLst/>
            </a:prstGeom>
            <a:noFill/>
            <a:ln w="5715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 b="1">
                <a:latin typeface="+mn-ea"/>
              </a:endParaRPr>
            </a:p>
          </p:txBody>
        </p:sp>
      </p:grpSp>
      <p:grpSp>
        <p:nvGrpSpPr>
          <p:cNvPr id="65563" name="Group 27">
            <a:extLst>
              <a:ext uri="{FF2B5EF4-FFF2-40B4-BE49-F238E27FC236}">
                <a16:creationId xmlns:a16="http://schemas.microsoft.com/office/drawing/2014/main" id="{464162D2-550A-47B5-9EC6-1190D99F33FE}"/>
              </a:ext>
            </a:extLst>
          </p:cNvPr>
          <p:cNvGrpSpPr>
            <a:grpSpLocks/>
          </p:cNvGrpSpPr>
          <p:nvPr/>
        </p:nvGrpSpPr>
        <p:grpSpPr bwMode="auto">
          <a:xfrm>
            <a:off x="6979908" y="2414326"/>
            <a:ext cx="750094" cy="294084"/>
            <a:chOff x="4266" y="2441"/>
            <a:chExt cx="630" cy="247"/>
          </a:xfrm>
        </p:grpSpPr>
        <p:graphicFrame>
          <p:nvGraphicFramePr>
            <p:cNvPr id="5153" name="Object 28">
              <a:extLst>
                <a:ext uri="{FF2B5EF4-FFF2-40B4-BE49-F238E27FC236}">
                  <a16:creationId xmlns:a16="http://schemas.microsoft.com/office/drawing/2014/main" id="{EE6EE439-89D7-4453-BA6C-3D35C5BB4E30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4266" y="2479"/>
            <a:ext cx="630" cy="2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468" name="Microsoft 公式 3.0 中文版" r:id="rId11" imgW="635040" imgH="194400" progId="Equation.DSMT4">
                    <p:embed/>
                  </p:oleObj>
                </mc:Choice>
                <mc:Fallback>
                  <p:oleObj name="Microsoft 公式 3.0 中文版" r:id="rId11" imgW="635040" imgH="194400" progId="Equation.DSMT4">
                    <p:embed/>
                    <p:pic>
                      <p:nvPicPr>
                        <p:cNvPr id="5153" name="Object 28">
                          <a:extLst>
                            <a:ext uri="{FF2B5EF4-FFF2-40B4-BE49-F238E27FC236}">
                              <a16:creationId xmlns:a16="http://schemas.microsoft.com/office/drawing/2014/main" id="{EE6EE439-89D7-4453-BA6C-3D35C5BB4E3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66" y="2479"/>
                          <a:ext cx="630" cy="20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54" name="Line 29">
              <a:extLst>
                <a:ext uri="{FF2B5EF4-FFF2-40B4-BE49-F238E27FC236}">
                  <a16:creationId xmlns:a16="http://schemas.microsoft.com/office/drawing/2014/main" id="{9A474829-97AA-459B-B345-2276D9BDAA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2" y="2441"/>
              <a:ext cx="0" cy="48"/>
            </a:xfrm>
            <a:prstGeom prst="line">
              <a:avLst/>
            </a:prstGeom>
            <a:noFill/>
            <a:ln w="5715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 b="1">
                <a:latin typeface="+mn-ea"/>
              </a:endParaRPr>
            </a:p>
          </p:txBody>
        </p:sp>
      </p:grpSp>
      <p:sp>
        <p:nvSpPr>
          <p:cNvPr id="65567" name="Text Box 31">
            <a:extLst>
              <a:ext uri="{FF2B5EF4-FFF2-40B4-BE49-F238E27FC236}">
                <a16:creationId xmlns:a16="http://schemas.microsoft.com/office/drawing/2014/main" id="{729820EC-7AF7-4228-AC65-49DA5E0100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4622" y="3091889"/>
            <a:ext cx="126982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rgbClr val="3366FF"/>
                </a:solidFill>
                <a:latin typeface="+mn-ea"/>
                <a:ea typeface="+mn-ea"/>
              </a:rPr>
              <a:t>功元素</a:t>
            </a:r>
          </a:p>
        </p:txBody>
      </p:sp>
      <p:graphicFrame>
        <p:nvGraphicFramePr>
          <p:cNvPr id="65569" name="Object 33">
            <a:extLst>
              <a:ext uri="{FF2B5EF4-FFF2-40B4-BE49-F238E27FC236}">
                <a16:creationId xmlns:a16="http://schemas.microsoft.com/office/drawing/2014/main" id="{F8E5707B-75D3-4091-87BB-4DA5DB3E978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9094249"/>
              </p:ext>
            </p:extLst>
          </p:nvPr>
        </p:nvGraphicFramePr>
        <p:xfrm>
          <a:off x="2513400" y="3182502"/>
          <a:ext cx="1738313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469" name="Equation" r:id="rId13" imgW="1739880" imgH="342720" progId="Equation.DSMT4">
                  <p:embed/>
                </p:oleObj>
              </mc:Choice>
              <mc:Fallback>
                <p:oleObj name="Equation" r:id="rId13" imgW="1739880" imgH="342720" progId="Equation.DSMT4">
                  <p:embed/>
                  <p:pic>
                    <p:nvPicPr>
                      <p:cNvPr id="65569" name="Object 33">
                        <a:extLst>
                          <a:ext uri="{FF2B5EF4-FFF2-40B4-BE49-F238E27FC236}">
                            <a16:creationId xmlns:a16="http://schemas.microsoft.com/office/drawing/2014/main" id="{F8E5707B-75D3-4091-87BB-4DA5DB3E978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3400" y="3182502"/>
                        <a:ext cx="1738313" cy="374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570" name="Text Box 34">
            <a:extLst>
              <a:ext uri="{FF2B5EF4-FFF2-40B4-BE49-F238E27FC236}">
                <a16:creationId xmlns:a16="http://schemas.microsoft.com/office/drawing/2014/main" id="{D6023D8B-534E-4CDC-9B80-72CFB11796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4622" y="3777999"/>
            <a:ext cx="26860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rgbClr val="3366FF"/>
                </a:solidFill>
                <a:latin typeface="+mn-ea"/>
                <a:ea typeface="+mn-ea"/>
                <a:cs typeface="Times New Roman" panose="02020603050405020304" pitchFamily="18" charset="0"/>
              </a:rPr>
              <a:t>变力所作的功</a:t>
            </a:r>
          </a:p>
        </p:txBody>
      </p:sp>
      <p:graphicFrame>
        <p:nvGraphicFramePr>
          <p:cNvPr id="65573" name="Object 37">
            <a:extLst>
              <a:ext uri="{FF2B5EF4-FFF2-40B4-BE49-F238E27FC236}">
                <a16:creationId xmlns:a16="http://schemas.microsoft.com/office/drawing/2014/main" id="{0861DFAF-5090-409C-93D4-BC4D1E28E0C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5557597"/>
              </p:ext>
            </p:extLst>
          </p:nvPr>
        </p:nvGraphicFramePr>
        <p:xfrm>
          <a:off x="3490166" y="3754114"/>
          <a:ext cx="1930400" cy="61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470" name="Equation" r:id="rId15" imgW="1930320" imgH="596880" progId="Equation.DSMT4">
                  <p:embed/>
                </p:oleObj>
              </mc:Choice>
              <mc:Fallback>
                <p:oleObj name="Equation" r:id="rId15" imgW="1930320" imgH="596880" progId="Equation.DSMT4">
                  <p:embed/>
                  <p:pic>
                    <p:nvPicPr>
                      <p:cNvPr id="65573" name="Object 37">
                        <a:extLst>
                          <a:ext uri="{FF2B5EF4-FFF2-40B4-BE49-F238E27FC236}">
                            <a16:creationId xmlns:a16="http://schemas.microsoft.com/office/drawing/2014/main" id="{0861DFAF-5090-409C-93D4-BC4D1E28E0C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0166" y="3754114"/>
                        <a:ext cx="1930400" cy="6127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组合 3">
            <a:extLst>
              <a:ext uri="{FF2B5EF4-FFF2-40B4-BE49-F238E27FC236}">
                <a16:creationId xmlns:a16="http://schemas.microsoft.com/office/drawing/2014/main" id="{1C2B55C7-58A0-48AD-9944-431CA758009E}"/>
              </a:ext>
            </a:extLst>
          </p:cNvPr>
          <p:cNvGrpSpPr/>
          <p:nvPr/>
        </p:nvGrpSpPr>
        <p:grpSpPr>
          <a:xfrm>
            <a:off x="874622" y="1911639"/>
            <a:ext cx="4500674" cy="490005"/>
            <a:chOff x="975466" y="2090183"/>
            <a:chExt cx="4500674" cy="490005"/>
          </a:xfrm>
        </p:grpSpPr>
        <p:sp>
          <p:nvSpPr>
            <p:cNvPr id="47" name="Text Box 11">
              <a:extLst>
                <a:ext uri="{FF2B5EF4-FFF2-40B4-BE49-F238E27FC236}">
                  <a16:creationId xmlns:a16="http://schemas.microsoft.com/office/drawing/2014/main" id="{2DFBCDCD-3B43-49B7-BE88-EB4994CBCA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5466" y="2090183"/>
              <a:ext cx="4437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latin typeface="+mn-ea"/>
                  <a:ea typeface="+mn-ea"/>
                </a:rPr>
                <a:t>力</a:t>
              </a:r>
              <a:endParaRPr kumimoji="1" lang="en-US" altLang="zh-CN" sz="2400" b="1" dirty="0">
                <a:latin typeface="+mn-ea"/>
                <a:ea typeface="+mn-ea"/>
              </a:endParaRPr>
            </a:p>
          </p:txBody>
        </p:sp>
        <p:graphicFrame>
          <p:nvGraphicFramePr>
            <p:cNvPr id="3" name="对象 2">
              <a:extLst>
                <a:ext uri="{FF2B5EF4-FFF2-40B4-BE49-F238E27FC236}">
                  <a16:creationId xmlns:a16="http://schemas.microsoft.com/office/drawing/2014/main" id="{7EDD9C8A-CDD5-4314-BE79-0106904EB57D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1404117" y="2233062"/>
            <a:ext cx="633412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471" name="Equation" r:id="rId17" imgW="634680" imgH="342720" progId="Equation.DSMT4">
                    <p:embed/>
                  </p:oleObj>
                </mc:Choice>
                <mc:Fallback>
                  <p:oleObj name="Equation" r:id="rId17" imgW="634680" imgH="342720" progId="Equation.DSMT4">
                    <p:embed/>
                    <p:pic>
                      <p:nvPicPr>
                        <p:cNvPr id="3" name="对象 2">
                          <a:extLst>
                            <a:ext uri="{FF2B5EF4-FFF2-40B4-BE49-F238E27FC236}">
                              <a16:creationId xmlns:a16="http://schemas.microsoft.com/office/drawing/2014/main" id="{7EDD9C8A-CDD5-4314-BE79-0106904EB57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04117" y="2233062"/>
                          <a:ext cx="633412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9" name="Text Box 11">
              <a:extLst>
                <a:ext uri="{FF2B5EF4-FFF2-40B4-BE49-F238E27FC236}">
                  <a16:creationId xmlns:a16="http://schemas.microsoft.com/office/drawing/2014/main" id="{AA5A702B-0F0D-4547-A2B2-28AE02E460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47036" y="2118523"/>
              <a:ext cx="342910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latin typeface="+mn-ea"/>
                  <a:ea typeface="+mn-ea"/>
                </a:rPr>
                <a:t>在小位移段上所作的功</a:t>
              </a:r>
              <a:endParaRPr kumimoji="1" lang="en-US" altLang="zh-CN" sz="2400" b="1" dirty="0">
                <a:latin typeface="+mn-ea"/>
                <a:ea typeface="+mn-ea"/>
              </a:endParaRPr>
            </a:p>
          </p:txBody>
        </p:sp>
      </p:grpSp>
      <p:sp>
        <p:nvSpPr>
          <p:cNvPr id="50" name="Text Box 11">
            <a:extLst>
              <a:ext uri="{FF2B5EF4-FFF2-40B4-BE49-F238E27FC236}">
                <a16:creationId xmlns:a16="http://schemas.microsoft.com/office/drawing/2014/main" id="{88045168-A9F8-43A3-AA5F-16975181D9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4651" y="2551605"/>
            <a:ext cx="525109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近似于恒力在小位移段上所作的功</a:t>
            </a:r>
            <a:r>
              <a:rPr kumimoji="1" lang="en-US" altLang="zh-CN" sz="2400" b="1" dirty="0">
                <a:latin typeface="+mn-ea"/>
                <a:ea typeface="+mn-ea"/>
              </a:rPr>
              <a:t>.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642A69E9-2999-4807-A95B-1C523CFEB682}"/>
              </a:ext>
            </a:extLst>
          </p:cNvPr>
          <p:cNvGrpSpPr/>
          <p:nvPr/>
        </p:nvGrpSpPr>
        <p:grpSpPr>
          <a:xfrm>
            <a:off x="3563888" y="267494"/>
            <a:ext cx="5342913" cy="461665"/>
            <a:chOff x="3559872" y="437680"/>
            <a:chExt cx="5342913" cy="461665"/>
          </a:xfrm>
        </p:grpSpPr>
        <p:graphicFrame>
          <p:nvGraphicFramePr>
            <p:cNvPr id="65545" name="Object 9">
              <a:extLst>
                <a:ext uri="{FF2B5EF4-FFF2-40B4-BE49-F238E27FC236}">
                  <a16:creationId xmlns:a16="http://schemas.microsoft.com/office/drawing/2014/main" id="{8F28F408-E791-46BF-AEE2-D6AFA707543B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8129672" y="528863"/>
            <a:ext cx="773113" cy="368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472" name="Equation" r:id="rId19" imgW="774360" imgH="342720" progId="Equation.DSMT4">
                    <p:embed/>
                  </p:oleObj>
                </mc:Choice>
                <mc:Fallback>
                  <p:oleObj name="Equation" r:id="rId19" imgW="774360" imgH="342720" progId="Equation.DSMT4">
                    <p:embed/>
                    <p:pic>
                      <p:nvPicPr>
                        <p:cNvPr id="65545" name="Object 9">
                          <a:extLst>
                            <a:ext uri="{FF2B5EF4-FFF2-40B4-BE49-F238E27FC236}">
                              <a16:creationId xmlns:a16="http://schemas.microsoft.com/office/drawing/2014/main" id="{8F28F408-E791-46BF-AEE2-D6AFA707543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29672" y="528863"/>
                          <a:ext cx="773113" cy="3683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" name="Text Box 8">
              <a:extLst>
                <a:ext uri="{FF2B5EF4-FFF2-40B4-BE49-F238E27FC236}">
                  <a16:creationId xmlns:a16="http://schemas.microsoft.com/office/drawing/2014/main" id="{4C27DC3E-7F43-4567-9EAF-5BA5EF7278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43920" y="437680"/>
              <a:ext cx="1526721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latin typeface="+mn-ea"/>
                  <a:ea typeface="+mn-ea"/>
                  <a:cs typeface="Times New Roman" panose="02020603050405020304" pitchFamily="18" charset="0"/>
                </a:rPr>
                <a:t>作用下沿</a:t>
              </a:r>
            </a:p>
          </p:txBody>
        </p:sp>
        <p:graphicFrame>
          <p:nvGraphicFramePr>
            <p:cNvPr id="42" name="Object 9">
              <a:extLst>
                <a:ext uri="{FF2B5EF4-FFF2-40B4-BE49-F238E27FC236}">
                  <a16:creationId xmlns:a16="http://schemas.microsoft.com/office/drawing/2014/main" id="{23888636-1ABC-4A5D-B741-6067BB578EF5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3559872" y="531045"/>
            <a:ext cx="633413" cy="368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473" name="MathType 6.0 Equation" r:id="rId21" imgW="634680" imgH="342720" progId="Equation.DSMT4">
                    <p:embed/>
                  </p:oleObj>
                </mc:Choice>
                <mc:Fallback>
                  <p:oleObj name="MathType 6.0 Equation" r:id="rId21" imgW="634680" imgH="342720" progId="Equation.DSMT4">
                    <p:embed/>
                    <p:pic>
                      <p:nvPicPr>
                        <p:cNvPr id="42" name="Object 9">
                          <a:extLst>
                            <a:ext uri="{FF2B5EF4-FFF2-40B4-BE49-F238E27FC236}">
                              <a16:creationId xmlns:a16="http://schemas.microsoft.com/office/drawing/2014/main" id="{23888636-1ABC-4A5D-B741-6067BB578EF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59872" y="531045"/>
                          <a:ext cx="633413" cy="3683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" name="Text Box 8">
              <a:extLst>
                <a:ext uri="{FF2B5EF4-FFF2-40B4-BE49-F238E27FC236}">
                  <a16:creationId xmlns:a16="http://schemas.microsoft.com/office/drawing/2014/main" id="{2F5D08FB-A850-4579-B250-5C2DB16595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45921" y="437680"/>
              <a:ext cx="88903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latin typeface="+mn-ea"/>
                  <a:ea typeface="+mn-ea"/>
                  <a:cs typeface="Times New Roman" panose="02020603050405020304" pitchFamily="18" charset="0"/>
                </a:rPr>
                <a:t>轴从</a:t>
              </a:r>
            </a:p>
          </p:txBody>
        </p:sp>
        <p:graphicFrame>
          <p:nvGraphicFramePr>
            <p:cNvPr id="44" name="Object 9">
              <a:extLst>
                <a:ext uri="{FF2B5EF4-FFF2-40B4-BE49-F238E27FC236}">
                  <a16:creationId xmlns:a16="http://schemas.microsoft.com/office/drawing/2014/main" id="{3A596571-0EF8-49A6-A0B3-167D95936977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5481729" y="606451"/>
            <a:ext cx="188912" cy="2174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474" name="MathType 6.0 Equation" r:id="rId23" imgW="190440" imgH="203040" progId="Equation.DSMT4">
                    <p:embed/>
                  </p:oleObj>
                </mc:Choice>
                <mc:Fallback>
                  <p:oleObj name="MathType 6.0 Equation" r:id="rId23" imgW="190440" imgH="203040" progId="Equation.DSMT4">
                    <p:embed/>
                    <p:pic>
                      <p:nvPicPr>
                        <p:cNvPr id="44" name="Object 9">
                          <a:extLst>
                            <a:ext uri="{FF2B5EF4-FFF2-40B4-BE49-F238E27FC236}">
                              <a16:creationId xmlns:a16="http://schemas.microsoft.com/office/drawing/2014/main" id="{3A596571-0EF8-49A6-A0B3-167D9593697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81729" y="606451"/>
                          <a:ext cx="188912" cy="2174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5" name="Text Box 8">
              <a:extLst>
                <a:ext uri="{FF2B5EF4-FFF2-40B4-BE49-F238E27FC236}">
                  <a16:creationId xmlns:a16="http://schemas.microsoft.com/office/drawing/2014/main" id="{2CAC3119-1AD0-4FFE-84DD-585449F715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52089" y="437680"/>
              <a:ext cx="123488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latin typeface="+mn-ea"/>
                  <a:ea typeface="+mn-ea"/>
                  <a:cs typeface="Times New Roman" panose="02020603050405020304" pitchFamily="18" charset="0"/>
                </a:rPr>
                <a:t>移动到</a:t>
              </a:r>
            </a:p>
          </p:txBody>
        </p:sp>
        <p:graphicFrame>
          <p:nvGraphicFramePr>
            <p:cNvPr id="46" name="Object 9">
              <a:extLst>
                <a:ext uri="{FF2B5EF4-FFF2-40B4-BE49-F238E27FC236}">
                  <a16:creationId xmlns:a16="http://schemas.microsoft.com/office/drawing/2014/main" id="{027C5383-CB17-4780-8901-39CC954D950D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6396452" y="599902"/>
            <a:ext cx="655637" cy="2174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475" name="MathType 6.0 Equation" r:id="rId25" imgW="660240" imgH="203040" progId="Equation.DSMT4">
                    <p:embed/>
                  </p:oleObj>
                </mc:Choice>
                <mc:Fallback>
                  <p:oleObj name="MathType 6.0 Equation" r:id="rId25" imgW="660240" imgH="203040" progId="Equation.DSMT4">
                    <p:embed/>
                    <p:pic>
                      <p:nvPicPr>
                        <p:cNvPr id="46" name="Object 9">
                          <a:extLst>
                            <a:ext uri="{FF2B5EF4-FFF2-40B4-BE49-F238E27FC236}">
                              <a16:creationId xmlns:a16="http://schemas.microsoft.com/office/drawing/2014/main" id="{027C5383-CB17-4780-8901-39CC954D950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96452" y="599902"/>
                          <a:ext cx="655637" cy="21748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5FD5269F-2343-442D-9426-5A99ED73B083}"/>
              </a:ext>
            </a:extLst>
          </p:cNvPr>
          <p:cNvGrpSpPr/>
          <p:nvPr/>
        </p:nvGrpSpPr>
        <p:grpSpPr>
          <a:xfrm>
            <a:off x="894412" y="1401981"/>
            <a:ext cx="4240404" cy="461878"/>
            <a:chOff x="1148048" y="3596105"/>
            <a:chExt cx="5653872" cy="615837"/>
          </a:xfrm>
        </p:grpSpPr>
        <p:sp>
          <p:nvSpPr>
            <p:cNvPr id="51" name="Text Box 32">
              <a:extLst>
                <a:ext uri="{FF2B5EF4-FFF2-40B4-BE49-F238E27FC236}">
                  <a16:creationId xmlns:a16="http://schemas.microsoft.com/office/drawing/2014/main" id="{8E8905A8-A453-4669-8F4A-FF4A7102AC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48048" y="3596389"/>
              <a:ext cx="505015" cy="6155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latin typeface="宋体" panose="02010600030101010101" pitchFamily="2" charset="-122"/>
                </a:rPr>
                <a:t>在</a:t>
              </a:r>
              <a:endParaRPr kumimoji="1" lang="en-US" altLang="zh-CN" sz="2400" b="1" dirty="0">
                <a:latin typeface="宋体" panose="02010600030101010101" pitchFamily="2" charset="-122"/>
              </a:endParaRPr>
            </a:p>
          </p:txBody>
        </p:sp>
        <p:graphicFrame>
          <p:nvGraphicFramePr>
            <p:cNvPr id="52" name="Object 8">
              <a:extLst>
                <a:ext uri="{FF2B5EF4-FFF2-40B4-BE49-F238E27FC236}">
                  <a16:creationId xmlns:a16="http://schemas.microsoft.com/office/drawing/2014/main" id="{249D9FA0-8A59-4206-B3CA-5D52AC876B94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1714480" y="3714749"/>
            <a:ext cx="880320" cy="4569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476" name="MathType 6.0 Equation" r:id="rId27" imgW="660240" imgH="342720" progId="Equation.DSMT4">
                    <p:embed/>
                  </p:oleObj>
                </mc:Choice>
                <mc:Fallback>
                  <p:oleObj name="MathType 6.0 Equation" r:id="rId27" imgW="660240" imgH="342720" progId="Equation.DSMT4">
                    <p:embed/>
                    <p:pic>
                      <p:nvPicPr>
                        <p:cNvPr id="52" name="Object 8">
                          <a:extLst>
                            <a:ext uri="{FF2B5EF4-FFF2-40B4-BE49-F238E27FC236}">
                              <a16:creationId xmlns:a16="http://schemas.microsoft.com/office/drawing/2014/main" id="{249D9FA0-8A59-4206-B3CA-5D52AC876B9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14480" y="3714749"/>
                          <a:ext cx="880320" cy="45696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3" name="Text Box 32">
              <a:extLst>
                <a:ext uri="{FF2B5EF4-FFF2-40B4-BE49-F238E27FC236}">
                  <a16:creationId xmlns:a16="http://schemas.microsoft.com/office/drawing/2014/main" id="{DA5CA975-7258-4969-AD66-F0F1B3CDB0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62273" y="3596105"/>
              <a:ext cx="2740553" cy="6155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latin typeface="宋体" panose="02010600030101010101" pitchFamily="2" charset="-122"/>
                </a:rPr>
                <a:t>上任取小区间</a:t>
              </a:r>
              <a:endParaRPr kumimoji="1" lang="en-US" altLang="zh-CN" sz="2400" b="1" dirty="0">
                <a:latin typeface="宋体" panose="02010600030101010101" pitchFamily="2" charset="-122"/>
              </a:endParaRPr>
            </a:p>
          </p:txBody>
        </p:sp>
        <p:graphicFrame>
          <p:nvGraphicFramePr>
            <p:cNvPr id="54" name="对象 53">
              <a:extLst>
                <a:ext uri="{FF2B5EF4-FFF2-40B4-BE49-F238E27FC236}">
                  <a16:creationId xmlns:a16="http://schemas.microsoft.com/office/drawing/2014/main" id="{5C82E866-5046-4729-AE39-C4A3699AB5C2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5083187" y="3713916"/>
            <a:ext cx="1718733" cy="442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477" name="Equation" r:id="rId29" imgW="1282680" imgH="330120" progId="Equation.DSMT4">
                    <p:embed/>
                  </p:oleObj>
                </mc:Choice>
                <mc:Fallback>
                  <p:oleObj name="Equation" r:id="rId29" imgW="1282680" imgH="330120" progId="Equation.DSMT4">
                    <p:embed/>
                    <p:pic>
                      <p:nvPicPr>
                        <p:cNvPr id="54" name="对象 53">
                          <a:extLst>
                            <a:ext uri="{FF2B5EF4-FFF2-40B4-BE49-F238E27FC236}">
                              <a16:creationId xmlns:a16="http://schemas.microsoft.com/office/drawing/2014/main" id="{5C82E866-5046-4729-AE39-C4A3699AB5C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83187" y="3713916"/>
                          <a:ext cx="1718733" cy="44238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65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65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65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65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65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65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65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2000"/>
                                        <p:tgtEl>
                                          <p:spTgt spid="65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2000"/>
                                        <p:tgtEl>
                                          <p:spTgt spid="65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2000"/>
                                        <p:tgtEl>
                                          <p:spTgt spid="65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2000"/>
                                        <p:tgtEl>
                                          <p:spTgt spid="65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2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2000"/>
                                        <p:tgtEl>
                                          <p:spTgt spid="65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2000"/>
                                        <p:tgtEl>
                                          <p:spTgt spid="65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2000"/>
                                        <p:tgtEl>
                                          <p:spTgt spid="65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2000"/>
                                        <p:tgtEl>
                                          <p:spTgt spid="65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2000"/>
                                        <p:tgtEl>
                                          <p:spTgt spid="65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38" grpId="0" animBg="1"/>
      <p:bldP spid="65542" grpId="0" animBg="1"/>
      <p:bldP spid="65544" grpId="0" autoUpdateAnimBg="0"/>
      <p:bldP spid="65546" grpId="0" autoUpdateAnimBg="0"/>
      <p:bldP spid="65547" grpId="0" autoUpdateAnimBg="0"/>
      <p:bldP spid="65567" grpId="0" autoUpdateAnimBg="0"/>
      <p:bldP spid="65570" grpId="0" autoUpdateAnimBg="0"/>
      <p:bldP spid="50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2">
            <a:extLst>
              <a:ext uri="{FF2B5EF4-FFF2-40B4-BE49-F238E27FC236}">
                <a16:creationId xmlns:a16="http://schemas.microsoft.com/office/drawing/2014/main" id="{F0FC0D01-7AE6-4C65-9D08-FD43F024470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872104" y="379035"/>
            <a:ext cx="681038" cy="514350"/>
          </a:xfrm>
        </p:spPr>
        <p:txBody>
          <a:bodyPr/>
          <a:lstStyle/>
          <a:p>
            <a:pPr algn="l" eaLnBrk="1" hangingPunct="1"/>
            <a:r>
              <a:rPr lang="zh-CN" altLang="en-US" sz="2400" b="1" dirty="0">
                <a:solidFill>
                  <a:srgbClr val="3366FF"/>
                </a:solidFill>
                <a:latin typeface="+mn-ea"/>
                <a:ea typeface="+mn-ea"/>
              </a:rPr>
              <a:t>例</a:t>
            </a:r>
            <a:r>
              <a:rPr lang="en-US" altLang="zh-CN" sz="2400" b="1" dirty="0">
                <a:solidFill>
                  <a:srgbClr val="3366FF"/>
                </a:solidFill>
                <a:latin typeface="+mn-ea"/>
                <a:ea typeface="+mn-ea"/>
              </a:rPr>
              <a:t>1</a:t>
            </a:r>
          </a:p>
        </p:txBody>
      </p:sp>
      <p:sp>
        <p:nvSpPr>
          <p:cNvPr id="66563" name="Text Box 3">
            <a:extLst>
              <a:ext uri="{FF2B5EF4-FFF2-40B4-BE49-F238E27FC236}">
                <a16:creationId xmlns:a16="http://schemas.microsoft.com/office/drawing/2014/main" id="{E869DFFB-09CC-4756-ACBB-59D4F64124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88596" y="379035"/>
            <a:ext cx="173399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一个单位正</a:t>
            </a:r>
          </a:p>
        </p:txBody>
      </p:sp>
      <p:graphicFrame>
        <p:nvGraphicFramePr>
          <p:cNvPr id="66565" name="Object 5">
            <a:extLst>
              <a:ext uri="{FF2B5EF4-FFF2-40B4-BE49-F238E27FC236}">
                <a16:creationId xmlns:a16="http://schemas.microsoft.com/office/drawing/2014/main" id="{0AB62E6D-E54C-41AF-80A1-AF52DEF8CAA7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5401716" y="1755030"/>
          <a:ext cx="381000" cy="247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630" name="Equation" r:id="rId4" imgW="313200" imgH="194400" progId="Equation.3">
                  <p:embed/>
                </p:oleObj>
              </mc:Choice>
              <mc:Fallback>
                <p:oleObj name="Equation" r:id="rId4" imgW="313200" imgH="194400" progId="Equation.3">
                  <p:embed/>
                  <p:pic>
                    <p:nvPicPr>
                      <p:cNvPr id="66565" name="Object 5">
                        <a:extLst>
                          <a:ext uri="{FF2B5EF4-FFF2-40B4-BE49-F238E27FC236}">
                            <a16:creationId xmlns:a16="http://schemas.microsoft.com/office/drawing/2014/main" id="{0AB62E6D-E54C-41AF-80A1-AF52DEF8CAA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01716" y="1755030"/>
                        <a:ext cx="381000" cy="247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6566" name="Group 6">
            <a:extLst>
              <a:ext uri="{FF2B5EF4-FFF2-40B4-BE49-F238E27FC236}">
                <a16:creationId xmlns:a16="http://schemas.microsoft.com/office/drawing/2014/main" id="{E4EE1DD8-63A6-4C20-A53C-C849544005C6}"/>
              </a:ext>
            </a:extLst>
          </p:cNvPr>
          <p:cNvGrpSpPr>
            <a:grpSpLocks/>
          </p:cNvGrpSpPr>
          <p:nvPr/>
        </p:nvGrpSpPr>
        <p:grpSpPr bwMode="auto">
          <a:xfrm>
            <a:off x="5527923" y="2040780"/>
            <a:ext cx="2932509" cy="342900"/>
            <a:chOff x="2989" y="2016"/>
            <a:chExt cx="2463" cy="288"/>
          </a:xfrm>
        </p:grpSpPr>
        <p:sp>
          <p:nvSpPr>
            <p:cNvPr id="6191" name="Line 7">
              <a:extLst>
                <a:ext uri="{FF2B5EF4-FFF2-40B4-BE49-F238E27FC236}">
                  <a16:creationId xmlns:a16="http://schemas.microsoft.com/office/drawing/2014/main" id="{EAF49908-0791-49B2-A512-1CEF4ACD71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2" y="2064"/>
              <a:ext cx="235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 b="1">
                <a:latin typeface="+mn-ea"/>
              </a:endParaRPr>
            </a:p>
          </p:txBody>
        </p:sp>
        <p:sp>
          <p:nvSpPr>
            <p:cNvPr id="6192" name="Line 8">
              <a:extLst>
                <a:ext uri="{FF2B5EF4-FFF2-40B4-BE49-F238E27FC236}">
                  <a16:creationId xmlns:a16="http://schemas.microsoft.com/office/drawing/2014/main" id="{522C4196-0115-48E2-940F-B77D6E0F3D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2" y="2016"/>
              <a:ext cx="0" cy="48"/>
            </a:xfrm>
            <a:prstGeom prst="line">
              <a:avLst/>
            </a:prstGeom>
            <a:noFill/>
            <a:ln w="5715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 b="1">
                <a:latin typeface="+mn-ea"/>
              </a:endParaRPr>
            </a:p>
          </p:txBody>
        </p:sp>
        <p:graphicFrame>
          <p:nvGraphicFramePr>
            <p:cNvPr id="6193" name="Object 9">
              <a:extLst>
                <a:ext uri="{FF2B5EF4-FFF2-40B4-BE49-F238E27FC236}">
                  <a16:creationId xmlns:a16="http://schemas.microsoft.com/office/drawing/2014/main" id="{B431F6B3-39FA-4B23-A60C-D699B29B7F6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89" y="2112"/>
            <a:ext cx="136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631" name="Equation" r:id="rId6" imgW="118440" imgH="135360" progId="Equation.3">
                    <p:embed/>
                  </p:oleObj>
                </mc:Choice>
                <mc:Fallback>
                  <p:oleObj name="Equation" r:id="rId6" imgW="118440" imgH="135360" progId="Equation.3">
                    <p:embed/>
                    <p:pic>
                      <p:nvPicPr>
                        <p:cNvPr id="6193" name="Object 9">
                          <a:extLst>
                            <a:ext uri="{FF2B5EF4-FFF2-40B4-BE49-F238E27FC236}">
                              <a16:creationId xmlns:a16="http://schemas.microsoft.com/office/drawing/2014/main" id="{B431F6B3-39FA-4B23-A60C-D699B29B7F6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89" y="2112"/>
                          <a:ext cx="136" cy="15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94" name="Object 10">
              <a:extLst>
                <a:ext uri="{FF2B5EF4-FFF2-40B4-BE49-F238E27FC236}">
                  <a16:creationId xmlns:a16="http://schemas.microsoft.com/office/drawing/2014/main" id="{0F2932E3-CA23-4F9E-9776-ACD598497B4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324" y="2160"/>
            <a:ext cx="128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632" name="Equation" r:id="rId8" imgW="110160" imgH="126720" progId="Equation.3">
                    <p:embed/>
                  </p:oleObj>
                </mc:Choice>
                <mc:Fallback>
                  <p:oleObj name="Equation" r:id="rId8" imgW="110160" imgH="126720" progId="Equation.3">
                    <p:embed/>
                    <p:pic>
                      <p:nvPicPr>
                        <p:cNvPr id="6194" name="Object 10">
                          <a:extLst>
                            <a:ext uri="{FF2B5EF4-FFF2-40B4-BE49-F238E27FC236}">
                              <a16:creationId xmlns:a16="http://schemas.microsoft.com/office/drawing/2014/main" id="{0F2932E3-CA23-4F9E-9776-ACD598497B4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24" y="2160"/>
                          <a:ext cx="128" cy="14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6571" name="Group 11">
            <a:extLst>
              <a:ext uri="{FF2B5EF4-FFF2-40B4-BE49-F238E27FC236}">
                <a16:creationId xmlns:a16="http://schemas.microsoft.com/office/drawing/2014/main" id="{EEC789A5-1D28-4E10-8312-7383777F68CD}"/>
              </a:ext>
            </a:extLst>
          </p:cNvPr>
          <p:cNvGrpSpPr>
            <a:grpSpLocks/>
          </p:cNvGrpSpPr>
          <p:nvPr/>
        </p:nvGrpSpPr>
        <p:grpSpPr bwMode="auto">
          <a:xfrm>
            <a:off x="6062513" y="2040780"/>
            <a:ext cx="171450" cy="295275"/>
            <a:chOff x="3438" y="2016"/>
            <a:chExt cx="144" cy="248"/>
          </a:xfrm>
        </p:grpSpPr>
        <p:graphicFrame>
          <p:nvGraphicFramePr>
            <p:cNvPr id="6189" name="Object 12">
              <a:extLst>
                <a:ext uri="{FF2B5EF4-FFF2-40B4-BE49-F238E27FC236}">
                  <a16:creationId xmlns:a16="http://schemas.microsoft.com/office/drawing/2014/main" id="{7D105E23-266E-4BB1-B129-C27F1BBE615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438" y="2112"/>
            <a:ext cx="144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633" name="Equation" r:id="rId10" imgW="127080" imgH="135360" progId="Equation.3">
                    <p:embed/>
                  </p:oleObj>
                </mc:Choice>
                <mc:Fallback>
                  <p:oleObj name="Equation" r:id="rId10" imgW="127080" imgH="135360" progId="Equation.3">
                    <p:embed/>
                    <p:pic>
                      <p:nvPicPr>
                        <p:cNvPr id="6189" name="Object 12">
                          <a:extLst>
                            <a:ext uri="{FF2B5EF4-FFF2-40B4-BE49-F238E27FC236}">
                              <a16:creationId xmlns:a16="http://schemas.microsoft.com/office/drawing/2014/main" id="{7D105E23-266E-4BB1-B129-C27F1BBE615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38" y="2112"/>
                          <a:ext cx="144" cy="15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90" name="Line 13">
              <a:extLst>
                <a:ext uri="{FF2B5EF4-FFF2-40B4-BE49-F238E27FC236}">
                  <a16:creationId xmlns:a16="http://schemas.microsoft.com/office/drawing/2014/main" id="{5F1ADEB2-1D28-45C7-B996-7227A99A00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04" y="2016"/>
              <a:ext cx="0" cy="45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 b="1">
                <a:latin typeface="+mn-ea"/>
              </a:endParaRPr>
            </a:p>
          </p:txBody>
        </p:sp>
      </p:grpSp>
      <p:grpSp>
        <p:nvGrpSpPr>
          <p:cNvPr id="66574" name="Group 14">
            <a:extLst>
              <a:ext uri="{FF2B5EF4-FFF2-40B4-BE49-F238E27FC236}">
                <a16:creationId xmlns:a16="http://schemas.microsoft.com/office/drawing/2014/main" id="{59595C52-E941-4DC5-87B9-EF7B97563F67}"/>
              </a:ext>
            </a:extLst>
          </p:cNvPr>
          <p:cNvGrpSpPr>
            <a:grpSpLocks/>
          </p:cNvGrpSpPr>
          <p:nvPr/>
        </p:nvGrpSpPr>
        <p:grpSpPr bwMode="auto">
          <a:xfrm>
            <a:off x="7781775" y="2040783"/>
            <a:ext cx="161925" cy="369094"/>
            <a:chOff x="4882" y="2016"/>
            <a:chExt cx="136" cy="310"/>
          </a:xfrm>
        </p:grpSpPr>
        <p:graphicFrame>
          <p:nvGraphicFramePr>
            <p:cNvPr id="6187" name="Object 15">
              <a:extLst>
                <a:ext uri="{FF2B5EF4-FFF2-40B4-BE49-F238E27FC236}">
                  <a16:creationId xmlns:a16="http://schemas.microsoft.com/office/drawing/2014/main" id="{F4E146C2-C43A-4FEC-97C2-3F558D315A0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882" y="2118"/>
            <a:ext cx="136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634" name="Equation" r:id="rId12" imgW="118440" imgH="194400" progId="Equation.3">
                    <p:embed/>
                  </p:oleObj>
                </mc:Choice>
                <mc:Fallback>
                  <p:oleObj name="Equation" r:id="rId12" imgW="118440" imgH="194400" progId="Equation.3">
                    <p:embed/>
                    <p:pic>
                      <p:nvPicPr>
                        <p:cNvPr id="6187" name="Object 15">
                          <a:extLst>
                            <a:ext uri="{FF2B5EF4-FFF2-40B4-BE49-F238E27FC236}">
                              <a16:creationId xmlns:a16="http://schemas.microsoft.com/office/drawing/2014/main" id="{F4E146C2-C43A-4FEC-97C2-3F558D315A0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82" y="2118"/>
                          <a:ext cx="136" cy="20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88" name="Line 16">
              <a:extLst>
                <a:ext uri="{FF2B5EF4-FFF2-40B4-BE49-F238E27FC236}">
                  <a16:creationId xmlns:a16="http://schemas.microsoft.com/office/drawing/2014/main" id="{EB4B9E85-FD11-4183-9A4F-E2CC13D270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44" y="2016"/>
              <a:ext cx="0" cy="45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 b="1">
                <a:latin typeface="+mn-ea"/>
              </a:endParaRPr>
            </a:p>
          </p:txBody>
        </p:sp>
      </p:grpSp>
      <p:grpSp>
        <p:nvGrpSpPr>
          <p:cNvPr id="66577" name="Group 17">
            <a:extLst>
              <a:ext uri="{FF2B5EF4-FFF2-40B4-BE49-F238E27FC236}">
                <a16:creationId xmlns:a16="http://schemas.microsoft.com/office/drawing/2014/main" id="{69D9F1E1-2AFE-4D41-9F4D-10A816D9214E}"/>
              </a:ext>
            </a:extLst>
          </p:cNvPr>
          <p:cNvGrpSpPr>
            <a:grpSpLocks/>
          </p:cNvGrpSpPr>
          <p:nvPr/>
        </p:nvGrpSpPr>
        <p:grpSpPr bwMode="auto">
          <a:xfrm>
            <a:off x="6674494" y="2040780"/>
            <a:ext cx="152400" cy="285750"/>
            <a:chOff x="3952" y="2016"/>
            <a:chExt cx="128" cy="240"/>
          </a:xfrm>
        </p:grpSpPr>
        <p:graphicFrame>
          <p:nvGraphicFramePr>
            <p:cNvPr id="6185" name="Object 18">
              <a:extLst>
                <a:ext uri="{FF2B5EF4-FFF2-40B4-BE49-F238E27FC236}">
                  <a16:creationId xmlns:a16="http://schemas.microsoft.com/office/drawing/2014/main" id="{EA250EB7-1BE9-4A6A-8CB7-C7CA3BD43A2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52" y="2112"/>
            <a:ext cx="128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635" name="Equation" r:id="rId14" imgW="110160" imgH="126720" progId="Equation.3">
                    <p:embed/>
                  </p:oleObj>
                </mc:Choice>
                <mc:Fallback>
                  <p:oleObj name="Equation" r:id="rId14" imgW="110160" imgH="126720" progId="Equation.3">
                    <p:embed/>
                    <p:pic>
                      <p:nvPicPr>
                        <p:cNvPr id="6185" name="Object 18">
                          <a:extLst>
                            <a:ext uri="{FF2B5EF4-FFF2-40B4-BE49-F238E27FC236}">
                              <a16:creationId xmlns:a16="http://schemas.microsoft.com/office/drawing/2014/main" id="{EA250EB7-1BE9-4A6A-8CB7-C7CA3BD43A2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52" y="2112"/>
                          <a:ext cx="128" cy="14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86" name="Line 19">
              <a:extLst>
                <a:ext uri="{FF2B5EF4-FFF2-40B4-BE49-F238E27FC236}">
                  <a16:creationId xmlns:a16="http://schemas.microsoft.com/office/drawing/2014/main" id="{0DE4B807-6C2D-48B6-BC00-F1F99B615E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4" y="2016"/>
              <a:ext cx="0" cy="45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 b="1">
                <a:latin typeface="+mn-ea"/>
              </a:endParaRPr>
            </a:p>
          </p:txBody>
        </p:sp>
      </p:grpSp>
      <p:grpSp>
        <p:nvGrpSpPr>
          <p:cNvPr id="66580" name="Group 20">
            <a:extLst>
              <a:ext uri="{FF2B5EF4-FFF2-40B4-BE49-F238E27FC236}">
                <a16:creationId xmlns:a16="http://schemas.microsoft.com/office/drawing/2014/main" id="{D823AADC-B26B-4804-9DD0-8647582DAF54}"/>
              </a:ext>
            </a:extLst>
          </p:cNvPr>
          <p:cNvGrpSpPr>
            <a:grpSpLocks/>
          </p:cNvGrpSpPr>
          <p:nvPr/>
        </p:nvGrpSpPr>
        <p:grpSpPr bwMode="auto">
          <a:xfrm>
            <a:off x="6941194" y="2040780"/>
            <a:ext cx="685800" cy="386954"/>
            <a:chOff x="4176" y="2016"/>
            <a:chExt cx="576" cy="325"/>
          </a:xfrm>
        </p:grpSpPr>
        <p:graphicFrame>
          <p:nvGraphicFramePr>
            <p:cNvPr id="6183" name="Object 21">
              <a:extLst>
                <a:ext uri="{FF2B5EF4-FFF2-40B4-BE49-F238E27FC236}">
                  <a16:creationId xmlns:a16="http://schemas.microsoft.com/office/drawing/2014/main" id="{74359A06-8C55-4465-AA9B-2C95AADADC5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176" y="2085"/>
            <a:ext cx="576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636" name="Equation" r:id="rId16" imgW="584280" imgH="245160" progId="Equation.3">
                    <p:embed/>
                  </p:oleObj>
                </mc:Choice>
                <mc:Fallback>
                  <p:oleObj name="Equation" r:id="rId16" imgW="584280" imgH="245160" progId="Equation.3">
                    <p:embed/>
                    <p:pic>
                      <p:nvPicPr>
                        <p:cNvPr id="6183" name="Object 21">
                          <a:extLst>
                            <a:ext uri="{FF2B5EF4-FFF2-40B4-BE49-F238E27FC236}">
                              <a16:creationId xmlns:a16="http://schemas.microsoft.com/office/drawing/2014/main" id="{74359A06-8C55-4465-AA9B-2C95AADADC5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76" y="2085"/>
                          <a:ext cx="576" cy="25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84" name="Line 22">
              <a:extLst>
                <a:ext uri="{FF2B5EF4-FFF2-40B4-BE49-F238E27FC236}">
                  <a16:creationId xmlns:a16="http://schemas.microsoft.com/office/drawing/2014/main" id="{591AB6C9-B828-4CCF-A84E-E322B1C9DD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2016"/>
              <a:ext cx="0" cy="45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 b="1">
                <a:latin typeface="+mn-ea"/>
              </a:endParaRPr>
            </a:p>
          </p:txBody>
        </p:sp>
      </p:grpSp>
      <p:graphicFrame>
        <p:nvGraphicFramePr>
          <p:cNvPr id="66583" name="Object 23">
            <a:extLst>
              <a:ext uri="{FF2B5EF4-FFF2-40B4-BE49-F238E27FC236}">
                <a16:creationId xmlns:a16="http://schemas.microsoft.com/office/drawing/2014/main" id="{6C8DDE92-928C-41AE-A971-C0375DAD1ABA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6019653" y="1709789"/>
          <a:ext cx="407194" cy="3309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637" name="Equation" r:id="rId18" imgW="110160" imgH="84600" progId="Equation.3">
                  <p:embed/>
                </p:oleObj>
              </mc:Choice>
              <mc:Fallback>
                <p:oleObj name="Equation" r:id="rId18" imgW="110160" imgH="84600" progId="Equation.3">
                  <p:embed/>
                  <p:pic>
                    <p:nvPicPr>
                      <p:cNvPr id="66583" name="Object 23">
                        <a:extLst>
                          <a:ext uri="{FF2B5EF4-FFF2-40B4-BE49-F238E27FC236}">
                            <a16:creationId xmlns:a16="http://schemas.microsoft.com/office/drawing/2014/main" id="{6C8DDE92-928C-41AE-A971-C0375DAD1AB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653" y="1709789"/>
                        <a:ext cx="407194" cy="33099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84" name="Object 24">
            <a:extLst>
              <a:ext uri="{FF2B5EF4-FFF2-40B4-BE49-F238E27FC236}">
                <a16:creationId xmlns:a16="http://schemas.microsoft.com/office/drawing/2014/main" id="{3B0DAEF6-2B5C-4A14-B84B-00A21222B6A0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6526857" y="1755030"/>
          <a:ext cx="314325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638" name="Equation" r:id="rId20" imgW="254160" imgH="177480" progId="Equation.3">
                  <p:embed/>
                </p:oleObj>
              </mc:Choice>
              <mc:Fallback>
                <p:oleObj name="Equation" r:id="rId20" imgW="254160" imgH="177480" progId="Equation.3">
                  <p:embed/>
                  <p:pic>
                    <p:nvPicPr>
                      <p:cNvPr id="66584" name="Object 24">
                        <a:extLst>
                          <a:ext uri="{FF2B5EF4-FFF2-40B4-BE49-F238E27FC236}">
                            <a16:creationId xmlns:a16="http://schemas.microsoft.com/office/drawing/2014/main" id="{3B0DAEF6-2B5C-4A14-B84B-00A21222B6A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26857" y="1755030"/>
                        <a:ext cx="314325" cy="228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585" name="Text Box 25">
            <a:extLst>
              <a:ext uri="{FF2B5EF4-FFF2-40B4-BE49-F238E27FC236}">
                <a16:creationId xmlns:a16="http://schemas.microsoft.com/office/drawing/2014/main" id="{48D51FCD-345A-47A2-90B3-9A41D206B0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6513" y="1976591"/>
            <a:ext cx="7429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rgbClr val="3366FF"/>
                </a:solidFill>
                <a:latin typeface="+mn-ea"/>
                <a:ea typeface="+mn-ea"/>
              </a:rPr>
              <a:t>解</a:t>
            </a:r>
            <a:endParaRPr kumimoji="1" lang="en-US" altLang="zh-CN" sz="2400" b="1" dirty="0">
              <a:solidFill>
                <a:srgbClr val="3366FF"/>
              </a:solidFill>
              <a:latin typeface="+mn-ea"/>
              <a:ea typeface="+mn-ea"/>
            </a:endParaRPr>
          </a:p>
        </p:txBody>
      </p:sp>
      <p:sp>
        <p:nvSpPr>
          <p:cNvPr id="66587" name="Text Box 27">
            <a:extLst>
              <a:ext uri="{FF2B5EF4-FFF2-40B4-BE49-F238E27FC236}">
                <a16:creationId xmlns:a16="http://schemas.microsoft.com/office/drawing/2014/main" id="{179CC345-0379-419C-B9C3-12577C8AA9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6409" y="2618929"/>
            <a:ext cx="3886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由</a:t>
            </a:r>
            <a:r>
              <a:rPr kumimoji="1" lang="zh-CN" altLang="en-US" sz="2400" b="1" dirty="0">
                <a:solidFill>
                  <a:srgbClr val="3366FF"/>
                </a:solidFill>
                <a:latin typeface="+mn-ea"/>
                <a:ea typeface="+mn-ea"/>
              </a:rPr>
              <a:t>库仑定律</a:t>
            </a:r>
            <a:r>
              <a:rPr kumimoji="1" lang="zh-CN" altLang="en-US" sz="2400" b="1" dirty="0">
                <a:latin typeface="+mn-ea"/>
                <a:ea typeface="+mn-ea"/>
              </a:rPr>
              <a:t>电场力为</a:t>
            </a:r>
          </a:p>
        </p:txBody>
      </p:sp>
      <p:graphicFrame>
        <p:nvGraphicFramePr>
          <p:cNvPr id="66588" name="Object 28">
            <a:extLst>
              <a:ext uri="{FF2B5EF4-FFF2-40B4-BE49-F238E27FC236}">
                <a16:creationId xmlns:a16="http://schemas.microsoft.com/office/drawing/2014/main" id="{5668A1A9-2028-46EE-9D30-A5F034D8F229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4261783" y="2525514"/>
          <a:ext cx="1155700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639" name="Equation" r:id="rId22" imgW="1155600" imgH="723600" progId="Equation.DSMT4">
                  <p:embed/>
                </p:oleObj>
              </mc:Choice>
              <mc:Fallback>
                <p:oleObj name="Equation" r:id="rId22" imgW="1155600" imgH="723600" progId="Equation.DSMT4">
                  <p:embed/>
                  <p:pic>
                    <p:nvPicPr>
                      <p:cNvPr id="66588" name="Object 28">
                        <a:extLst>
                          <a:ext uri="{FF2B5EF4-FFF2-40B4-BE49-F238E27FC236}">
                            <a16:creationId xmlns:a16="http://schemas.microsoft.com/office/drawing/2014/main" id="{5668A1A9-2028-46EE-9D30-A5F034D8F22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1783" y="2525514"/>
                        <a:ext cx="1155700" cy="730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589" name="Line 29">
            <a:extLst>
              <a:ext uri="{FF2B5EF4-FFF2-40B4-BE49-F238E27FC236}">
                <a16:creationId xmlns:a16="http://schemas.microsoft.com/office/drawing/2014/main" id="{12C0FFEA-E728-44CF-B5E6-3021D424A124}"/>
              </a:ext>
            </a:extLst>
          </p:cNvPr>
          <p:cNvSpPr>
            <a:spLocks noChangeShapeType="1"/>
          </p:cNvSpPr>
          <p:nvPr/>
        </p:nvSpPr>
        <p:spPr bwMode="auto">
          <a:xfrm>
            <a:off x="6712594" y="2097930"/>
            <a:ext cx="51435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400" b="1">
              <a:latin typeface="+mn-ea"/>
            </a:endParaRPr>
          </a:p>
        </p:txBody>
      </p:sp>
      <p:sp>
        <p:nvSpPr>
          <p:cNvPr id="66590" name="Text Box 30">
            <a:extLst>
              <a:ext uri="{FF2B5EF4-FFF2-40B4-BE49-F238E27FC236}">
                <a16:creationId xmlns:a16="http://schemas.microsoft.com/office/drawing/2014/main" id="{C9D87A14-9DD8-487F-B07C-8342D18B7F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363" y="3945498"/>
            <a:ext cx="140133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rgbClr val="3366FF"/>
                </a:solidFill>
                <a:latin typeface="+mn-ea"/>
                <a:ea typeface="+mn-ea"/>
              </a:rPr>
              <a:t>功元素</a:t>
            </a:r>
          </a:p>
        </p:txBody>
      </p:sp>
      <p:sp>
        <p:nvSpPr>
          <p:cNvPr id="66601" name="Rectangle 41">
            <a:extLst>
              <a:ext uri="{FF2B5EF4-FFF2-40B4-BE49-F238E27FC236}">
                <a16:creationId xmlns:a16="http://schemas.microsoft.com/office/drawing/2014/main" id="{81F3349E-898A-4E7A-9D44-9D6BB65F2A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12497" y="1713077"/>
            <a:ext cx="514350" cy="28575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 b="1">
              <a:latin typeface="+mn-ea"/>
              <a:ea typeface="+mn-ea"/>
            </a:endParaRPr>
          </a:p>
        </p:txBody>
      </p:sp>
      <p:sp>
        <p:nvSpPr>
          <p:cNvPr id="66602" name="Text Box 42">
            <a:extLst>
              <a:ext uri="{FF2B5EF4-FFF2-40B4-BE49-F238E27FC236}">
                <a16:creationId xmlns:a16="http://schemas.microsoft.com/office/drawing/2014/main" id="{771E6528-EFA5-4735-B8AF-184617F216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16" y="931326"/>
            <a:ext cx="362279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None/>
            </a:pPr>
            <a:r>
              <a:rPr kumimoji="1" lang="zh-CN" altLang="en-US" sz="2400" b="1" dirty="0">
                <a:latin typeface="+mn-ea"/>
                <a:ea typeface="+mn-ea"/>
                <a:cs typeface="Times New Roman" panose="02020603050405020304" pitchFamily="18" charset="0"/>
              </a:rPr>
              <a:t>电荷沿直线从距离点电荷</a:t>
            </a:r>
            <a:endParaRPr kumimoji="1" lang="en-US" altLang="zh-CN" sz="2400" b="1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19477" name="Object 21"/>
          <p:cNvGraphicFramePr>
            <a:graphicFrameLocks noChangeAspect="1"/>
          </p:cNvGraphicFramePr>
          <p:nvPr>
            <p:extLst/>
          </p:nvPr>
        </p:nvGraphicFramePr>
        <p:xfrm>
          <a:off x="2700338" y="3810000"/>
          <a:ext cx="1487487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640" name="Equation" r:id="rId24" imgW="1485720" imgH="723600" progId="Equation.DSMT4">
                  <p:embed/>
                </p:oleObj>
              </mc:Choice>
              <mc:Fallback>
                <p:oleObj name="Equation" r:id="rId24" imgW="1485720" imgH="723600" progId="Equation.DSMT4">
                  <p:embed/>
                  <p:pic>
                    <p:nvPicPr>
                      <p:cNvPr id="19477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38" y="3810000"/>
                        <a:ext cx="1487487" cy="733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" name="Text Box 42">
            <a:extLst>
              <a:ext uri="{FF2B5EF4-FFF2-40B4-BE49-F238E27FC236}">
                <a16:creationId xmlns:a16="http://schemas.microsoft.com/office/drawing/2014/main" id="{3E9116FE-5BDA-4956-8E77-DBB854A7E2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73006" y="927428"/>
            <a:ext cx="204746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None/>
            </a:pPr>
            <a:r>
              <a:rPr kumimoji="1" lang="zh-CN" altLang="en-US" sz="2400" b="1" dirty="0">
                <a:latin typeface="+mn-ea"/>
                <a:cs typeface="Times New Roman" panose="02020603050405020304" pitchFamily="18" charset="0"/>
              </a:rPr>
              <a:t>求电场力所作</a:t>
            </a:r>
            <a:r>
              <a:rPr kumimoji="1" lang="en-US" altLang="zh-CN" sz="2400" b="1" dirty="0">
                <a:latin typeface="+mn-ea"/>
                <a:ea typeface="+mn-ea"/>
                <a:cs typeface="Times New Roman" panose="02020603050405020304" pitchFamily="18" charset="0"/>
              </a:rPr>
              <a:t> 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39DA23FB-1A80-4A16-9EAA-2B876D7F4347}"/>
              </a:ext>
            </a:extLst>
          </p:cNvPr>
          <p:cNvGrpSpPr/>
          <p:nvPr/>
        </p:nvGrpSpPr>
        <p:grpSpPr>
          <a:xfrm>
            <a:off x="3707583" y="931326"/>
            <a:ext cx="3089748" cy="467356"/>
            <a:chOff x="3707583" y="931326"/>
            <a:chExt cx="3089748" cy="467356"/>
          </a:xfrm>
        </p:grpSpPr>
        <p:sp>
          <p:nvSpPr>
            <p:cNvPr id="42" name="Text Box 42">
              <a:extLst>
                <a:ext uri="{FF2B5EF4-FFF2-40B4-BE49-F238E27FC236}">
                  <a16:creationId xmlns:a16="http://schemas.microsoft.com/office/drawing/2014/main" id="{508F631D-C034-4FA5-BEB3-A0ACF55ACE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79983" y="931326"/>
              <a:ext cx="1434967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None/>
              </a:pPr>
              <a:r>
                <a:rPr kumimoji="1" lang="zh-CN" altLang="en-US" sz="2400" b="1" dirty="0">
                  <a:latin typeface="+mn-ea"/>
                  <a:ea typeface="+mn-ea"/>
                  <a:cs typeface="Times New Roman" panose="02020603050405020304" pitchFamily="18" charset="0"/>
                </a:rPr>
                <a:t>处移动到</a:t>
              </a:r>
              <a:endParaRPr kumimoji="1" lang="en-US" altLang="zh-CN" sz="24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43" name="Object 39">
              <a:extLst>
                <a:ext uri="{FF2B5EF4-FFF2-40B4-BE49-F238E27FC236}">
                  <a16:creationId xmlns:a16="http://schemas.microsoft.com/office/drawing/2014/main" id="{7CD271C4-0083-48AB-AB29-961AEB7EFF99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3707583" y="1083515"/>
            <a:ext cx="203200" cy="206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641" name="MathType 6.0 Equation" r:id="rId26" imgW="203040" imgH="203040" progId="Equation.DSMT4">
                    <p:embed/>
                  </p:oleObj>
                </mc:Choice>
                <mc:Fallback>
                  <p:oleObj name="MathType 6.0 Equation" r:id="rId26" imgW="203040" imgH="203040" progId="Equation.DSMT4">
                    <p:embed/>
                    <p:pic>
                      <p:nvPicPr>
                        <p:cNvPr id="43" name="Object 39">
                          <a:extLst>
                            <a:ext uri="{FF2B5EF4-FFF2-40B4-BE49-F238E27FC236}">
                              <a16:creationId xmlns:a16="http://schemas.microsoft.com/office/drawing/2014/main" id="{7CD271C4-0083-48AB-AB29-961AEB7EFF9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07583" y="1083515"/>
                          <a:ext cx="203200" cy="2063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4" name="Text Box 42">
              <a:extLst>
                <a:ext uri="{FF2B5EF4-FFF2-40B4-BE49-F238E27FC236}">
                  <a16:creationId xmlns:a16="http://schemas.microsoft.com/office/drawing/2014/main" id="{ABDEF474-C85F-4EE8-B96A-3ADA258188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92295" y="937017"/>
              <a:ext cx="49415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None/>
              </a:pPr>
              <a:r>
                <a:rPr kumimoji="1" lang="zh-CN" altLang="en-US" sz="2400" b="1" dirty="0">
                  <a:latin typeface="+mn-ea"/>
                  <a:ea typeface="+mn-ea"/>
                  <a:cs typeface="Times New Roman" panose="02020603050405020304" pitchFamily="18" charset="0"/>
                </a:rPr>
                <a:t>处 </a:t>
              </a:r>
              <a:endParaRPr kumimoji="1" lang="en-US" altLang="zh-CN" sz="24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46" name="Object 39">
              <a:extLst>
                <a:ext uri="{FF2B5EF4-FFF2-40B4-BE49-F238E27FC236}">
                  <a16:creationId xmlns:a16="http://schemas.microsoft.com/office/drawing/2014/main" id="{D5F33795-0BAC-4789-AFD8-06AEAB121A95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5236369" y="1079287"/>
            <a:ext cx="190500" cy="2841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642" name="MathType 6.0 Equation" r:id="rId28" imgW="190440" imgH="279360" progId="Equation.DSMT4">
                    <p:embed/>
                  </p:oleObj>
                </mc:Choice>
                <mc:Fallback>
                  <p:oleObj name="MathType 6.0 Equation" r:id="rId28" imgW="190440" imgH="279360" progId="Equation.DSMT4">
                    <p:embed/>
                    <p:pic>
                      <p:nvPicPr>
                        <p:cNvPr id="46" name="Object 39">
                          <a:extLst>
                            <a:ext uri="{FF2B5EF4-FFF2-40B4-BE49-F238E27FC236}">
                              <a16:creationId xmlns:a16="http://schemas.microsoft.com/office/drawing/2014/main" id="{D5F33795-0BAC-4789-AFD8-06AEAB121A9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36369" y="1079287"/>
                          <a:ext cx="190500" cy="2841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" name="Object 39">
              <a:extLst>
                <a:ext uri="{FF2B5EF4-FFF2-40B4-BE49-F238E27FC236}">
                  <a16:creationId xmlns:a16="http://schemas.microsoft.com/office/drawing/2014/main" id="{92EE9347-52FC-4CCD-B606-D6F26AD8CE91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5870231" y="1012870"/>
            <a:ext cx="927100" cy="3476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643" name="MathType 6.0 Equation" r:id="rId30" imgW="927000" imgH="342720" progId="Equation.DSMT4">
                    <p:embed/>
                  </p:oleObj>
                </mc:Choice>
                <mc:Fallback>
                  <p:oleObj name="MathType 6.0 Equation" r:id="rId30" imgW="927000" imgH="342720" progId="Equation.DSMT4">
                    <p:embed/>
                    <p:pic>
                      <p:nvPicPr>
                        <p:cNvPr id="48" name="Object 39">
                          <a:extLst>
                            <a:ext uri="{FF2B5EF4-FFF2-40B4-BE49-F238E27FC236}">
                              <a16:creationId xmlns:a16="http://schemas.microsoft.com/office/drawing/2014/main" id="{92EE9347-52FC-4CCD-B606-D6F26AD8CE9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70231" y="1012870"/>
                          <a:ext cx="927100" cy="3476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9" name="Text Box 42">
            <a:extLst>
              <a:ext uri="{FF2B5EF4-FFF2-40B4-BE49-F238E27FC236}">
                <a16:creationId xmlns:a16="http://schemas.microsoft.com/office/drawing/2014/main" id="{9948E11F-0191-447D-BF2C-2E256136F5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880" y="1464771"/>
            <a:ext cx="109154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None/>
            </a:pPr>
            <a:r>
              <a:rPr kumimoji="1" lang="zh-CN" altLang="en-US" sz="2400" b="1" dirty="0">
                <a:latin typeface="+mn-ea"/>
                <a:cs typeface="Times New Roman" panose="02020603050405020304" pitchFamily="18" charset="0"/>
              </a:rPr>
              <a:t>的功</a:t>
            </a:r>
            <a:r>
              <a:rPr kumimoji="1" lang="en-US" altLang="zh-CN" sz="2400" b="1" dirty="0">
                <a:latin typeface="+mn-ea"/>
                <a:cs typeface="Times New Roman" panose="02020603050405020304" pitchFamily="18" charset="0"/>
              </a:rPr>
              <a:t>.</a:t>
            </a:r>
            <a:r>
              <a:rPr kumimoji="1" lang="en-US" altLang="zh-CN" sz="2400" b="1" dirty="0">
                <a:latin typeface="+mn-ea"/>
                <a:ea typeface="+mn-ea"/>
                <a:cs typeface="Times New Roman" panose="02020603050405020304" pitchFamily="18" charset="0"/>
              </a:rPr>
              <a:t> </a:t>
            </a:r>
          </a:p>
        </p:txBody>
      </p: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593B4D63-F2A1-4D85-87CD-404827A47C57}"/>
              </a:ext>
            </a:extLst>
          </p:cNvPr>
          <p:cNvGrpSpPr/>
          <p:nvPr/>
        </p:nvGrpSpPr>
        <p:grpSpPr>
          <a:xfrm>
            <a:off x="1286348" y="3280046"/>
            <a:ext cx="4222277" cy="461878"/>
            <a:chOff x="1148048" y="3596105"/>
            <a:chExt cx="5629703" cy="615837"/>
          </a:xfrm>
        </p:grpSpPr>
        <p:sp>
          <p:nvSpPr>
            <p:cNvPr id="51" name="Text Box 32">
              <a:extLst>
                <a:ext uri="{FF2B5EF4-FFF2-40B4-BE49-F238E27FC236}">
                  <a16:creationId xmlns:a16="http://schemas.microsoft.com/office/drawing/2014/main" id="{AB6DEE1E-5D0C-4FB6-B74E-9AD5E7A62E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48048" y="3596389"/>
              <a:ext cx="505015" cy="6155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latin typeface="宋体" panose="02010600030101010101" pitchFamily="2" charset="-122"/>
                </a:rPr>
                <a:t>在</a:t>
              </a:r>
              <a:endParaRPr kumimoji="1" lang="en-US" altLang="zh-CN" sz="2400" b="1" dirty="0">
                <a:latin typeface="宋体" panose="02010600030101010101" pitchFamily="2" charset="-122"/>
              </a:endParaRPr>
            </a:p>
          </p:txBody>
        </p:sp>
        <p:graphicFrame>
          <p:nvGraphicFramePr>
            <p:cNvPr id="52" name="Object 8">
              <a:extLst>
                <a:ext uri="{FF2B5EF4-FFF2-40B4-BE49-F238E27FC236}">
                  <a16:creationId xmlns:a16="http://schemas.microsoft.com/office/drawing/2014/main" id="{5976D5B6-4A07-4DB2-9813-028BC86703B3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1714480" y="3714749"/>
            <a:ext cx="880320" cy="4569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644" name="MathType 6.0 Equation" r:id="rId32" imgW="660240" imgH="342720" progId="Equation.DSMT4">
                    <p:embed/>
                  </p:oleObj>
                </mc:Choice>
                <mc:Fallback>
                  <p:oleObj name="MathType 6.0 Equation" r:id="rId32" imgW="660240" imgH="342720" progId="Equation.DSMT4">
                    <p:embed/>
                    <p:pic>
                      <p:nvPicPr>
                        <p:cNvPr id="52" name="Object 8">
                          <a:extLst>
                            <a:ext uri="{FF2B5EF4-FFF2-40B4-BE49-F238E27FC236}">
                              <a16:creationId xmlns:a16="http://schemas.microsoft.com/office/drawing/2014/main" id="{5976D5B6-4A07-4DB2-9813-028BC86703B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14480" y="3714749"/>
                          <a:ext cx="880320" cy="45696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3" name="Text Box 32">
              <a:extLst>
                <a:ext uri="{FF2B5EF4-FFF2-40B4-BE49-F238E27FC236}">
                  <a16:creationId xmlns:a16="http://schemas.microsoft.com/office/drawing/2014/main" id="{764416C1-E797-4E18-BBA1-45A6A8656A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62273" y="3596105"/>
              <a:ext cx="2740553" cy="6155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latin typeface="宋体" panose="02010600030101010101" pitchFamily="2" charset="-122"/>
                </a:rPr>
                <a:t>上任取小区间</a:t>
              </a:r>
              <a:endParaRPr kumimoji="1" lang="en-US" altLang="zh-CN" sz="2400" b="1" dirty="0">
                <a:latin typeface="宋体" panose="02010600030101010101" pitchFamily="2" charset="-122"/>
              </a:endParaRPr>
            </a:p>
          </p:txBody>
        </p:sp>
        <p:graphicFrame>
          <p:nvGraphicFramePr>
            <p:cNvPr id="54" name="对象 53">
              <a:extLst>
                <a:ext uri="{FF2B5EF4-FFF2-40B4-BE49-F238E27FC236}">
                  <a16:creationId xmlns:a16="http://schemas.microsoft.com/office/drawing/2014/main" id="{1AA14EB5-D02D-45DA-92D2-D512F31E7591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5109818" y="3714277"/>
            <a:ext cx="1667933" cy="442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645" name="Equation" r:id="rId34" imgW="1244520" imgH="330120" progId="Equation.DSMT4">
                    <p:embed/>
                  </p:oleObj>
                </mc:Choice>
                <mc:Fallback>
                  <p:oleObj name="Equation" r:id="rId34" imgW="1244520" imgH="330120" progId="Equation.DSMT4">
                    <p:embed/>
                    <p:pic>
                      <p:nvPicPr>
                        <p:cNvPr id="54" name="对象 53">
                          <a:extLst>
                            <a:ext uri="{FF2B5EF4-FFF2-40B4-BE49-F238E27FC236}">
                              <a16:creationId xmlns:a16="http://schemas.microsoft.com/office/drawing/2014/main" id="{1AA14EB5-D02D-45DA-92D2-D512F31E759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09818" y="3714277"/>
                          <a:ext cx="1667933" cy="44238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E6D4E5BC-6F48-41FF-97B4-0E3369131838}"/>
              </a:ext>
            </a:extLst>
          </p:cNvPr>
          <p:cNvGrpSpPr/>
          <p:nvPr/>
        </p:nvGrpSpPr>
        <p:grpSpPr>
          <a:xfrm>
            <a:off x="1295363" y="1978378"/>
            <a:ext cx="3929892" cy="465569"/>
            <a:chOff x="1295363" y="1978378"/>
            <a:chExt cx="3929892" cy="465569"/>
          </a:xfrm>
        </p:grpSpPr>
        <p:sp>
          <p:nvSpPr>
            <p:cNvPr id="66586" name="Text Box 26">
              <a:extLst>
                <a:ext uri="{FF2B5EF4-FFF2-40B4-BE49-F238E27FC236}">
                  <a16:creationId xmlns:a16="http://schemas.microsoft.com/office/drawing/2014/main" id="{0D96F4CE-F477-4769-9084-76EB010146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5363" y="1982282"/>
              <a:ext cx="334864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latin typeface="+mn-ea"/>
                  <a:ea typeface="+mn-ea"/>
                  <a:cs typeface="Times New Roman" panose="02020603050405020304" pitchFamily="18" charset="0"/>
                </a:rPr>
                <a:t>当单位正电荷距离原点</a:t>
              </a:r>
              <a:endParaRPr kumimoji="1" lang="en-US" altLang="zh-CN" sz="24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55" name="Object 39">
              <a:extLst>
                <a:ext uri="{FF2B5EF4-FFF2-40B4-BE49-F238E27FC236}">
                  <a16:creationId xmlns:a16="http://schemas.microsoft.com/office/drawing/2014/main" id="{43AB82F2-43C8-4B7D-BB1E-7E1BF0D0C6B4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4489664" y="2149476"/>
            <a:ext cx="177800" cy="1936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646" name="MathType 6.0 Equation" r:id="rId36" imgW="177480" imgH="190440" progId="Equation.DSMT4">
                    <p:embed/>
                  </p:oleObj>
                </mc:Choice>
                <mc:Fallback>
                  <p:oleObj name="MathType 6.0 Equation" r:id="rId36" imgW="177480" imgH="190440" progId="Equation.DSMT4">
                    <p:embed/>
                    <p:pic>
                      <p:nvPicPr>
                        <p:cNvPr id="55" name="Object 39">
                          <a:extLst>
                            <a:ext uri="{FF2B5EF4-FFF2-40B4-BE49-F238E27FC236}">
                              <a16:creationId xmlns:a16="http://schemas.microsoft.com/office/drawing/2014/main" id="{43AB82F2-43C8-4B7D-BB1E-7E1BF0D0C6B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7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89664" y="2149476"/>
                          <a:ext cx="177800" cy="1936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6" name="Text Box 26">
              <a:extLst>
                <a:ext uri="{FF2B5EF4-FFF2-40B4-BE49-F238E27FC236}">
                  <a16:creationId xmlns:a16="http://schemas.microsoft.com/office/drawing/2014/main" id="{4241ACC9-B699-423E-A074-524BF16635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94622" y="1978378"/>
              <a:ext cx="63063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latin typeface="+mn-ea"/>
                  <a:ea typeface="+mn-ea"/>
                  <a:cs typeface="Times New Roman" panose="02020603050405020304" pitchFamily="18" charset="0"/>
                </a:rPr>
                <a:t>时</a:t>
              </a:r>
              <a:r>
                <a:rPr kumimoji="1" lang="en-US" altLang="zh-CN" sz="2400" b="1" dirty="0">
                  <a:latin typeface="+mn-ea"/>
                  <a:ea typeface="+mn-ea"/>
                  <a:cs typeface="Times New Roman" panose="02020603050405020304" pitchFamily="18" charset="0"/>
                </a:rPr>
                <a:t>,</a:t>
              </a: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DFD84A6A-E696-43B2-BB65-4229FF4B8836}"/>
              </a:ext>
            </a:extLst>
          </p:cNvPr>
          <p:cNvGrpSpPr/>
          <p:nvPr/>
        </p:nvGrpSpPr>
        <p:grpSpPr>
          <a:xfrm>
            <a:off x="1547664" y="397881"/>
            <a:ext cx="5645382" cy="465734"/>
            <a:chOff x="1547664" y="397881"/>
            <a:chExt cx="5645382" cy="465734"/>
          </a:xfrm>
        </p:grpSpPr>
        <p:sp>
          <p:nvSpPr>
            <p:cNvPr id="6177" name="Text Box 43">
              <a:extLst>
                <a:ext uri="{FF2B5EF4-FFF2-40B4-BE49-F238E27FC236}">
                  <a16:creationId xmlns:a16="http://schemas.microsoft.com/office/drawing/2014/main" id="{5A43EB76-0C25-400D-9905-41D960D0ED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47664" y="397881"/>
              <a:ext cx="1422184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zh-CN" altLang="en-US" sz="2400" b="1" dirty="0">
                  <a:latin typeface="+mn-ea"/>
                  <a:ea typeface="+mn-ea"/>
                  <a:cs typeface="Times New Roman" panose="02020603050405020304" pitchFamily="18" charset="0"/>
                </a:rPr>
                <a:t>在一个带</a:t>
              </a:r>
              <a:endParaRPr kumimoji="1" lang="en-US" altLang="zh-CN" sz="24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57" name="Text Box 43">
              <a:extLst>
                <a:ext uri="{FF2B5EF4-FFF2-40B4-BE49-F238E27FC236}">
                  <a16:creationId xmlns:a16="http://schemas.microsoft.com/office/drawing/2014/main" id="{C542B271-13BE-4745-BF28-7D2B2845FC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94222" y="401950"/>
              <a:ext cx="3898824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zh-CN" altLang="en-US" sz="2400" b="1" dirty="0">
                  <a:latin typeface="+mn-ea"/>
                  <a:ea typeface="+mn-ea"/>
                  <a:cs typeface="Times New Roman" panose="02020603050405020304" pitchFamily="18" charset="0"/>
                </a:rPr>
                <a:t>电荷所产生的电场作用下</a:t>
              </a:r>
              <a:r>
                <a:rPr kumimoji="1" lang="en-US" altLang="zh-CN" sz="2400" b="1" dirty="0">
                  <a:latin typeface="+mn-ea"/>
                  <a:ea typeface="+mn-ea"/>
                  <a:cs typeface="Times New Roman" panose="02020603050405020304" pitchFamily="18" charset="0"/>
                </a:rPr>
                <a:t>, </a:t>
              </a:r>
            </a:p>
          </p:txBody>
        </p:sp>
        <p:graphicFrame>
          <p:nvGraphicFramePr>
            <p:cNvPr id="58" name="Object 28">
              <a:extLst>
                <a:ext uri="{FF2B5EF4-FFF2-40B4-BE49-F238E27FC236}">
                  <a16:creationId xmlns:a16="http://schemas.microsoft.com/office/drawing/2014/main" id="{B1EEE3FF-D4A9-4466-8C44-B32FF80C82F4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2969907" y="495328"/>
            <a:ext cx="381000" cy="2952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647" name="MathType 6.0 Equation" r:id="rId38" imgW="380880" imgH="291960" progId="Equation.DSMT4">
                    <p:embed/>
                  </p:oleObj>
                </mc:Choice>
                <mc:Fallback>
                  <p:oleObj name="MathType 6.0 Equation" r:id="rId38" imgW="380880" imgH="291960" progId="Equation.DSMT4">
                    <p:embed/>
                    <p:pic>
                      <p:nvPicPr>
                        <p:cNvPr id="58" name="Object 28">
                          <a:extLst>
                            <a:ext uri="{FF2B5EF4-FFF2-40B4-BE49-F238E27FC236}">
                              <a16:creationId xmlns:a16="http://schemas.microsoft.com/office/drawing/2014/main" id="{B1EEE3FF-D4A9-4466-8C44-B32FF80C82F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9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69907" y="495328"/>
                          <a:ext cx="381000" cy="2952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6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66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66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66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000"/>
                                        <p:tgtEl>
                                          <p:spTgt spid="66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000"/>
                                        <p:tgtEl>
                                          <p:spTgt spid="66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1000"/>
                                        <p:tgtEl>
                                          <p:spTgt spid="66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2000"/>
                                        <p:tgtEl>
                                          <p:spTgt spid="66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1000"/>
                                        <p:tgtEl>
                                          <p:spTgt spid="66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1000"/>
                                        <p:tgtEl>
                                          <p:spTgt spid="66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1000"/>
                                        <p:tgtEl>
                                          <p:spTgt spid="66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2000"/>
                                        <p:tgtEl>
                                          <p:spTgt spid="66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2000"/>
                                        <p:tgtEl>
                                          <p:spTgt spid="66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1000"/>
                                        <p:tgtEl>
                                          <p:spTgt spid="66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1000"/>
                                        <p:tgtEl>
                                          <p:spTgt spid="66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2000"/>
                                        <p:tgtEl>
                                          <p:spTgt spid="66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2000"/>
                                        <p:tgtEl>
                                          <p:spTgt spid="19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63" grpId="0"/>
      <p:bldP spid="66585" grpId="0" autoUpdateAnimBg="0"/>
      <p:bldP spid="66587" grpId="0" autoUpdateAnimBg="0"/>
      <p:bldP spid="66590" grpId="0" autoUpdateAnimBg="0"/>
      <p:bldP spid="66601" grpId="0" animBg="1"/>
      <p:bldP spid="66602" grpId="0" autoUpdateAnimBg="0"/>
      <p:bldP spid="47" grpId="0" autoUpdateAnimBg="0"/>
      <p:bldP spid="49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6565" name="Object 5">
            <a:extLst>
              <a:ext uri="{FF2B5EF4-FFF2-40B4-BE49-F238E27FC236}">
                <a16:creationId xmlns:a16="http://schemas.microsoft.com/office/drawing/2014/main" id="{0AB62E6D-E54C-41AF-80A1-AF52DEF8CAA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1284867"/>
              </p:ext>
            </p:extLst>
          </p:nvPr>
        </p:nvGraphicFramePr>
        <p:xfrm>
          <a:off x="5200226" y="570892"/>
          <a:ext cx="381000" cy="247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578" name="Equation" r:id="rId4" imgW="313200" imgH="194400" progId="Equation.3">
                  <p:embed/>
                </p:oleObj>
              </mc:Choice>
              <mc:Fallback>
                <p:oleObj name="Equation" r:id="rId4" imgW="313200" imgH="194400" progId="Equation.3">
                  <p:embed/>
                  <p:pic>
                    <p:nvPicPr>
                      <p:cNvPr id="66565" name="Object 5">
                        <a:extLst>
                          <a:ext uri="{FF2B5EF4-FFF2-40B4-BE49-F238E27FC236}">
                            <a16:creationId xmlns:a16="http://schemas.microsoft.com/office/drawing/2014/main" id="{0AB62E6D-E54C-41AF-80A1-AF52DEF8CAA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00226" y="570892"/>
                        <a:ext cx="381000" cy="247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6566" name="Group 6">
            <a:extLst>
              <a:ext uri="{FF2B5EF4-FFF2-40B4-BE49-F238E27FC236}">
                <a16:creationId xmlns:a16="http://schemas.microsoft.com/office/drawing/2014/main" id="{E4EE1DD8-63A6-4C20-A53C-C849544005C6}"/>
              </a:ext>
            </a:extLst>
          </p:cNvPr>
          <p:cNvGrpSpPr>
            <a:grpSpLocks/>
          </p:cNvGrpSpPr>
          <p:nvPr/>
        </p:nvGrpSpPr>
        <p:grpSpPr bwMode="auto">
          <a:xfrm>
            <a:off x="5326433" y="856642"/>
            <a:ext cx="2932509" cy="342900"/>
            <a:chOff x="2989" y="2016"/>
            <a:chExt cx="2463" cy="288"/>
          </a:xfrm>
        </p:grpSpPr>
        <p:sp>
          <p:nvSpPr>
            <p:cNvPr id="6191" name="Line 7">
              <a:extLst>
                <a:ext uri="{FF2B5EF4-FFF2-40B4-BE49-F238E27FC236}">
                  <a16:creationId xmlns:a16="http://schemas.microsoft.com/office/drawing/2014/main" id="{EAF49908-0791-49B2-A512-1CEF4ACD71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2" y="2064"/>
              <a:ext cx="235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 b="1">
                <a:latin typeface="+mn-ea"/>
              </a:endParaRPr>
            </a:p>
          </p:txBody>
        </p:sp>
        <p:sp>
          <p:nvSpPr>
            <p:cNvPr id="6192" name="Line 8">
              <a:extLst>
                <a:ext uri="{FF2B5EF4-FFF2-40B4-BE49-F238E27FC236}">
                  <a16:creationId xmlns:a16="http://schemas.microsoft.com/office/drawing/2014/main" id="{522C4196-0115-48E2-940F-B77D6E0F3D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2" y="2016"/>
              <a:ext cx="0" cy="48"/>
            </a:xfrm>
            <a:prstGeom prst="line">
              <a:avLst/>
            </a:prstGeom>
            <a:noFill/>
            <a:ln w="5715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 b="1">
                <a:latin typeface="+mn-ea"/>
              </a:endParaRPr>
            </a:p>
          </p:txBody>
        </p:sp>
        <p:graphicFrame>
          <p:nvGraphicFramePr>
            <p:cNvPr id="6193" name="Object 9">
              <a:extLst>
                <a:ext uri="{FF2B5EF4-FFF2-40B4-BE49-F238E27FC236}">
                  <a16:creationId xmlns:a16="http://schemas.microsoft.com/office/drawing/2014/main" id="{B431F6B3-39FA-4B23-A60C-D699B29B7F6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89" y="2112"/>
            <a:ext cx="136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6579" name="Equation" r:id="rId6" imgW="118440" imgH="135360" progId="Equation.3">
                    <p:embed/>
                  </p:oleObj>
                </mc:Choice>
                <mc:Fallback>
                  <p:oleObj name="Equation" r:id="rId6" imgW="118440" imgH="135360" progId="Equation.3">
                    <p:embed/>
                    <p:pic>
                      <p:nvPicPr>
                        <p:cNvPr id="6193" name="Object 9">
                          <a:extLst>
                            <a:ext uri="{FF2B5EF4-FFF2-40B4-BE49-F238E27FC236}">
                              <a16:creationId xmlns:a16="http://schemas.microsoft.com/office/drawing/2014/main" id="{B431F6B3-39FA-4B23-A60C-D699B29B7F6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89" y="2112"/>
                          <a:ext cx="136" cy="15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94" name="Object 10">
              <a:extLst>
                <a:ext uri="{FF2B5EF4-FFF2-40B4-BE49-F238E27FC236}">
                  <a16:creationId xmlns:a16="http://schemas.microsoft.com/office/drawing/2014/main" id="{0F2932E3-CA23-4F9E-9776-ACD598497B4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324" y="2160"/>
            <a:ext cx="128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6580" name="Equation" r:id="rId8" imgW="110160" imgH="126720" progId="Equation.3">
                    <p:embed/>
                  </p:oleObj>
                </mc:Choice>
                <mc:Fallback>
                  <p:oleObj name="Equation" r:id="rId8" imgW="110160" imgH="126720" progId="Equation.3">
                    <p:embed/>
                    <p:pic>
                      <p:nvPicPr>
                        <p:cNvPr id="6194" name="Object 10">
                          <a:extLst>
                            <a:ext uri="{FF2B5EF4-FFF2-40B4-BE49-F238E27FC236}">
                              <a16:creationId xmlns:a16="http://schemas.microsoft.com/office/drawing/2014/main" id="{0F2932E3-CA23-4F9E-9776-ACD598497B4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24" y="2160"/>
                          <a:ext cx="128" cy="14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6571" name="Group 11">
            <a:extLst>
              <a:ext uri="{FF2B5EF4-FFF2-40B4-BE49-F238E27FC236}">
                <a16:creationId xmlns:a16="http://schemas.microsoft.com/office/drawing/2014/main" id="{EEC789A5-1D28-4E10-8312-7383777F68CD}"/>
              </a:ext>
            </a:extLst>
          </p:cNvPr>
          <p:cNvGrpSpPr>
            <a:grpSpLocks/>
          </p:cNvGrpSpPr>
          <p:nvPr/>
        </p:nvGrpSpPr>
        <p:grpSpPr bwMode="auto">
          <a:xfrm>
            <a:off x="5861023" y="856642"/>
            <a:ext cx="171450" cy="295275"/>
            <a:chOff x="3438" y="2016"/>
            <a:chExt cx="144" cy="248"/>
          </a:xfrm>
        </p:grpSpPr>
        <p:graphicFrame>
          <p:nvGraphicFramePr>
            <p:cNvPr id="6189" name="Object 12">
              <a:extLst>
                <a:ext uri="{FF2B5EF4-FFF2-40B4-BE49-F238E27FC236}">
                  <a16:creationId xmlns:a16="http://schemas.microsoft.com/office/drawing/2014/main" id="{7D105E23-266E-4BB1-B129-C27F1BBE615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438" y="2112"/>
            <a:ext cx="144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6581" name="Equation" r:id="rId10" imgW="127080" imgH="135360" progId="Equation.3">
                    <p:embed/>
                  </p:oleObj>
                </mc:Choice>
                <mc:Fallback>
                  <p:oleObj name="Equation" r:id="rId10" imgW="127080" imgH="135360" progId="Equation.3">
                    <p:embed/>
                    <p:pic>
                      <p:nvPicPr>
                        <p:cNvPr id="6189" name="Object 12">
                          <a:extLst>
                            <a:ext uri="{FF2B5EF4-FFF2-40B4-BE49-F238E27FC236}">
                              <a16:creationId xmlns:a16="http://schemas.microsoft.com/office/drawing/2014/main" id="{7D105E23-266E-4BB1-B129-C27F1BBE615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38" y="2112"/>
                          <a:ext cx="144" cy="15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90" name="Line 13">
              <a:extLst>
                <a:ext uri="{FF2B5EF4-FFF2-40B4-BE49-F238E27FC236}">
                  <a16:creationId xmlns:a16="http://schemas.microsoft.com/office/drawing/2014/main" id="{5F1ADEB2-1D28-45C7-B996-7227A99A00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04" y="2016"/>
              <a:ext cx="0" cy="45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 b="1">
                <a:latin typeface="+mn-ea"/>
              </a:endParaRPr>
            </a:p>
          </p:txBody>
        </p:sp>
      </p:grpSp>
      <p:grpSp>
        <p:nvGrpSpPr>
          <p:cNvPr id="66574" name="Group 14">
            <a:extLst>
              <a:ext uri="{FF2B5EF4-FFF2-40B4-BE49-F238E27FC236}">
                <a16:creationId xmlns:a16="http://schemas.microsoft.com/office/drawing/2014/main" id="{59595C52-E941-4DC5-87B9-EF7B97563F67}"/>
              </a:ext>
            </a:extLst>
          </p:cNvPr>
          <p:cNvGrpSpPr>
            <a:grpSpLocks/>
          </p:cNvGrpSpPr>
          <p:nvPr/>
        </p:nvGrpSpPr>
        <p:grpSpPr bwMode="auto">
          <a:xfrm>
            <a:off x="7580285" y="856645"/>
            <a:ext cx="161925" cy="369094"/>
            <a:chOff x="4882" y="2016"/>
            <a:chExt cx="136" cy="310"/>
          </a:xfrm>
        </p:grpSpPr>
        <p:graphicFrame>
          <p:nvGraphicFramePr>
            <p:cNvPr id="6187" name="Object 15">
              <a:extLst>
                <a:ext uri="{FF2B5EF4-FFF2-40B4-BE49-F238E27FC236}">
                  <a16:creationId xmlns:a16="http://schemas.microsoft.com/office/drawing/2014/main" id="{F4E146C2-C43A-4FEC-97C2-3F558D315A0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882" y="2118"/>
            <a:ext cx="136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6582" name="Equation" r:id="rId12" imgW="118440" imgH="194400" progId="Equation.3">
                    <p:embed/>
                  </p:oleObj>
                </mc:Choice>
                <mc:Fallback>
                  <p:oleObj name="Equation" r:id="rId12" imgW="118440" imgH="194400" progId="Equation.3">
                    <p:embed/>
                    <p:pic>
                      <p:nvPicPr>
                        <p:cNvPr id="6187" name="Object 15">
                          <a:extLst>
                            <a:ext uri="{FF2B5EF4-FFF2-40B4-BE49-F238E27FC236}">
                              <a16:creationId xmlns:a16="http://schemas.microsoft.com/office/drawing/2014/main" id="{F4E146C2-C43A-4FEC-97C2-3F558D315A0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82" y="2118"/>
                          <a:ext cx="136" cy="20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88" name="Line 16">
              <a:extLst>
                <a:ext uri="{FF2B5EF4-FFF2-40B4-BE49-F238E27FC236}">
                  <a16:creationId xmlns:a16="http://schemas.microsoft.com/office/drawing/2014/main" id="{EB4B9E85-FD11-4183-9A4F-E2CC13D270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44" y="2016"/>
              <a:ext cx="0" cy="45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 b="1">
                <a:latin typeface="+mn-ea"/>
              </a:endParaRPr>
            </a:p>
          </p:txBody>
        </p:sp>
      </p:grpSp>
      <p:grpSp>
        <p:nvGrpSpPr>
          <p:cNvPr id="66577" name="Group 17">
            <a:extLst>
              <a:ext uri="{FF2B5EF4-FFF2-40B4-BE49-F238E27FC236}">
                <a16:creationId xmlns:a16="http://schemas.microsoft.com/office/drawing/2014/main" id="{69D9F1E1-2AFE-4D41-9F4D-10A816D9214E}"/>
              </a:ext>
            </a:extLst>
          </p:cNvPr>
          <p:cNvGrpSpPr>
            <a:grpSpLocks/>
          </p:cNvGrpSpPr>
          <p:nvPr/>
        </p:nvGrpSpPr>
        <p:grpSpPr bwMode="auto">
          <a:xfrm>
            <a:off x="6473004" y="856642"/>
            <a:ext cx="152400" cy="285750"/>
            <a:chOff x="3952" y="2016"/>
            <a:chExt cx="128" cy="240"/>
          </a:xfrm>
        </p:grpSpPr>
        <p:graphicFrame>
          <p:nvGraphicFramePr>
            <p:cNvPr id="6185" name="Object 18">
              <a:extLst>
                <a:ext uri="{FF2B5EF4-FFF2-40B4-BE49-F238E27FC236}">
                  <a16:creationId xmlns:a16="http://schemas.microsoft.com/office/drawing/2014/main" id="{EA250EB7-1BE9-4A6A-8CB7-C7CA3BD43A2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52" y="2112"/>
            <a:ext cx="128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6583" name="Equation" r:id="rId14" imgW="110160" imgH="126720" progId="Equation.3">
                    <p:embed/>
                  </p:oleObj>
                </mc:Choice>
                <mc:Fallback>
                  <p:oleObj name="Equation" r:id="rId14" imgW="110160" imgH="126720" progId="Equation.3">
                    <p:embed/>
                    <p:pic>
                      <p:nvPicPr>
                        <p:cNvPr id="6185" name="Object 18">
                          <a:extLst>
                            <a:ext uri="{FF2B5EF4-FFF2-40B4-BE49-F238E27FC236}">
                              <a16:creationId xmlns:a16="http://schemas.microsoft.com/office/drawing/2014/main" id="{EA250EB7-1BE9-4A6A-8CB7-C7CA3BD43A2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52" y="2112"/>
                          <a:ext cx="128" cy="14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86" name="Line 19">
              <a:extLst>
                <a:ext uri="{FF2B5EF4-FFF2-40B4-BE49-F238E27FC236}">
                  <a16:creationId xmlns:a16="http://schemas.microsoft.com/office/drawing/2014/main" id="{0DE4B807-6C2D-48B6-BC00-F1F99B615E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4" y="2016"/>
              <a:ext cx="0" cy="45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 b="1">
                <a:latin typeface="+mn-ea"/>
              </a:endParaRPr>
            </a:p>
          </p:txBody>
        </p:sp>
      </p:grpSp>
      <p:grpSp>
        <p:nvGrpSpPr>
          <p:cNvPr id="66580" name="Group 20">
            <a:extLst>
              <a:ext uri="{FF2B5EF4-FFF2-40B4-BE49-F238E27FC236}">
                <a16:creationId xmlns:a16="http://schemas.microsoft.com/office/drawing/2014/main" id="{D823AADC-B26B-4804-9DD0-8647582DAF54}"/>
              </a:ext>
            </a:extLst>
          </p:cNvPr>
          <p:cNvGrpSpPr>
            <a:grpSpLocks/>
          </p:cNvGrpSpPr>
          <p:nvPr/>
        </p:nvGrpSpPr>
        <p:grpSpPr bwMode="auto">
          <a:xfrm>
            <a:off x="6739704" y="856642"/>
            <a:ext cx="685800" cy="386954"/>
            <a:chOff x="4176" y="2016"/>
            <a:chExt cx="576" cy="325"/>
          </a:xfrm>
        </p:grpSpPr>
        <p:graphicFrame>
          <p:nvGraphicFramePr>
            <p:cNvPr id="6183" name="Object 21">
              <a:extLst>
                <a:ext uri="{FF2B5EF4-FFF2-40B4-BE49-F238E27FC236}">
                  <a16:creationId xmlns:a16="http://schemas.microsoft.com/office/drawing/2014/main" id="{74359A06-8C55-4465-AA9B-2C95AADADC5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176" y="2085"/>
            <a:ext cx="576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6584" name="Equation" r:id="rId16" imgW="584280" imgH="245160" progId="Equation.3">
                    <p:embed/>
                  </p:oleObj>
                </mc:Choice>
                <mc:Fallback>
                  <p:oleObj name="Equation" r:id="rId16" imgW="584280" imgH="245160" progId="Equation.3">
                    <p:embed/>
                    <p:pic>
                      <p:nvPicPr>
                        <p:cNvPr id="6183" name="Object 21">
                          <a:extLst>
                            <a:ext uri="{FF2B5EF4-FFF2-40B4-BE49-F238E27FC236}">
                              <a16:creationId xmlns:a16="http://schemas.microsoft.com/office/drawing/2014/main" id="{74359A06-8C55-4465-AA9B-2C95AADADC5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76" y="2085"/>
                          <a:ext cx="576" cy="25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84" name="Line 22">
              <a:extLst>
                <a:ext uri="{FF2B5EF4-FFF2-40B4-BE49-F238E27FC236}">
                  <a16:creationId xmlns:a16="http://schemas.microsoft.com/office/drawing/2014/main" id="{591AB6C9-B828-4CCF-A84E-E322B1C9DD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2016"/>
              <a:ext cx="0" cy="45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 b="1">
                <a:latin typeface="+mn-ea"/>
              </a:endParaRPr>
            </a:p>
          </p:txBody>
        </p:sp>
      </p:grpSp>
      <p:graphicFrame>
        <p:nvGraphicFramePr>
          <p:cNvPr id="66583" name="Object 23">
            <a:extLst>
              <a:ext uri="{FF2B5EF4-FFF2-40B4-BE49-F238E27FC236}">
                <a16:creationId xmlns:a16="http://schemas.microsoft.com/office/drawing/2014/main" id="{6C8DDE92-928C-41AE-A971-C0375DAD1AB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7315574"/>
              </p:ext>
            </p:extLst>
          </p:nvPr>
        </p:nvGraphicFramePr>
        <p:xfrm>
          <a:off x="5818163" y="525651"/>
          <a:ext cx="407194" cy="3309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585" name="Equation" r:id="rId18" imgW="110160" imgH="84600" progId="Equation.3">
                  <p:embed/>
                </p:oleObj>
              </mc:Choice>
              <mc:Fallback>
                <p:oleObj name="Equation" r:id="rId18" imgW="110160" imgH="84600" progId="Equation.3">
                  <p:embed/>
                  <p:pic>
                    <p:nvPicPr>
                      <p:cNvPr id="66583" name="Object 23">
                        <a:extLst>
                          <a:ext uri="{FF2B5EF4-FFF2-40B4-BE49-F238E27FC236}">
                            <a16:creationId xmlns:a16="http://schemas.microsoft.com/office/drawing/2014/main" id="{6C8DDE92-928C-41AE-A971-C0375DAD1AB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18163" y="525651"/>
                        <a:ext cx="407194" cy="33099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84" name="Object 24">
            <a:extLst>
              <a:ext uri="{FF2B5EF4-FFF2-40B4-BE49-F238E27FC236}">
                <a16:creationId xmlns:a16="http://schemas.microsoft.com/office/drawing/2014/main" id="{3B0DAEF6-2B5C-4A14-B84B-00A21222B6A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7350467"/>
              </p:ext>
            </p:extLst>
          </p:nvPr>
        </p:nvGraphicFramePr>
        <p:xfrm>
          <a:off x="6325367" y="570892"/>
          <a:ext cx="314325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586" name="Equation" r:id="rId20" imgW="254160" imgH="177480" progId="Equation.3">
                  <p:embed/>
                </p:oleObj>
              </mc:Choice>
              <mc:Fallback>
                <p:oleObj name="Equation" r:id="rId20" imgW="254160" imgH="177480" progId="Equation.3">
                  <p:embed/>
                  <p:pic>
                    <p:nvPicPr>
                      <p:cNvPr id="66584" name="Object 24">
                        <a:extLst>
                          <a:ext uri="{FF2B5EF4-FFF2-40B4-BE49-F238E27FC236}">
                            <a16:creationId xmlns:a16="http://schemas.microsoft.com/office/drawing/2014/main" id="{3B0DAEF6-2B5C-4A14-B84B-00A21222B6A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5367" y="570892"/>
                        <a:ext cx="314325" cy="228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589" name="Line 29">
            <a:extLst>
              <a:ext uri="{FF2B5EF4-FFF2-40B4-BE49-F238E27FC236}">
                <a16:creationId xmlns:a16="http://schemas.microsoft.com/office/drawing/2014/main" id="{12C0FFEA-E728-44CF-B5E6-3021D424A124}"/>
              </a:ext>
            </a:extLst>
          </p:cNvPr>
          <p:cNvSpPr>
            <a:spLocks noChangeShapeType="1"/>
          </p:cNvSpPr>
          <p:nvPr/>
        </p:nvSpPr>
        <p:spPr bwMode="auto">
          <a:xfrm>
            <a:off x="6511104" y="913792"/>
            <a:ext cx="51435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400" b="1">
              <a:latin typeface="+mn-ea"/>
            </a:endParaRPr>
          </a:p>
        </p:txBody>
      </p:sp>
      <p:sp>
        <p:nvSpPr>
          <p:cNvPr id="66590" name="Text Box 30">
            <a:extLst>
              <a:ext uri="{FF2B5EF4-FFF2-40B4-BE49-F238E27FC236}">
                <a16:creationId xmlns:a16="http://schemas.microsoft.com/office/drawing/2014/main" id="{C9D87A14-9DD8-487F-B07C-8342D18B7F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0443" y="496875"/>
            <a:ext cx="140133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rgbClr val="3366FF"/>
                </a:solidFill>
                <a:latin typeface="+mn-ea"/>
                <a:ea typeface="+mn-ea"/>
              </a:rPr>
              <a:t>功元素</a:t>
            </a:r>
          </a:p>
        </p:txBody>
      </p:sp>
      <p:sp>
        <p:nvSpPr>
          <p:cNvPr id="66592" name="Text Box 32">
            <a:extLst>
              <a:ext uri="{FF2B5EF4-FFF2-40B4-BE49-F238E27FC236}">
                <a16:creationId xmlns:a16="http://schemas.microsoft.com/office/drawing/2014/main" id="{C53CA854-923E-414B-A1BE-AEF248DED7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4904" y="1238622"/>
            <a:ext cx="158726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rgbClr val="3366FF"/>
                </a:solidFill>
                <a:latin typeface="+mn-ea"/>
                <a:ea typeface="+mn-ea"/>
              </a:rPr>
              <a:t>所求功为</a:t>
            </a:r>
          </a:p>
        </p:txBody>
      </p:sp>
      <p:graphicFrame>
        <p:nvGraphicFramePr>
          <p:cNvPr id="66593" name="Object 33">
            <a:extLst>
              <a:ext uri="{FF2B5EF4-FFF2-40B4-BE49-F238E27FC236}">
                <a16:creationId xmlns:a16="http://schemas.microsoft.com/office/drawing/2014/main" id="{BD280A69-0531-476A-9090-CD4421474C2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8986228"/>
              </p:ext>
            </p:extLst>
          </p:nvPr>
        </p:nvGraphicFramePr>
        <p:xfrm>
          <a:off x="2554398" y="1238622"/>
          <a:ext cx="1612900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587" name="MathType 6.0 Equation" r:id="rId22" imgW="1612800" imgH="723600" progId="Equation.DSMT4">
                  <p:embed/>
                </p:oleObj>
              </mc:Choice>
              <mc:Fallback>
                <p:oleObj name="MathType 6.0 Equation" r:id="rId22" imgW="1612800" imgH="723600" progId="Equation.DSMT4">
                  <p:embed/>
                  <p:pic>
                    <p:nvPicPr>
                      <p:cNvPr id="66593" name="Object 33">
                        <a:extLst>
                          <a:ext uri="{FF2B5EF4-FFF2-40B4-BE49-F238E27FC236}">
                            <a16:creationId xmlns:a16="http://schemas.microsoft.com/office/drawing/2014/main" id="{BD280A69-0531-476A-9090-CD4421474C2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4398" y="1238622"/>
                        <a:ext cx="1612900" cy="733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597" name="Text Box 37">
            <a:extLst>
              <a:ext uri="{FF2B5EF4-FFF2-40B4-BE49-F238E27FC236}">
                <a16:creationId xmlns:a16="http://schemas.microsoft.com/office/drawing/2014/main" id="{02F31EDC-9407-4DB5-BF71-F64D848A90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8141" y="3330533"/>
            <a:ext cx="914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rgbClr val="3366FF"/>
                </a:solidFill>
                <a:latin typeface="+mn-ea"/>
                <a:ea typeface="+mn-ea"/>
              </a:rPr>
              <a:t>说明</a:t>
            </a:r>
            <a:endParaRPr kumimoji="1" lang="en-US" altLang="zh-CN" sz="2400" b="1" dirty="0">
              <a:solidFill>
                <a:srgbClr val="3366FF"/>
              </a:solidFill>
              <a:latin typeface="+mn-ea"/>
              <a:ea typeface="+mn-ea"/>
            </a:endParaRPr>
          </a:p>
        </p:txBody>
      </p:sp>
      <p:graphicFrame>
        <p:nvGraphicFramePr>
          <p:cNvPr id="66598" name="Object 38">
            <a:extLst>
              <a:ext uri="{FF2B5EF4-FFF2-40B4-BE49-F238E27FC236}">
                <a16:creationId xmlns:a16="http://schemas.microsoft.com/office/drawing/2014/main" id="{06F03FF5-34EB-4BE8-846C-D36422A6535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4701270"/>
              </p:ext>
            </p:extLst>
          </p:nvPr>
        </p:nvGraphicFramePr>
        <p:xfrm>
          <a:off x="1728019" y="3401549"/>
          <a:ext cx="3122613" cy="41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588" name="Equation" r:id="rId24" imgW="3124080" imgH="380880" progId="Equation.DSMT4">
                  <p:embed/>
                </p:oleObj>
              </mc:Choice>
              <mc:Fallback>
                <p:oleObj name="Equation" r:id="rId24" imgW="3124080" imgH="380880" progId="Equation.DSMT4">
                  <p:embed/>
                  <p:pic>
                    <p:nvPicPr>
                      <p:cNvPr id="66598" name="Object 38">
                        <a:extLst>
                          <a:ext uri="{FF2B5EF4-FFF2-40B4-BE49-F238E27FC236}">
                            <a16:creationId xmlns:a16="http://schemas.microsoft.com/office/drawing/2014/main" id="{06F03FF5-34EB-4BE8-846C-D36422A6535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8019" y="3401549"/>
                        <a:ext cx="3122613" cy="4143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99" name="Object 39">
            <a:extLst>
              <a:ext uri="{FF2B5EF4-FFF2-40B4-BE49-F238E27FC236}">
                <a16:creationId xmlns:a16="http://schemas.microsoft.com/office/drawing/2014/main" id="{DA61CF84-3031-4EC7-BB9E-5A8AC1CF279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0970771"/>
              </p:ext>
            </p:extLst>
          </p:nvPr>
        </p:nvGraphicFramePr>
        <p:xfrm>
          <a:off x="5139504" y="3222737"/>
          <a:ext cx="1143000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589" name="Equation" r:id="rId26" imgW="1143000" imgH="723600" progId="Equation.DSMT4">
                  <p:embed/>
                </p:oleObj>
              </mc:Choice>
              <mc:Fallback>
                <p:oleObj name="Equation" r:id="rId26" imgW="1143000" imgH="723600" progId="Equation.DSMT4">
                  <p:embed/>
                  <p:pic>
                    <p:nvPicPr>
                      <p:cNvPr id="66599" name="Object 39">
                        <a:extLst>
                          <a:ext uri="{FF2B5EF4-FFF2-40B4-BE49-F238E27FC236}">
                            <a16:creationId xmlns:a16="http://schemas.microsoft.com/office/drawing/2014/main" id="{DA61CF84-3031-4EC7-BB9E-5A8AC1CF279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39504" y="3222737"/>
                        <a:ext cx="1143000" cy="733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601" name="Rectangle 41">
            <a:extLst>
              <a:ext uri="{FF2B5EF4-FFF2-40B4-BE49-F238E27FC236}">
                <a16:creationId xmlns:a16="http://schemas.microsoft.com/office/drawing/2014/main" id="{81F3349E-898A-4E7A-9D44-9D6BB65F2A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4128" y="555526"/>
            <a:ext cx="514350" cy="28575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 b="1">
              <a:latin typeface="+mn-ea"/>
              <a:ea typeface="+mn-ea"/>
            </a:endParaRPr>
          </a:p>
        </p:txBody>
      </p:sp>
      <p:graphicFrame>
        <p:nvGraphicFramePr>
          <p:cNvPr id="19477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2832799"/>
              </p:ext>
            </p:extLst>
          </p:nvPr>
        </p:nvGraphicFramePr>
        <p:xfrm>
          <a:off x="1994719" y="380537"/>
          <a:ext cx="1512888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590" name="Equation" r:id="rId28" imgW="1511280" imgH="723600" progId="Equation.DSMT4">
                  <p:embed/>
                </p:oleObj>
              </mc:Choice>
              <mc:Fallback>
                <p:oleObj name="Equation" r:id="rId28" imgW="1511280" imgH="723600" progId="Equation.DSMT4">
                  <p:embed/>
                  <p:pic>
                    <p:nvPicPr>
                      <p:cNvPr id="19477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4719" y="380537"/>
                        <a:ext cx="1512888" cy="733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Object 33">
            <a:extLst>
              <a:ext uri="{FF2B5EF4-FFF2-40B4-BE49-F238E27FC236}">
                <a16:creationId xmlns:a16="http://schemas.microsoft.com/office/drawing/2014/main" id="{DA534E62-9E5A-4EA0-A29E-FA64B116A5F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4813083"/>
              </p:ext>
            </p:extLst>
          </p:nvPr>
        </p:nvGraphicFramePr>
        <p:xfrm>
          <a:off x="2865835" y="2045889"/>
          <a:ext cx="14097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591" name="MathType 6.0 Equation" r:id="rId30" imgW="1409400" imgH="888840" progId="Equation.DSMT4">
                  <p:embed/>
                </p:oleObj>
              </mc:Choice>
              <mc:Fallback>
                <p:oleObj name="MathType 6.0 Equation" r:id="rId30" imgW="1409400" imgH="888840" progId="Equation.DSMT4">
                  <p:embed/>
                  <p:pic>
                    <p:nvPicPr>
                      <p:cNvPr id="50" name="Object 33">
                        <a:extLst>
                          <a:ext uri="{FF2B5EF4-FFF2-40B4-BE49-F238E27FC236}">
                            <a16:creationId xmlns:a16="http://schemas.microsoft.com/office/drawing/2014/main" id="{DA534E62-9E5A-4EA0-A29E-FA64B116A5F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5835" y="2045889"/>
                        <a:ext cx="1409700" cy="901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" name="Object 33">
            <a:extLst>
              <a:ext uri="{FF2B5EF4-FFF2-40B4-BE49-F238E27FC236}">
                <a16:creationId xmlns:a16="http://schemas.microsoft.com/office/drawing/2014/main" id="{3B54C4EF-BA70-4D19-973A-281634E42EB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3099490"/>
              </p:ext>
            </p:extLst>
          </p:nvPr>
        </p:nvGraphicFramePr>
        <p:xfrm>
          <a:off x="4310882" y="2107737"/>
          <a:ext cx="1651000" cy="747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592" name="Equation" r:id="rId32" imgW="1650960" imgH="736560" progId="Equation.DSMT4">
                  <p:embed/>
                </p:oleObj>
              </mc:Choice>
              <mc:Fallback>
                <p:oleObj name="Equation" r:id="rId32" imgW="1650960" imgH="736560" progId="Equation.DSMT4">
                  <p:embed/>
                  <p:pic>
                    <p:nvPicPr>
                      <p:cNvPr id="51" name="Object 33">
                        <a:extLst>
                          <a:ext uri="{FF2B5EF4-FFF2-40B4-BE49-F238E27FC236}">
                            <a16:creationId xmlns:a16="http://schemas.microsoft.com/office/drawing/2014/main" id="{3B54C4EF-BA70-4D19-973A-281634E42EB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0882" y="2107737"/>
                        <a:ext cx="1651000" cy="7477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39">
            <a:extLst>
              <a:ext uri="{FF2B5EF4-FFF2-40B4-BE49-F238E27FC236}">
                <a16:creationId xmlns:a16="http://schemas.microsoft.com/office/drawing/2014/main" id="{F7100B25-47B9-4B10-ACF5-933900DE34E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4202921"/>
              </p:ext>
            </p:extLst>
          </p:nvPr>
        </p:nvGraphicFramePr>
        <p:xfrm>
          <a:off x="6358757" y="3209462"/>
          <a:ext cx="762000" cy="74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593" name="Equation" r:id="rId34" imgW="761760" imgH="736560" progId="Equation.DSMT4">
                  <p:embed/>
                </p:oleObj>
              </mc:Choice>
              <mc:Fallback>
                <p:oleObj name="Equation" r:id="rId34" imgW="761760" imgH="736560" progId="Equation.DSMT4">
                  <p:embed/>
                  <p:pic>
                    <p:nvPicPr>
                      <p:cNvPr id="33" name="Object 39">
                        <a:extLst>
                          <a:ext uri="{FF2B5EF4-FFF2-40B4-BE49-F238E27FC236}">
                            <a16:creationId xmlns:a16="http://schemas.microsoft.com/office/drawing/2014/main" id="{F7100B25-47B9-4B10-ACF5-933900DE34E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8757" y="3209462"/>
                        <a:ext cx="762000" cy="746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14747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66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66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66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66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66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92" grpId="0" autoUpdateAnimBg="0"/>
      <p:bldP spid="66597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E4E4A8D9-CBD8-40A9-84D9-D899A11DB954}"/>
              </a:ext>
            </a:extLst>
          </p:cNvPr>
          <p:cNvSpPr txBox="1">
            <a:spLocks noChangeArrowheads="1"/>
          </p:cNvSpPr>
          <p:nvPr/>
        </p:nvSpPr>
        <p:spPr>
          <a:xfrm>
            <a:off x="775157" y="267494"/>
            <a:ext cx="681038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3366FF"/>
                </a:solidFill>
                <a:latin typeface="+mn-ea"/>
                <a:ea typeface="+mn-ea"/>
              </a:rPr>
              <a:t>例</a:t>
            </a:r>
            <a:r>
              <a:rPr lang="en-US" altLang="zh-CN" sz="2400" b="1" dirty="0">
                <a:solidFill>
                  <a:srgbClr val="3366FF"/>
                </a:solidFill>
                <a:latin typeface="+mn-ea"/>
                <a:ea typeface="+mn-ea"/>
              </a:rPr>
              <a:t>2</a:t>
            </a: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B90AB406-7BC0-4381-96E9-29D2D1DAB4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26" y="842497"/>
            <a:ext cx="891060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的蒸汽，设蒸汽温度保持不变，要使蒸汽体积缩小到一半，需做</a:t>
            </a:r>
            <a:endParaRPr kumimoji="1" lang="en-US" altLang="zh-CN" sz="2400" b="1" dirty="0">
              <a:latin typeface="+mn-ea"/>
              <a:ea typeface="+mn-ea"/>
            </a:endParaRPr>
          </a:p>
        </p:txBody>
      </p:sp>
      <p:sp>
        <p:nvSpPr>
          <p:cNvPr id="4" name="Text Box 43">
            <a:extLst>
              <a:ext uri="{FF2B5EF4-FFF2-40B4-BE49-F238E27FC236}">
                <a16:creationId xmlns:a16="http://schemas.microsoft.com/office/drawing/2014/main" id="{111BC0B5-9C46-4E4C-83E5-7B907CAF3F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0787" y="267494"/>
            <a:ext cx="774035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  <a:cs typeface="Times New Roman" panose="02020603050405020304" pitchFamily="18" charset="0"/>
              </a:rPr>
              <a:t>直径为      高为     的圆筒内充满压强为</a:t>
            </a:r>
            <a:endParaRPr kumimoji="1" lang="en-US" altLang="zh-CN" sz="2400" b="1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92AECE8C-15BC-4154-8DED-2F9BBF5D696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3549337"/>
              </p:ext>
            </p:extLst>
          </p:nvPr>
        </p:nvGraphicFramePr>
        <p:xfrm>
          <a:off x="2368899" y="398338"/>
          <a:ext cx="8128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508" name="Equation" r:id="rId3" imgW="812520" imgH="291960" progId="Equation.DSMT4">
                  <p:embed/>
                </p:oleObj>
              </mc:Choice>
              <mc:Fallback>
                <p:oleObj name="Equation" r:id="rId3" imgW="812520" imgH="29196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92AECE8C-15BC-4154-8DED-2F9BBF5D69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68899" y="398338"/>
                        <a:ext cx="812800" cy="292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1D14EDD6-622F-4759-B71A-3637A9BBEC8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976110"/>
              </p:ext>
            </p:extLst>
          </p:nvPr>
        </p:nvGraphicFramePr>
        <p:xfrm>
          <a:off x="3960814" y="405259"/>
          <a:ext cx="6985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509" name="Equation" r:id="rId5" imgW="698400" imgH="279360" progId="Equation.DSMT4">
                  <p:embed/>
                </p:oleObj>
              </mc:Choice>
              <mc:Fallback>
                <p:oleObj name="Equation" r:id="rId5" imgW="698400" imgH="27936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1D14EDD6-622F-4759-B71A-3637A9BBEC8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960814" y="405259"/>
                        <a:ext cx="6985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EA55D406-BDD4-4784-868A-D438F2FFBA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9857062"/>
              </p:ext>
            </p:extLst>
          </p:nvPr>
        </p:nvGraphicFramePr>
        <p:xfrm>
          <a:off x="7508687" y="310254"/>
          <a:ext cx="1092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510" name="Equation" r:id="rId7" imgW="1091880" imgH="342720" progId="Equation.DSMT4">
                  <p:embed/>
                </p:oleObj>
              </mc:Choice>
              <mc:Fallback>
                <p:oleObj name="Equation" r:id="rId7" imgW="1091880" imgH="34272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EA55D406-BDD4-4784-868A-D438F2FFBAC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508687" y="310254"/>
                        <a:ext cx="10922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3">
            <a:extLst>
              <a:ext uri="{FF2B5EF4-FFF2-40B4-BE49-F238E27FC236}">
                <a16:creationId xmlns:a16="http://schemas.microsoft.com/office/drawing/2014/main" id="{AD98BAA2-6795-44A0-AFA2-86539753D7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651" y="1421965"/>
            <a:ext cx="151216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多少功？</a:t>
            </a:r>
            <a:endParaRPr kumimoji="1" lang="en-US" altLang="zh-CN" sz="2400" b="1" dirty="0">
              <a:latin typeface="+mn-ea"/>
              <a:ea typeface="+mn-ea"/>
            </a:endParaRPr>
          </a:p>
        </p:txBody>
      </p:sp>
      <p:sp>
        <p:nvSpPr>
          <p:cNvPr id="62" name="Text Box 4">
            <a:extLst>
              <a:ext uri="{FF2B5EF4-FFF2-40B4-BE49-F238E27FC236}">
                <a16:creationId xmlns:a16="http://schemas.microsoft.com/office/drawing/2014/main" id="{F25AB7CD-4A59-4EC4-8848-5AEB9C3486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648" y="1950831"/>
            <a:ext cx="323850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None/>
            </a:pPr>
            <a:r>
              <a:rPr kumimoji="1" lang="zh-CN" altLang="en-US" sz="2400" b="1" dirty="0">
                <a:solidFill>
                  <a:srgbClr val="3366FF"/>
                </a:solidFill>
                <a:latin typeface="+mn-ea"/>
                <a:ea typeface="+mn-ea"/>
              </a:rPr>
              <a:t>解 </a:t>
            </a:r>
            <a:r>
              <a:rPr kumimoji="1" lang="zh-CN" altLang="en-US" sz="2400" b="1" dirty="0">
                <a:latin typeface="+mn-ea"/>
                <a:ea typeface="+mn-ea"/>
              </a:rPr>
              <a:t>如图建立坐标系，</a:t>
            </a:r>
            <a:endParaRPr kumimoji="1" lang="en-US" altLang="zh-CN" sz="2400" b="1" dirty="0">
              <a:latin typeface="+mn-ea"/>
              <a:ea typeface="+mn-ea"/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836033A3-C682-4D8B-B402-5E6A259B2772}"/>
              </a:ext>
            </a:extLst>
          </p:cNvPr>
          <p:cNvGrpSpPr/>
          <p:nvPr/>
        </p:nvGrpSpPr>
        <p:grpSpPr>
          <a:xfrm>
            <a:off x="3496618" y="1950332"/>
            <a:ext cx="3238502" cy="461665"/>
            <a:chOff x="3539479" y="2094348"/>
            <a:chExt cx="3238502" cy="461665"/>
          </a:xfrm>
        </p:grpSpPr>
        <p:sp>
          <p:nvSpPr>
            <p:cNvPr id="63" name="Text Box 4">
              <a:extLst>
                <a:ext uri="{FF2B5EF4-FFF2-40B4-BE49-F238E27FC236}">
                  <a16:creationId xmlns:a16="http://schemas.microsoft.com/office/drawing/2014/main" id="{9D15E79A-CB76-4B62-BD4D-BEF3818CC5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39479" y="2094348"/>
              <a:ext cx="323850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None/>
              </a:pPr>
              <a:r>
                <a:rPr kumimoji="1" lang="zh-CN" altLang="en-US" sz="2400" b="1" dirty="0">
                  <a:latin typeface="+mn-ea"/>
                  <a:ea typeface="+mn-ea"/>
                </a:rPr>
                <a:t>活塞的位置用 表示</a:t>
              </a:r>
              <a:r>
                <a:rPr kumimoji="1" lang="en-US" altLang="zh-CN" sz="2400" b="1" dirty="0">
                  <a:latin typeface="+mn-ea"/>
                  <a:ea typeface="+mn-ea"/>
                </a:rPr>
                <a:t>.</a:t>
              </a:r>
            </a:p>
          </p:txBody>
        </p:sp>
        <p:graphicFrame>
          <p:nvGraphicFramePr>
            <p:cNvPr id="64" name="对象 63">
              <a:extLst>
                <a:ext uri="{FF2B5EF4-FFF2-40B4-BE49-F238E27FC236}">
                  <a16:creationId xmlns:a16="http://schemas.microsoft.com/office/drawing/2014/main" id="{726247B2-4A5A-4EF7-89E2-7E4103166F6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484926" y="2251463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7511" name="Equation" r:id="rId9" imgW="190440" imgH="203040" progId="Equation.DSMT4">
                    <p:embed/>
                  </p:oleObj>
                </mc:Choice>
                <mc:Fallback>
                  <p:oleObj name="Equation" r:id="rId9" imgW="190440" imgH="203040" progId="Equation.DSMT4">
                    <p:embed/>
                    <p:pic>
                      <p:nvPicPr>
                        <p:cNvPr id="64" name="对象 63">
                          <a:extLst>
                            <a:ext uri="{FF2B5EF4-FFF2-40B4-BE49-F238E27FC236}">
                              <a16:creationId xmlns:a16="http://schemas.microsoft.com/office/drawing/2014/main" id="{726247B2-4A5A-4EF7-89E2-7E4103166F6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5484926" y="2251463"/>
                          <a:ext cx="1905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8" name="Text Box 4">
            <a:extLst>
              <a:ext uri="{FF2B5EF4-FFF2-40B4-BE49-F238E27FC236}">
                <a16:creationId xmlns:a16="http://schemas.microsoft.com/office/drawing/2014/main" id="{04271A34-CA80-4573-9A01-BA5BED4E21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298" y="2571538"/>
            <a:ext cx="610087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 由物理学知，一定量的气体在</a:t>
            </a:r>
            <a:r>
              <a:rPr kumimoji="1"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恒温</a:t>
            </a:r>
            <a:r>
              <a:rPr kumimoji="1" lang="zh-CN" altLang="en-US" sz="2400" b="1" dirty="0">
                <a:latin typeface="+mn-ea"/>
                <a:ea typeface="+mn-ea"/>
              </a:rPr>
              <a:t>条件下，</a:t>
            </a:r>
            <a:endParaRPr kumimoji="1" lang="en-US" altLang="zh-CN" sz="2400" b="1" dirty="0">
              <a:latin typeface="+mn-ea"/>
              <a:ea typeface="+mn-ea"/>
            </a:endParaRPr>
          </a:p>
        </p:txBody>
      </p:sp>
      <p:sp>
        <p:nvSpPr>
          <p:cNvPr id="74" name="Text Box 4">
            <a:extLst>
              <a:ext uri="{FF2B5EF4-FFF2-40B4-BE49-F238E27FC236}">
                <a16:creationId xmlns:a16="http://schemas.microsoft.com/office/drawing/2014/main" id="{673A8621-5836-4E23-8F90-3B2D637B8D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8002" y="3221350"/>
            <a:ext cx="112826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   即</a:t>
            </a:r>
            <a:endParaRPr kumimoji="1" lang="en-US" altLang="zh-CN" sz="2400" b="1" dirty="0">
              <a:latin typeface="+mn-ea"/>
              <a:ea typeface="+mn-ea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BE9F3F29-AC69-49EB-9ACD-27D2694A57AE}"/>
              </a:ext>
            </a:extLst>
          </p:cNvPr>
          <p:cNvGrpSpPr/>
          <p:nvPr/>
        </p:nvGrpSpPr>
        <p:grpSpPr>
          <a:xfrm>
            <a:off x="178451" y="3226283"/>
            <a:ext cx="4358191" cy="461665"/>
            <a:chOff x="221312" y="3370299"/>
            <a:chExt cx="4358191" cy="461665"/>
          </a:xfrm>
        </p:grpSpPr>
        <p:grpSp>
          <p:nvGrpSpPr>
            <p:cNvPr id="73" name="组合 72">
              <a:extLst>
                <a:ext uri="{FF2B5EF4-FFF2-40B4-BE49-F238E27FC236}">
                  <a16:creationId xmlns:a16="http://schemas.microsoft.com/office/drawing/2014/main" id="{97AF85ED-FD29-4734-B022-A329F9157BC8}"/>
                </a:ext>
              </a:extLst>
            </p:cNvPr>
            <p:cNvGrpSpPr/>
            <p:nvPr/>
          </p:nvGrpSpPr>
          <p:grpSpPr>
            <a:xfrm>
              <a:off x="221312" y="3370299"/>
              <a:ext cx="4294714" cy="461665"/>
              <a:chOff x="-1337979" y="4018518"/>
              <a:chExt cx="4294714" cy="461665"/>
            </a:xfrm>
          </p:grpSpPr>
          <p:sp>
            <p:nvSpPr>
              <p:cNvPr id="70" name="Text Box 4">
                <a:extLst>
                  <a:ext uri="{FF2B5EF4-FFF2-40B4-BE49-F238E27FC236}">
                    <a16:creationId xmlns:a16="http://schemas.microsoft.com/office/drawing/2014/main" id="{1EFABF46-3F0B-4923-9B5F-F72741C3DA3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1337979" y="4018518"/>
                <a:ext cx="4294714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None/>
                </a:pPr>
                <a:r>
                  <a:rPr kumimoji="1" lang="zh-CN" altLang="en-US" sz="2400" b="1" dirty="0">
                    <a:latin typeface="+mn-ea"/>
                    <a:ea typeface="+mn-ea"/>
                  </a:rPr>
                  <a:t>压强  与体积  的乘积为常数</a:t>
                </a:r>
                <a:endParaRPr kumimoji="1" lang="en-US" altLang="zh-CN" sz="2400" b="1" dirty="0">
                  <a:latin typeface="+mn-ea"/>
                  <a:ea typeface="+mn-ea"/>
                </a:endParaRPr>
              </a:p>
            </p:txBody>
          </p:sp>
          <p:graphicFrame>
            <p:nvGraphicFramePr>
              <p:cNvPr id="71" name="对象 70">
                <a:extLst>
                  <a:ext uri="{FF2B5EF4-FFF2-40B4-BE49-F238E27FC236}">
                    <a16:creationId xmlns:a16="http://schemas.microsoft.com/office/drawing/2014/main" id="{233D4F94-1BE5-4093-8819-3CC79549D2E1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588872" y="4157522"/>
              <a:ext cx="241300" cy="2667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7512" name="Equation" r:id="rId11" imgW="241200" imgH="266400" progId="Equation.DSMT4">
                      <p:embed/>
                    </p:oleObj>
                  </mc:Choice>
                  <mc:Fallback>
                    <p:oleObj name="Equation" r:id="rId11" imgW="241200" imgH="266400" progId="Equation.DSMT4">
                      <p:embed/>
                      <p:pic>
                        <p:nvPicPr>
                          <p:cNvPr id="71" name="对象 70">
                            <a:extLst>
                              <a:ext uri="{FF2B5EF4-FFF2-40B4-BE49-F238E27FC236}">
                                <a16:creationId xmlns:a16="http://schemas.microsoft.com/office/drawing/2014/main" id="{233D4F94-1BE5-4093-8819-3CC79549D2E1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2"/>
                          <a:stretch>
                            <a:fillRect/>
                          </a:stretch>
                        </p:blipFill>
                        <p:spPr>
                          <a:xfrm>
                            <a:off x="-588872" y="4157522"/>
                            <a:ext cx="241300" cy="2667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2" name="对象 71">
                <a:extLst>
                  <a:ext uri="{FF2B5EF4-FFF2-40B4-BE49-F238E27FC236}">
                    <a16:creationId xmlns:a16="http://schemas.microsoft.com/office/drawing/2014/main" id="{84571B50-8A44-4113-BD27-15A965982EB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563236245"/>
                  </p:ext>
                </p:extLst>
              </p:nvPr>
            </p:nvGraphicFramePr>
            <p:xfrm>
              <a:off x="599709" y="4137544"/>
              <a:ext cx="241300" cy="2794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7513" name="Equation" r:id="rId13" imgW="241200" imgH="279360" progId="Equation.DSMT4">
                      <p:embed/>
                    </p:oleObj>
                  </mc:Choice>
                  <mc:Fallback>
                    <p:oleObj name="Equation" r:id="rId13" imgW="241200" imgH="279360" progId="Equation.DSMT4">
                      <p:embed/>
                      <p:pic>
                        <p:nvPicPr>
                          <p:cNvPr id="72" name="对象 71">
                            <a:extLst>
                              <a:ext uri="{FF2B5EF4-FFF2-40B4-BE49-F238E27FC236}">
                                <a16:creationId xmlns:a16="http://schemas.microsoft.com/office/drawing/2014/main" id="{84571B50-8A44-4113-BD27-15A965982EB6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4"/>
                          <a:stretch>
                            <a:fillRect/>
                          </a:stretch>
                        </p:blipFill>
                        <p:spPr>
                          <a:xfrm>
                            <a:off x="599709" y="4137544"/>
                            <a:ext cx="241300" cy="2794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75" name="对象 74">
              <a:extLst>
                <a:ext uri="{FF2B5EF4-FFF2-40B4-BE49-F238E27FC236}">
                  <a16:creationId xmlns:a16="http://schemas.microsoft.com/office/drawing/2014/main" id="{A004E6C0-E96F-4D4C-8166-883FCA132E3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12803" y="3477553"/>
            <a:ext cx="2667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7514" name="Equation" r:id="rId15" imgW="266400" imgH="330120" progId="Equation.DSMT4">
                    <p:embed/>
                  </p:oleObj>
                </mc:Choice>
                <mc:Fallback>
                  <p:oleObj name="Equation" r:id="rId15" imgW="266400" imgH="330120" progId="Equation.DSMT4">
                    <p:embed/>
                    <p:pic>
                      <p:nvPicPr>
                        <p:cNvPr id="75" name="对象 74">
                          <a:extLst>
                            <a:ext uri="{FF2B5EF4-FFF2-40B4-BE49-F238E27FC236}">
                              <a16:creationId xmlns:a16="http://schemas.microsoft.com/office/drawing/2014/main" id="{A004E6C0-E96F-4D4C-8166-883FCA132E3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4312803" y="3477553"/>
                          <a:ext cx="2667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6" name="对象 75">
            <a:extLst>
              <a:ext uri="{FF2B5EF4-FFF2-40B4-BE49-F238E27FC236}">
                <a16:creationId xmlns:a16="http://schemas.microsoft.com/office/drawing/2014/main" id="{A71D1ADB-62B9-4F37-ABD4-A57D70E21F2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0182755"/>
              </p:ext>
            </p:extLst>
          </p:nvPr>
        </p:nvGraphicFramePr>
        <p:xfrm>
          <a:off x="2894014" y="4139059"/>
          <a:ext cx="977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515" name="Equation" r:id="rId17" imgW="977760" imgH="342720" progId="Equation.DSMT4">
                  <p:embed/>
                </p:oleObj>
              </mc:Choice>
              <mc:Fallback>
                <p:oleObj name="Equation" r:id="rId17" imgW="977760" imgH="342720" progId="Equation.DSMT4">
                  <p:embed/>
                  <p:pic>
                    <p:nvPicPr>
                      <p:cNvPr id="76" name="对象 75">
                        <a:extLst>
                          <a:ext uri="{FF2B5EF4-FFF2-40B4-BE49-F238E27FC236}">
                            <a16:creationId xmlns:a16="http://schemas.microsoft.com/office/drawing/2014/main" id="{A71D1ADB-62B9-4F37-ABD4-A57D70E21F2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894014" y="4139059"/>
                        <a:ext cx="9779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6" name="组合 45">
            <a:extLst>
              <a:ext uri="{FF2B5EF4-FFF2-40B4-BE49-F238E27FC236}">
                <a16:creationId xmlns:a16="http://schemas.microsoft.com/office/drawing/2014/main" id="{FE36E635-5C9D-42FB-9D8A-67E770D1E8CA}"/>
              </a:ext>
            </a:extLst>
          </p:cNvPr>
          <p:cNvGrpSpPr/>
          <p:nvPr/>
        </p:nvGrpSpPr>
        <p:grpSpPr>
          <a:xfrm>
            <a:off x="6718776" y="1837940"/>
            <a:ext cx="1935835" cy="2348351"/>
            <a:chOff x="6452831" y="2023599"/>
            <a:chExt cx="1935835" cy="2348351"/>
          </a:xfrm>
        </p:grpSpPr>
        <p:sp>
          <p:nvSpPr>
            <p:cNvPr id="56" name="矩形 55">
              <a:extLst>
                <a:ext uri="{FF2B5EF4-FFF2-40B4-BE49-F238E27FC236}">
                  <a16:creationId xmlns:a16="http://schemas.microsoft.com/office/drawing/2014/main" id="{75A44488-4FAB-48F0-90DA-91A4A62AFDE3}"/>
                </a:ext>
              </a:extLst>
            </p:cNvPr>
            <p:cNvSpPr/>
            <p:nvPr/>
          </p:nvSpPr>
          <p:spPr>
            <a:xfrm>
              <a:off x="7092285" y="2325681"/>
              <a:ext cx="432038" cy="1344369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8" name="直接箭头连接符 57">
              <a:extLst>
                <a:ext uri="{FF2B5EF4-FFF2-40B4-BE49-F238E27FC236}">
                  <a16:creationId xmlns:a16="http://schemas.microsoft.com/office/drawing/2014/main" id="{4DBAF452-122F-4E10-A643-A097688394A3}"/>
                </a:ext>
              </a:extLst>
            </p:cNvPr>
            <p:cNvCxnSpPr>
              <a:cxnSpLocks/>
            </p:cNvCxnSpPr>
            <p:nvPr/>
          </p:nvCxnSpPr>
          <p:spPr>
            <a:xfrm>
              <a:off x="7308304" y="2325682"/>
              <a:ext cx="5479" cy="204626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箭头连接符 58">
              <a:extLst>
                <a:ext uri="{FF2B5EF4-FFF2-40B4-BE49-F238E27FC236}">
                  <a16:creationId xmlns:a16="http://schemas.microsoft.com/office/drawing/2014/main" id="{BD1F84D8-FE35-4A51-A1FC-7C313C303B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59377" y="2325682"/>
              <a:ext cx="1929289" cy="2738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60" name="对象 59">
              <a:extLst>
                <a:ext uri="{FF2B5EF4-FFF2-40B4-BE49-F238E27FC236}">
                  <a16:creationId xmlns:a16="http://schemas.microsoft.com/office/drawing/2014/main" id="{C255290C-DEEB-4A74-AC59-4D0CBE77359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536796" y="3550946"/>
            <a:ext cx="5969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7516" name="Equation" r:id="rId19" imgW="596880" imgH="241200" progId="Equation.DSMT4">
                    <p:embed/>
                  </p:oleObj>
                </mc:Choice>
                <mc:Fallback>
                  <p:oleObj name="Equation" r:id="rId19" imgW="596880" imgH="241200" progId="Equation.DSMT4">
                    <p:embed/>
                    <p:pic>
                      <p:nvPicPr>
                        <p:cNvPr id="60" name="对象 59">
                          <a:extLst>
                            <a:ext uri="{FF2B5EF4-FFF2-40B4-BE49-F238E27FC236}">
                              <a16:creationId xmlns:a16="http://schemas.microsoft.com/office/drawing/2014/main" id="{C255290C-DEEB-4A74-AC59-4D0CBE77359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7536796" y="3550946"/>
                          <a:ext cx="596900" cy="241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5" name="椭圆 64">
              <a:extLst>
                <a:ext uri="{FF2B5EF4-FFF2-40B4-BE49-F238E27FC236}">
                  <a16:creationId xmlns:a16="http://schemas.microsoft.com/office/drawing/2014/main" id="{0F664112-9808-47BA-AD0C-BF11596C3791}"/>
                </a:ext>
              </a:extLst>
            </p:cNvPr>
            <p:cNvSpPr/>
            <p:nvPr/>
          </p:nvSpPr>
          <p:spPr>
            <a:xfrm>
              <a:off x="7285444" y="2975005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66" name="对象 65">
              <a:extLst>
                <a:ext uri="{FF2B5EF4-FFF2-40B4-BE49-F238E27FC236}">
                  <a16:creationId xmlns:a16="http://schemas.microsoft.com/office/drawing/2014/main" id="{11B0CF5A-6CA6-40CB-AE63-B904F139270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104289" y="2023599"/>
            <a:ext cx="6096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7517" name="Equation" r:id="rId21" imgW="609480" imgH="241200" progId="Equation.DSMT4">
                    <p:embed/>
                  </p:oleObj>
                </mc:Choice>
                <mc:Fallback>
                  <p:oleObj name="Equation" r:id="rId21" imgW="609480" imgH="241200" progId="Equation.DSMT4">
                    <p:embed/>
                    <p:pic>
                      <p:nvPicPr>
                        <p:cNvPr id="66" name="对象 65">
                          <a:extLst>
                            <a:ext uri="{FF2B5EF4-FFF2-40B4-BE49-F238E27FC236}">
                              <a16:creationId xmlns:a16="http://schemas.microsoft.com/office/drawing/2014/main" id="{11B0CF5A-6CA6-40CB-AE63-B904F139270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7104289" y="2023599"/>
                          <a:ext cx="609600" cy="241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78" name="组合 77">
              <a:extLst>
                <a:ext uri="{FF2B5EF4-FFF2-40B4-BE49-F238E27FC236}">
                  <a16:creationId xmlns:a16="http://schemas.microsoft.com/office/drawing/2014/main" id="{11C84C52-49C6-4218-8823-607C3BF884FC}"/>
                </a:ext>
              </a:extLst>
            </p:cNvPr>
            <p:cNvGrpSpPr/>
            <p:nvPr/>
          </p:nvGrpSpPr>
          <p:grpSpPr>
            <a:xfrm rot="16200000">
              <a:off x="7262672" y="2583236"/>
              <a:ext cx="85735" cy="439724"/>
              <a:chOff x="2693381" y="2881222"/>
              <a:chExt cx="303104" cy="768890"/>
            </a:xfrm>
            <a:solidFill>
              <a:srgbClr val="FFC000">
                <a:alpha val="50000"/>
              </a:srgbClr>
            </a:solidFill>
          </p:grpSpPr>
          <p:sp>
            <p:nvSpPr>
              <p:cNvPr id="88" name="弧形 87">
                <a:extLst>
                  <a:ext uri="{FF2B5EF4-FFF2-40B4-BE49-F238E27FC236}">
                    <a16:creationId xmlns:a16="http://schemas.microsoft.com/office/drawing/2014/main" id="{CA871DE5-C283-40C7-B316-B8AB9AF8F9C8}"/>
                  </a:ext>
                </a:extLst>
              </p:cNvPr>
              <p:cNvSpPr/>
              <p:nvPr/>
            </p:nvSpPr>
            <p:spPr>
              <a:xfrm>
                <a:off x="2695637" y="2881222"/>
                <a:ext cx="300848" cy="765934"/>
              </a:xfrm>
              <a:prstGeom prst="arc">
                <a:avLst>
                  <a:gd name="adj1" fmla="val 16199991"/>
                  <a:gd name="adj2" fmla="val 5459382"/>
                </a:avLst>
              </a:prstGeom>
              <a:grpFill/>
              <a:ln w="19050"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9" name="弧形 88">
                <a:extLst>
                  <a:ext uri="{FF2B5EF4-FFF2-40B4-BE49-F238E27FC236}">
                    <a16:creationId xmlns:a16="http://schemas.microsoft.com/office/drawing/2014/main" id="{70DB4C25-4354-44E5-AA29-ED54628AA61A}"/>
                  </a:ext>
                </a:extLst>
              </p:cNvPr>
              <p:cNvSpPr/>
              <p:nvPr/>
            </p:nvSpPr>
            <p:spPr>
              <a:xfrm rot="16200000">
                <a:off x="2459938" y="3115821"/>
                <a:ext cx="767735" cy="300847"/>
              </a:xfrm>
              <a:prstGeom prst="arc">
                <a:avLst>
                  <a:gd name="adj1" fmla="val 10831324"/>
                  <a:gd name="adj2" fmla="val 0"/>
                </a:avLst>
              </a:prstGeom>
              <a:grpFill/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79" name="组合 78">
              <a:extLst>
                <a:ext uri="{FF2B5EF4-FFF2-40B4-BE49-F238E27FC236}">
                  <a16:creationId xmlns:a16="http://schemas.microsoft.com/office/drawing/2014/main" id="{62710B9B-A903-4E2C-B5DA-4B7DF29B93C7}"/>
                </a:ext>
              </a:extLst>
            </p:cNvPr>
            <p:cNvGrpSpPr/>
            <p:nvPr/>
          </p:nvGrpSpPr>
          <p:grpSpPr>
            <a:xfrm rot="16200000">
              <a:off x="7271761" y="2451495"/>
              <a:ext cx="85735" cy="439724"/>
              <a:chOff x="2693381" y="2881222"/>
              <a:chExt cx="303104" cy="768890"/>
            </a:xfrm>
            <a:solidFill>
              <a:srgbClr val="FFC000">
                <a:alpha val="50000"/>
              </a:srgbClr>
            </a:solidFill>
          </p:grpSpPr>
          <p:sp>
            <p:nvSpPr>
              <p:cNvPr id="86" name="弧形 85">
                <a:extLst>
                  <a:ext uri="{FF2B5EF4-FFF2-40B4-BE49-F238E27FC236}">
                    <a16:creationId xmlns:a16="http://schemas.microsoft.com/office/drawing/2014/main" id="{198E8E9D-5BAD-43CF-8972-38E1E739EB61}"/>
                  </a:ext>
                </a:extLst>
              </p:cNvPr>
              <p:cNvSpPr/>
              <p:nvPr/>
            </p:nvSpPr>
            <p:spPr>
              <a:xfrm>
                <a:off x="2695637" y="2881222"/>
                <a:ext cx="300848" cy="765934"/>
              </a:xfrm>
              <a:prstGeom prst="arc">
                <a:avLst>
                  <a:gd name="adj1" fmla="val 16199991"/>
                  <a:gd name="adj2" fmla="val 5459382"/>
                </a:avLst>
              </a:prstGeom>
              <a:grpFill/>
              <a:ln w="19050"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7" name="弧形 86">
                <a:extLst>
                  <a:ext uri="{FF2B5EF4-FFF2-40B4-BE49-F238E27FC236}">
                    <a16:creationId xmlns:a16="http://schemas.microsoft.com/office/drawing/2014/main" id="{AB950D1F-7CAA-4532-ADDF-10DBC9531E20}"/>
                  </a:ext>
                </a:extLst>
              </p:cNvPr>
              <p:cNvSpPr/>
              <p:nvPr/>
            </p:nvSpPr>
            <p:spPr>
              <a:xfrm rot="16200000">
                <a:off x="2459938" y="3115821"/>
                <a:ext cx="767735" cy="300847"/>
              </a:xfrm>
              <a:prstGeom prst="arc">
                <a:avLst>
                  <a:gd name="adj1" fmla="val 10831324"/>
                  <a:gd name="adj2" fmla="val 0"/>
                </a:avLst>
              </a:prstGeom>
              <a:grpFill/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aphicFrame>
          <p:nvGraphicFramePr>
            <p:cNvPr id="80" name="对象 79">
              <a:extLst>
                <a:ext uri="{FF2B5EF4-FFF2-40B4-BE49-F238E27FC236}">
                  <a16:creationId xmlns:a16="http://schemas.microsoft.com/office/drawing/2014/main" id="{F4968BB2-A684-4259-A238-1ED784C38A5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528916" y="2552463"/>
            <a:ext cx="1778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7518" name="Equation" r:id="rId23" imgW="177480" imgH="190440" progId="Equation.DSMT4">
                    <p:embed/>
                  </p:oleObj>
                </mc:Choice>
                <mc:Fallback>
                  <p:oleObj name="Equation" r:id="rId23" imgW="177480" imgH="190440" progId="Equation.DSMT4">
                    <p:embed/>
                    <p:pic>
                      <p:nvPicPr>
                        <p:cNvPr id="80" name="对象 79">
                          <a:extLst>
                            <a:ext uri="{FF2B5EF4-FFF2-40B4-BE49-F238E27FC236}">
                              <a16:creationId xmlns:a16="http://schemas.microsoft.com/office/drawing/2014/main" id="{F4968BB2-A684-4259-A238-1ED784C38A5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7528916" y="2552463"/>
                          <a:ext cx="177800" cy="190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1" name="对象 80">
              <a:extLst>
                <a:ext uri="{FF2B5EF4-FFF2-40B4-BE49-F238E27FC236}">
                  <a16:creationId xmlns:a16="http://schemas.microsoft.com/office/drawing/2014/main" id="{E3AA04D7-ACE2-4F14-A7E4-04A9EB36C58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498470" y="2684468"/>
            <a:ext cx="647700" cy="254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7519" name="Equation" r:id="rId25" imgW="647640" imgH="253800" progId="Equation.DSMT4">
                    <p:embed/>
                  </p:oleObj>
                </mc:Choice>
                <mc:Fallback>
                  <p:oleObj name="Equation" r:id="rId25" imgW="647640" imgH="253800" progId="Equation.DSMT4">
                    <p:embed/>
                    <p:pic>
                      <p:nvPicPr>
                        <p:cNvPr id="81" name="对象 80">
                          <a:extLst>
                            <a:ext uri="{FF2B5EF4-FFF2-40B4-BE49-F238E27FC236}">
                              <a16:creationId xmlns:a16="http://schemas.microsoft.com/office/drawing/2014/main" id="{E3AA04D7-ACE2-4F14-A7E4-04A9EB36C583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7498470" y="2684468"/>
                          <a:ext cx="647700" cy="254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" name="矩形 81">
              <a:extLst>
                <a:ext uri="{FF2B5EF4-FFF2-40B4-BE49-F238E27FC236}">
                  <a16:creationId xmlns:a16="http://schemas.microsoft.com/office/drawing/2014/main" id="{D1E631AE-5D80-4FFB-8387-37A33FF71168}"/>
                </a:ext>
              </a:extLst>
            </p:cNvPr>
            <p:cNvSpPr/>
            <p:nvPr/>
          </p:nvSpPr>
          <p:spPr>
            <a:xfrm>
              <a:off x="7090597" y="2975223"/>
              <a:ext cx="432038" cy="681270"/>
            </a:xfrm>
            <a:prstGeom prst="rect">
              <a:avLst/>
            </a:prstGeom>
            <a:solidFill>
              <a:schemeClr val="tx2">
                <a:lumMod val="40000"/>
                <a:lumOff val="60000"/>
                <a:alpha val="44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83" name="对象 82">
              <a:extLst>
                <a:ext uri="{FF2B5EF4-FFF2-40B4-BE49-F238E27FC236}">
                  <a16:creationId xmlns:a16="http://schemas.microsoft.com/office/drawing/2014/main" id="{2CA05DE6-513E-4E80-A4C2-05872ACD30A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452831" y="2835912"/>
            <a:ext cx="6096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7520" name="Equation" r:id="rId27" imgW="609480" imgH="241200" progId="Equation.DSMT4">
                    <p:embed/>
                  </p:oleObj>
                </mc:Choice>
                <mc:Fallback>
                  <p:oleObj name="Equation" r:id="rId27" imgW="609480" imgH="241200" progId="Equation.DSMT4">
                    <p:embed/>
                    <p:pic>
                      <p:nvPicPr>
                        <p:cNvPr id="83" name="对象 82">
                          <a:extLst>
                            <a:ext uri="{FF2B5EF4-FFF2-40B4-BE49-F238E27FC236}">
                              <a16:creationId xmlns:a16="http://schemas.microsoft.com/office/drawing/2014/main" id="{2CA05DE6-513E-4E80-A4C2-05872ACD30A5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6452831" y="2835912"/>
                          <a:ext cx="609600" cy="241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84" name="直接连接符 83">
              <a:extLst>
                <a:ext uri="{FF2B5EF4-FFF2-40B4-BE49-F238E27FC236}">
                  <a16:creationId xmlns:a16="http://schemas.microsoft.com/office/drawing/2014/main" id="{5330185A-CE08-4E08-8E58-9CC2A119DE63}"/>
                </a:ext>
              </a:extLst>
            </p:cNvPr>
            <p:cNvCxnSpPr>
              <a:cxnSpLocks/>
              <a:endCxn id="87" idx="1"/>
            </p:cNvCxnSpPr>
            <p:nvPr/>
          </p:nvCxnSpPr>
          <p:spPr>
            <a:xfrm>
              <a:off x="7305539" y="2328116"/>
              <a:ext cx="9419" cy="343560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85" name="对象 84">
              <a:extLst>
                <a:ext uri="{FF2B5EF4-FFF2-40B4-BE49-F238E27FC236}">
                  <a16:creationId xmlns:a16="http://schemas.microsoft.com/office/drawing/2014/main" id="{C72ED921-998C-48EF-8E6B-13463D8F4DA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360224" y="4181450"/>
            <a:ext cx="1778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7521" name="Equation" r:id="rId29" imgW="177480" imgH="190440" progId="Equation.DSMT4">
                    <p:embed/>
                  </p:oleObj>
                </mc:Choice>
                <mc:Fallback>
                  <p:oleObj name="Equation" r:id="rId29" imgW="177480" imgH="190440" progId="Equation.DSMT4">
                    <p:embed/>
                    <p:pic>
                      <p:nvPicPr>
                        <p:cNvPr id="85" name="对象 84">
                          <a:extLst>
                            <a:ext uri="{FF2B5EF4-FFF2-40B4-BE49-F238E27FC236}">
                              <a16:creationId xmlns:a16="http://schemas.microsoft.com/office/drawing/2014/main" id="{C72ED921-998C-48EF-8E6B-13463D8F4DA4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7360224" y="4181450"/>
                          <a:ext cx="177800" cy="190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75853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  <p:bldP spid="68" grpId="0"/>
      <p:bldP spid="7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F1A4DD2C-EBAB-48EC-8ADB-8349AD94B86C}"/>
              </a:ext>
            </a:extLst>
          </p:cNvPr>
          <p:cNvGrpSpPr/>
          <p:nvPr/>
        </p:nvGrpSpPr>
        <p:grpSpPr>
          <a:xfrm>
            <a:off x="6803804" y="615223"/>
            <a:ext cx="1935835" cy="2348351"/>
            <a:chOff x="6452831" y="2023599"/>
            <a:chExt cx="1935835" cy="2348351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BE771689-B76C-4E75-B26B-BE82B95F9C31}"/>
                </a:ext>
              </a:extLst>
            </p:cNvPr>
            <p:cNvSpPr/>
            <p:nvPr/>
          </p:nvSpPr>
          <p:spPr>
            <a:xfrm>
              <a:off x="7092285" y="2325681"/>
              <a:ext cx="432038" cy="1344369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" name="直接箭头连接符 3">
              <a:extLst>
                <a:ext uri="{FF2B5EF4-FFF2-40B4-BE49-F238E27FC236}">
                  <a16:creationId xmlns:a16="http://schemas.microsoft.com/office/drawing/2014/main" id="{B65AD3D8-1572-4EC0-820C-352C502EE9A5}"/>
                </a:ext>
              </a:extLst>
            </p:cNvPr>
            <p:cNvCxnSpPr>
              <a:cxnSpLocks/>
            </p:cNvCxnSpPr>
            <p:nvPr/>
          </p:nvCxnSpPr>
          <p:spPr>
            <a:xfrm>
              <a:off x="7308304" y="2325682"/>
              <a:ext cx="5479" cy="204626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直接箭头连接符 4">
              <a:extLst>
                <a:ext uri="{FF2B5EF4-FFF2-40B4-BE49-F238E27FC236}">
                  <a16:creationId xmlns:a16="http://schemas.microsoft.com/office/drawing/2014/main" id="{BD9523EC-9D99-44F3-8C3E-3F03739205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59377" y="2325682"/>
              <a:ext cx="1929289" cy="2738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5312CFAD-978C-4F6A-9BC9-AEF918F38B2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536796" y="3550946"/>
            <a:ext cx="5969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8594" name="Equation" r:id="rId3" imgW="596880" imgH="241200" progId="Equation.DSMT4">
                    <p:embed/>
                  </p:oleObj>
                </mc:Choice>
                <mc:Fallback>
                  <p:oleObj name="Equation" r:id="rId3" imgW="596880" imgH="241200" progId="Equation.DSMT4">
                    <p:embed/>
                    <p:pic>
                      <p:nvPicPr>
                        <p:cNvPr id="9" name="对象 8">
                          <a:extLst>
                            <a:ext uri="{FF2B5EF4-FFF2-40B4-BE49-F238E27FC236}">
                              <a16:creationId xmlns:a16="http://schemas.microsoft.com/office/drawing/2014/main" id="{5312CFAD-978C-4F6A-9BC9-AEF918F38B23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7536796" y="3550946"/>
                          <a:ext cx="596900" cy="241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4301A393-1554-43FC-B970-CD668B9A3671}"/>
                </a:ext>
              </a:extLst>
            </p:cNvPr>
            <p:cNvSpPr/>
            <p:nvPr/>
          </p:nvSpPr>
          <p:spPr>
            <a:xfrm>
              <a:off x="7285444" y="2975005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611DA266-B38E-450E-8BCA-77A760A27B5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104289" y="2023599"/>
            <a:ext cx="6096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8595" name="Equation" r:id="rId5" imgW="609480" imgH="241200" progId="Equation.DSMT4">
                    <p:embed/>
                  </p:oleObj>
                </mc:Choice>
                <mc:Fallback>
                  <p:oleObj name="Equation" r:id="rId5" imgW="609480" imgH="241200" progId="Equation.DSMT4">
                    <p:embed/>
                    <p:pic>
                      <p:nvPicPr>
                        <p:cNvPr id="13" name="对象 12">
                          <a:extLst>
                            <a:ext uri="{FF2B5EF4-FFF2-40B4-BE49-F238E27FC236}">
                              <a16:creationId xmlns:a16="http://schemas.microsoft.com/office/drawing/2014/main" id="{611DA266-B38E-450E-8BCA-77A760A27B5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7104289" y="2023599"/>
                          <a:ext cx="609600" cy="241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08ADCAAD-590B-4C4D-B9D7-4B88AE37D64B}"/>
                </a:ext>
              </a:extLst>
            </p:cNvPr>
            <p:cNvGrpSpPr/>
            <p:nvPr/>
          </p:nvGrpSpPr>
          <p:grpSpPr>
            <a:xfrm rot="16200000">
              <a:off x="7262672" y="2583236"/>
              <a:ext cx="85735" cy="439724"/>
              <a:chOff x="2693381" y="2881222"/>
              <a:chExt cx="303104" cy="768890"/>
            </a:xfrm>
            <a:solidFill>
              <a:srgbClr val="FFC000">
                <a:alpha val="50000"/>
              </a:srgbClr>
            </a:solidFill>
          </p:grpSpPr>
          <p:sp>
            <p:nvSpPr>
              <p:cNvPr id="24" name="弧形 23">
                <a:extLst>
                  <a:ext uri="{FF2B5EF4-FFF2-40B4-BE49-F238E27FC236}">
                    <a16:creationId xmlns:a16="http://schemas.microsoft.com/office/drawing/2014/main" id="{3ACB90CE-B1FE-4AD3-AF53-170F4F1FFB8B}"/>
                  </a:ext>
                </a:extLst>
              </p:cNvPr>
              <p:cNvSpPr/>
              <p:nvPr/>
            </p:nvSpPr>
            <p:spPr>
              <a:xfrm>
                <a:off x="2695637" y="2881222"/>
                <a:ext cx="300848" cy="765934"/>
              </a:xfrm>
              <a:prstGeom prst="arc">
                <a:avLst>
                  <a:gd name="adj1" fmla="val 16199991"/>
                  <a:gd name="adj2" fmla="val 5459382"/>
                </a:avLst>
              </a:prstGeom>
              <a:grpFill/>
              <a:ln w="19050"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" name="弧形 24">
                <a:extLst>
                  <a:ext uri="{FF2B5EF4-FFF2-40B4-BE49-F238E27FC236}">
                    <a16:creationId xmlns:a16="http://schemas.microsoft.com/office/drawing/2014/main" id="{6F2B897C-B01B-4801-9BA0-904E0C1599CB}"/>
                  </a:ext>
                </a:extLst>
              </p:cNvPr>
              <p:cNvSpPr/>
              <p:nvPr/>
            </p:nvSpPr>
            <p:spPr>
              <a:xfrm rot="16200000">
                <a:off x="2459938" y="3115821"/>
                <a:ext cx="767735" cy="300847"/>
              </a:xfrm>
              <a:prstGeom prst="arc">
                <a:avLst>
                  <a:gd name="adj1" fmla="val 10831324"/>
                  <a:gd name="adj2" fmla="val 0"/>
                </a:avLst>
              </a:prstGeom>
              <a:grpFill/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9442903C-2A1C-4203-A49F-597BA8C4D106}"/>
                </a:ext>
              </a:extLst>
            </p:cNvPr>
            <p:cNvGrpSpPr/>
            <p:nvPr/>
          </p:nvGrpSpPr>
          <p:grpSpPr>
            <a:xfrm rot="16200000">
              <a:off x="7271761" y="2451495"/>
              <a:ext cx="85735" cy="439724"/>
              <a:chOff x="2693381" y="2881222"/>
              <a:chExt cx="303104" cy="768890"/>
            </a:xfrm>
            <a:solidFill>
              <a:srgbClr val="FFC000">
                <a:alpha val="50000"/>
              </a:srgbClr>
            </a:solidFill>
          </p:grpSpPr>
          <p:sp>
            <p:nvSpPr>
              <p:cNvPr id="22" name="弧形 21">
                <a:extLst>
                  <a:ext uri="{FF2B5EF4-FFF2-40B4-BE49-F238E27FC236}">
                    <a16:creationId xmlns:a16="http://schemas.microsoft.com/office/drawing/2014/main" id="{6B700459-593F-4205-99D5-26FAAA75955B}"/>
                  </a:ext>
                </a:extLst>
              </p:cNvPr>
              <p:cNvSpPr/>
              <p:nvPr/>
            </p:nvSpPr>
            <p:spPr>
              <a:xfrm>
                <a:off x="2695637" y="2881222"/>
                <a:ext cx="300848" cy="765934"/>
              </a:xfrm>
              <a:prstGeom prst="arc">
                <a:avLst>
                  <a:gd name="adj1" fmla="val 16199991"/>
                  <a:gd name="adj2" fmla="val 5459382"/>
                </a:avLst>
              </a:prstGeom>
              <a:grpFill/>
              <a:ln w="19050"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" name="弧形 22">
                <a:extLst>
                  <a:ext uri="{FF2B5EF4-FFF2-40B4-BE49-F238E27FC236}">
                    <a16:creationId xmlns:a16="http://schemas.microsoft.com/office/drawing/2014/main" id="{956E712C-FE3B-4C58-B0BD-50F83EB26B36}"/>
                  </a:ext>
                </a:extLst>
              </p:cNvPr>
              <p:cNvSpPr/>
              <p:nvPr/>
            </p:nvSpPr>
            <p:spPr>
              <a:xfrm rot="16200000">
                <a:off x="2459938" y="3115821"/>
                <a:ext cx="767735" cy="300847"/>
              </a:xfrm>
              <a:prstGeom prst="arc">
                <a:avLst>
                  <a:gd name="adj1" fmla="val 10831324"/>
                  <a:gd name="adj2" fmla="val 0"/>
                </a:avLst>
              </a:prstGeom>
              <a:grpFill/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F7D8406B-EB4D-49E2-A5A2-E961B049C2B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528916" y="2552463"/>
            <a:ext cx="1778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8596" name="Equation" r:id="rId7" imgW="177480" imgH="190440" progId="Equation.DSMT4">
                    <p:embed/>
                  </p:oleObj>
                </mc:Choice>
                <mc:Fallback>
                  <p:oleObj name="Equation" r:id="rId7" imgW="177480" imgH="190440" progId="Equation.DSMT4">
                    <p:embed/>
                    <p:pic>
                      <p:nvPicPr>
                        <p:cNvPr id="16" name="对象 15">
                          <a:extLst>
                            <a:ext uri="{FF2B5EF4-FFF2-40B4-BE49-F238E27FC236}">
                              <a16:creationId xmlns:a16="http://schemas.microsoft.com/office/drawing/2014/main" id="{F7D8406B-EB4D-49E2-A5A2-E961B049C2BB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7528916" y="2552463"/>
                          <a:ext cx="177800" cy="190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39E6A238-EC08-4A8E-A504-BCFC1FA4096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498470" y="2684468"/>
            <a:ext cx="647700" cy="254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8597" name="Equation" r:id="rId9" imgW="647640" imgH="253800" progId="Equation.DSMT4">
                    <p:embed/>
                  </p:oleObj>
                </mc:Choice>
                <mc:Fallback>
                  <p:oleObj name="Equation" r:id="rId9" imgW="647640" imgH="253800" progId="Equation.DSMT4">
                    <p:embed/>
                    <p:pic>
                      <p:nvPicPr>
                        <p:cNvPr id="17" name="对象 16">
                          <a:extLst>
                            <a:ext uri="{FF2B5EF4-FFF2-40B4-BE49-F238E27FC236}">
                              <a16:creationId xmlns:a16="http://schemas.microsoft.com/office/drawing/2014/main" id="{39E6A238-EC08-4A8E-A504-BCFC1FA4096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7498470" y="2684468"/>
                          <a:ext cx="647700" cy="254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B82E2CC5-44D1-4C00-AC61-D0A7269480EF}"/>
                </a:ext>
              </a:extLst>
            </p:cNvPr>
            <p:cNvSpPr/>
            <p:nvPr/>
          </p:nvSpPr>
          <p:spPr>
            <a:xfrm>
              <a:off x="7090597" y="2975223"/>
              <a:ext cx="432038" cy="681270"/>
            </a:xfrm>
            <a:prstGeom prst="rect">
              <a:avLst/>
            </a:prstGeom>
            <a:solidFill>
              <a:schemeClr val="tx2">
                <a:lumMod val="40000"/>
                <a:lumOff val="60000"/>
                <a:alpha val="44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19" name="对象 18">
              <a:extLst>
                <a:ext uri="{FF2B5EF4-FFF2-40B4-BE49-F238E27FC236}">
                  <a16:creationId xmlns:a16="http://schemas.microsoft.com/office/drawing/2014/main" id="{54EB2DEE-25C7-40CB-A10D-251AB0038BC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452831" y="2835912"/>
            <a:ext cx="6096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8598" name="Equation" r:id="rId11" imgW="609480" imgH="241200" progId="Equation.DSMT4">
                    <p:embed/>
                  </p:oleObj>
                </mc:Choice>
                <mc:Fallback>
                  <p:oleObj name="Equation" r:id="rId11" imgW="609480" imgH="241200" progId="Equation.DSMT4">
                    <p:embed/>
                    <p:pic>
                      <p:nvPicPr>
                        <p:cNvPr id="19" name="对象 18">
                          <a:extLst>
                            <a:ext uri="{FF2B5EF4-FFF2-40B4-BE49-F238E27FC236}">
                              <a16:creationId xmlns:a16="http://schemas.microsoft.com/office/drawing/2014/main" id="{54EB2DEE-25C7-40CB-A10D-251AB0038BC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6452831" y="2835912"/>
                          <a:ext cx="609600" cy="241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6F3029B6-1288-4548-B063-4ECE967187EC}"/>
                </a:ext>
              </a:extLst>
            </p:cNvPr>
            <p:cNvCxnSpPr>
              <a:cxnSpLocks/>
              <a:endCxn id="23" idx="1"/>
            </p:cNvCxnSpPr>
            <p:nvPr/>
          </p:nvCxnSpPr>
          <p:spPr>
            <a:xfrm>
              <a:off x="7305539" y="2328116"/>
              <a:ext cx="9419" cy="343560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21" name="对象 20">
              <a:extLst>
                <a:ext uri="{FF2B5EF4-FFF2-40B4-BE49-F238E27FC236}">
                  <a16:creationId xmlns:a16="http://schemas.microsoft.com/office/drawing/2014/main" id="{B9782682-0DAB-4D6C-B64E-177F00ABFD4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360224" y="4181450"/>
            <a:ext cx="1778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8599" name="Equation" r:id="rId13" imgW="177480" imgH="190440" progId="Equation.DSMT4">
                    <p:embed/>
                  </p:oleObj>
                </mc:Choice>
                <mc:Fallback>
                  <p:oleObj name="Equation" r:id="rId13" imgW="177480" imgH="190440" progId="Equation.DSMT4">
                    <p:embed/>
                    <p:pic>
                      <p:nvPicPr>
                        <p:cNvPr id="21" name="对象 20">
                          <a:extLst>
                            <a:ext uri="{FF2B5EF4-FFF2-40B4-BE49-F238E27FC236}">
                              <a16:creationId xmlns:a16="http://schemas.microsoft.com/office/drawing/2014/main" id="{B9782682-0DAB-4D6C-B64E-177F00ABFD4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7360224" y="4181450"/>
                          <a:ext cx="177800" cy="190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6" name="对象 25">
            <a:extLst>
              <a:ext uri="{FF2B5EF4-FFF2-40B4-BE49-F238E27FC236}">
                <a16:creationId xmlns:a16="http://schemas.microsoft.com/office/drawing/2014/main" id="{1E0D8799-0321-46C0-8669-2A5F39CBC1E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8604767"/>
              </p:ext>
            </p:extLst>
          </p:nvPr>
        </p:nvGraphicFramePr>
        <p:xfrm>
          <a:off x="2589982" y="333539"/>
          <a:ext cx="977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600" name="Equation" r:id="rId14" imgW="977760" imgH="342720" progId="Equation.DSMT4">
                  <p:embed/>
                </p:oleObj>
              </mc:Choice>
              <mc:Fallback>
                <p:oleObj name="Equation" r:id="rId14" imgW="977760" imgH="342720" progId="Equation.DSMT4">
                  <p:embed/>
                  <p:pic>
                    <p:nvPicPr>
                      <p:cNvPr id="26" name="对象 25">
                        <a:extLst>
                          <a:ext uri="{FF2B5EF4-FFF2-40B4-BE49-F238E27FC236}">
                            <a16:creationId xmlns:a16="http://schemas.microsoft.com/office/drawing/2014/main" id="{1E0D8799-0321-46C0-8669-2A5F39CBC1E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589982" y="333539"/>
                        <a:ext cx="9779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对象 31">
            <a:extLst>
              <a:ext uri="{FF2B5EF4-FFF2-40B4-BE49-F238E27FC236}">
                <a16:creationId xmlns:a16="http://schemas.microsoft.com/office/drawing/2014/main" id="{A82FF8B9-C86A-4C31-9694-638C9B3E522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4932513"/>
              </p:ext>
            </p:extLst>
          </p:nvPr>
        </p:nvGraphicFramePr>
        <p:xfrm>
          <a:off x="4067944" y="101764"/>
          <a:ext cx="8763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601" name="Equation" r:id="rId16" imgW="876240" imgH="736560" progId="Equation.DSMT4">
                  <p:embed/>
                </p:oleObj>
              </mc:Choice>
              <mc:Fallback>
                <p:oleObj name="Equation" r:id="rId16" imgW="876240" imgH="736560" progId="Equation.DSMT4">
                  <p:embed/>
                  <p:pic>
                    <p:nvPicPr>
                      <p:cNvPr id="32" name="对象 31">
                        <a:extLst>
                          <a:ext uri="{FF2B5EF4-FFF2-40B4-BE49-F238E27FC236}">
                            <a16:creationId xmlns:a16="http://schemas.microsoft.com/office/drawing/2014/main" id="{A82FF8B9-C86A-4C31-9694-638C9B3E522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4067944" y="101764"/>
                        <a:ext cx="8763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Text Box 3">
            <a:extLst>
              <a:ext uri="{FF2B5EF4-FFF2-40B4-BE49-F238E27FC236}">
                <a16:creationId xmlns:a16="http://schemas.microsoft.com/office/drawing/2014/main" id="{68796B75-8EA5-4D15-AB73-6B85B0BAD1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2495" y="815282"/>
            <a:ext cx="649615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显然，在气体压缩过程中，体积是变化的，且</a:t>
            </a:r>
            <a:endParaRPr kumimoji="1" lang="en-US" altLang="zh-CN" sz="2400" b="1" dirty="0">
              <a:latin typeface="+mn-ea"/>
              <a:ea typeface="+mn-ea"/>
            </a:endParaRPr>
          </a:p>
        </p:txBody>
      </p:sp>
      <p:graphicFrame>
        <p:nvGraphicFramePr>
          <p:cNvPr id="34" name="对象 33">
            <a:extLst>
              <a:ext uri="{FF2B5EF4-FFF2-40B4-BE49-F238E27FC236}">
                <a16:creationId xmlns:a16="http://schemas.microsoft.com/office/drawing/2014/main" id="{5B24B921-F133-42A2-93C0-5F1996D7A46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8304348"/>
              </p:ext>
            </p:extLst>
          </p:nvPr>
        </p:nvGraphicFramePr>
        <p:xfrm>
          <a:off x="2532832" y="1514639"/>
          <a:ext cx="17526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602" name="Equation" r:id="rId18" imgW="1752480" imgH="342720" progId="Equation.DSMT4">
                  <p:embed/>
                </p:oleObj>
              </mc:Choice>
              <mc:Fallback>
                <p:oleObj name="Equation" r:id="rId18" imgW="1752480" imgH="342720" progId="Equation.DSMT4">
                  <p:embed/>
                  <p:pic>
                    <p:nvPicPr>
                      <p:cNvPr id="34" name="对象 33">
                        <a:extLst>
                          <a:ext uri="{FF2B5EF4-FFF2-40B4-BE49-F238E27FC236}">
                            <a16:creationId xmlns:a16="http://schemas.microsoft.com/office/drawing/2014/main" id="{5B24B921-F133-42A2-93C0-5F1996D7A4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2532832" y="1514639"/>
                        <a:ext cx="17526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对象 34">
            <a:extLst>
              <a:ext uri="{FF2B5EF4-FFF2-40B4-BE49-F238E27FC236}">
                <a16:creationId xmlns:a16="http://schemas.microsoft.com/office/drawing/2014/main" id="{E07E52EC-08CA-451D-9069-70825CE231E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1516065"/>
              </p:ext>
            </p:extLst>
          </p:nvPr>
        </p:nvGraphicFramePr>
        <p:xfrm>
          <a:off x="4685155" y="1478336"/>
          <a:ext cx="12827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603" name="Equation" r:id="rId20" imgW="1282680" imgH="380880" progId="Equation.DSMT4">
                  <p:embed/>
                </p:oleObj>
              </mc:Choice>
              <mc:Fallback>
                <p:oleObj name="Equation" r:id="rId20" imgW="1282680" imgH="380880" progId="Equation.DSMT4">
                  <p:embed/>
                  <p:pic>
                    <p:nvPicPr>
                      <p:cNvPr id="35" name="对象 34">
                        <a:extLst>
                          <a:ext uri="{FF2B5EF4-FFF2-40B4-BE49-F238E27FC236}">
                            <a16:creationId xmlns:a16="http://schemas.microsoft.com/office/drawing/2014/main" id="{E07E52EC-08CA-451D-9069-70825CE231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4685155" y="1478336"/>
                        <a:ext cx="12827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Text Box 4">
            <a:extLst>
              <a:ext uri="{FF2B5EF4-FFF2-40B4-BE49-F238E27FC236}">
                <a16:creationId xmlns:a16="http://schemas.microsoft.com/office/drawing/2014/main" id="{42E7069E-B4B6-40CB-9370-D50726CD60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420" y="2068599"/>
            <a:ext cx="547881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   从而作用在活塞上的</a:t>
            </a:r>
            <a:r>
              <a:rPr kumimoji="1" lang="zh-CN" altLang="en-US" sz="2400" b="1" dirty="0">
                <a:solidFill>
                  <a:srgbClr val="3366FF"/>
                </a:solidFill>
                <a:latin typeface="+mn-ea"/>
                <a:ea typeface="+mn-ea"/>
              </a:rPr>
              <a:t>变力</a:t>
            </a:r>
            <a:r>
              <a:rPr kumimoji="1" lang="zh-CN" altLang="en-US" sz="2400" b="1" dirty="0">
                <a:latin typeface="+mn-ea"/>
                <a:ea typeface="+mn-ea"/>
              </a:rPr>
              <a:t>为</a:t>
            </a:r>
            <a:endParaRPr kumimoji="1" lang="en-US" altLang="zh-CN" sz="2400" b="1" dirty="0">
              <a:latin typeface="+mn-ea"/>
              <a:ea typeface="+mn-ea"/>
            </a:endParaRPr>
          </a:p>
        </p:txBody>
      </p:sp>
      <p:graphicFrame>
        <p:nvGraphicFramePr>
          <p:cNvPr id="37" name="对象 36">
            <a:extLst>
              <a:ext uri="{FF2B5EF4-FFF2-40B4-BE49-F238E27FC236}">
                <a16:creationId xmlns:a16="http://schemas.microsoft.com/office/drawing/2014/main" id="{AC121D52-ECFD-4A65-8243-D093C0F5A59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3513311"/>
              </p:ext>
            </p:extLst>
          </p:nvPr>
        </p:nvGraphicFramePr>
        <p:xfrm>
          <a:off x="1934205" y="2963574"/>
          <a:ext cx="14986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604" name="Equation" r:id="rId22" imgW="1498320" imgH="342720" progId="Equation.DSMT4">
                  <p:embed/>
                </p:oleObj>
              </mc:Choice>
              <mc:Fallback>
                <p:oleObj name="Equation" r:id="rId22" imgW="1498320" imgH="342720" progId="Equation.DSMT4">
                  <p:embed/>
                  <p:pic>
                    <p:nvPicPr>
                      <p:cNvPr id="37" name="对象 36">
                        <a:extLst>
                          <a:ext uri="{FF2B5EF4-FFF2-40B4-BE49-F238E27FC236}">
                            <a16:creationId xmlns:a16="http://schemas.microsoft.com/office/drawing/2014/main" id="{AC121D52-ECFD-4A65-8243-D093C0F5A59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1934205" y="2963574"/>
                        <a:ext cx="14986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对象 37">
            <a:extLst>
              <a:ext uri="{FF2B5EF4-FFF2-40B4-BE49-F238E27FC236}">
                <a16:creationId xmlns:a16="http://schemas.microsoft.com/office/drawing/2014/main" id="{E11C6665-6FAB-4E55-858D-0037631DED6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9879711"/>
              </p:ext>
            </p:extLst>
          </p:nvPr>
        </p:nvGraphicFramePr>
        <p:xfrm>
          <a:off x="3532957" y="2741777"/>
          <a:ext cx="23876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605" name="Equation" r:id="rId24" imgW="2387520" imgH="787320" progId="Equation.DSMT4">
                  <p:embed/>
                </p:oleObj>
              </mc:Choice>
              <mc:Fallback>
                <p:oleObj name="Equation" r:id="rId24" imgW="2387520" imgH="787320" progId="Equation.DSMT4">
                  <p:embed/>
                  <p:pic>
                    <p:nvPicPr>
                      <p:cNvPr id="38" name="对象 37">
                        <a:extLst>
                          <a:ext uri="{FF2B5EF4-FFF2-40B4-BE49-F238E27FC236}">
                            <a16:creationId xmlns:a16="http://schemas.microsoft.com/office/drawing/2014/main" id="{E11C6665-6FAB-4E55-858D-0037631DED6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3532957" y="2741777"/>
                        <a:ext cx="23876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1" name="组合 40">
            <a:extLst>
              <a:ext uri="{FF2B5EF4-FFF2-40B4-BE49-F238E27FC236}">
                <a16:creationId xmlns:a16="http://schemas.microsoft.com/office/drawing/2014/main" id="{DD0419B8-D612-4EB4-BA26-1ACE2003FB12}"/>
              </a:ext>
            </a:extLst>
          </p:cNvPr>
          <p:cNvGrpSpPr/>
          <p:nvPr/>
        </p:nvGrpSpPr>
        <p:grpSpPr>
          <a:xfrm>
            <a:off x="92283" y="3634616"/>
            <a:ext cx="3475599" cy="461665"/>
            <a:chOff x="73258" y="4003928"/>
            <a:chExt cx="3475599" cy="461665"/>
          </a:xfrm>
        </p:grpSpPr>
        <p:sp>
          <p:nvSpPr>
            <p:cNvPr id="39" name="Text Box 4">
              <a:extLst>
                <a:ext uri="{FF2B5EF4-FFF2-40B4-BE49-F238E27FC236}">
                  <a16:creationId xmlns:a16="http://schemas.microsoft.com/office/drawing/2014/main" id="{122CCFFC-2E1B-4DD1-8915-2AF6B7076C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258" y="4003928"/>
              <a:ext cx="347559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None/>
              </a:pPr>
              <a:r>
                <a:rPr kumimoji="1" lang="zh-CN" altLang="en-US" sz="2400" b="1" dirty="0">
                  <a:latin typeface="+mn-ea"/>
                  <a:ea typeface="+mn-ea"/>
                </a:rPr>
                <a:t>    </a:t>
              </a:r>
              <a:r>
                <a:rPr kumimoji="1" lang="en-US" altLang="zh-CN" sz="2400" b="1" dirty="0">
                  <a:latin typeface="+mn-ea"/>
                  <a:ea typeface="+mn-ea"/>
                </a:rPr>
                <a:t>  </a:t>
              </a:r>
              <a:r>
                <a:rPr kumimoji="1" lang="zh-CN" altLang="en-US" sz="2400" b="1" dirty="0">
                  <a:latin typeface="+mn-ea"/>
                  <a:ea typeface="+mn-ea"/>
                </a:rPr>
                <a:t>取  为积分变量，</a:t>
              </a:r>
              <a:endParaRPr kumimoji="1" lang="en-US" altLang="zh-CN" sz="2400" b="1" dirty="0">
                <a:latin typeface="+mn-ea"/>
                <a:ea typeface="+mn-ea"/>
              </a:endParaRPr>
            </a:p>
          </p:txBody>
        </p:sp>
        <p:graphicFrame>
          <p:nvGraphicFramePr>
            <p:cNvPr id="40" name="对象 39">
              <a:extLst>
                <a:ext uri="{FF2B5EF4-FFF2-40B4-BE49-F238E27FC236}">
                  <a16:creationId xmlns:a16="http://schemas.microsoft.com/office/drawing/2014/main" id="{599AB0C0-3ABD-4934-B44F-F91C0401478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03648" y="4193942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8606" name="Equation" r:id="rId26" imgW="190440" imgH="203040" progId="Equation.DSMT4">
                    <p:embed/>
                  </p:oleObj>
                </mc:Choice>
                <mc:Fallback>
                  <p:oleObj name="Equation" r:id="rId26" imgW="190440" imgH="203040" progId="Equation.DSMT4">
                    <p:embed/>
                    <p:pic>
                      <p:nvPicPr>
                        <p:cNvPr id="40" name="对象 39">
                          <a:extLst>
                            <a:ext uri="{FF2B5EF4-FFF2-40B4-BE49-F238E27FC236}">
                              <a16:creationId xmlns:a16="http://schemas.microsoft.com/office/drawing/2014/main" id="{599AB0C0-3ABD-4934-B44F-F91C04014781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7"/>
                        <a:stretch>
                          <a:fillRect/>
                        </a:stretch>
                      </p:blipFill>
                      <p:spPr>
                        <a:xfrm>
                          <a:off x="1403648" y="4193942"/>
                          <a:ext cx="1905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5119095C-971C-4487-842D-6320FCAB4633}"/>
              </a:ext>
            </a:extLst>
          </p:cNvPr>
          <p:cNvGrpSpPr/>
          <p:nvPr/>
        </p:nvGrpSpPr>
        <p:grpSpPr>
          <a:xfrm>
            <a:off x="2958872" y="3642746"/>
            <a:ext cx="5966719" cy="461665"/>
            <a:chOff x="2981328" y="3985482"/>
            <a:chExt cx="5966719" cy="461665"/>
          </a:xfrm>
        </p:grpSpPr>
        <p:sp>
          <p:nvSpPr>
            <p:cNvPr id="42" name="Text Box 4">
              <a:extLst>
                <a:ext uri="{FF2B5EF4-FFF2-40B4-BE49-F238E27FC236}">
                  <a16:creationId xmlns:a16="http://schemas.microsoft.com/office/drawing/2014/main" id="{C37662E3-0FF4-4C6E-9F09-C12BABCC35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81328" y="3985482"/>
              <a:ext cx="596671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None/>
              </a:pPr>
              <a:r>
                <a:rPr kumimoji="1" lang="zh-CN" altLang="en-US" sz="2400" b="1" dirty="0">
                  <a:latin typeface="+mn-ea"/>
                  <a:ea typeface="+mn-ea"/>
                </a:rPr>
                <a:t>   设         为      上任一小区间，      </a:t>
              </a:r>
              <a:endParaRPr kumimoji="1" lang="en-US" altLang="zh-CN" sz="2400" b="1" dirty="0">
                <a:latin typeface="+mn-ea"/>
                <a:ea typeface="+mn-ea"/>
              </a:endParaRPr>
            </a:p>
          </p:txBody>
        </p:sp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31DB8369-7633-4818-BB52-D096CB472D9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62296" y="4056107"/>
            <a:ext cx="11938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8607" name="Equation" r:id="rId28" imgW="1193760" imgH="330120" progId="Equation.DSMT4">
                    <p:embed/>
                  </p:oleObj>
                </mc:Choice>
                <mc:Fallback>
                  <p:oleObj name="Equation" r:id="rId28" imgW="1193760" imgH="330120" progId="Equation.DSMT4">
                    <p:embed/>
                    <p:pic>
                      <p:nvPicPr>
                        <p:cNvPr id="6" name="对象 5">
                          <a:extLst>
                            <a:ext uri="{FF2B5EF4-FFF2-40B4-BE49-F238E27FC236}">
                              <a16:creationId xmlns:a16="http://schemas.microsoft.com/office/drawing/2014/main" id="{31DB8369-7633-4818-BB52-D096CB472D9A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9"/>
                        <a:stretch>
                          <a:fillRect/>
                        </a:stretch>
                      </p:blipFill>
                      <p:spPr>
                        <a:xfrm>
                          <a:off x="3962296" y="4056107"/>
                          <a:ext cx="11938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351DBE62-EA7C-425C-B8C5-6F30F63A297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679768" y="4077028"/>
            <a:ext cx="7747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8608" name="Equation" r:id="rId30" imgW="774360" imgH="330120" progId="Equation.DSMT4">
                    <p:embed/>
                  </p:oleObj>
                </mc:Choice>
                <mc:Fallback>
                  <p:oleObj name="Equation" r:id="rId30" imgW="774360" imgH="330120" progId="Equation.DSMT4">
                    <p:embed/>
                    <p:pic>
                      <p:nvPicPr>
                        <p:cNvPr id="7" name="对象 6">
                          <a:extLst>
                            <a:ext uri="{FF2B5EF4-FFF2-40B4-BE49-F238E27FC236}">
                              <a16:creationId xmlns:a16="http://schemas.microsoft.com/office/drawing/2014/main" id="{351DBE62-EA7C-425C-B8C5-6F30F63A297A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1"/>
                        <a:stretch>
                          <a:fillRect/>
                        </a:stretch>
                      </p:blipFill>
                      <p:spPr>
                        <a:xfrm>
                          <a:off x="5679768" y="4077028"/>
                          <a:ext cx="7747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803141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build="p" autoUpdateAnimBg="0"/>
      <p:bldP spid="3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FEC81041-B43D-4839-919F-2582C8F38C21}"/>
              </a:ext>
            </a:extLst>
          </p:cNvPr>
          <p:cNvGrpSpPr/>
          <p:nvPr/>
        </p:nvGrpSpPr>
        <p:grpSpPr>
          <a:xfrm>
            <a:off x="6869710" y="957959"/>
            <a:ext cx="1935835" cy="2348351"/>
            <a:chOff x="6452831" y="2023599"/>
            <a:chExt cx="1935835" cy="2348351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0B6ED0EB-5C46-4637-9537-DE8B2B13C390}"/>
                </a:ext>
              </a:extLst>
            </p:cNvPr>
            <p:cNvSpPr/>
            <p:nvPr/>
          </p:nvSpPr>
          <p:spPr>
            <a:xfrm>
              <a:off x="7092285" y="2325681"/>
              <a:ext cx="432038" cy="1344369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" name="直接箭头连接符 3">
              <a:extLst>
                <a:ext uri="{FF2B5EF4-FFF2-40B4-BE49-F238E27FC236}">
                  <a16:creationId xmlns:a16="http://schemas.microsoft.com/office/drawing/2014/main" id="{5F99CE35-4D9A-4861-930C-5DDDE29D7A4F}"/>
                </a:ext>
              </a:extLst>
            </p:cNvPr>
            <p:cNvCxnSpPr>
              <a:cxnSpLocks/>
            </p:cNvCxnSpPr>
            <p:nvPr/>
          </p:nvCxnSpPr>
          <p:spPr>
            <a:xfrm>
              <a:off x="7308304" y="2325682"/>
              <a:ext cx="5479" cy="204626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直接箭头连接符 4">
              <a:extLst>
                <a:ext uri="{FF2B5EF4-FFF2-40B4-BE49-F238E27FC236}">
                  <a16:creationId xmlns:a16="http://schemas.microsoft.com/office/drawing/2014/main" id="{74C0610B-C80E-4700-B923-013020F4879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59377" y="2325682"/>
              <a:ext cx="1929289" cy="2738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7D7F553D-943F-4537-BD99-ABF55D86555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536796" y="3550946"/>
            <a:ext cx="5969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9483" name="Equation" r:id="rId3" imgW="596880" imgH="241200" progId="Equation.DSMT4">
                    <p:embed/>
                  </p:oleObj>
                </mc:Choice>
                <mc:Fallback>
                  <p:oleObj name="Equation" r:id="rId3" imgW="596880" imgH="241200" progId="Equation.DSMT4">
                    <p:embed/>
                    <p:pic>
                      <p:nvPicPr>
                        <p:cNvPr id="6" name="对象 5">
                          <a:extLst>
                            <a:ext uri="{FF2B5EF4-FFF2-40B4-BE49-F238E27FC236}">
                              <a16:creationId xmlns:a16="http://schemas.microsoft.com/office/drawing/2014/main" id="{7D7F553D-943F-4537-BD99-ABF55D865554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7536796" y="3550946"/>
                          <a:ext cx="596900" cy="241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80F66722-B477-4CC9-A06F-7436B1A5C142}"/>
                </a:ext>
              </a:extLst>
            </p:cNvPr>
            <p:cNvSpPr/>
            <p:nvPr/>
          </p:nvSpPr>
          <p:spPr>
            <a:xfrm>
              <a:off x="7285444" y="2975005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AE23A013-129B-4CBD-8BE2-90A39EA5CBB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104289" y="2023599"/>
            <a:ext cx="6096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9484" name="Equation" r:id="rId5" imgW="609480" imgH="241200" progId="Equation.DSMT4">
                    <p:embed/>
                  </p:oleObj>
                </mc:Choice>
                <mc:Fallback>
                  <p:oleObj name="Equation" r:id="rId5" imgW="609480" imgH="241200" progId="Equation.DSMT4">
                    <p:embed/>
                    <p:pic>
                      <p:nvPicPr>
                        <p:cNvPr id="8" name="对象 7">
                          <a:extLst>
                            <a:ext uri="{FF2B5EF4-FFF2-40B4-BE49-F238E27FC236}">
                              <a16:creationId xmlns:a16="http://schemas.microsoft.com/office/drawing/2014/main" id="{AE23A013-129B-4CBD-8BE2-90A39EA5CBB5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7104289" y="2023599"/>
                          <a:ext cx="609600" cy="241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C20403A5-7159-4E0D-84FA-04962E861A46}"/>
                </a:ext>
              </a:extLst>
            </p:cNvPr>
            <p:cNvGrpSpPr/>
            <p:nvPr/>
          </p:nvGrpSpPr>
          <p:grpSpPr>
            <a:xfrm rot="16200000">
              <a:off x="7262672" y="2583236"/>
              <a:ext cx="85735" cy="439724"/>
              <a:chOff x="2693381" y="2881222"/>
              <a:chExt cx="303104" cy="768890"/>
            </a:xfrm>
            <a:solidFill>
              <a:srgbClr val="FFC000">
                <a:alpha val="50000"/>
              </a:srgbClr>
            </a:solidFill>
          </p:grpSpPr>
          <p:sp>
            <p:nvSpPr>
              <p:cNvPr id="19" name="弧形 18">
                <a:extLst>
                  <a:ext uri="{FF2B5EF4-FFF2-40B4-BE49-F238E27FC236}">
                    <a16:creationId xmlns:a16="http://schemas.microsoft.com/office/drawing/2014/main" id="{0E20D9E4-8964-48AD-8905-E8F8B556835D}"/>
                  </a:ext>
                </a:extLst>
              </p:cNvPr>
              <p:cNvSpPr/>
              <p:nvPr/>
            </p:nvSpPr>
            <p:spPr>
              <a:xfrm>
                <a:off x="2695637" y="2881222"/>
                <a:ext cx="300848" cy="765934"/>
              </a:xfrm>
              <a:prstGeom prst="arc">
                <a:avLst>
                  <a:gd name="adj1" fmla="val 16199991"/>
                  <a:gd name="adj2" fmla="val 5459382"/>
                </a:avLst>
              </a:prstGeom>
              <a:grpFill/>
              <a:ln w="19050"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" name="弧形 19">
                <a:extLst>
                  <a:ext uri="{FF2B5EF4-FFF2-40B4-BE49-F238E27FC236}">
                    <a16:creationId xmlns:a16="http://schemas.microsoft.com/office/drawing/2014/main" id="{46FBC6F9-8391-4F45-939B-1547EB58C638}"/>
                  </a:ext>
                </a:extLst>
              </p:cNvPr>
              <p:cNvSpPr/>
              <p:nvPr/>
            </p:nvSpPr>
            <p:spPr>
              <a:xfrm rot="16200000">
                <a:off x="2459938" y="3115821"/>
                <a:ext cx="767735" cy="300847"/>
              </a:xfrm>
              <a:prstGeom prst="arc">
                <a:avLst>
                  <a:gd name="adj1" fmla="val 10831324"/>
                  <a:gd name="adj2" fmla="val 0"/>
                </a:avLst>
              </a:prstGeom>
              <a:grpFill/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F6131806-9945-4DA9-A368-2CABAD918B8C}"/>
                </a:ext>
              </a:extLst>
            </p:cNvPr>
            <p:cNvGrpSpPr/>
            <p:nvPr/>
          </p:nvGrpSpPr>
          <p:grpSpPr>
            <a:xfrm rot="16200000">
              <a:off x="7271761" y="2451495"/>
              <a:ext cx="85735" cy="439724"/>
              <a:chOff x="2693381" y="2881222"/>
              <a:chExt cx="303104" cy="768890"/>
            </a:xfrm>
            <a:solidFill>
              <a:srgbClr val="FFC000">
                <a:alpha val="50000"/>
              </a:srgbClr>
            </a:solidFill>
          </p:grpSpPr>
          <p:sp>
            <p:nvSpPr>
              <p:cNvPr id="17" name="弧形 16">
                <a:extLst>
                  <a:ext uri="{FF2B5EF4-FFF2-40B4-BE49-F238E27FC236}">
                    <a16:creationId xmlns:a16="http://schemas.microsoft.com/office/drawing/2014/main" id="{F19D46B6-820C-4410-84BF-CDF70F01B2B6}"/>
                  </a:ext>
                </a:extLst>
              </p:cNvPr>
              <p:cNvSpPr/>
              <p:nvPr/>
            </p:nvSpPr>
            <p:spPr>
              <a:xfrm>
                <a:off x="2695637" y="2881222"/>
                <a:ext cx="300848" cy="765934"/>
              </a:xfrm>
              <a:prstGeom prst="arc">
                <a:avLst>
                  <a:gd name="adj1" fmla="val 16199991"/>
                  <a:gd name="adj2" fmla="val 5459382"/>
                </a:avLst>
              </a:prstGeom>
              <a:grpFill/>
              <a:ln w="19050"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弧形 17">
                <a:extLst>
                  <a:ext uri="{FF2B5EF4-FFF2-40B4-BE49-F238E27FC236}">
                    <a16:creationId xmlns:a16="http://schemas.microsoft.com/office/drawing/2014/main" id="{066DF0DD-98B6-4B00-84F2-ADF546C80381}"/>
                  </a:ext>
                </a:extLst>
              </p:cNvPr>
              <p:cNvSpPr/>
              <p:nvPr/>
            </p:nvSpPr>
            <p:spPr>
              <a:xfrm rot="16200000">
                <a:off x="2459938" y="3115821"/>
                <a:ext cx="767735" cy="300847"/>
              </a:xfrm>
              <a:prstGeom prst="arc">
                <a:avLst>
                  <a:gd name="adj1" fmla="val 10831324"/>
                  <a:gd name="adj2" fmla="val 0"/>
                </a:avLst>
              </a:prstGeom>
              <a:grpFill/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A66598CE-EECE-4C29-9F52-78F2EBC1299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528916" y="2552463"/>
            <a:ext cx="1778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9485" name="Equation" r:id="rId7" imgW="177480" imgH="190440" progId="Equation.DSMT4">
                    <p:embed/>
                  </p:oleObj>
                </mc:Choice>
                <mc:Fallback>
                  <p:oleObj name="Equation" r:id="rId7" imgW="177480" imgH="190440" progId="Equation.DSMT4">
                    <p:embed/>
                    <p:pic>
                      <p:nvPicPr>
                        <p:cNvPr id="11" name="对象 10">
                          <a:extLst>
                            <a:ext uri="{FF2B5EF4-FFF2-40B4-BE49-F238E27FC236}">
                              <a16:creationId xmlns:a16="http://schemas.microsoft.com/office/drawing/2014/main" id="{A66598CE-EECE-4C29-9F52-78F2EBC12992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7528916" y="2552463"/>
                          <a:ext cx="177800" cy="190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28F2BBD6-8C41-4138-9D85-78018253C03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498470" y="2684468"/>
            <a:ext cx="647700" cy="254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9486" name="Equation" r:id="rId9" imgW="647640" imgH="253800" progId="Equation.DSMT4">
                    <p:embed/>
                  </p:oleObj>
                </mc:Choice>
                <mc:Fallback>
                  <p:oleObj name="Equation" r:id="rId9" imgW="647640" imgH="253800" progId="Equation.DSMT4">
                    <p:embed/>
                    <p:pic>
                      <p:nvPicPr>
                        <p:cNvPr id="12" name="对象 11">
                          <a:extLst>
                            <a:ext uri="{FF2B5EF4-FFF2-40B4-BE49-F238E27FC236}">
                              <a16:creationId xmlns:a16="http://schemas.microsoft.com/office/drawing/2014/main" id="{28F2BBD6-8C41-4138-9D85-78018253C03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7498470" y="2684468"/>
                          <a:ext cx="647700" cy="254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B0133846-687E-4280-876E-08AF4FDFA225}"/>
                </a:ext>
              </a:extLst>
            </p:cNvPr>
            <p:cNvSpPr/>
            <p:nvPr/>
          </p:nvSpPr>
          <p:spPr>
            <a:xfrm>
              <a:off x="7090597" y="2975223"/>
              <a:ext cx="432038" cy="681270"/>
            </a:xfrm>
            <a:prstGeom prst="rect">
              <a:avLst/>
            </a:prstGeom>
            <a:solidFill>
              <a:schemeClr val="tx2">
                <a:lumMod val="40000"/>
                <a:lumOff val="60000"/>
                <a:alpha val="44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F0DA684E-D942-4CAA-9439-F833AC668AE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452831" y="2835912"/>
            <a:ext cx="6096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9487" name="Equation" r:id="rId11" imgW="609480" imgH="241200" progId="Equation.DSMT4">
                    <p:embed/>
                  </p:oleObj>
                </mc:Choice>
                <mc:Fallback>
                  <p:oleObj name="Equation" r:id="rId11" imgW="609480" imgH="241200" progId="Equation.DSMT4">
                    <p:embed/>
                    <p:pic>
                      <p:nvPicPr>
                        <p:cNvPr id="14" name="对象 13">
                          <a:extLst>
                            <a:ext uri="{FF2B5EF4-FFF2-40B4-BE49-F238E27FC236}">
                              <a16:creationId xmlns:a16="http://schemas.microsoft.com/office/drawing/2014/main" id="{F0DA684E-D942-4CAA-9439-F833AC668AE5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6452831" y="2835912"/>
                          <a:ext cx="609600" cy="241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B51015FC-1222-4F7F-92D3-36E0EFE1629A}"/>
                </a:ext>
              </a:extLst>
            </p:cNvPr>
            <p:cNvCxnSpPr>
              <a:cxnSpLocks/>
              <a:endCxn id="18" idx="1"/>
            </p:cNvCxnSpPr>
            <p:nvPr/>
          </p:nvCxnSpPr>
          <p:spPr>
            <a:xfrm>
              <a:off x="7305539" y="2328116"/>
              <a:ext cx="9419" cy="343560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A715655B-9469-4546-B8A6-6D63C659138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360224" y="4181450"/>
            <a:ext cx="1778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9488" name="Equation" r:id="rId13" imgW="177480" imgH="190440" progId="Equation.DSMT4">
                    <p:embed/>
                  </p:oleObj>
                </mc:Choice>
                <mc:Fallback>
                  <p:oleObj name="Equation" r:id="rId13" imgW="177480" imgH="190440" progId="Equation.DSMT4">
                    <p:embed/>
                    <p:pic>
                      <p:nvPicPr>
                        <p:cNvPr id="16" name="对象 15">
                          <a:extLst>
                            <a:ext uri="{FF2B5EF4-FFF2-40B4-BE49-F238E27FC236}">
                              <a16:creationId xmlns:a16="http://schemas.microsoft.com/office/drawing/2014/main" id="{A715655B-9469-4546-B8A6-6D63C659138B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7360224" y="4181450"/>
                          <a:ext cx="177800" cy="190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36DA20AF-1320-436B-8736-8B530BC8EF5F}"/>
              </a:ext>
            </a:extLst>
          </p:cNvPr>
          <p:cNvGrpSpPr/>
          <p:nvPr/>
        </p:nvGrpSpPr>
        <p:grpSpPr>
          <a:xfrm>
            <a:off x="-100275" y="403133"/>
            <a:ext cx="4572546" cy="461665"/>
            <a:chOff x="-546" y="496294"/>
            <a:chExt cx="4572546" cy="461665"/>
          </a:xfrm>
        </p:grpSpPr>
        <p:sp>
          <p:nvSpPr>
            <p:cNvPr id="21" name="Text Box 4">
              <a:extLst>
                <a:ext uri="{FF2B5EF4-FFF2-40B4-BE49-F238E27FC236}">
                  <a16:creationId xmlns:a16="http://schemas.microsoft.com/office/drawing/2014/main" id="{A51EF176-AE62-4CC3-BE4F-00C2F66D8E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546" y="496294"/>
              <a:ext cx="457254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None/>
              </a:pPr>
              <a:r>
                <a:rPr kumimoji="1" lang="zh-CN" altLang="en-US" sz="2400" b="1" dirty="0">
                  <a:latin typeface="+mn-ea"/>
                  <a:ea typeface="+mn-ea"/>
                </a:rPr>
                <a:t>   当活塞从  移动到      时，</a:t>
              </a:r>
              <a:endParaRPr kumimoji="1" lang="en-US" altLang="zh-CN" sz="2400" b="1" dirty="0">
                <a:latin typeface="+mn-ea"/>
                <a:ea typeface="+mn-ea"/>
              </a:endParaRPr>
            </a:p>
          </p:txBody>
        </p:sp>
        <p:graphicFrame>
          <p:nvGraphicFramePr>
            <p:cNvPr id="22" name="对象 21">
              <a:extLst>
                <a:ext uri="{FF2B5EF4-FFF2-40B4-BE49-F238E27FC236}">
                  <a16:creationId xmlns:a16="http://schemas.microsoft.com/office/drawing/2014/main" id="{49FA90A4-D4BC-47C7-80C7-473983AB2C3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835696" y="625526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9489" name="Equation" r:id="rId14" imgW="190440" imgH="203040" progId="Equation.DSMT4">
                    <p:embed/>
                  </p:oleObj>
                </mc:Choice>
                <mc:Fallback>
                  <p:oleObj name="Equation" r:id="rId14" imgW="190440" imgH="203040" progId="Equation.DSMT4">
                    <p:embed/>
                    <p:pic>
                      <p:nvPicPr>
                        <p:cNvPr id="22" name="对象 21">
                          <a:extLst>
                            <a:ext uri="{FF2B5EF4-FFF2-40B4-BE49-F238E27FC236}">
                              <a16:creationId xmlns:a16="http://schemas.microsoft.com/office/drawing/2014/main" id="{49FA90A4-D4BC-47C7-80C7-473983AB2C3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1835696" y="625526"/>
                          <a:ext cx="1905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" name="对象 22">
              <a:extLst>
                <a:ext uri="{FF2B5EF4-FFF2-40B4-BE49-F238E27FC236}">
                  <a16:creationId xmlns:a16="http://schemas.microsoft.com/office/drawing/2014/main" id="{8EFA5043-47EC-4DF7-ABB6-C2DDB599F7F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100438" y="587426"/>
            <a:ext cx="7620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9490" name="Equation" r:id="rId16" imgW="761760" imgH="279360" progId="Equation.DSMT4">
                    <p:embed/>
                  </p:oleObj>
                </mc:Choice>
                <mc:Fallback>
                  <p:oleObj name="Equation" r:id="rId16" imgW="761760" imgH="279360" progId="Equation.DSMT4">
                    <p:embed/>
                    <p:pic>
                      <p:nvPicPr>
                        <p:cNvPr id="23" name="对象 22">
                          <a:extLst>
                            <a:ext uri="{FF2B5EF4-FFF2-40B4-BE49-F238E27FC236}">
                              <a16:creationId xmlns:a16="http://schemas.microsoft.com/office/drawing/2014/main" id="{8EFA5043-47EC-4DF7-ABB6-C2DDB599F7F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3100438" y="587426"/>
                          <a:ext cx="7620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B253C0FC-ED0E-4228-8205-E4CECE8307A1}"/>
              </a:ext>
            </a:extLst>
          </p:cNvPr>
          <p:cNvGrpSpPr/>
          <p:nvPr/>
        </p:nvGrpSpPr>
        <p:grpSpPr>
          <a:xfrm>
            <a:off x="3681915" y="419348"/>
            <a:ext cx="5478812" cy="461665"/>
            <a:chOff x="3681915" y="419348"/>
            <a:chExt cx="5478812" cy="461665"/>
          </a:xfrm>
        </p:grpSpPr>
        <p:sp>
          <p:nvSpPr>
            <p:cNvPr id="25" name="Text Box 4">
              <a:extLst>
                <a:ext uri="{FF2B5EF4-FFF2-40B4-BE49-F238E27FC236}">
                  <a16:creationId xmlns:a16="http://schemas.microsoft.com/office/drawing/2014/main" id="{4A4FCF82-031C-4571-9C78-94C744CA67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81915" y="419348"/>
              <a:ext cx="547881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None/>
              </a:pPr>
              <a:r>
                <a:rPr kumimoji="1" lang="zh-CN" altLang="en-US" sz="2400" b="1" dirty="0">
                  <a:latin typeface="+mn-ea"/>
                  <a:ea typeface="+mn-ea"/>
                </a:rPr>
                <a:t>   </a:t>
              </a:r>
              <a:r>
                <a:rPr kumimoji="1" lang="zh-CN" altLang="en-US" sz="2400" b="1" dirty="0">
                  <a:solidFill>
                    <a:srgbClr val="0064FF"/>
                  </a:solidFill>
                  <a:latin typeface="+mn-ea"/>
                  <a:ea typeface="+mn-ea"/>
                </a:rPr>
                <a:t>变力</a:t>
              </a:r>
              <a:r>
                <a:rPr kumimoji="1" lang="zh-CN" altLang="en-US" sz="2400" b="1" dirty="0">
                  <a:latin typeface="+mn-ea"/>
                  <a:ea typeface="+mn-ea"/>
                </a:rPr>
                <a:t>   所作功近似于</a:t>
              </a:r>
              <a:endParaRPr kumimoji="1" lang="en-US" altLang="zh-CN" sz="2400" b="1" dirty="0">
                <a:latin typeface="+mn-ea"/>
                <a:ea typeface="+mn-ea"/>
              </a:endParaRPr>
            </a:p>
          </p:txBody>
        </p:sp>
        <p:graphicFrame>
          <p:nvGraphicFramePr>
            <p:cNvPr id="26" name="对象 25">
              <a:extLst>
                <a:ext uri="{FF2B5EF4-FFF2-40B4-BE49-F238E27FC236}">
                  <a16:creationId xmlns:a16="http://schemas.microsoft.com/office/drawing/2014/main" id="{BFCABA50-4212-468C-BE9C-C762093A4CB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896426" y="537886"/>
            <a:ext cx="26670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9491" name="Equation" r:id="rId18" imgW="266400" imgH="266400" progId="Equation.DSMT4">
                    <p:embed/>
                  </p:oleObj>
                </mc:Choice>
                <mc:Fallback>
                  <p:oleObj name="Equation" r:id="rId18" imgW="266400" imgH="266400" progId="Equation.DSMT4">
                    <p:embed/>
                    <p:pic>
                      <p:nvPicPr>
                        <p:cNvPr id="26" name="对象 25">
                          <a:extLst>
                            <a:ext uri="{FF2B5EF4-FFF2-40B4-BE49-F238E27FC236}">
                              <a16:creationId xmlns:a16="http://schemas.microsoft.com/office/drawing/2014/main" id="{BFCABA50-4212-468C-BE9C-C762093A4CBB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4896426" y="537886"/>
                          <a:ext cx="266700" cy="266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7" name="对象 26">
            <a:extLst>
              <a:ext uri="{FF2B5EF4-FFF2-40B4-BE49-F238E27FC236}">
                <a16:creationId xmlns:a16="http://schemas.microsoft.com/office/drawing/2014/main" id="{EFE90F31-B8F4-4D7B-8811-0B1F628B79C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5684470"/>
              </p:ext>
            </p:extLst>
          </p:nvPr>
        </p:nvGraphicFramePr>
        <p:xfrm>
          <a:off x="2787650" y="941388"/>
          <a:ext cx="23749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492" name="Equation" r:id="rId20" imgW="2374560" imgH="736560" progId="Equation.DSMT4">
                  <p:embed/>
                </p:oleObj>
              </mc:Choice>
              <mc:Fallback>
                <p:oleObj name="Equation" r:id="rId20" imgW="2374560" imgH="736560" progId="Equation.DSMT4">
                  <p:embed/>
                  <p:pic>
                    <p:nvPicPr>
                      <p:cNvPr id="27" name="对象 26">
                        <a:extLst>
                          <a:ext uri="{FF2B5EF4-FFF2-40B4-BE49-F238E27FC236}">
                            <a16:creationId xmlns:a16="http://schemas.microsoft.com/office/drawing/2014/main" id="{EFE90F31-B8F4-4D7B-8811-0B1F628B79C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2787650" y="941388"/>
                        <a:ext cx="23749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Text Box 4">
            <a:extLst>
              <a:ext uri="{FF2B5EF4-FFF2-40B4-BE49-F238E27FC236}">
                <a16:creationId xmlns:a16="http://schemas.microsoft.com/office/drawing/2014/main" id="{CEB8D26D-4AE6-46BE-9A4E-BF72BD896D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632" y="1493419"/>
            <a:ext cx="264369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   即</a:t>
            </a:r>
            <a:r>
              <a:rPr kumimoji="1" lang="zh-CN" altLang="en-US" sz="2400" b="1" dirty="0">
                <a:solidFill>
                  <a:srgbClr val="3366FF"/>
                </a:solidFill>
                <a:latin typeface="+mn-ea"/>
                <a:ea typeface="+mn-ea"/>
              </a:rPr>
              <a:t>功元素</a:t>
            </a:r>
            <a:r>
              <a:rPr kumimoji="1" lang="zh-CN" altLang="en-US" sz="2400" b="1" dirty="0">
                <a:latin typeface="+mn-ea"/>
                <a:ea typeface="+mn-ea"/>
              </a:rPr>
              <a:t>为</a:t>
            </a:r>
            <a:endParaRPr kumimoji="1" lang="en-US" altLang="zh-CN" sz="2400" b="1" dirty="0">
              <a:latin typeface="+mn-ea"/>
              <a:ea typeface="+mn-ea"/>
            </a:endParaRPr>
          </a:p>
        </p:txBody>
      </p:sp>
      <p:graphicFrame>
        <p:nvGraphicFramePr>
          <p:cNvPr id="30" name="对象 29">
            <a:extLst>
              <a:ext uri="{FF2B5EF4-FFF2-40B4-BE49-F238E27FC236}">
                <a16:creationId xmlns:a16="http://schemas.microsoft.com/office/drawing/2014/main" id="{C2B5A1B7-6916-49A0-B25A-99FD140FD31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3229502"/>
              </p:ext>
            </p:extLst>
          </p:nvPr>
        </p:nvGraphicFramePr>
        <p:xfrm>
          <a:off x="2146300" y="2117725"/>
          <a:ext cx="31242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493" name="Equation" r:id="rId22" imgW="3124080" imgH="736560" progId="Equation.DSMT4">
                  <p:embed/>
                </p:oleObj>
              </mc:Choice>
              <mc:Fallback>
                <p:oleObj name="Equation" r:id="rId22" imgW="3124080" imgH="736560" progId="Equation.DSMT4">
                  <p:embed/>
                  <p:pic>
                    <p:nvPicPr>
                      <p:cNvPr id="30" name="对象 29">
                        <a:extLst>
                          <a:ext uri="{FF2B5EF4-FFF2-40B4-BE49-F238E27FC236}">
                            <a16:creationId xmlns:a16="http://schemas.microsoft.com/office/drawing/2014/main" id="{C2B5A1B7-6916-49A0-B25A-99FD140FD31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2146300" y="2117725"/>
                        <a:ext cx="31242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Text Box 4">
            <a:extLst>
              <a:ext uri="{FF2B5EF4-FFF2-40B4-BE49-F238E27FC236}">
                <a16:creationId xmlns:a16="http://schemas.microsoft.com/office/drawing/2014/main" id="{BBEC0828-2BF1-469F-B804-862926A86A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310" y="3015528"/>
            <a:ext cx="312931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   由已知条件得</a:t>
            </a:r>
            <a:endParaRPr kumimoji="1" lang="en-US" altLang="zh-CN" sz="2400" b="1" dirty="0">
              <a:latin typeface="+mn-ea"/>
              <a:ea typeface="+mn-ea"/>
            </a:endParaRPr>
          </a:p>
        </p:txBody>
      </p:sp>
      <p:graphicFrame>
        <p:nvGraphicFramePr>
          <p:cNvPr id="32" name="对象 31">
            <a:extLst>
              <a:ext uri="{FF2B5EF4-FFF2-40B4-BE49-F238E27FC236}">
                <a16:creationId xmlns:a16="http://schemas.microsoft.com/office/drawing/2014/main" id="{05043BEE-5174-44BA-82E5-94E30F826D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6272930"/>
              </p:ext>
            </p:extLst>
          </p:nvPr>
        </p:nvGraphicFramePr>
        <p:xfrm>
          <a:off x="1301750" y="3586163"/>
          <a:ext cx="47879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494" name="Equation" r:id="rId24" imgW="4787640" imgH="406080" progId="Equation.DSMT4">
                  <p:embed/>
                </p:oleObj>
              </mc:Choice>
              <mc:Fallback>
                <p:oleObj name="Equation" r:id="rId24" imgW="4787640" imgH="406080" progId="Equation.DSMT4">
                  <p:embed/>
                  <p:pic>
                    <p:nvPicPr>
                      <p:cNvPr id="32" name="对象 31">
                        <a:extLst>
                          <a:ext uri="{FF2B5EF4-FFF2-40B4-BE49-F238E27FC236}">
                            <a16:creationId xmlns:a16="http://schemas.microsoft.com/office/drawing/2014/main" id="{05043BEE-5174-44BA-82E5-94E30F826D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1301750" y="3586163"/>
                        <a:ext cx="47879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32">
            <a:extLst>
              <a:ext uri="{FF2B5EF4-FFF2-40B4-BE49-F238E27FC236}">
                <a16:creationId xmlns:a16="http://schemas.microsoft.com/office/drawing/2014/main" id="{8645E707-24A1-4882-B454-CB317B4ECB0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6264508"/>
              </p:ext>
            </p:extLst>
          </p:nvPr>
        </p:nvGraphicFramePr>
        <p:xfrm>
          <a:off x="2262471" y="4179938"/>
          <a:ext cx="22098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495" name="Equation" r:id="rId26" imgW="2209680" imgH="406080" progId="Equation.DSMT4">
                  <p:embed/>
                </p:oleObj>
              </mc:Choice>
              <mc:Fallback>
                <p:oleObj name="Equation" r:id="rId26" imgW="2209680" imgH="406080" progId="Equation.DSMT4">
                  <p:embed/>
                  <p:pic>
                    <p:nvPicPr>
                      <p:cNvPr id="33" name="对象 32">
                        <a:extLst>
                          <a:ext uri="{FF2B5EF4-FFF2-40B4-BE49-F238E27FC236}">
                            <a16:creationId xmlns:a16="http://schemas.microsoft.com/office/drawing/2014/main" id="{8645E707-24A1-4882-B454-CB317B4ECB0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2262471" y="4179938"/>
                        <a:ext cx="22098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07966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2C4C8809-54C2-4283-871E-76915B9B2D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8746608"/>
              </p:ext>
            </p:extLst>
          </p:nvPr>
        </p:nvGraphicFramePr>
        <p:xfrm>
          <a:off x="948385" y="796801"/>
          <a:ext cx="50165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282" name="Equation" r:id="rId3" imgW="5016240" imgH="825480" progId="Equation.DSMT4">
                  <p:embed/>
                </p:oleObj>
              </mc:Choice>
              <mc:Fallback>
                <p:oleObj name="Equation" r:id="rId3" imgW="5016240" imgH="82548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2C4C8809-54C2-4283-871E-76915B9B2D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48385" y="796801"/>
                        <a:ext cx="5016500" cy="825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Box 4">
            <a:extLst>
              <a:ext uri="{FF2B5EF4-FFF2-40B4-BE49-F238E27FC236}">
                <a16:creationId xmlns:a16="http://schemas.microsoft.com/office/drawing/2014/main" id="{736766D4-307E-4C74-ACC4-7031C185F6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339502"/>
            <a:ext cx="312931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   从而</a:t>
            </a:r>
            <a:r>
              <a:rPr kumimoji="1" lang="zh-CN" altLang="en-US" sz="2400" b="1" dirty="0">
                <a:solidFill>
                  <a:srgbClr val="3366FF"/>
                </a:solidFill>
                <a:latin typeface="+mn-ea"/>
                <a:ea typeface="+mn-ea"/>
              </a:rPr>
              <a:t>功元素</a:t>
            </a:r>
            <a:r>
              <a:rPr kumimoji="1" lang="zh-CN" altLang="en-US" sz="2400" b="1" dirty="0">
                <a:latin typeface="+mn-ea"/>
                <a:ea typeface="+mn-ea"/>
              </a:rPr>
              <a:t>为</a:t>
            </a:r>
            <a:endParaRPr kumimoji="1" lang="en-US" altLang="zh-CN" sz="2400" b="1" dirty="0">
              <a:latin typeface="+mn-ea"/>
              <a:ea typeface="+mn-ea"/>
            </a:endParaRP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88DB4343-3832-48EA-806A-D4A1A1E14B6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7175654"/>
              </p:ext>
            </p:extLst>
          </p:nvPr>
        </p:nvGraphicFramePr>
        <p:xfrm>
          <a:off x="5937679" y="796801"/>
          <a:ext cx="22860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283" name="Equation" r:id="rId5" imgW="2286000" imgH="774360" progId="Equation.DSMT4">
                  <p:embed/>
                </p:oleObj>
              </mc:Choice>
              <mc:Fallback>
                <p:oleObj name="Equation" r:id="rId5" imgW="2286000" imgH="77436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88DB4343-3832-48EA-806A-D4A1A1E14B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937679" y="796801"/>
                        <a:ext cx="22860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47D3790A-864C-4985-BFB5-BB36FC3AE07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1088329"/>
              </p:ext>
            </p:extLst>
          </p:nvPr>
        </p:nvGraphicFramePr>
        <p:xfrm>
          <a:off x="1780235" y="1925514"/>
          <a:ext cx="33528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284" name="Equation" r:id="rId7" imgW="3352680" imgH="774360" progId="Equation.DSMT4">
                  <p:embed/>
                </p:oleObj>
              </mc:Choice>
              <mc:Fallback>
                <p:oleObj name="Equation" r:id="rId7" imgW="3352680" imgH="77436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47D3790A-864C-4985-BFB5-BB36FC3AE0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780235" y="1925514"/>
                        <a:ext cx="33528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CB7C254C-9F40-488D-8623-47D0B4300D8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985051"/>
              </p:ext>
            </p:extLst>
          </p:nvPr>
        </p:nvGraphicFramePr>
        <p:xfrm>
          <a:off x="2067950" y="2912751"/>
          <a:ext cx="40259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285" name="Equation" r:id="rId9" imgW="4025880" imgH="419040" progId="Equation.DSMT4">
                  <p:embed/>
                </p:oleObj>
              </mc:Choice>
              <mc:Fallback>
                <p:oleObj name="Equation" r:id="rId9" imgW="4025880" imgH="41904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CB7C254C-9F40-488D-8623-47D0B4300D8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067950" y="2912751"/>
                        <a:ext cx="402590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6F3EE6DB-663B-42B7-87ED-E97EE3B4193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478229"/>
              </p:ext>
            </p:extLst>
          </p:nvPr>
        </p:nvGraphicFramePr>
        <p:xfrm>
          <a:off x="2067950" y="3711981"/>
          <a:ext cx="2641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286" name="Equation" r:id="rId11" imgW="2641320" imgH="406080" progId="Equation.DSMT4">
                  <p:embed/>
                </p:oleObj>
              </mc:Choice>
              <mc:Fallback>
                <p:oleObj name="Equation" r:id="rId11" imgW="2641320" imgH="40608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6F3EE6DB-663B-42B7-87ED-E97EE3B4193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067950" y="3711981"/>
                        <a:ext cx="26416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FE056F70-D2A9-4D2E-840E-13F7E50D609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7677781"/>
              </p:ext>
            </p:extLst>
          </p:nvPr>
        </p:nvGraphicFramePr>
        <p:xfrm>
          <a:off x="2067950" y="4340627"/>
          <a:ext cx="21971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287" name="Equation" r:id="rId13" imgW="2197080" imgH="406080" progId="Equation.DSMT4">
                  <p:embed/>
                </p:oleObj>
              </mc:Choice>
              <mc:Fallback>
                <p:oleObj name="Equation" r:id="rId13" imgW="2197080" imgH="40608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FE056F70-D2A9-4D2E-840E-13F7E50D60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067950" y="4340627"/>
                        <a:ext cx="21971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D0AFA2C7-1EBA-4324-9AD0-5C98F52644A7}"/>
              </a:ext>
            </a:extLst>
          </p:cNvPr>
          <p:cNvSpPr/>
          <p:nvPr/>
        </p:nvSpPr>
        <p:spPr>
          <a:xfrm>
            <a:off x="723608" y="2124893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400" b="1" dirty="0">
                <a:solidFill>
                  <a:srgbClr val="3366FF"/>
                </a:solidFill>
                <a:latin typeface="+mn-ea"/>
              </a:rPr>
              <a:t>功</a:t>
            </a:r>
            <a:endParaRPr lang="zh-CN" altLang="en-US" sz="2400" dirty="0"/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2996AB16-AAC1-43A2-933C-7A6466BFA3BC}"/>
              </a:ext>
            </a:extLst>
          </p:cNvPr>
          <p:cNvGrpSpPr/>
          <p:nvPr/>
        </p:nvGrpSpPr>
        <p:grpSpPr>
          <a:xfrm>
            <a:off x="6734475" y="1902275"/>
            <a:ext cx="1935835" cy="2348351"/>
            <a:chOff x="6452831" y="2023599"/>
            <a:chExt cx="1935835" cy="2348351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B9EDCEF4-DF2E-4911-AE9B-32295E902707}"/>
                </a:ext>
              </a:extLst>
            </p:cNvPr>
            <p:cNvSpPr/>
            <p:nvPr/>
          </p:nvSpPr>
          <p:spPr>
            <a:xfrm>
              <a:off x="7092285" y="2325681"/>
              <a:ext cx="432038" cy="1344369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2" name="直接箭头连接符 11">
              <a:extLst>
                <a:ext uri="{FF2B5EF4-FFF2-40B4-BE49-F238E27FC236}">
                  <a16:creationId xmlns:a16="http://schemas.microsoft.com/office/drawing/2014/main" id="{6B4F9294-3747-4AC6-BE60-48E51AECED84}"/>
                </a:ext>
              </a:extLst>
            </p:cNvPr>
            <p:cNvCxnSpPr>
              <a:cxnSpLocks/>
            </p:cNvCxnSpPr>
            <p:nvPr/>
          </p:nvCxnSpPr>
          <p:spPr>
            <a:xfrm>
              <a:off x="7308304" y="2325682"/>
              <a:ext cx="5479" cy="204626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箭头连接符 12">
              <a:extLst>
                <a:ext uri="{FF2B5EF4-FFF2-40B4-BE49-F238E27FC236}">
                  <a16:creationId xmlns:a16="http://schemas.microsoft.com/office/drawing/2014/main" id="{AD9D10B2-C039-4BA7-BDB4-B24FBDC4D2E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59377" y="2325682"/>
              <a:ext cx="1929289" cy="2738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060A197D-1EF3-4872-9059-3570BFDA453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536796" y="3550946"/>
            <a:ext cx="5969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0288" name="Equation" r:id="rId15" imgW="596880" imgH="241200" progId="Equation.DSMT4">
                    <p:embed/>
                  </p:oleObj>
                </mc:Choice>
                <mc:Fallback>
                  <p:oleObj name="Equation" r:id="rId15" imgW="596880" imgH="241200" progId="Equation.DSMT4">
                    <p:embed/>
                    <p:pic>
                      <p:nvPicPr>
                        <p:cNvPr id="6" name="对象 5">
                          <a:extLst>
                            <a:ext uri="{FF2B5EF4-FFF2-40B4-BE49-F238E27FC236}">
                              <a16:creationId xmlns:a16="http://schemas.microsoft.com/office/drawing/2014/main" id="{7D7F553D-943F-4537-BD99-ABF55D865554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7536796" y="3550946"/>
                          <a:ext cx="596900" cy="241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D934733D-F97A-4881-AC47-D5B0F1F7ABA1}"/>
                </a:ext>
              </a:extLst>
            </p:cNvPr>
            <p:cNvSpPr/>
            <p:nvPr/>
          </p:nvSpPr>
          <p:spPr>
            <a:xfrm>
              <a:off x="7285444" y="2975005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026E7659-BAC5-4E2B-8CC4-D26E9678725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104289" y="2023599"/>
            <a:ext cx="6096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0289" name="Equation" r:id="rId17" imgW="609480" imgH="241200" progId="Equation.DSMT4">
                    <p:embed/>
                  </p:oleObj>
                </mc:Choice>
                <mc:Fallback>
                  <p:oleObj name="Equation" r:id="rId17" imgW="609480" imgH="241200" progId="Equation.DSMT4">
                    <p:embed/>
                    <p:pic>
                      <p:nvPicPr>
                        <p:cNvPr id="8" name="对象 7">
                          <a:extLst>
                            <a:ext uri="{FF2B5EF4-FFF2-40B4-BE49-F238E27FC236}">
                              <a16:creationId xmlns:a16="http://schemas.microsoft.com/office/drawing/2014/main" id="{AE23A013-129B-4CBD-8BE2-90A39EA5CBB5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7104289" y="2023599"/>
                          <a:ext cx="609600" cy="241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E636704F-5C98-40F6-9CF5-619DCFEEA1A7}"/>
                </a:ext>
              </a:extLst>
            </p:cNvPr>
            <p:cNvGrpSpPr/>
            <p:nvPr/>
          </p:nvGrpSpPr>
          <p:grpSpPr>
            <a:xfrm rot="16200000">
              <a:off x="7262672" y="2583236"/>
              <a:ext cx="85735" cy="439724"/>
              <a:chOff x="2693381" y="2881222"/>
              <a:chExt cx="303104" cy="768890"/>
            </a:xfrm>
            <a:solidFill>
              <a:srgbClr val="FFC000">
                <a:alpha val="50000"/>
              </a:srgbClr>
            </a:solidFill>
          </p:grpSpPr>
          <p:sp>
            <p:nvSpPr>
              <p:cNvPr id="27" name="弧形 26">
                <a:extLst>
                  <a:ext uri="{FF2B5EF4-FFF2-40B4-BE49-F238E27FC236}">
                    <a16:creationId xmlns:a16="http://schemas.microsoft.com/office/drawing/2014/main" id="{48362D59-F520-40AA-AD91-268BF5B61314}"/>
                  </a:ext>
                </a:extLst>
              </p:cNvPr>
              <p:cNvSpPr/>
              <p:nvPr/>
            </p:nvSpPr>
            <p:spPr>
              <a:xfrm>
                <a:off x="2695637" y="2881222"/>
                <a:ext cx="300848" cy="765934"/>
              </a:xfrm>
              <a:prstGeom prst="arc">
                <a:avLst>
                  <a:gd name="adj1" fmla="val 16199991"/>
                  <a:gd name="adj2" fmla="val 5459382"/>
                </a:avLst>
              </a:prstGeom>
              <a:grpFill/>
              <a:ln w="19050"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" name="弧形 27">
                <a:extLst>
                  <a:ext uri="{FF2B5EF4-FFF2-40B4-BE49-F238E27FC236}">
                    <a16:creationId xmlns:a16="http://schemas.microsoft.com/office/drawing/2014/main" id="{8ACFB2E5-D510-443A-A5D6-E05835BC1401}"/>
                  </a:ext>
                </a:extLst>
              </p:cNvPr>
              <p:cNvSpPr/>
              <p:nvPr/>
            </p:nvSpPr>
            <p:spPr>
              <a:xfrm rot="16200000">
                <a:off x="2459938" y="3115821"/>
                <a:ext cx="767735" cy="300847"/>
              </a:xfrm>
              <a:prstGeom prst="arc">
                <a:avLst>
                  <a:gd name="adj1" fmla="val 10831324"/>
                  <a:gd name="adj2" fmla="val 0"/>
                </a:avLst>
              </a:prstGeom>
              <a:grpFill/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A9C6D375-9043-4E4E-B33D-3FBCC7EF7DEA}"/>
                </a:ext>
              </a:extLst>
            </p:cNvPr>
            <p:cNvGrpSpPr/>
            <p:nvPr/>
          </p:nvGrpSpPr>
          <p:grpSpPr>
            <a:xfrm rot="16200000">
              <a:off x="7271761" y="2451495"/>
              <a:ext cx="85735" cy="439724"/>
              <a:chOff x="2693381" y="2881222"/>
              <a:chExt cx="303104" cy="768890"/>
            </a:xfrm>
            <a:solidFill>
              <a:srgbClr val="FFC000">
                <a:alpha val="50000"/>
              </a:srgbClr>
            </a:solidFill>
          </p:grpSpPr>
          <p:sp>
            <p:nvSpPr>
              <p:cNvPr id="25" name="弧形 24">
                <a:extLst>
                  <a:ext uri="{FF2B5EF4-FFF2-40B4-BE49-F238E27FC236}">
                    <a16:creationId xmlns:a16="http://schemas.microsoft.com/office/drawing/2014/main" id="{8255ACC1-AB29-4B88-98EC-180AB60D6D0F}"/>
                  </a:ext>
                </a:extLst>
              </p:cNvPr>
              <p:cNvSpPr/>
              <p:nvPr/>
            </p:nvSpPr>
            <p:spPr>
              <a:xfrm>
                <a:off x="2695637" y="2881222"/>
                <a:ext cx="300848" cy="765934"/>
              </a:xfrm>
              <a:prstGeom prst="arc">
                <a:avLst>
                  <a:gd name="adj1" fmla="val 16199991"/>
                  <a:gd name="adj2" fmla="val 5459382"/>
                </a:avLst>
              </a:prstGeom>
              <a:grpFill/>
              <a:ln w="19050"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" name="弧形 25">
                <a:extLst>
                  <a:ext uri="{FF2B5EF4-FFF2-40B4-BE49-F238E27FC236}">
                    <a16:creationId xmlns:a16="http://schemas.microsoft.com/office/drawing/2014/main" id="{54A40C1D-E349-4D05-8726-5E41869DC98A}"/>
                  </a:ext>
                </a:extLst>
              </p:cNvPr>
              <p:cNvSpPr/>
              <p:nvPr/>
            </p:nvSpPr>
            <p:spPr>
              <a:xfrm rot="16200000">
                <a:off x="2459938" y="3115821"/>
                <a:ext cx="767735" cy="300847"/>
              </a:xfrm>
              <a:prstGeom prst="arc">
                <a:avLst>
                  <a:gd name="adj1" fmla="val 10831324"/>
                  <a:gd name="adj2" fmla="val 0"/>
                </a:avLst>
              </a:prstGeom>
              <a:grpFill/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aphicFrame>
          <p:nvGraphicFramePr>
            <p:cNvPr id="19" name="对象 18">
              <a:extLst>
                <a:ext uri="{FF2B5EF4-FFF2-40B4-BE49-F238E27FC236}">
                  <a16:creationId xmlns:a16="http://schemas.microsoft.com/office/drawing/2014/main" id="{97F322E5-37F6-4A47-85C9-954CCA9B812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528916" y="2552463"/>
            <a:ext cx="1778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0290" name="Equation" r:id="rId19" imgW="177480" imgH="190440" progId="Equation.DSMT4">
                    <p:embed/>
                  </p:oleObj>
                </mc:Choice>
                <mc:Fallback>
                  <p:oleObj name="Equation" r:id="rId19" imgW="177480" imgH="190440" progId="Equation.DSMT4">
                    <p:embed/>
                    <p:pic>
                      <p:nvPicPr>
                        <p:cNvPr id="11" name="对象 10">
                          <a:extLst>
                            <a:ext uri="{FF2B5EF4-FFF2-40B4-BE49-F238E27FC236}">
                              <a16:creationId xmlns:a16="http://schemas.microsoft.com/office/drawing/2014/main" id="{A66598CE-EECE-4C29-9F52-78F2EBC12992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7528916" y="2552463"/>
                          <a:ext cx="177800" cy="190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" name="对象 19">
              <a:extLst>
                <a:ext uri="{FF2B5EF4-FFF2-40B4-BE49-F238E27FC236}">
                  <a16:creationId xmlns:a16="http://schemas.microsoft.com/office/drawing/2014/main" id="{1AD007FB-FED8-4ADD-A8BB-907ABC11085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498470" y="2684468"/>
            <a:ext cx="647700" cy="254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0291" name="Equation" r:id="rId21" imgW="647640" imgH="253800" progId="Equation.DSMT4">
                    <p:embed/>
                  </p:oleObj>
                </mc:Choice>
                <mc:Fallback>
                  <p:oleObj name="Equation" r:id="rId21" imgW="647640" imgH="253800" progId="Equation.DSMT4">
                    <p:embed/>
                    <p:pic>
                      <p:nvPicPr>
                        <p:cNvPr id="12" name="对象 11">
                          <a:extLst>
                            <a:ext uri="{FF2B5EF4-FFF2-40B4-BE49-F238E27FC236}">
                              <a16:creationId xmlns:a16="http://schemas.microsoft.com/office/drawing/2014/main" id="{28F2BBD6-8C41-4138-9D85-78018253C03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7498470" y="2684468"/>
                          <a:ext cx="647700" cy="254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D35A22C5-0006-4268-B208-AAD899F48A53}"/>
                </a:ext>
              </a:extLst>
            </p:cNvPr>
            <p:cNvSpPr/>
            <p:nvPr/>
          </p:nvSpPr>
          <p:spPr>
            <a:xfrm>
              <a:off x="7090597" y="2975223"/>
              <a:ext cx="432038" cy="681270"/>
            </a:xfrm>
            <a:prstGeom prst="rect">
              <a:avLst/>
            </a:prstGeom>
            <a:solidFill>
              <a:schemeClr val="tx2">
                <a:lumMod val="40000"/>
                <a:lumOff val="60000"/>
                <a:alpha val="44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22" name="对象 21">
              <a:extLst>
                <a:ext uri="{FF2B5EF4-FFF2-40B4-BE49-F238E27FC236}">
                  <a16:creationId xmlns:a16="http://schemas.microsoft.com/office/drawing/2014/main" id="{34561CB1-0033-4F1F-8F3C-FB57AC330F0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452831" y="2835912"/>
            <a:ext cx="6096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0292" name="Equation" r:id="rId23" imgW="609480" imgH="241200" progId="Equation.DSMT4">
                    <p:embed/>
                  </p:oleObj>
                </mc:Choice>
                <mc:Fallback>
                  <p:oleObj name="Equation" r:id="rId23" imgW="609480" imgH="241200" progId="Equation.DSMT4">
                    <p:embed/>
                    <p:pic>
                      <p:nvPicPr>
                        <p:cNvPr id="14" name="对象 13">
                          <a:extLst>
                            <a:ext uri="{FF2B5EF4-FFF2-40B4-BE49-F238E27FC236}">
                              <a16:creationId xmlns:a16="http://schemas.microsoft.com/office/drawing/2014/main" id="{F0DA684E-D942-4CAA-9439-F833AC668AE5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6452831" y="2835912"/>
                          <a:ext cx="609600" cy="241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5AB48AA5-73EA-49BA-AEA3-0FF7D80D4E30}"/>
                </a:ext>
              </a:extLst>
            </p:cNvPr>
            <p:cNvCxnSpPr>
              <a:cxnSpLocks/>
              <a:endCxn id="26" idx="1"/>
            </p:cNvCxnSpPr>
            <p:nvPr/>
          </p:nvCxnSpPr>
          <p:spPr>
            <a:xfrm>
              <a:off x="7305539" y="2328116"/>
              <a:ext cx="9419" cy="343560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24" name="对象 23">
              <a:extLst>
                <a:ext uri="{FF2B5EF4-FFF2-40B4-BE49-F238E27FC236}">
                  <a16:creationId xmlns:a16="http://schemas.microsoft.com/office/drawing/2014/main" id="{37135E4F-9E71-4E94-B12C-4719E0DE09F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360224" y="4181450"/>
            <a:ext cx="1778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0293" name="Equation" r:id="rId25" imgW="177480" imgH="190440" progId="Equation.DSMT4">
                    <p:embed/>
                  </p:oleObj>
                </mc:Choice>
                <mc:Fallback>
                  <p:oleObj name="Equation" r:id="rId25" imgW="177480" imgH="190440" progId="Equation.DSMT4">
                    <p:embed/>
                    <p:pic>
                      <p:nvPicPr>
                        <p:cNvPr id="16" name="对象 15">
                          <a:extLst>
                            <a:ext uri="{FF2B5EF4-FFF2-40B4-BE49-F238E27FC236}">
                              <a16:creationId xmlns:a16="http://schemas.microsoft.com/office/drawing/2014/main" id="{A715655B-9469-4546-B8A6-6D63C659138B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7360224" y="4181450"/>
                          <a:ext cx="177800" cy="190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781756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922E5DFF-613E-48A3-9803-794E4FC50304}"/>
              </a:ext>
            </a:extLst>
          </p:cNvPr>
          <p:cNvSpPr/>
          <p:nvPr/>
        </p:nvSpPr>
        <p:spPr>
          <a:xfrm>
            <a:off x="6691497" y="1021460"/>
            <a:ext cx="1778867" cy="1576014"/>
          </a:xfrm>
          <a:custGeom>
            <a:avLst/>
            <a:gdLst>
              <a:gd name="connsiteX0" fmla="*/ 0 w 1778867"/>
              <a:gd name="connsiteY0" fmla="*/ 218458 h 1576014"/>
              <a:gd name="connsiteX1" fmla="*/ 53054 w 1778867"/>
              <a:gd name="connsiteY1" fmla="*/ 146679 h 1576014"/>
              <a:gd name="connsiteX2" fmla="*/ 90504 w 1778867"/>
              <a:gd name="connsiteY2" fmla="*/ 127954 h 1576014"/>
              <a:gd name="connsiteX3" fmla="*/ 156041 w 1778867"/>
              <a:gd name="connsiteY3" fmla="*/ 96746 h 1576014"/>
              <a:gd name="connsiteX4" fmla="*/ 190370 w 1778867"/>
              <a:gd name="connsiteY4" fmla="*/ 84263 h 1576014"/>
              <a:gd name="connsiteX5" fmla="*/ 240304 w 1778867"/>
              <a:gd name="connsiteY5" fmla="*/ 71779 h 1576014"/>
              <a:gd name="connsiteX6" fmla="*/ 290237 w 1778867"/>
              <a:gd name="connsiteY6" fmla="*/ 59296 h 1576014"/>
              <a:gd name="connsiteX7" fmla="*/ 327687 w 1778867"/>
              <a:gd name="connsiteY7" fmla="*/ 46813 h 1576014"/>
              <a:gd name="connsiteX8" fmla="*/ 390103 w 1778867"/>
              <a:gd name="connsiteY8" fmla="*/ 37450 h 1576014"/>
              <a:gd name="connsiteX9" fmla="*/ 461882 w 1778867"/>
              <a:gd name="connsiteY9" fmla="*/ 24967 h 1576014"/>
              <a:gd name="connsiteX10" fmla="*/ 536781 w 1778867"/>
              <a:gd name="connsiteY10" fmla="*/ 15605 h 1576014"/>
              <a:gd name="connsiteX11" fmla="*/ 617923 w 1778867"/>
              <a:gd name="connsiteY11" fmla="*/ 9363 h 1576014"/>
              <a:gd name="connsiteX12" fmla="*/ 724031 w 1778867"/>
              <a:gd name="connsiteY12" fmla="*/ 3121 h 1576014"/>
              <a:gd name="connsiteX13" fmla="*/ 870709 w 1778867"/>
              <a:gd name="connsiteY13" fmla="*/ 0 h 1576014"/>
              <a:gd name="connsiteX14" fmla="*/ 1008025 w 1778867"/>
              <a:gd name="connsiteY14" fmla="*/ 3121 h 1576014"/>
              <a:gd name="connsiteX15" fmla="*/ 1120375 w 1778867"/>
              <a:gd name="connsiteY15" fmla="*/ 3121 h 1576014"/>
              <a:gd name="connsiteX16" fmla="*/ 1251449 w 1778867"/>
              <a:gd name="connsiteY16" fmla="*/ 18725 h 1576014"/>
              <a:gd name="connsiteX17" fmla="*/ 1363798 w 1778867"/>
              <a:gd name="connsiteY17" fmla="*/ 34329 h 1576014"/>
              <a:gd name="connsiteX18" fmla="*/ 1479269 w 1778867"/>
              <a:gd name="connsiteY18" fmla="*/ 56175 h 1576014"/>
              <a:gd name="connsiteX19" fmla="*/ 1582256 w 1778867"/>
              <a:gd name="connsiteY19" fmla="*/ 78021 h 1576014"/>
              <a:gd name="connsiteX20" fmla="*/ 1685243 w 1778867"/>
              <a:gd name="connsiteY20" fmla="*/ 121712 h 1576014"/>
              <a:gd name="connsiteX21" fmla="*/ 1741418 w 1778867"/>
              <a:gd name="connsiteY21" fmla="*/ 156041 h 1576014"/>
              <a:gd name="connsiteX22" fmla="*/ 1775747 w 1778867"/>
              <a:gd name="connsiteY22" fmla="*/ 190370 h 1576014"/>
              <a:gd name="connsiteX23" fmla="*/ 1778867 w 1778867"/>
              <a:gd name="connsiteY23" fmla="*/ 209095 h 1576014"/>
              <a:gd name="connsiteX24" fmla="*/ 1772626 w 1778867"/>
              <a:gd name="connsiteY24" fmla="*/ 237183 h 1576014"/>
              <a:gd name="connsiteX25" fmla="*/ 1763263 w 1778867"/>
              <a:gd name="connsiteY25" fmla="*/ 259028 h 1576014"/>
              <a:gd name="connsiteX26" fmla="*/ 1732055 w 1778867"/>
              <a:gd name="connsiteY26" fmla="*/ 290237 h 1576014"/>
              <a:gd name="connsiteX27" fmla="*/ 886313 w 1778867"/>
              <a:gd name="connsiteY27" fmla="*/ 1576014 h 1576014"/>
              <a:gd name="connsiteX28" fmla="*/ 0 w 1778867"/>
              <a:gd name="connsiteY28" fmla="*/ 218458 h 1576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8867" h="1576014">
                <a:moveTo>
                  <a:pt x="0" y="218458"/>
                </a:moveTo>
                <a:lnTo>
                  <a:pt x="53054" y="146679"/>
                </a:lnTo>
                <a:lnTo>
                  <a:pt x="90504" y="127954"/>
                </a:lnTo>
                <a:lnTo>
                  <a:pt x="156041" y="96746"/>
                </a:lnTo>
                <a:lnTo>
                  <a:pt x="190370" y="84263"/>
                </a:lnTo>
                <a:lnTo>
                  <a:pt x="240304" y="71779"/>
                </a:lnTo>
                <a:lnTo>
                  <a:pt x="290237" y="59296"/>
                </a:lnTo>
                <a:lnTo>
                  <a:pt x="327687" y="46813"/>
                </a:lnTo>
                <a:lnTo>
                  <a:pt x="390103" y="37450"/>
                </a:lnTo>
                <a:lnTo>
                  <a:pt x="461882" y="24967"/>
                </a:lnTo>
                <a:lnTo>
                  <a:pt x="536781" y="15605"/>
                </a:lnTo>
                <a:lnTo>
                  <a:pt x="617923" y="9363"/>
                </a:lnTo>
                <a:lnTo>
                  <a:pt x="724031" y="3121"/>
                </a:lnTo>
                <a:lnTo>
                  <a:pt x="870709" y="0"/>
                </a:lnTo>
                <a:lnTo>
                  <a:pt x="1008025" y="3121"/>
                </a:lnTo>
                <a:lnTo>
                  <a:pt x="1120375" y="3121"/>
                </a:lnTo>
                <a:lnTo>
                  <a:pt x="1251449" y="18725"/>
                </a:lnTo>
                <a:lnTo>
                  <a:pt x="1363798" y="34329"/>
                </a:lnTo>
                <a:lnTo>
                  <a:pt x="1479269" y="56175"/>
                </a:lnTo>
                <a:lnTo>
                  <a:pt x="1582256" y="78021"/>
                </a:lnTo>
                <a:lnTo>
                  <a:pt x="1685243" y="121712"/>
                </a:lnTo>
                <a:lnTo>
                  <a:pt x="1741418" y="156041"/>
                </a:lnTo>
                <a:lnTo>
                  <a:pt x="1775747" y="190370"/>
                </a:lnTo>
                <a:lnTo>
                  <a:pt x="1778867" y="209095"/>
                </a:lnTo>
                <a:lnTo>
                  <a:pt x="1772626" y="237183"/>
                </a:lnTo>
                <a:lnTo>
                  <a:pt x="1763263" y="259028"/>
                </a:lnTo>
                <a:lnTo>
                  <a:pt x="1732055" y="290237"/>
                </a:lnTo>
                <a:lnTo>
                  <a:pt x="886313" y="1576014"/>
                </a:lnTo>
                <a:lnTo>
                  <a:pt x="0" y="218458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72" name="Rectangle 2">
            <a:extLst>
              <a:ext uri="{FF2B5EF4-FFF2-40B4-BE49-F238E27FC236}">
                <a16:creationId xmlns:a16="http://schemas.microsoft.com/office/drawing/2014/main" id="{4D87908D-29F6-4CC9-A5C1-014111B63FE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782770" y="232885"/>
            <a:ext cx="681038" cy="457200"/>
          </a:xfrm>
        </p:spPr>
        <p:txBody>
          <a:bodyPr/>
          <a:lstStyle/>
          <a:p>
            <a:pPr algn="l" eaLnBrk="1" hangingPunct="1"/>
            <a:r>
              <a:rPr lang="zh-CN" altLang="en-US" sz="2400" b="1" dirty="0">
                <a:solidFill>
                  <a:srgbClr val="3366FF"/>
                </a:solidFill>
                <a:latin typeface="+mn-ea"/>
                <a:ea typeface="+mn-ea"/>
              </a:rPr>
              <a:t>例</a:t>
            </a:r>
            <a:r>
              <a:rPr lang="en-US" altLang="zh-CN" sz="2400" b="1" dirty="0">
                <a:solidFill>
                  <a:srgbClr val="3366FF"/>
                </a:solidFill>
                <a:latin typeface="+mn-ea"/>
                <a:ea typeface="+mn-ea"/>
              </a:rPr>
              <a:t>3</a:t>
            </a:r>
          </a:p>
        </p:txBody>
      </p:sp>
      <p:sp>
        <p:nvSpPr>
          <p:cNvPr id="67587" name="Text Box 3">
            <a:extLst>
              <a:ext uri="{FF2B5EF4-FFF2-40B4-BE49-F238E27FC236}">
                <a16:creationId xmlns:a16="http://schemas.microsoft.com/office/drawing/2014/main" id="{CF0C54B1-A6DA-445A-85A3-9503A7EF59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264" y="637985"/>
            <a:ext cx="496854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水池中的水全部吸出需作多少功 </a:t>
            </a:r>
            <a:r>
              <a:rPr kumimoji="1" lang="en-US" altLang="zh-CN" sz="2400" b="1" dirty="0">
                <a:latin typeface="+mn-ea"/>
                <a:ea typeface="+mn-ea"/>
              </a:rPr>
              <a:t>?  </a:t>
            </a:r>
          </a:p>
        </p:txBody>
      </p:sp>
      <p:sp>
        <p:nvSpPr>
          <p:cNvPr id="67588" name="Text Box 4">
            <a:extLst>
              <a:ext uri="{FF2B5EF4-FFF2-40B4-BE49-F238E27FC236}">
                <a16:creationId xmlns:a16="http://schemas.microsoft.com/office/drawing/2014/main" id="{8BD3AC87-BD43-4B02-A17F-2164432102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5660" y="1095185"/>
            <a:ext cx="323850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None/>
            </a:pPr>
            <a:r>
              <a:rPr kumimoji="1" lang="zh-CN" altLang="en-US" sz="2400" b="1" dirty="0">
                <a:solidFill>
                  <a:srgbClr val="3366FF"/>
                </a:solidFill>
                <a:latin typeface="+mn-ea"/>
                <a:ea typeface="+mn-ea"/>
              </a:rPr>
              <a:t>解  </a:t>
            </a:r>
            <a:r>
              <a:rPr kumimoji="1" lang="zh-CN" altLang="en-US" sz="2400" b="1" dirty="0">
                <a:latin typeface="+mn-ea"/>
                <a:ea typeface="+mn-ea"/>
              </a:rPr>
              <a:t>如图建立坐标系</a:t>
            </a:r>
            <a:r>
              <a:rPr kumimoji="1" lang="en-US" altLang="zh-CN" sz="2400" b="1" dirty="0">
                <a:latin typeface="+mn-ea"/>
                <a:ea typeface="+mn-ea"/>
              </a:rPr>
              <a:t>.</a:t>
            </a:r>
          </a:p>
        </p:txBody>
      </p:sp>
      <p:sp>
        <p:nvSpPr>
          <p:cNvPr id="67609" name="Text Box 25">
            <a:extLst>
              <a:ext uri="{FF2B5EF4-FFF2-40B4-BE49-F238E27FC236}">
                <a16:creationId xmlns:a16="http://schemas.microsoft.com/office/drawing/2014/main" id="{41E5EAC7-68A8-49BB-B5D1-097CAB1C11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662" y="2093095"/>
            <a:ext cx="45014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对应的</a:t>
            </a:r>
            <a:r>
              <a:rPr kumimoji="1"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小薄层</a:t>
            </a:r>
            <a:r>
              <a:rPr kumimoji="1" lang="en-US" altLang="zh-CN" sz="2400" b="1" dirty="0">
                <a:solidFill>
                  <a:srgbClr val="FF0000"/>
                </a:solidFill>
                <a:latin typeface="+mn-ea"/>
                <a:ea typeface="+mn-ea"/>
              </a:rPr>
              <a:t>(</a:t>
            </a:r>
            <a:r>
              <a:rPr kumimoji="1"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扁圆柱体</a:t>
            </a:r>
            <a:r>
              <a:rPr kumimoji="1" lang="en-US" altLang="zh-CN" sz="2400" b="1" dirty="0">
                <a:solidFill>
                  <a:srgbClr val="FF0000"/>
                </a:solidFill>
                <a:latin typeface="+mn-ea"/>
                <a:ea typeface="+mn-ea"/>
              </a:rPr>
              <a:t>)</a:t>
            </a:r>
            <a:r>
              <a:rPr kumimoji="1" lang="zh-CN" altLang="en-US" sz="2400" b="1" dirty="0">
                <a:latin typeface="+mn-ea"/>
                <a:ea typeface="+mn-ea"/>
              </a:rPr>
              <a:t>的重力</a:t>
            </a:r>
          </a:p>
        </p:txBody>
      </p:sp>
      <p:graphicFrame>
        <p:nvGraphicFramePr>
          <p:cNvPr id="67610" name="Object 26">
            <a:extLst>
              <a:ext uri="{FF2B5EF4-FFF2-40B4-BE49-F238E27FC236}">
                <a16:creationId xmlns:a16="http://schemas.microsoft.com/office/drawing/2014/main" id="{47C63C96-2E35-41BB-A26A-FFBE376C68B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4707842"/>
              </p:ext>
            </p:extLst>
          </p:nvPr>
        </p:nvGraphicFramePr>
        <p:xfrm>
          <a:off x="1442715" y="2499488"/>
          <a:ext cx="2740025" cy="75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711" name="Equation" r:id="rId4" imgW="2743200" imgH="736560" progId="Equation.DSMT4">
                  <p:embed/>
                </p:oleObj>
              </mc:Choice>
              <mc:Fallback>
                <p:oleObj name="Equation" r:id="rId4" imgW="2743200" imgH="736560" progId="Equation.DSMT4">
                  <p:embed/>
                  <p:pic>
                    <p:nvPicPr>
                      <p:cNvPr id="67610" name="Object 26">
                        <a:extLst>
                          <a:ext uri="{FF2B5EF4-FFF2-40B4-BE49-F238E27FC236}">
                            <a16:creationId xmlns:a16="http://schemas.microsoft.com/office/drawing/2014/main" id="{47C63C96-2E35-41BB-A26A-FFBE376C68B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2715" y="2499488"/>
                        <a:ext cx="2740025" cy="758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612" name="Text Box 28">
            <a:extLst>
              <a:ext uri="{FF2B5EF4-FFF2-40B4-BE49-F238E27FC236}">
                <a16:creationId xmlns:a16="http://schemas.microsoft.com/office/drawing/2014/main" id="{62741994-7EAF-496B-AF6B-5F73722E9B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991" y="3187549"/>
            <a:ext cx="45014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薄层水吸出所作的功为</a:t>
            </a:r>
          </a:p>
        </p:txBody>
      </p:sp>
      <p:sp>
        <p:nvSpPr>
          <p:cNvPr id="7205" name="Text Box 43">
            <a:extLst>
              <a:ext uri="{FF2B5EF4-FFF2-40B4-BE49-F238E27FC236}">
                <a16:creationId xmlns:a16="http://schemas.microsoft.com/office/drawing/2014/main" id="{7F07C978-D867-4302-AABA-B1DB9C8646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5656" y="195486"/>
            <a:ext cx="746229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  <a:cs typeface="Times New Roman" panose="02020603050405020304" pitchFamily="18" charset="0"/>
              </a:rPr>
              <a:t>一蓄满水的锥形水池，深为</a:t>
            </a:r>
            <a:r>
              <a:rPr kumimoji="1" lang="en-US" altLang="zh-CN" sz="2400" b="1" dirty="0">
                <a:latin typeface="+mn-ea"/>
                <a:ea typeface="+mn-ea"/>
                <a:cs typeface="Times New Roman" panose="02020603050405020304" pitchFamily="18" charset="0"/>
              </a:rPr>
              <a:t>15</a:t>
            </a:r>
            <a:r>
              <a:rPr kumimoji="1" lang="zh-CN" altLang="en-US" sz="2400" b="1" dirty="0">
                <a:latin typeface="+mn-ea"/>
                <a:ea typeface="+mn-ea"/>
                <a:cs typeface="Times New Roman" panose="02020603050405020304" pitchFamily="18" charset="0"/>
              </a:rPr>
              <a:t>米</a:t>
            </a:r>
            <a:r>
              <a:rPr kumimoji="1" lang="en-US" altLang="zh-CN" sz="2400" b="1" dirty="0">
                <a:latin typeface="+mn-ea"/>
                <a:ea typeface="+mn-ea"/>
                <a:cs typeface="Times New Roman" panose="02020603050405020304" pitchFamily="18" charset="0"/>
              </a:rPr>
              <a:t>,</a:t>
            </a:r>
            <a:r>
              <a:rPr kumimoji="1" lang="zh-CN" altLang="en-US" sz="2400" b="1" dirty="0">
                <a:latin typeface="+mn-ea"/>
                <a:ea typeface="+mn-ea"/>
                <a:cs typeface="Times New Roman" panose="02020603050405020304" pitchFamily="18" charset="0"/>
              </a:rPr>
              <a:t>口径</a:t>
            </a:r>
            <a:r>
              <a:rPr kumimoji="1" lang="en-US" altLang="zh-CN" sz="2400" b="1" dirty="0">
                <a:latin typeface="+mn-ea"/>
                <a:ea typeface="+mn-ea"/>
                <a:cs typeface="Times New Roman" panose="02020603050405020304" pitchFamily="18" charset="0"/>
              </a:rPr>
              <a:t>20</a:t>
            </a:r>
            <a:r>
              <a:rPr kumimoji="1" lang="zh-CN" altLang="en-US" sz="2400" b="1" dirty="0">
                <a:latin typeface="+mn-ea"/>
                <a:ea typeface="+mn-ea"/>
                <a:cs typeface="Times New Roman" panose="02020603050405020304" pitchFamily="18" charset="0"/>
              </a:rPr>
              <a:t>米</a:t>
            </a:r>
            <a:r>
              <a:rPr kumimoji="1" lang="en-US" altLang="zh-CN" sz="2400" b="1" dirty="0">
                <a:latin typeface="+mn-ea"/>
                <a:ea typeface="+mn-ea"/>
                <a:cs typeface="Times New Roman" panose="02020603050405020304" pitchFamily="18" charset="0"/>
              </a:rPr>
              <a:t>,</a:t>
            </a:r>
            <a:r>
              <a:rPr kumimoji="1" lang="zh-CN" altLang="en-US" sz="2400" b="1" dirty="0">
                <a:latin typeface="+mn-ea"/>
                <a:ea typeface="+mn-ea"/>
                <a:cs typeface="Times New Roman" panose="02020603050405020304" pitchFamily="18" charset="0"/>
              </a:rPr>
              <a:t>试问要把</a:t>
            </a:r>
            <a:r>
              <a:rPr kumimoji="1" lang="en-US" altLang="zh-CN" sz="2400" b="1" dirty="0">
                <a:latin typeface="+mn-ea"/>
                <a:ea typeface="+mn-ea"/>
                <a:cs typeface="Times New Roman" panose="02020603050405020304" pitchFamily="18" charset="0"/>
              </a:rPr>
              <a:t> </a:t>
            </a: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47EA4922-2501-4698-9591-B74E603D1112}"/>
              </a:ext>
            </a:extLst>
          </p:cNvPr>
          <p:cNvGrpSpPr/>
          <p:nvPr/>
        </p:nvGrpSpPr>
        <p:grpSpPr>
          <a:xfrm>
            <a:off x="859410" y="1571640"/>
            <a:ext cx="4371443" cy="461665"/>
            <a:chOff x="1148048" y="3596389"/>
            <a:chExt cx="5828591" cy="615553"/>
          </a:xfrm>
        </p:grpSpPr>
        <p:sp>
          <p:nvSpPr>
            <p:cNvPr id="41" name="Text Box 32">
              <a:extLst>
                <a:ext uri="{FF2B5EF4-FFF2-40B4-BE49-F238E27FC236}">
                  <a16:creationId xmlns:a16="http://schemas.microsoft.com/office/drawing/2014/main" id="{6719A483-A244-4D53-A2F7-63468BAE3A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48048" y="3596389"/>
              <a:ext cx="505015" cy="6155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latin typeface="宋体" panose="02010600030101010101" pitchFamily="2" charset="-122"/>
                </a:rPr>
                <a:t>在</a:t>
              </a:r>
              <a:endParaRPr kumimoji="1" lang="en-US" altLang="zh-CN" sz="2400" b="1" dirty="0">
                <a:latin typeface="宋体" panose="02010600030101010101" pitchFamily="2" charset="-122"/>
              </a:endParaRPr>
            </a:p>
          </p:txBody>
        </p:sp>
        <p:graphicFrame>
          <p:nvGraphicFramePr>
            <p:cNvPr id="42" name="Object 8">
              <a:extLst>
                <a:ext uri="{FF2B5EF4-FFF2-40B4-BE49-F238E27FC236}">
                  <a16:creationId xmlns:a16="http://schemas.microsoft.com/office/drawing/2014/main" id="{233945A1-5B5D-4577-BEB1-5CBEA1220329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1620449" y="3730404"/>
            <a:ext cx="1032933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1712" name="MathType 6.0 Equation" r:id="rId6" imgW="774360" imgH="342720" progId="Equation.DSMT4">
                    <p:embed/>
                  </p:oleObj>
                </mc:Choice>
                <mc:Fallback>
                  <p:oleObj name="MathType 6.0 Equation" r:id="rId6" imgW="774360" imgH="342720" progId="Equation.DSMT4">
                    <p:embed/>
                    <p:pic>
                      <p:nvPicPr>
                        <p:cNvPr id="42" name="Object 8">
                          <a:extLst>
                            <a:ext uri="{FF2B5EF4-FFF2-40B4-BE49-F238E27FC236}">
                              <a16:creationId xmlns:a16="http://schemas.microsoft.com/office/drawing/2014/main" id="{233945A1-5B5D-4577-BEB1-5CBEA122032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20449" y="3730404"/>
                          <a:ext cx="1032933" cy="4572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" name="Text Box 32">
              <a:extLst>
                <a:ext uri="{FF2B5EF4-FFF2-40B4-BE49-F238E27FC236}">
                  <a16:creationId xmlns:a16="http://schemas.microsoft.com/office/drawing/2014/main" id="{894202E9-3650-46E1-901B-96B4AC781E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81528" y="3596389"/>
              <a:ext cx="3475190" cy="6155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latin typeface="宋体" panose="02010600030101010101" pitchFamily="2" charset="-122"/>
                </a:rPr>
                <a:t> 上任取小区间</a:t>
              </a:r>
              <a:endParaRPr kumimoji="1" lang="en-US" altLang="zh-CN" sz="2400" b="1" dirty="0">
                <a:latin typeface="宋体" panose="02010600030101010101" pitchFamily="2" charset="-122"/>
              </a:endParaRPr>
            </a:p>
          </p:txBody>
        </p:sp>
        <p:graphicFrame>
          <p:nvGraphicFramePr>
            <p:cNvPr id="44" name="对象 43">
              <a:extLst>
                <a:ext uri="{FF2B5EF4-FFF2-40B4-BE49-F238E27FC236}">
                  <a16:creationId xmlns:a16="http://schemas.microsoft.com/office/drawing/2014/main" id="{E587925D-EAC7-4DC5-9F71-EEABC39265B1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5260023" y="3706564"/>
            <a:ext cx="1716616" cy="442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1713" name="Equation" r:id="rId8" imgW="1282680" imgH="330120" progId="Equation.DSMT4">
                    <p:embed/>
                  </p:oleObj>
                </mc:Choice>
                <mc:Fallback>
                  <p:oleObj name="Equation" r:id="rId8" imgW="1282680" imgH="330120" progId="Equation.DSMT4">
                    <p:embed/>
                    <p:pic>
                      <p:nvPicPr>
                        <p:cNvPr id="44" name="对象 43">
                          <a:extLst>
                            <a:ext uri="{FF2B5EF4-FFF2-40B4-BE49-F238E27FC236}">
                              <a16:creationId xmlns:a16="http://schemas.microsoft.com/office/drawing/2014/main" id="{E587925D-EAC7-4DC5-9F71-EEABC39265B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60023" y="3706564"/>
                          <a:ext cx="1716616" cy="44238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6196D9D0-193E-427F-9809-589D31F847FE}"/>
              </a:ext>
            </a:extLst>
          </p:cNvPr>
          <p:cNvGrpSpPr/>
          <p:nvPr/>
        </p:nvGrpSpPr>
        <p:grpSpPr>
          <a:xfrm>
            <a:off x="6561441" y="759774"/>
            <a:ext cx="2172661" cy="2117539"/>
            <a:chOff x="4179778" y="2407065"/>
            <a:chExt cx="2172661" cy="2117539"/>
          </a:xfrm>
        </p:grpSpPr>
        <p:cxnSp>
          <p:nvCxnSpPr>
            <p:cNvPr id="46" name="直接箭头连接符 45">
              <a:extLst>
                <a:ext uri="{FF2B5EF4-FFF2-40B4-BE49-F238E27FC236}">
                  <a16:creationId xmlns:a16="http://schemas.microsoft.com/office/drawing/2014/main" id="{7C3AE927-65A8-4EC0-AAF7-DA65F52ADD6A}"/>
                </a:ext>
              </a:extLst>
            </p:cNvPr>
            <p:cNvCxnSpPr>
              <a:cxnSpLocks/>
            </p:cNvCxnSpPr>
            <p:nvPr/>
          </p:nvCxnSpPr>
          <p:spPr>
            <a:xfrm>
              <a:off x="5187648" y="2407065"/>
              <a:ext cx="0" cy="202248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箭头连接符 46">
              <a:extLst>
                <a:ext uri="{FF2B5EF4-FFF2-40B4-BE49-F238E27FC236}">
                  <a16:creationId xmlns:a16="http://schemas.microsoft.com/office/drawing/2014/main" id="{430991F9-8147-4C53-8394-9B794711C36F}"/>
                </a:ext>
              </a:extLst>
            </p:cNvPr>
            <p:cNvCxnSpPr>
              <a:cxnSpLocks/>
            </p:cNvCxnSpPr>
            <p:nvPr/>
          </p:nvCxnSpPr>
          <p:spPr>
            <a:xfrm>
              <a:off x="4179778" y="2881077"/>
              <a:ext cx="20882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48" name="Object 7">
              <a:extLst>
                <a:ext uri="{FF2B5EF4-FFF2-40B4-BE49-F238E27FC236}">
                  <a16:creationId xmlns:a16="http://schemas.microsoft.com/office/drawing/2014/main" id="{83D58747-41C0-4B2C-8BEF-63506868E4C4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6161939" y="2924404"/>
            <a:ext cx="1905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1714" name="Equation" r:id="rId10" imgW="190440" imgH="241200" progId="Equation.DSMT4">
                    <p:embed/>
                  </p:oleObj>
                </mc:Choice>
                <mc:Fallback>
                  <p:oleObj name="Equation" r:id="rId10" imgW="190440" imgH="241200" progId="Equation.DSMT4">
                    <p:embed/>
                    <p:pic>
                      <p:nvPicPr>
                        <p:cNvPr id="48" name="Object 7">
                          <a:extLst>
                            <a:ext uri="{FF2B5EF4-FFF2-40B4-BE49-F238E27FC236}">
                              <a16:creationId xmlns:a16="http://schemas.microsoft.com/office/drawing/2014/main" id="{83D58747-41C0-4B2C-8BEF-63506868E4C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61939" y="2924404"/>
                          <a:ext cx="190500" cy="241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9" name="Object 7">
              <a:extLst>
                <a:ext uri="{FF2B5EF4-FFF2-40B4-BE49-F238E27FC236}">
                  <a16:creationId xmlns:a16="http://schemas.microsoft.com/office/drawing/2014/main" id="{2F7CDC3B-32EF-4A40-9FB6-80990DE2B12C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5249127" y="4334104"/>
            <a:ext cx="1778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1715" name="Equation" r:id="rId12" imgW="177480" imgH="190440" progId="Equation.DSMT4">
                    <p:embed/>
                  </p:oleObj>
                </mc:Choice>
                <mc:Fallback>
                  <p:oleObj name="Equation" r:id="rId12" imgW="177480" imgH="190440" progId="Equation.DSMT4">
                    <p:embed/>
                    <p:pic>
                      <p:nvPicPr>
                        <p:cNvPr id="49" name="Object 7">
                          <a:extLst>
                            <a:ext uri="{FF2B5EF4-FFF2-40B4-BE49-F238E27FC236}">
                              <a16:creationId xmlns:a16="http://schemas.microsoft.com/office/drawing/2014/main" id="{2F7CDC3B-32EF-4A40-9FB6-80990DE2B12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49127" y="4334104"/>
                          <a:ext cx="177800" cy="1905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0" name="Object 7">
              <a:extLst>
                <a:ext uri="{FF2B5EF4-FFF2-40B4-BE49-F238E27FC236}">
                  <a16:creationId xmlns:a16="http://schemas.microsoft.com/office/drawing/2014/main" id="{EDAAA9DC-B98D-4F7E-AB1C-2048E094F882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5005790" y="2672209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1716" name="MathType 6.0 Equation" r:id="rId14" imgW="190440" imgH="203040" progId="Equation.DSMT4">
                    <p:embed/>
                  </p:oleObj>
                </mc:Choice>
                <mc:Fallback>
                  <p:oleObj name="MathType 6.0 Equation" r:id="rId14" imgW="190440" imgH="203040" progId="Equation.DSMT4">
                    <p:embed/>
                    <p:pic>
                      <p:nvPicPr>
                        <p:cNvPr id="50" name="Object 7">
                          <a:extLst>
                            <a:ext uri="{FF2B5EF4-FFF2-40B4-BE49-F238E27FC236}">
                              <a16:creationId xmlns:a16="http://schemas.microsoft.com/office/drawing/2014/main" id="{EDAAA9DC-B98D-4F7E-AB1C-2048E094F88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05790" y="2672209"/>
                          <a:ext cx="190500" cy="203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72855B9B-F9D3-44A3-9332-01E31F27E37D}"/>
              </a:ext>
            </a:extLst>
          </p:cNvPr>
          <p:cNvGrpSpPr/>
          <p:nvPr/>
        </p:nvGrpSpPr>
        <p:grpSpPr>
          <a:xfrm rot="16200000">
            <a:off x="7463088" y="1106385"/>
            <a:ext cx="206514" cy="1156184"/>
            <a:chOff x="2693381" y="2881222"/>
            <a:chExt cx="303104" cy="768890"/>
          </a:xfrm>
          <a:solidFill>
            <a:srgbClr val="FFC000">
              <a:alpha val="50000"/>
            </a:srgbClr>
          </a:solidFill>
        </p:grpSpPr>
        <p:sp>
          <p:nvSpPr>
            <p:cNvPr id="38" name="弧形 37">
              <a:extLst>
                <a:ext uri="{FF2B5EF4-FFF2-40B4-BE49-F238E27FC236}">
                  <a16:creationId xmlns:a16="http://schemas.microsoft.com/office/drawing/2014/main" id="{ADB19B05-A9C4-40B5-84DF-681E7C1F452F}"/>
                </a:ext>
              </a:extLst>
            </p:cNvPr>
            <p:cNvSpPr/>
            <p:nvPr/>
          </p:nvSpPr>
          <p:spPr>
            <a:xfrm>
              <a:off x="2695637" y="2881222"/>
              <a:ext cx="300848" cy="765934"/>
            </a:xfrm>
            <a:prstGeom prst="arc">
              <a:avLst>
                <a:gd name="adj1" fmla="val 16199991"/>
                <a:gd name="adj2" fmla="val 5459382"/>
              </a:avLst>
            </a:prstGeom>
            <a:grpFill/>
            <a:ln w="1905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弧形 38">
              <a:extLst>
                <a:ext uri="{FF2B5EF4-FFF2-40B4-BE49-F238E27FC236}">
                  <a16:creationId xmlns:a16="http://schemas.microsoft.com/office/drawing/2014/main" id="{A56A763C-E860-458C-B9C5-13349CF33BDA}"/>
                </a:ext>
              </a:extLst>
            </p:cNvPr>
            <p:cNvSpPr/>
            <p:nvPr/>
          </p:nvSpPr>
          <p:spPr>
            <a:xfrm rot="16200000">
              <a:off x="2459938" y="3115821"/>
              <a:ext cx="767735" cy="300847"/>
            </a:xfrm>
            <a:prstGeom prst="arc">
              <a:avLst>
                <a:gd name="adj1" fmla="val 10746617"/>
                <a:gd name="adj2" fmla="val 0"/>
              </a:avLst>
            </a:prstGeom>
            <a:grpFill/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2E83C056-9D6D-4AE1-BC9C-838B51A94D4B}"/>
              </a:ext>
            </a:extLst>
          </p:cNvPr>
          <p:cNvGrpSpPr/>
          <p:nvPr/>
        </p:nvGrpSpPr>
        <p:grpSpPr>
          <a:xfrm>
            <a:off x="6668300" y="1030651"/>
            <a:ext cx="1802022" cy="1566823"/>
            <a:chOff x="6554072" y="1628218"/>
            <a:chExt cx="1802022" cy="1566823"/>
          </a:xfrm>
        </p:grpSpPr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19A5268D-6A3E-4970-9A29-0AF0CCA9848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61678" y="1831810"/>
              <a:ext cx="894416" cy="136323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E35AE47F-BA9A-4F7E-83F2-B22A1AE95D89}"/>
                </a:ext>
              </a:extLst>
            </p:cNvPr>
            <p:cNvSpPr/>
            <p:nvPr/>
          </p:nvSpPr>
          <p:spPr>
            <a:xfrm>
              <a:off x="6571436" y="1628218"/>
              <a:ext cx="1764000" cy="44430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8A44ADDF-E92B-4340-A3A5-3C39852AF0B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54072" y="1830940"/>
              <a:ext cx="894416" cy="136323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BA965E69-C2A0-4650-BBCC-9AA10517AEF3}"/>
              </a:ext>
            </a:extLst>
          </p:cNvPr>
          <p:cNvGrpSpPr/>
          <p:nvPr/>
        </p:nvGrpSpPr>
        <p:grpSpPr>
          <a:xfrm>
            <a:off x="7340277" y="1591438"/>
            <a:ext cx="804158" cy="190500"/>
            <a:chOff x="5958085" y="4097691"/>
            <a:chExt cx="804158" cy="190500"/>
          </a:xfrm>
        </p:grpSpPr>
        <p:graphicFrame>
          <p:nvGraphicFramePr>
            <p:cNvPr id="54" name="Object 7">
              <a:extLst>
                <a:ext uri="{FF2B5EF4-FFF2-40B4-BE49-F238E27FC236}">
                  <a16:creationId xmlns:a16="http://schemas.microsoft.com/office/drawing/2014/main" id="{B615BABD-71A2-487B-8CE1-4417329D4F18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5958085" y="4097691"/>
            <a:ext cx="1778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1717" name="Equation" r:id="rId16" imgW="177480" imgH="190440" progId="Equation.DSMT4">
                    <p:embed/>
                  </p:oleObj>
                </mc:Choice>
                <mc:Fallback>
                  <p:oleObj name="Equation" r:id="rId16" imgW="177480" imgH="190440" progId="Equation.DSMT4">
                    <p:embed/>
                    <p:pic>
                      <p:nvPicPr>
                        <p:cNvPr id="54" name="Object 7">
                          <a:extLst>
                            <a:ext uri="{FF2B5EF4-FFF2-40B4-BE49-F238E27FC236}">
                              <a16:creationId xmlns:a16="http://schemas.microsoft.com/office/drawing/2014/main" id="{B615BABD-71A2-487B-8CE1-4417329D4F1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58085" y="4097691"/>
                          <a:ext cx="177800" cy="1905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4BE64E43-21BD-4360-B260-A864C1601EB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0391" y="4192390"/>
              <a:ext cx="581852" cy="6574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5869D665-6228-471C-B210-E96EA15A83F3}"/>
              </a:ext>
            </a:extLst>
          </p:cNvPr>
          <p:cNvGrpSpPr/>
          <p:nvPr/>
        </p:nvGrpSpPr>
        <p:grpSpPr>
          <a:xfrm>
            <a:off x="7254555" y="1877309"/>
            <a:ext cx="776430" cy="314204"/>
            <a:chOff x="6897873" y="5109730"/>
            <a:chExt cx="758995" cy="314204"/>
          </a:xfrm>
        </p:grpSpPr>
        <p:graphicFrame>
          <p:nvGraphicFramePr>
            <p:cNvPr id="57" name="Object 7">
              <a:extLst>
                <a:ext uri="{FF2B5EF4-FFF2-40B4-BE49-F238E27FC236}">
                  <a16:creationId xmlns:a16="http://schemas.microsoft.com/office/drawing/2014/main" id="{D39A85CE-AF68-42E2-93E8-2EE5DF49B853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6897873" y="5169934"/>
            <a:ext cx="647123" cy="254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1718" name="Equation" r:id="rId18" imgW="647640" imgH="253800" progId="Equation.DSMT4">
                    <p:embed/>
                  </p:oleObj>
                </mc:Choice>
                <mc:Fallback>
                  <p:oleObj name="Equation" r:id="rId18" imgW="647640" imgH="253800" progId="Equation.DSMT4">
                    <p:embed/>
                    <p:pic>
                      <p:nvPicPr>
                        <p:cNvPr id="57" name="Object 7">
                          <a:extLst>
                            <a:ext uri="{FF2B5EF4-FFF2-40B4-BE49-F238E27FC236}">
                              <a16:creationId xmlns:a16="http://schemas.microsoft.com/office/drawing/2014/main" id="{D39A85CE-AF68-42E2-93E8-2EE5DF49B85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97873" y="5169934"/>
                          <a:ext cx="647123" cy="254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8A50F63A-C86C-4656-BE0D-D84842322CB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88335" y="5109730"/>
              <a:ext cx="468533" cy="8924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41E844F7-64CA-4EF3-B141-278A35AA01F4}"/>
              </a:ext>
            </a:extLst>
          </p:cNvPr>
          <p:cNvGrpSpPr/>
          <p:nvPr/>
        </p:nvGrpSpPr>
        <p:grpSpPr>
          <a:xfrm rot="16200000">
            <a:off x="7468190" y="1419549"/>
            <a:ext cx="213646" cy="911950"/>
            <a:chOff x="2693382" y="2881222"/>
            <a:chExt cx="303103" cy="768890"/>
          </a:xfrm>
          <a:solidFill>
            <a:srgbClr val="FFC000">
              <a:alpha val="50000"/>
            </a:srgbClr>
          </a:solidFill>
        </p:grpSpPr>
        <p:sp>
          <p:nvSpPr>
            <p:cNvPr id="60" name="弧形 59">
              <a:extLst>
                <a:ext uri="{FF2B5EF4-FFF2-40B4-BE49-F238E27FC236}">
                  <a16:creationId xmlns:a16="http://schemas.microsoft.com/office/drawing/2014/main" id="{86A64832-9DD5-42AB-8A3D-ABC74DCDC1B5}"/>
                </a:ext>
              </a:extLst>
            </p:cNvPr>
            <p:cNvSpPr/>
            <p:nvPr/>
          </p:nvSpPr>
          <p:spPr>
            <a:xfrm>
              <a:off x="2695637" y="2881222"/>
              <a:ext cx="300848" cy="765934"/>
            </a:xfrm>
            <a:prstGeom prst="arc">
              <a:avLst>
                <a:gd name="adj1" fmla="val 16199991"/>
                <a:gd name="adj2" fmla="val 5459382"/>
              </a:avLst>
            </a:prstGeom>
            <a:grpFill/>
            <a:ln w="1905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弧形 60">
              <a:extLst>
                <a:ext uri="{FF2B5EF4-FFF2-40B4-BE49-F238E27FC236}">
                  <a16:creationId xmlns:a16="http://schemas.microsoft.com/office/drawing/2014/main" id="{516842BE-D870-4016-BCB8-86BA9E5899AA}"/>
                </a:ext>
              </a:extLst>
            </p:cNvPr>
            <p:cNvSpPr/>
            <p:nvPr/>
          </p:nvSpPr>
          <p:spPr>
            <a:xfrm rot="16200000">
              <a:off x="2459938" y="3115821"/>
              <a:ext cx="767735" cy="300847"/>
            </a:xfrm>
            <a:prstGeom prst="arc">
              <a:avLst>
                <a:gd name="adj1" fmla="val 10791739"/>
                <a:gd name="adj2" fmla="val 0"/>
              </a:avLst>
            </a:prstGeom>
            <a:grpFill/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aphicFrame>
        <p:nvGraphicFramePr>
          <p:cNvPr id="62" name="Object 26">
            <a:extLst>
              <a:ext uri="{FF2B5EF4-FFF2-40B4-BE49-F238E27FC236}">
                <a16:creationId xmlns:a16="http://schemas.microsoft.com/office/drawing/2014/main" id="{815CAFBB-8152-4531-8C20-D587379F653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2857282"/>
              </p:ext>
            </p:extLst>
          </p:nvPr>
        </p:nvGraphicFramePr>
        <p:xfrm>
          <a:off x="7229152" y="2493138"/>
          <a:ext cx="266700" cy="249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719" name="Equation" r:id="rId20" imgW="266400" imgH="241200" progId="Equation.DSMT4">
                  <p:embed/>
                </p:oleObj>
              </mc:Choice>
              <mc:Fallback>
                <p:oleObj name="Equation" r:id="rId20" imgW="266400" imgH="241200" progId="Equation.DSMT4">
                  <p:embed/>
                  <p:pic>
                    <p:nvPicPr>
                      <p:cNvPr id="62" name="Object 26">
                        <a:extLst>
                          <a:ext uri="{FF2B5EF4-FFF2-40B4-BE49-F238E27FC236}">
                            <a16:creationId xmlns:a16="http://schemas.microsoft.com/office/drawing/2014/main" id="{815CAFBB-8152-4531-8C20-D587379F653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29152" y="2493138"/>
                        <a:ext cx="266700" cy="2492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" name="Object 26">
            <a:extLst>
              <a:ext uri="{FF2B5EF4-FFF2-40B4-BE49-F238E27FC236}">
                <a16:creationId xmlns:a16="http://schemas.microsoft.com/office/drawing/2014/main" id="{A92AD023-FB0F-4B3D-88E2-D5CD4EE061F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2588159"/>
              </p:ext>
            </p:extLst>
          </p:nvPr>
        </p:nvGraphicFramePr>
        <p:xfrm>
          <a:off x="8288015" y="958025"/>
          <a:ext cx="266700" cy="249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720" name="Equation" r:id="rId22" imgW="266400" imgH="241200" progId="Equation.DSMT4">
                  <p:embed/>
                </p:oleObj>
              </mc:Choice>
              <mc:Fallback>
                <p:oleObj name="Equation" r:id="rId22" imgW="266400" imgH="241200" progId="Equation.DSMT4">
                  <p:embed/>
                  <p:pic>
                    <p:nvPicPr>
                      <p:cNvPr id="63" name="Object 26">
                        <a:extLst>
                          <a:ext uri="{FF2B5EF4-FFF2-40B4-BE49-F238E27FC236}">
                            <a16:creationId xmlns:a16="http://schemas.microsoft.com/office/drawing/2014/main" id="{A92AD023-FB0F-4B3D-88E2-D5CD4EE061F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88015" y="958025"/>
                        <a:ext cx="266700" cy="24923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">
            <a:extLst>
              <a:ext uri="{FF2B5EF4-FFF2-40B4-BE49-F238E27FC236}">
                <a16:creationId xmlns:a16="http://schemas.microsoft.com/office/drawing/2014/main" id="{45E539A3-B67C-4032-831B-07BEF6A007CA}"/>
              </a:ext>
            </a:extLst>
          </p:cNvPr>
          <p:cNvGrpSpPr/>
          <p:nvPr/>
        </p:nvGrpSpPr>
        <p:grpSpPr>
          <a:xfrm>
            <a:off x="5613437" y="2782911"/>
            <a:ext cx="1777015" cy="1803515"/>
            <a:chOff x="5648685" y="2961536"/>
            <a:chExt cx="1777015" cy="1803515"/>
          </a:xfrm>
        </p:grpSpPr>
        <p:sp>
          <p:nvSpPr>
            <p:cNvPr id="18" name="等腰三角形 17">
              <a:extLst>
                <a:ext uri="{FF2B5EF4-FFF2-40B4-BE49-F238E27FC236}">
                  <a16:creationId xmlns:a16="http://schemas.microsoft.com/office/drawing/2014/main" id="{4616ADE8-F02A-41CD-998B-AC6EEDB229E3}"/>
                </a:ext>
              </a:extLst>
            </p:cNvPr>
            <p:cNvSpPr/>
            <p:nvPr/>
          </p:nvSpPr>
          <p:spPr>
            <a:xfrm flipV="1">
              <a:off x="5648685" y="3180462"/>
              <a:ext cx="1777015" cy="1332229"/>
            </a:xfrm>
            <a:prstGeom prst="triangle">
              <a:avLst>
                <a:gd name="adj" fmla="val 49336"/>
              </a:avLst>
            </a:prstGeom>
            <a:solidFill>
              <a:schemeClr val="tx2">
                <a:lumMod val="40000"/>
                <a:lumOff val="60000"/>
                <a:alpha val="32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0" name="直接箭头连接符 19">
              <a:extLst>
                <a:ext uri="{FF2B5EF4-FFF2-40B4-BE49-F238E27FC236}">
                  <a16:creationId xmlns:a16="http://schemas.microsoft.com/office/drawing/2014/main" id="{D9F51722-39EA-4A27-AA96-6A686015727A}"/>
                </a:ext>
              </a:extLst>
            </p:cNvPr>
            <p:cNvCxnSpPr>
              <a:cxnSpLocks/>
            </p:cNvCxnSpPr>
            <p:nvPr/>
          </p:nvCxnSpPr>
          <p:spPr>
            <a:xfrm>
              <a:off x="6526015" y="2961536"/>
              <a:ext cx="0" cy="180351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7" name="组合 76">
            <a:extLst>
              <a:ext uri="{FF2B5EF4-FFF2-40B4-BE49-F238E27FC236}">
                <a16:creationId xmlns:a16="http://schemas.microsoft.com/office/drawing/2014/main" id="{CAE2B242-CA67-4D7C-B32C-35A9DE277F5B}"/>
              </a:ext>
            </a:extLst>
          </p:cNvPr>
          <p:cNvGrpSpPr/>
          <p:nvPr/>
        </p:nvGrpSpPr>
        <p:grpSpPr>
          <a:xfrm>
            <a:off x="6286177" y="3369438"/>
            <a:ext cx="803395" cy="190500"/>
            <a:chOff x="5958848" y="4097145"/>
            <a:chExt cx="803395" cy="190500"/>
          </a:xfrm>
        </p:grpSpPr>
        <p:graphicFrame>
          <p:nvGraphicFramePr>
            <p:cNvPr id="78" name="Object 7">
              <a:extLst>
                <a:ext uri="{FF2B5EF4-FFF2-40B4-BE49-F238E27FC236}">
                  <a16:creationId xmlns:a16="http://schemas.microsoft.com/office/drawing/2014/main" id="{D8E5610C-24F1-4A9C-8DB6-984A944148A5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5958848" y="4097145"/>
            <a:ext cx="1778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1721" name="Equation" r:id="rId24" imgW="177480" imgH="190440" progId="Equation.DSMT4">
                    <p:embed/>
                  </p:oleObj>
                </mc:Choice>
                <mc:Fallback>
                  <p:oleObj name="Equation" r:id="rId24" imgW="177480" imgH="190440" progId="Equation.DSMT4">
                    <p:embed/>
                    <p:pic>
                      <p:nvPicPr>
                        <p:cNvPr id="78" name="Object 7">
                          <a:extLst>
                            <a:ext uri="{FF2B5EF4-FFF2-40B4-BE49-F238E27FC236}">
                              <a16:creationId xmlns:a16="http://schemas.microsoft.com/office/drawing/2014/main" id="{D8E5610C-24F1-4A9C-8DB6-984A944148A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58848" y="4097145"/>
                          <a:ext cx="177800" cy="1905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79" name="直接连接符 78">
              <a:extLst>
                <a:ext uri="{FF2B5EF4-FFF2-40B4-BE49-F238E27FC236}">
                  <a16:creationId xmlns:a16="http://schemas.microsoft.com/office/drawing/2014/main" id="{965DD58A-F3D6-42B1-96AB-96C71C62F3C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0391" y="4192390"/>
              <a:ext cx="581852" cy="6574"/>
            </a:xfrm>
            <a:prstGeom prst="line">
              <a:avLst/>
            </a:prstGeom>
            <a:ln w="19050">
              <a:solidFill>
                <a:srgbClr val="3366FF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80" name="Object 7">
            <a:extLst>
              <a:ext uri="{FF2B5EF4-FFF2-40B4-BE49-F238E27FC236}">
                <a16:creationId xmlns:a16="http://schemas.microsoft.com/office/drawing/2014/main" id="{AA09E732-9460-4901-A54C-DAF35364C8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5392809"/>
              </p:ext>
            </p:extLst>
          </p:nvPr>
        </p:nvGraphicFramePr>
        <p:xfrm>
          <a:off x="6690227" y="3263245"/>
          <a:ext cx="1778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722" name="MathType 6.0 Equation" r:id="rId26" imgW="177480" imgH="190440" progId="Equation.DSMT4">
                  <p:embed/>
                </p:oleObj>
              </mc:Choice>
              <mc:Fallback>
                <p:oleObj name="MathType 6.0 Equation" r:id="rId26" imgW="177480" imgH="190440" progId="Equation.DSMT4">
                  <p:embed/>
                  <p:pic>
                    <p:nvPicPr>
                      <p:cNvPr id="80" name="Object 7">
                        <a:extLst>
                          <a:ext uri="{FF2B5EF4-FFF2-40B4-BE49-F238E27FC236}">
                            <a16:creationId xmlns:a16="http://schemas.microsoft.com/office/drawing/2014/main" id="{AA09E732-9460-4901-A54C-DAF35364C8A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90227" y="3263245"/>
                        <a:ext cx="177800" cy="190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" name="Object 26">
            <a:extLst>
              <a:ext uri="{FF2B5EF4-FFF2-40B4-BE49-F238E27FC236}">
                <a16:creationId xmlns:a16="http://schemas.microsoft.com/office/drawing/2014/main" id="{ECC7FD70-9E11-40D6-9E25-EE0AB074B4B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2497171"/>
              </p:ext>
            </p:extLst>
          </p:nvPr>
        </p:nvGraphicFramePr>
        <p:xfrm>
          <a:off x="6703690" y="2745550"/>
          <a:ext cx="266700" cy="250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723" name="Equation" r:id="rId28" imgW="266400" imgH="241200" progId="Equation.DSMT4">
                  <p:embed/>
                </p:oleObj>
              </mc:Choice>
              <mc:Fallback>
                <p:oleObj name="Equation" r:id="rId28" imgW="266400" imgH="241200" progId="Equation.DSMT4">
                  <p:embed/>
                  <p:pic>
                    <p:nvPicPr>
                      <p:cNvPr id="81" name="Object 26">
                        <a:extLst>
                          <a:ext uri="{FF2B5EF4-FFF2-40B4-BE49-F238E27FC236}">
                            <a16:creationId xmlns:a16="http://schemas.microsoft.com/office/drawing/2014/main" id="{ECC7FD70-9E11-40D6-9E25-EE0AB074B4B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3690" y="2745550"/>
                        <a:ext cx="266700" cy="2508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" name="Object 26">
            <a:extLst>
              <a:ext uri="{FF2B5EF4-FFF2-40B4-BE49-F238E27FC236}">
                <a16:creationId xmlns:a16="http://schemas.microsoft.com/office/drawing/2014/main" id="{85E12214-2909-4B25-B888-5BB5DF612BA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2195326"/>
              </p:ext>
            </p:extLst>
          </p:nvPr>
        </p:nvGraphicFramePr>
        <p:xfrm>
          <a:off x="6194102" y="4233038"/>
          <a:ext cx="266700" cy="249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724" name="Equation" r:id="rId30" imgW="266400" imgH="241200" progId="Equation.DSMT4">
                  <p:embed/>
                </p:oleObj>
              </mc:Choice>
              <mc:Fallback>
                <p:oleObj name="Equation" r:id="rId30" imgW="266400" imgH="241200" progId="Equation.DSMT4">
                  <p:embed/>
                  <p:pic>
                    <p:nvPicPr>
                      <p:cNvPr id="82" name="Object 26">
                        <a:extLst>
                          <a:ext uri="{FF2B5EF4-FFF2-40B4-BE49-F238E27FC236}">
                            <a16:creationId xmlns:a16="http://schemas.microsoft.com/office/drawing/2014/main" id="{85E12214-2909-4B25-B888-5BB5DF612BA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94102" y="4233038"/>
                        <a:ext cx="266700" cy="2492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" name="Object 26">
            <a:extLst>
              <a:ext uri="{FF2B5EF4-FFF2-40B4-BE49-F238E27FC236}">
                <a16:creationId xmlns:a16="http://schemas.microsoft.com/office/drawing/2014/main" id="{99A0AAF3-3156-48B2-90B5-28F2F60CAF9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8707273"/>
              </p:ext>
            </p:extLst>
          </p:nvPr>
        </p:nvGraphicFramePr>
        <p:xfrm>
          <a:off x="7376790" y="3244025"/>
          <a:ext cx="1130300" cy="63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725" name="Equation" r:id="rId32" imgW="1130040" imgH="609480" progId="Equation.DSMT4">
                  <p:embed/>
                </p:oleObj>
              </mc:Choice>
              <mc:Fallback>
                <p:oleObj name="Equation" r:id="rId32" imgW="1130040" imgH="609480" progId="Equation.DSMT4">
                  <p:embed/>
                  <p:pic>
                    <p:nvPicPr>
                      <p:cNvPr id="83" name="Object 26">
                        <a:extLst>
                          <a:ext uri="{FF2B5EF4-FFF2-40B4-BE49-F238E27FC236}">
                            <a16:creationId xmlns:a16="http://schemas.microsoft.com/office/drawing/2014/main" id="{99A0AAF3-3156-48B2-90B5-28F2F60CAF9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76790" y="3244025"/>
                        <a:ext cx="1130300" cy="6318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" name="Object 26">
            <a:extLst>
              <a:ext uri="{FF2B5EF4-FFF2-40B4-BE49-F238E27FC236}">
                <a16:creationId xmlns:a16="http://schemas.microsoft.com/office/drawing/2014/main" id="{7C90FC5D-A05B-45FC-B81B-D06C8A97705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398922"/>
              </p:ext>
            </p:extLst>
          </p:nvPr>
        </p:nvGraphicFramePr>
        <p:xfrm>
          <a:off x="7108502" y="4018725"/>
          <a:ext cx="1358900" cy="630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726" name="Equation" r:id="rId34" imgW="1358640" imgH="609480" progId="Equation.DSMT4">
                  <p:embed/>
                </p:oleObj>
              </mc:Choice>
              <mc:Fallback>
                <p:oleObj name="Equation" r:id="rId34" imgW="1358640" imgH="609480" progId="Equation.DSMT4">
                  <p:embed/>
                  <p:pic>
                    <p:nvPicPr>
                      <p:cNvPr id="84" name="Object 26">
                        <a:extLst>
                          <a:ext uri="{FF2B5EF4-FFF2-40B4-BE49-F238E27FC236}">
                            <a16:creationId xmlns:a16="http://schemas.microsoft.com/office/drawing/2014/main" id="{7C90FC5D-A05B-45FC-B81B-D06C8A97705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08502" y="4018725"/>
                        <a:ext cx="1358900" cy="63023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5" name="Text Box 28">
            <a:extLst>
              <a:ext uri="{FF2B5EF4-FFF2-40B4-BE49-F238E27FC236}">
                <a16:creationId xmlns:a16="http://schemas.microsoft.com/office/drawing/2014/main" id="{42B671BF-B015-464E-BC32-97FD0C523B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173" y="3891100"/>
            <a:ext cx="116169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rgbClr val="3366FF"/>
                </a:solidFill>
                <a:latin typeface="+mn-ea"/>
                <a:ea typeface="+mn-ea"/>
              </a:rPr>
              <a:t>功元素</a:t>
            </a:r>
          </a:p>
        </p:txBody>
      </p:sp>
      <p:graphicFrame>
        <p:nvGraphicFramePr>
          <p:cNvPr id="86" name="Object 26">
            <a:extLst>
              <a:ext uri="{FF2B5EF4-FFF2-40B4-BE49-F238E27FC236}">
                <a16:creationId xmlns:a16="http://schemas.microsoft.com/office/drawing/2014/main" id="{413E320F-4668-4458-A8CE-01A2870DC9D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5407054"/>
              </p:ext>
            </p:extLst>
          </p:nvPr>
        </p:nvGraphicFramePr>
        <p:xfrm>
          <a:off x="1895152" y="3809175"/>
          <a:ext cx="3462338" cy="75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727" name="Equation" r:id="rId36" imgW="3466800" imgH="736560" progId="Equation.DSMT4">
                  <p:embed/>
                </p:oleObj>
              </mc:Choice>
              <mc:Fallback>
                <p:oleObj name="Equation" r:id="rId36" imgW="3466800" imgH="736560" progId="Equation.DSMT4">
                  <p:embed/>
                  <p:pic>
                    <p:nvPicPr>
                      <p:cNvPr id="86" name="Object 26">
                        <a:extLst>
                          <a:ext uri="{FF2B5EF4-FFF2-40B4-BE49-F238E27FC236}">
                            <a16:creationId xmlns:a16="http://schemas.microsoft.com/office/drawing/2014/main" id="{413E320F-4668-4458-A8CE-01A2870DC9D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5152" y="3809175"/>
                        <a:ext cx="3462338" cy="758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67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0"/>
                                        <p:tgtEl>
                                          <p:spTgt spid="67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2000"/>
                                        <p:tgtEl>
                                          <p:spTgt spid="67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2000"/>
                                        <p:tgtEl>
                                          <p:spTgt spid="67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2000"/>
                                        <p:tgtEl>
                                          <p:spTgt spid="67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2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2000"/>
                            </p:stCondLst>
                            <p:childTnLst>
                              <p:par>
                                <p:cTn id="10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2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  <p:bldP spid="67587" grpId="0" build="p" autoUpdateAnimBg="0"/>
      <p:bldP spid="67588" grpId="0" autoUpdateAnimBg="0"/>
      <p:bldP spid="67609" grpId="0" autoUpdateAnimBg="0"/>
      <p:bldP spid="67612" grpId="0" autoUpdateAnimBg="0"/>
      <p:bldP spid="85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922E5DFF-613E-48A3-9803-794E4FC50304}"/>
              </a:ext>
            </a:extLst>
          </p:cNvPr>
          <p:cNvSpPr/>
          <p:nvPr/>
        </p:nvSpPr>
        <p:spPr>
          <a:xfrm>
            <a:off x="6726745" y="1200085"/>
            <a:ext cx="1778867" cy="1576014"/>
          </a:xfrm>
          <a:custGeom>
            <a:avLst/>
            <a:gdLst>
              <a:gd name="connsiteX0" fmla="*/ 0 w 1778867"/>
              <a:gd name="connsiteY0" fmla="*/ 218458 h 1576014"/>
              <a:gd name="connsiteX1" fmla="*/ 53054 w 1778867"/>
              <a:gd name="connsiteY1" fmla="*/ 146679 h 1576014"/>
              <a:gd name="connsiteX2" fmla="*/ 90504 w 1778867"/>
              <a:gd name="connsiteY2" fmla="*/ 127954 h 1576014"/>
              <a:gd name="connsiteX3" fmla="*/ 156041 w 1778867"/>
              <a:gd name="connsiteY3" fmla="*/ 96746 h 1576014"/>
              <a:gd name="connsiteX4" fmla="*/ 190370 w 1778867"/>
              <a:gd name="connsiteY4" fmla="*/ 84263 h 1576014"/>
              <a:gd name="connsiteX5" fmla="*/ 240304 w 1778867"/>
              <a:gd name="connsiteY5" fmla="*/ 71779 h 1576014"/>
              <a:gd name="connsiteX6" fmla="*/ 290237 w 1778867"/>
              <a:gd name="connsiteY6" fmla="*/ 59296 h 1576014"/>
              <a:gd name="connsiteX7" fmla="*/ 327687 w 1778867"/>
              <a:gd name="connsiteY7" fmla="*/ 46813 h 1576014"/>
              <a:gd name="connsiteX8" fmla="*/ 390103 w 1778867"/>
              <a:gd name="connsiteY8" fmla="*/ 37450 h 1576014"/>
              <a:gd name="connsiteX9" fmla="*/ 461882 w 1778867"/>
              <a:gd name="connsiteY9" fmla="*/ 24967 h 1576014"/>
              <a:gd name="connsiteX10" fmla="*/ 536781 w 1778867"/>
              <a:gd name="connsiteY10" fmla="*/ 15605 h 1576014"/>
              <a:gd name="connsiteX11" fmla="*/ 617923 w 1778867"/>
              <a:gd name="connsiteY11" fmla="*/ 9363 h 1576014"/>
              <a:gd name="connsiteX12" fmla="*/ 724031 w 1778867"/>
              <a:gd name="connsiteY12" fmla="*/ 3121 h 1576014"/>
              <a:gd name="connsiteX13" fmla="*/ 870709 w 1778867"/>
              <a:gd name="connsiteY13" fmla="*/ 0 h 1576014"/>
              <a:gd name="connsiteX14" fmla="*/ 1008025 w 1778867"/>
              <a:gd name="connsiteY14" fmla="*/ 3121 h 1576014"/>
              <a:gd name="connsiteX15" fmla="*/ 1120375 w 1778867"/>
              <a:gd name="connsiteY15" fmla="*/ 3121 h 1576014"/>
              <a:gd name="connsiteX16" fmla="*/ 1251449 w 1778867"/>
              <a:gd name="connsiteY16" fmla="*/ 18725 h 1576014"/>
              <a:gd name="connsiteX17" fmla="*/ 1363798 w 1778867"/>
              <a:gd name="connsiteY17" fmla="*/ 34329 h 1576014"/>
              <a:gd name="connsiteX18" fmla="*/ 1479269 w 1778867"/>
              <a:gd name="connsiteY18" fmla="*/ 56175 h 1576014"/>
              <a:gd name="connsiteX19" fmla="*/ 1582256 w 1778867"/>
              <a:gd name="connsiteY19" fmla="*/ 78021 h 1576014"/>
              <a:gd name="connsiteX20" fmla="*/ 1685243 w 1778867"/>
              <a:gd name="connsiteY20" fmla="*/ 121712 h 1576014"/>
              <a:gd name="connsiteX21" fmla="*/ 1741418 w 1778867"/>
              <a:gd name="connsiteY21" fmla="*/ 156041 h 1576014"/>
              <a:gd name="connsiteX22" fmla="*/ 1775747 w 1778867"/>
              <a:gd name="connsiteY22" fmla="*/ 190370 h 1576014"/>
              <a:gd name="connsiteX23" fmla="*/ 1778867 w 1778867"/>
              <a:gd name="connsiteY23" fmla="*/ 209095 h 1576014"/>
              <a:gd name="connsiteX24" fmla="*/ 1772626 w 1778867"/>
              <a:gd name="connsiteY24" fmla="*/ 237183 h 1576014"/>
              <a:gd name="connsiteX25" fmla="*/ 1763263 w 1778867"/>
              <a:gd name="connsiteY25" fmla="*/ 259028 h 1576014"/>
              <a:gd name="connsiteX26" fmla="*/ 1732055 w 1778867"/>
              <a:gd name="connsiteY26" fmla="*/ 290237 h 1576014"/>
              <a:gd name="connsiteX27" fmla="*/ 886313 w 1778867"/>
              <a:gd name="connsiteY27" fmla="*/ 1576014 h 1576014"/>
              <a:gd name="connsiteX28" fmla="*/ 0 w 1778867"/>
              <a:gd name="connsiteY28" fmla="*/ 218458 h 1576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8867" h="1576014">
                <a:moveTo>
                  <a:pt x="0" y="218458"/>
                </a:moveTo>
                <a:lnTo>
                  <a:pt x="53054" y="146679"/>
                </a:lnTo>
                <a:lnTo>
                  <a:pt x="90504" y="127954"/>
                </a:lnTo>
                <a:lnTo>
                  <a:pt x="156041" y="96746"/>
                </a:lnTo>
                <a:lnTo>
                  <a:pt x="190370" y="84263"/>
                </a:lnTo>
                <a:lnTo>
                  <a:pt x="240304" y="71779"/>
                </a:lnTo>
                <a:lnTo>
                  <a:pt x="290237" y="59296"/>
                </a:lnTo>
                <a:lnTo>
                  <a:pt x="327687" y="46813"/>
                </a:lnTo>
                <a:lnTo>
                  <a:pt x="390103" y="37450"/>
                </a:lnTo>
                <a:lnTo>
                  <a:pt x="461882" y="24967"/>
                </a:lnTo>
                <a:lnTo>
                  <a:pt x="536781" y="15605"/>
                </a:lnTo>
                <a:lnTo>
                  <a:pt x="617923" y="9363"/>
                </a:lnTo>
                <a:lnTo>
                  <a:pt x="724031" y="3121"/>
                </a:lnTo>
                <a:lnTo>
                  <a:pt x="870709" y="0"/>
                </a:lnTo>
                <a:lnTo>
                  <a:pt x="1008025" y="3121"/>
                </a:lnTo>
                <a:lnTo>
                  <a:pt x="1120375" y="3121"/>
                </a:lnTo>
                <a:lnTo>
                  <a:pt x="1251449" y="18725"/>
                </a:lnTo>
                <a:lnTo>
                  <a:pt x="1363798" y="34329"/>
                </a:lnTo>
                <a:lnTo>
                  <a:pt x="1479269" y="56175"/>
                </a:lnTo>
                <a:lnTo>
                  <a:pt x="1582256" y="78021"/>
                </a:lnTo>
                <a:lnTo>
                  <a:pt x="1685243" y="121712"/>
                </a:lnTo>
                <a:lnTo>
                  <a:pt x="1741418" y="156041"/>
                </a:lnTo>
                <a:lnTo>
                  <a:pt x="1775747" y="190370"/>
                </a:lnTo>
                <a:lnTo>
                  <a:pt x="1778867" y="209095"/>
                </a:lnTo>
                <a:lnTo>
                  <a:pt x="1772626" y="237183"/>
                </a:lnTo>
                <a:lnTo>
                  <a:pt x="1763263" y="259028"/>
                </a:lnTo>
                <a:lnTo>
                  <a:pt x="1732055" y="290237"/>
                </a:lnTo>
                <a:lnTo>
                  <a:pt x="886313" y="1576014"/>
                </a:lnTo>
                <a:lnTo>
                  <a:pt x="0" y="218458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615" name="Text Box 31">
            <a:extLst>
              <a:ext uri="{FF2B5EF4-FFF2-40B4-BE49-F238E27FC236}">
                <a16:creationId xmlns:a16="http://schemas.microsoft.com/office/drawing/2014/main" id="{D0C003F4-AC83-4585-882E-3223ED0281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815" y="1576987"/>
            <a:ext cx="213240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rgbClr val="3366FF"/>
                </a:solidFill>
                <a:latin typeface="+mn-ea"/>
                <a:ea typeface="+mn-ea"/>
              </a:rPr>
              <a:t>所求功</a:t>
            </a:r>
          </a:p>
        </p:txBody>
      </p: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6196D9D0-193E-427F-9809-589D31F847FE}"/>
              </a:ext>
            </a:extLst>
          </p:cNvPr>
          <p:cNvGrpSpPr/>
          <p:nvPr/>
        </p:nvGrpSpPr>
        <p:grpSpPr>
          <a:xfrm>
            <a:off x="6596689" y="938399"/>
            <a:ext cx="2172661" cy="2124085"/>
            <a:chOff x="4179778" y="2407065"/>
            <a:chExt cx="2172661" cy="2124085"/>
          </a:xfrm>
        </p:grpSpPr>
        <p:cxnSp>
          <p:nvCxnSpPr>
            <p:cNvPr id="46" name="直接箭头连接符 45">
              <a:extLst>
                <a:ext uri="{FF2B5EF4-FFF2-40B4-BE49-F238E27FC236}">
                  <a16:creationId xmlns:a16="http://schemas.microsoft.com/office/drawing/2014/main" id="{7C3AE927-65A8-4EC0-AAF7-DA65F52ADD6A}"/>
                </a:ext>
              </a:extLst>
            </p:cNvPr>
            <p:cNvCxnSpPr>
              <a:cxnSpLocks/>
            </p:cNvCxnSpPr>
            <p:nvPr/>
          </p:nvCxnSpPr>
          <p:spPr>
            <a:xfrm>
              <a:off x="5187648" y="2407065"/>
              <a:ext cx="0" cy="202248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箭头连接符 46">
              <a:extLst>
                <a:ext uri="{FF2B5EF4-FFF2-40B4-BE49-F238E27FC236}">
                  <a16:creationId xmlns:a16="http://schemas.microsoft.com/office/drawing/2014/main" id="{430991F9-8147-4C53-8394-9B794711C36F}"/>
                </a:ext>
              </a:extLst>
            </p:cNvPr>
            <p:cNvCxnSpPr>
              <a:cxnSpLocks/>
            </p:cNvCxnSpPr>
            <p:nvPr/>
          </p:nvCxnSpPr>
          <p:spPr>
            <a:xfrm>
              <a:off x="4179778" y="2881077"/>
              <a:ext cx="20882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48" name="Object 7">
              <a:extLst>
                <a:ext uri="{FF2B5EF4-FFF2-40B4-BE49-F238E27FC236}">
                  <a16:creationId xmlns:a16="http://schemas.microsoft.com/office/drawing/2014/main" id="{83D58747-41C0-4B2C-8BEF-63506868E4C4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6161939" y="2924404"/>
            <a:ext cx="1905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2516" name="Equation" r:id="rId4" imgW="190440" imgH="241200" progId="Equation.DSMT4">
                    <p:embed/>
                  </p:oleObj>
                </mc:Choice>
                <mc:Fallback>
                  <p:oleObj name="Equation" r:id="rId4" imgW="190440" imgH="241200" progId="Equation.DSMT4">
                    <p:embed/>
                    <p:pic>
                      <p:nvPicPr>
                        <p:cNvPr id="48" name="Object 7">
                          <a:extLst>
                            <a:ext uri="{FF2B5EF4-FFF2-40B4-BE49-F238E27FC236}">
                              <a16:creationId xmlns:a16="http://schemas.microsoft.com/office/drawing/2014/main" id="{83D58747-41C0-4B2C-8BEF-63506868E4C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61939" y="2924404"/>
                          <a:ext cx="190500" cy="241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9" name="Object 7">
              <a:extLst>
                <a:ext uri="{FF2B5EF4-FFF2-40B4-BE49-F238E27FC236}">
                  <a16:creationId xmlns:a16="http://schemas.microsoft.com/office/drawing/2014/main" id="{2F7CDC3B-32EF-4A40-9FB6-80990DE2B12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242359" y="4327950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2517" name="MathType 6.0 Equation" r:id="rId6" imgW="190440" imgH="203040" progId="Equation.DSMT4">
                    <p:embed/>
                  </p:oleObj>
                </mc:Choice>
                <mc:Fallback>
                  <p:oleObj name="MathType 6.0 Equation" r:id="rId6" imgW="190440" imgH="203040" progId="Equation.DSMT4">
                    <p:embed/>
                    <p:pic>
                      <p:nvPicPr>
                        <p:cNvPr id="49" name="Object 7">
                          <a:extLst>
                            <a:ext uri="{FF2B5EF4-FFF2-40B4-BE49-F238E27FC236}">
                              <a16:creationId xmlns:a16="http://schemas.microsoft.com/office/drawing/2014/main" id="{2F7CDC3B-32EF-4A40-9FB6-80990DE2B12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42359" y="4327950"/>
                          <a:ext cx="190500" cy="203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0" name="Object 7">
              <a:extLst>
                <a:ext uri="{FF2B5EF4-FFF2-40B4-BE49-F238E27FC236}">
                  <a16:creationId xmlns:a16="http://schemas.microsoft.com/office/drawing/2014/main" id="{EDAAA9DC-B98D-4F7E-AB1C-2048E094F88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005790" y="2672209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2518" name="MathType 6.0 Equation" r:id="rId8" imgW="190440" imgH="203040" progId="Equation.DSMT4">
                    <p:embed/>
                  </p:oleObj>
                </mc:Choice>
                <mc:Fallback>
                  <p:oleObj name="MathType 6.0 Equation" r:id="rId8" imgW="190440" imgH="203040" progId="Equation.DSMT4">
                    <p:embed/>
                    <p:pic>
                      <p:nvPicPr>
                        <p:cNvPr id="50" name="Object 7">
                          <a:extLst>
                            <a:ext uri="{FF2B5EF4-FFF2-40B4-BE49-F238E27FC236}">
                              <a16:creationId xmlns:a16="http://schemas.microsoft.com/office/drawing/2014/main" id="{EDAAA9DC-B98D-4F7E-AB1C-2048E094F88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05790" y="2672209"/>
                          <a:ext cx="190500" cy="203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72855B9B-F9D3-44A3-9332-01E31F27E37D}"/>
              </a:ext>
            </a:extLst>
          </p:cNvPr>
          <p:cNvGrpSpPr/>
          <p:nvPr/>
        </p:nvGrpSpPr>
        <p:grpSpPr>
          <a:xfrm rot="16200000">
            <a:off x="7498336" y="1285010"/>
            <a:ext cx="206514" cy="1156184"/>
            <a:chOff x="2693381" y="2881222"/>
            <a:chExt cx="303104" cy="768890"/>
          </a:xfrm>
          <a:solidFill>
            <a:srgbClr val="FFC000">
              <a:alpha val="50000"/>
            </a:srgbClr>
          </a:solidFill>
        </p:grpSpPr>
        <p:sp>
          <p:nvSpPr>
            <p:cNvPr id="38" name="弧形 37">
              <a:extLst>
                <a:ext uri="{FF2B5EF4-FFF2-40B4-BE49-F238E27FC236}">
                  <a16:creationId xmlns:a16="http://schemas.microsoft.com/office/drawing/2014/main" id="{ADB19B05-A9C4-40B5-84DF-681E7C1F452F}"/>
                </a:ext>
              </a:extLst>
            </p:cNvPr>
            <p:cNvSpPr/>
            <p:nvPr/>
          </p:nvSpPr>
          <p:spPr>
            <a:xfrm>
              <a:off x="2695637" y="2881222"/>
              <a:ext cx="300848" cy="765934"/>
            </a:xfrm>
            <a:prstGeom prst="arc">
              <a:avLst>
                <a:gd name="adj1" fmla="val 16199991"/>
                <a:gd name="adj2" fmla="val 5459382"/>
              </a:avLst>
            </a:prstGeom>
            <a:grpFill/>
            <a:ln w="1905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弧形 38">
              <a:extLst>
                <a:ext uri="{FF2B5EF4-FFF2-40B4-BE49-F238E27FC236}">
                  <a16:creationId xmlns:a16="http://schemas.microsoft.com/office/drawing/2014/main" id="{A56A763C-E860-458C-B9C5-13349CF33BDA}"/>
                </a:ext>
              </a:extLst>
            </p:cNvPr>
            <p:cNvSpPr/>
            <p:nvPr/>
          </p:nvSpPr>
          <p:spPr>
            <a:xfrm rot="16200000">
              <a:off x="2459938" y="3115821"/>
              <a:ext cx="767735" cy="300847"/>
            </a:xfrm>
            <a:prstGeom prst="arc">
              <a:avLst>
                <a:gd name="adj1" fmla="val 10831324"/>
                <a:gd name="adj2" fmla="val 0"/>
              </a:avLst>
            </a:prstGeom>
            <a:grpFill/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2E83C056-9D6D-4AE1-BC9C-838B51A94D4B}"/>
              </a:ext>
            </a:extLst>
          </p:cNvPr>
          <p:cNvGrpSpPr/>
          <p:nvPr/>
        </p:nvGrpSpPr>
        <p:grpSpPr>
          <a:xfrm>
            <a:off x="6703548" y="1209276"/>
            <a:ext cx="1802022" cy="1566823"/>
            <a:chOff x="6554072" y="1628218"/>
            <a:chExt cx="1802022" cy="1566823"/>
          </a:xfrm>
        </p:grpSpPr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19A5268D-6A3E-4970-9A29-0AF0CCA9848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61678" y="1831810"/>
              <a:ext cx="894416" cy="136323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E35AE47F-BA9A-4F7E-83F2-B22A1AE95D89}"/>
                </a:ext>
              </a:extLst>
            </p:cNvPr>
            <p:cNvSpPr/>
            <p:nvPr/>
          </p:nvSpPr>
          <p:spPr>
            <a:xfrm>
              <a:off x="6562247" y="1628218"/>
              <a:ext cx="1778868" cy="4320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8A44ADDF-E92B-4340-A3A5-3C39852AF0B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54072" y="1830940"/>
              <a:ext cx="894416" cy="136323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BA965E69-C2A0-4650-BBCC-9AA10517AEF3}"/>
              </a:ext>
            </a:extLst>
          </p:cNvPr>
          <p:cNvGrpSpPr/>
          <p:nvPr/>
        </p:nvGrpSpPr>
        <p:grpSpPr>
          <a:xfrm>
            <a:off x="7375525" y="1770063"/>
            <a:ext cx="804158" cy="190500"/>
            <a:chOff x="5958085" y="4097691"/>
            <a:chExt cx="804158" cy="190500"/>
          </a:xfrm>
        </p:grpSpPr>
        <p:graphicFrame>
          <p:nvGraphicFramePr>
            <p:cNvPr id="54" name="Object 7">
              <a:extLst>
                <a:ext uri="{FF2B5EF4-FFF2-40B4-BE49-F238E27FC236}">
                  <a16:creationId xmlns:a16="http://schemas.microsoft.com/office/drawing/2014/main" id="{B615BABD-71A2-487B-8CE1-4417329D4F18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5958085" y="4097691"/>
            <a:ext cx="1778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2519" name="Equation" r:id="rId10" imgW="177480" imgH="190440" progId="Equation.DSMT4">
                    <p:embed/>
                  </p:oleObj>
                </mc:Choice>
                <mc:Fallback>
                  <p:oleObj name="Equation" r:id="rId10" imgW="177480" imgH="190440" progId="Equation.DSMT4">
                    <p:embed/>
                    <p:pic>
                      <p:nvPicPr>
                        <p:cNvPr id="54" name="Object 7">
                          <a:extLst>
                            <a:ext uri="{FF2B5EF4-FFF2-40B4-BE49-F238E27FC236}">
                              <a16:creationId xmlns:a16="http://schemas.microsoft.com/office/drawing/2014/main" id="{B615BABD-71A2-487B-8CE1-4417329D4F1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58085" y="4097691"/>
                          <a:ext cx="177800" cy="1905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4BE64E43-21BD-4360-B260-A864C1601EB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0391" y="4192390"/>
              <a:ext cx="581852" cy="6574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41E844F7-64CA-4EF3-B141-278A35AA01F4}"/>
              </a:ext>
            </a:extLst>
          </p:cNvPr>
          <p:cNvGrpSpPr/>
          <p:nvPr/>
        </p:nvGrpSpPr>
        <p:grpSpPr>
          <a:xfrm rot="16200000">
            <a:off x="7503438" y="1598174"/>
            <a:ext cx="213646" cy="911950"/>
            <a:chOff x="2693382" y="2881222"/>
            <a:chExt cx="303103" cy="768890"/>
          </a:xfrm>
          <a:solidFill>
            <a:srgbClr val="FFC000">
              <a:alpha val="50000"/>
            </a:srgbClr>
          </a:solidFill>
        </p:grpSpPr>
        <p:sp>
          <p:nvSpPr>
            <p:cNvPr id="60" name="弧形 59">
              <a:extLst>
                <a:ext uri="{FF2B5EF4-FFF2-40B4-BE49-F238E27FC236}">
                  <a16:creationId xmlns:a16="http://schemas.microsoft.com/office/drawing/2014/main" id="{86A64832-9DD5-42AB-8A3D-ABC74DCDC1B5}"/>
                </a:ext>
              </a:extLst>
            </p:cNvPr>
            <p:cNvSpPr/>
            <p:nvPr/>
          </p:nvSpPr>
          <p:spPr>
            <a:xfrm>
              <a:off x="2695637" y="2881222"/>
              <a:ext cx="300848" cy="765934"/>
            </a:xfrm>
            <a:prstGeom prst="arc">
              <a:avLst>
                <a:gd name="adj1" fmla="val 16199991"/>
                <a:gd name="adj2" fmla="val 5459382"/>
              </a:avLst>
            </a:prstGeom>
            <a:grpFill/>
            <a:ln w="1905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弧形 60">
              <a:extLst>
                <a:ext uri="{FF2B5EF4-FFF2-40B4-BE49-F238E27FC236}">
                  <a16:creationId xmlns:a16="http://schemas.microsoft.com/office/drawing/2014/main" id="{516842BE-D870-4016-BCB8-86BA9E5899AA}"/>
                </a:ext>
              </a:extLst>
            </p:cNvPr>
            <p:cNvSpPr/>
            <p:nvPr/>
          </p:nvSpPr>
          <p:spPr>
            <a:xfrm rot="16200000">
              <a:off x="2459938" y="3115821"/>
              <a:ext cx="767735" cy="300847"/>
            </a:xfrm>
            <a:prstGeom prst="arc">
              <a:avLst>
                <a:gd name="adj1" fmla="val 10791569"/>
                <a:gd name="adj2" fmla="val 0"/>
              </a:avLst>
            </a:prstGeom>
            <a:grpFill/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5869D665-6228-471C-B210-E96EA15A83F3}"/>
              </a:ext>
            </a:extLst>
          </p:cNvPr>
          <p:cNvGrpSpPr/>
          <p:nvPr/>
        </p:nvGrpSpPr>
        <p:grpSpPr>
          <a:xfrm>
            <a:off x="6865936" y="1917700"/>
            <a:ext cx="1200296" cy="254000"/>
            <a:chOff x="6483525" y="4971496"/>
            <a:chExt cx="1173343" cy="254000"/>
          </a:xfrm>
        </p:grpSpPr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8A50F63A-C86C-4656-BE0D-D84842322CB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88335" y="5109730"/>
              <a:ext cx="468533" cy="8924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57" name="Object 7">
              <a:extLst>
                <a:ext uri="{FF2B5EF4-FFF2-40B4-BE49-F238E27FC236}">
                  <a16:creationId xmlns:a16="http://schemas.microsoft.com/office/drawing/2014/main" id="{D39A85CE-AF68-42E2-93E8-2EE5DF49B853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6483525" y="4971496"/>
            <a:ext cx="647122" cy="254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2520" name="Equation" r:id="rId12" imgW="647640" imgH="253800" progId="Equation.DSMT4">
                    <p:embed/>
                  </p:oleObj>
                </mc:Choice>
                <mc:Fallback>
                  <p:oleObj name="Equation" r:id="rId12" imgW="647640" imgH="253800" progId="Equation.DSMT4">
                    <p:embed/>
                    <p:pic>
                      <p:nvPicPr>
                        <p:cNvPr id="57" name="Object 7">
                          <a:extLst>
                            <a:ext uri="{FF2B5EF4-FFF2-40B4-BE49-F238E27FC236}">
                              <a16:creationId xmlns:a16="http://schemas.microsoft.com/office/drawing/2014/main" id="{D39A85CE-AF68-42E2-93E8-2EE5DF49B85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483525" y="4971496"/>
                          <a:ext cx="647122" cy="254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2" name="Object 26">
            <a:extLst>
              <a:ext uri="{FF2B5EF4-FFF2-40B4-BE49-F238E27FC236}">
                <a16:creationId xmlns:a16="http://schemas.microsoft.com/office/drawing/2014/main" id="{815CAFBB-8152-4531-8C20-D587379F6532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7264400" y="2671763"/>
          <a:ext cx="266700" cy="249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521" name="Equation" r:id="rId14" imgW="266400" imgH="241200" progId="Equation.DSMT4">
                  <p:embed/>
                </p:oleObj>
              </mc:Choice>
              <mc:Fallback>
                <p:oleObj name="Equation" r:id="rId14" imgW="266400" imgH="241200" progId="Equation.DSMT4">
                  <p:embed/>
                  <p:pic>
                    <p:nvPicPr>
                      <p:cNvPr id="62" name="Object 26">
                        <a:extLst>
                          <a:ext uri="{FF2B5EF4-FFF2-40B4-BE49-F238E27FC236}">
                            <a16:creationId xmlns:a16="http://schemas.microsoft.com/office/drawing/2014/main" id="{815CAFBB-8152-4531-8C20-D587379F653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64400" y="2671763"/>
                        <a:ext cx="266700" cy="2492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" name="Object 26">
            <a:extLst>
              <a:ext uri="{FF2B5EF4-FFF2-40B4-BE49-F238E27FC236}">
                <a16:creationId xmlns:a16="http://schemas.microsoft.com/office/drawing/2014/main" id="{A92AD023-FB0F-4B3D-88E2-D5CD4EE061F9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8323263" y="1136650"/>
          <a:ext cx="266700" cy="249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522" name="Equation" r:id="rId16" imgW="266400" imgH="241200" progId="Equation.DSMT4">
                  <p:embed/>
                </p:oleObj>
              </mc:Choice>
              <mc:Fallback>
                <p:oleObj name="Equation" r:id="rId16" imgW="266400" imgH="241200" progId="Equation.DSMT4">
                  <p:embed/>
                  <p:pic>
                    <p:nvPicPr>
                      <p:cNvPr id="63" name="Object 26">
                        <a:extLst>
                          <a:ext uri="{FF2B5EF4-FFF2-40B4-BE49-F238E27FC236}">
                            <a16:creationId xmlns:a16="http://schemas.microsoft.com/office/drawing/2014/main" id="{A92AD023-FB0F-4B3D-88E2-D5CD4EE061F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23263" y="1136650"/>
                        <a:ext cx="266700" cy="24923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" name="Text Box 28">
            <a:extLst>
              <a:ext uri="{FF2B5EF4-FFF2-40B4-BE49-F238E27FC236}">
                <a16:creationId xmlns:a16="http://schemas.microsoft.com/office/drawing/2014/main" id="{058E30F0-0632-4AB2-80CC-A8A167FF9E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648" y="641667"/>
            <a:ext cx="116169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rgbClr val="3366FF"/>
                </a:solidFill>
                <a:latin typeface="+mn-ea"/>
                <a:ea typeface="+mn-ea"/>
              </a:rPr>
              <a:t>功元素</a:t>
            </a:r>
          </a:p>
        </p:txBody>
      </p:sp>
      <p:graphicFrame>
        <p:nvGraphicFramePr>
          <p:cNvPr id="65" name="Object 26">
            <a:extLst>
              <a:ext uri="{FF2B5EF4-FFF2-40B4-BE49-F238E27FC236}">
                <a16:creationId xmlns:a16="http://schemas.microsoft.com/office/drawing/2014/main" id="{32043784-71F2-4816-8336-19A36667C6C3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761247" y="569912"/>
          <a:ext cx="3473450" cy="75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523" name="Equation" r:id="rId18" imgW="3479760" imgH="736560" progId="Equation.DSMT4">
                  <p:embed/>
                </p:oleObj>
              </mc:Choice>
              <mc:Fallback>
                <p:oleObj name="Equation" r:id="rId18" imgW="3479760" imgH="736560" progId="Equation.DSMT4">
                  <p:embed/>
                  <p:pic>
                    <p:nvPicPr>
                      <p:cNvPr id="65" name="Object 26">
                        <a:extLst>
                          <a:ext uri="{FF2B5EF4-FFF2-40B4-BE49-F238E27FC236}">
                            <a16:creationId xmlns:a16="http://schemas.microsoft.com/office/drawing/2014/main" id="{32043784-71F2-4816-8336-19A36667C6C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1247" y="569912"/>
                        <a:ext cx="3473450" cy="758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" name="Object 26">
            <a:extLst>
              <a:ext uri="{FF2B5EF4-FFF2-40B4-BE49-F238E27FC236}">
                <a16:creationId xmlns:a16="http://schemas.microsoft.com/office/drawing/2014/main" id="{839872A4-1167-48E7-B8E3-E8228257E9F2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744663" y="1479550"/>
          <a:ext cx="3602037" cy="75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524" name="MathType 6.0 Equation" r:id="rId20" imgW="3606480" imgH="736560" progId="Equation.DSMT4">
                  <p:embed/>
                </p:oleObj>
              </mc:Choice>
              <mc:Fallback>
                <p:oleObj name="MathType 6.0 Equation" r:id="rId20" imgW="3606480" imgH="736560" progId="Equation.DSMT4">
                  <p:embed/>
                  <p:pic>
                    <p:nvPicPr>
                      <p:cNvPr id="66" name="Object 26">
                        <a:extLst>
                          <a:ext uri="{FF2B5EF4-FFF2-40B4-BE49-F238E27FC236}">
                            <a16:creationId xmlns:a16="http://schemas.microsoft.com/office/drawing/2014/main" id="{839872A4-1167-48E7-B8E3-E8228257E9F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4663" y="1479550"/>
                        <a:ext cx="3602037" cy="758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" name="Object 26">
            <a:extLst>
              <a:ext uri="{FF2B5EF4-FFF2-40B4-BE49-F238E27FC236}">
                <a16:creationId xmlns:a16="http://schemas.microsoft.com/office/drawing/2014/main" id="{8AA7E784-B590-4F61-B1F4-0367DB4F48DA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080205" y="2303463"/>
          <a:ext cx="2943225" cy="75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525" name="MathType 6.0 Equation" r:id="rId22" imgW="2946240" imgH="736560" progId="Equation.DSMT4">
                  <p:embed/>
                </p:oleObj>
              </mc:Choice>
              <mc:Fallback>
                <p:oleObj name="MathType 6.0 Equation" r:id="rId22" imgW="2946240" imgH="736560" progId="Equation.DSMT4">
                  <p:embed/>
                  <p:pic>
                    <p:nvPicPr>
                      <p:cNvPr id="67" name="Object 26">
                        <a:extLst>
                          <a:ext uri="{FF2B5EF4-FFF2-40B4-BE49-F238E27FC236}">
                            <a16:creationId xmlns:a16="http://schemas.microsoft.com/office/drawing/2014/main" id="{8AA7E784-B590-4F61-B1F4-0367DB4F48D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0205" y="2303463"/>
                        <a:ext cx="2943225" cy="758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" name="Object 26">
            <a:extLst>
              <a:ext uri="{FF2B5EF4-FFF2-40B4-BE49-F238E27FC236}">
                <a16:creationId xmlns:a16="http://schemas.microsoft.com/office/drawing/2014/main" id="{909B9618-8816-4D6E-91A4-EAC57E513438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105025" y="3255963"/>
          <a:ext cx="1433513" cy="354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526" name="MathType 6.0 Equation" r:id="rId24" imgW="1434960" imgH="342720" progId="Equation.DSMT4">
                  <p:embed/>
                </p:oleObj>
              </mc:Choice>
              <mc:Fallback>
                <p:oleObj name="MathType 6.0 Equation" r:id="rId24" imgW="1434960" imgH="342720" progId="Equation.DSMT4">
                  <p:embed/>
                  <p:pic>
                    <p:nvPicPr>
                      <p:cNvPr id="68" name="Object 26">
                        <a:extLst>
                          <a:ext uri="{FF2B5EF4-FFF2-40B4-BE49-F238E27FC236}">
                            <a16:creationId xmlns:a16="http://schemas.microsoft.com/office/drawing/2014/main" id="{909B9618-8816-4D6E-91A4-EAC57E51343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5025" y="3255963"/>
                        <a:ext cx="1433513" cy="3540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" name="Object 26">
            <a:extLst>
              <a:ext uri="{FF2B5EF4-FFF2-40B4-BE49-F238E27FC236}">
                <a16:creationId xmlns:a16="http://schemas.microsoft.com/office/drawing/2014/main" id="{6E5EC390-B4B3-4255-87C4-0C5D03C4123D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3513903" y="3255963"/>
          <a:ext cx="1255712" cy="28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527" name="MathType 6.0 Equation" r:id="rId26" imgW="1257120" imgH="279360" progId="Equation.DSMT4">
                  <p:embed/>
                </p:oleObj>
              </mc:Choice>
              <mc:Fallback>
                <p:oleObj name="MathType 6.0 Equation" r:id="rId26" imgW="1257120" imgH="279360" progId="Equation.DSMT4">
                  <p:embed/>
                  <p:pic>
                    <p:nvPicPr>
                      <p:cNvPr id="69" name="Object 26">
                        <a:extLst>
                          <a:ext uri="{FF2B5EF4-FFF2-40B4-BE49-F238E27FC236}">
                            <a16:creationId xmlns:a16="http://schemas.microsoft.com/office/drawing/2014/main" id="{6E5EC390-B4B3-4255-87C4-0C5D03C4123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3903" y="3255963"/>
                        <a:ext cx="1255712" cy="288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26">
            <a:extLst>
              <a:ext uri="{FF2B5EF4-FFF2-40B4-BE49-F238E27FC236}">
                <a16:creationId xmlns:a16="http://schemas.microsoft.com/office/drawing/2014/main" id="{FCFBC9A7-F900-45E6-967E-5E494D4BDAF9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4860032" y="3256612"/>
          <a:ext cx="633413" cy="354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528" name="Equation" r:id="rId28" imgW="634680" imgH="342720" progId="Equation.DSMT4">
                  <p:embed/>
                </p:oleObj>
              </mc:Choice>
              <mc:Fallback>
                <p:oleObj name="Equation" r:id="rId28" imgW="634680" imgH="342720" progId="Equation.DSMT4">
                  <p:embed/>
                  <p:pic>
                    <p:nvPicPr>
                      <p:cNvPr id="35" name="Object 26">
                        <a:extLst>
                          <a:ext uri="{FF2B5EF4-FFF2-40B4-BE49-F238E27FC236}">
                            <a16:creationId xmlns:a16="http://schemas.microsoft.com/office/drawing/2014/main" id="{FCFBC9A7-F900-45E6-967E-5E494D4BDAF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0032" y="3256612"/>
                        <a:ext cx="633413" cy="3540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" name="Text Box 28">
            <a:extLst>
              <a:ext uri="{FF2B5EF4-FFF2-40B4-BE49-F238E27FC236}">
                <a16:creationId xmlns:a16="http://schemas.microsoft.com/office/drawing/2014/main" id="{785E012C-5DF8-42B9-B08A-4F72C33305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3" y="3867894"/>
            <a:ext cx="803802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rgbClr val="3366FF"/>
                </a:solidFill>
                <a:latin typeface="+mn-ea"/>
                <a:ea typeface="+mn-ea"/>
              </a:rPr>
              <a:t>注 </a:t>
            </a:r>
            <a:r>
              <a:rPr kumimoji="1" lang="zh-CN" altLang="en-US" sz="2400" b="1" dirty="0">
                <a:latin typeface="+mn-ea"/>
                <a:ea typeface="+mn-ea"/>
              </a:rPr>
              <a:t>本例非变力做功，但可用定积分元素法来解决</a:t>
            </a:r>
            <a:r>
              <a:rPr kumimoji="1" lang="en-US" altLang="zh-CN" sz="2400" b="1" dirty="0">
                <a:latin typeface="+mn-ea"/>
                <a:ea typeface="+mn-ea"/>
              </a:rPr>
              <a:t>.</a:t>
            </a:r>
            <a:endParaRPr kumimoji="1" lang="zh-CN" altLang="en-US" sz="2400" b="1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5116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67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615" grpId="0" autoUpdateAnimBg="0"/>
      <p:bldP spid="4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96CAE7EE-C945-469C-B5C3-52749DD7DC4B}"/>
              </a:ext>
            </a:extLst>
          </p:cNvPr>
          <p:cNvGrpSpPr/>
          <p:nvPr/>
        </p:nvGrpSpPr>
        <p:grpSpPr>
          <a:xfrm>
            <a:off x="107504" y="369646"/>
            <a:ext cx="8929240" cy="1046439"/>
            <a:chOff x="107504" y="369646"/>
            <a:chExt cx="8929240" cy="1046439"/>
          </a:xfrm>
        </p:grpSpPr>
        <p:sp>
          <p:nvSpPr>
            <p:cNvPr id="2" name="Rectangle 2">
              <a:extLst>
                <a:ext uri="{FF2B5EF4-FFF2-40B4-BE49-F238E27FC236}">
                  <a16:creationId xmlns:a16="http://schemas.microsoft.com/office/drawing/2014/main" id="{8FD5257E-F5F8-4DD3-8CF0-09D15EF259E7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755576" y="374111"/>
              <a:ext cx="681038" cy="45720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solidFill>
                    <a:srgbClr val="3366FF"/>
                  </a:solidFill>
                  <a:latin typeface="+mn-ea"/>
                  <a:ea typeface="+mn-ea"/>
                </a:rPr>
                <a:t>例</a:t>
              </a:r>
              <a:r>
                <a:rPr lang="en-US" altLang="zh-CN" sz="2400" b="1" dirty="0">
                  <a:solidFill>
                    <a:srgbClr val="3366FF"/>
                  </a:solidFill>
                  <a:latin typeface="+mn-ea"/>
                  <a:ea typeface="+mn-ea"/>
                </a:rPr>
                <a:t>4</a:t>
              </a:r>
            </a:p>
          </p:txBody>
        </p:sp>
        <p:sp>
          <p:nvSpPr>
            <p:cNvPr id="3" name="Text Box 43">
              <a:extLst>
                <a:ext uri="{FF2B5EF4-FFF2-40B4-BE49-F238E27FC236}">
                  <a16:creationId xmlns:a16="http://schemas.microsoft.com/office/drawing/2014/main" id="{CC6FFA61-20E1-4CFC-81B3-80046165D9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03648" y="369646"/>
              <a:ext cx="7633096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zh-CN" altLang="en-US" sz="2400" b="1" dirty="0">
                  <a:latin typeface="+mn-ea"/>
                  <a:ea typeface="+mn-ea"/>
                  <a:cs typeface="Times New Roman" panose="02020603050405020304" pitchFamily="18" charset="0"/>
                </a:rPr>
                <a:t>半径为  的球沉入水中，球的上部与水面相切，球的</a:t>
              </a:r>
              <a:r>
                <a:rPr kumimoji="1" lang="en-US" altLang="zh-CN" sz="2400" b="1" dirty="0">
                  <a:latin typeface="+mn-ea"/>
                  <a:ea typeface="+mn-ea"/>
                  <a:cs typeface="Times New Roman" panose="02020603050405020304" pitchFamily="18" charset="0"/>
                </a:rPr>
                <a:t> </a:t>
              </a:r>
            </a:p>
          </p:txBody>
        </p:sp>
        <p:graphicFrame>
          <p:nvGraphicFramePr>
            <p:cNvPr id="4" name="对象 3">
              <a:extLst>
                <a:ext uri="{FF2B5EF4-FFF2-40B4-BE49-F238E27FC236}">
                  <a16:creationId xmlns:a16="http://schemas.microsoft.com/office/drawing/2014/main" id="{58E3824D-DA0E-4C40-8159-EA5257BE5F7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79059" y="547914"/>
            <a:ext cx="1778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3610" name="Equation" r:id="rId3" imgW="177480" imgH="190440" progId="Equation.DSMT4">
                    <p:embed/>
                  </p:oleObj>
                </mc:Choice>
                <mc:Fallback>
                  <p:oleObj name="Equation" r:id="rId3" imgW="177480" imgH="190440" progId="Equation.DSMT4">
                    <p:embed/>
                    <p:pic>
                      <p:nvPicPr>
                        <p:cNvPr id="4" name="对象 3">
                          <a:extLst>
                            <a:ext uri="{FF2B5EF4-FFF2-40B4-BE49-F238E27FC236}">
                              <a16:creationId xmlns:a16="http://schemas.microsoft.com/office/drawing/2014/main" id="{58E3824D-DA0E-4C40-8159-EA5257BE5F74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479059" y="547914"/>
                          <a:ext cx="177800" cy="190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Text Box 43">
              <a:extLst>
                <a:ext uri="{FF2B5EF4-FFF2-40B4-BE49-F238E27FC236}">
                  <a16:creationId xmlns:a16="http://schemas.microsoft.com/office/drawing/2014/main" id="{D501B075-FC2E-4496-9E7B-920A202027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504" y="954420"/>
              <a:ext cx="7633096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zh-CN" altLang="en-US" sz="2400" b="1" dirty="0">
                  <a:latin typeface="+mn-ea"/>
                  <a:ea typeface="+mn-ea"/>
                  <a:cs typeface="Times New Roman" panose="02020603050405020304" pitchFamily="18" charset="0"/>
                </a:rPr>
                <a:t>密度与水相同，现将球从水中取出，需做多少功？</a:t>
              </a:r>
              <a:r>
                <a:rPr kumimoji="1" lang="en-US" altLang="zh-CN" sz="2400" b="1" dirty="0">
                  <a:latin typeface="+mn-ea"/>
                  <a:ea typeface="+mn-ea"/>
                  <a:cs typeface="Times New Roman" panose="02020603050405020304" pitchFamily="18" charset="0"/>
                </a:rPr>
                <a:t> </a:t>
              </a:r>
            </a:p>
          </p:txBody>
        </p:sp>
      </p:grpSp>
      <p:sp>
        <p:nvSpPr>
          <p:cNvPr id="35" name="Text Box 4">
            <a:extLst>
              <a:ext uri="{FF2B5EF4-FFF2-40B4-BE49-F238E27FC236}">
                <a16:creationId xmlns:a16="http://schemas.microsoft.com/office/drawing/2014/main" id="{486BA313-DC58-4501-9A16-6BFB13D440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576" y="1539194"/>
            <a:ext cx="323850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None/>
            </a:pPr>
            <a:r>
              <a:rPr kumimoji="1" lang="zh-CN" altLang="en-US" sz="2400" b="1" dirty="0">
                <a:solidFill>
                  <a:srgbClr val="3366FF"/>
                </a:solidFill>
                <a:latin typeface="+mn-ea"/>
                <a:ea typeface="+mn-ea"/>
              </a:rPr>
              <a:t>解  </a:t>
            </a:r>
            <a:r>
              <a:rPr kumimoji="1" lang="zh-CN" altLang="en-US" sz="2400" b="1" dirty="0">
                <a:latin typeface="+mn-ea"/>
                <a:ea typeface="+mn-ea"/>
              </a:rPr>
              <a:t>如图建立坐标系</a:t>
            </a:r>
            <a:r>
              <a:rPr kumimoji="1" lang="en-US" altLang="zh-CN" sz="2400" b="1" dirty="0">
                <a:latin typeface="+mn-ea"/>
                <a:ea typeface="+mn-ea"/>
              </a:rPr>
              <a:t>.</a:t>
            </a:r>
          </a:p>
        </p:txBody>
      </p: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6CEC89AD-F77A-4BD9-A391-F68C353A861D}"/>
              </a:ext>
            </a:extLst>
          </p:cNvPr>
          <p:cNvGrpSpPr/>
          <p:nvPr/>
        </p:nvGrpSpPr>
        <p:grpSpPr>
          <a:xfrm>
            <a:off x="3604273" y="1536357"/>
            <a:ext cx="4458646" cy="461665"/>
            <a:chOff x="3604273" y="1536357"/>
            <a:chExt cx="4458646" cy="461665"/>
          </a:xfrm>
        </p:grpSpPr>
        <p:sp>
          <p:nvSpPr>
            <p:cNvPr id="36" name="Text Box 4">
              <a:extLst>
                <a:ext uri="{FF2B5EF4-FFF2-40B4-BE49-F238E27FC236}">
                  <a16:creationId xmlns:a16="http://schemas.microsoft.com/office/drawing/2014/main" id="{BC204814-A681-4AEC-A2C7-E101569D55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4273" y="1536357"/>
              <a:ext cx="445864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None/>
              </a:pPr>
              <a:r>
                <a:rPr kumimoji="1" lang="zh-CN" altLang="en-US" sz="2400" b="1" dirty="0">
                  <a:latin typeface="+mn-ea"/>
                  <a:ea typeface="+mn-ea"/>
                </a:rPr>
                <a:t>在      上任取</a:t>
              </a:r>
              <a:endParaRPr kumimoji="1" lang="en-US" altLang="zh-CN" sz="2400" b="1" dirty="0">
                <a:latin typeface="+mn-ea"/>
                <a:ea typeface="+mn-ea"/>
              </a:endParaRPr>
            </a:p>
          </p:txBody>
        </p:sp>
        <p:graphicFrame>
          <p:nvGraphicFramePr>
            <p:cNvPr id="37" name="对象 36">
              <a:extLst>
                <a:ext uri="{FF2B5EF4-FFF2-40B4-BE49-F238E27FC236}">
                  <a16:creationId xmlns:a16="http://schemas.microsoft.com/office/drawing/2014/main" id="{F15A918B-B32E-471A-81A3-7CDED51B35D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146990" y="1625330"/>
            <a:ext cx="7747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3611" name="Equation" r:id="rId5" imgW="774360" imgH="330120" progId="Equation.DSMT4">
                    <p:embed/>
                  </p:oleObj>
                </mc:Choice>
                <mc:Fallback>
                  <p:oleObj name="Equation" r:id="rId5" imgW="774360" imgH="330120" progId="Equation.DSMT4">
                    <p:embed/>
                    <p:pic>
                      <p:nvPicPr>
                        <p:cNvPr id="37" name="对象 36">
                          <a:extLst>
                            <a:ext uri="{FF2B5EF4-FFF2-40B4-BE49-F238E27FC236}">
                              <a16:creationId xmlns:a16="http://schemas.microsoft.com/office/drawing/2014/main" id="{F15A918B-B32E-471A-81A3-7CDED51B35D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146990" y="1625330"/>
                          <a:ext cx="7747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EECF10DE-E5A3-404B-997A-D0D032A68A95}"/>
              </a:ext>
            </a:extLst>
          </p:cNvPr>
          <p:cNvGrpSpPr/>
          <p:nvPr/>
        </p:nvGrpSpPr>
        <p:grpSpPr>
          <a:xfrm>
            <a:off x="156979" y="2138848"/>
            <a:ext cx="3238502" cy="461665"/>
            <a:chOff x="156979" y="2138848"/>
            <a:chExt cx="3238502" cy="461665"/>
          </a:xfrm>
        </p:grpSpPr>
        <p:sp>
          <p:nvSpPr>
            <p:cNvPr id="38" name="Text Box 4">
              <a:extLst>
                <a:ext uri="{FF2B5EF4-FFF2-40B4-BE49-F238E27FC236}">
                  <a16:creationId xmlns:a16="http://schemas.microsoft.com/office/drawing/2014/main" id="{EE65A85C-818C-40FF-B961-6B6EBD9BBE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6979" y="2138848"/>
              <a:ext cx="323850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None/>
              </a:pPr>
              <a:r>
                <a:rPr kumimoji="1" lang="zh-CN" altLang="en-US" sz="2400" b="1" dirty="0">
                  <a:latin typeface="+mn-ea"/>
                  <a:ea typeface="+mn-ea"/>
                </a:rPr>
                <a:t>小区间</a:t>
              </a:r>
              <a:endParaRPr kumimoji="1" lang="en-US" altLang="zh-CN" sz="2400" b="1" dirty="0">
                <a:latin typeface="+mn-ea"/>
                <a:ea typeface="+mn-ea"/>
              </a:endParaRPr>
            </a:p>
          </p:txBody>
        </p:sp>
        <p:graphicFrame>
          <p:nvGraphicFramePr>
            <p:cNvPr id="39" name="对象 38">
              <a:extLst>
                <a:ext uri="{FF2B5EF4-FFF2-40B4-BE49-F238E27FC236}">
                  <a16:creationId xmlns:a16="http://schemas.microsoft.com/office/drawing/2014/main" id="{C9AE1AE1-8417-4689-9C2F-D9BF9B26B37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171575" y="2205038"/>
            <a:ext cx="12827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3612" name="Equation" r:id="rId7" imgW="1282680" imgH="330120" progId="Equation.DSMT4">
                    <p:embed/>
                  </p:oleObj>
                </mc:Choice>
                <mc:Fallback>
                  <p:oleObj name="Equation" r:id="rId7" imgW="1282680" imgH="330120" progId="Equation.DSMT4">
                    <p:embed/>
                    <p:pic>
                      <p:nvPicPr>
                        <p:cNvPr id="39" name="对象 38">
                          <a:extLst>
                            <a:ext uri="{FF2B5EF4-FFF2-40B4-BE49-F238E27FC236}">
                              <a16:creationId xmlns:a16="http://schemas.microsoft.com/office/drawing/2014/main" id="{C9AE1AE1-8417-4689-9C2F-D9BF9B26B37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171575" y="2205038"/>
                          <a:ext cx="12827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D277A24A-EA02-49E3-94B4-800E06332807}"/>
              </a:ext>
            </a:extLst>
          </p:cNvPr>
          <p:cNvGrpSpPr/>
          <p:nvPr/>
        </p:nvGrpSpPr>
        <p:grpSpPr>
          <a:xfrm>
            <a:off x="2578798" y="2138848"/>
            <a:ext cx="3479740" cy="461665"/>
            <a:chOff x="2578798" y="2138848"/>
            <a:chExt cx="3479740" cy="461665"/>
          </a:xfrm>
        </p:grpSpPr>
        <p:sp>
          <p:nvSpPr>
            <p:cNvPr id="40" name="Text Box 4">
              <a:extLst>
                <a:ext uri="{FF2B5EF4-FFF2-40B4-BE49-F238E27FC236}">
                  <a16:creationId xmlns:a16="http://schemas.microsoft.com/office/drawing/2014/main" id="{8196CD5B-BABB-40D0-9E19-40059EF7BF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78798" y="2138848"/>
              <a:ext cx="347974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None/>
              </a:pPr>
              <a:r>
                <a:rPr kumimoji="1" lang="zh-CN" altLang="en-US" sz="2400" b="1" dirty="0">
                  <a:latin typeface="+mn-ea"/>
                  <a:ea typeface="+mn-ea"/>
                </a:rPr>
                <a:t>则高为   的一层薄片   </a:t>
              </a:r>
              <a:endParaRPr kumimoji="1" lang="en-US" altLang="zh-CN" sz="2400" b="1" dirty="0">
                <a:latin typeface="+mn-ea"/>
                <a:ea typeface="+mn-ea"/>
              </a:endParaRPr>
            </a:p>
          </p:txBody>
        </p:sp>
        <p:graphicFrame>
          <p:nvGraphicFramePr>
            <p:cNvPr id="41" name="对象 40">
              <a:extLst>
                <a:ext uri="{FF2B5EF4-FFF2-40B4-BE49-F238E27FC236}">
                  <a16:creationId xmlns:a16="http://schemas.microsoft.com/office/drawing/2014/main" id="{8294A9D4-EC4A-45B3-B705-CE52886BEDA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666799" y="2244026"/>
            <a:ext cx="3302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3613" name="Equation" r:id="rId9" imgW="330120" imgH="279360" progId="Equation.DSMT4">
                    <p:embed/>
                  </p:oleObj>
                </mc:Choice>
                <mc:Fallback>
                  <p:oleObj name="Equation" r:id="rId9" imgW="330120" imgH="279360" progId="Equation.DSMT4">
                    <p:embed/>
                    <p:pic>
                      <p:nvPicPr>
                        <p:cNvPr id="41" name="对象 40">
                          <a:extLst>
                            <a:ext uri="{FF2B5EF4-FFF2-40B4-BE49-F238E27FC236}">
                              <a16:creationId xmlns:a16="http://schemas.microsoft.com/office/drawing/2014/main" id="{8294A9D4-EC4A-45B3-B705-CE52886BEDA2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3666799" y="2244026"/>
                          <a:ext cx="3302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2" name="Text Box 4">
            <a:extLst>
              <a:ext uri="{FF2B5EF4-FFF2-40B4-BE49-F238E27FC236}">
                <a16:creationId xmlns:a16="http://schemas.microsoft.com/office/drawing/2014/main" id="{DB6A4A35-4F37-45BA-BE87-589FA460F9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437" y="2791915"/>
            <a:ext cx="323850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近似看作圆柱薄片，</a:t>
            </a:r>
            <a:endParaRPr kumimoji="1" lang="en-US" altLang="zh-CN" sz="2400" b="1" dirty="0">
              <a:latin typeface="+mn-ea"/>
              <a:ea typeface="+mn-ea"/>
            </a:endParaRPr>
          </a:p>
        </p:txBody>
      </p:sp>
      <p:sp>
        <p:nvSpPr>
          <p:cNvPr id="43" name="Text Box 4">
            <a:extLst>
              <a:ext uri="{FF2B5EF4-FFF2-40B4-BE49-F238E27FC236}">
                <a16:creationId xmlns:a16="http://schemas.microsoft.com/office/drawing/2014/main" id="{7A51FECB-9665-46EE-952F-4F9428B3A2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5232" y="2798185"/>
            <a:ext cx="323850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从而</a:t>
            </a:r>
            <a:r>
              <a:rPr kumimoji="1" lang="zh-CN" altLang="en-US" sz="2400" b="1" dirty="0">
                <a:solidFill>
                  <a:srgbClr val="3366FF"/>
                </a:solidFill>
                <a:latin typeface="+mn-ea"/>
                <a:ea typeface="+mn-ea"/>
              </a:rPr>
              <a:t>重力元素</a:t>
            </a:r>
            <a:r>
              <a:rPr kumimoji="1" lang="zh-CN" altLang="en-US" sz="2400" b="1" dirty="0">
                <a:latin typeface="+mn-ea"/>
                <a:ea typeface="+mn-ea"/>
              </a:rPr>
              <a:t>为</a:t>
            </a:r>
            <a:endParaRPr kumimoji="1" lang="en-US" altLang="zh-CN" sz="2400" b="1" dirty="0">
              <a:latin typeface="+mn-ea"/>
              <a:ea typeface="+mn-ea"/>
            </a:endParaRPr>
          </a:p>
        </p:txBody>
      </p:sp>
      <p:graphicFrame>
        <p:nvGraphicFramePr>
          <p:cNvPr id="44" name="对象 43">
            <a:extLst>
              <a:ext uri="{FF2B5EF4-FFF2-40B4-BE49-F238E27FC236}">
                <a16:creationId xmlns:a16="http://schemas.microsoft.com/office/drawing/2014/main" id="{E27A02ED-6FDA-45EC-A46F-03D618FB7A4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85878" y="3569943"/>
          <a:ext cx="21082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614" name="Equation" r:id="rId11" imgW="2108160" imgH="406080" progId="Equation.DSMT4">
                  <p:embed/>
                </p:oleObj>
              </mc:Choice>
              <mc:Fallback>
                <p:oleObj name="Equation" r:id="rId11" imgW="2108160" imgH="406080" progId="Equation.DSMT4">
                  <p:embed/>
                  <p:pic>
                    <p:nvPicPr>
                      <p:cNvPr id="44" name="对象 43">
                        <a:extLst>
                          <a:ext uri="{FF2B5EF4-FFF2-40B4-BE49-F238E27FC236}">
                            <a16:creationId xmlns:a16="http://schemas.microsoft.com/office/drawing/2014/main" id="{E27A02ED-6FDA-45EC-A46F-03D618FB7A4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885878" y="3569943"/>
                        <a:ext cx="21082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对象 44">
            <a:extLst>
              <a:ext uri="{FF2B5EF4-FFF2-40B4-BE49-F238E27FC236}">
                <a16:creationId xmlns:a16="http://schemas.microsoft.com/office/drawing/2014/main" id="{44FAA5F0-0146-4FFA-A613-7BF3A722F2C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1194270"/>
              </p:ext>
            </p:extLst>
          </p:nvPr>
        </p:nvGraphicFramePr>
        <p:xfrm>
          <a:off x="2324100" y="4223010"/>
          <a:ext cx="22479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615" name="Equation" r:id="rId13" imgW="2247840" imgH="406080" progId="Equation.DSMT4">
                  <p:embed/>
                </p:oleObj>
              </mc:Choice>
              <mc:Fallback>
                <p:oleObj name="Equation" r:id="rId13" imgW="2247840" imgH="406080" progId="Equation.DSMT4">
                  <p:embed/>
                  <p:pic>
                    <p:nvPicPr>
                      <p:cNvPr id="45" name="对象 44">
                        <a:extLst>
                          <a:ext uri="{FF2B5EF4-FFF2-40B4-BE49-F238E27FC236}">
                            <a16:creationId xmlns:a16="http://schemas.microsoft.com/office/drawing/2014/main" id="{44FAA5F0-0146-4FFA-A613-7BF3A722F2C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324100" y="4223010"/>
                        <a:ext cx="22479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组合 8"/>
          <p:cNvGrpSpPr/>
          <p:nvPr/>
        </p:nvGrpSpPr>
        <p:grpSpPr>
          <a:xfrm>
            <a:off x="6221830" y="1491630"/>
            <a:ext cx="2699920" cy="2376264"/>
            <a:chOff x="6221830" y="1491630"/>
            <a:chExt cx="2699920" cy="2376264"/>
          </a:xfrm>
        </p:grpSpPr>
        <p:grpSp>
          <p:nvGrpSpPr>
            <p:cNvPr id="46" name="组合 45">
              <a:extLst>
                <a:ext uri="{FF2B5EF4-FFF2-40B4-BE49-F238E27FC236}">
                  <a16:creationId xmlns:a16="http://schemas.microsoft.com/office/drawing/2014/main" id="{0A1795D1-030C-4FAB-A5F5-734DDFC92416}"/>
                </a:ext>
              </a:extLst>
            </p:cNvPr>
            <p:cNvGrpSpPr/>
            <p:nvPr/>
          </p:nvGrpSpPr>
          <p:grpSpPr>
            <a:xfrm>
              <a:off x="6221830" y="1491630"/>
              <a:ext cx="2699920" cy="2376264"/>
              <a:chOff x="6221830" y="1491630"/>
              <a:chExt cx="2699920" cy="2376264"/>
            </a:xfrm>
          </p:grpSpPr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88E4A095-7CE2-46DC-89E4-6EF1192E2521}"/>
                  </a:ext>
                </a:extLst>
              </p:cNvPr>
              <p:cNvSpPr/>
              <p:nvPr/>
            </p:nvSpPr>
            <p:spPr>
              <a:xfrm>
                <a:off x="6731433" y="3064197"/>
                <a:ext cx="720887" cy="81019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椭圆 16">
                <a:extLst>
                  <a:ext uri="{FF2B5EF4-FFF2-40B4-BE49-F238E27FC236}">
                    <a16:creationId xmlns:a16="http://schemas.microsoft.com/office/drawing/2014/main" id="{E03C0423-1F59-44AA-9E7E-08568061896D}"/>
                  </a:ext>
                </a:extLst>
              </p:cNvPr>
              <p:cNvSpPr/>
              <p:nvPr/>
            </p:nvSpPr>
            <p:spPr>
              <a:xfrm>
                <a:off x="6665693" y="1699908"/>
                <a:ext cx="792086" cy="79200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椭圆 15">
                <a:extLst>
                  <a:ext uri="{FF2B5EF4-FFF2-40B4-BE49-F238E27FC236}">
                    <a16:creationId xmlns:a16="http://schemas.microsoft.com/office/drawing/2014/main" id="{1D095A08-A2C1-481E-9187-8AE0C5CBC6C7}"/>
                  </a:ext>
                </a:extLst>
              </p:cNvPr>
              <p:cNvSpPr/>
              <p:nvPr/>
            </p:nvSpPr>
            <p:spPr>
              <a:xfrm>
                <a:off x="6696237" y="2499742"/>
                <a:ext cx="792086" cy="79200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Line 4">
                <a:extLst>
                  <a:ext uri="{FF2B5EF4-FFF2-40B4-BE49-F238E27FC236}">
                    <a16:creationId xmlns:a16="http://schemas.microsoft.com/office/drawing/2014/main" id="{F52DD396-54C6-4C4A-8B05-E01B56521F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221830" y="2502201"/>
                <a:ext cx="2154625" cy="1406"/>
              </a:xfrm>
              <a:prstGeom prst="line">
                <a:avLst/>
              </a:prstGeom>
              <a:noFill/>
              <a:ln w="19050">
                <a:solidFill>
                  <a:srgbClr val="3366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400" b="1">
                  <a:latin typeface="+mn-ea"/>
                </a:endParaRPr>
              </a:p>
            </p:txBody>
          </p:sp>
          <p:sp>
            <p:nvSpPr>
              <p:cNvPr id="8" name="AutoShape 15" descr="窄横线">
                <a:extLst>
                  <a:ext uri="{FF2B5EF4-FFF2-40B4-BE49-F238E27FC236}">
                    <a16:creationId xmlns:a16="http://schemas.microsoft.com/office/drawing/2014/main" id="{ADAAD6CE-AD7B-49B1-88A1-23959710A5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6233799" y="2343342"/>
                <a:ext cx="202406" cy="134540"/>
              </a:xfrm>
              <a:prstGeom prst="triangle">
                <a:avLst>
                  <a:gd name="adj" fmla="val 50000"/>
                </a:avLst>
              </a:prstGeom>
              <a:pattFill prst="narHorz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 b="1">
                  <a:latin typeface="+mn-ea"/>
                  <a:ea typeface="+mn-ea"/>
                </a:endParaRPr>
              </a:p>
            </p:txBody>
          </p:sp>
          <p:cxnSp>
            <p:nvCxnSpPr>
              <p:cNvPr id="11" name="直接箭头连接符 10">
                <a:extLst>
                  <a:ext uri="{FF2B5EF4-FFF2-40B4-BE49-F238E27FC236}">
                    <a16:creationId xmlns:a16="http://schemas.microsoft.com/office/drawing/2014/main" id="{9CE7E496-4CA1-4C38-AA7B-39B74ACE555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33799" y="2908565"/>
                <a:ext cx="2082617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接箭头连接符 11">
                <a:extLst>
                  <a:ext uri="{FF2B5EF4-FFF2-40B4-BE49-F238E27FC236}">
                    <a16:creationId xmlns:a16="http://schemas.microsoft.com/office/drawing/2014/main" id="{53D4C21C-3767-40BC-BA57-2D543F13052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92280" y="1491630"/>
                <a:ext cx="0" cy="2376264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aphicFrame>
            <p:nvGraphicFramePr>
              <p:cNvPr id="22" name="对象 21">
                <a:extLst>
                  <a:ext uri="{FF2B5EF4-FFF2-40B4-BE49-F238E27FC236}">
                    <a16:creationId xmlns:a16="http://schemas.microsoft.com/office/drawing/2014/main" id="{58A67733-82E5-4034-8C87-7B5E57034B60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086450" y="2914083"/>
              <a:ext cx="177800" cy="1905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3616" name="Equation" r:id="rId15" imgW="177480" imgH="190440" progId="Equation.DSMT4">
                      <p:embed/>
                    </p:oleObj>
                  </mc:Choice>
                  <mc:Fallback>
                    <p:oleObj name="Equation" r:id="rId15" imgW="177480" imgH="190440" progId="Equation.DSMT4">
                      <p:embed/>
                      <p:pic>
                        <p:nvPicPr>
                          <p:cNvPr id="22" name="对象 21">
                            <a:extLst>
                              <a:ext uri="{FF2B5EF4-FFF2-40B4-BE49-F238E27FC236}">
                                <a16:creationId xmlns:a16="http://schemas.microsoft.com/office/drawing/2014/main" id="{58A67733-82E5-4034-8C87-7B5E57034B60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6"/>
                          <a:stretch>
                            <a:fillRect/>
                          </a:stretch>
                        </p:blipFill>
                        <p:spPr>
                          <a:xfrm>
                            <a:off x="7086450" y="2914083"/>
                            <a:ext cx="177800" cy="1905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3" name="对象 22">
                <a:extLst>
                  <a:ext uri="{FF2B5EF4-FFF2-40B4-BE49-F238E27FC236}">
                    <a16:creationId xmlns:a16="http://schemas.microsoft.com/office/drawing/2014/main" id="{87907566-30A0-4299-B05D-2277B67B6EA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8062919" y="2943547"/>
              <a:ext cx="190500" cy="2413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3617" name="Equation" r:id="rId17" imgW="190440" imgH="241200" progId="Equation.DSMT4">
                      <p:embed/>
                    </p:oleObj>
                  </mc:Choice>
                  <mc:Fallback>
                    <p:oleObj name="Equation" r:id="rId17" imgW="190440" imgH="241200" progId="Equation.DSMT4">
                      <p:embed/>
                      <p:pic>
                        <p:nvPicPr>
                          <p:cNvPr id="23" name="对象 22">
                            <a:extLst>
                              <a:ext uri="{FF2B5EF4-FFF2-40B4-BE49-F238E27FC236}">
                                <a16:creationId xmlns:a16="http://schemas.microsoft.com/office/drawing/2014/main" id="{87907566-30A0-4299-B05D-2277B67B6EAC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8"/>
                          <a:stretch>
                            <a:fillRect/>
                          </a:stretch>
                        </p:blipFill>
                        <p:spPr>
                          <a:xfrm>
                            <a:off x="8062919" y="2943547"/>
                            <a:ext cx="190500" cy="2413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4" name="对象 23">
                <a:extLst>
                  <a:ext uri="{FF2B5EF4-FFF2-40B4-BE49-F238E27FC236}">
                    <a16:creationId xmlns:a16="http://schemas.microsoft.com/office/drawing/2014/main" id="{071DFC67-CEAF-487E-9032-1B96356F6CC7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6858967" y="2671265"/>
              <a:ext cx="228600" cy="2413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3618" name="Equation" r:id="rId19" imgW="228600" imgH="241200" progId="Equation.DSMT4">
                      <p:embed/>
                    </p:oleObj>
                  </mc:Choice>
                  <mc:Fallback>
                    <p:oleObj name="Equation" r:id="rId19" imgW="228600" imgH="241200" progId="Equation.DSMT4">
                      <p:embed/>
                      <p:pic>
                        <p:nvPicPr>
                          <p:cNvPr id="24" name="对象 23">
                            <a:extLst>
                              <a:ext uri="{FF2B5EF4-FFF2-40B4-BE49-F238E27FC236}">
                                <a16:creationId xmlns:a16="http://schemas.microsoft.com/office/drawing/2014/main" id="{071DFC67-CEAF-487E-9032-1B96356F6CC7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6858967" y="2671265"/>
                            <a:ext cx="228600" cy="2413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5" name="对象 24">
                <a:extLst>
                  <a:ext uri="{FF2B5EF4-FFF2-40B4-BE49-F238E27FC236}">
                    <a16:creationId xmlns:a16="http://schemas.microsoft.com/office/drawing/2014/main" id="{29E5DCD6-5DD2-400A-93F7-B0BB2613AE0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609248386"/>
                  </p:ext>
                </p:extLst>
              </p:nvPr>
            </p:nvGraphicFramePr>
            <p:xfrm>
              <a:off x="7075397" y="3059524"/>
              <a:ext cx="647700" cy="254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3619" name="Equation" r:id="rId21" imgW="647640" imgH="253800" progId="Equation.DSMT4">
                      <p:embed/>
                    </p:oleObj>
                  </mc:Choice>
                  <mc:Fallback>
                    <p:oleObj name="Equation" r:id="rId21" imgW="647640" imgH="253800" progId="Equation.DSMT4">
                      <p:embed/>
                      <p:pic>
                        <p:nvPicPr>
                          <p:cNvPr id="25" name="对象 24">
                            <a:extLst>
                              <a:ext uri="{FF2B5EF4-FFF2-40B4-BE49-F238E27FC236}">
                                <a16:creationId xmlns:a16="http://schemas.microsoft.com/office/drawing/2014/main" id="{29E5DCD6-5DD2-400A-93F7-B0BB2613AE0C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22"/>
                          <a:stretch>
                            <a:fillRect/>
                          </a:stretch>
                        </p:blipFill>
                        <p:spPr>
                          <a:xfrm>
                            <a:off x="7075397" y="3059524"/>
                            <a:ext cx="647700" cy="2540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9" name="对象 28">
                <a:extLst>
                  <a:ext uri="{FF2B5EF4-FFF2-40B4-BE49-F238E27FC236}">
                    <a16:creationId xmlns:a16="http://schemas.microsoft.com/office/drawing/2014/main" id="{3FCB546B-B136-4BDC-B172-A3B3511A4499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143837" y="3677394"/>
              <a:ext cx="177800" cy="1905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3620" name="Equation" r:id="rId23" imgW="177480" imgH="190440" progId="Equation.DSMT4">
                      <p:embed/>
                    </p:oleObj>
                  </mc:Choice>
                  <mc:Fallback>
                    <p:oleObj name="Equation" r:id="rId23" imgW="177480" imgH="190440" progId="Equation.DSMT4">
                      <p:embed/>
                      <p:pic>
                        <p:nvPicPr>
                          <p:cNvPr id="29" name="对象 28">
                            <a:extLst>
                              <a:ext uri="{FF2B5EF4-FFF2-40B4-BE49-F238E27FC236}">
                                <a16:creationId xmlns:a16="http://schemas.microsoft.com/office/drawing/2014/main" id="{3FCB546B-B136-4BDC-B172-A3B3511A4499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6"/>
                          <a:stretch>
                            <a:fillRect/>
                          </a:stretch>
                        </p:blipFill>
                        <p:spPr>
                          <a:xfrm>
                            <a:off x="7143837" y="3677394"/>
                            <a:ext cx="177800" cy="1905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0" name="对象 29">
                <a:extLst>
                  <a:ext uri="{FF2B5EF4-FFF2-40B4-BE49-F238E27FC236}">
                    <a16:creationId xmlns:a16="http://schemas.microsoft.com/office/drawing/2014/main" id="{FEDEAB97-DBFA-4FD3-AD51-542ADCDC9C32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6905625" y="3306763"/>
              <a:ext cx="152400" cy="1778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3621" name="Equation" r:id="rId24" imgW="152280" imgH="177480" progId="Equation.DSMT4">
                      <p:embed/>
                    </p:oleObj>
                  </mc:Choice>
                  <mc:Fallback>
                    <p:oleObj name="Equation" r:id="rId24" imgW="152280" imgH="177480" progId="Equation.DSMT4">
                      <p:embed/>
                      <p:pic>
                        <p:nvPicPr>
                          <p:cNvPr id="30" name="对象 29">
                            <a:extLst>
                              <a:ext uri="{FF2B5EF4-FFF2-40B4-BE49-F238E27FC236}">
                                <a16:creationId xmlns:a16="http://schemas.microsoft.com/office/drawing/2014/main" id="{FEDEAB97-DBFA-4FD3-AD51-542ADCDC9C32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25"/>
                          <a:stretch>
                            <a:fillRect/>
                          </a:stretch>
                        </p:blipFill>
                        <p:spPr>
                          <a:xfrm>
                            <a:off x="6905625" y="3306763"/>
                            <a:ext cx="152400" cy="1778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1" name="对象 30">
                <a:extLst>
                  <a:ext uri="{FF2B5EF4-FFF2-40B4-BE49-F238E27FC236}">
                    <a16:creationId xmlns:a16="http://schemas.microsoft.com/office/drawing/2014/main" id="{1BA346C3-7242-419B-91A0-8253A3578546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6753225" y="2489200"/>
              <a:ext cx="304800" cy="1778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3622" name="Equation" r:id="rId26" imgW="304560" imgH="177480" progId="Equation.DSMT4">
                      <p:embed/>
                    </p:oleObj>
                  </mc:Choice>
                  <mc:Fallback>
                    <p:oleObj name="Equation" r:id="rId26" imgW="304560" imgH="177480" progId="Equation.DSMT4">
                      <p:embed/>
                      <p:pic>
                        <p:nvPicPr>
                          <p:cNvPr id="31" name="对象 30">
                            <a:extLst>
                              <a:ext uri="{FF2B5EF4-FFF2-40B4-BE49-F238E27FC236}">
                                <a16:creationId xmlns:a16="http://schemas.microsoft.com/office/drawing/2014/main" id="{1BA346C3-7242-419B-91A0-8253A3578546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27"/>
                          <a:stretch>
                            <a:fillRect/>
                          </a:stretch>
                        </p:blipFill>
                        <p:spPr>
                          <a:xfrm>
                            <a:off x="6753225" y="2489200"/>
                            <a:ext cx="304800" cy="1778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cxnSp>
            <p:nvCxnSpPr>
              <p:cNvPr id="33" name="直接箭头连接符 32">
                <a:extLst>
                  <a:ext uri="{FF2B5EF4-FFF2-40B4-BE49-F238E27FC236}">
                    <a16:creationId xmlns:a16="http://schemas.microsoft.com/office/drawing/2014/main" id="{6E0C69D8-D564-4406-882B-CFF7C293487E}"/>
                  </a:ext>
                </a:extLst>
              </p:cNvPr>
              <p:cNvCxnSpPr/>
              <p:nvPr/>
            </p:nvCxnSpPr>
            <p:spPr>
              <a:xfrm>
                <a:off x="7457779" y="3009333"/>
                <a:ext cx="700390" cy="386855"/>
              </a:xfrm>
              <a:prstGeom prst="straightConnector1">
                <a:avLst/>
              </a:prstGeom>
              <a:ln>
                <a:solidFill>
                  <a:srgbClr val="3366FF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aphicFrame>
            <p:nvGraphicFramePr>
              <p:cNvPr id="34" name="对象 33">
                <a:extLst>
                  <a:ext uri="{FF2B5EF4-FFF2-40B4-BE49-F238E27FC236}">
                    <a16:creationId xmlns:a16="http://schemas.microsoft.com/office/drawing/2014/main" id="{105469C1-EB5E-4404-9F2C-5BF653F55163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702550" y="3409950"/>
              <a:ext cx="1219200" cy="3429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3623" name="Equation" r:id="rId28" imgW="1218960" imgH="342720" progId="Equation.DSMT4">
                      <p:embed/>
                    </p:oleObj>
                  </mc:Choice>
                  <mc:Fallback>
                    <p:oleObj name="Equation" r:id="rId28" imgW="1218960" imgH="342720" progId="Equation.DSMT4">
                      <p:embed/>
                      <p:pic>
                        <p:nvPicPr>
                          <p:cNvPr id="34" name="对象 33">
                            <a:extLst>
                              <a:ext uri="{FF2B5EF4-FFF2-40B4-BE49-F238E27FC236}">
                                <a16:creationId xmlns:a16="http://schemas.microsoft.com/office/drawing/2014/main" id="{105469C1-EB5E-4404-9F2C-5BF653F55163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29"/>
                          <a:stretch>
                            <a:fillRect/>
                          </a:stretch>
                        </p:blipFill>
                        <p:spPr>
                          <a:xfrm>
                            <a:off x="7702550" y="3409950"/>
                            <a:ext cx="1219200" cy="3429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88E4A095-7CE2-46DC-89E4-6EF1192E2521}"/>
                </a:ext>
              </a:extLst>
            </p:cNvPr>
            <p:cNvSpPr/>
            <p:nvPr/>
          </p:nvSpPr>
          <p:spPr>
            <a:xfrm>
              <a:off x="6697581" y="2223337"/>
              <a:ext cx="720887" cy="81019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052469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42" grpId="0"/>
      <p:bldP spid="4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A865DD9-8686-49BF-9C8C-BDEBD6243D59}"/>
              </a:ext>
            </a:extLst>
          </p:cNvPr>
          <p:cNvSpPr/>
          <p:nvPr/>
        </p:nvSpPr>
        <p:spPr>
          <a:xfrm>
            <a:off x="611560" y="359772"/>
            <a:ext cx="14221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400" b="1" dirty="0">
                <a:solidFill>
                  <a:srgbClr val="3366FF"/>
                </a:solidFill>
                <a:latin typeface="+mn-ea"/>
              </a:rPr>
              <a:t>重力元素</a:t>
            </a:r>
            <a:endParaRPr lang="zh-CN" altLang="en-US" sz="2400" dirty="0"/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F33A76E2-DCC5-452B-A375-D589FD09989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2665367"/>
              </p:ext>
            </p:extLst>
          </p:nvPr>
        </p:nvGraphicFramePr>
        <p:xfrm>
          <a:off x="2627784" y="411510"/>
          <a:ext cx="26797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690" name="Equation" r:id="rId3" imgW="2679480" imgH="406080" progId="Equation.DSMT4">
                  <p:embed/>
                </p:oleObj>
              </mc:Choice>
              <mc:Fallback>
                <p:oleObj name="Equation" r:id="rId3" imgW="2679480" imgH="40608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F33A76E2-DCC5-452B-A375-D589FD0998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627784" y="411510"/>
                        <a:ext cx="26797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组合 3">
            <a:extLst>
              <a:ext uri="{FF2B5EF4-FFF2-40B4-BE49-F238E27FC236}">
                <a16:creationId xmlns:a16="http://schemas.microsoft.com/office/drawing/2014/main" id="{A6CB955D-B025-486C-BF99-088EAFE6AC22}"/>
              </a:ext>
            </a:extLst>
          </p:cNvPr>
          <p:cNvGrpSpPr/>
          <p:nvPr/>
        </p:nvGrpSpPr>
        <p:grpSpPr>
          <a:xfrm>
            <a:off x="6228184" y="791820"/>
            <a:ext cx="2699920" cy="2376264"/>
            <a:chOff x="6221830" y="1491630"/>
            <a:chExt cx="2699920" cy="2376264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C88D3D9A-BEEC-41CF-8A70-A0D846F2BADE}"/>
                </a:ext>
              </a:extLst>
            </p:cNvPr>
            <p:cNvSpPr/>
            <p:nvPr/>
          </p:nvSpPr>
          <p:spPr>
            <a:xfrm>
              <a:off x="6755702" y="2245538"/>
              <a:ext cx="612068" cy="81019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41F2D5DE-63B3-4CE0-B399-4CDF87D94A33}"/>
                </a:ext>
              </a:extLst>
            </p:cNvPr>
            <p:cNvSpPr/>
            <p:nvPr/>
          </p:nvSpPr>
          <p:spPr>
            <a:xfrm>
              <a:off x="6768244" y="3064197"/>
              <a:ext cx="612068" cy="81019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EA34EE11-0C26-45A3-8D52-C35DCEACE8EF}"/>
                </a:ext>
              </a:extLst>
            </p:cNvPr>
            <p:cNvSpPr/>
            <p:nvPr/>
          </p:nvSpPr>
          <p:spPr>
            <a:xfrm>
              <a:off x="6665693" y="1699908"/>
              <a:ext cx="792086" cy="7920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BBD559E6-C9FD-48EA-ABFF-364581309545}"/>
                </a:ext>
              </a:extLst>
            </p:cNvPr>
            <p:cNvSpPr/>
            <p:nvPr/>
          </p:nvSpPr>
          <p:spPr>
            <a:xfrm>
              <a:off x="6696237" y="2499742"/>
              <a:ext cx="792086" cy="7920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Line 4">
              <a:extLst>
                <a:ext uri="{FF2B5EF4-FFF2-40B4-BE49-F238E27FC236}">
                  <a16:creationId xmlns:a16="http://schemas.microsoft.com/office/drawing/2014/main" id="{C1010418-EF35-4605-8227-D2A3A630B97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221830" y="2502201"/>
              <a:ext cx="2154625" cy="1406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 b="1">
                <a:latin typeface="+mn-ea"/>
              </a:endParaRPr>
            </a:p>
          </p:txBody>
        </p:sp>
        <p:sp>
          <p:nvSpPr>
            <p:cNvPr id="10" name="AutoShape 15" descr="窄横线">
              <a:extLst>
                <a:ext uri="{FF2B5EF4-FFF2-40B4-BE49-F238E27FC236}">
                  <a16:creationId xmlns:a16="http://schemas.microsoft.com/office/drawing/2014/main" id="{E354796A-C667-4DA7-8B72-8CF516FF6182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6233799" y="2343342"/>
              <a:ext cx="202406" cy="134540"/>
            </a:xfrm>
            <a:prstGeom prst="triangle">
              <a:avLst>
                <a:gd name="adj" fmla="val 50000"/>
              </a:avLst>
            </a:prstGeom>
            <a:pattFill prst="narHorz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 b="1">
                <a:latin typeface="+mn-ea"/>
                <a:ea typeface="+mn-ea"/>
              </a:endParaRPr>
            </a:p>
          </p:txBody>
        </p:sp>
        <p:cxnSp>
          <p:nvCxnSpPr>
            <p:cNvPr id="11" name="直接箭头连接符 10">
              <a:extLst>
                <a:ext uri="{FF2B5EF4-FFF2-40B4-BE49-F238E27FC236}">
                  <a16:creationId xmlns:a16="http://schemas.microsoft.com/office/drawing/2014/main" id="{672DA1DF-9DE9-4D3E-BF88-CC5FFC1345E5}"/>
                </a:ext>
              </a:extLst>
            </p:cNvPr>
            <p:cNvCxnSpPr>
              <a:cxnSpLocks/>
            </p:cNvCxnSpPr>
            <p:nvPr/>
          </p:nvCxnSpPr>
          <p:spPr>
            <a:xfrm>
              <a:off x="6233799" y="2908565"/>
              <a:ext cx="2082617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箭头连接符 11">
              <a:extLst>
                <a:ext uri="{FF2B5EF4-FFF2-40B4-BE49-F238E27FC236}">
                  <a16:creationId xmlns:a16="http://schemas.microsoft.com/office/drawing/2014/main" id="{5D4EB3BD-E38B-4E15-942F-BE5E917DBB33}"/>
                </a:ext>
              </a:extLst>
            </p:cNvPr>
            <p:cNvCxnSpPr>
              <a:cxnSpLocks/>
            </p:cNvCxnSpPr>
            <p:nvPr/>
          </p:nvCxnSpPr>
          <p:spPr>
            <a:xfrm>
              <a:off x="7092280" y="1491630"/>
              <a:ext cx="0" cy="237626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957E0824-2640-494F-A64D-539441BB7B8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086450" y="2914083"/>
            <a:ext cx="1778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4691" name="Equation" r:id="rId5" imgW="177480" imgH="190440" progId="Equation.DSMT4">
                    <p:embed/>
                  </p:oleObj>
                </mc:Choice>
                <mc:Fallback>
                  <p:oleObj name="Equation" r:id="rId5" imgW="177480" imgH="190440" progId="Equation.DSMT4">
                    <p:embed/>
                    <p:pic>
                      <p:nvPicPr>
                        <p:cNvPr id="13" name="对象 12">
                          <a:extLst>
                            <a:ext uri="{FF2B5EF4-FFF2-40B4-BE49-F238E27FC236}">
                              <a16:creationId xmlns:a16="http://schemas.microsoft.com/office/drawing/2014/main" id="{957E0824-2640-494F-A64D-539441BB7B8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7086450" y="2914083"/>
                          <a:ext cx="177800" cy="190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EC0FA1A8-7420-44C2-836C-CD2193F85EC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062919" y="2943547"/>
            <a:ext cx="1905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4692" name="Equation" r:id="rId7" imgW="190440" imgH="241200" progId="Equation.DSMT4">
                    <p:embed/>
                  </p:oleObj>
                </mc:Choice>
                <mc:Fallback>
                  <p:oleObj name="Equation" r:id="rId7" imgW="190440" imgH="241200" progId="Equation.DSMT4">
                    <p:embed/>
                    <p:pic>
                      <p:nvPicPr>
                        <p:cNvPr id="14" name="对象 13">
                          <a:extLst>
                            <a:ext uri="{FF2B5EF4-FFF2-40B4-BE49-F238E27FC236}">
                              <a16:creationId xmlns:a16="http://schemas.microsoft.com/office/drawing/2014/main" id="{EC0FA1A8-7420-44C2-836C-CD2193F85EC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8062919" y="2943547"/>
                          <a:ext cx="190500" cy="241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FCFE814C-C4FA-4D78-B366-BF01329C610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858967" y="2671265"/>
            <a:ext cx="2286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4693" name="Equation" r:id="rId9" imgW="228600" imgH="241200" progId="Equation.DSMT4">
                    <p:embed/>
                  </p:oleObj>
                </mc:Choice>
                <mc:Fallback>
                  <p:oleObj name="Equation" r:id="rId9" imgW="228600" imgH="241200" progId="Equation.DSMT4">
                    <p:embed/>
                    <p:pic>
                      <p:nvPicPr>
                        <p:cNvPr id="15" name="对象 14">
                          <a:extLst>
                            <a:ext uri="{FF2B5EF4-FFF2-40B4-BE49-F238E27FC236}">
                              <a16:creationId xmlns:a16="http://schemas.microsoft.com/office/drawing/2014/main" id="{FCFE814C-C4FA-4D78-B366-BF01329C610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6858967" y="2671265"/>
                          <a:ext cx="228600" cy="241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3FC4A1E4-D6DD-4E9C-B672-B4DA7A26DBF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98919635"/>
                </p:ext>
              </p:extLst>
            </p:nvPr>
          </p:nvGraphicFramePr>
          <p:xfrm>
            <a:off x="7063886" y="3091275"/>
            <a:ext cx="647700" cy="254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4694" name="Equation" r:id="rId11" imgW="647640" imgH="253800" progId="Equation.DSMT4">
                    <p:embed/>
                  </p:oleObj>
                </mc:Choice>
                <mc:Fallback>
                  <p:oleObj name="Equation" r:id="rId11" imgW="647640" imgH="253800" progId="Equation.DSMT4">
                    <p:embed/>
                    <p:pic>
                      <p:nvPicPr>
                        <p:cNvPr id="16" name="对象 15">
                          <a:extLst>
                            <a:ext uri="{FF2B5EF4-FFF2-40B4-BE49-F238E27FC236}">
                              <a16:creationId xmlns:a16="http://schemas.microsoft.com/office/drawing/2014/main" id="{3FC4A1E4-D6DD-4E9C-B672-B4DA7A26DBF6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7063886" y="3091275"/>
                          <a:ext cx="647700" cy="254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37808874-6267-4E65-98EB-64858C17D48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143837" y="3677394"/>
            <a:ext cx="1778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4695" name="Equation" r:id="rId13" imgW="177480" imgH="190440" progId="Equation.DSMT4">
                    <p:embed/>
                  </p:oleObj>
                </mc:Choice>
                <mc:Fallback>
                  <p:oleObj name="Equation" r:id="rId13" imgW="177480" imgH="190440" progId="Equation.DSMT4">
                    <p:embed/>
                    <p:pic>
                      <p:nvPicPr>
                        <p:cNvPr id="17" name="对象 16">
                          <a:extLst>
                            <a:ext uri="{FF2B5EF4-FFF2-40B4-BE49-F238E27FC236}">
                              <a16:creationId xmlns:a16="http://schemas.microsoft.com/office/drawing/2014/main" id="{37808874-6267-4E65-98EB-64858C17D48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7143837" y="3677394"/>
                          <a:ext cx="177800" cy="190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对象 17">
              <a:extLst>
                <a:ext uri="{FF2B5EF4-FFF2-40B4-BE49-F238E27FC236}">
                  <a16:creationId xmlns:a16="http://schemas.microsoft.com/office/drawing/2014/main" id="{6FEE925B-5517-466F-B486-EAAB5230366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28502557"/>
                </p:ext>
              </p:extLst>
            </p:nvPr>
          </p:nvGraphicFramePr>
          <p:xfrm>
            <a:off x="6905625" y="3306763"/>
            <a:ext cx="152400" cy="177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4696" name="Equation" r:id="rId14" imgW="152280" imgH="177480" progId="Equation.DSMT4">
                    <p:embed/>
                  </p:oleObj>
                </mc:Choice>
                <mc:Fallback>
                  <p:oleObj name="Equation" r:id="rId14" imgW="152280" imgH="177480" progId="Equation.DSMT4">
                    <p:embed/>
                    <p:pic>
                      <p:nvPicPr>
                        <p:cNvPr id="18" name="对象 17">
                          <a:extLst>
                            <a:ext uri="{FF2B5EF4-FFF2-40B4-BE49-F238E27FC236}">
                              <a16:creationId xmlns:a16="http://schemas.microsoft.com/office/drawing/2014/main" id="{6FEE925B-5517-466F-B486-EAAB5230366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6905625" y="3306763"/>
                          <a:ext cx="152400" cy="177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" name="对象 18">
              <a:extLst>
                <a:ext uri="{FF2B5EF4-FFF2-40B4-BE49-F238E27FC236}">
                  <a16:creationId xmlns:a16="http://schemas.microsoft.com/office/drawing/2014/main" id="{59E55DDD-B71A-4A3D-B3AB-08AC44EC6DF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753225" y="2489200"/>
            <a:ext cx="304800" cy="177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4697" name="Equation" r:id="rId16" imgW="304560" imgH="177480" progId="Equation.DSMT4">
                    <p:embed/>
                  </p:oleObj>
                </mc:Choice>
                <mc:Fallback>
                  <p:oleObj name="Equation" r:id="rId16" imgW="304560" imgH="177480" progId="Equation.DSMT4">
                    <p:embed/>
                    <p:pic>
                      <p:nvPicPr>
                        <p:cNvPr id="19" name="对象 18">
                          <a:extLst>
                            <a:ext uri="{FF2B5EF4-FFF2-40B4-BE49-F238E27FC236}">
                              <a16:creationId xmlns:a16="http://schemas.microsoft.com/office/drawing/2014/main" id="{59E55DDD-B71A-4A3D-B3AB-08AC44EC6DF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6753225" y="2489200"/>
                          <a:ext cx="304800" cy="177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20" name="直接箭头连接符 19">
              <a:extLst>
                <a:ext uri="{FF2B5EF4-FFF2-40B4-BE49-F238E27FC236}">
                  <a16:creationId xmlns:a16="http://schemas.microsoft.com/office/drawing/2014/main" id="{EED4F32F-B3FF-42EF-949E-A98B6FF18E1B}"/>
                </a:ext>
              </a:extLst>
            </p:cNvPr>
            <p:cNvCxnSpPr/>
            <p:nvPr/>
          </p:nvCxnSpPr>
          <p:spPr>
            <a:xfrm>
              <a:off x="7457779" y="3009333"/>
              <a:ext cx="700390" cy="38685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21" name="对象 20">
              <a:extLst>
                <a:ext uri="{FF2B5EF4-FFF2-40B4-BE49-F238E27FC236}">
                  <a16:creationId xmlns:a16="http://schemas.microsoft.com/office/drawing/2014/main" id="{F9D7C74D-FBAE-48D3-9EC1-27074CDC5EF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702550" y="3409950"/>
            <a:ext cx="12192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4698" name="Equation" r:id="rId18" imgW="1218960" imgH="342720" progId="Equation.DSMT4">
                    <p:embed/>
                  </p:oleObj>
                </mc:Choice>
                <mc:Fallback>
                  <p:oleObj name="Equation" r:id="rId18" imgW="1218960" imgH="342720" progId="Equation.DSMT4">
                    <p:embed/>
                    <p:pic>
                      <p:nvPicPr>
                        <p:cNvPr id="21" name="对象 20">
                          <a:extLst>
                            <a:ext uri="{FF2B5EF4-FFF2-40B4-BE49-F238E27FC236}">
                              <a16:creationId xmlns:a16="http://schemas.microsoft.com/office/drawing/2014/main" id="{F9D7C74D-FBAE-48D3-9EC1-27074CDC5EF2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7702550" y="3409950"/>
                          <a:ext cx="12192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2" name="Text Box 4">
            <a:extLst>
              <a:ext uri="{FF2B5EF4-FFF2-40B4-BE49-F238E27FC236}">
                <a16:creationId xmlns:a16="http://schemas.microsoft.com/office/drawing/2014/main" id="{D01696FD-5123-48A8-8AEC-CFB63E197C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560" y="928423"/>
            <a:ext cx="524416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由于球与水密度相同，故薄片在水中</a:t>
            </a:r>
            <a:endParaRPr kumimoji="1" lang="en-US" altLang="zh-CN" sz="2400" b="1" dirty="0">
              <a:latin typeface="+mn-ea"/>
              <a:ea typeface="+mn-ea"/>
            </a:endParaRPr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78822B89-B6FE-4BD0-B8A7-593A965040DC}"/>
              </a:ext>
            </a:extLst>
          </p:cNvPr>
          <p:cNvGrpSpPr/>
          <p:nvPr/>
        </p:nvGrpSpPr>
        <p:grpSpPr>
          <a:xfrm>
            <a:off x="199658" y="1518287"/>
            <a:ext cx="2722674" cy="461665"/>
            <a:chOff x="207604" y="1974254"/>
            <a:chExt cx="2722674" cy="461665"/>
          </a:xfrm>
        </p:grpSpPr>
        <p:sp>
          <p:nvSpPr>
            <p:cNvPr id="23" name="Text Box 4">
              <a:extLst>
                <a:ext uri="{FF2B5EF4-FFF2-40B4-BE49-F238E27FC236}">
                  <a16:creationId xmlns:a16="http://schemas.microsoft.com/office/drawing/2014/main" id="{B412C22E-537D-4344-B654-6FA836493F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7604" y="1974254"/>
              <a:ext cx="272267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None/>
              </a:pPr>
              <a:r>
                <a:rPr kumimoji="1" lang="zh-CN" altLang="en-US" sz="2400" b="1" dirty="0">
                  <a:latin typeface="+mn-ea"/>
                  <a:ea typeface="+mn-ea"/>
                </a:rPr>
                <a:t>部分      不作功，</a:t>
              </a:r>
              <a:endParaRPr kumimoji="1" lang="en-US" altLang="zh-CN" sz="2400" b="1" dirty="0">
                <a:latin typeface="+mn-ea"/>
                <a:ea typeface="+mn-ea"/>
              </a:endParaRPr>
            </a:p>
          </p:txBody>
        </p:sp>
        <p:graphicFrame>
          <p:nvGraphicFramePr>
            <p:cNvPr id="24" name="对象 23">
              <a:extLst>
                <a:ext uri="{FF2B5EF4-FFF2-40B4-BE49-F238E27FC236}">
                  <a16:creationId xmlns:a16="http://schemas.microsoft.com/office/drawing/2014/main" id="{0DEAC926-B5B6-47CD-BCCA-2A49F102201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42681" y="2068464"/>
            <a:ext cx="8128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4699" name="Equation" r:id="rId20" imgW="812520" imgH="342720" progId="Equation.DSMT4">
                    <p:embed/>
                  </p:oleObj>
                </mc:Choice>
                <mc:Fallback>
                  <p:oleObj name="Equation" r:id="rId20" imgW="812520" imgH="342720" progId="Equation.DSMT4">
                    <p:embed/>
                    <p:pic>
                      <p:nvPicPr>
                        <p:cNvPr id="24" name="对象 23">
                          <a:extLst>
                            <a:ext uri="{FF2B5EF4-FFF2-40B4-BE49-F238E27FC236}">
                              <a16:creationId xmlns:a16="http://schemas.microsoft.com/office/drawing/2014/main" id="{0DEAC926-B5B6-47CD-BCCA-2A49F102201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942681" y="2068464"/>
                          <a:ext cx="8128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101EC967-C661-4810-844D-8BAF293EFB9B}"/>
              </a:ext>
            </a:extLst>
          </p:cNvPr>
          <p:cNvGrpSpPr/>
          <p:nvPr/>
        </p:nvGrpSpPr>
        <p:grpSpPr>
          <a:xfrm>
            <a:off x="2846334" y="1505525"/>
            <a:ext cx="2722674" cy="461665"/>
            <a:chOff x="1124260" y="3044866"/>
            <a:chExt cx="2722674" cy="461665"/>
          </a:xfrm>
        </p:grpSpPr>
        <p:sp>
          <p:nvSpPr>
            <p:cNvPr id="25" name="Text Box 4">
              <a:extLst>
                <a:ext uri="{FF2B5EF4-FFF2-40B4-BE49-F238E27FC236}">
                  <a16:creationId xmlns:a16="http://schemas.microsoft.com/office/drawing/2014/main" id="{A84805BE-A55A-4BC8-9193-7219847965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24260" y="3044866"/>
              <a:ext cx="272267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None/>
              </a:pPr>
              <a:r>
                <a:rPr kumimoji="1" lang="zh-CN" altLang="en-US" sz="2400" b="1" dirty="0">
                  <a:latin typeface="+mn-ea"/>
                  <a:ea typeface="+mn-ea"/>
                </a:rPr>
                <a:t>作功距离为</a:t>
              </a:r>
              <a:endParaRPr kumimoji="1" lang="en-US" altLang="zh-CN" sz="2400" b="1" dirty="0">
                <a:latin typeface="+mn-ea"/>
                <a:ea typeface="+mn-ea"/>
              </a:endParaRPr>
            </a:p>
          </p:txBody>
        </p:sp>
        <p:graphicFrame>
          <p:nvGraphicFramePr>
            <p:cNvPr id="26" name="对象 25">
              <a:extLst>
                <a:ext uri="{FF2B5EF4-FFF2-40B4-BE49-F238E27FC236}">
                  <a16:creationId xmlns:a16="http://schemas.microsoft.com/office/drawing/2014/main" id="{15003129-89DD-4E6C-B7E3-94DE3C20C57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47032" y="3136726"/>
            <a:ext cx="8636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4700" name="Equation" r:id="rId22" imgW="863280" imgH="342720" progId="Equation.DSMT4">
                    <p:embed/>
                  </p:oleObj>
                </mc:Choice>
                <mc:Fallback>
                  <p:oleObj name="Equation" r:id="rId22" imgW="863280" imgH="342720" progId="Equation.DSMT4">
                    <p:embed/>
                    <p:pic>
                      <p:nvPicPr>
                        <p:cNvPr id="26" name="对象 25">
                          <a:extLst>
                            <a:ext uri="{FF2B5EF4-FFF2-40B4-BE49-F238E27FC236}">
                              <a16:creationId xmlns:a16="http://schemas.microsoft.com/office/drawing/2014/main" id="{15003129-89DD-4E6C-B7E3-94DE3C20C57A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2747032" y="3136726"/>
                          <a:ext cx="8636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8" name="矩形 27">
            <a:extLst>
              <a:ext uri="{FF2B5EF4-FFF2-40B4-BE49-F238E27FC236}">
                <a16:creationId xmlns:a16="http://schemas.microsoft.com/office/drawing/2014/main" id="{5FDF9719-14F4-4197-A47D-A75B1D074319}"/>
              </a:ext>
            </a:extLst>
          </p:cNvPr>
          <p:cNvSpPr/>
          <p:nvPr/>
        </p:nvSpPr>
        <p:spPr>
          <a:xfrm>
            <a:off x="587730" y="2091025"/>
            <a:ext cx="211206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latin typeface="+mn-ea"/>
              </a:rPr>
              <a:t>故</a:t>
            </a:r>
            <a:r>
              <a:rPr kumimoji="1" lang="zh-CN" altLang="en-US" sz="2400" b="1" dirty="0">
                <a:solidFill>
                  <a:srgbClr val="3366FF"/>
                </a:solidFill>
                <a:latin typeface="+mn-ea"/>
              </a:rPr>
              <a:t>功元素</a:t>
            </a:r>
            <a:r>
              <a:rPr kumimoji="1" lang="zh-CN" altLang="en-US" sz="2400" b="1" dirty="0">
                <a:latin typeface="+mn-ea"/>
              </a:rPr>
              <a:t>为</a:t>
            </a:r>
            <a:endParaRPr lang="zh-CN" altLang="en-US" sz="2400" dirty="0"/>
          </a:p>
        </p:txBody>
      </p:sp>
      <p:graphicFrame>
        <p:nvGraphicFramePr>
          <p:cNvPr id="30" name="对象 29">
            <a:extLst>
              <a:ext uri="{FF2B5EF4-FFF2-40B4-BE49-F238E27FC236}">
                <a16:creationId xmlns:a16="http://schemas.microsoft.com/office/drawing/2014/main" id="{93BF210C-5456-4FD9-913D-99E946A1804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5383965"/>
              </p:ext>
            </p:extLst>
          </p:nvPr>
        </p:nvGraphicFramePr>
        <p:xfrm>
          <a:off x="934735" y="2644394"/>
          <a:ext cx="51308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701" name="Equation" r:id="rId24" imgW="5130720" imgH="406080" progId="Equation.DSMT4">
                  <p:embed/>
                </p:oleObj>
              </mc:Choice>
              <mc:Fallback>
                <p:oleObj name="Equation" r:id="rId24" imgW="5130720" imgH="406080" progId="Equation.DSMT4">
                  <p:embed/>
                  <p:pic>
                    <p:nvPicPr>
                      <p:cNvPr id="30" name="对象 29">
                        <a:extLst>
                          <a:ext uri="{FF2B5EF4-FFF2-40B4-BE49-F238E27FC236}">
                            <a16:creationId xmlns:a16="http://schemas.microsoft.com/office/drawing/2014/main" id="{93BF210C-5456-4FD9-913D-99E946A1804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934735" y="2644394"/>
                        <a:ext cx="51308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矩形 30">
            <a:extLst>
              <a:ext uri="{FF2B5EF4-FFF2-40B4-BE49-F238E27FC236}">
                <a16:creationId xmlns:a16="http://schemas.microsoft.com/office/drawing/2014/main" id="{BF64FB19-997C-4669-913D-6E9312023539}"/>
              </a:ext>
            </a:extLst>
          </p:cNvPr>
          <p:cNvSpPr/>
          <p:nvPr/>
        </p:nvSpPr>
        <p:spPr>
          <a:xfrm>
            <a:off x="627220" y="3266333"/>
            <a:ext cx="75466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solidFill>
                  <a:srgbClr val="3366FF"/>
                </a:solidFill>
                <a:latin typeface="+mn-ea"/>
              </a:rPr>
              <a:t>功</a:t>
            </a:r>
            <a:endParaRPr lang="zh-CN" altLang="en-US" sz="2400" dirty="0"/>
          </a:p>
        </p:txBody>
      </p:sp>
      <p:graphicFrame>
        <p:nvGraphicFramePr>
          <p:cNvPr id="32" name="对象 31">
            <a:extLst>
              <a:ext uri="{FF2B5EF4-FFF2-40B4-BE49-F238E27FC236}">
                <a16:creationId xmlns:a16="http://schemas.microsoft.com/office/drawing/2014/main" id="{10CADEE0-28AF-4B6E-810D-4A3EE9DDBA2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0885537"/>
              </p:ext>
            </p:extLst>
          </p:nvPr>
        </p:nvGraphicFramePr>
        <p:xfrm>
          <a:off x="1131632" y="3202832"/>
          <a:ext cx="35814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702" name="Equation" r:id="rId26" imgW="3581280" imgH="596880" progId="Equation.DSMT4">
                  <p:embed/>
                </p:oleObj>
              </mc:Choice>
              <mc:Fallback>
                <p:oleObj name="Equation" r:id="rId26" imgW="3581280" imgH="596880" progId="Equation.DSMT4">
                  <p:embed/>
                  <p:pic>
                    <p:nvPicPr>
                      <p:cNvPr id="32" name="对象 31">
                        <a:extLst>
                          <a:ext uri="{FF2B5EF4-FFF2-40B4-BE49-F238E27FC236}">
                            <a16:creationId xmlns:a16="http://schemas.microsoft.com/office/drawing/2014/main" id="{10CADEE0-28AF-4B6E-810D-4A3EE9DDBA2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1131632" y="3202832"/>
                        <a:ext cx="35814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32">
            <a:extLst>
              <a:ext uri="{FF2B5EF4-FFF2-40B4-BE49-F238E27FC236}">
                <a16:creationId xmlns:a16="http://schemas.microsoft.com/office/drawing/2014/main" id="{5F7826D3-D21A-4313-8DD6-98D6F2A0095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2677787"/>
              </p:ext>
            </p:extLst>
          </p:nvPr>
        </p:nvGraphicFramePr>
        <p:xfrm>
          <a:off x="4747287" y="3128865"/>
          <a:ext cx="13462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703" name="Equation" r:id="rId28" imgW="1346040" imgH="736560" progId="Equation.DSMT4">
                  <p:embed/>
                </p:oleObj>
              </mc:Choice>
              <mc:Fallback>
                <p:oleObj name="Equation" r:id="rId28" imgW="1346040" imgH="736560" progId="Equation.DSMT4">
                  <p:embed/>
                  <p:pic>
                    <p:nvPicPr>
                      <p:cNvPr id="33" name="对象 32">
                        <a:extLst>
                          <a:ext uri="{FF2B5EF4-FFF2-40B4-BE49-F238E27FC236}">
                            <a16:creationId xmlns:a16="http://schemas.microsoft.com/office/drawing/2014/main" id="{5F7826D3-D21A-4313-8DD6-98D6F2A0095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4747287" y="3128865"/>
                        <a:ext cx="13462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Text Box 28">
            <a:extLst>
              <a:ext uri="{FF2B5EF4-FFF2-40B4-BE49-F238E27FC236}">
                <a16:creationId xmlns:a16="http://schemas.microsoft.com/office/drawing/2014/main" id="{DCFED5EF-2C14-4476-97D9-67B2992A2E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021" y="4010059"/>
            <a:ext cx="697432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rgbClr val="3366FF"/>
                </a:solidFill>
                <a:latin typeface="+mn-ea"/>
                <a:ea typeface="+mn-ea"/>
              </a:rPr>
              <a:t>注 </a:t>
            </a:r>
            <a:r>
              <a:rPr kumimoji="1" lang="zh-CN" altLang="en-US" sz="2400" b="1" dirty="0">
                <a:latin typeface="+mn-ea"/>
                <a:ea typeface="+mn-ea"/>
              </a:rPr>
              <a:t>本例非变力做功，但可用定积分元素法来解决</a:t>
            </a:r>
            <a:r>
              <a:rPr kumimoji="1" lang="en-US" altLang="zh-CN" sz="2400" b="1" dirty="0">
                <a:latin typeface="+mn-ea"/>
                <a:ea typeface="+mn-ea"/>
              </a:rPr>
              <a:t>.</a:t>
            </a:r>
            <a:endParaRPr kumimoji="1" lang="zh-CN" altLang="en-US" sz="2400" b="1" dirty="0">
              <a:latin typeface="+mn-ea"/>
              <a:ea typeface="+mn-ea"/>
            </a:endParaRPr>
          </a:p>
        </p:txBody>
      </p: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686714F3-0B8D-4948-9813-B40F4E9F5163}"/>
              </a:ext>
            </a:extLst>
          </p:cNvPr>
          <p:cNvCxnSpPr>
            <a:cxnSpLocks/>
          </p:cNvCxnSpPr>
          <p:nvPr/>
        </p:nvCxnSpPr>
        <p:spPr>
          <a:xfrm flipH="1">
            <a:off x="7270604" y="1799932"/>
            <a:ext cx="10857" cy="576064"/>
          </a:xfrm>
          <a:prstGeom prst="line">
            <a:avLst/>
          </a:prstGeom>
          <a:ln w="127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B31CA122-2C80-4514-A63E-9B910163647A}"/>
              </a:ext>
            </a:extLst>
          </p:cNvPr>
          <p:cNvCxnSpPr>
            <a:cxnSpLocks/>
          </p:cNvCxnSpPr>
          <p:nvPr/>
        </p:nvCxnSpPr>
        <p:spPr>
          <a:xfrm flipH="1">
            <a:off x="7164288" y="1633759"/>
            <a:ext cx="1" cy="219442"/>
          </a:xfrm>
          <a:prstGeom prst="line">
            <a:avLst/>
          </a:prstGeom>
          <a:ln w="12700">
            <a:solidFill>
              <a:srgbClr val="0064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3685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utoUpdateAnimBg="0"/>
      <p:bldP spid="28" grpId="0"/>
      <p:bldP spid="31" grpId="0"/>
      <p:bldP spid="3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077120CF-612F-4B69-92D1-56E93ACDDDBF}"/>
              </a:ext>
            </a:extLst>
          </p:cNvPr>
          <p:cNvSpPr txBox="1">
            <a:spLocks noChangeArrowheads="1"/>
          </p:cNvSpPr>
          <p:nvPr/>
        </p:nvSpPr>
        <p:spPr>
          <a:xfrm>
            <a:off x="683568" y="195486"/>
            <a:ext cx="3026203" cy="4616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二、液体侧压力</a:t>
            </a:r>
          </a:p>
        </p:txBody>
      </p:sp>
      <p:sp>
        <p:nvSpPr>
          <p:cNvPr id="3" name="Text Box 2">
            <a:extLst>
              <a:ext uri="{FF2B5EF4-FFF2-40B4-BE49-F238E27FC236}">
                <a16:creationId xmlns:a16="http://schemas.microsoft.com/office/drawing/2014/main" id="{E43DED01-9800-4152-980D-5689FC44C1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1675" y="1610838"/>
            <a:ext cx="275750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  <a:cs typeface="Times New Roman" panose="02020603050405020304" pitchFamily="18" charset="0"/>
              </a:rPr>
              <a:t>面积为 </a:t>
            </a:r>
            <a:r>
              <a:rPr kumimoji="1" lang="en-US" altLang="zh-CN" sz="2400" b="1" i="1" dirty="0">
                <a:solidFill>
                  <a:srgbClr val="3366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kumimoji="1" lang="en-US" altLang="zh-CN" sz="2400" b="1" i="1" dirty="0">
                <a:solidFill>
                  <a:schemeClr val="tx2"/>
                </a:solidFill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zh-CN" altLang="en-US" sz="2400" b="1" dirty="0">
                <a:latin typeface="+mn-ea"/>
                <a:ea typeface="+mn-ea"/>
                <a:cs typeface="Times New Roman" panose="02020603050405020304" pitchFamily="18" charset="0"/>
              </a:rPr>
              <a:t>的平板</a:t>
            </a:r>
          </a:p>
        </p:txBody>
      </p:sp>
      <p:sp>
        <p:nvSpPr>
          <p:cNvPr id="4" name="Line 4">
            <a:extLst>
              <a:ext uri="{FF2B5EF4-FFF2-40B4-BE49-F238E27FC236}">
                <a16:creationId xmlns:a16="http://schemas.microsoft.com/office/drawing/2014/main" id="{5E78AB40-ABFF-425C-B19E-CFF0EBF85D3E}"/>
              </a:ext>
            </a:extLst>
          </p:cNvPr>
          <p:cNvSpPr>
            <a:spLocks noChangeShapeType="1"/>
          </p:cNvSpPr>
          <p:nvPr/>
        </p:nvSpPr>
        <p:spPr bwMode="auto">
          <a:xfrm>
            <a:off x="5364532" y="297579"/>
            <a:ext cx="202406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400" b="1">
              <a:latin typeface="+mn-ea"/>
            </a:endParaRPr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B876F8CE-EC25-4EAF-8489-E7D8E3D9F8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931" y="744096"/>
            <a:ext cx="211008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  <a:cs typeface="Times New Roman" panose="02020603050405020304" pitchFamily="18" charset="0"/>
              </a:rPr>
              <a:t>设液体密度为</a:t>
            </a:r>
            <a:endParaRPr kumimoji="1" lang="zh-CN" altLang="en-US" sz="2400" b="1" i="1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6" name="Object 7">
            <a:extLst>
              <a:ext uri="{FF2B5EF4-FFF2-40B4-BE49-F238E27FC236}">
                <a16:creationId xmlns:a16="http://schemas.microsoft.com/office/drawing/2014/main" id="{258FC232-7CB9-47F8-A23A-62D4A55F13D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8012806"/>
              </p:ext>
            </p:extLst>
          </p:nvPr>
        </p:nvGraphicFramePr>
        <p:xfrm>
          <a:off x="3021080" y="1353666"/>
          <a:ext cx="1098550" cy="34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94" name="Equation" r:id="rId3" imgW="1193760" imgH="342720" progId="Equation.DSMT4">
                  <p:embed/>
                </p:oleObj>
              </mc:Choice>
              <mc:Fallback>
                <p:oleObj name="Equation" r:id="rId3" imgW="1193760" imgH="342720" progId="Equation.DSMT4">
                  <p:embed/>
                  <p:pic>
                    <p:nvPicPr>
                      <p:cNvPr id="6" name="Object 7">
                        <a:extLst>
                          <a:ext uri="{FF2B5EF4-FFF2-40B4-BE49-F238E27FC236}">
                            <a16:creationId xmlns:a16="http://schemas.microsoft.com/office/drawing/2014/main" id="{258FC232-7CB9-47F8-A23A-62D4A55F13D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1080" y="1353666"/>
                        <a:ext cx="1098550" cy="3413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0">
            <a:extLst>
              <a:ext uri="{FF2B5EF4-FFF2-40B4-BE49-F238E27FC236}">
                <a16:creationId xmlns:a16="http://schemas.microsoft.com/office/drawing/2014/main" id="{CA0230A4-D371-4A68-AE30-6C596338A0E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837681"/>
              </p:ext>
            </p:extLst>
          </p:nvPr>
        </p:nvGraphicFramePr>
        <p:xfrm>
          <a:off x="6425380" y="557135"/>
          <a:ext cx="171450" cy="247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95" name="Equation" r:id="rId5" imgW="127080" imgH="194400" progId="Equation.3">
                  <p:embed/>
                </p:oleObj>
              </mc:Choice>
              <mc:Fallback>
                <p:oleObj name="Equation" r:id="rId5" imgW="127080" imgH="194400" progId="Equation.3">
                  <p:embed/>
                  <p:pic>
                    <p:nvPicPr>
                      <p:cNvPr id="7" name="Object 10">
                        <a:extLst>
                          <a:ext uri="{FF2B5EF4-FFF2-40B4-BE49-F238E27FC236}">
                            <a16:creationId xmlns:a16="http://schemas.microsoft.com/office/drawing/2014/main" id="{CA0230A4-D371-4A68-AE30-6C596338A0E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5380" y="557135"/>
                        <a:ext cx="171450" cy="247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11">
            <a:extLst>
              <a:ext uri="{FF2B5EF4-FFF2-40B4-BE49-F238E27FC236}">
                <a16:creationId xmlns:a16="http://schemas.microsoft.com/office/drawing/2014/main" id="{9E89BEC9-4CA8-4DB7-A61D-ACB20AE52A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858" y="1865476"/>
            <a:ext cx="3429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当平板与水面平行时</a:t>
            </a:r>
            <a:r>
              <a:rPr kumimoji="1" lang="en-US" altLang="zh-CN" sz="2400" b="1" dirty="0">
                <a:latin typeface="+mn-ea"/>
                <a:ea typeface="+mn-ea"/>
              </a:rPr>
              <a:t>, </a:t>
            </a:r>
          </a:p>
        </p:txBody>
      </p:sp>
      <p:graphicFrame>
        <p:nvGraphicFramePr>
          <p:cNvPr id="9" name="Object 12">
            <a:extLst>
              <a:ext uri="{FF2B5EF4-FFF2-40B4-BE49-F238E27FC236}">
                <a16:creationId xmlns:a16="http://schemas.microsoft.com/office/drawing/2014/main" id="{E44F3654-3AAA-4150-85A8-C3EFE1E6B8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0558510"/>
              </p:ext>
            </p:extLst>
          </p:nvPr>
        </p:nvGraphicFramePr>
        <p:xfrm>
          <a:off x="3673542" y="2542703"/>
          <a:ext cx="1143000" cy="341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96" name="Equation" r:id="rId7" imgW="1143000" imgH="342720" progId="Equation.DSMT4">
                  <p:embed/>
                </p:oleObj>
              </mc:Choice>
              <mc:Fallback>
                <p:oleObj name="Equation" r:id="rId7" imgW="1143000" imgH="342720" progId="Equation.DSMT4">
                  <p:embed/>
                  <p:pic>
                    <p:nvPicPr>
                      <p:cNvPr id="9" name="Object 12">
                        <a:extLst>
                          <a:ext uri="{FF2B5EF4-FFF2-40B4-BE49-F238E27FC236}">
                            <a16:creationId xmlns:a16="http://schemas.microsoft.com/office/drawing/2014/main" id="{E44F3654-3AAA-4150-85A8-C3EFE1E6B85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3542" y="2542703"/>
                        <a:ext cx="1143000" cy="341313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13">
            <a:extLst>
              <a:ext uri="{FF2B5EF4-FFF2-40B4-BE49-F238E27FC236}">
                <a16:creationId xmlns:a16="http://schemas.microsoft.com/office/drawing/2014/main" id="{F3B011FB-41A4-479D-B92F-F25E9195F9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3343" y="3151800"/>
            <a:ext cx="356322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当平板与水面不平行时</a:t>
            </a:r>
            <a:r>
              <a:rPr kumimoji="1" lang="en-US" altLang="zh-CN" sz="2400" b="1" dirty="0">
                <a:latin typeface="+mn-ea"/>
                <a:ea typeface="+mn-ea"/>
              </a:rPr>
              <a:t>,</a:t>
            </a:r>
          </a:p>
        </p:txBody>
      </p:sp>
      <p:sp>
        <p:nvSpPr>
          <p:cNvPr id="11" name="Text Box 14">
            <a:extLst>
              <a:ext uri="{FF2B5EF4-FFF2-40B4-BE49-F238E27FC236}">
                <a16:creationId xmlns:a16="http://schemas.microsoft.com/office/drawing/2014/main" id="{0994334C-CEB1-4DDF-9238-6B3403B2A8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817" y="3769076"/>
            <a:ext cx="555973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所受侧压力问题就需用定积分来解决 </a:t>
            </a:r>
            <a:r>
              <a:rPr kumimoji="1" lang="en-US" altLang="zh-CN" sz="2400" b="1" dirty="0">
                <a:latin typeface="+mn-ea"/>
                <a:ea typeface="+mn-ea"/>
              </a:rPr>
              <a:t>.</a:t>
            </a:r>
          </a:p>
        </p:txBody>
      </p:sp>
      <p:sp>
        <p:nvSpPr>
          <p:cNvPr id="12" name="AutoShape 15" descr="窄横线">
            <a:extLst>
              <a:ext uri="{FF2B5EF4-FFF2-40B4-BE49-F238E27FC236}">
                <a16:creationId xmlns:a16="http://schemas.microsoft.com/office/drawing/2014/main" id="{9F7FD294-E422-4F9A-B016-A993469B0942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5483598" y="163041"/>
            <a:ext cx="202406" cy="134540"/>
          </a:xfrm>
          <a:prstGeom prst="triangle">
            <a:avLst>
              <a:gd name="adj" fmla="val 50000"/>
            </a:avLst>
          </a:prstGeom>
          <a:pattFill prst="narHorz">
            <a:fgClr>
              <a:schemeClr val="tx1"/>
            </a:fgClr>
            <a:bgClr>
              <a:schemeClr val="bg1"/>
            </a:bgClr>
          </a:patt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 b="1">
              <a:latin typeface="+mn-ea"/>
              <a:ea typeface="+mn-ea"/>
            </a:endParaRPr>
          </a:p>
        </p:txBody>
      </p:sp>
      <p:sp>
        <p:nvSpPr>
          <p:cNvPr id="13" name="Text Box 16">
            <a:extLst>
              <a:ext uri="{FF2B5EF4-FFF2-40B4-BE49-F238E27FC236}">
                <a16:creationId xmlns:a16="http://schemas.microsoft.com/office/drawing/2014/main" id="{41BAF74E-3E86-44C8-9EFF-41EA0C3601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9742" y="2429192"/>
            <a:ext cx="367963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平板一侧所受的压力为</a:t>
            </a:r>
          </a:p>
        </p:txBody>
      </p:sp>
      <p:sp>
        <p:nvSpPr>
          <p:cNvPr id="14" name="Text Box 17">
            <a:extLst>
              <a:ext uri="{FF2B5EF4-FFF2-40B4-BE49-F238E27FC236}">
                <a16:creationId xmlns:a16="http://schemas.microsoft.com/office/drawing/2014/main" id="{231AEAEB-F4E0-4DD2-9F67-CB080B0A3C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682" y="1622733"/>
            <a:ext cx="534121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5400" b="1" dirty="0">
                <a:solidFill>
                  <a:srgbClr val="3366FF"/>
                </a:solidFill>
                <a:latin typeface="+mn-ea"/>
                <a:ea typeface="+mn-ea"/>
                <a:cs typeface="Times New Roman" panose="02020603050405020304" pitchFamily="18" charset="0"/>
              </a:rPr>
              <a:t>•</a:t>
            </a:r>
            <a:endParaRPr kumimoji="1" lang="en-US" altLang="zh-CN" sz="5400" b="1" dirty="0">
              <a:solidFill>
                <a:srgbClr val="3366FF"/>
              </a:solidFill>
              <a:latin typeface="+mn-ea"/>
              <a:ea typeface="+mn-ea"/>
            </a:endParaRPr>
          </a:p>
        </p:txBody>
      </p:sp>
      <p:sp>
        <p:nvSpPr>
          <p:cNvPr id="15" name="Text Box 18">
            <a:extLst>
              <a:ext uri="{FF2B5EF4-FFF2-40B4-BE49-F238E27FC236}">
                <a16:creationId xmlns:a16="http://schemas.microsoft.com/office/drawing/2014/main" id="{5626CCED-77D0-4CDC-997B-8638611222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682" y="2927193"/>
            <a:ext cx="534121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5400" b="1" dirty="0">
                <a:solidFill>
                  <a:srgbClr val="3366FF"/>
                </a:solidFill>
                <a:latin typeface="+mn-ea"/>
                <a:ea typeface="+mn-ea"/>
                <a:cs typeface="Times New Roman" panose="02020603050405020304" pitchFamily="18" charset="0"/>
              </a:rPr>
              <a:t>•</a:t>
            </a:r>
            <a:endParaRPr kumimoji="1" lang="en-US" altLang="zh-CN" sz="5400" b="1" dirty="0">
              <a:solidFill>
                <a:srgbClr val="3366FF"/>
              </a:solidFill>
              <a:latin typeface="+mn-ea"/>
              <a:ea typeface="+mn-ea"/>
            </a:endParaRPr>
          </a:p>
        </p:txBody>
      </p:sp>
      <p:sp>
        <p:nvSpPr>
          <p:cNvPr id="16" name="Line 4">
            <a:extLst>
              <a:ext uri="{FF2B5EF4-FFF2-40B4-BE49-F238E27FC236}">
                <a16:creationId xmlns:a16="http://schemas.microsoft.com/office/drawing/2014/main" id="{76314AA8-D1D1-4136-A193-98A7D7B8F685}"/>
              </a:ext>
            </a:extLst>
          </p:cNvPr>
          <p:cNvSpPr>
            <a:spLocks noChangeShapeType="1"/>
          </p:cNvSpPr>
          <p:nvPr/>
        </p:nvSpPr>
        <p:spPr bwMode="auto">
          <a:xfrm>
            <a:off x="5575273" y="2349028"/>
            <a:ext cx="202406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400" b="1">
              <a:latin typeface="+mn-ea"/>
            </a:endParaRPr>
          </a:p>
        </p:txBody>
      </p:sp>
      <p:sp>
        <p:nvSpPr>
          <p:cNvPr id="17" name="Line 9">
            <a:extLst>
              <a:ext uri="{FF2B5EF4-FFF2-40B4-BE49-F238E27FC236}">
                <a16:creationId xmlns:a16="http://schemas.microsoft.com/office/drawing/2014/main" id="{5FDD96DD-1A30-42FD-A864-5287446E835F}"/>
              </a:ext>
            </a:extLst>
          </p:cNvPr>
          <p:cNvSpPr>
            <a:spLocks noChangeShapeType="1"/>
          </p:cNvSpPr>
          <p:nvPr/>
        </p:nvSpPr>
        <p:spPr bwMode="auto">
          <a:xfrm>
            <a:off x="7388595" y="2349027"/>
            <a:ext cx="2382" cy="1774923"/>
          </a:xfrm>
          <a:prstGeom prst="line">
            <a:avLst/>
          </a:prstGeom>
          <a:noFill/>
          <a:ln w="19050">
            <a:solidFill>
              <a:srgbClr val="3366FF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400" b="1">
              <a:latin typeface="+mn-ea"/>
            </a:endParaRPr>
          </a:p>
        </p:txBody>
      </p:sp>
      <p:graphicFrame>
        <p:nvGraphicFramePr>
          <p:cNvPr id="18" name="Object 10">
            <a:extLst>
              <a:ext uri="{FF2B5EF4-FFF2-40B4-BE49-F238E27FC236}">
                <a16:creationId xmlns:a16="http://schemas.microsoft.com/office/drawing/2014/main" id="{E8200274-88BD-4E97-AD15-0376D4A72E7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1917182"/>
              </p:ext>
            </p:extLst>
          </p:nvPr>
        </p:nvGraphicFramePr>
        <p:xfrm>
          <a:off x="7390977" y="2688356"/>
          <a:ext cx="171450" cy="247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97" name="Equation" r:id="rId9" imgW="127080" imgH="194400" progId="Equation.3">
                  <p:embed/>
                </p:oleObj>
              </mc:Choice>
              <mc:Fallback>
                <p:oleObj name="Equation" r:id="rId9" imgW="127080" imgH="194400" progId="Equation.3">
                  <p:embed/>
                  <p:pic>
                    <p:nvPicPr>
                      <p:cNvPr id="18" name="Object 10">
                        <a:extLst>
                          <a:ext uri="{FF2B5EF4-FFF2-40B4-BE49-F238E27FC236}">
                            <a16:creationId xmlns:a16="http://schemas.microsoft.com/office/drawing/2014/main" id="{E8200274-88BD-4E97-AD15-0376D4A72E7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0977" y="2688356"/>
                        <a:ext cx="171450" cy="247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AutoShape 15" descr="窄横线">
            <a:extLst>
              <a:ext uri="{FF2B5EF4-FFF2-40B4-BE49-F238E27FC236}">
                <a16:creationId xmlns:a16="http://schemas.microsoft.com/office/drawing/2014/main" id="{E710B726-1DBD-435D-B4A2-5B956EAF0639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5870551" y="2211982"/>
            <a:ext cx="202406" cy="134540"/>
          </a:xfrm>
          <a:prstGeom prst="triangle">
            <a:avLst>
              <a:gd name="adj" fmla="val 50000"/>
            </a:avLst>
          </a:prstGeom>
          <a:pattFill prst="narHorz">
            <a:fgClr>
              <a:schemeClr val="tx1"/>
            </a:fgClr>
            <a:bgClr>
              <a:schemeClr val="bg1"/>
            </a:bgClr>
          </a:patt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 b="1">
              <a:latin typeface="+mn-ea"/>
              <a:ea typeface="+mn-ea"/>
            </a:endParaRPr>
          </a:p>
        </p:txBody>
      </p:sp>
      <p:sp>
        <p:nvSpPr>
          <p:cNvPr id="20" name="Text Box 2">
            <a:extLst>
              <a:ext uri="{FF2B5EF4-FFF2-40B4-BE49-F238E27FC236}">
                <a16:creationId xmlns:a16="http://schemas.microsoft.com/office/drawing/2014/main" id="{AE0EDA69-EFE9-4EC4-B240-03909C15E3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76935" y="4458421"/>
            <a:ext cx="272422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  <a:cs typeface="Times New Roman" panose="02020603050405020304" pitchFamily="18" charset="0"/>
              </a:rPr>
              <a:t>面积为 </a:t>
            </a:r>
            <a:r>
              <a:rPr kumimoji="1" lang="en-US" altLang="zh-CN" sz="2400" b="1" i="1" dirty="0">
                <a:solidFill>
                  <a:srgbClr val="3366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kumimoji="1" lang="en-US" altLang="zh-CN" sz="2400" b="1" i="1" dirty="0">
                <a:solidFill>
                  <a:schemeClr val="tx2"/>
                </a:solidFill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zh-CN" altLang="en-US" sz="2400" b="1" dirty="0">
                <a:latin typeface="+mn-ea"/>
                <a:ea typeface="+mn-ea"/>
                <a:cs typeface="Times New Roman" panose="02020603050405020304" pitchFamily="18" charset="0"/>
              </a:rPr>
              <a:t>的平板</a:t>
            </a:r>
          </a:p>
        </p:txBody>
      </p:sp>
      <p:sp>
        <p:nvSpPr>
          <p:cNvPr id="21" name="流程图: 数据 20">
            <a:extLst>
              <a:ext uri="{FF2B5EF4-FFF2-40B4-BE49-F238E27FC236}">
                <a16:creationId xmlns:a16="http://schemas.microsoft.com/office/drawing/2014/main" id="{D370ED3C-B270-4498-81A9-6C549F39624E}"/>
              </a:ext>
            </a:extLst>
          </p:cNvPr>
          <p:cNvSpPr/>
          <p:nvPr/>
        </p:nvSpPr>
        <p:spPr>
          <a:xfrm>
            <a:off x="5483598" y="950696"/>
            <a:ext cx="1766693" cy="596500"/>
          </a:xfrm>
          <a:prstGeom prst="flowChartInputOutput">
            <a:avLst/>
          </a:prstGeom>
          <a:gradFill flip="none" rotWithShape="1">
            <a:gsLst>
              <a:gs pos="0">
                <a:schemeClr val="accent1">
                  <a:lumMod val="0"/>
                  <a:lumOff val="100000"/>
                </a:schemeClr>
              </a:gs>
              <a:gs pos="35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Line 9">
            <a:extLst>
              <a:ext uri="{FF2B5EF4-FFF2-40B4-BE49-F238E27FC236}">
                <a16:creationId xmlns:a16="http://schemas.microsoft.com/office/drawing/2014/main" id="{1A7AAC97-43FE-46C3-92A8-C90C9870C2E7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376" y="309485"/>
            <a:ext cx="0" cy="963216"/>
          </a:xfrm>
          <a:prstGeom prst="line">
            <a:avLst/>
          </a:prstGeom>
          <a:noFill/>
          <a:ln w="19050">
            <a:solidFill>
              <a:srgbClr val="3366FF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400" b="1">
              <a:latin typeface="+mn-ea"/>
            </a:endParaRPr>
          </a:p>
        </p:txBody>
      </p:sp>
      <p:sp>
        <p:nvSpPr>
          <p:cNvPr id="23" name="流程图: 数据 22">
            <a:extLst>
              <a:ext uri="{FF2B5EF4-FFF2-40B4-BE49-F238E27FC236}">
                <a16:creationId xmlns:a16="http://schemas.microsoft.com/office/drawing/2014/main" id="{2C052838-EC52-4BE9-A34B-0F5AE80ECC8A}"/>
              </a:ext>
            </a:extLst>
          </p:cNvPr>
          <p:cNvSpPr/>
          <p:nvPr/>
        </p:nvSpPr>
        <p:spPr>
          <a:xfrm rot="5400000" flipH="1">
            <a:off x="5482680" y="3047840"/>
            <a:ext cx="2123533" cy="759614"/>
          </a:xfrm>
          <a:prstGeom prst="flowChartInputOutpu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4" name="Object 7">
            <a:extLst>
              <a:ext uri="{FF2B5EF4-FFF2-40B4-BE49-F238E27FC236}">
                <a16:creationId xmlns:a16="http://schemas.microsoft.com/office/drawing/2014/main" id="{9BB6BE8B-DE44-4C2C-B243-040664315B0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9264115"/>
              </p:ext>
            </p:extLst>
          </p:nvPr>
        </p:nvGraphicFramePr>
        <p:xfrm>
          <a:off x="2699611" y="875750"/>
          <a:ext cx="220662" cy="265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98" name="MathType 6.0 Equation" r:id="rId11" imgW="241200" imgH="266400" progId="Equation.DSMT4">
                  <p:embed/>
                </p:oleObj>
              </mc:Choice>
              <mc:Fallback>
                <p:oleObj name="MathType 6.0 Equation" r:id="rId11" imgW="241200" imgH="266400" progId="Equation.DSMT4">
                  <p:embed/>
                  <p:pic>
                    <p:nvPicPr>
                      <p:cNvPr id="24" name="Object 7">
                        <a:extLst>
                          <a:ext uri="{FF2B5EF4-FFF2-40B4-BE49-F238E27FC236}">
                            <a16:creationId xmlns:a16="http://schemas.microsoft.com/office/drawing/2014/main" id="{9BB6BE8B-DE44-4C2C-B243-040664315B0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9611" y="875750"/>
                        <a:ext cx="220662" cy="2651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5" name="组合 24">
            <a:extLst>
              <a:ext uri="{FF2B5EF4-FFF2-40B4-BE49-F238E27FC236}">
                <a16:creationId xmlns:a16="http://schemas.microsoft.com/office/drawing/2014/main" id="{605FC380-4A05-4E35-8BFE-B3F0A1237A75}"/>
              </a:ext>
            </a:extLst>
          </p:cNvPr>
          <p:cNvGrpSpPr/>
          <p:nvPr/>
        </p:nvGrpSpPr>
        <p:grpSpPr>
          <a:xfrm>
            <a:off x="663620" y="1277939"/>
            <a:ext cx="2780208" cy="470764"/>
            <a:chOff x="695303" y="1465736"/>
            <a:chExt cx="2780208" cy="470764"/>
          </a:xfrm>
        </p:grpSpPr>
        <p:sp>
          <p:nvSpPr>
            <p:cNvPr id="26" name="Text Box 6">
              <a:extLst>
                <a:ext uri="{FF2B5EF4-FFF2-40B4-BE49-F238E27FC236}">
                  <a16:creationId xmlns:a16="http://schemas.microsoft.com/office/drawing/2014/main" id="{AE343046-0535-488C-8A36-2BB2803513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5303" y="1465736"/>
              <a:ext cx="852361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solidFill>
                    <a:srgbClr val="3366FF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深为</a:t>
              </a:r>
              <a:endParaRPr kumimoji="1" lang="en-US" altLang="zh-CN" sz="2400" b="1" dirty="0">
                <a:solidFill>
                  <a:srgbClr val="3366FF"/>
                </a:solidFill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27" name="Object 7">
              <a:extLst>
                <a:ext uri="{FF2B5EF4-FFF2-40B4-BE49-F238E27FC236}">
                  <a16:creationId xmlns:a16="http://schemas.microsoft.com/office/drawing/2014/main" id="{D4BE4BDB-FB90-4E89-88BE-8338CE0F6A46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1460351" y="1597390"/>
            <a:ext cx="174625" cy="2778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299" name="MathType 6.0 Equation" r:id="rId13" imgW="190440" imgH="279360" progId="Equation.DSMT4">
                    <p:embed/>
                  </p:oleObj>
                </mc:Choice>
                <mc:Fallback>
                  <p:oleObj name="MathType 6.0 Equation" r:id="rId13" imgW="190440" imgH="279360" progId="Equation.DSMT4">
                    <p:embed/>
                    <p:pic>
                      <p:nvPicPr>
                        <p:cNvPr id="27" name="Object 7">
                          <a:extLst>
                            <a:ext uri="{FF2B5EF4-FFF2-40B4-BE49-F238E27FC236}">
                              <a16:creationId xmlns:a16="http://schemas.microsoft.com/office/drawing/2014/main" id="{D4BE4BDB-FB90-4E89-88BE-8338CE0F6A4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60351" y="1597390"/>
                          <a:ext cx="174625" cy="2778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" name="Text Box 6">
              <a:extLst>
                <a:ext uri="{FF2B5EF4-FFF2-40B4-BE49-F238E27FC236}">
                  <a16:creationId xmlns:a16="http://schemas.microsoft.com/office/drawing/2014/main" id="{EA1E8246-3FA3-4A7B-B3BA-6F73AB2C99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06031" y="1474835"/>
              <a:ext cx="186948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solidFill>
                    <a:srgbClr val="3366FF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处的压强</a:t>
              </a:r>
              <a:endParaRPr kumimoji="1" lang="en-US" altLang="zh-CN" sz="2400" b="1" dirty="0">
                <a:solidFill>
                  <a:srgbClr val="3366FF"/>
                </a:solidFill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90708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2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0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2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000"/>
                            </p:stCondLst>
                            <p:childTnLst>
                              <p:par>
                                <p:cTn id="7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000"/>
                            </p:stCondLst>
                            <p:childTnLst>
                              <p:par>
                                <p:cTn id="8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000"/>
                            </p:stCondLst>
                            <p:childTnLst>
                              <p:par>
                                <p:cTn id="9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2000"/>
                            </p:stCondLst>
                            <p:childTnLst>
                              <p:par>
                                <p:cTn id="10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5" grpId="0" autoUpdateAnimBg="0"/>
      <p:bldP spid="8" grpId="0" autoUpdateAnimBg="0"/>
      <p:bldP spid="10" grpId="0" autoUpdateAnimBg="0"/>
      <p:bldP spid="11" grpId="0" autoUpdateAnimBg="0"/>
      <p:bldP spid="12" grpId="0" animBg="1"/>
      <p:bldP spid="13" grpId="0" autoUpdateAnimBg="0"/>
      <p:bldP spid="14" grpId="0" build="p" autoUpdateAnimBg="0"/>
      <p:bldP spid="15" grpId="0" build="p" autoUpdateAnimBg="0"/>
      <p:bldP spid="19" grpId="0" animBg="1"/>
      <p:bldP spid="20" grpId="0" autoUpdateAnimBg="0"/>
      <p:bldP spid="21" grpId="0" animBg="1"/>
      <p:bldP spid="2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181BAE5A-363B-452A-8A0D-84611CFB0646}"/>
              </a:ext>
            </a:extLst>
          </p:cNvPr>
          <p:cNvSpPr/>
          <p:nvPr/>
        </p:nvSpPr>
        <p:spPr>
          <a:xfrm>
            <a:off x="6194963" y="2351306"/>
            <a:ext cx="2041748" cy="1440159"/>
          </a:xfrm>
          <a:prstGeom prst="rect">
            <a:avLst/>
          </a:prstGeom>
          <a:solidFill>
            <a:schemeClr val="tx2">
              <a:lumMod val="60000"/>
              <a:lumOff val="40000"/>
              <a:alpha val="5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303752BF-C855-4452-A107-6C2159C4CD5B}"/>
              </a:ext>
            </a:extLst>
          </p:cNvPr>
          <p:cNvSpPr txBox="1">
            <a:spLocks noChangeArrowheads="1"/>
          </p:cNvSpPr>
          <p:nvPr/>
        </p:nvSpPr>
        <p:spPr>
          <a:xfrm>
            <a:off x="706329" y="267494"/>
            <a:ext cx="681038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3366FF"/>
                </a:solidFill>
                <a:latin typeface="+mn-ea"/>
                <a:ea typeface="+mn-ea"/>
              </a:rPr>
              <a:t>例</a:t>
            </a:r>
            <a:r>
              <a:rPr lang="en-US" altLang="zh-CN" sz="2400" b="1" dirty="0">
                <a:solidFill>
                  <a:srgbClr val="3366FF"/>
                </a:solidFill>
                <a:latin typeface="+mn-ea"/>
                <a:ea typeface="+mn-ea"/>
              </a:rPr>
              <a:t>5</a:t>
            </a:r>
            <a:endParaRPr lang="en-US" altLang="zh-CN" sz="2400" b="1" i="1" dirty="0">
              <a:solidFill>
                <a:srgbClr val="3366FF"/>
              </a:solidFill>
              <a:latin typeface="+mn-ea"/>
              <a:ea typeface="+mn-ea"/>
              <a:sym typeface="Symbol" panose="05050102010706020507" pitchFamily="18" charset="2"/>
            </a:endParaRPr>
          </a:p>
        </p:txBody>
      </p:sp>
      <p:sp>
        <p:nvSpPr>
          <p:cNvPr id="3" name="Text Box 45">
            <a:extLst>
              <a:ext uri="{FF2B5EF4-FFF2-40B4-BE49-F238E27FC236}">
                <a16:creationId xmlns:a16="http://schemas.microsoft.com/office/drawing/2014/main" id="{8D8F7570-2A6D-4DD3-AD0B-94C7BCEA3B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7367" y="267494"/>
            <a:ext cx="738927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  <a:cs typeface="Times New Roman" panose="02020603050405020304" pitchFamily="18" charset="0"/>
              </a:rPr>
              <a:t>大坝中有一扇垂直的闸门呈正方形，它的边长为</a:t>
            </a:r>
            <a:r>
              <a:rPr kumimoji="1" lang="en-US" altLang="zh-CN" sz="2400" b="1" dirty="0">
                <a:latin typeface="+mn-ea"/>
                <a:ea typeface="+mn-ea"/>
                <a:cs typeface="Times New Roman" panose="02020603050405020304" pitchFamily="18" charset="0"/>
              </a:rPr>
              <a:t>6</a:t>
            </a:r>
            <a:r>
              <a:rPr kumimoji="1" lang="zh-CN" altLang="en-US" sz="2400" b="1" dirty="0">
                <a:latin typeface="+mn-ea"/>
                <a:ea typeface="+mn-ea"/>
                <a:cs typeface="Times New Roman" panose="02020603050405020304" pitchFamily="18" charset="0"/>
              </a:rPr>
              <a:t>米，</a:t>
            </a:r>
          </a:p>
        </p:txBody>
      </p:sp>
      <p:sp>
        <p:nvSpPr>
          <p:cNvPr id="4" name="Text Box 45">
            <a:extLst>
              <a:ext uri="{FF2B5EF4-FFF2-40B4-BE49-F238E27FC236}">
                <a16:creationId xmlns:a16="http://schemas.microsoft.com/office/drawing/2014/main" id="{8BC3DD81-DA29-43D1-8C29-B2AFFD1301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31" y="764741"/>
            <a:ext cx="768772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400" b="1" dirty="0">
                <a:latin typeface="+mn-ea"/>
                <a:cs typeface="Times New Roman" panose="02020603050405020304" pitchFamily="18" charset="0"/>
              </a:rPr>
              <a:t>上边沿在水面上</a:t>
            </a:r>
            <a:r>
              <a:rPr kumimoji="1" lang="en-US" altLang="zh-CN" sz="2400" b="1" dirty="0">
                <a:latin typeface="+mn-ea"/>
                <a:cs typeface="Times New Roman" panose="02020603050405020304" pitchFamily="18" charset="0"/>
              </a:rPr>
              <a:t>2</a:t>
            </a:r>
            <a:r>
              <a:rPr kumimoji="1" lang="zh-CN" altLang="en-US" sz="2400" b="1" dirty="0">
                <a:latin typeface="+mn-ea"/>
                <a:cs typeface="Times New Roman" panose="02020603050405020304" pitchFamily="18" charset="0"/>
              </a:rPr>
              <a:t>米</a:t>
            </a:r>
            <a:r>
              <a:rPr kumimoji="1" lang="zh-CN" altLang="en-US" sz="2400" b="1" dirty="0">
                <a:latin typeface="+mn-ea"/>
                <a:ea typeface="+mn-ea"/>
                <a:cs typeface="Times New Roman" panose="02020603050405020304" pitchFamily="18" charset="0"/>
              </a:rPr>
              <a:t>的地方</a:t>
            </a:r>
            <a:r>
              <a:rPr kumimoji="1" lang="en-US" altLang="zh-CN" sz="2400" b="1" dirty="0">
                <a:latin typeface="+mn-ea"/>
                <a:ea typeface="+mn-ea"/>
                <a:cs typeface="Times New Roman" panose="02020603050405020304" pitchFamily="18" charset="0"/>
              </a:rPr>
              <a:t>.</a:t>
            </a:r>
            <a:r>
              <a:rPr kumimoji="1" lang="zh-CN" altLang="en-US" sz="2400" b="1" dirty="0">
                <a:latin typeface="+mn-ea"/>
                <a:ea typeface="+mn-ea"/>
                <a:cs typeface="Times New Roman" panose="02020603050405020304" pitchFamily="18" charset="0"/>
              </a:rPr>
              <a:t>求出这扇闸门必须承受的力</a:t>
            </a:r>
            <a:r>
              <a:rPr kumimoji="1" lang="en-US" altLang="zh-CN" sz="2400" b="1" dirty="0">
                <a:latin typeface="+mn-ea"/>
                <a:ea typeface="+mn-ea"/>
                <a:cs typeface="Times New Roman" panose="02020603050405020304" pitchFamily="18" charset="0"/>
              </a:rPr>
              <a:t>.</a:t>
            </a:r>
            <a:endParaRPr kumimoji="1" lang="zh-CN" altLang="en-US" sz="2400" b="1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8EEBD83A-9774-41BC-9981-EB8F853CABD0}"/>
              </a:ext>
            </a:extLst>
          </p:cNvPr>
          <p:cNvGrpSpPr/>
          <p:nvPr/>
        </p:nvGrpSpPr>
        <p:grpSpPr>
          <a:xfrm>
            <a:off x="5940772" y="1283331"/>
            <a:ext cx="245211" cy="3091020"/>
            <a:chOff x="4951079" y="2407065"/>
            <a:chExt cx="245211" cy="3091020"/>
          </a:xfrm>
        </p:grpSpPr>
        <p:cxnSp>
          <p:nvCxnSpPr>
            <p:cNvPr id="6" name="直接箭头连接符 5">
              <a:extLst>
                <a:ext uri="{FF2B5EF4-FFF2-40B4-BE49-F238E27FC236}">
                  <a16:creationId xmlns:a16="http://schemas.microsoft.com/office/drawing/2014/main" id="{C1E3644C-A936-4AAF-AB44-9A81301137C6}"/>
                </a:ext>
              </a:extLst>
            </p:cNvPr>
            <p:cNvCxnSpPr>
              <a:cxnSpLocks/>
            </p:cNvCxnSpPr>
            <p:nvPr/>
          </p:nvCxnSpPr>
          <p:spPr>
            <a:xfrm>
              <a:off x="5187648" y="2407065"/>
              <a:ext cx="8642" cy="302433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8" name="Object 7">
              <a:extLst>
                <a:ext uri="{FF2B5EF4-FFF2-40B4-BE49-F238E27FC236}">
                  <a16:creationId xmlns:a16="http://schemas.microsoft.com/office/drawing/2014/main" id="{56B0668C-F0BD-4EAE-9904-12B9FFE1AB28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4951079" y="5294885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6618" name="MathType 6.0 Equation" r:id="rId3" imgW="190440" imgH="203040" progId="Equation.DSMT4">
                    <p:embed/>
                  </p:oleObj>
                </mc:Choice>
                <mc:Fallback>
                  <p:oleObj name="MathType 6.0 Equation" r:id="rId3" imgW="190440" imgH="203040" progId="Equation.DSMT4">
                    <p:embed/>
                    <p:pic>
                      <p:nvPicPr>
                        <p:cNvPr id="8" name="Object 7">
                          <a:extLst>
                            <a:ext uri="{FF2B5EF4-FFF2-40B4-BE49-F238E27FC236}">
                              <a16:creationId xmlns:a16="http://schemas.microsoft.com/office/drawing/2014/main" id="{56B0668C-F0BD-4EAE-9904-12B9FFE1AB2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51079" y="5294885"/>
                          <a:ext cx="190500" cy="203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Object 7">
              <a:extLst>
                <a:ext uri="{FF2B5EF4-FFF2-40B4-BE49-F238E27FC236}">
                  <a16:creationId xmlns:a16="http://schemas.microsoft.com/office/drawing/2014/main" id="{B0583638-654A-4445-B5AD-C2158130B6D9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4992827" y="3385585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6619" name="MathType 6.0 Equation" r:id="rId5" imgW="190440" imgH="203040" progId="Equation.DSMT4">
                    <p:embed/>
                  </p:oleObj>
                </mc:Choice>
                <mc:Fallback>
                  <p:oleObj name="MathType 6.0 Equation" r:id="rId5" imgW="190440" imgH="203040" progId="Equation.DSMT4">
                    <p:embed/>
                    <p:pic>
                      <p:nvPicPr>
                        <p:cNvPr id="10" name="Object 7">
                          <a:extLst>
                            <a:ext uri="{FF2B5EF4-FFF2-40B4-BE49-F238E27FC236}">
                              <a16:creationId xmlns:a16="http://schemas.microsoft.com/office/drawing/2014/main" id="{B0583638-654A-4445-B5AD-C2158130B6D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92827" y="3385585"/>
                          <a:ext cx="190500" cy="203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2" name="Object 7">
            <a:extLst>
              <a:ext uri="{FF2B5EF4-FFF2-40B4-BE49-F238E27FC236}">
                <a16:creationId xmlns:a16="http://schemas.microsoft.com/office/drawing/2014/main" id="{E11EEDC0-0983-4ADA-A2A5-D26E7B54163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3241102"/>
              </p:ext>
            </p:extLst>
          </p:nvPr>
        </p:nvGraphicFramePr>
        <p:xfrm>
          <a:off x="5919187" y="3644075"/>
          <a:ext cx="1905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620" name="MathType 6.0 Equation" r:id="rId7" imgW="190440" imgH="266400" progId="Equation.DSMT4">
                  <p:embed/>
                </p:oleObj>
              </mc:Choice>
              <mc:Fallback>
                <p:oleObj name="MathType 6.0 Equation" r:id="rId7" imgW="190440" imgH="266400" progId="Equation.DSMT4">
                  <p:embed/>
                  <p:pic>
                    <p:nvPicPr>
                      <p:cNvPr id="22" name="Object 7">
                        <a:extLst>
                          <a:ext uri="{FF2B5EF4-FFF2-40B4-BE49-F238E27FC236}">
                            <a16:creationId xmlns:a16="http://schemas.microsoft.com/office/drawing/2014/main" id="{E11EEDC0-0983-4ADA-A2A5-D26E7B54163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19187" y="3644075"/>
                        <a:ext cx="190500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组合 6">
            <a:extLst>
              <a:ext uri="{FF2B5EF4-FFF2-40B4-BE49-F238E27FC236}">
                <a16:creationId xmlns:a16="http://schemas.microsoft.com/office/drawing/2014/main" id="{41CA9949-0572-4BB4-88C9-35A20A57A6E0}"/>
              </a:ext>
            </a:extLst>
          </p:cNvPr>
          <p:cNvGrpSpPr/>
          <p:nvPr/>
        </p:nvGrpSpPr>
        <p:grpSpPr>
          <a:xfrm>
            <a:off x="7119771" y="1801359"/>
            <a:ext cx="1100742" cy="279400"/>
            <a:chOff x="7209272" y="1935655"/>
            <a:chExt cx="1100742" cy="279400"/>
          </a:xfrm>
        </p:grpSpPr>
        <p:graphicFrame>
          <p:nvGraphicFramePr>
            <p:cNvPr id="23" name="Object 7">
              <a:extLst>
                <a:ext uri="{FF2B5EF4-FFF2-40B4-BE49-F238E27FC236}">
                  <a16:creationId xmlns:a16="http://schemas.microsoft.com/office/drawing/2014/main" id="{4AAB8E5F-BA49-421E-BAFD-692A8B2B10F1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7209272" y="1935655"/>
            <a:ext cx="1905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6621" name="MathType 6.0 Equation" r:id="rId9" imgW="190440" imgH="279360" progId="Equation.DSMT4">
                    <p:embed/>
                  </p:oleObj>
                </mc:Choice>
                <mc:Fallback>
                  <p:oleObj name="MathType 6.0 Equation" r:id="rId9" imgW="190440" imgH="279360" progId="Equation.DSMT4">
                    <p:embed/>
                    <p:pic>
                      <p:nvPicPr>
                        <p:cNvPr id="23" name="Object 7">
                          <a:extLst>
                            <a:ext uri="{FF2B5EF4-FFF2-40B4-BE49-F238E27FC236}">
                              <a16:creationId xmlns:a16="http://schemas.microsoft.com/office/drawing/2014/main" id="{4AAB8E5F-BA49-421E-BAFD-692A8B2B10F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09272" y="1935655"/>
                          <a:ext cx="190500" cy="279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27" name="直接箭头连接符 26">
              <a:extLst>
                <a:ext uri="{FF2B5EF4-FFF2-40B4-BE49-F238E27FC236}">
                  <a16:creationId xmlns:a16="http://schemas.microsoft.com/office/drawing/2014/main" id="{7EEAA4C5-58A0-4059-98A0-80256FF4B2F9}"/>
                </a:ext>
              </a:extLst>
            </p:cNvPr>
            <p:cNvCxnSpPr>
              <a:cxnSpLocks/>
            </p:cNvCxnSpPr>
            <p:nvPr/>
          </p:nvCxnSpPr>
          <p:spPr>
            <a:xfrm>
              <a:off x="7482014" y="2075132"/>
              <a:ext cx="828000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63525DBB-22FC-4853-B6E6-27A3460D2827}"/>
              </a:ext>
            </a:extLst>
          </p:cNvPr>
          <p:cNvGrpSpPr/>
          <p:nvPr/>
        </p:nvGrpSpPr>
        <p:grpSpPr>
          <a:xfrm>
            <a:off x="5994954" y="2715166"/>
            <a:ext cx="2228901" cy="203200"/>
            <a:chOff x="5925472" y="4040306"/>
            <a:chExt cx="2228901" cy="203200"/>
          </a:xfrm>
        </p:grpSpPr>
        <p:graphicFrame>
          <p:nvGraphicFramePr>
            <p:cNvPr id="29" name="Object 7">
              <a:extLst>
                <a:ext uri="{FF2B5EF4-FFF2-40B4-BE49-F238E27FC236}">
                  <a16:creationId xmlns:a16="http://schemas.microsoft.com/office/drawing/2014/main" id="{BF363909-E4D1-4E95-8D98-7813848C90F4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5925472" y="4040306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6622" name="MathType 6.0 Equation" r:id="rId11" imgW="190440" imgH="203040" progId="Equation.DSMT4">
                    <p:embed/>
                  </p:oleObj>
                </mc:Choice>
                <mc:Fallback>
                  <p:oleObj name="MathType 6.0 Equation" r:id="rId11" imgW="190440" imgH="203040" progId="Equation.DSMT4">
                    <p:embed/>
                    <p:pic>
                      <p:nvPicPr>
                        <p:cNvPr id="29" name="Object 7">
                          <a:extLst>
                            <a:ext uri="{FF2B5EF4-FFF2-40B4-BE49-F238E27FC236}">
                              <a16:creationId xmlns:a16="http://schemas.microsoft.com/office/drawing/2014/main" id="{BF363909-E4D1-4E95-8D98-7813848C90F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25472" y="4040306"/>
                          <a:ext cx="190500" cy="203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50D28D2D-818C-4A38-B826-8912BFB9166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36706" y="4117786"/>
              <a:ext cx="2017667" cy="3287"/>
            </a:xfrm>
            <a:prstGeom prst="line">
              <a:avLst/>
            </a:prstGeom>
            <a:ln w="19050">
              <a:solidFill>
                <a:srgbClr val="0064FF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48C07D67-8BC7-4033-8034-4C8F05E69619}"/>
              </a:ext>
            </a:extLst>
          </p:cNvPr>
          <p:cNvGrpSpPr/>
          <p:nvPr/>
        </p:nvGrpSpPr>
        <p:grpSpPr>
          <a:xfrm>
            <a:off x="5401339" y="2901918"/>
            <a:ext cx="2745872" cy="344120"/>
            <a:chOff x="7541434" y="4987578"/>
            <a:chExt cx="2684213" cy="344120"/>
          </a:xfrm>
        </p:grpSpPr>
        <p:graphicFrame>
          <p:nvGraphicFramePr>
            <p:cNvPr id="32" name="Object 7">
              <a:extLst>
                <a:ext uri="{FF2B5EF4-FFF2-40B4-BE49-F238E27FC236}">
                  <a16:creationId xmlns:a16="http://schemas.microsoft.com/office/drawing/2014/main" id="{0323C372-1121-42D4-B8AD-F5003F7E7E4F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7541434" y="5052298"/>
            <a:ext cx="7620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6623" name="MathType 6.0 Equation" r:id="rId13" imgW="761760" imgH="279360" progId="Equation.DSMT4">
                    <p:embed/>
                  </p:oleObj>
                </mc:Choice>
                <mc:Fallback>
                  <p:oleObj name="MathType 6.0 Equation" r:id="rId13" imgW="761760" imgH="279360" progId="Equation.DSMT4">
                    <p:embed/>
                    <p:pic>
                      <p:nvPicPr>
                        <p:cNvPr id="32" name="Object 7">
                          <a:extLst>
                            <a:ext uri="{FF2B5EF4-FFF2-40B4-BE49-F238E27FC236}">
                              <a16:creationId xmlns:a16="http://schemas.microsoft.com/office/drawing/2014/main" id="{0323C372-1121-42D4-B8AD-F5003F7E7E4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41434" y="5052298"/>
                          <a:ext cx="762000" cy="279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22AE9C53-B6E1-40D7-8F7D-1AF4E9D0D84F}"/>
                </a:ext>
              </a:extLst>
            </p:cNvPr>
            <p:cNvCxnSpPr>
              <a:cxnSpLocks/>
              <a:stCxn id="13" idx="3"/>
              <a:endCxn id="13" idx="1"/>
            </p:cNvCxnSpPr>
            <p:nvPr/>
          </p:nvCxnSpPr>
          <p:spPr>
            <a:xfrm flipH="1">
              <a:off x="8229747" y="4987578"/>
              <a:ext cx="1995900" cy="0"/>
            </a:xfrm>
            <a:prstGeom prst="line">
              <a:avLst/>
            </a:prstGeom>
            <a:ln w="19050">
              <a:solidFill>
                <a:srgbClr val="0064FF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" name="Text Box 4">
            <a:extLst>
              <a:ext uri="{FF2B5EF4-FFF2-40B4-BE49-F238E27FC236}">
                <a16:creationId xmlns:a16="http://schemas.microsoft.com/office/drawing/2014/main" id="{A5F34244-55A7-446C-96E8-87CC63DCD6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8083" y="1320170"/>
            <a:ext cx="323850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None/>
            </a:pPr>
            <a:r>
              <a:rPr kumimoji="1" lang="zh-CN" altLang="en-US" sz="2400" b="1" dirty="0">
                <a:solidFill>
                  <a:srgbClr val="3366FF"/>
                </a:solidFill>
                <a:latin typeface="+mn-ea"/>
                <a:ea typeface="+mn-ea"/>
              </a:rPr>
              <a:t>解 </a:t>
            </a:r>
            <a:r>
              <a:rPr kumimoji="1" lang="zh-CN" altLang="en-US" sz="2400" b="1" dirty="0">
                <a:latin typeface="+mn-ea"/>
                <a:ea typeface="+mn-ea"/>
              </a:rPr>
              <a:t>如图建立坐标系</a:t>
            </a:r>
            <a:r>
              <a:rPr kumimoji="1" lang="en-US" altLang="zh-CN" sz="2400" b="1" dirty="0">
                <a:latin typeface="+mn-ea"/>
                <a:ea typeface="+mn-ea"/>
              </a:rPr>
              <a:t>.</a:t>
            </a:r>
          </a:p>
        </p:txBody>
      </p:sp>
      <p:sp>
        <p:nvSpPr>
          <p:cNvPr id="43" name="Text Box 28">
            <a:extLst>
              <a:ext uri="{FF2B5EF4-FFF2-40B4-BE49-F238E27FC236}">
                <a16:creationId xmlns:a16="http://schemas.microsoft.com/office/drawing/2014/main" id="{394AC381-E87B-4D1F-AB62-676AD589F9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205" y="2412268"/>
            <a:ext cx="436336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小窄条所受到的水压力即为</a:t>
            </a:r>
          </a:p>
        </p:txBody>
      </p: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FFFA74BD-E9E7-4E7C-8344-1DBB1A723146}"/>
              </a:ext>
            </a:extLst>
          </p:cNvPr>
          <p:cNvGrpSpPr/>
          <p:nvPr/>
        </p:nvGrpSpPr>
        <p:grpSpPr>
          <a:xfrm>
            <a:off x="767205" y="1864384"/>
            <a:ext cx="4239169" cy="486922"/>
            <a:chOff x="1148048" y="3596389"/>
            <a:chExt cx="5652225" cy="649229"/>
          </a:xfrm>
        </p:grpSpPr>
        <p:sp>
          <p:nvSpPr>
            <p:cNvPr id="46" name="Text Box 32">
              <a:extLst>
                <a:ext uri="{FF2B5EF4-FFF2-40B4-BE49-F238E27FC236}">
                  <a16:creationId xmlns:a16="http://schemas.microsoft.com/office/drawing/2014/main" id="{81B7E7DB-F25A-4EEB-A323-81F4ED5829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48048" y="3596389"/>
              <a:ext cx="505015" cy="6155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latin typeface="宋体" panose="02010600030101010101" pitchFamily="2" charset="-122"/>
                </a:rPr>
                <a:t>在</a:t>
              </a:r>
              <a:endParaRPr kumimoji="1" lang="en-US" altLang="zh-CN" sz="2400" b="1" dirty="0">
                <a:latin typeface="宋体" panose="02010600030101010101" pitchFamily="2" charset="-122"/>
              </a:endParaRPr>
            </a:p>
          </p:txBody>
        </p:sp>
        <p:graphicFrame>
          <p:nvGraphicFramePr>
            <p:cNvPr id="47" name="Object 8">
              <a:extLst>
                <a:ext uri="{FF2B5EF4-FFF2-40B4-BE49-F238E27FC236}">
                  <a16:creationId xmlns:a16="http://schemas.microsoft.com/office/drawing/2014/main" id="{B314E42B-863F-4597-BD7B-4B3655BBC38F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1696488" y="3730225"/>
            <a:ext cx="880533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6624" name="MathType 6.0 Equation" r:id="rId15" imgW="660240" imgH="342720" progId="Equation.DSMT4">
                    <p:embed/>
                  </p:oleObj>
                </mc:Choice>
                <mc:Fallback>
                  <p:oleObj name="MathType 6.0 Equation" r:id="rId15" imgW="660240" imgH="342720" progId="Equation.DSMT4">
                    <p:embed/>
                    <p:pic>
                      <p:nvPicPr>
                        <p:cNvPr id="47" name="Object 8">
                          <a:extLst>
                            <a:ext uri="{FF2B5EF4-FFF2-40B4-BE49-F238E27FC236}">
                              <a16:creationId xmlns:a16="http://schemas.microsoft.com/office/drawing/2014/main" id="{B314E42B-863F-4597-BD7B-4B3655BBC38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96488" y="3730225"/>
                          <a:ext cx="880533" cy="4572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8" name="Text Box 32">
              <a:extLst>
                <a:ext uri="{FF2B5EF4-FFF2-40B4-BE49-F238E27FC236}">
                  <a16:creationId xmlns:a16="http://schemas.microsoft.com/office/drawing/2014/main" id="{C8C50B9C-03C0-43DB-ACFC-7961130E59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2949" y="3630065"/>
              <a:ext cx="2740553" cy="6155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latin typeface="宋体" panose="02010600030101010101" pitchFamily="2" charset="-122"/>
                </a:rPr>
                <a:t>上任取小区间</a:t>
              </a:r>
              <a:endParaRPr kumimoji="1" lang="en-US" altLang="zh-CN" sz="2400" b="1" dirty="0">
                <a:latin typeface="宋体" panose="02010600030101010101" pitchFamily="2" charset="-122"/>
              </a:endParaRPr>
            </a:p>
          </p:txBody>
        </p:sp>
        <p:graphicFrame>
          <p:nvGraphicFramePr>
            <p:cNvPr id="49" name="对象 48">
              <a:extLst>
                <a:ext uri="{FF2B5EF4-FFF2-40B4-BE49-F238E27FC236}">
                  <a16:creationId xmlns:a16="http://schemas.microsoft.com/office/drawing/2014/main" id="{9AA62C0B-3BAA-4F69-95C6-30D4F3C146E5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5083657" y="3715060"/>
            <a:ext cx="1716616" cy="442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6625" name="Equation" r:id="rId17" imgW="1282680" imgH="330120" progId="Equation.DSMT4">
                    <p:embed/>
                  </p:oleObj>
                </mc:Choice>
                <mc:Fallback>
                  <p:oleObj name="Equation" r:id="rId17" imgW="1282680" imgH="330120" progId="Equation.DSMT4">
                    <p:embed/>
                    <p:pic>
                      <p:nvPicPr>
                        <p:cNvPr id="49" name="对象 48">
                          <a:extLst>
                            <a:ext uri="{FF2B5EF4-FFF2-40B4-BE49-F238E27FC236}">
                              <a16:creationId xmlns:a16="http://schemas.microsoft.com/office/drawing/2014/main" id="{9AA62C0B-3BAA-4F69-95C6-30D4F3C146E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83657" y="3715060"/>
                          <a:ext cx="1716616" cy="44238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1" name="Text Box 28">
            <a:extLst>
              <a:ext uri="{FF2B5EF4-FFF2-40B4-BE49-F238E27FC236}">
                <a16:creationId xmlns:a16="http://schemas.microsoft.com/office/drawing/2014/main" id="{639242BE-2020-445C-B227-1D18A42A20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6633" y="3565948"/>
            <a:ext cx="116169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rgbClr val="3366FF"/>
                </a:solidFill>
                <a:latin typeface="+mn-ea"/>
                <a:ea typeface="+mn-ea"/>
              </a:rPr>
              <a:t>压力</a:t>
            </a:r>
          </a:p>
        </p:txBody>
      </p:sp>
      <p:graphicFrame>
        <p:nvGraphicFramePr>
          <p:cNvPr id="52" name="Object 26">
            <a:extLst>
              <a:ext uri="{FF2B5EF4-FFF2-40B4-BE49-F238E27FC236}">
                <a16:creationId xmlns:a16="http://schemas.microsoft.com/office/drawing/2014/main" id="{52F98E7C-BE99-419A-95CA-8A4D31AB406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7348769"/>
              </p:ext>
            </p:extLst>
          </p:nvPr>
        </p:nvGraphicFramePr>
        <p:xfrm>
          <a:off x="2456849" y="3048762"/>
          <a:ext cx="1851025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626" name="Equation" r:id="rId19" imgW="1854000" imgH="342720" progId="Equation.DSMT4">
                  <p:embed/>
                </p:oleObj>
              </mc:Choice>
              <mc:Fallback>
                <p:oleObj name="Equation" r:id="rId19" imgW="1854000" imgH="342720" progId="Equation.DSMT4">
                  <p:embed/>
                  <p:pic>
                    <p:nvPicPr>
                      <p:cNvPr id="52" name="Object 26">
                        <a:extLst>
                          <a:ext uri="{FF2B5EF4-FFF2-40B4-BE49-F238E27FC236}">
                            <a16:creationId xmlns:a16="http://schemas.microsoft.com/office/drawing/2014/main" id="{52F98E7C-BE99-419A-95CA-8A4D31AB406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6849" y="3048762"/>
                        <a:ext cx="1851025" cy="352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" name="Text Box 28">
            <a:extLst>
              <a:ext uri="{FF2B5EF4-FFF2-40B4-BE49-F238E27FC236}">
                <a16:creationId xmlns:a16="http://schemas.microsoft.com/office/drawing/2014/main" id="{9021D405-FAD1-4931-8B5B-2472BD6B59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154" y="2963815"/>
            <a:ext cx="199332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rgbClr val="3366FF"/>
                </a:solidFill>
                <a:latin typeface="+mn-ea"/>
                <a:ea typeface="+mn-ea"/>
              </a:rPr>
              <a:t>压力元素</a:t>
            </a:r>
          </a:p>
        </p:txBody>
      </p:sp>
      <p:graphicFrame>
        <p:nvGraphicFramePr>
          <p:cNvPr id="54" name="Object 26">
            <a:extLst>
              <a:ext uri="{FF2B5EF4-FFF2-40B4-BE49-F238E27FC236}">
                <a16:creationId xmlns:a16="http://schemas.microsoft.com/office/drawing/2014/main" id="{58476F5F-9614-4C41-98D9-852DF78327D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9209515"/>
              </p:ext>
            </p:extLst>
          </p:nvPr>
        </p:nvGraphicFramePr>
        <p:xfrm>
          <a:off x="2355693" y="3515362"/>
          <a:ext cx="1787525" cy="614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627" name="MathType 6.0 Equation" r:id="rId21" imgW="1790640" imgH="596880" progId="Equation.DSMT4">
                  <p:embed/>
                </p:oleObj>
              </mc:Choice>
              <mc:Fallback>
                <p:oleObj name="MathType 6.0 Equation" r:id="rId21" imgW="1790640" imgH="596880" progId="Equation.DSMT4">
                  <p:embed/>
                  <p:pic>
                    <p:nvPicPr>
                      <p:cNvPr id="54" name="Object 26">
                        <a:extLst>
                          <a:ext uri="{FF2B5EF4-FFF2-40B4-BE49-F238E27FC236}">
                            <a16:creationId xmlns:a16="http://schemas.microsoft.com/office/drawing/2014/main" id="{58476F5F-9614-4C41-98D9-852DF78327D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5693" y="3515362"/>
                        <a:ext cx="1787525" cy="6143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" name="Object 26">
            <a:extLst>
              <a:ext uri="{FF2B5EF4-FFF2-40B4-BE49-F238E27FC236}">
                <a16:creationId xmlns:a16="http://schemas.microsoft.com/office/drawing/2014/main" id="{8EF29C00-E883-4DAF-B86F-1956B95B500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5796717"/>
              </p:ext>
            </p:extLst>
          </p:nvPr>
        </p:nvGraphicFramePr>
        <p:xfrm>
          <a:off x="2627598" y="4081784"/>
          <a:ext cx="1865313" cy="74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628" name="MathType 6.0 Equation" r:id="rId23" imgW="1866600" imgH="723600" progId="Equation.DSMT4">
                  <p:embed/>
                </p:oleObj>
              </mc:Choice>
              <mc:Fallback>
                <p:oleObj name="MathType 6.0 Equation" r:id="rId23" imgW="1866600" imgH="723600" progId="Equation.DSMT4">
                  <p:embed/>
                  <p:pic>
                    <p:nvPicPr>
                      <p:cNvPr id="56" name="Object 26">
                        <a:extLst>
                          <a:ext uri="{FF2B5EF4-FFF2-40B4-BE49-F238E27FC236}">
                            <a16:creationId xmlns:a16="http://schemas.microsoft.com/office/drawing/2014/main" id="{8EF29C00-E883-4DAF-B86F-1956B95B500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598" y="4081784"/>
                        <a:ext cx="1865313" cy="746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F30B5DC8-A3AC-486D-8544-2E8612C4BF2B}"/>
              </a:ext>
            </a:extLst>
          </p:cNvPr>
          <p:cNvSpPr/>
          <p:nvPr/>
        </p:nvSpPr>
        <p:spPr>
          <a:xfrm>
            <a:off x="6186321" y="1617483"/>
            <a:ext cx="2050390" cy="215994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1B10837F-DC30-40B2-B447-9B87C7479DC0}"/>
              </a:ext>
            </a:extLst>
          </p:cNvPr>
          <p:cNvCxnSpPr/>
          <p:nvPr/>
        </p:nvCxnSpPr>
        <p:spPr>
          <a:xfrm flipH="1">
            <a:off x="6173019" y="1940392"/>
            <a:ext cx="8280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AutoShape 15" descr="窄横线">
            <a:extLst>
              <a:ext uri="{FF2B5EF4-FFF2-40B4-BE49-F238E27FC236}">
                <a16:creationId xmlns:a16="http://schemas.microsoft.com/office/drawing/2014/main" id="{3908E0F4-ADA5-41AC-A6F4-6891A8BF3537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6301149" y="2204011"/>
            <a:ext cx="202406" cy="134540"/>
          </a:xfrm>
          <a:prstGeom prst="triangle">
            <a:avLst>
              <a:gd name="adj" fmla="val 50000"/>
            </a:avLst>
          </a:prstGeom>
          <a:pattFill prst="narHorz">
            <a:fgClr>
              <a:schemeClr val="tx1"/>
            </a:fgClr>
            <a:bgClr>
              <a:schemeClr val="bg1"/>
            </a:bgClr>
          </a:patt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 b="1">
              <a:latin typeface="+mn-ea"/>
              <a:ea typeface="+mn-ea"/>
            </a:endParaRPr>
          </a:p>
        </p:txBody>
      </p:sp>
      <p:graphicFrame>
        <p:nvGraphicFramePr>
          <p:cNvPr id="37" name="Object 26">
            <a:extLst>
              <a:ext uri="{FF2B5EF4-FFF2-40B4-BE49-F238E27FC236}">
                <a16:creationId xmlns:a16="http://schemas.microsoft.com/office/drawing/2014/main" id="{FE146ED0-25F7-4005-BEDD-023AB18B03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0457420"/>
              </p:ext>
            </p:extLst>
          </p:nvPr>
        </p:nvGraphicFramePr>
        <p:xfrm>
          <a:off x="4482499" y="4278633"/>
          <a:ext cx="1014413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629" name="Equation" r:id="rId25" imgW="1015920" imgH="342720" progId="Equation.DSMT4">
                  <p:embed/>
                </p:oleObj>
              </mc:Choice>
              <mc:Fallback>
                <p:oleObj name="Equation" r:id="rId25" imgW="1015920" imgH="342720" progId="Equation.DSMT4">
                  <p:embed/>
                  <p:pic>
                    <p:nvPicPr>
                      <p:cNvPr id="37" name="Object 26">
                        <a:extLst>
                          <a:ext uri="{FF2B5EF4-FFF2-40B4-BE49-F238E27FC236}">
                            <a16:creationId xmlns:a16="http://schemas.microsoft.com/office/drawing/2014/main" id="{FE146ED0-25F7-4005-BEDD-023AB18B03A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82499" y="4278633"/>
                        <a:ext cx="1014413" cy="352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矩形 38">
            <a:extLst>
              <a:ext uri="{FF2B5EF4-FFF2-40B4-BE49-F238E27FC236}">
                <a16:creationId xmlns:a16="http://schemas.microsoft.com/office/drawing/2014/main" id="{4316AFF5-1328-4118-8B12-8AC228F0090A}"/>
              </a:ext>
            </a:extLst>
          </p:cNvPr>
          <p:cNvSpPr/>
          <p:nvPr/>
        </p:nvSpPr>
        <p:spPr>
          <a:xfrm>
            <a:off x="6204926" y="2808688"/>
            <a:ext cx="2010040" cy="248656"/>
          </a:xfrm>
          <a:prstGeom prst="rect">
            <a:avLst/>
          </a:prstGeom>
          <a:solidFill>
            <a:srgbClr val="FFFF00">
              <a:alpha val="6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1234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2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2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2000"/>
                            </p:stCondLst>
                            <p:childTnLst>
                              <p:par>
                                <p:cTn id="6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2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2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2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2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40" grpId="0" autoUpdateAnimBg="0"/>
      <p:bldP spid="43" grpId="0" autoUpdateAnimBg="0"/>
      <p:bldP spid="51" grpId="0" autoUpdateAnimBg="0"/>
      <p:bldP spid="53" grpId="0" autoUpdateAnimBg="0"/>
      <p:bldP spid="9" grpId="0" animBg="1"/>
      <p:bldP spid="41" grpId="0" animBg="1"/>
      <p:bldP spid="3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7" name="Rectangle 6">
            <a:extLst>
              <a:ext uri="{FF2B5EF4-FFF2-40B4-BE49-F238E27FC236}">
                <a16:creationId xmlns:a16="http://schemas.microsoft.com/office/drawing/2014/main" id="{0208AED7-CC7A-4745-8AB3-EF138426779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873894" y="184484"/>
            <a:ext cx="681038" cy="457200"/>
          </a:xfrm>
        </p:spPr>
        <p:txBody>
          <a:bodyPr/>
          <a:lstStyle/>
          <a:p>
            <a:pPr algn="l" eaLnBrk="1" hangingPunct="1"/>
            <a:r>
              <a:rPr lang="zh-CN" altLang="en-US" sz="2400" b="1" dirty="0">
                <a:solidFill>
                  <a:srgbClr val="3366FF"/>
                </a:solidFill>
                <a:latin typeface="+mn-ea"/>
                <a:ea typeface="+mn-ea"/>
              </a:rPr>
              <a:t>例</a:t>
            </a:r>
            <a:r>
              <a:rPr lang="en-US" altLang="zh-CN" sz="2400" b="1" dirty="0">
                <a:solidFill>
                  <a:srgbClr val="3366FF"/>
                </a:solidFill>
                <a:latin typeface="+mn-ea"/>
                <a:ea typeface="+mn-ea"/>
              </a:rPr>
              <a:t>6</a:t>
            </a:r>
            <a:endParaRPr lang="en-US" altLang="zh-CN" sz="2400" b="1" i="1" dirty="0">
              <a:solidFill>
                <a:srgbClr val="3366FF"/>
              </a:solidFill>
              <a:latin typeface="+mn-ea"/>
              <a:ea typeface="+mn-ea"/>
              <a:sym typeface="Symbol" panose="05050102010706020507" pitchFamily="18" charset="2"/>
            </a:endParaRPr>
          </a:p>
        </p:txBody>
      </p:sp>
      <p:sp>
        <p:nvSpPr>
          <p:cNvPr id="70660" name="Rectangle 4">
            <a:extLst>
              <a:ext uri="{FF2B5EF4-FFF2-40B4-BE49-F238E27FC236}">
                <a16:creationId xmlns:a16="http://schemas.microsoft.com/office/drawing/2014/main" id="{8A292F59-0E2C-472F-847F-EC0CFDA28E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8163" y="2888168"/>
            <a:ext cx="2514600" cy="85725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 b="1">
              <a:latin typeface="+mn-ea"/>
              <a:ea typeface="+mn-ea"/>
            </a:endParaRPr>
          </a:p>
        </p:txBody>
      </p:sp>
      <p:sp>
        <p:nvSpPr>
          <p:cNvPr id="10248" name="Text Box 7">
            <a:extLst>
              <a:ext uri="{FF2B5EF4-FFF2-40B4-BE49-F238E27FC236}">
                <a16:creationId xmlns:a16="http://schemas.microsoft.com/office/drawing/2014/main" id="{9C0E7CA0-628B-4518-93DA-557878FADF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835" y="640585"/>
            <a:ext cx="537267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的</a:t>
            </a:r>
            <a:r>
              <a:rPr kumimoji="1" lang="zh-CN" altLang="en-US" sz="2400" b="1" dirty="0">
                <a:latin typeface="+mn-ea"/>
                <a:ea typeface="+mn-ea"/>
                <a:cs typeface="Times New Roman" panose="02020603050405020304" pitchFamily="18" charset="0"/>
              </a:rPr>
              <a:t>液体</a:t>
            </a:r>
            <a:r>
              <a:rPr kumimoji="1" lang="en-US" altLang="zh-CN" sz="2400" b="1" dirty="0">
                <a:latin typeface="+mn-ea"/>
                <a:ea typeface="+mn-ea"/>
                <a:cs typeface="Times New Roman" panose="02020603050405020304" pitchFamily="18" charset="0"/>
              </a:rPr>
              <a:t>,</a:t>
            </a:r>
            <a:r>
              <a:rPr kumimoji="1" lang="zh-CN" altLang="en-US" sz="2400" b="1" dirty="0">
                <a:latin typeface="+mn-ea"/>
                <a:ea typeface="+mn-ea"/>
                <a:cs typeface="Times New Roman" panose="02020603050405020304" pitchFamily="18" charset="0"/>
              </a:rPr>
              <a:t>求桶的一个端面所受的侧压力</a:t>
            </a:r>
            <a:r>
              <a:rPr kumimoji="1" lang="en-US" altLang="zh-CN" sz="2400" b="1" dirty="0">
                <a:latin typeface="+mn-ea"/>
                <a:ea typeface="+mn-ea"/>
                <a:cs typeface="Times New Roman" panose="02020603050405020304" pitchFamily="18" charset="0"/>
              </a:rPr>
              <a:t>. </a:t>
            </a:r>
          </a:p>
        </p:txBody>
      </p:sp>
      <p:sp>
        <p:nvSpPr>
          <p:cNvPr id="70664" name="Text Box 8">
            <a:extLst>
              <a:ext uri="{FF2B5EF4-FFF2-40B4-BE49-F238E27FC236}">
                <a16:creationId xmlns:a16="http://schemas.microsoft.com/office/drawing/2014/main" id="{D86FDD80-58E8-4ED6-B0B1-5D0FEC8208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4078" y="1078020"/>
            <a:ext cx="364333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None/>
            </a:pPr>
            <a:r>
              <a:rPr kumimoji="1" lang="zh-CN" altLang="en-US" sz="2400" b="1" dirty="0">
                <a:solidFill>
                  <a:srgbClr val="3366FF"/>
                </a:solidFill>
                <a:latin typeface="+mn-ea"/>
                <a:ea typeface="+mn-ea"/>
              </a:rPr>
              <a:t>解</a:t>
            </a:r>
            <a:r>
              <a:rPr kumimoji="1" lang="zh-CN" altLang="en-US" sz="2400" b="1" dirty="0">
                <a:solidFill>
                  <a:srgbClr val="003399"/>
                </a:solidFill>
                <a:latin typeface="+mn-ea"/>
                <a:ea typeface="+mn-ea"/>
              </a:rPr>
              <a:t>  </a:t>
            </a:r>
            <a:r>
              <a:rPr kumimoji="1" lang="zh-CN" altLang="en-US" sz="2400" b="1" dirty="0">
                <a:latin typeface="+mn-ea"/>
                <a:ea typeface="+mn-ea"/>
              </a:rPr>
              <a:t>如图建立坐标系</a:t>
            </a:r>
            <a:r>
              <a:rPr kumimoji="1" lang="en-US" altLang="zh-CN" sz="2400" b="1" dirty="0">
                <a:latin typeface="+mn-ea"/>
                <a:ea typeface="+mn-ea"/>
              </a:rPr>
              <a:t>.</a:t>
            </a:r>
          </a:p>
        </p:txBody>
      </p:sp>
      <p:graphicFrame>
        <p:nvGraphicFramePr>
          <p:cNvPr id="70666" name="Object 10">
            <a:extLst>
              <a:ext uri="{FF2B5EF4-FFF2-40B4-BE49-F238E27FC236}">
                <a16:creationId xmlns:a16="http://schemas.microsoft.com/office/drawing/2014/main" id="{43272420-786C-44B8-BEBD-E66B010F6D3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0712101"/>
              </p:ext>
            </p:extLst>
          </p:nvPr>
        </p:nvGraphicFramePr>
        <p:xfrm>
          <a:off x="2466675" y="1624523"/>
          <a:ext cx="1509712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872" name="MathType 6.0 Equation" r:id="rId4" imgW="1511280" imgH="406080" progId="Equation.DSMT4">
                  <p:embed/>
                </p:oleObj>
              </mc:Choice>
              <mc:Fallback>
                <p:oleObj name="MathType 6.0 Equation" r:id="rId4" imgW="1511280" imgH="406080" progId="Equation.DSMT4">
                  <p:embed/>
                  <p:pic>
                    <p:nvPicPr>
                      <p:cNvPr id="70666" name="Object 10">
                        <a:extLst>
                          <a:ext uri="{FF2B5EF4-FFF2-40B4-BE49-F238E27FC236}">
                            <a16:creationId xmlns:a16="http://schemas.microsoft.com/office/drawing/2014/main" id="{43272420-786C-44B8-BEBD-E66B010F6D3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6675" y="1624523"/>
                        <a:ext cx="1509712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67" name="Object 11">
            <a:extLst>
              <a:ext uri="{FF2B5EF4-FFF2-40B4-BE49-F238E27FC236}">
                <a16:creationId xmlns:a16="http://schemas.microsoft.com/office/drawing/2014/main" id="{3A29A97B-107B-41A9-9A5C-CA629FD6E94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0230436"/>
              </p:ext>
            </p:extLst>
          </p:nvPr>
        </p:nvGraphicFramePr>
        <p:xfrm>
          <a:off x="4060823" y="1689909"/>
          <a:ext cx="1434960" cy="342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873" name="Equation" r:id="rId6" imgW="1434960" imgH="342720" progId="Equation.DSMT4">
                  <p:embed/>
                </p:oleObj>
              </mc:Choice>
              <mc:Fallback>
                <p:oleObj name="Equation" r:id="rId6" imgW="1434960" imgH="342720" progId="Equation.DSMT4">
                  <p:embed/>
                  <p:pic>
                    <p:nvPicPr>
                      <p:cNvPr id="70667" name="Object 11">
                        <a:extLst>
                          <a:ext uri="{FF2B5EF4-FFF2-40B4-BE49-F238E27FC236}">
                            <a16:creationId xmlns:a16="http://schemas.microsoft.com/office/drawing/2014/main" id="{3A29A97B-107B-41A9-9A5C-CA629FD6E94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0823" y="1689909"/>
                        <a:ext cx="1434960" cy="3427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69" name="Object 13">
            <a:extLst>
              <a:ext uri="{FF2B5EF4-FFF2-40B4-BE49-F238E27FC236}">
                <a16:creationId xmlns:a16="http://schemas.microsoft.com/office/drawing/2014/main" id="{D61851E6-6157-4718-8FAC-C232617603E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8813956"/>
              </p:ext>
            </p:extLst>
          </p:nvPr>
        </p:nvGraphicFramePr>
        <p:xfrm>
          <a:off x="3436937" y="3629834"/>
          <a:ext cx="3124080" cy="634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874" name="Equation" r:id="rId8" imgW="3124080" imgH="634680" progId="Equation.DSMT4">
                  <p:embed/>
                </p:oleObj>
              </mc:Choice>
              <mc:Fallback>
                <p:oleObj name="Equation" r:id="rId8" imgW="3124080" imgH="634680" progId="Equation.DSMT4">
                  <p:embed/>
                  <p:pic>
                    <p:nvPicPr>
                      <p:cNvPr id="70669" name="Object 13">
                        <a:extLst>
                          <a:ext uri="{FF2B5EF4-FFF2-40B4-BE49-F238E27FC236}">
                            <a16:creationId xmlns:a16="http://schemas.microsoft.com/office/drawing/2014/main" id="{D61851E6-6157-4718-8FAC-C232617603E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6937" y="3629834"/>
                        <a:ext cx="3124080" cy="6346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0671" name="Group 15">
            <a:extLst>
              <a:ext uri="{FF2B5EF4-FFF2-40B4-BE49-F238E27FC236}">
                <a16:creationId xmlns:a16="http://schemas.microsoft.com/office/drawing/2014/main" id="{06F3CD22-E2BA-4640-B2FB-3EABEFB1FE88}"/>
              </a:ext>
            </a:extLst>
          </p:cNvPr>
          <p:cNvGrpSpPr>
            <a:grpSpLocks/>
          </p:cNvGrpSpPr>
          <p:nvPr/>
        </p:nvGrpSpPr>
        <p:grpSpPr bwMode="auto">
          <a:xfrm>
            <a:off x="6681244" y="2598835"/>
            <a:ext cx="1237059" cy="760810"/>
            <a:chOff x="4102" y="2160"/>
            <a:chExt cx="1155" cy="710"/>
          </a:xfrm>
          <a:solidFill>
            <a:schemeClr val="accent1"/>
          </a:solidFill>
        </p:grpSpPr>
        <p:sp>
          <p:nvSpPr>
            <p:cNvPr id="18481" name="Arc 16">
              <a:extLst>
                <a:ext uri="{FF2B5EF4-FFF2-40B4-BE49-F238E27FC236}">
                  <a16:creationId xmlns:a16="http://schemas.microsoft.com/office/drawing/2014/main" id="{5DDB5A2F-0C53-4274-8A1B-C387516D272D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5" y="2294"/>
              <a:ext cx="1152" cy="576"/>
            </a:xfrm>
            <a:custGeom>
              <a:avLst/>
              <a:gdLst>
                <a:gd name="T0" fmla="*/ 1152 w 43191"/>
                <a:gd name="T1" fmla="*/ 13 h 21600"/>
                <a:gd name="T2" fmla="*/ 0 w 43191"/>
                <a:gd name="T3" fmla="*/ 10 h 21600"/>
                <a:gd name="T4" fmla="*/ 576 w 43191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191" h="21600" fill="none" extrusionOk="0">
                  <a:moveTo>
                    <a:pt x="43191" y="488"/>
                  </a:moveTo>
                  <a:cubicBezTo>
                    <a:pt x="42926" y="12224"/>
                    <a:pt x="33336" y="21600"/>
                    <a:pt x="21597" y="21600"/>
                  </a:cubicBezTo>
                  <a:cubicBezTo>
                    <a:pt x="9813" y="21600"/>
                    <a:pt x="204" y="12156"/>
                    <a:pt x="0" y="374"/>
                  </a:cubicBezTo>
                </a:path>
                <a:path w="43191" h="21600" stroke="0" extrusionOk="0">
                  <a:moveTo>
                    <a:pt x="43191" y="488"/>
                  </a:moveTo>
                  <a:cubicBezTo>
                    <a:pt x="42926" y="12224"/>
                    <a:pt x="33336" y="21600"/>
                    <a:pt x="21597" y="21600"/>
                  </a:cubicBezTo>
                  <a:cubicBezTo>
                    <a:pt x="9813" y="21600"/>
                    <a:pt x="204" y="12156"/>
                    <a:pt x="0" y="374"/>
                  </a:cubicBezTo>
                  <a:lnTo>
                    <a:pt x="21597" y="0"/>
                  </a:lnTo>
                  <a:lnTo>
                    <a:pt x="43191" y="488"/>
                  </a:ln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 sz="2400" b="1">
                <a:latin typeface="+mn-ea"/>
              </a:endParaRPr>
            </a:p>
          </p:txBody>
        </p:sp>
        <p:grpSp>
          <p:nvGrpSpPr>
            <p:cNvPr id="18482" name="Group 17">
              <a:extLst>
                <a:ext uri="{FF2B5EF4-FFF2-40B4-BE49-F238E27FC236}">
                  <a16:creationId xmlns:a16="http://schemas.microsoft.com/office/drawing/2014/main" id="{31E9EEA3-7BD0-4F4E-B787-B89A3A19A88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02" y="2160"/>
              <a:ext cx="1152" cy="136"/>
              <a:chOff x="3984" y="1544"/>
              <a:chExt cx="1152" cy="136"/>
            </a:xfrm>
            <a:grpFill/>
          </p:grpSpPr>
          <p:sp>
            <p:nvSpPr>
              <p:cNvPr id="18483" name="Line 18">
                <a:extLst>
                  <a:ext uri="{FF2B5EF4-FFF2-40B4-BE49-F238E27FC236}">
                    <a16:creationId xmlns:a16="http://schemas.microsoft.com/office/drawing/2014/main" id="{C7864E2A-4ACE-4D44-A523-4DE91D229D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1680"/>
                <a:ext cx="115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 sz="2400" b="1">
                  <a:latin typeface="+mn-ea"/>
                </a:endParaRPr>
              </a:p>
            </p:txBody>
          </p:sp>
          <p:sp>
            <p:nvSpPr>
              <p:cNvPr id="18484" name="AutoShape 19" descr="浅色横线">
                <a:extLst>
                  <a:ext uri="{FF2B5EF4-FFF2-40B4-BE49-F238E27FC236}">
                    <a16:creationId xmlns:a16="http://schemas.microsoft.com/office/drawing/2014/main" id="{45EB6F26-AE8D-4159-963E-92F8A24556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>
                <a:off x="4043" y="1544"/>
                <a:ext cx="181" cy="136"/>
              </a:xfrm>
              <a:prstGeom prst="triangle">
                <a:avLst>
                  <a:gd name="adj" fmla="val 50000"/>
                </a:avLst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sz="2400" b="1">
                  <a:latin typeface="+mn-ea"/>
                  <a:ea typeface="+mn-ea"/>
                </a:endParaRPr>
              </a:p>
            </p:txBody>
          </p:sp>
        </p:grpSp>
      </p:grpSp>
      <p:sp>
        <p:nvSpPr>
          <p:cNvPr id="70676" name="Oval 20">
            <a:extLst>
              <a:ext uri="{FF2B5EF4-FFF2-40B4-BE49-F238E27FC236}">
                <a16:creationId xmlns:a16="http://schemas.microsoft.com/office/drawing/2014/main" id="{352C2DB2-64BC-434B-A1B0-158946E887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1247" y="2113057"/>
            <a:ext cx="1234678" cy="1234679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 b="1">
              <a:latin typeface="+mn-ea"/>
              <a:ea typeface="+mn-ea"/>
            </a:endParaRPr>
          </a:p>
        </p:txBody>
      </p:sp>
      <p:sp>
        <p:nvSpPr>
          <p:cNvPr id="70677" name="Line 21">
            <a:extLst>
              <a:ext uri="{FF2B5EF4-FFF2-40B4-BE49-F238E27FC236}">
                <a16:creationId xmlns:a16="http://schemas.microsoft.com/office/drawing/2014/main" id="{3F990DF7-1595-48C1-ADC1-677A2B9CFF5B}"/>
              </a:ext>
            </a:extLst>
          </p:cNvPr>
          <p:cNvSpPr>
            <a:spLocks noChangeShapeType="1"/>
          </p:cNvSpPr>
          <p:nvPr/>
        </p:nvSpPr>
        <p:spPr bwMode="auto">
          <a:xfrm>
            <a:off x="6526466" y="2740517"/>
            <a:ext cx="174902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400" b="1">
              <a:latin typeface="+mn-ea"/>
            </a:endParaRPr>
          </a:p>
        </p:txBody>
      </p:sp>
      <p:graphicFrame>
        <p:nvGraphicFramePr>
          <p:cNvPr id="70679" name="Object 23">
            <a:extLst>
              <a:ext uri="{FF2B5EF4-FFF2-40B4-BE49-F238E27FC236}">
                <a16:creationId xmlns:a16="http://schemas.microsoft.com/office/drawing/2014/main" id="{079D4131-906B-4CC2-B503-98CC110E508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6726464"/>
              </p:ext>
            </p:extLst>
          </p:nvPr>
        </p:nvGraphicFramePr>
        <p:xfrm>
          <a:off x="7326566" y="2567876"/>
          <a:ext cx="145256" cy="163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875" name="Equation" r:id="rId10" imgW="118440" imgH="135360" progId="Equation.3">
                  <p:embed/>
                </p:oleObj>
              </mc:Choice>
              <mc:Fallback>
                <p:oleObj name="Equation" r:id="rId10" imgW="118440" imgH="135360" progId="Equation.3">
                  <p:embed/>
                  <p:pic>
                    <p:nvPicPr>
                      <p:cNvPr id="70679" name="Object 23">
                        <a:extLst>
                          <a:ext uri="{FF2B5EF4-FFF2-40B4-BE49-F238E27FC236}">
                            <a16:creationId xmlns:a16="http://schemas.microsoft.com/office/drawing/2014/main" id="{079D4131-906B-4CC2-B503-98CC110E508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26566" y="2567876"/>
                        <a:ext cx="145256" cy="163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80" name="Object 24">
            <a:extLst>
              <a:ext uri="{FF2B5EF4-FFF2-40B4-BE49-F238E27FC236}">
                <a16:creationId xmlns:a16="http://schemas.microsoft.com/office/drawing/2014/main" id="{6B7A4AB8-56A1-49B2-92D2-6E0B7A03A9D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9622350"/>
              </p:ext>
            </p:extLst>
          </p:nvPr>
        </p:nvGraphicFramePr>
        <p:xfrm>
          <a:off x="7222981" y="3750170"/>
          <a:ext cx="154781" cy="1631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876" name="Equation" r:id="rId12" imgW="127080" imgH="135360" progId="Equation.3">
                  <p:embed/>
                </p:oleObj>
              </mc:Choice>
              <mc:Fallback>
                <p:oleObj name="Equation" r:id="rId12" imgW="127080" imgH="135360" progId="Equation.3">
                  <p:embed/>
                  <p:pic>
                    <p:nvPicPr>
                      <p:cNvPr id="70680" name="Object 24">
                        <a:extLst>
                          <a:ext uri="{FF2B5EF4-FFF2-40B4-BE49-F238E27FC236}">
                            <a16:creationId xmlns:a16="http://schemas.microsoft.com/office/drawing/2014/main" id="{6B7A4AB8-56A1-49B2-92D2-6E0B7A03A9D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22981" y="3750170"/>
                        <a:ext cx="154781" cy="16311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81" name="Object 25">
            <a:extLst>
              <a:ext uri="{FF2B5EF4-FFF2-40B4-BE49-F238E27FC236}">
                <a16:creationId xmlns:a16="http://schemas.microsoft.com/office/drawing/2014/main" id="{FDD9A5B1-113F-4148-ACA2-1AA0B56D295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6387574"/>
              </p:ext>
            </p:extLst>
          </p:nvPr>
        </p:nvGraphicFramePr>
        <p:xfrm>
          <a:off x="8114760" y="2806001"/>
          <a:ext cx="163115" cy="214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877" name="Equation" r:id="rId14" imgW="135360" imgH="185760" progId="Equation.3">
                  <p:embed/>
                </p:oleObj>
              </mc:Choice>
              <mc:Fallback>
                <p:oleObj name="Equation" r:id="rId14" imgW="135360" imgH="185760" progId="Equation.3">
                  <p:embed/>
                  <p:pic>
                    <p:nvPicPr>
                      <p:cNvPr id="70681" name="Object 25">
                        <a:extLst>
                          <a:ext uri="{FF2B5EF4-FFF2-40B4-BE49-F238E27FC236}">
                            <a16:creationId xmlns:a16="http://schemas.microsoft.com/office/drawing/2014/main" id="{FDD9A5B1-113F-4148-ACA2-1AA0B56D295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14760" y="2806001"/>
                        <a:ext cx="163115" cy="2143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82" name="Object 26">
            <a:extLst>
              <a:ext uri="{FF2B5EF4-FFF2-40B4-BE49-F238E27FC236}">
                <a16:creationId xmlns:a16="http://schemas.microsoft.com/office/drawing/2014/main" id="{9009032F-6B38-4A1C-98A0-82E0236F1B3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7815639"/>
              </p:ext>
            </p:extLst>
          </p:nvPr>
        </p:nvGraphicFramePr>
        <p:xfrm>
          <a:off x="7326566" y="3347738"/>
          <a:ext cx="188119" cy="2059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878" name="Equation" r:id="rId16" imgW="160920" imgH="177480" progId="Equation.3">
                  <p:embed/>
                </p:oleObj>
              </mc:Choice>
              <mc:Fallback>
                <p:oleObj name="Equation" r:id="rId16" imgW="160920" imgH="177480" progId="Equation.3">
                  <p:embed/>
                  <p:pic>
                    <p:nvPicPr>
                      <p:cNvPr id="70682" name="Object 26">
                        <a:extLst>
                          <a:ext uri="{FF2B5EF4-FFF2-40B4-BE49-F238E27FC236}">
                            <a16:creationId xmlns:a16="http://schemas.microsoft.com/office/drawing/2014/main" id="{9009032F-6B38-4A1C-98A0-82E0236F1B3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26566" y="3347738"/>
                        <a:ext cx="188119" cy="20597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683" name="Rectangle 27">
            <a:extLst>
              <a:ext uri="{FF2B5EF4-FFF2-40B4-BE49-F238E27FC236}">
                <a16:creationId xmlns:a16="http://schemas.microsoft.com/office/drawing/2014/main" id="{2E57E297-A0F1-4D01-9730-1C51A55D82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2443" y="2947688"/>
            <a:ext cx="1141810" cy="102394"/>
          </a:xfrm>
          <a:prstGeom prst="rect">
            <a:avLst/>
          </a:prstGeom>
          <a:solidFill>
            <a:srgbClr val="FFC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 b="1">
              <a:latin typeface="+mn-ea"/>
              <a:ea typeface="+mn-ea"/>
            </a:endParaRPr>
          </a:p>
        </p:txBody>
      </p:sp>
      <p:graphicFrame>
        <p:nvGraphicFramePr>
          <p:cNvPr id="70684" name="Object 28">
            <a:extLst>
              <a:ext uri="{FF2B5EF4-FFF2-40B4-BE49-F238E27FC236}">
                <a16:creationId xmlns:a16="http://schemas.microsoft.com/office/drawing/2014/main" id="{89FCEF62-903B-4334-A1BB-22FE67002DD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7765519"/>
              </p:ext>
            </p:extLst>
          </p:nvPr>
        </p:nvGraphicFramePr>
        <p:xfrm>
          <a:off x="7326566" y="2773854"/>
          <a:ext cx="153590" cy="161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879" name="Equation" r:id="rId18" imgW="127080" imgH="135360" progId="Equation.3">
                  <p:embed/>
                </p:oleObj>
              </mc:Choice>
              <mc:Fallback>
                <p:oleObj name="Equation" r:id="rId18" imgW="127080" imgH="135360" progId="Equation.3">
                  <p:embed/>
                  <p:pic>
                    <p:nvPicPr>
                      <p:cNvPr id="70684" name="Object 28">
                        <a:extLst>
                          <a:ext uri="{FF2B5EF4-FFF2-40B4-BE49-F238E27FC236}">
                            <a16:creationId xmlns:a16="http://schemas.microsoft.com/office/drawing/2014/main" id="{89FCEF62-903B-4334-A1BB-22FE67002DD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26566" y="2773854"/>
                        <a:ext cx="153590" cy="161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85" name="Object 29">
            <a:extLst>
              <a:ext uri="{FF2B5EF4-FFF2-40B4-BE49-F238E27FC236}">
                <a16:creationId xmlns:a16="http://schemas.microsoft.com/office/drawing/2014/main" id="{DA4F59F1-B4F4-4703-B1E9-CA13A7F5718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7882422"/>
              </p:ext>
            </p:extLst>
          </p:nvPr>
        </p:nvGraphicFramePr>
        <p:xfrm>
          <a:off x="7302753" y="3016742"/>
          <a:ext cx="669131" cy="2226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880" name="Equation" r:id="rId20" imgW="635040" imgH="194400" progId="Equation.3">
                  <p:embed/>
                </p:oleObj>
              </mc:Choice>
              <mc:Fallback>
                <p:oleObj name="Equation" r:id="rId20" imgW="635040" imgH="194400" progId="Equation.3">
                  <p:embed/>
                  <p:pic>
                    <p:nvPicPr>
                      <p:cNvPr id="70685" name="Object 29">
                        <a:extLst>
                          <a:ext uri="{FF2B5EF4-FFF2-40B4-BE49-F238E27FC236}">
                            <a16:creationId xmlns:a16="http://schemas.microsoft.com/office/drawing/2014/main" id="{DA4F59F1-B4F4-4703-B1E9-CA13A7F5718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02753" y="3016742"/>
                        <a:ext cx="669131" cy="22264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87" name="Object 31">
            <a:extLst>
              <a:ext uri="{FF2B5EF4-FFF2-40B4-BE49-F238E27FC236}">
                <a16:creationId xmlns:a16="http://schemas.microsoft.com/office/drawing/2014/main" id="{4F2E4C2C-DFDA-41E2-8B48-487D2E4F67B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9950424"/>
              </p:ext>
            </p:extLst>
          </p:nvPr>
        </p:nvGraphicFramePr>
        <p:xfrm>
          <a:off x="2476498" y="3096434"/>
          <a:ext cx="3111480" cy="46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881" name="Equation" r:id="rId22" imgW="3111480" imgH="469800" progId="Equation.DSMT4">
                  <p:embed/>
                </p:oleObj>
              </mc:Choice>
              <mc:Fallback>
                <p:oleObj name="Equation" r:id="rId22" imgW="3111480" imgH="469800" progId="Equation.DSMT4">
                  <p:embed/>
                  <p:pic>
                    <p:nvPicPr>
                      <p:cNvPr id="70687" name="Object 31">
                        <a:extLst>
                          <a:ext uri="{FF2B5EF4-FFF2-40B4-BE49-F238E27FC236}">
                            <a16:creationId xmlns:a16="http://schemas.microsoft.com/office/drawing/2014/main" id="{4F2E4C2C-DFDA-41E2-8B48-487D2E4F67B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6498" y="3096434"/>
                        <a:ext cx="3111480" cy="469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689" name="Text Box 33">
            <a:extLst>
              <a:ext uri="{FF2B5EF4-FFF2-40B4-BE49-F238E27FC236}">
                <a16:creationId xmlns:a16="http://schemas.microsoft.com/office/drawing/2014/main" id="{58B52C40-8668-422E-B1EF-1145910424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9851" y="3660474"/>
            <a:ext cx="2514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rgbClr val="3366FF"/>
                </a:solidFill>
                <a:latin typeface="+mn-ea"/>
                <a:ea typeface="+mn-ea"/>
              </a:rPr>
              <a:t>端面所受侧压力</a:t>
            </a:r>
          </a:p>
        </p:txBody>
      </p:sp>
      <p:sp>
        <p:nvSpPr>
          <p:cNvPr id="70691" name="Text Box 35">
            <a:extLst>
              <a:ext uri="{FF2B5EF4-FFF2-40B4-BE49-F238E27FC236}">
                <a16:creationId xmlns:a16="http://schemas.microsoft.com/office/drawing/2014/main" id="{B3F985EF-90AB-4682-8DB2-83A4DB7748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9851" y="1595142"/>
            <a:ext cx="150374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rgbClr val="3366FF"/>
                </a:solidFill>
                <a:latin typeface="+mn-ea"/>
                <a:ea typeface="+mn-ea"/>
              </a:rPr>
              <a:t>半圆方程</a:t>
            </a:r>
          </a:p>
        </p:txBody>
      </p:sp>
      <p:grpSp>
        <p:nvGrpSpPr>
          <p:cNvPr id="10285" name="Group 37">
            <a:extLst>
              <a:ext uri="{FF2B5EF4-FFF2-40B4-BE49-F238E27FC236}">
                <a16:creationId xmlns:a16="http://schemas.microsoft.com/office/drawing/2014/main" id="{47C9F00B-4089-4868-BB98-5957445247B4}"/>
              </a:ext>
            </a:extLst>
          </p:cNvPr>
          <p:cNvGrpSpPr>
            <a:grpSpLocks/>
          </p:cNvGrpSpPr>
          <p:nvPr/>
        </p:nvGrpSpPr>
        <p:grpSpPr bwMode="auto">
          <a:xfrm>
            <a:off x="6064648" y="992625"/>
            <a:ext cx="2041921" cy="688181"/>
            <a:chOff x="1988" y="3305"/>
            <a:chExt cx="1715" cy="578"/>
          </a:xfrm>
        </p:grpSpPr>
        <p:sp>
          <p:nvSpPr>
            <p:cNvPr id="10287" name="Freeform 38">
              <a:extLst>
                <a:ext uri="{FF2B5EF4-FFF2-40B4-BE49-F238E27FC236}">
                  <a16:creationId xmlns:a16="http://schemas.microsoft.com/office/drawing/2014/main" id="{3343E177-F98E-4C25-AA7E-34AA50B030E2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5" y="3305"/>
              <a:ext cx="1488" cy="576"/>
            </a:xfrm>
            <a:custGeom>
              <a:avLst/>
              <a:gdLst>
                <a:gd name="T0" fmla="*/ 0 w 1488"/>
                <a:gd name="T1" fmla="*/ 0 h 576"/>
                <a:gd name="T2" fmla="*/ 1488 w 1488"/>
                <a:gd name="T3" fmla="*/ 0 h 576"/>
                <a:gd name="T4" fmla="*/ 1488 w 1488"/>
                <a:gd name="T5" fmla="*/ 576 h 576"/>
                <a:gd name="T6" fmla="*/ 0 w 1488"/>
                <a:gd name="T7" fmla="*/ 576 h 576"/>
                <a:gd name="T8" fmla="*/ 0 w 1488"/>
                <a:gd name="T9" fmla="*/ 0 h 57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88" h="576">
                  <a:moveTo>
                    <a:pt x="0" y="0"/>
                  </a:moveTo>
                  <a:lnTo>
                    <a:pt x="1488" y="0"/>
                  </a:lnTo>
                  <a:lnTo>
                    <a:pt x="1488" y="576"/>
                  </a:lnTo>
                  <a:lnTo>
                    <a:pt x="0" y="576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2F4700"/>
                </a:gs>
                <a:gs pos="50000">
                  <a:srgbClr val="669900"/>
                </a:gs>
                <a:gs pos="100000">
                  <a:srgbClr val="2F4700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2400" b="1" dirty="0">
                <a:latin typeface="+mn-ea"/>
              </a:endParaRPr>
            </a:p>
          </p:txBody>
        </p:sp>
        <p:grpSp>
          <p:nvGrpSpPr>
            <p:cNvPr id="10288" name="Group 39">
              <a:extLst>
                <a:ext uri="{FF2B5EF4-FFF2-40B4-BE49-F238E27FC236}">
                  <a16:creationId xmlns:a16="http://schemas.microsoft.com/office/drawing/2014/main" id="{1AC2DFD9-32B2-464C-B8FE-344BD434630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88" y="3309"/>
              <a:ext cx="260" cy="568"/>
              <a:chOff x="2996" y="2205"/>
              <a:chExt cx="260" cy="568"/>
            </a:xfrm>
          </p:grpSpPr>
          <p:sp>
            <p:nvSpPr>
              <p:cNvPr id="10291" name="Arc 40">
                <a:extLst>
                  <a:ext uri="{FF2B5EF4-FFF2-40B4-BE49-F238E27FC236}">
                    <a16:creationId xmlns:a16="http://schemas.microsoft.com/office/drawing/2014/main" id="{ABAA6818-867A-45A5-B6F4-E021B40AC0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3" y="2205"/>
                <a:ext cx="113" cy="568"/>
              </a:xfrm>
              <a:custGeom>
                <a:avLst/>
                <a:gdLst>
                  <a:gd name="T0" fmla="*/ 0 w 21600"/>
                  <a:gd name="T1" fmla="*/ 0 h 43180"/>
                  <a:gd name="T2" fmla="*/ 0 w 21600"/>
                  <a:gd name="T3" fmla="*/ 0 h 43180"/>
                  <a:gd name="T4" fmla="*/ 0 w 21600"/>
                  <a:gd name="T5" fmla="*/ 0 h 4318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4318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168"/>
                      <a:pt x="12485" y="42683"/>
                      <a:pt x="927" y="43180"/>
                    </a:cubicBezTo>
                  </a:path>
                  <a:path w="21600" h="4318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168"/>
                      <a:pt x="12485" y="42683"/>
                      <a:pt x="927" y="4318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2F4700"/>
                  </a:gs>
                  <a:gs pos="50000">
                    <a:srgbClr val="669900"/>
                  </a:gs>
                  <a:gs pos="100000">
                    <a:srgbClr val="2F4700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400" b="1" dirty="0">
                  <a:latin typeface="+mn-ea"/>
                </a:endParaRPr>
              </a:p>
            </p:txBody>
          </p:sp>
          <p:sp>
            <p:nvSpPr>
              <p:cNvPr id="10292" name="Arc 41">
                <a:extLst>
                  <a:ext uri="{FF2B5EF4-FFF2-40B4-BE49-F238E27FC236}">
                    <a16:creationId xmlns:a16="http://schemas.microsoft.com/office/drawing/2014/main" id="{A3BB58C7-FA5C-4E09-A11C-95483029C2A7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2996" y="2205"/>
                <a:ext cx="129" cy="568"/>
              </a:xfrm>
              <a:custGeom>
                <a:avLst/>
                <a:gdLst>
                  <a:gd name="T0" fmla="*/ 0 w 21600"/>
                  <a:gd name="T1" fmla="*/ 0 h 43180"/>
                  <a:gd name="T2" fmla="*/ 0 w 21600"/>
                  <a:gd name="T3" fmla="*/ 0 h 43180"/>
                  <a:gd name="T4" fmla="*/ 0 w 21600"/>
                  <a:gd name="T5" fmla="*/ 0 h 4318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4318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168"/>
                      <a:pt x="12485" y="42683"/>
                      <a:pt x="927" y="43180"/>
                    </a:cubicBezTo>
                  </a:path>
                  <a:path w="21600" h="4318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168"/>
                      <a:pt x="12485" y="42683"/>
                      <a:pt x="927" y="4318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2F4700"/>
                  </a:gs>
                  <a:gs pos="50000">
                    <a:srgbClr val="669900"/>
                  </a:gs>
                  <a:gs pos="100000">
                    <a:srgbClr val="2F4700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400" b="1" dirty="0">
                  <a:latin typeface="+mn-ea"/>
                </a:endParaRPr>
              </a:p>
            </p:txBody>
          </p:sp>
        </p:grpSp>
        <p:sp>
          <p:nvSpPr>
            <p:cNvPr id="10289" name="Oval 42">
              <a:extLst>
                <a:ext uri="{FF2B5EF4-FFF2-40B4-BE49-F238E27FC236}">
                  <a16:creationId xmlns:a16="http://schemas.microsoft.com/office/drawing/2014/main" id="{C92D2585-F118-4248-AA0F-4C2EFE8FCC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31" y="3309"/>
              <a:ext cx="272" cy="574"/>
            </a:xfrm>
            <a:prstGeom prst="ellipse">
              <a:avLst/>
            </a:prstGeom>
            <a:solidFill>
              <a:schemeClr val="accent3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 b="1">
                <a:latin typeface="+mn-ea"/>
                <a:ea typeface="+mn-ea"/>
              </a:endParaRPr>
            </a:p>
          </p:txBody>
        </p:sp>
        <p:sp>
          <p:nvSpPr>
            <p:cNvPr id="10290" name="AutoShape 43">
              <a:extLst>
                <a:ext uri="{FF2B5EF4-FFF2-40B4-BE49-F238E27FC236}">
                  <a16:creationId xmlns:a16="http://schemas.microsoft.com/office/drawing/2014/main" id="{C6321F90-CC61-4F0F-9EFB-264569657E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6" y="3509"/>
              <a:ext cx="1678" cy="192"/>
            </a:xfrm>
            <a:prstGeom prst="parallelogram">
              <a:avLst>
                <a:gd name="adj" fmla="val 126036"/>
              </a:avLst>
            </a:prstGeom>
            <a:solidFill>
              <a:srgbClr val="0099FF">
                <a:alpha val="50195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 b="1" dirty="0">
                <a:latin typeface="+mn-ea"/>
                <a:ea typeface="+mn-ea"/>
              </a:endParaRPr>
            </a:p>
          </p:txBody>
        </p:sp>
      </p:grpSp>
      <p:sp>
        <p:nvSpPr>
          <p:cNvPr id="10273" name="Text Box 45">
            <a:extLst>
              <a:ext uri="{FF2B5EF4-FFF2-40B4-BE49-F238E27FC236}">
                <a16:creationId xmlns:a16="http://schemas.microsoft.com/office/drawing/2014/main" id="{092FE90B-F509-49BE-8B69-3004FB1512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3104" y="195486"/>
            <a:ext cx="298889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  <a:cs typeface="Times New Roman" panose="02020603050405020304" pitchFamily="18" charset="0"/>
              </a:rPr>
              <a:t>一水平横放的半径为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9471BC83-5B6C-4C61-B458-9E848033B07B}"/>
              </a:ext>
            </a:extLst>
          </p:cNvPr>
          <p:cNvGrpSpPr/>
          <p:nvPr/>
        </p:nvGrpSpPr>
        <p:grpSpPr>
          <a:xfrm>
            <a:off x="909851" y="2096383"/>
            <a:ext cx="4244741" cy="478339"/>
            <a:chOff x="981290" y="2340462"/>
            <a:chExt cx="4244741" cy="478339"/>
          </a:xfrm>
        </p:grpSpPr>
        <p:sp>
          <p:nvSpPr>
            <p:cNvPr id="70668" name="Text Box 12">
              <a:extLst>
                <a:ext uri="{FF2B5EF4-FFF2-40B4-BE49-F238E27FC236}">
                  <a16:creationId xmlns:a16="http://schemas.microsoft.com/office/drawing/2014/main" id="{F8AEE88D-BBE9-4731-96B6-253876503D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81290" y="2357136"/>
              <a:ext cx="500067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latin typeface="+mn-ea"/>
                  <a:ea typeface="+mn-ea"/>
                </a:rPr>
                <a:t>在</a:t>
              </a:r>
            </a:p>
          </p:txBody>
        </p:sp>
        <p:graphicFrame>
          <p:nvGraphicFramePr>
            <p:cNvPr id="53" name="Object 30">
              <a:extLst>
                <a:ext uri="{FF2B5EF4-FFF2-40B4-BE49-F238E27FC236}">
                  <a16:creationId xmlns:a16="http://schemas.microsoft.com/office/drawing/2014/main" id="{74E89A40-7221-4F44-8C9A-B30629FAC7A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59992039"/>
                </p:ext>
              </p:extLst>
            </p:nvPr>
          </p:nvGraphicFramePr>
          <p:xfrm>
            <a:off x="1405133" y="2419130"/>
            <a:ext cx="672840" cy="3301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7882" name="Equation" r:id="rId24" imgW="672840" imgH="330120" progId="Equation.DSMT4">
                    <p:embed/>
                  </p:oleObj>
                </mc:Choice>
                <mc:Fallback>
                  <p:oleObj name="Equation" r:id="rId24" imgW="672840" imgH="330120" progId="Equation.DSMT4">
                    <p:embed/>
                    <p:pic>
                      <p:nvPicPr>
                        <p:cNvPr id="53" name="Object 30">
                          <a:extLst>
                            <a:ext uri="{FF2B5EF4-FFF2-40B4-BE49-F238E27FC236}">
                              <a16:creationId xmlns:a16="http://schemas.microsoft.com/office/drawing/2014/main" id="{74E89A40-7221-4F44-8C9A-B30629FAC7A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05133" y="2419130"/>
                          <a:ext cx="672840" cy="33012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4" name="Text Box 12">
              <a:extLst>
                <a:ext uri="{FF2B5EF4-FFF2-40B4-BE49-F238E27FC236}">
                  <a16:creationId xmlns:a16="http://schemas.microsoft.com/office/drawing/2014/main" id="{66C7F6FD-95E9-4BFB-907B-7880629350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81422" y="2340462"/>
              <a:ext cx="202526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latin typeface="+mn-ea"/>
                  <a:ea typeface="+mn-ea"/>
                </a:rPr>
                <a:t>上任取小区间</a:t>
              </a:r>
            </a:p>
          </p:txBody>
        </p:sp>
        <p:graphicFrame>
          <p:nvGraphicFramePr>
            <p:cNvPr id="55" name="Object 30">
              <a:extLst>
                <a:ext uri="{FF2B5EF4-FFF2-40B4-BE49-F238E27FC236}">
                  <a16:creationId xmlns:a16="http://schemas.microsoft.com/office/drawing/2014/main" id="{A1B22208-63D2-4B75-9ED5-279216AEB1A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40565682"/>
                </p:ext>
              </p:extLst>
            </p:nvPr>
          </p:nvGraphicFramePr>
          <p:xfrm>
            <a:off x="3943351" y="2411825"/>
            <a:ext cx="1282680" cy="3301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7883" name="Equation" r:id="rId26" imgW="1282680" imgH="330120" progId="Equation.DSMT4">
                    <p:embed/>
                  </p:oleObj>
                </mc:Choice>
                <mc:Fallback>
                  <p:oleObj name="Equation" r:id="rId26" imgW="1282680" imgH="330120" progId="Equation.DSMT4">
                    <p:embed/>
                    <p:pic>
                      <p:nvPicPr>
                        <p:cNvPr id="55" name="Object 30">
                          <a:extLst>
                            <a:ext uri="{FF2B5EF4-FFF2-40B4-BE49-F238E27FC236}">
                              <a16:creationId xmlns:a16="http://schemas.microsoft.com/office/drawing/2014/main" id="{A1B22208-63D2-4B75-9ED5-279216AEB1A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43351" y="2411825"/>
                          <a:ext cx="1282680" cy="33012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6" name="Text Box 12">
            <a:extLst>
              <a:ext uri="{FF2B5EF4-FFF2-40B4-BE49-F238E27FC236}">
                <a16:creationId xmlns:a16="http://schemas.microsoft.com/office/drawing/2014/main" id="{6CF506C8-5259-4081-9115-E99C4539E8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3894" y="2594098"/>
            <a:ext cx="193000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rgbClr val="3366FF"/>
                </a:solidFill>
                <a:latin typeface="+mn-ea"/>
                <a:ea typeface="+mn-ea"/>
              </a:rPr>
              <a:t>小窄条面积</a:t>
            </a:r>
          </a:p>
        </p:txBody>
      </p:sp>
      <p:graphicFrame>
        <p:nvGraphicFramePr>
          <p:cNvPr id="57" name="Object 30">
            <a:extLst>
              <a:ext uri="{FF2B5EF4-FFF2-40B4-BE49-F238E27FC236}">
                <a16:creationId xmlns:a16="http://schemas.microsoft.com/office/drawing/2014/main" id="{DD93DA6B-0846-4F3F-B9EB-7F0C8D51A95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1259475"/>
              </p:ext>
            </p:extLst>
          </p:nvPr>
        </p:nvGraphicFramePr>
        <p:xfrm>
          <a:off x="2738437" y="2582084"/>
          <a:ext cx="166356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884" name="Equation" r:id="rId28" imgW="1663560" imgH="457200" progId="Equation.DSMT4">
                  <p:embed/>
                </p:oleObj>
              </mc:Choice>
              <mc:Fallback>
                <p:oleObj name="Equation" r:id="rId28" imgW="1663560" imgH="457200" progId="Equation.DSMT4">
                  <p:embed/>
                  <p:pic>
                    <p:nvPicPr>
                      <p:cNvPr id="57" name="Object 30">
                        <a:extLst>
                          <a:ext uri="{FF2B5EF4-FFF2-40B4-BE49-F238E27FC236}">
                            <a16:creationId xmlns:a16="http://schemas.microsoft.com/office/drawing/2014/main" id="{DD93DA6B-0846-4F3F-B9EB-7F0C8D51A95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8437" y="2582084"/>
                        <a:ext cx="166356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" name="Text Box 12">
            <a:extLst>
              <a:ext uri="{FF2B5EF4-FFF2-40B4-BE49-F238E27FC236}">
                <a16:creationId xmlns:a16="http://schemas.microsoft.com/office/drawing/2014/main" id="{31E7E1EA-C3D6-443C-A739-8A9BC97FCD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9175" y="3111085"/>
            <a:ext cx="142041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rgbClr val="3366FF"/>
                </a:solidFill>
                <a:latin typeface="+mn-ea"/>
                <a:ea typeface="+mn-ea"/>
              </a:rPr>
              <a:t>压力元素</a:t>
            </a:r>
          </a:p>
        </p:txBody>
      </p:sp>
      <p:graphicFrame>
        <p:nvGraphicFramePr>
          <p:cNvPr id="44" name="Object 11">
            <a:extLst>
              <a:ext uri="{FF2B5EF4-FFF2-40B4-BE49-F238E27FC236}">
                <a16:creationId xmlns:a16="http://schemas.microsoft.com/office/drawing/2014/main" id="{94E1D335-0E05-4F98-9584-87F0BD0A996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9599088"/>
              </p:ext>
            </p:extLst>
          </p:nvPr>
        </p:nvGraphicFramePr>
        <p:xfrm>
          <a:off x="8089164" y="325488"/>
          <a:ext cx="241300" cy="287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885" name="MathType 6.0 Equation" r:id="rId30" imgW="241200" imgH="266400" progId="Equation.DSMT4">
                  <p:embed/>
                </p:oleObj>
              </mc:Choice>
              <mc:Fallback>
                <p:oleObj name="MathType 6.0 Equation" r:id="rId30" imgW="241200" imgH="266400" progId="Equation.DSMT4">
                  <p:embed/>
                  <p:pic>
                    <p:nvPicPr>
                      <p:cNvPr id="44" name="Object 11">
                        <a:extLst>
                          <a:ext uri="{FF2B5EF4-FFF2-40B4-BE49-F238E27FC236}">
                            <a16:creationId xmlns:a16="http://schemas.microsoft.com/office/drawing/2014/main" id="{94E1D335-0E05-4F98-9584-87F0BD0A996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89164" y="325488"/>
                        <a:ext cx="241300" cy="2873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Object 13">
            <a:extLst>
              <a:ext uri="{FF2B5EF4-FFF2-40B4-BE49-F238E27FC236}">
                <a16:creationId xmlns:a16="http://schemas.microsoft.com/office/drawing/2014/main" id="{58800924-1603-444A-A89E-89AA60C0921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4432661"/>
              </p:ext>
            </p:extLst>
          </p:nvPr>
        </p:nvGraphicFramePr>
        <p:xfrm>
          <a:off x="4603749" y="4093384"/>
          <a:ext cx="1282680" cy="736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886" name="Equation" r:id="rId32" imgW="1282680" imgH="736560" progId="Equation.DSMT4">
                  <p:embed/>
                </p:oleObj>
              </mc:Choice>
              <mc:Fallback>
                <p:oleObj name="Equation" r:id="rId32" imgW="1282680" imgH="736560" progId="Equation.DSMT4">
                  <p:embed/>
                  <p:pic>
                    <p:nvPicPr>
                      <p:cNvPr id="46" name="Object 13">
                        <a:extLst>
                          <a:ext uri="{FF2B5EF4-FFF2-40B4-BE49-F238E27FC236}">
                            <a16:creationId xmlns:a16="http://schemas.microsoft.com/office/drawing/2014/main" id="{58800924-1603-444A-A89E-89AA60C0921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03749" y="4093384"/>
                        <a:ext cx="1282680" cy="7365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" name="Oval 42">
            <a:extLst>
              <a:ext uri="{FF2B5EF4-FFF2-40B4-BE49-F238E27FC236}">
                <a16:creationId xmlns:a16="http://schemas.microsoft.com/office/drawing/2014/main" id="{F6AD5391-ABFF-4F42-BF18-55AB691CBE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82106" y="995361"/>
            <a:ext cx="323850" cy="683419"/>
          </a:xfrm>
          <a:prstGeom prst="ellipse">
            <a:avLst/>
          </a:prstGeom>
          <a:solidFill>
            <a:srgbClr val="00B0F0">
              <a:alpha val="8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 b="1">
              <a:latin typeface="+mn-ea"/>
              <a:ea typeface="+mn-ea"/>
            </a:endParaRPr>
          </a:p>
        </p:txBody>
      </p:sp>
      <p:sp>
        <p:nvSpPr>
          <p:cNvPr id="15" name="弧形 14">
            <a:extLst>
              <a:ext uri="{FF2B5EF4-FFF2-40B4-BE49-F238E27FC236}">
                <a16:creationId xmlns:a16="http://schemas.microsoft.com/office/drawing/2014/main" id="{36D4A370-50FB-4A99-85FB-C220DD2F1459}"/>
              </a:ext>
            </a:extLst>
          </p:cNvPr>
          <p:cNvSpPr/>
          <p:nvPr/>
        </p:nvSpPr>
        <p:spPr>
          <a:xfrm>
            <a:off x="7789567" y="998502"/>
            <a:ext cx="313200" cy="718359"/>
          </a:xfrm>
          <a:prstGeom prst="arc">
            <a:avLst>
              <a:gd name="adj1" fmla="val 8464052"/>
              <a:gd name="adj2" fmla="val 19358931"/>
            </a:avLst>
          </a:prstGeom>
          <a:solidFill>
            <a:srgbClr val="486C00">
              <a:alpha val="68000"/>
            </a:srgbClr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47" name="Object 13">
            <a:extLst>
              <a:ext uri="{FF2B5EF4-FFF2-40B4-BE49-F238E27FC236}">
                <a16:creationId xmlns:a16="http://schemas.microsoft.com/office/drawing/2014/main" id="{3BD016C1-8F8F-4AA5-8531-5FF4D3F6424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3125307"/>
              </p:ext>
            </p:extLst>
          </p:nvPr>
        </p:nvGraphicFramePr>
        <p:xfrm>
          <a:off x="954078" y="4196217"/>
          <a:ext cx="3568680" cy="5968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887" name="Equation" r:id="rId34" imgW="3568680" imgH="596880" progId="Equation.DSMT4">
                  <p:embed/>
                </p:oleObj>
              </mc:Choice>
              <mc:Fallback>
                <p:oleObj name="Equation" r:id="rId34" imgW="3568680" imgH="596880" progId="Equation.DSMT4">
                  <p:embed/>
                  <p:pic>
                    <p:nvPicPr>
                      <p:cNvPr id="47" name="Object 13">
                        <a:extLst>
                          <a:ext uri="{FF2B5EF4-FFF2-40B4-BE49-F238E27FC236}">
                            <a16:creationId xmlns:a16="http://schemas.microsoft.com/office/drawing/2014/main" id="{3BD016C1-8F8F-4AA5-8531-5FF4D3F6424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4078" y="4196217"/>
                        <a:ext cx="3568680" cy="5968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" name="Text Box 45">
            <a:extLst>
              <a:ext uri="{FF2B5EF4-FFF2-40B4-BE49-F238E27FC236}">
                <a16:creationId xmlns:a16="http://schemas.microsoft.com/office/drawing/2014/main" id="{52D30B6F-0DB9-4C22-BAED-5D499F0F6F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00228" y="206283"/>
            <a:ext cx="353500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  <a:cs typeface="Times New Roman" panose="02020603050405020304" pitchFamily="18" charset="0"/>
              </a:rPr>
              <a:t>的圆桶</a:t>
            </a:r>
            <a:r>
              <a:rPr kumimoji="1" lang="en-US" altLang="zh-CN" sz="2400" b="1" dirty="0">
                <a:latin typeface="+mn-ea"/>
                <a:ea typeface="+mn-ea"/>
                <a:cs typeface="Times New Roman" panose="02020603050405020304" pitchFamily="18" charset="0"/>
              </a:rPr>
              <a:t>,</a:t>
            </a:r>
            <a:r>
              <a:rPr kumimoji="1" lang="zh-CN" altLang="en-US" sz="2400" b="1" dirty="0">
                <a:latin typeface="+mn-ea"/>
                <a:ea typeface="+mn-ea"/>
                <a:cs typeface="Times New Roman" panose="02020603050405020304" pitchFamily="18" charset="0"/>
              </a:rPr>
              <a:t>内盛半桶密度为 </a:t>
            </a:r>
          </a:p>
        </p:txBody>
      </p:sp>
      <p:graphicFrame>
        <p:nvGraphicFramePr>
          <p:cNvPr id="50" name="Object 11">
            <a:extLst>
              <a:ext uri="{FF2B5EF4-FFF2-40B4-BE49-F238E27FC236}">
                <a16:creationId xmlns:a16="http://schemas.microsoft.com/office/drawing/2014/main" id="{95D6E37C-2F0C-470B-82CE-F779732A3EC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8659924"/>
              </p:ext>
            </p:extLst>
          </p:nvPr>
        </p:nvGraphicFramePr>
        <p:xfrm>
          <a:off x="4476766" y="310682"/>
          <a:ext cx="241300" cy="287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888" name="MathType 6.0 Equation" r:id="rId36" imgW="241200" imgH="266400" progId="Equation.DSMT4">
                  <p:embed/>
                </p:oleObj>
              </mc:Choice>
              <mc:Fallback>
                <p:oleObj name="MathType 6.0 Equation" r:id="rId36" imgW="241200" imgH="266400" progId="Equation.DSMT4">
                  <p:embed/>
                  <p:pic>
                    <p:nvPicPr>
                      <p:cNvPr id="50" name="Object 11">
                        <a:extLst>
                          <a:ext uri="{FF2B5EF4-FFF2-40B4-BE49-F238E27FC236}">
                            <a16:creationId xmlns:a16="http://schemas.microsoft.com/office/drawing/2014/main" id="{95D6E37C-2F0C-470B-82CE-F779732A3EC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76766" y="310682"/>
                        <a:ext cx="241300" cy="2873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678" name="Line 22">
            <a:extLst>
              <a:ext uri="{FF2B5EF4-FFF2-40B4-BE49-F238E27FC236}">
                <a16:creationId xmlns:a16="http://schemas.microsoft.com/office/drawing/2014/main" id="{964A0EDD-670E-4AE0-903B-248CC02C2D67}"/>
              </a:ext>
            </a:extLst>
          </p:cNvPr>
          <p:cNvSpPr>
            <a:spLocks noChangeShapeType="1"/>
          </p:cNvSpPr>
          <p:nvPr/>
        </p:nvSpPr>
        <p:spPr bwMode="auto">
          <a:xfrm>
            <a:off x="7297988" y="2010663"/>
            <a:ext cx="0" cy="1696641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400" b="1"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70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70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70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70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1000"/>
                                        <p:tgtEl>
                                          <p:spTgt spid="70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70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70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70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70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70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2000"/>
                                        <p:tgtEl>
                                          <p:spTgt spid="70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2000"/>
                                        <p:tgtEl>
                                          <p:spTgt spid="70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1000"/>
                                        <p:tgtEl>
                                          <p:spTgt spid="70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1000"/>
                                        <p:tgtEl>
                                          <p:spTgt spid="70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1000"/>
                                        <p:tgtEl>
                                          <p:spTgt spid="70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2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7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2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2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2000"/>
                                        <p:tgtEl>
                                          <p:spTgt spid="70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2000"/>
                                        <p:tgtEl>
                                          <p:spTgt spid="70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2000"/>
                                        <p:tgtEl>
                                          <p:spTgt spid="70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2000"/>
                                        <p:tgtEl>
                                          <p:spTgt spid="70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2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2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60" grpId="0" animBg="1"/>
      <p:bldP spid="70664" grpId="0" autoUpdateAnimBg="0"/>
      <p:bldP spid="70676" grpId="0" animBg="1"/>
      <p:bldP spid="70683" grpId="0" animBg="1"/>
      <p:bldP spid="70689" grpId="0" autoUpdateAnimBg="0"/>
      <p:bldP spid="70691" grpId="0" autoUpdateAnimBg="0"/>
      <p:bldP spid="56" grpId="0" autoUpdateAnimBg="0"/>
      <p:bldP spid="58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97E688D8-47D0-47F3-90E1-A1568E1755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5656" y="267494"/>
            <a:ext cx="752632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eaLnBrk="1" hangingPunct="1"/>
            <a:r>
              <a:rPr lang="zh-CN" altLang="en-US" sz="2400" b="1" dirty="0">
                <a:latin typeface="+mj-ea"/>
                <a:ea typeface="+mj-ea"/>
              </a:rPr>
              <a:t>斜边为定长的直角三角形薄板，垂直放置于水中，并使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B552FCD9-2943-48EE-B027-CD439A1B1E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201" y="839783"/>
            <a:ext cx="863927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r>
              <a:rPr lang="zh-CN" altLang="en-US" sz="2400" b="1" dirty="0">
                <a:latin typeface="+mj-ea"/>
                <a:ea typeface="+mj-ea"/>
              </a:rPr>
              <a:t> 一直角边与水面相齐，</a:t>
            </a:r>
            <a:r>
              <a:rPr lang="zh-CN" altLang="en-US" sz="2400" b="1" dirty="0"/>
              <a:t>问斜边与水面交成的锐角     取多大时，</a:t>
            </a:r>
            <a:endParaRPr lang="zh-CN" altLang="en-US" sz="2400" b="1" dirty="0">
              <a:latin typeface="+mj-ea"/>
              <a:ea typeface="+mj-ea"/>
            </a:endParaRP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90A3D272-3DFB-41AC-98AC-96CF718349F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1603747"/>
              </p:ext>
            </p:extLst>
          </p:nvPr>
        </p:nvGraphicFramePr>
        <p:xfrm>
          <a:off x="6940617" y="888724"/>
          <a:ext cx="2032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102" name="Equation" r:id="rId3" imgW="203040" imgH="279360" progId="Equation.DSMT4">
                  <p:embed/>
                </p:oleObj>
              </mc:Choice>
              <mc:Fallback>
                <p:oleObj name="Equation" r:id="rId3" imgW="20304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940617" y="888724"/>
                        <a:ext cx="2032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2">
            <a:extLst>
              <a:ext uri="{FF2B5EF4-FFF2-40B4-BE49-F238E27FC236}">
                <a16:creationId xmlns:a16="http://schemas.microsoft.com/office/drawing/2014/main" id="{1F3264A9-55B6-40C2-B39A-80D6FE1A10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528" y="1352384"/>
            <a:ext cx="341632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400" b="1" dirty="0"/>
              <a:t>薄板所受的压力    最大 </a:t>
            </a:r>
            <a:r>
              <a:rPr lang="en-US" altLang="zh-CN" sz="2400" b="1" dirty="0"/>
              <a:t>.</a:t>
            </a: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C18075F8-5D48-409E-A30D-2306BEF802A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0280690"/>
              </p:ext>
            </p:extLst>
          </p:nvPr>
        </p:nvGraphicFramePr>
        <p:xfrm>
          <a:off x="2562639" y="1450424"/>
          <a:ext cx="2413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103" name="Equation" r:id="rId5" imgW="241200" imgH="266400" progId="Equation.DSMT4">
                  <p:embed/>
                </p:oleObj>
              </mc:Choice>
              <mc:Fallback>
                <p:oleObj name="Equation" r:id="rId5" imgW="241200" imgH="266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562639" y="1450424"/>
                        <a:ext cx="241300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Group 48">
            <a:extLst>
              <a:ext uri="{FF2B5EF4-FFF2-40B4-BE49-F238E27FC236}">
                <a16:creationId xmlns:a16="http://schemas.microsoft.com/office/drawing/2014/main" id="{58AB96DF-F255-4543-9CF8-55040EF9D7C5}"/>
              </a:ext>
            </a:extLst>
          </p:cNvPr>
          <p:cNvGrpSpPr>
            <a:grpSpLocks/>
          </p:cNvGrpSpPr>
          <p:nvPr/>
        </p:nvGrpSpPr>
        <p:grpSpPr bwMode="auto">
          <a:xfrm>
            <a:off x="7020275" y="1784152"/>
            <a:ext cx="1163638" cy="1649413"/>
            <a:chOff x="4524" y="1536"/>
            <a:chExt cx="733" cy="1039"/>
          </a:xfrm>
        </p:grpSpPr>
        <p:sp>
          <p:nvSpPr>
            <p:cNvPr id="10" name="AutoShape 17">
              <a:extLst>
                <a:ext uri="{FF2B5EF4-FFF2-40B4-BE49-F238E27FC236}">
                  <a16:creationId xmlns:a16="http://schemas.microsoft.com/office/drawing/2014/main" id="{1A56E74E-DB89-4BD1-AEF3-B726CD0CC1AA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4524" y="1668"/>
              <a:ext cx="733" cy="907"/>
            </a:xfrm>
            <a:prstGeom prst="rtTriangle">
              <a:avLst/>
            </a:prstGeom>
            <a:solidFill>
              <a:schemeClr val="tx2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1" name="Object 23">
              <a:extLst>
                <a:ext uri="{FF2B5EF4-FFF2-40B4-BE49-F238E27FC236}">
                  <a16:creationId xmlns:a16="http://schemas.microsoft.com/office/drawing/2014/main" id="{D80294D3-17DB-4E7D-93CF-A49630BA94C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42021360"/>
                </p:ext>
              </p:extLst>
            </p:nvPr>
          </p:nvGraphicFramePr>
          <p:xfrm>
            <a:off x="5045" y="1687"/>
            <a:ext cx="108" cy="1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8104" name="Equation" r:id="rId7" imgW="177480" imgH="241200" progId="Equation.DSMT4">
                    <p:embed/>
                  </p:oleObj>
                </mc:Choice>
                <mc:Fallback>
                  <p:oleObj name="Equation" r:id="rId7" imgW="177480" imgH="241200" progId="Equation.DSMT4">
                    <p:embed/>
                    <p:pic>
                      <p:nvPicPr>
                        <p:cNvPr id="57367" name="Object 23">
                          <a:extLst>
                            <a:ext uri="{FF2B5EF4-FFF2-40B4-BE49-F238E27FC236}">
                              <a16:creationId xmlns:a16="http://schemas.microsoft.com/office/drawing/2014/main" id="{32E751EF-5150-4AD1-8EE1-586D61A6006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45" y="1687"/>
                          <a:ext cx="108" cy="1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" name="AutoShape 47" descr="窄横线">
              <a:extLst>
                <a:ext uri="{FF2B5EF4-FFF2-40B4-BE49-F238E27FC236}">
                  <a16:creationId xmlns:a16="http://schemas.microsoft.com/office/drawing/2014/main" id="{F451F4AD-DA0F-4719-909C-BB778D90581E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4560" y="1536"/>
              <a:ext cx="170" cy="113"/>
            </a:xfrm>
            <a:prstGeom prst="triangle">
              <a:avLst>
                <a:gd name="adj" fmla="val 50000"/>
              </a:avLst>
            </a:prstGeom>
            <a:pattFill prst="narHorz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13" name="Object 15">
            <a:extLst>
              <a:ext uri="{FF2B5EF4-FFF2-40B4-BE49-F238E27FC236}">
                <a16:creationId xmlns:a16="http://schemas.microsoft.com/office/drawing/2014/main" id="{CF95D8F6-7AD2-455F-BA9A-44D947B1389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2925370"/>
              </p:ext>
            </p:extLst>
          </p:nvPr>
        </p:nvGraphicFramePr>
        <p:xfrm>
          <a:off x="7627367" y="2736446"/>
          <a:ext cx="115888" cy="257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105" name="Equation" r:id="rId9" imgW="114120" imgH="253800" progId="Equation.DSMT4">
                  <p:embed/>
                </p:oleObj>
              </mc:Choice>
              <mc:Fallback>
                <p:oleObj name="Equation" r:id="rId9" imgW="114120" imgH="253800" progId="Equation.DSMT4">
                  <p:embed/>
                  <p:pic>
                    <p:nvPicPr>
                      <p:cNvPr id="57359" name="Object 15">
                        <a:extLst>
                          <a:ext uri="{FF2B5EF4-FFF2-40B4-BE49-F238E27FC236}">
                            <a16:creationId xmlns:a16="http://schemas.microsoft.com/office/drawing/2014/main" id="{48AFF301-ABCA-48A9-AE0A-1B458A43EC7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7367" y="2736446"/>
                        <a:ext cx="115888" cy="257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Group 58">
            <a:extLst>
              <a:ext uri="{FF2B5EF4-FFF2-40B4-BE49-F238E27FC236}">
                <a16:creationId xmlns:a16="http://schemas.microsoft.com/office/drawing/2014/main" id="{C80F8F80-961E-46DD-A3A3-5656F006C6AA}"/>
              </a:ext>
            </a:extLst>
          </p:cNvPr>
          <p:cNvGrpSpPr>
            <a:grpSpLocks/>
          </p:cNvGrpSpPr>
          <p:nvPr/>
        </p:nvGrpSpPr>
        <p:grpSpPr bwMode="auto">
          <a:xfrm>
            <a:off x="6735894" y="1971909"/>
            <a:ext cx="1698625" cy="1941512"/>
            <a:chOff x="4343" y="1649"/>
            <a:chExt cx="1070" cy="1223"/>
          </a:xfrm>
        </p:grpSpPr>
        <p:graphicFrame>
          <p:nvGraphicFramePr>
            <p:cNvPr id="15" name="Object 20">
              <a:extLst>
                <a:ext uri="{FF2B5EF4-FFF2-40B4-BE49-F238E27FC236}">
                  <a16:creationId xmlns:a16="http://schemas.microsoft.com/office/drawing/2014/main" id="{E6FF642E-5EBD-4315-9BC1-530B717E594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56746589"/>
                </p:ext>
              </p:extLst>
            </p:nvPr>
          </p:nvGraphicFramePr>
          <p:xfrm>
            <a:off x="4343" y="1649"/>
            <a:ext cx="144" cy="1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8106" name="Equation" r:id="rId11" imgW="228600" imgH="241200" progId="Equation.DSMT4">
                    <p:embed/>
                  </p:oleObj>
                </mc:Choice>
                <mc:Fallback>
                  <p:oleObj name="Equation" r:id="rId11" imgW="228600" imgH="241200" progId="Equation.DSMT4">
                    <p:embed/>
                    <p:pic>
                      <p:nvPicPr>
                        <p:cNvPr id="57364" name="Object 20">
                          <a:extLst>
                            <a:ext uri="{FF2B5EF4-FFF2-40B4-BE49-F238E27FC236}">
                              <a16:creationId xmlns:a16="http://schemas.microsoft.com/office/drawing/2014/main" id="{7BC68C5F-05A2-4899-B2D9-FD50702D81A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43" y="1649"/>
                          <a:ext cx="144" cy="1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" name="Line 18">
              <a:extLst>
                <a:ext uri="{FF2B5EF4-FFF2-40B4-BE49-F238E27FC236}">
                  <a16:creationId xmlns:a16="http://schemas.microsoft.com/office/drawing/2014/main" id="{2E6A4AB5-6AF2-40AB-B023-E47E70670E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24" y="1668"/>
              <a:ext cx="0" cy="120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19">
              <a:extLst>
                <a:ext uri="{FF2B5EF4-FFF2-40B4-BE49-F238E27FC236}">
                  <a16:creationId xmlns:a16="http://schemas.microsoft.com/office/drawing/2014/main" id="{DF152E19-A000-462B-A9E2-BFB5A3D20F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29" y="1668"/>
              <a:ext cx="8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8" name="Object 21">
              <a:extLst>
                <a:ext uri="{FF2B5EF4-FFF2-40B4-BE49-F238E27FC236}">
                  <a16:creationId xmlns:a16="http://schemas.microsoft.com/office/drawing/2014/main" id="{8D6BA3A5-200E-4C94-936F-ABB7DE7AC30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07263637"/>
                </p:ext>
              </p:extLst>
            </p:nvPr>
          </p:nvGraphicFramePr>
          <p:xfrm>
            <a:off x="5255" y="1676"/>
            <a:ext cx="120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8107" name="Equation" r:id="rId13" imgW="190440" imgH="241200" progId="Equation.DSMT4">
                    <p:embed/>
                  </p:oleObj>
                </mc:Choice>
                <mc:Fallback>
                  <p:oleObj name="Equation" r:id="rId13" imgW="190440" imgH="241200" progId="Equation.DSMT4">
                    <p:embed/>
                    <p:pic>
                      <p:nvPicPr>
                        <p:cNvPr id="57365" name="Object 21">
                          <a:extLst>
                            <a:ext uri="{FF2B5EF4-FFF2-40B4-BE49-F238E27FC236}">
                              <a16:creationId xmlns:a16="http://schemas.microsoft.com/office/drawing/2014/main" id="{DF2A002A-E012-44A0-9F94-E4DDADE8130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55" y="1676"/>
                          <a:ext cx="120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" name="Object 22">
              <a:extLst>
                <a:ext uri="{FF2B5EF4-FFF2-40B4-BE49-F238E27FC236}">
                  <a16:creationId xmlns:a16="http://schemas.microsoft.com/office/drawing/2014/main" id="{190593BF-9BCF-4310-BAEA-4238EAC452A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81194707"/>
                </p:ext>
              </p:extLst>
            </p:nvPr>
          </p:nvGraphicFramePr>
          <p:xfrm>
            <a:off x="4513" y="2629"/>
            <a:ext cx="112" cy="1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8108" name="Equation" r:id="rId15" imgW="177480" imgH="190440" progId="Equation.DSMT4">
                    <p:embed/>
                  </p:oleObj>
                </mc:Choice>
                <mc:Fallback>
                  <p:oleObj name="Equation" r:id="rId15" imgW="177480" imgH="190440" progId="Equation.DSMT4">
                    <p:embed/>
                    <p:pic>
                      <p:nvPicPr>
                        <p:cNvPr id="57366" name="Object 22">
                          <a:extLst>
                            <a:ext uri="{FF2B5EF4-FFF2-40B4-BE49-F238E27FC236}">
                              <a16:creationId xmlns:a16="http://schemas.microsoft.com/office/drawing/2014/main" id="{F7ADCE77-BF84-4A44-BEDC-2F37FFAAC46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13" y="2629"/>
                          <a:ext cx="112" cy="1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0" name="Object 24">
            <a:extLst>
              <a:ext uri="{FF2B5EF4-FFF2-40B4-BE49-F238E27FC236}">
                <a16:creationId xmlns:a16="http://schemas.microsoft.com/office/drawing/2014/main" id="{BC4DAB0F-EE2E-4DD4-8219-928B8CB8E24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1932346"/>
              </p:ext>
            </p:extLst>
          </p:nvPr>
        </p:nvGraphicFramePr>
        <p:xfrm>
          <a:off x="7228905" y="2277659"/>
          <a:ext cx="1905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109" name="Equation" r:id="rId17" imgW="190440" imgH="241200" progId="Equation.DSMT4">
                  <p:embed/>
                </p:oleObj>
              </mc:Choice>
              <mc:Fallback>
                <p:oleObj name="Equation" r:id="rId17" imgW="190440" imgH="241200" progId="Equation.DSMT4">
                  <p:embed/>
                  <p:pic>
                    <p:nvPicPr>
                      <p:cNvPr id="57368" name="Object 24">
                        <a:extLst>
                          <a:ext uri="{FF2B5EF4-FFF2-40B4-BE49-F238E27FC236}">
                            <a16:creationId xmlns:a16="http://schemas.microsoft.com/office/drawing/2014/main" id="{18A07AEB-DA61-4E2F-9183-2A5671C2762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28905" y="2277659"/>
                        <a:ext cx="190500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" name="Group 51">
            <a:extLst>
              <a:ext uri="{FF2B5EF4-FFF2-40B4-BE49-F238E27FC236}">
                <a16:creationId xmlns:a16="http://schemas.microsoft.com/office/drawing/2014/main" id="{A6797035-CA63-4240-B952-CCC09362F861}"/>
              </a:ext>
            </a:extLst>
          </p:cNvPr>
          <p:cNvGrpSpPr>
            <a:grpSpLocks/>
          </p:cNvGrpSpPr>
          <p:nvPr/>
        </p:nvGrpSpPr>
        <p:grpSpPr bwMode="auto">
          <a:xfrm>
            <a:off x="6336306" y="2442717"/>
            <a:ext cx="1338926" cy="400050"/>
            <a:chOff x="4105" y="1942"/>
            <a:chExt cx="830" cy="252"/>
          </a:xfrm>
        </p:grpSpPr>
        <p:sp>
          <p:nvSpPr>
            <p:cNvPr id="22" name="Line 37">
              <a:extLst>
                <a:ext uri="{FF2B5EF4-FFF2-40B4-BE49-F238E27FC236}">
                  <a16:creationId xmlns:a16="http://schemas.microsoft.com/office/drawing/2014/main" id="{FA89925B-5956-4A3A-AA74-BA11E92448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27" y="2056"/>
              <a:ext cx="408" cy="0"/>
            </a:xfrm>
            <a:prstGeom prst="line">
              <a:avLst/>
            </a:prstGeom>
            <a:noFill/>
            <a:ln w="76200">
              <a:solidFill>
                <a:srgbClr val="FF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3" name="Object 38">
              <a:extLst>
                <a:ext uri="{FF2B5EF4-FFF2-40B4-BE49-F238E27FC236}">
                  <a16:creationId xmlns:a16="http://schemas.microsoft.com/office/drawing/2014/main" id="{E231038F-9896-4DC6-B6AF-50B087FD572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09632444"/>
                </p:ext>
              </p:extLst>
            </p:nvPr>
          </p:nvGraphicFramePr>
          <p:xfrm>
            <a:off x="4396" y="1942"/>
            <a:ext cx="101" cy="1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8110" name="Equation" r:id="rId19" imgW="177480" imgH="190440" progId="Equation.DSMT4">
                    <p:embed/>
                  </p:oleObj>
                </mc:Choice>
                <mc:Fallback>
                  <p:oleObj name="Equation" r:id="rId19" imgW="177480" imgH="190440" progId="Equation.DSMT4">
                    <p:embed/>
                    <p:pic>
                      <p:nvPicPr>
                        <p:cNvPr id="57382" name="Object 38">
                          <a:extLst>
                            <a:ext uri="{FF2B5EF4-FFF2-40B4-BE49-F238E27FC236}">
                              <a16:creationId xmlns:a16="http://schemas.microsoft.com/office/drawing/2014/main" id="{F9A6BE89-1B0F-4BAF-AF5B-2BF0EA2FC8E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96" y="1942"/>
                          <a:ext cx="101" cy="1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" name="Object 39">
              <a:extLst>
                <a:ext uri="{FF2B5EF4-FFF2-40B4-BE49-F238E27FC236}">
                  <a16:creationId xmlns:a16="http://schemas.microsoft.com/office/drawing/2014/main" id="{319EDFD3-CD06-487D-8906-73778791152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98181828"/>
                </p:ext>
              </p:extLst>
            </p:nvPr>
          </p:nvGraphicFramePr>
          <p:xfrm>
            <a:off x="4105" y="2049"/>
            <a:ext cx="388" cy="1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8111" name="Equation" r:id="rId21" imgW="685800" imgH="253800" progId="Equation.DSMT4">
                    <p:embed/>
                  </p:oleObj>
                </mc:Choice>
                <mc:Fallback>
                  <p:oleObj name="Equation" r:id="rId21" imgW="685800" imgH="253800" progId="Equation.DSMT4">
                    <p:embed/>
                    <p:pic>
                      <p:nvPicPr>
                        <p:cNvPr id="57383" name="Object 39">
                          <a:extLst>
                            <a:ext uri="{FF2B5EF4-FFF2-40B4-BE49-F238E27FC236}">
                              <a16:creationId xmlns:a16="http://schemas.microsoft.com/office/drawing/2014/main" id="{801A2712-CF0B-40B7-B8CC-1D76485314E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05" y="2049"/>
                          <a:ext cx="388" cy="1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5" name="Text Box 5">
            <a:extLst>
              <a:ext uri="{FF2B5EF4-FFF2-40B4-BE49-F238E27FC236}">
                <a16:creationId xmlns:a16="http://schemas.microsoft.com/office/drawing/2014/main" id="{7DD934F8-D7C3-4671-958D-5D198E537F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0283" y="1851368"/>
            <a:ext cx="297068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400" b="1" dirty="0">
                <a:solidFill>
                  <a:srgbClr val="0064FF"/>
                </a:solidFill>
                <a:latin typeface="+mj-ea"/>
                <a:ea typeface="+mj-ea"/>
              </a:rPr>
              <a:t>解</a:t>
            </a:r>
            <a:r>
              <a:rPr lang="en-US" altLang="zh-CN" sz="2400" b="1" dirty="0">
                <a:latin typeface="+mj-ea"/>
                <a:ea typeface="+mj-ea"/>
              </a:rPr>
              <a:t> </a:t>
            </a:r>
            <a:r>
              <a:rPr lang="zh-CN" altLang="en-US" sz="2400" b="1" dirty="0">
                <a:latin typeface="+mj-ea"/>
                <a:ea typeface="+mj-ea"/>
              </a:rPr>
              <a:t>选取坐标系如图</a:t>
            </a:r>
            <a:r>
              <a:rPr lang="en-US" altLang="zh-CN" sz="2400" b="1" dirty="0">
                <a:latin typeface="+mj-ea"/>
                <a:ea typeface="+mj-ea"/>
              </a:rPr>
              <a:t>.</a:t>
            </a: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6092A158-9468-44DD-BEB6-DDE01BD4B274}"/>
              </a:ext>
            </a:extLst>
          </p:cNvPr>
          <p:cNvGrpSpPr/>
          <p:nvPr/>
        </p:nvGrpSpPr>
        <p:grpSpPr>
          <a:xfrm>
            <a:off x="3819316" y="1842599"/>
            <a:ext cx="2042547" cy="463493"/>
            <a:chOff x="3891324" y="2033503"/>
            <a:chExt cx="2042547" cy="463493"/>
          </a:xfrm>
        </p:grpSpPr>
        <p:sp>
          <p:nvSpPr>
            <p:cNvPr id="26" name="Text Box 6">
              <a:extLst>
                <a:ext uri="{FF2B5EF4-FFF2-40B4-BE49-F238E27FC236}">
                  <a16:creationId xmlns:a16="http://schemas.microsoft.com/office/drawing/2014/main" id="{75173DE9-99E2-45D8-9DE9-308617EB46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91324" y="2033503"/>
              <a:ext cx="2042547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zh-CN" altLang="en-US" sz="2400" b="1" dirty="0">
                  <a:latin typeface="+mj-ea"/>
                  <a:ea typeface="+mj-ea"/>
                </a:rPr>
                <a:t>设斜边长为 </a:t>
              </a:r>
              <a:r>
                <a:rPr lang="en-US" altLang="zh-CN" sz="2400" b="1" i="1" dirty="0">
                  <a:latin typeface="+mj-ea"/>
                  <a:ea typeface="+mj-ea"/>
                </a:rPr>
                <a:t> </a:t>
              </a:r>
            </a:p>
          </p:txBody>
        </p:sp>
        <p:graphicFrame>
          <p:nvGraphicFramePr>
            <p:cNvPr id="27" name="对象 26">
              <a:extLst>
                <a:ext uri="{FF2B5EF4-FFF2-40B4-BE49-F238E27FC236}">
                  <a16:creationId xmlns:a16="http://schemas.microsoft.com/office/drawing/2014/main" id="{0252D42E-3DE7-4C7E-9350-26AA0DC4BDE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3742388"/>
                </p:ext>
              </p:extLst>
            </p:nvPr>
          </p:nvGraphicFramePr>
          <p:xfrm>
            <a:off x="5545622" y="2166796"/>
            <a:ext cx="2032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8112" name="Equation" r:id="rId23" imgW="203040" imgH="330120" progId="Equation.DSMT4">
                    <p:embed/>
                  </p:oleObj>
                </mc:Choice>
                <mc:Fallback>
                  <p:oleObj name="Equation" r:id="rId23" imgW="20304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5545622" y="2166796"/>
                          <a:ext cx="2032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8" name="Object 8">
            <a:extLst>
              <a:ext uri="{FF2B5EF4-FFF2-40B4-BE49-F238E27FC236}">
                <a16:creationId xmlns:a16="http://schemas.microsoft.com/office/drawing/2014/main" id="{405B6062-40E3-42D6-8837-D250A33A737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7695029"/>
              </p:ext>
            </p:extLst>
          </p:nvPr>
        </p:nvGraphicFramePr>
        <p:xfrm>
          <a:off x="2167155" y="2564996"/>
          <a:ext cx="2692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113" name="Equation" r:id="rId25" imgW="2692080" imgH="342720" progId="Equation.DSMT4">
                  <p:embed/>
                </p:oleObj>
              </mc:Choice>
              <mc:Fallback>
                <p:oleObj name="Equation" r:id="rId25" imgW="2692080" imgH="342720" progId="Equation.DSMT4">
                  <p:embed/>
                  <p:pic>
                    <p:nvPicPr>
                      <p:cNvPr id="57352" name="Object 8">
                        <a:extLst>
                          <a:ext uri="{FF2B5EF4-FFF2-40B4-BE49-F238E27FC236}">
                            <a16:creationId xmlns:a16="http://schemas.microsoft.com/office/drawing/2014/main" id="{68779012-50E8-4C05-9107-D82BC0559D3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7155" y="2564996"/>
                        <a:ext cx="26924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Text Box 25">
            <a:extLst>
              <a:ext uri="{FF2B5EF4-FFF2-40B4-BE49-F238E27FC236}">
                <a16:creationId xmlns:a16="http://schemas.microsoft.com/office/drawing/2014/main" id="{2044CB56-8F71-4844-AF39-63A9197A84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3202" y="2507036"/>
            <a:ext cx="172354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400" b="1" dirty="0"/>
              <a:t>则其方程为</a:t>
            </a:r>
            <a:endParaRPr lang="zh-CN" altLang="en-US" sz="2400" b="1" i="1" dirty="0"/>
          </a:p>
        </p:txBody>
      </p:sp>
      <p:graphicFrame>
        <p:nvGraphicFramePr>
          <p:cNvPr id="30" name="Object 9">
            <a:extLst>
              <a:ext uri="{FF2B5EF4-FFF2-40B4-BE49-F238E27FC236}">
                <a16:creationId xmlns:a16="http://schemas.microsoft.com/office/drawing/2014/main" id="{1A21C8B7-78BC-4FF9-A18A-2D85BB9025D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4922907"/>
              </p:ext>
            </p:extLst>
          </p:nvPr>
        </p:nvGraphicFramePr>
        <p:xfrm>
          <a:off x="2328667" y="3356209"/>
          <a:ext cx="1282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114" name="Equation" r:id="rId27" imgW="1282680" imgH="342720" progId="Equation.DSMT4">
                  <p:embed/>
                </p:oleObj>
              </mc:Choice>
              <mc:Fallback>
                <p:oleObj name="Equation" r:id="rId27" imgW="1282680" imgH="342720" progId="Equation.DSMT4">
                  <p:embed/>
                  <p:pic>
                    <p:nvPicPr>
                      <p:cNvPr id="57353" name="Object 9">
                        <a:extLst>
                          <a:ext uri="{FF2B5EF4-FFF2-40B4-BE49-F238E27FC236}">
                            <a16:creationId xmlns:a16="http://schemas.microsoft.com/office/drawing/2014/main" id="{14C7429A-7731-4161-8FA0-C4291B39E79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8667" y="3356209"/>
                        <a:ext cx="12827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50">
            <a:extLst>
              <a:ext uri="{FF2B5EF4-FFF2-40B4-BE49-F238E27FC236}">
                <a16:creationId xmlns:a16="http://schemas.microsoft.com/office/drawing/2014/main" id="{682067C5-F604-4AB4-BDCF-EB023BBC5C2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7663417"/>
              </p:ext>
            </p:extLst>
          </p:nvPr>
        </p:nvGraphicFramePr>
        <p:xfrm>
          <a:off x="1294143" y="3229433"/>
          <a:ext cx="12065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115" name="Equation" r:id="rId29" imgW="1206360" imgH="634680" progId="Equation.DSMT4">
                  <p:embed/>
                </p:oleObj>
              </mc:Choice>
              <mc:Fallback>
                <p:oleObj name="Equation" r:id="rId29" imgW="1206360" imgH="634680" progId="Equation.DSMT4">
                  <p:embed/>
                  <p:pic>
                    <p:nvPicPr>
                      <p:cNvPr id="57394" name="Object 50">
                        <a:extLst>
                          <a:ext uri="{FF2B5EF4-FFF2-40B4-BE49-F238E27FC236}">
                            <a16:creationId xmlns:a16="http://schemas.microsoft.com/office/drawing/2014/main" id="{9AD18A81-A308-485F-B075-D177032196E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4143" y="3229433"/>
                        <a:ext cx="1206500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10">
            <a:extLst>
              <a:ext uri="{FF2B5EF4-FFF2-40B4-BE49-F238E27FC236}">
                <a16:creationId xmlns:a16="http://schemas.microsoft.com/office/drawing/2014/main" id="{288B9FDE-113A-46B9-A2A3-2BC9FE3A859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2874762"/>
              </p:ext>
            </p:extLst>
          </p:nvPr>
        </p:nvGraphicFramePr>
        <p:xfrm>
          <a:off x="1577889" y="4010483"/>
          <a:ext cx="4098925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116" name="Equation" r:id="rId31" imgW="4101840" imgH="634680" progId="Equation.DSMT4">
                  <p:embed/>
                </p:oleObj>
              </mc:Choice>
              <mc:Fallback>
                <p:oleObj name="Equation" r:id="rId31" imgW="4101840" imgH="634680" progId="Equation.DSMT4">
                  <p:embed/>
                  <p:pic>
                    <p:nvPicPr>
                      <p:cNvPr id="57354" name="Object 10">
                        <a:extLst>
                          <a:ext uri="{FF2B5EF4-FFF2-40B4-BE49-F238E27FC236}">
                            <a16:creationId xmlns:a16="http://schemas.microsoft.com/office/drawing/2014/main" id="{A8FAC72B-F5DD-4BA5-8585-DF84FAF28A8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7889" y="4010483"/>
                        <a:ext cx="4098925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11">
            <a:extLst>
              <a:ext uri="{FF2B5EF4-FFF2-40B4-BE49-F238E27FC236}">
                <a16:creationId xmlns:a16="http://schemas.microsoft.com/office/drawing/2014/main" id="{A5AD7ABB-EAE9-451B-950F-9303BCB5311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0613385"/>
              </p:ext>
            </p:extLst>
          </p:nvPr>
        </p:nvGraphicFramePr>
        <p:xfrm>
          <a:off x="5691518" y="3916108"/>
          <a:ext cx="28956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117" name="Equation" r:id="rId33" imgW="2895480" imgH="774360" progId="Equation.DSMT4">
                  <p:embed/>
                </p:oleObj>
              </mc:Choice>
              <mc:Fallback>
                <p:oleObj name="Equation" r:id="rId33" imgW="2895480" imgH="774360" progId="Equation.DSMT4">
                  <p:embed/>
                  <p:pic>
                    <p:nvPicPr>
                      <p:cNvPr id="57355" name="Object 11">
                        <a:extLst>
                          <a:ext uri="{FF2B5EF4-FFF2-40B4-BE49-F238E27FC236}">
                            <a16:creationId xmlns:a16="http://schemas.microsoft.com/office/drawing/2014/main" id="{F178C6BF-6893-4A72-B11F-CCA7698CD9A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91518" y="3916108"/>
                        <a:ext cx="2895600" cy="77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Rectangle 6">
            <a:extLst>
              <a:ext uri="{FF2B5EF4-FFF2-40B4-BE49-F238E27FC236}">
                <a16:creationId xmlns:a16="http://schemas.microsoft.com/office/drawing/2014/main" id="{C481BD64-7912-4E8E-B5CD-5A03C5A4BE40}"/>
              </a:ext>
            </a:extLst>
          </p:cNvPr>
          <p:cNvSpPr txBox="1">
            <a:spLocks noChangeArrowheads="1"/>
          </p:cNvSpPr>
          <p:nvPr/>
        </p:nvSpPr>
        <p:spPr>
          <a:xfrm>
            <a:off x="890283" y="234185"/>
            <a:ext cx="681038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3366FF"/>
                </a:solidFill>
                <a:latin typeface="+mn-ea"/>
                <a:ea typeface="+mn-ea"/>
              </a:rPr>
              <a:t>例</a:t>
            </a:r>
            <a:r>
              <a:rPr lang="en-US" altLang="zh-CN" sz="2400" b="1" dirty="0">
                <a:solidFill>
                  <a:srgbClr val="3366FF"/>
                </a:solidFill>
                <a:latin typeface="+mn-ea"/>
                <a:ea typeface="+mn-ea"/>
              </a:rPr>
              <a:t>7</a:t>
            </a:r>
            <a:endParaRPr lang="en-US" altLang="zh-CN" sz="2400" b="1" i="1" dirty="0">
              <a:solidFill>
                <a:srgbClr val="3366FF"/>
              </a:solidFill>
              <a:latin typeface="+mn-ea"/>
              <a:ea typeface="+mn-ea"/>
              <a:sym typeface="Symbol" panose="05050102010706020507" pitchFamily="18" charset="2"/>
            </a:endParaRPr>
          </a:p>
        </p:txBody>
      </p: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E34FF7C3-1A41-4017-A559-FB6F5DC0AC52}"/>
              </a:ext>
            </a:extLst>
          </p:cNvPr>
          <p:cNvGrpSpPr/>
          <p:nvPr/>
        </p:nvGrpSpPr>
        <p:grpSpPr>
          <a:xfrm>
            <a:off x="5674742" y="1453746"/>
            <a:ext cx="3095625" cy="2132013"/>
            <a:chOff x="5746750" y="1644650"/>
            <a:chExt cx="3095625" cy="2132013"/>
          </a:xfrm>
        </p:grpSpPr>
        <p:graphicFrame>
          <p:nvGraphicFramePr>
            <p:cNvPr id="35" name="对象 34">
              <a:extLst>
                <a:ext uri="{FF2B5EF4-FFF2-40B4-BE49-F238E27FC236}">
                  <a16:creationId xmlns:a16="http://schemas.microsoft.com/office/drawing/2014/main" id="{CFA57C79-0469-45B4-8C4F-C179BD3F701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50497983"/>
                </p:ext>
              </p:extLst>
            </p:nvPr>
          </p:nvGraphicFramePr>
          <p:xfrm>
            <a:off x="7800975" y="1644650"/>
            <a:ext cx="1041400" cy="304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8118" name="Equation" r:id="rId35" imgW="1041120" imgH="304560" progId="Equation.DSMT4">
                    <p:embed/>
                  </p:oleObj>
                </mc:Choice>
                <mc:Fallback>
                  <p:oleObj name="Equation" r:id="rId35" imgW="1041120" imgH="3045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6"/>
                        <a:stretch>
                          <a:fillRect/>
                        </a:stretch>
                      </p:blipFill>
                      <p:spPr>
                        <a:xfrm>
                          <a:off x="7800975" y="1644650"/>
                          <a:ext cx="1041400" cy="304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" name="对象 35">
              <a:extLst>
                <a:ext uri="{FF2B5EF4-FFF2-40B4-BE49-F238E27FC236}">
                  <a16:creationId xmlns:a16="http://schemas.microsoft.com/office/drawing/2014/main" id="{13B2BE37-2BBA-44F7-95BD-AA910F3B60E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78507681"/>
                </p:ext>
              </p:extLst>
            </p:nvPr>
          </p:nvGraphicFramePr>
          <p:xfrm>
            <a:off x="5746750" y="3471863"/>
            <a:ext cx="1003300" cy="304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8119" name="Equation" r:id="rId37" imgW="1002960" imgH="304560" progId="Equation.DSMT4">
                    <p:embed/>
                  </p:oleObj>
                </mc:Choice>
                <mc:Fallback>
                  <p:oleObj name="Equation" r:id="rId37" imgW="1002960" imgH="304560" progId="Equation.DSMT4">
                    <p:embed/>
                    <p:pic>
                      <p:nvPicPr>
                        <p:cNvPr id="35" name="对象 34">
                          <a:extLst>
                            <a:ext uri="{FF2B5EF4-FFF2-40B4-BE49-F238E27FC236}">
                              <a16:creationId xmlns:a16="http://schemas.microsoft.com/office/drawing/2014/main" id="{CFA57C79-0469-45B4-8C4F-C179BD3F7015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8"/>
                        <a:stretch>
                          <a:fillRect/>
                        </a:stretch>
                      </p:blipFill>
                      <p:spPr>
                        <a:xfrm>
                          <a:off x="5746750" y="3471863"/>
                          <a:ext cx="1003300" cy="304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" name="对象 37">
              <a:extLst>
                <a:ext uri="{FF2B5EF4-FFF2-40B4-BE49-F238E27FC236}">
                  <a16:creationId xmlns:a16="http://schemas.microsoft.com/office/drawing/2014/main" id="{74CF704C-33F5-4725-B6F0-C57E47AEAB1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88538453"/>
                </p:ext>
              </p:extLst>
            </p:nvPr>
          </p:nvGraphicFramePr>
          <p:xfrm>
            <a:off x="8094663" y="1951038"/>
            <a:ext cx="2159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8120" name="Equation" r:id="rId39" imgW="215640" imgH="228600" progId="Equation.DSMT4">
                    <p:embed/>
                  </p:oleObj>
                </mc:Choice>
                <mc:Fallback>
                  <p:oleObj name="Equation" r:id="rId39" imgW="21564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0"/>
                        <a:stretch>
                          <a:fillRect/>
                        </a:stretch>
                      </p:blipFill>
                      <p:spPr>
                        <a:xfrm>
                          <a:off x="8094663" y="1951038"/>
                          <a:ext cx="215900" cy="228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" name="对象 38">
              <a:extLst>
                <a:ext uri="{FF2B5EF4-FFF2-40B4-BE49-F238E27FC236}">
                  <a16:creationId xmlns:a16="http://schemas.microsoft.com/office/drawing/2014/main" id="{3814925A-2754-4E16-A00E-657FDE4CAD6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59256341"/>
                </p:ext>
              </p:extLst>
            </p:nvPr>
          </p:nvGraphicFramePr>
          <p:xfrm>
            <a:off x="6888163" y="3468688"/>
            <a:ext cx="2159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8121" name="Equation" r:id="rId41" imgW="215640" imgH="228600" progId="Equation.DSMT4">
                    <p:embed/>
                  </p:oleObj>
                </mc:Choice>
                <mc:Fallback>
                  <p:oleObj name="Equation" r:id="rId41" imgW="21564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2"/>
                        <a:stretch>
                          <a:fillRect/>
                        </a:stretch>
                      </p:blipFill>
                      <p:spPr>
                        <a:xfrm>
                          <a:off x="6888163" y="3468688"/>
                          <a:ext cx="215900" cy="228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630006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utoUpdateAnimBg="0"/>
      <p:bldP spid="29" grpId="0" build="p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5">
            <a:extLst>
              <a:ext uri="{FF2B5EF4-FFF2-40B4-BE49-F238E27FC236}">
                <a16:creationId xmlns:a16="http://schemas.microsoft.com/office/drawing/2014/main" id="{AA558E26-ABBB-4565-9ABB-5DA5ECB5047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3313721"/>
              </p:ext>
            </p:extLst>
          </p:nvPr>
        </p:nvGraphicFramePr>
        <p:xfrm>
          <a:off x="2209800" y="384176"/>
          <a:ext cx="31115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514" name="Equation" r:id="rId3" imgW="3111480" imgH="774360" progId="Equation.DSMT4">
                  <p:embed/>
                </p:oleObj>
              </mc:Choice>
              <mc:Fallback>
                <p:oleObj name="Equation" r:id="rId3" imgW="3111480" imgH="774360" progId="Equation.DSMT4">
                  <p:embed/>
                  <p:pic>
                    <p:nvPicPr>
                      <p:cNvPr id="58383" name="Object 15">
                        <a:extLst>
                          <a:ext uri="{FF2B5EF4-FFF2-40B4-BE49-F238E27FC236}">
                            <a16:creationId xmlns:a16="http://schemas.microsoft.com/office/drawing/2014/main" id="{48162D0B-5436-4161-B937-C4E9342B28F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384176"/>
                        <a:ext cx="3111500" cy="77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Line 38">
            <a:extLst>
              <a:ext uri="{FF2B5EF4-FFF2-40B4-BE49-F238E27FC236}">
                <a16:creationId xmlns:a16="http://schemas.microsoft.com/office/drawing/2014/main" id="{CD3AF908-7A88-4094-AF68-A4F358B4229B}"/>
              </a:ext>
            </a:extLst>
          </p:cNvPr>
          <p:cNvSpPr>
            <a:spLocks noChangeShapeType="1"/>
          </p:cNvSpPr>
          <p:nvPr/>
        </p:nvSpPr>
        <p:spPr bwMode="auto">
          <a:xfrm>
            <a:off x="107504" y="1158876"/>
            <a:ext cx="9036496" cy="0"/>
          </a:xfrm>
          <a:prstGeom prst="line">
            <a:avLst/>
          </a:prstGeom>
          <a:noFill/>
          <a:ln w="9525" cmpd="dbl">
            <a:solidFill>
              <a:srgbClr val="C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4" name="Object 40">
            <a:extLst>
              <a:ext uri="{FF2B5EF4-FFF2-40B4-BE49-F238E27FC236}">
                <a16:creationId xmlns:a16="http://schemas.microsoft.com/office/drawing/2014/main" id="{1837A672-B3D3-429E-9B15-9DDE773FC1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0820950"/>
              </p:ext>
            </p:extLst>
          </p:nvPr>
        </p:nvGraphicFramePr>
        <p:xfrm>
          <a:off x="787400" y="1196977"/>
          <a:ext cx="14224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515" name="Equation" r:id="rId5" imgW="1422360" imgH="736560" progId="Equation.DSMT4">
                  <p:embed/>
                </p:oleObj>
              </mc:Choice>
              <mc:Fallback>
                <p:oleObj name="Equation" r:id="rId5" imgW="1422360" imgH="736560" progId="Equation.DSMT4">
                  <p:embed/>
                  <p:pic>
                    <p:nvPicPr>
                      <p:cNvPr id="58408" name="Object 40">
                        <a:extLst>
                          <a:ext uri="{FF2B5EF4-FFF2-40B4-BE49-F238E27FC236}">
                            <a16:creationId xmlns:a16="http://schemas.microsoft.com/office/drawing/2014/main" id="{C07E39E7-8A6D-4A1B-A923-C18188BE3C5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7400" y="1196977"/>
                        <a:ext cx="14224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1">
            <a:extLst>
              <a:ext uri="{FF2B5EF4-FFF2-40B4-BE49-F238E27FC236}">
                <a16:creationId xmlns:a16="http://schemas.microsoft.com/office/drawing/2014/main" id="{796591F1-D1FF-43F2-8648-D4EE92A04F1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1169687"/>
              </p:ext>
            </p:extLst>
          </p:nvPr>
        </p:nvGraphicFramePr>
        <p:xfrm>
          <a:off x="4450256" y="2266305"/>
          <a:ext cx="19304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516" name="Equation" r:id="rId7" imgW="1930320" imgH="799920" progId="Equation.DSMT4">
                  <p:embed/>
                </p:oleObj>
              </mc:Choice>
              <mc:Fallback>
                <p:oleObj name="Equation" r:id="rId7" imgW="1930320" imgH="799920" progId="Equation.DSMT4">
                  <p:embed/>
                  <p:pic>
                    <p:nvPicPr>
                      <p:cNvPr id="58409" name="Object 41">
                        <a:extLst>
                          <a:ext uri="{FF2B5EF4-FFF2-40B4-BE49-F238E27FC236}">
                            <a16:creationId xmlns:a16="http://schemas.microsoft.com/office/drawing/2014/main" id="{080CA78A-5794-4C1D-AA47-7BE4D057541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0256" y="2266305"/>
                        <a:ext cx="1930400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42">
            <a:extLst>
              <a:ext uri="{FF2B5EF4-FFF2-40B4-BE49-F238E27FC236}">
                <a16:creationId xmlns:a16="http://schemas.microsoft.com/office/drawing/2014/main" id="{283D2A94-045A-422C-81CB-BAE35DC631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2031" y="2429172"/>
            <a:ext cx="210025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400" b="1" dirty="0"/>
              <a:t>故得唯一驻点 </a:t>
            </a:r>
          </a:p>
        </p:txBody>
      </p:sp>
      <p:sp>
        <p:nvSpPr>
          <p:cNvPr id="7" name="Text Box 49">
            <a:extLst>
              <a:ext uri="{FF2B5EF4-FFF2-40B4-BE49-F238E27FC236}">
                <a16:creationId xmlns:a16="http://schemas.microsoft.com/office/drawing/2014/main" id="{EDB83573-6638-470D-B832-0953DB1EC6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3956" y="1320452"/>
            <a:ext cx="49244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400" b="1" dirty="0"/>
              <a:t>即</a:t>
            </a:r>
          </a:p>
        </p:txBody>
      </p:sp>
      <p:graphicFrame>
        <p:nvGraphicFramePr>
          <p:cNvPr id="8" name="Object 50">
            <a:extLst>
              <a:ext uri="{FF2B5EF4-FFF2-40B4-BE49-F238E27FC236}">
                <a16:creationId xmlns:a16="http://schemas.microsoft.com/office/drawing/2014/main" id="{A33F6FCA-B201-4CFD-9E5E-0D029A8F235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5274434"/>
              </p:ext>
            </p:extLst>
          </p:nvPr>
        </p:nvGraphicFramePr>
        <p:xfrm>
          <a:off x="2303956" y="1782117"/>
          <a:ext cx="31115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517" name="Equation" r:id="rId9" imgW="3111480" imgH="393480" progId="Equation.DSMT4">
                  <p:embed/>
                </p:oleObj>
              </mc:Choice>
              <mc:Fallback>
                <p:oleObj name="Equation" r:id="rId9" imgW="3111480" imgH="393480" progId="Equation.DSMT4">
                  <p:embed/>
                  <p:pic>
                    <p:nvPicPr>
                      <p:cNvPr id="58418" name="Object 50">
                        <a:extLst>
                          <a:ext uri="{FF2B5EF4-FFF2-40B4-BE49-F238E27FC236}">
                            <a16:creationId xmlns:a16="http://schemas.microsoft.com/office/drawing/2014/main" id="{A9D9B442-453B-4BED-8E74-AE6880DE4CC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3956" y="1782117"/>
                        <a:ext cx="31115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51">
            <a:extLst>
              <a:ext uri="{FF2B5EF4-FFF2-40B4-BE49-F238E27FC236}">
                <a16:creationId xmlns:a16="http://schemas.microsoft.com/office/drawing/2014/main" id="{05DC3098-7B2C-49F8-A810-4D271897D61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2296359"/>
              </p:ext>
            </p:extLst>
          </p:nvPr>
        </p:nvGraphicFramePr>
        <p:xfrm>
          <a:off x="1221366" y="2266305"/>
          <a:ext cx="13081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518" name="Equation" r:id="rId11" imgW="1307880" imgH="723600" progId="Equation.DSMT4">
                  <p:embed/>
                </p:oleObj>
              </mc:Choice>
              <mc:Fallback>
                <p:oleObj name="Equation" r:id="rId11" imgW="1307880" imgH="723600" progId="Equation.DSMT4">
                  <p:embed/>
                  <p:pic>
                    <p:nvPicPr>
                      <p:cNvPr id="58419" name="Object 51">
                        <a:extLst>
                          <a:ext uri="{FF2B5EF4-FFF2-40B4-BE49-F238E27FC236}">
                            <a16:creationId xmlns:a16="http://schemas.microsoft.com/office/drawing/2014/main" id="{033A4964-2F1B-49C7-9AB1-00063AF2C7C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1366" y="2266305"/>
                        <a:ext cx="13081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49">
            <a:extLst>
              <a:ext uri="{FF2B5EF4-FFF2-40B4-BE49-F238E27FC236}">
                <a16:creationId xmlns:a16="http://schemas.microsoft.com/office/drawing/2014/main" id="{5AD8E229-1982-4C23-BEFA-9258F87AD2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7400" y="2397423"/>
            <a:ext cx="49404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400" b="1" dirty="0"/>
              <a:t>又</a:t>
            </a:r>
          </a:p>
        </p:txBody>
      </p:sp>
      <p:sp>
        <p:nvSpPr>
          <p:cNvPr id="11" name="Text Box 43">
            <a:extLst>
              <a:ext uri="{FF2B5EF4-FFF2-40B4-BE49-F238E27FC236}">
                <a16:creationId xmlns:a16="http://schemas.microsoft.com/office/drawing/2014/main" id="{BE057A55-A98A-4F21-9946-A3EFEF2F5C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8186" y="3140671"/>
            <a:ext cx="20313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400" b="1" dirty="0"/>
              <a:t>故此唯一驻点</a:t>
            </a:r>
          </a:p>
        </p:txBody>
      </p:sp>
      <p:graphicFrame>
        <p:nvGraphicFramePr>
          <p:cNvPr id="12" name="Object 44">
            <a:extLst>
              <a:ext uri="{FF2B5EF4-FFF2-40B4-BE49-F238E27FC236}">
                <a16:creationId xmlns:a16="http://schemas.microsoft.com/office/drawing/2014/main" id="{527EF0FD-8AA9-48F9-A81F-543B545EA4E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8844542"/>
              </p:ext>
            </p:extLst>
          </p:nvPr>
        </p:nvGraphicFramePr>
        <p:xfrm>
          <a:off x="6631040" y="3201988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519" name="Equation" r:id="rId13" imgW="279360" imgH="380880" progId="Equation.DSMT4">
                  <p:embed/>
                </p:oleObj>
              </mc:Choice>
              <mc:Fallback>
                <p:oleObj name="Equation" r:id="rId13" imgW="279360" imgH="380880" progId="Equation.DSMT4">
                  <p:embed/>
                  <p:pic>
                    <p:nvPicPr>
                      <p:cNvPr id="58412" name="Object 44">
                        <a:extLst>
                          <a:ext uri="{FF2B5EF4-FFF2-40B4-BE49-F238E27FC236}">
                            <a16:creationId xmlns:a16="http://schemas.microsoft.com/office/drawing/2014/main" id="{A72F958F-93D4-421A-8FDF-17570CB93F3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31040" y="3201988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45">
            <a:extLst>
              <a:ext uri="{FF2B5EF4-FFF2-40B4-BE49-F238E27FC236}">
                <a16:creationId xmlns:a16="http://schemas.microsoft.com/office/drawing/2014/main" id="{D23ADE02-0EC3-4D18-B45B-E162045C8C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3187" y="3148310"/>
            <a:ext cx="156164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400" b="1" dirty="0"/>
              <a:t>即为所求</a:t>
            </a:r>
            <a:r>
              <a:rPr lang="en-US" altLang="zh-CN" sz="2400" b="1" dirty="0"/>
              <a:t>. </a:t>
            </a:r>
          </a:p>
        </p:txBody>
      </p:sp>
      <p:sp>
        <p:nvSpPr>
          <p:cNvPr id="14" name="Text Box 47">
            <a:extLst>
              <a:ext uri="{FF2B5EF4-FFF2-40B4-BE49-F238E27FC236}">
                <a16:creationId xmlns:a16="http://schemas.microsoft.com/office/drawing/2014/main" id="{F67AD116-7F39-46D7-83CF-02CC3B6106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7400" y="3121323"/>
            <a:ext cx="47244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/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由实际意义可知最大值存在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2826810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utoUpdateAnimBg="0"/>
      <p:bldP spid="7" grpId="0" build="p" autoUpdateAnimBg="0"/>
      <p:bldP spid="10" grpId="0" build="p" autoUpdateAnimBg="0"/>
      <p:bldP spid="11" grpId="0" build="p" autoUpdateAnimBg="0"/>
      <p:bldP spid="13" grpId="0" build="p" autoUpdateAnimBg="0" advAuto="0"/>
      <p:bldP spid="14" grpId="0" build="p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3" name="Rectangle 3">
            <a:extLst>
              <a:ext uri="{FF2B5EF4-FFF2-40B4-BE49-F238E27FC236}">
                <a16:creationId xmlns:a16="http://schemas.microsoft.com/office/drawing/2014/main" id="{2077D9CE-404B-4402-A2F9-70E278823BE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899815" y="411510"/>
            <a:ext cx="2880320" cy="514350"/>
          </a:xfrm>
        </p:spPr>
        <p:txBody>
          <a:bodyPr>
            <a:noAutofit/>
          </a:bodyPr>
          <a:lstStyle/>
          <a:p>
            <a:pPr algn="l" eaLnBrk="1" hangingPunct="1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三、引力问题</a:t>
            </a:r>
          </a:p>
        </p:txBody>
      </p:sp>
      <p:sp>
        <p:nvSpPr>
          <p:cNvPr id="72706" name="Line 2">
            <a:extLst>
              <a:ext uri="{FF2B5EF4-FFF2-40B4-BE49-F238E27FC236}">
                <a16:creationId xmlns:a16="http://schemas.microsoft.com/office/drawing/2014/main" id="{11A5B4BA-27B5-44B3-88D2-CD00CF6015B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13666" y="1770615"/>
            <a:ext cx="1512094" cy="888206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400" b="1">
              <a:latin typeface="+mn-ea"/>
            </a:endParaRPr>
          </a:p>
        </p:txBody>
      </p:sp>
      <p:sp>
        <p:nvSpPr>
          <p:cNvPr id="72708" name="Text Box 4">
            <a:extLst>
              <a:ext uri="{FF2B5EF4-FFF2-40B4-BE49-F238E27FC236}">
                <a16:creationId xmlns:a16="http://schemas.microsoft.com/office/drawing/2014/main" id="{86095891-E4D6-4930-8A26-249B5B5C05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3422" y="1131467"/>
            <a:ext cx="20002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质量分别为</a:t>
            </a:r>
          </a:p>
        </p:txBody>
      </p:sp>
      <p:graphicFrame>
        <p:nvGraphicFramePr>
          <p:cNvPr id="72709" name="Object 5">
            <a:extLst>
              <a:ext uri="{FF2B5EF4-FFF2-40B4-BE49-F238E27FC236}">
                <a16:creationId xmlns:a16="http://schemas.microsoft.com/office/drawing/2014/main" id="{D9863734-C72A-4F99-8522-FA76DB7FF05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5321663"/>
              </p:ext>
            </p:extLst>
          </p:nvPr>
        </p:nvGraphicFramePr>
        <p:xfrm>
          <a:off x="2656163" y="1175952"/>
          <a:ext cx="849312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360" name="Equation" r:id="rId3" imgW="850680" imgH="380880" progId="Equation.DSMT4">
                  <p:embed/>
                </p:oleObj>
              </mc:Choice>
              <mc:Fallback>
                <p:oleObj name="Equation" r:id="rId3" imgW="850680" imgH="380880" progId="Equation.DSMT4">
                  <p:embed/>
                  <p:pic>
                    <p:nvPicPr>
                      <p:cNvPr id="72709" name="Object 5">
                        <a:extLst>
                          <a:ext uri="{FF2B5EF4-FFF2-40B4-BE49-F238E27FC236}">
                            <a16:creationId xmlns:a16="http://schemas.microsoft.com/office/drawing/2014/main" id="{D9863734-C72A-4F99-8522-FA76DB7FF05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6163" y="1175952"/>
                        <a:ext cx="849312" cy="403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710" name="Text Box 6">
            <a:extLst>
              <a:ext uri="{FF2B5EF4-FFF2-40B4-BE49-F238E27FC236}">
                <a16:creationId xmlns:a16="http://schemas.microsoft.com/office/drawing/2014/main" id="{77455B8C-0296-4338-975C-0006781856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1949" y="1131467"/>
            <a:ext cx="202680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  <a:cs typeface="Times New Roman" panose="02020603050405020304" pitchFamily="18" charset="0"/>
              </a:rPr>
              <a:t>的质点，相距</a:t>
            </a:r>
            <a:endParaRPr kumimoji="1" lang="en-US" altLang="zh-CN" sz="2400" b="1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72711" name="Oval 7">
            <a:extLst>
              <a:ext uri="{FF2B5EF4-FFF2-40B4-BE49-F238E27FC236}">
                <a16:creationId xmlns:a16="http://schemas.microsoft.com/office/drawing/2014/main" id="{A7C97453-4FDA-4DFF-BC88-1D0542CDD1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2232" y="2626609"/>
            <a:ext cx="67866" cy="67865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 b="1">
              <a:latin typeface="+mn-ea"/>
              <a:ea typeface="+mn-ea"/>
            </a:endParaRPr>
          </a:p>
        </p:txBody>
      </p:sp>
      <p:sp>
        <p:nvSpPr>
          <p:cNvPr id="72712" name="Oval 8">
            <a:extLst>
              <a:ext uri="{FF2B5EF4-FFF2-40B4-BE49-F238E27FC236}">
                <a16:creationId xmlns:a16="http://schemas.microsoft.com/office/drawing/2014/main" id="{2A040D93-208C-409E-8CFC-44ECA420F0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9661" y="1749450"/>
            <a:ext cx="67865" cy="67866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 b="1">
              <a:latin typeface="+mn-ea"/>
              <a:ea typeface="+mn-ea"/>
            </a:endParaRPr>
          </a:p>
        </p:txBody>
      </p:sp>
      <p:graphicFrame>
        <p:nvGraphicFramePr>
          <p:cNvPr id="72713" name="Object 9">
            <a:extLst>
              <a:ext uri="{FF2B5EF4-FFF2-40B4-BE49-F238E27FC236}">
                <a16:creationId xmlns:a16="http://schemas.microsoft.com/office/drawing/2014/main" id="{4D6388E0-3845-4DD1-B816-697566DEB0B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1407678"/>
              </p:ext>
            </p:extLst>
          </p:nvPr>
        </p:nvGraphicFramePr>
        <p:xfrm>
          <a:off x="5285063" y="2272990"/>
          <a:ext cx="295275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361" name="Equation" r:id="rId5" imgW="237240" imgH="270360" progId="Equation.3">
                  <p:embed/>
                </p:oleObj>
              </mc:Choice>
              <mc:Fallback>
                <p:oleObj name="Equation" r:id="rId5" imgW="237240" imgH="270360" progId="Equation.3">
                  <p:embed/>
                  <p:pic>
                    <p:nvPicPr>
                      <p:cNvPr id="72713" name="Object 9">
                        <a:extLst>
                          <a:ext uri="{FF2B5EF4-FFF2-40B4-BE49-F238E27FC236}">
                            <a16:creationId xmlns:a16="http://schemas.microsoft.com/office/drawing/2014/main" id="{4D6388E0-3845-4DD1-B816-697566DEB0B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5063" y="2272990"/>
                        <a:ext cx="295275" cy="333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14" name="Object 10">
            <a:extLst>
              <a:ext uri="{FF2B5EF4-FFF2-40B4-BE49-F238E27FC236}">
                <a16:creationId xmlns:a16="http://schemas.microsoft.com/office/drawing/2014/main" id="{47CDEBBC-5402-40C3-B5D5-95FF449029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0562033"/>
              </p:ext>
            </p:extLst>
          </p:nvPr>
        </p:nvGraphicFramePr>
        <p:xfrm>
          <a:off x="6770963" y="1368115"/>
          <a:ext cx="333375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362" name="Equation" r:id="rId7" imgW="271080" imgH="270360" progId="Equation.3">
                  <p:embed/>
                </p:oleObj>
              </mc:Choice>
              <mc:Fallback>
                <p:oleObj name="Equation" r:id="rId7" imgW="271080" imgH="270360" progId="Equation.3">
                  <p:embed/>
                  <p:pic>
                    <p:nvPicPr>
                      <p:cNvPr id="72714" name="Object 10">
                        <a:extLst>
                          <a:ext uri="{FF2B5EF4-FFF2-40B4-BE49-F238E27FC236}">
                            <a16:creationId xmlns:a16="http://schemas.microsoft.com/office/drawing/2014/main" id="{47CDEBBC-5402-40C3-B5D5-95FF4490295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70963" y="1368115"/>
                        <a:ext cx="333375" cy="333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15" name="Object 11">
            <a:extLst>
              <a:ext uri="{FF2B5EF4-FFF2-40B4-BE49-F238E27FC236}">
                <a16:creationId xmlns:a16="http://schemas.microsoft.com/office/drawing/2014/main" id="{9CCCB292-CBB6-41E5-A553-A0E9CD590A6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5438420"/>
              </p:ext>
            </p:extLst>
          </p:nvPr>
        </p:nvGraphicFramePr>
        <p:xfrm>
          <a:off x="6142313" y="1987240"/>
          <a:ext cx="152400" cy="171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363" name="Equation" r:id="rId9" imgW="110160" imgH="126720" progId="Equation.3">
                  <p:embed/>
                </p:oleObj>
              </mc:Choice>
              <mc:Fallback>
                <p:oleObj name="Equation" r:id="rId9" imgW="110160" imgH="126720" progId="Equation.3">
                  <p:embed/>
                  <p:pic>
                    <p:nvPicPr>
                      <p:cNvPr id="72715" name="Object 11">
                        <a:extLst>
                          <a:ext uri="{FF2B5EF4-FFF2-40B4-BE49-F238E27FC236}">
                            <a16:creationId xmlns:a16="http://schemas.microsoft.com/office/drawing/2014/main" id="{9CCCB292-CBB6-41E5-A553-A0E9CD590A6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42313" y="1987240"/>
                        <a:ext cx="152400" cy="171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716" name="Line 12">
            <a:extLst>
              <a:ext uri="{FF2B5EF4-FFF2-40B4-BE49-F238E27FC236}">
                <a16:creationId xmlns:a16="http://schemas.microsoft.com/office/drawing/2014/main" id="{6EAE1849-80E6-4E70-AF49-ADCD6F83309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16325" y="2301568"/>
            <a:ext cx="604838" cy="355997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400" b="1">
              <a:latin typeface="+mn-ea"/>
            </a:endParaRPr>
          </a:p>
        </p:txBody>
      </p:sp>
      <p:sp>
        <p:nvSpPr>
          <p:cNvPr id="72717" name="Line 13">
            <a:extLst>
              <a:ext uri="{FF2B5EF4-FFF2-40B4-BE49-F238E27FC236}">
                <a16:creationId xmlns:a16="http://schemas.microsoft.com/office/drawing/2014/main" id="{C076302C-87B9-480B-8347-9A4DEE2F687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22780" y="1769356"/>
            <a:ext cx="604838" cy="355997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400" b="1">
              <a:latin typeface="+mn-ea"/>
            </a:endParaRPr>
          </a:p>
        </p:txBody>
      </p:sp>
      <p:sp>
        <p:nvSpPr>
          <p:cNvPr id="72718" name="Text Box 14">
            <a:extLst>
              <a:ext uri="{FF2B5EF4-FFF2-40B4-BE49-F238E27FC236}">
                <a16:creationId xmlns:a16="http://schemas.microsoft.com/office/drawing/2014/main" id="{184522D7-1923-4DF8-87E7-14FE70569F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3081" y="1635523"/>
            <a:ext cx="210631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二者间的引力</a:t>
            </a:r>
            <a:endParaRPr kumimoji="1" lang="en-US" altLang="zh-CN" sz="2400" b="1" dirty="0">
              <a:latin typeface="+mn-ea"/>
              <a:ea typeface="+mn-ea"/>
            </a:endParaRPr>
          </a:p>
        </p:txBody>
      </p:sp>
      <p:sp>
        <p:nvSpPr>
          <p:cNvPr id="72719" name="Text Box 15">
            <a:extLst>
              <a:ext uri="{FF2B5EF4-FFF2-40B4-BE49-F238E27FC236}">
                <a16:creationId xmlns:a16="http://schemas.microsoft.com/office/drawing/2014/main" id="{B9EF2181-2819-4B8D-9D7B-A97ED735D1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1813" y="2155118"/>
            <a:ext cx="1143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rgbClr val="3366FF"/>
                </a:solidFill>
                <a:latin typeface="+mn-ea"/>
                <a:ea typeface="+mn-ea"/>
              </a:rPr>
              <a:t>大小</a:t>
            </a:r>
            <a:endParaRPr kumimoji="1" lang="en-US" altLang="zh-CN" sz="2400" b="1" dirty="0">
              <a:solidFill>
                <a:srgbClr val="3366FF"/>
              </a:solidFill>
              <a:latin typeface="+mn-ea"/>
              <a:ea typeface="+mn-ea"/>
            </a:endParaRPr>
          </a:p>
        </p:txBody>
      </p:sp>
      <p:graphicFrame>
        <p:nvGraphicFramePr>
          <p:cNvPr id="72720" name="Object 16">
            <a:extLst>
              <a:ext uri="{FF2B5EF4-FFF2-40B4-BE49-F238E27FC236}">
                <a16:creationId xmlns:a16="http://schemas.microsoft.com/office/drawing/2014/main" id="{052DBE16-1652-4DA5-8C36-54ACEEA5FF7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4318245"/>
              </p:ext>
            </p:extLst>
          </p:nvPr>
        </p:nvGraphicFramePr>
        <p:xfrm>
          <a:off x="2971501" y="2073599"/>
          <a:ext cx="1576388" cy="73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364" name="Equation" r:id="rId11" imgW="1574640" imgH="723600" progId="Equation.DSMT4">
                  <p:embed/>
                </p:oleObj>
              </mc:Choice>
              <mc:Fallback>
                <p:oleObj name="Equation" r:id="rId11" imgW="1574640" imgH="723600" progId="Equation.DSMT4">
                  <p:embed/>
                  <p:pic>
                    <p:nvPicPr>
                      <p:cNvPr id="72720" name="Object 16">
                        <a:extLst>
                          <a:ext uri="{FF2B5EF4-FFF2-40B4-BE49-F238E27FC236}">
                            <a16:creationId xmlns:a16="http://schemas.microsoft.com/office/drawing/2014/main" id="{052DBE16-1652-4DA5-8C36-54ACEEA5FF7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501" y="2073599"/>
                        <a:ext cx="1576388" cy="739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721" name="Text Box 17">
            <a:extLst>
              <a:ext uri="{FF2B5EF4-FFF2-40B4-BE49-F238E27FC236}">
                <a16:creationId xmlns:a16="http://schemas.microsoft.com/office/drawing/2014/main" id="{54D41A9E-4488-403E-9F17-DBD4BA5FBE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1813" y="2798056"/>
            <a:ext cx="10287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rgbClr val="3366FF"/>
                </a:solidFill>
                <a:latin typeface="+mn-ea"/>
                <a:ea typeface="+mn-ea"/>
              </a:rPr>
              <a:t>方向</a:t>
            </a:r>
            <a:endParaRPr kumimoji="1" lang="en-US" altLang="zh-CN" sz="2400" b="1" dirty="0">
              <a:solidFill>
                <a:srgbClr val="3366FF"/>
              </a:solidFill>
              <a:latin typeface="+mn-ea"/>
              <a:ea typeface="+mn-ea"/>
            </a:endParaRPr>
          </a:p>
        </p:txBody>
      </p:sp>
      <p:sp>
        <p:nvSpPr>
          <p:cNvPr id="72722" name="Text Box 18">
            <a:extLst>
              <a:ext uri="{FF2B5EF4-FFF2-40B4-BE49-F238E27FC236}">
                <a16:creationId xmlns:a16="http://schemas.microsoft.com/office/drawing/2014/main" id="{FD847178-D52D-46A8-B359-3058A47620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99063" y="2798056"/>
            <a:ext cx="254318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沿两质点的连线</a:t>
            </a:r>
            <a:r>
              <a:rPr kumimoji="1" lang="en-US" altLang="zh-CN" sz="2400" b="1" dirty="0">
                <a:latin typeface="+mn-ea"/>
                <a:ea typeface="+mn-ea"/>
              </a:rPr>
              <a:t>.</a:t>
            </a:r>
            <a:endParaRPr kumimoji="1" lang="zh-CN" altLang="en-US" sz="2400" b="1" dirty="0">
              <a:latin typeface="+mn-ea"/>
              <a:ea typeface="+mn-ea"/>
            </a:endParaRPr>
          </a:p>
        </p:txBody>
      </p:sp>
      <p:sp>
        <p:nvSpPr>
          <p:cNvPr id="72723" name="Text Box 19">
            <a:extLst>
              <a:ext uri="{FF2B5EF4-FFF2-40B4-BE49-F238E27FC236}">
                <a16:creationId xmlns:a16="http://schemas.microsoft.com/office/drawing/2014/main" id="{381BFCBF-D046-46C3-86B7-A32A7C4E93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1047" y="3668565"/>
            <a:ext cx="708116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若考虑</a:t>
            </a:r>
            <a:r>
              <a:rPr kumimoji="1"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细棒</a:t>
            </a:r>
            <a:r>
              <a:rPr kumimoji="1" lang="zh-CN" altLang="en-US" sz="2400" b="1" dirty="0">
                <a:latin typeface="+mn-ea"/>
                <a:ea typeface="+mn-ea"/>
              </a:rPr>
              <a:t>对质点的引力</a:t>
            </a:r>
            <a:r>
              <a:rPr kumimoji="1" lang="en-US" altLang="zh-CN" sz="2400" b="1" dirty="0">
                <a:latin typeface="+mn-ea"/>
                <a:ea typeface="+mn-ea"/>
              </a:rPr>
              <a:t>, </a:t>
            </a:r>
            <a:r>
              <a:rPr kumimoji="1" lang="zh-CN" altLang="en-US" sz="2400" b="1" dirty="0">
                <a:latin typeface="+mn-ea"/>
                <a:ea typeface="+mn-ea"/>
              </a:rPr>
              <a:t>则需用定积分来解决</a:t>
            </a:r>
            <a:r>
              <a:rPr kumimoji="1" lang="en-US" altLang="zh-CN" sz="2400" b="1" dirty="0">
                <a:latin typeface="+mn-ea"/>
                <a:ea typeface="+mn-ea"/>
              </a:rPr>
              <a:t>.</a:t>
            </a:r>
          </a:p>
        </p:txBody>
      </p:sp>
      <p:graphicFrame>
        <p:nvGraphicFramePr>
          <p:cNvPr id="20" name="Object 16">
            <a:extLst>
              <a:ext uri="{FF2B5EF4-FFF2-40B4-BE49-F238E27FC236}">
                <a16:creationId xmlns:a16="http://schemas.microsoft.com/office/drawing/2014/main" id="{3570C973-9D2A-4A00-BBF7-30CC8E2B354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6052711"/>
              </p:ext>
            </p:extLst>
          </p:nvPr>
        </p:nvGraphicFramePr>
        <p:xfrm>
          <a:off x="5521601" y="1256990"/>
          <a:ext cx="254000" cy="258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365" name="MathType 6.0 Equation" r:id="rId13" imgW="253800" imgH="253800" progId="Equation.DSMT4">
                  <p:embed/>
                </p:oleObj>
              </mc:Choice>
              <mc:Fallback>
                <p:oleObj name="MathType 6.0 Equation" r:id="rId13" imgW="253800" imgH="253800" progId="Equation.DSMT4">
                  <p:embed/>
                  <p:pic>
                    <p:nvPicPr>
                      <p:cNvPr id="20" name="Object 16">
                        <a:extLst>
                          <a:ext uri="{FF2B5EF4-FFF2-40B4-BE49-F238E27FC236}">
                            <a16:creationId xmlns:a16="http://schemas.microsoft.com/office/drawing/2014/main" id="{3570C973-9D2A-4A00-BBF7-30CC8E2B354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21601" y="1256990"/>
                        <a:ext cx="254000" cy="2587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72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72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000"/>
                                        <p:tgtEl>
                                          <p:spTgt spid="72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withGroup">
                            <p:stCondLst>
                              <p:cond delay="6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72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72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72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72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72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72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2000"/>
                                        <p:tgtEl>
                                          <p:spTgt spid="72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2000"/>
                                        <p:tgtEl>
                                          <p:spTgt spid="72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2000"/>
                                        <p:tgtEl>
                                          <p:spTgt spid="72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2000"/>
                                        <p:tgtEl>
                                          <p:spTgt spid="72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2000"/>
                            </p:stCondLst>
                            <p:childTnLst>
                              <p:par>
                                <p:cTn id="6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2000"/>
                                        <p:tgtEl>
                                          <p:spTgt spid="72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1000"/>
                                        <p:tgtEl>
                                          <p:spTgt spid="72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1000"/>
                                        <p:tgtEl>
                                          <p:spTgt spid="72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2000"/>
                                        <p:tgtEl>
                                          <p:spTgt spid="72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08" grpId="0" autoUpdateAnimBg="0"/>
      <p:bldP spid="72710" grpId="0" autoUpdateAnimBg="0"/>
      <p:bldP spid="72711" grpId="0" animBg="1"/>
      <p:bldP spid="72712" grpId="0" animBg="1"/>
      <p:bldP spid="72718" grpId="0" autoUpdateAnimBg="0"/>
      <p:bldP spid="72719" grpId="0" autoUpdateAnimBg="0"/>
      <p:bldP spid="72721" grpId="0" autoUpdateAnimBg="0"/>
      <p:bldP spid="72722" grpId="0" autoUpdateAnimBg="0"/>
      <p:bldP spid="72723" grpId="0" build="p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52" name="Line 24">
            <a:extLst>
              <a:ext uri="{FF2B5EF4-FFF2-40B4-BE49-F238E27FC236}">
                <a16:creationId xmlns:a16="http://schemas.microsoft.com/office/drawing/2014/main" id="{3C5CCCA0-495C-4A6E-96C2-CE6560885C66}"/>
              </a:ext>
            </a:extLst>
          </p:cNvPr>
          <p:cNvSpPr>
            <a:spLocks noChangeShapeType="1"/>
          </p:cNvSpPr>
          <p:nvPr/>
        </p:nvSpPr>
        <p:spPr bwMode="auto">
          <a:xfrm>
            <a:off x="6391594" y="3380185"/>
            <a:ext cx="242887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400" b="1">
              <a:latin typeface="+mn-ea"/>
            </a:endParaRPr>
          </a:p>
        </p:txBody>
      </p:sp>
      <p:sp>
        <p:nvSpPr>
          <p:cNvPr id="73768" name="Arc 40">
            <a:extLst>
              <a:ext uri="{FF2B5EF4-FFF2-40B4-BE49-F238E27FC236}">
                <a16:creationId xmlns:a16="http://schemas.microsoft.com/office/drawing/2014/main" id="{459B2C3B-D535-4620-90C2-14D4AE5DED2E}"/>
              </a:ext>
            </a:extLst>
          </p:cNvPr>
          <p:cNvSpPr>
            <a:spLocks/>
          </p:cNvSpPr>
          <p:nvPr/>
        </p:nvSpPr>
        <p:spPr bwMode="auto">
          <a:xfrm rot="1285822">
            <a:off x="7662129" y="1304130"/>
            <a:ext cx="94006" cy="905326"/>
          </a:xfrm>
          <a:custGeom>
            <a:avLst/>
            <a:gdLst>
              <a:gd name="T0" fmla="*/ 2147483646 w 7570"/>
              <a:gd name="T1" fmla="*/ 2147483646 h 21576"/>
              <a:gd name="T2" fmla="*/ 2147483646 w 7570"/>
              <a:gd name="T3" fmla="*/ 2147483646 h 21576"/>
              <a:gd name="T4" fmla="*/ 0 w 7570"/>
              <a:gd name="T5" fmla="*/ 0 h 2157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7570" h="21576" fill="none" extrusionOk="0">
                <a:moveTo>
                  <a:pt x="7570" y="20230"/>
                </a:moveTo>
                <a:cubicBezTo>
                  <a:pt x="5469" y="21016"/>
                  <a:pt x="3258" y="21470"/>
                  <a:pt x="1017" y="21575"/>
                </a:cubicBezTo>
              </a:path>
              <a:path w="7570" h="21576" stroke="0" extrusionOk="0">
                <a:moveTo>
                  <a:pt x="7570" y="20230"/>
                </a:moveTo>
                <a:cubicBezTo>
                  <a:pt x="5469" y="21016"/>
                  <a:pt x="3258" y="21470"/>
                  <a:pt x="1017" y="21575"/>
                </a:cubicBezTo>
                <a:lnTo>
                  <a:pt x="0" y="0"/>
                </a:lnTo>
                <a:lnTo>
                  <a:pt x="7570" y="20230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 sz="2400" b="1">
              <a:latin typeface="+mn-ea"/>
            </a:endParaRPr>
          </a:p>
        </p:txBody>
      </p:sp>
      <p:sp>
        <p:nvSpPr>
          <p:cNvPr id="13316" name="Rectangle 2">
            <a:extLst>
              <a:ext uri="{FF2B5EF4-FFF2-40B4-BE49-F238E27FC236}">
                <a16:creationId xmlns:a16="http://schemas.microsoft.com/office/drawing/2014/main" id="{834BE178-E49A-4A3D-A6FD-83B788F6682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868164" y="385792"/>
            <a:ext cx="681038" cy="457200"/>
          </a:xfrm>
        </p:spPr>
        <p:txBody>
          <a:bodyPr/>
          <a:lstStyle/>
          <a:p>
            <a:pPr algn="l" eaLnBrk="1" hangingPunct="1"/>
            <a:r>
              <a:rPr lang="zh-CN" altLang="en-US" sz="2400" b="1" dirty="0">
                <a:solidFill>
                  <a:srgbClr val="3366FF"/>
                </a:solidFill>
                <a:latin typeface="+mn-ea"/>
                <a:ea typeface="+mn-ea"/>
              </a:rPr>
              <a:t>例</a:t>
            </a:r>
            <a:r>
              <a:rPr lang="en-US" altLang="zh-CN" sz="2400" b="1" dirty="0">
                <a:solidFill>
                  <a:srgbClr val="3366FF"/>
                </a:solidFill>
                <a:latin typeface="+mn-ea"/>
                <a:ea typeface="+mn-ea"/>
              </a:rPr>
              <a:t>8</a:t>
            </a:r>
            <a:endParaRPr lang="en-US" altLang="zh-CN" sz="2400" b="1" i="1" dirty="0">
              <a:solidFill>
                <a:srgbClr val="3366FF"/>
              </a:solidFill>
              <a:latin typeface="+mn-ea"/>
              <a:ea typeface="+mn-ea"/>
            </a:endParaRPr>
          </a:p>
        </p:txBody>
      </p:sp>
      <p:graphicFrame>
        <p:nvGraphicFramePr>
          <p:cNvPr id="73733" name="Object 5">
            <a:extLst>
              <a:ext uri="{FF2B5EF4-FFF2-40B4-BE49-F238E27FC236}">
                <a16:creationId xmlns:a16="http://schemas.microsoft.com/office/drawing/2014/main" id="{BE75F9C9-B43F-4213-A792-B6D7BF7D135B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7563172" y="1514475"/>
          <a:ext cx="294085" cy="2202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151" name="Equation" r:id="rId3" imgW="245520" imgH="177480" progId="Equation.3">
                  <p:embed/>
                </p:oleObj>
              </mc:Choice>
              <mc:Fallback>
                <p:oleObj name="Equation" r:id="rId3" imgW="245520" imgH="177480" progId="Equation.3">
                  <p:embed/>
                  <p:pic>
                    <p:nvPicPr>
                      <p:cNvPr id="73733" name="Object 5">
                        <a:extLst>
                          <a:ext uri="{FF2B5EF4-FFF2-40B4-BE49-F238E27FC236}">
                            <a16:creationId xmlns:a16="http://schemas.microsoft.com/office/drawing/2014/main" id="{BE75F9C9-B43F-4213-A792-B6D7BF7D135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63172" y="1514475"/>
                        <a:ext cx="294085" cy="22026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734" name="Text Box 6">
            <a:extLst>
              <a:ext uri="{FF2B5EF4-FFF2-40B4-BE49-F238E27FC236}">
                <a16:creationId xmlns:a16="http://schemas.microsoft.com/office/drawing/2014/main" id="{E90E61CD-55F5-4BEC-8E60-A7654236AC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2209" y="828066"/>
            <a:ext cx="421484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>
              <a:spcBef>
                <a:spcPct val="50000"/>
              </a:spcBef>
              <a:buNone/>
            </a:pPr>
            <a:r>
              <a:rPr kumimoji="1" lang="zh-CN" altLang="en-US" sz="2400" b="1" dirty="0">
                <a:solidFill>
                  <a:prstClr val="black"/>
                </a:solidFill>
                <a:latin typeface="宋体"/>
              </a:rPr>
              <a:t>试计算</a:t>
            </a:r>
            <a:r>
              <a:rPr kumimoji="1" lang="zh-CN" altLang="en-US" sz="2400" b="1" dirty="0">
                <a:latin typeface="+mn-ea"/>
                <a:ea typeface="+mn-ea"/>
              </a:rPr>
              <a:t>该棒对质点的引力</a:t>
            </a:r>
            <a:r>
              <a:rPr kumimoji="1" lang="en-US" altLang="zh-CN" sz="2400" b="1" dirty="0">
                <a:latin typeface="+mn-ea"/>
                <a:ea typeface="+mn-ea"/>
              </a:rPr>
              <a:t>.</a:t>
            </a:r>
            <a:endParaRPr kumimoji="1" lang="en-US" altLang="zh-CN" sz="2400" b="1" dirty="0">
              <a:solidFill>
                <a:schemeClr val="accent2"/>
              </a:solidFill>
              <a:latin typeface="+mn-ea"/>
              <a:ea typeface="+mn-ea"/>
            </a:endParaRPr>
          </a:p>
        </p:txBody>
      </p:sp>
      <p:sp>
        <p:nvSpPr>
          <p:cNvPr id="73735" name="Text Box 7">
            <a:extLst>
              <a:ext uri="{FF2B5EF4-FFF2-40B4-BE49-F238E27FC236}">
                <a16:creationId xmlns:a16="http://schemas.microsoft.com/office/drawing/2014/main" id="{5108A636-95A5-4657-B1AC-F9350DA329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4274" y="1331119"/>
            <a:ext cx="62904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rgbClr val="3366FF"/>
                </a:solidFill>
                <a:latin typeface="+mn-ea"/>
                <a:ea typeface="+mn-ea"/>
              </a:rPr>
              <a:t>解</a:t>
            </a:r>
            <a:endParaRPr kumimoji="1" lang="en-US" altLang="zh-CN" sz="2400" b="1" dirty="0">
              <a:latin typeface="+mn-ea"/>
              <a:ea typeface="+mn-ea"/>
            </a:endParaRPr>
          </a:p>
        </p:txBody>
      </p:sp>
      <p:graphicFrame>
        <p:nvGraphicFramePr>
          <p:cNvPr id="73736" name="Object 8">
            <a:extLst>
              <a:ext uri="{FF2B5EF4-FFF2-40B4-BE49-F238E27FC236}">
                <a16:creationId xmlns:a16="http://schemas.microsoft.com/office/drawing/2014/main" id="{4CDE426D-6DCA-42C2-9C40-059252A732A8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7267894" y="1343028"/>
          <a:ext cx="180975" cy="2357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152" name="Equation" r:id="rId5" imgW="135360" imgH="185760" progId="Equation.3">
                  <p:embed/>
                </p:oleObj>
              </mc:Choice>
              <mc:Fallback>
                <p:oleObj name="Equation" r:id="rId5" imgW="135360" imgH="185760" progId="Equation.3">
                  <p:embed/>
                  <p:pic>
                    <p:nvPicPr>
                      <p:cNvPr id="73736" name="Object 8">
                        <a:extLst>
                          <a:ext uri="{FF2B5EF4-FFF2-40B4-BE49-F238E27FC236}">
                            <a16:creationId xmlns:a16="http://schemas.microsoft.com/office/drawing/2014/main" id="{4CDE426D-6DCA-42C2-9C40-059252A732A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67894" y="1343028"/>
                        <a:ext cx="180975" cy="23574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37" name="Object 9">
            <a:extLst>
              <a:ext uri="{FF2B5EF4-FFF2-40B4-BE49-F238E27FC236}">
                <a16:creationId xmlns:a16="http://schemas.microsoft.com/office/drawing/2014/main" id="{3365FAFE-BD28-461C-82D6-5D8BF4E1CDC9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8383510" y="3400425"/>
          <a:ext cx="151209" cy="4250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153" name="Equation" r:id="rId7" imgW="110160" imgH="354960" progId="Equation.3">
                  <p:embed/>
                </p:oleObj>
              </mc:Choice>
              <mc:Fallback>
                <p:oleObj name="Equation" r:id="rId7" imgW="110160" imgH="354960" progId="Equation.3">
                  <p:embed/>
                  <p:pic>
                    <p:nvPicPr>
                      <p:cNvPr id="73737" name="Object 9">
                        <a:extLst>
                          <a:ext uri="{FF2B5EF4-FFF2-40B4-BE49-F238E27FC236}">
                            <a16:creationId xmlns:a16="http://schemas.microsoft.com/office/drawing/2014/main" id="{3365FAFE-BD28-461C-82D6-5D8BF4E1CDC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3510" y="3400425"/>
                        <a:ext cx="151209" cy="42505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39" name="Object 11">
            <a:extLst>
              <a:ext uri="{FF2B5EF4-FFF2-40B4-BE49-F238E27FC236}">
                <a16:creationId xmlns:a16="http://schemas.microsoft.com/office/drawing/2014/main" id="{00D20C8F-637F-468F-9C18-75CFEC9C1EF0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4460388" y="1992945"/>
          <a:ext cx="1306513" cy="3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154" name="Equation" r:id="rId9" imgW="1307880" imgH="342720" progId="Equation.DSMT4">
                  <p:embed/>
                </p:oleObj>
              </mc:Choice>
              <mc:Fallback>
                <p:oleObj name="Equation" r:id="rId9" imgW="1307880" imgH="342720" progId="Equation.DSMT4">
                  <p:embed/>
                  <p:pic>
                    <p:nvPicPr>
                      <p:cNvPr id="73739" name="Object 11">
                        <a:extLst>
                          <a:ext uri="{FF2B5EF4-FFF2-40B4-BE49-F238E27FC236}">
                            <a16:creationId xmlns:a16="http://schemas.microsoft.com/office/drawing/2014/main" id="{00D20C8F-637F-468F-9C18-75CFEC9C1EF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60388" y="1992945"/>
                        <a:ext cx="1306513" cy="3698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741" name="Text Box 13">
            <a:extLst>
              <a:ext uri="{FF2B5EF4-FFF2-40B4-BE49-F238E27FC236}">
                <a16:creationId xmlns:a16="http://schemas.microsoft.com/office/drawing/2014/main" id="{BCC8DED2-1FA6-4111-B5E3-E7D5EC908A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8961" y="1917407"/>
            <a:ext cx="45005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在</a:t>
            </a:r>
          </a:p>
        </p:txBody>
      </p:sp>
      <p:graphicFrame>
        <p:nvGraphicFramePr>
          <p:cNvPr id="73747" name="Object 19">
            <a:extLst>
              <a:ext uri="{FF2B5EF4-FFF2-40B4-BE49-F238E27FC236}">
                <a16:creationId xmlns:a16="http://schemas.microsoft.com/office/drawing/2014/main" id="{910C3556-8344-4DD2-956D-A8E567FFFEB5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7277419" y="1733550"/>
          <a:ext cx="17145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155" name="Equation" r:id="rId11" imgW="127080" imgH="135360" progId="Equation.3">
                  <p:embed/>
                </p:oleObj>
              </mc:Choice>
              <mc:Fallback>
                <p:oleObj name="Equation" r:id="rId11" imgW="127080" imgH="135360" progId="Equation.3">
                  <p:embed/>
                  <p:pic>
                    <p:nvPicPr>
                      <p:cNvPr id="73747" name="Object 19">
                        <a:extLst>
                          <a:ext uri="{FF2B5EF4-FFF2-40B4-BE49-F238E27FC236}">
                            <a16:creationId xmlns:a16="http://schemas.microsoft.com/office/drawing/2014/main" id="{910C3556-8344-4DD2-956D-A8E567FFFEB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77419" y="1733550"/>
                        <a:ext cx="171450" cy="180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751" name="Rectangle 23">
            <a:extLst>
              <a:ext uri="{FF2B5EF4-FFF2-40B4-BE49-F238E27FC236}">
                <a16:creationId xmlns:a16="http://schemas.microsoft.com/office/drawing/2014/main" id="{4D7D2CF4-1443-46C9-ADF7-6868CADAE8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1860" y="3351612"/>
            <a:ext cx="1822847" cy="45244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 b="1">
              <a:latin typeface="+mn-ea"/>
              <a:ea typeface="+mn-ea"/>
            </a:endParaRPr>
          </a:p>
        </p:txBody>
      </p:sp>
      <p:sp>
        <p:nvSpPr>
          <p:cNvPr id="73753" name="Line 25">
            <a:extLst>
              <a:ext uri="{FF2B5EF4-FFF2-40B4-BE49-F238E27FC236}">
                <a16:creationId xmlns:a16="http://schemas.microsoft.com/office/drawing/2014/main" id="{080E0938-1D56-4992-98DA-9E534281771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509591" y="1331119"/>
            <a:ext cx="0" cy="2020491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400" b="1">
              <a:latin typeface="+mn-ea"/>
            </a:endParaRPr>
          </a:p>
        </p:txBody>
      </p:sp>
      <p:sp>
        <p:nvSpPr>
          <p:cNvPr id="73754" name="Line 26">
            <a:extLst>
              <a:ext uri="{FF2B5EF4-FFF2-40B4-BE49-F238E27FC236}">
                <a16:creationId xmlns:a16="http://schemas.microsoft.com/office/drawing/2014/main" id="{871C3CCF-3A6C-4457-88F4-060BE8A643D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509591" y="1838325"/>
            <a:ext cx="0" cy="155376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400" b="1">
              <a:latin typeface="+mn-ea"/>
            </a:endParaRPr>
          </a:p>
        </p:txBody>
      </p:sp>
      <p:graphicFrame>
        <p:nvGraphicFramePr>
          <p:cNvPr id="73755" name="Object 27">
            <a:extLst>
              <a:ext uri="{FF2B5EF4-FFF2-40B4-BE49-F238E27FC236}">
                <a16:creationId xmlns:a16="http://schemas.microsoft.com/office/drawing/2014/main" id="{A98C6194-29F8-4D84-9B94-14C2F46005AE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7277422" y="2287191"/>
          <a:ext cx="169069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156" name="Equation" r:id="rId13" imgW="127080" imgH="135360" progId="Equation.3">
                  <p:embed/>
                </p:oleObj>
              </mc:Choice>
              <mc:Fallback>
                <p:oleObj name="Equation" r:id="rId13" imgW="127080" imgH="135360" progId="Equation.3">
                  <p:embed/>
                  <p:pic>
                    <p:nvPicPr>
                      <p:cNvPr id="73755" name="Object 27">
                        <a:extLst>
                          <a:ext uri="{FF2B5EF4-FFF2-40B4-BE49-F238E27FC236}">
                            <a16:creationId xmlns:a16="http://schemas.microsoft.com/office/drawing/2014/main" id="{A98C6194-29F8-4D84-9B94-14C2F46005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77422" y="2287191"/>
                        <a:ext cx="169069" cy="180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56" name="Object 28">
            <a:extLst>
              <a:ext uri="{FF2B5EF4-FFF2-40B4-BE49-F238E27FC236}">
                <a16:creationId xmlns:a16="http://schemas.microsoft.com/office/drawing/2014/main" id="{6014B571-431A-4BFF-86CC-7F6360C53F24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8651403" y="3448050"/>
          <a:ext cx="169069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157" name="Equation" r:id="rId15" imgW="127080" imgH="135360" progId="Equation.3">
                  <p:embed/>
                </p:oleObj>
              </mc:Choice>
              <mc:Fallback>
                <p:oleObj name="Equation" r:id="rId15" imgW="127080" imgH="135360" progId="Equation.3">
                  <p:embed/>
                  <p:pic>
                    <p:nvPicPr>
                      <p:cNvPr id="73756" name="Object 28">
                        <a:extLst>
                          <a:ext uri="{FF2B5EF4-FFF2-40B4-BE49-F238E27FC236}">
                            <a16:creationId xmlns:a16="http://schemas.microsoft.com/office/drawing/2014/main" id="{6014B571-431A-4BFF-86CC-7F6360C53F2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51403" y="3448050"/>
                        <a:ext cx="169069" cy="180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57" name="Object 29">
            <a:extLst>
              <a:ext uri="{FF2B5EF4-FFF2-40B4-BE49-F238E27FC236}">
                <a16:creationId xmlns:a16="http://schemas.microsoft.com/office/drawing/2014/main" id="{D681D08F-0CE4-497A-B7E1-693C9DEE69D5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7432200" y="3389710"/>
          <a:ext cx="229791" cy="2559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158" name="Equation" r:id="rId17" imgW="59400" imgH="67680" progId="Equation.3">
                  <p:embed/>
                </p:oleObj>
              </mc:Choice>
              <mc:Fallback>
                <p:oleObj name="Equation" r:id="rId17" imgW="59400" imgH="67680" progId="Equation.3">
                  <p:embed/>
                  <p:pic>
                    <p:nvPicPr>
                      <p:cNvPr id="73757" name="Object 29">
                        <a:extLst>
                          <a:ext uri="{FF2B5EF4-FFF2-40B4-BE49-F238E27FC236}">
                            <a16:creationId xmlns:a16="http://schemas.microsoft.com/office/drawing/2014/main" id="{D681D08F-0CE4-497A-B7E1-693C9DEE69D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32200" y="3389710"/>
                        <a:ext cx="229791" cy="25598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3758" name="Group 30">
            <a:extLst>
              <a:ext uri="{FF2B5EF4-FFF2-40B4-BE49-F238E27FC236}">
                <a16:creationId xmlns:a16="http://schemas.microsoft.com/office/drawing/2014/main" id="{E24F0DDD-FB90-4209-8CFE-3EC830DEFD63}"/>
              </a:ext>
            </a:extLst>
          </p:cNvPr>
          <p:cNvGrpSpPr>
            <a:grpSpLocks/>
          </p:cNvGrpSpPr>
          <p:nvPr/>
        </p:nvGrpSpPr>
        <p:grpSpPr bwMode="auto">
          <a:xfrm>
            <a:off x="7906072" y="3338512"/>
            <a:ext cx="169069" cy="290513"/>
            <a:chOff x="4848" y="2636"/>
            <a:chExt cx="142" cy="244"/>
          </a:xfrm>
        </p:grpSpPr>
        <p:graphicFrame>
          <p:nvGraphicFramePr>
            <p:cNvPr id="13370" name="Object 31">
              <a:extLst>
                <a:ext uri="{FF2B5EF4-FFF2-40B4-BE49-F238E27FC236}">
                  <a16:creationId xmlns:a16="http://schemas.microsoft.com/office/drawing/2014/main" id="{3474BE42-757A-47E8-9B4D-70F961FC700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848" y="2728"/>
            <a:ext cx="142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1159" name="Equation" r:id="rId19" imgW="127080" imgH="135360" progId="Equation.3">
                    <p:embed/>
                  </p:oleObj>
                </mc:Choice>
                <mc:Fallback>
                  <p:oleObj name="Equation" r:id="rId19" imgW="127080" imgH="135360" progId="Equation.3">
                    <p:embed/>
                    <p:pic>
                      <p:nvPicPr>
                        <p:cNvPr id="13370" name="Object 31">
                          <a:extLst>
                            <a:ext uri="{FF2B5EF4-FFF2-40B4-BE49-F238E27FC236}">
                              <a16:creationId xmlns:a16="http://schemas.microsoft.com/office/drawing/2014/main" id="{3474BE42-757A-47E8-9B4D-70F961FC700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48" y="2728"/>
                          <a:ext cx="142" cy="15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71" name="Line 32">
              <a:extLst>
                <a:ext uri="{FF2B5EF4-FFF2-40B4-BE49-F238E27FC236}">
                  <a16:creationId xmlns:a16="http://schemas.microsoft.com/office/drawing/2014/main" id="{89B0B67B-0A7A-4ADF-86E0-6B61B87D48B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04" y="2636"/>
              <a:ext cx="0" cy="6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 b="1">
                <a:latin typeface="+mn-ea"/>
              </a:endParaRPr>
            </a:p>
          </p:txBody>
        </p:sp>
      </p:grpSp>
      <p:sp>
        <p:nvSpPr>
          <p:cNvPr id="73761" name="Line 33">
            <a:extLst>
              <a:ext uri="{FF2B5EF4-FFF2-40B4-BE49-F238E27FC236}">
                <a16:creationId xmlns:a16="http://schemas.microsoft.com/office/drawing/2014/main" id="{C4F275C5-4969-41F6-AD68-14B466EB6640}"/>
              </a:ext>
            </a:extLst>
          </p:cNvPr>
          <p:cNvSpPr>
            <a:spLocks noChangeShapeType="1"/>
          </p:cNvSpPr>
          <p:nvPr/>
        </p:nvSpPr>
        <p:spPr bwMode="auto">
          <a:xfrm>
            <a:off x="7509591" y="1794275"/>
            <a:ext cx="460772" cy="154424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400" b="1">
              <a:latin typeface="+mn-ea"/>
            </a:endParaRPr>
          </a:p>
        </p:txBody>
      </p:sp>
      <p:sp>
        <p:nvSpPr>
          <p:cNvPr id="73762" name="Line 34">
            <a:extLst>
              <a:ext uri="{FF2B5EF4-FFF2-40B4-BE49-F238E27FC236}">
                <a16:creationId xmlns:a16="http://schemas.microsoft.com/office/drawing/2014/main" id="{6A526127-434F-4C7B-8BC9-6048D9DCF965}"/>
              </a:ext>
            </a:extLst>
          </p:cNvPr>
          <p:cNvSpPr>
            <a:spLocks noChangeShapeType="1"/>
          </p:cNvSpPr>
          <p:nvPr/>
        </p:nvSpPr>
        <p:spPr bwMode="auto">
          <a:xfrm>
            <a:off x="7510877" y="1794275"/>
            <a:ext cx="276225" cy="926306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400" b="1">
              <a:latin typeface="+mn-ea"/>
            </a:endParaRPr>
          </a:p>
        </p:txBody>
      </p:sp>
      <p:sp>
        <p:nvSpPr>
          <p:cNvPr id="73763" name="Line 35">
            <a:extLst>
              <a:ext uri="{FF2B5EF4-FFF2-40B4-BE49-F238E27FC236}">
                <a16:creationId xmlns:a16="http://schemas.microsoft.com/office/drawing/2014/main" id="{0A3D649D-6F35-44A9-A00D-6C718EC113D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509591" y="1794272"/>
            <a:ext cx="2809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400" b="1">
              <a:latin typeface="+mn-ea"/>
            </a:endParaRPr>
          </a:p>
        </p:txBody>
      </p:sp>
      <p:sp>
        <p:nvSpPr>
          <p:cNvPr id="73764" name="Line 36">
            <a:extLst>
              <a:ext uri="{FF2B5EF4-FFF2-40B4-BE49-F238E27FC236}">
                <a16:creationId xmlns:a16="http://schemas.microsoft.com/office/drawing/2014/main" id="{29FB66F4-C60C-4CE5-893C-362C28A3223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509591" y="2720579"/>
            <a:ext cx="280988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400" b="1">
              <a:latin typeface="+mn-ea"/>
            </a:endParaRPr>
          </a:p>
        </p:txBody>
      </p:sp>
      <p:sp>
        <p:nvSpPr>
          <p:cNvPr id="73765" name="Line 37">
            <a:extLst>
              <a:ext uri="{FF2B5EF4-FFF2-40B4-BE49-F238E27FC236}">
                <a16:creationId xmlns:a16="http://schemas.microsoft.com/office/drawing/2014/main" id="{35DA3918-D8EB-47C2-84BF-B0BE811A2C20}"/>
              </a:ext>
            </a:extLst>
          </p:cNvPr>
          <p:cNvSpPr>
            <a:spLocks noChangeShapeType="1"/>
          </p:cNvSpPr>
          <p:nvPr/>
        </p:nvSpPr>
        <p:spPr bwMode="auto">
          <a:xfrm>
            <a:off x="7509591" y="1794275"/>
            <a:ext cx="0" cy="926306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400" b="1">
              <a:latin typeface="+mn-ea"/>
            </a:endParaRPr>
          </a:p>
        </p:txBody>
      </p:sp>
      <p:sp>
        <p:nvSpPr>
          <p:cNvPr id="73766" name="Line 38">
            <a:extLst>
              <a:ext uri="{FF2B5EF4-FFF2-40B4-BE49-F238E27FC236}">
                <a16:creationId xmlns:a16="http://schemas.microsoft.com/office/drawing/2014/main" id="{B02C9263-8C35-4ABB-9F82-50F092159F1E}"/>
              </a:ext>
            </a:extLst>
          </p:cNvPr>
          <p:cNvSpPr>
            <a:spLocks noChangeShapeType="1"/>
          </p:cNvSpPr>
          <p:nvPr/>
        </p:nvSpPr>
        <p:spPr bwMode="auto">
          <a:xfrm>
            <a:off x="7788292" y="1794275"/>
            <a:ext cx="0" cy="926306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400" b="1">
              <a:latin typeface="+mn-ea"/>
            </a:endParaRPr>
          </a:p>
        </p:txBody>
      </p:sp>
      <p:graphicFrame>
        <p:nvGraphicFramePr>
          <p:cNvPr id="73767" name="Object 39">
            <a:extLst>
              <a:ext uri="{FF2B5EF4-FFF2-40B4-BE49-F238E27FC236}">
                <a16:creationId xmlns:a16="http://schemas.microsoft.com/office/drawing/2014/main" id="{2DE94608-6911-490D-862C-DFA8A9E51FEA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7516735" y="2301481"/>
          <a:ext cx="179784" cy="1631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160" name="Equation" r:id="rId21" imgW="152280" imgH="135360" progId="Equation.3">
                  <p:embed/>
                </p:oleObj>
              </mc:Choice>
              <mc:Fallback>
                <p:oleObj name="Equation" r:id="rId21" imgW="152280" imgH="135360" progId="Equation.3">
                  <p:embed/>
                  <p:pic>
                    <p:nvPicPr>
                      <p:cNvPr id="73767" name="Object 39">
                        <a:extLst>
                          <a:ext uri="{FF2B5EF4-FFF2-40B4-BE49-F238E27FC236}">
                            <a16:creationId xmlns:a16="http://schemas.microsoft.com/office/drawing/2014/main" id="{2DE94608-6911-490D-862C-DFA8A9E51FE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16735" y="2301481"/>
                        <a:ext cx="179784" cy="16311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769" name="Rectangle 41">
            <a:extLst>
              <a:ext uri="{FF2B5EF4-FFF2-40B4-BE49-F238E27FC236}">
                <a16:creationId xmlns:a16="http://schemas.microsoft.com/office/drawing/2014/main" id="{FFE29E87-3533-4606-B99C-C500B202F5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0497" y="2200278"/>
            <a:ext cx="308372" cy="36076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 b="1">
              <a:latin typeface="+mn-ea"/>
              <a:ea typeface="+mn-ea"/>
            </a:endParaRPr>
          </a:p>
        </p:txBody>
      </p:sp>
      <p:sp>
        <p:nvSpPr>
          <p:cNvPr id="73770" name="Oval 42">
            <a:extLst>
              <a:ext uri="{FF2B5EF4-FFF2-40B4-BE49-F238E27FC236}">
                <a16:creationId xmlns:a16="http://schemas.microsoft.com/office/drawing/2014/main" id="{F94C1F5F-982F-4DE5-9FD0-06D82CE767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75063" y="1760935"/>
            <a:ext cx="72629" cy="61913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 b="1">
              <a:latin typeface="+mn-ea"/>
              <a:ea typeface="+mn-ea"/>
            </a:endParaRPr>
          </a:p>
        </p:txBody>
      </p:sp>
      <p:graphicFrame>
        <p:nvGraphicFramePr>
          <p:cNvPr id="73773" name="Object 45">
            <a:extLst>
              <a:ext uri="{FF2B5EF4-FFF2-40B4-BE49-F238E27FC236}">
                <a16:creationId xmlns:a16="http://schemas.microsoft.com/office/drawing/2014/main" id="{21C9701B-6CBF-44E3-8940-F18867726C40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7815263" y="2500313"/>
          <a:ext cx="393480" cy="304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161" name="Microsoft 公式 3.0 中文版" r:id="rId23" imgW="393480" imgH="304560" progId="Equation.DSMT4">
                  <p:embed/>
                </p:oleObj>
              </mc:Choice>
              <mc:Fallback>
                <p:oleObj name="Microsoft 公式 3.0 中文版" r:id="rId23" imgW="393480" imgH="304560" progId="Equation.DSMT4">
                  <p:embed/>
                  <p:pic>
                    <p:nvPicPr>
                      <p:cNvPr id="73773" name="Object 45">
                        <a:extLst>
                          <a:ext uri="{FF2B5EF4-FFF2-40B4-BE49-F238E27FC236}">
                            <a16:creationId xmlns:a16="http://schemas.microsoft.com/office/drawing/2014/main" id="{21C9701B-6CBF-44E3-8940-F18867726C4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15263" y="2500313"/>
                        <a:ext cx="393480" cy="3045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74" name="Object 46">
            <a:extLst>
              <a:ext uri="{FF2B5EF4-FFF2-40B4-BE49-F238E27FC236}">
                <a16:creationId xmlns:a16="http://schemas.microsoft.com/office/drawing/2014/main" id="{BA92E53E-8931-466B-82FB-C24AA36AF519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7872732" y="1614488"/>
          <a:ext cx="477441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162" name="Equation" r:id="rId25" imgW="397800" imgH="270360" progId="Equation.3">
                  <p:embed/>
                </p:oleObj>
              </mc:Choice>
              <mc:Fallback>
                <p:oleObj name="Equation" r:id="rId25" imgW="397800" imgH="270360" progId="Equation.3">
                  <p:embed/>
                  <p:pic>
                    <p:nvPicPr>
                      <p:cNvPr id="73774" name="Object 46">
                        <a:extLst>
                          <a:ext uri="{FF2B5EF4-FFF2-40B4-BE49-F238E27FC236}">
                            <a16:creationId xmlns:a16="http://schemas.microsoft.com/office/drawing/2014/main" id="{BA92E53E-8931-466B-82FB-C24AA36AF51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72732" y="1614488"/>
                        <a:ext cx="477441" cy="333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75" name="Object 47">
            <a:extLst>
              <a:ext uri="{FF2B5EF4-FFF2-40B4-BE49-F238E27FC236}">
                <a16:creationId xmlns:a16="http://schemas.microsoft.com/office/drawing/2014/main" id="{E93778AB-890B-4174-A0AB-D830D9DA334C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6960716" y="2114550"/>
          <a:ext cx="488156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163" name="Equation" r:id="rId27" imgW="406440" imgH="312480" progId="Equation.DSMT4">
                  <p:embed/>
                </p:oleObj>
              </mc:Choice>
              <mc:Fallback>
                <p:oleObj name="Equation" r:id="rId27" imgW="406440" imgH="312480" progId="Equation.DSMT4">
                  <p:embed/>
                  <p:pic>
                    <p:nvPicPr>
                      <p:cNvPr id="73775" name="Object 47">
                        <a:extLst>
                          <a:ext uri="{FF2B5EF4-FFF2-40B4-BE49-F238E27FC236}">
                            <a16:creationId xmlns:a16="http://schemas.microsoft.com/office/drawing/2014/main" id="{E93778AB-890B-4174-A0AB-D830D9DA334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60716" y="2114550"/>
                        <a:ext cx="488156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3776" name="Group 48">
            <a:extLst>
              <a:ext uri="{FF2B5EF4-FFF2-40B4-BE49-F238E27FC236}">
                <a16:creationId xmlns:a16="http://schemas.microsoft.com/office/drawing/2014/main" id="{229B4091-A1E7-4A6F-92F5-0A0BFAC92031}"/>
              </a:ext>
            </a:extLst>
          </p:cNvPr>
          <p:cNvGrpSpPr>
            <a:grpSpLocks/>
          </p:cNvGrpSpPr>
          <p:nvPr/>
        </p:nvGrpSpPr>
        <p:grpSpPr bwMode="auto">
          <a:xfrm>
            <a:off x="7934644" y="3067050"/>
            <a:ext cx="742950" cy="334566"/>
            <a:chOff x="4728" y="2576"/>
            <a:chExt cx="624" cy="281"/>
          </a:xfrm>
        </p:grpSpPr>
        <p:sp>
          <p:nvSpPr>
            <p:cNvPr id="13368" name="Line 49">
              <a:extLst>
                <a:ext uri="{FF2B5EF4-FFF2-40B4-BE49-F238E27FC236}">
                  <a16:creationId xmlns:a16="http://schemas.microsoft.com/office/drawing/2014/main" id="{6B23B3DA-9BBD-4548-8D5C-0F77E208CF7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90" y="2796"/>
              <a:ext cx="0" cy="6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 b="1">
                <a:latin typeface="+mn-ea"/>
              </a:endParaRPr>
            </a:p>
          </p:txBody>
        </p:sp>
        <p:graphicFrame>
          <p:nvGraphicFramePr>
            <p:cNvPr id="13369" name="Object 50">
              <a:extLst>
                <a:ext uri="{FF2B5EF4-FFF2-40B4-BE49-F238E27FC236}">
                  <a16:creationId xmlns:a16="http://schemas.microsoft.com/office/drawing/2014/main" id="{4A9DE517-C26B-4EBF-B65F-923B74C407E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28" y="2576"/>
            <a:ext cx="624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1164" name="Equation" r:id="rId29" imgW="635040" imgH="194400" progId="Equation.3">
                    <p:embed/>
                  </p:oleObj>
                </mc:Choice>
                <mc:Fallback>
                  <p:oleObj name="Equation" r:id="rId29" imgW="635040" imgH="194400" progId="Equation.3">
                    <p:embed/>
                    <p:pic>
                      <p:nvPicPr>
                        <p:cNvPr id="13369" name="Object 50">
                          <a:extLst>
                            <a:ext uri="{FF2B5EF4-FFF2-40B4-BE49-F238E27FC236}">
                              <a16:creationId xmlns:a16="http://schemas.microsoft.com/office/drawing/2014/main" id="{4A9DE517-C26B-4EBF-B65F-923B74C407E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28" y="2576"/>
                          <a:ext cx="624" cy="20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8" name="Object 11">
            <a:extLst>
              <a:ext uri="{FF2B5EF4-FFF2-40B4-BE49-F238E27FC236}">
                <a16:creationId xmlns:a16="http://schemas.microsoft.com/office/drawing/2014/main" id="{9DBCE0F0-B28E-4F7F-B5BB-A3A98FC25DEC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441068" y="1791891"/>
          <a:ext cx="1090613" cy="754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165" name="Equation" r:id="rId31" imgW="1091880" imgH="723600" progId="Equation.DSMT4">
                  <p:embed/>
                </p:oleObj>
              </mc:Choice>
              <mc:Fallback>
                <p:oleObj name="Equation" r:id="rId31" imgW="1091880" imgH="723600" progId="Equation.DSMT4">
                  <p:embed/>
                  <p:pic>
                    <p:nvPicPr>
                      <p:cNvPr id="58" name="Object 11">
                        <a:extLst>
                          <a:ext uri="{FF2B5EF4-FFF2-40B4-BE49-F238E27FC236}">
                            <a16:creationId xmlns:a16="http://schemas.microsoft.com/office/drawing/2014/main" id="{9DBCE0F0-B28E-4F7F-B5BB-A3A98FC25DE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1068" y="1791891"/>
                        <a:ext cx="1090613" cy="7540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" name="Text Box 13">
            <a:extLst>
              <a:ext uri="{FF2B5EF4-FFF2-40B4-BE49-F238E27FC236}">
                <a16:creationId xmlns:a16="http://schemas.microsoft.com/office/drawing/2014/main" id="{00C63F91-F6B1-4034-A47D-A667B76EA0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31681" y="1914525"/>
            <a:ext cx="208478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上任取小区间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3904988F-46D1-489C-BC83-BE1AD4C2B837}"/>
              </a:ext>
            </a:extLst>
          </p:cNvPr>
          <p:cNvGrpSpPr/>
          <p:nvPr/>
        </p:nvGrpSpPr>
        <p:grpSpPr>
          <a:xfrm>
            <a:off x="1441068" y="361335"/>
            <a:ext cx="7554152" cy="476249"/>
            <a:chOff x="1441068" y="361335"/>
            <a:chExt cx="7554152" cy="476249"/>
          </a:xfrm>
        </p:grpSpPr>
        <p:sp>
          <p:nvSpPr>
            <p:cNvPr id="13317" name="Text Box 3">
              <a:extLst>
                <a:ext uri="{FF2B5EF4-FFF2-40B4-BE49-F238E27FC236}">
                  <a16:creationId xmlns:a16="http://schemas.microsoft.com/office/drawing/2014/main" id="{6E2FF763-9437-42CA-BBA0-903D66DE68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1068" y="375919"/>
              <a:ext cx="207058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latin typeface="+mn-ea"/>
                  <a:ea typeface="+mn-ea"/>
                  <a:cs typeface="Times New Roman" panose="02020603050405020304" pitchFamily="18" charset="0"/>
                </a:rPr>
                <a:t>设有一长度为</a:t>
              </a:r>
              <a:endParaRPr kumimoji="1" lang="en-US" altLang="zh-CN" sz="24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48" name="Text Box 3">
              <a:extLst>
                <a:ext uri="{FF2B5EF4-FFF2-40B4-BE49-F238E27FC236}">
                  <a16:creationId xmlns:a16="http://schemas.microsoft.com/office/drawing/2014/main" id="{48A0270F-3321-4BEB-9AD6-A3C66E55DA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30207" y="374544"/>
              <a:ext cx="1474927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latin typeface="+mn-ea"/>
                  <a:ea typeface="+mn-ea"/>
                  <a:cs typeface="Times New Roman" panose="02020603050405020304" pitchFamily="18" charset="0"/>
                </a:rPr>
                <a:t>线密度为</a:t>
              </a:r>
              <a:endParaRPr kumimoji="1" lang="en-US" altLang="zh-CN" sz="24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49" name="Object 14">
              <a:extLst>
                <a:ext uri="{FF2B5EF4-FFF2-40B4-BE49-F238E27FC236}">
                  <a16:creationId xmlns:a16="http://schemas.microsoft.com/office/drawing/2014/main" id="{7892D957-C96F-4B02-BE84-A71C8A9508A6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3445968" y="496640"/>
            <a:ext cx="203200" cy="336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1166" name="MathType 6.0 Equation" r:id="rId33" imgW="203040" imgH="330120" progId="Equation.DSMT4">
                    <p:embed/>
                  </p:oleObj>
                </mc:Choice>
                <mc:Fallback>
                  <p:oleObj name="MathType 6.0 Equation" r:id="rId33" imgW="203040" imgH="330120" progId="Equation.DSMT4">
                    <p:embed/>
                    <p:pic>
                      <p:nvPicPr>
                        <p:cNvPr id="49" name="Object 14">
                          <a:extLst>
                            <a:ext uri="{FF2B5EF4-FFF2-40B4-BE49-F238E27FC236}">
                              <a16:creationId xmlns:a16="http://schemas.microsoft.com/office/drawing/2014/main" id="{7892D957-C96F-4B02-BE84-A71C8A9508A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45968" y="496640"/>
                          <a:ext cx="203200" cy="3365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0" name="Text Box 3">
              <a:extLst>
                <a:ext uri="{FF2B5EF4-FFF2-40B4-BE49-F238E27FC236}">
                  <a16:creationId xmlns:a16="http://schemas.microsoft.com/office/drawing/2014/main" id="{A73A36D0-BA34-41AA-A4A0-7DFAAB43A6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38453" y="361335"/>
              <a:ext cx="3756767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latin typeface="+mn-ea"/>
                  <a:ea typeface="+mn-ea"/>
                  <a:cs typeface="Times New Roman" panose="02020603050405020304" pitchFamily="18" charset="0"/>
                </a:rPr>
                <a:t>的均匀细直棒</a:t>
              </a:r>
              <a:r>
                <a:rPr kumimoji="1" lang="en-US" altLang="zh-CN" sz="2400" b="1" dirty="0">
                  <a:latin typeface="+mn-ea"/>
                  <a:ea typeface="+mn-ea"/>
                  <a:cs typeface="Times New Roman" panose="02020603050405020304" pitchFamily="18" charset="0"/>
                </a:rPr>
                <a:t>,</a:t>
              </a:r>
              <a:r>
                <a:rPr kumimoji="1" lang="zh-CN" altLang="en-US" sz="2400" b="1" dirty="0">
                  <a:latin typeface="+mn-ea"/>
                  <a:ea typeface="+mn-ea"/>
                  <a:cs typeface="Times New Roman" panose="02020603050405020304" pitchFamily="18" charset="0"/>
                </a:rPr>
                <a:t>在其</a:t>
              </a:r>
              <a:r>
                <a:rPr kumimoji="1" lang="zh-CN" altLang="en-US" sz="2400" b="1" dirty="0">
                  <a:solidFill>
                    <a:srgbClr val="3366FF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中垂线</a:t>
              </a:r>
              <a:endParaRPr kumimoji="1" lang="en-US" altLang="zh-CN" sz="2400" b="1" dirty="0">
                <a:solidFill>
                  <a:srgbClr val="3366FF"/>
                </a:solidFill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51" name="Object 14">
              <a:extLst>
                <a:ext uri="{FF2B5EF4-FFF2-40B4-BE49-F238E27FC236}">
                  <a16:creationId xmlns:a16="http://schemas.microsoft.com/office/drawing/2014/main" id="{F000A3D7-8123-42AA-A873-B2C61584711C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5029200" y="504825"/>
            <a:ext cx="241300" cy="2587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1167" name="MathType 6.0 Equation" r:id="rId35" imgW="241200" imgH="253800" progId="Equation.DSMT4">
                    <p:embed/>
                  </p:oleObj>
                </mc:Choice>
                <mc:Fallback>
                  <p:oleObj name="MathType 6.0 Equation" r:id="rId35" imgW="241200" imgH="253800" progId="Equation.DSMT4">
                    <p:embed/>
                    <p:pic>
                      <p:nvPicPr>
                        <p:cNvPr id="51" name="Object 14">
                          <a:extLst>
                            <a:ext uri="{FF2B5EF4-FFF2-40B4-BE49-F238E27FC236}">
                              <a16:creationId xmlns:a16="http://schemas.microsoft.com/office/drawing/2014/main" id="{F000A3D7-8123-42AA-A873-B2C61584711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29200" y="504825"/>
                          <a:ext cx="241300" cy="2587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7221F587-D4AA-4C96-8608-05174FA4228C}"/>
              </a:ext>
            </a:extLst>
          </p:cNvPr>
          <p:cNvGrpSpPr/>
          <p:nvPr/>
        </p:nvGrpSpPr>
        <p:grpSpPr>
          <a:xfrm>
            <a:off x="148779" y="843111"/>
            <a:ext cx="5180069" cy="474920"/>
            <a:chOff x="148779" y="843111"/>
            <a:chExt cx="5180069" cy="474920"/>
          </a:xfrm>
        </p:grpSpPr>
        <p:sp>
          <p:nvSpPr>
            <p:cNvPr id="73732" name="Text Box 4">
              <a:extLst>
                <a:ext uri="{FF2B5EF4-FFF2-40B4-BE49-F238E27FC236}">
                  <a16:creationId xmlns:a16="http://schemas.microsoft.com/office/drawing/2014/main" id="{D84FB480-21FC-43CA-8863-FBD1B4F9DA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779" y="843111"/>
              <a:ext cx="851321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latin typeface="+mn-ea"/>
                  <a:ea typeface="+mn-ea"/>
                  <a:cs typeface="Times New Roman" panose="02020603050405020304" pitchFamily="18" charset="0"/>
                </a:rPr>
                <a:t>上距</a:t>
              </a:r>
              <a:endParaRPr kumimoji="1" lang="en-US" altLang="zh-CN" sz="24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52" name="Text Box 4">
              <a:extLst>
                <a:ext uri="{FF2B5EF4-FFF2-40B4-BE49-F238E27FC236}">
                  <a16:creationId xmlns:a16="http://schemas.microsoft.com/office/drawing/2014/main" id="{579CFD22-479E-44F9-9FDF-80F76222BB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9053" y="856366"/>
              <a:ext cx="268679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latin typeface="+mn-ea"/>
                  <a:ea typeface="+mn-ea"/>
                  <a:cs typeface="Times New Roman" panose="02020603050405020304" pitchFamily="18" charset="0"/>
                </a:rPr>
                <a:t>单位处有一质量为</a:t>
              </a:r>
              <a:endParaRPr kumimoji="1" lang="en-US" altLang="zh-CN" sz="24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53" name="Object 14">
              <a:extLst>
                <a:ext uri="{FF2B5EF4-FFF2-40B4-BE49-F238E27FC236}">
                  <a16:creationId xmlns:a16="http://schemas.microsoft.com/office/drawing/2014/main" id="{2ABCC252-2AA8-466C-B391-EBD1ACB1974E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940837" y="1010604"/>
            <a:ext cx="203200" cy="206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1168" name="MathType 6.0 Equation" r:id="rId37" imgW="203040" imgH="203040" progId="Equation.DSMT4">
                    <p:embed/>
                  </p:oleObj>
                </mc:Choice>
                <mc:Fallback>
                  <p:oleObj name="MathType 6.0 Equation" r:id="rId37" imgW="203040" imgH="203040" progId="Equation.DSMT4">
                    <p:embed/>
                    <p:pic>
                      <p:nvPicPr>
                        <p:cNvPr id="53" name="Object 14">
                          <a:extLst>
                            <a:ext uri="{FF2B5EF4-FFF2-40B4-BE49-F238E27FC236}">
                              <a16:creationId xmlns:a16="http://schemas.microsoft.com/office/drawing/2014/main" id="{2ABCC252-2AA8-466C-B391-EBD1ACB1974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40837" y="1010604"/>
                          <a:ext cx="203200" cy="2063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4" name="Text Box 4">
              <a:extLst>
                <a:ext uri="{FF2B5EF4-FFF2-40B4-BE49-F238E27FC236}">
                  <a16:creationId xmlns:a16="http://schemas.microsoft.com/office/drawing/2014/main" id="{796823E3-70D8-436E-BCBC-B16F435AF5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7278" y="854529"/>
              <a:ext cx="114932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latin typeface="+mn-ea"/>
                  <a:ea typeface="+mn-ea"/>
                  <a:cs typeface="Times New Roman" panose="02020603050405020304" pitchFamily="18" charset="0"/>
                </a:rPr>
                <a:t>的质点</a:t>
              </a:r>
              <a:endParaRPr kumimoji="1" lang="en-US" altLang="zh-CN" sz="24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55" name="Object 14">
              <a:extLst>
                <a:ext uri="{FF2B5EF4-FFF2-40B4-BE49-F238E27FC236}">
                  <a16:creationId xmlns:a16="http://schemas.microsoft.com/office/drawing/2014/main" id="{48770215-7AE6-4A4F-BD79-654FB807E1A1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3728853" y="1012440"/>
            <a:ext cx="266700" cy="206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1169" name="MathType 6.0 Equation" r:id="rId39" imgW="266400" imgH="203040" progId="Equation.DSMT4">
                    <p:embed/>
                  </p:oleObj>
                </mc:Choice>
                <mc:Fallback>
                  <p:oleObj name="MathType 6.0 Equation" r:id="rId39" imgW="266400" imgH="203040" progId="Equation.DSMT4">
                    <p:embed/>
                    <p:pic>
                      <p:nvPicPr>
                        <p:cNvPr id="55" name="Object 14">
                          <a:extLst>
                            <a:ext uri="{FF2B5EF4-FFF2-40B4-BE49-F238E27FC236}">
                              <a16:creationId xmlns:a16="http://schemas.microsoft.com/office/drawing/2014/main" id="{48770215-7AE6-4A4F-BD79-654FB807E1A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28853" y="1012440"/>
                          <a:ext cx="266700" cy="2063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6" name="Object 14">
              <a:extLst>
                <a:ext uri="{FF2B5EF4-FFF2-40B4-BE49-F238E27FC236}">
                  <a16:creationId xmlns:a16="http://schemas.microsoft.com/office/drawing/2014/main" id="{F0AF69F2-9A76-42F3-AE2C-C8406CAE5A3E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4935148" y="959906"/>
            <a:ext cx="393700" cy="2825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1170" name="MathType 6.0 Equation" r:id="rId41" imgW="393480" imgH="279360" progId="Equation.DSMT4">
                    <p:embed/>
                  </p:oleObj>
                </mc:Choice>
                <mc:Fallback>
                  <p:oleObj name="MathType 6.0 Equation" r:id="rId41" imgW="393480" imgH="279360" progId="Equation.DSMT4">
                    <p:embed/>
                    <p:pic>
                      <p:nvPicPr>
                        <p:cNvPr id="56" name="Object 14">
                          <a:extLst>
                            <a:ext uri="{FF2B5EF4-FFF2-40B4-BE49-F238E27FC236}">
                              <a16:creationId xmlns:a16="http://schemas.microsoft.com/office/drawing/2014/main" id="{F0AF69F2-9A76-42F3-AE2C-C8406CAE5A3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35148" y="959906"/>
                          <a:ext cx="393700" cy="2825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0" name="Text Box 7">
            <a:extLst>
              <a:ext uri="{FF2B5EF4-FFF2-40B4-BE49-F238E27FC236}">
                <a16:creationId xmlns:a16="http://schemas.microsoft.com/office/drawing/2014/main" id="{1FCFD1BC-0D7F-4C86-AAAB-CF0918570D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4057" y="1346644"/>
            <a:ext cx="262688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建立坐标系如图</a:t>
            </a:r>
            <a:r>
              <a:rPr kumimoji="1" lang="en-US" altLang="zh-CN" sz="2400" b="1" dirty="0">
                <a:latin typeface="+mn-ea"/>
                <a:ea typeface="+mn-ea"/>
              </a:rPr>
              <a:t>.</a:t>
            </a:r>
          </a:p>
        </p:txBody>
      </p:sp>
      <p:sp>
        <p:nvSpPr>
          <p:cNvPr id="61" name="Text Box 7">
            <a:extLst>
              <a:ext uri="{FF2B5EF4-FFF2-40B4-BE49-F238E27FC236}">
                <a16:creationId xmlns:a16="http://schemas.microsoft.com/office/drawing/2014/main" id="{24A6C096-B2B0-46A1-9AA9-E663BD42D3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878" y="2622913"/>
            <a:ext cx="262688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近似看作质点，</a:t>
            </a:r>
            <a:endParaRPr kumimoji="1" lang="en-US" altLang="zh-CN" sz="2400" b="1" dirty="0">
              <a:latin typeface="+mn-ea"/>
              <a:ea typeface="+mn-ea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1D266FE-0085-415A-918C-F83E7C97550A}"/>
              </a:ext>
            </a:extLst>
          </p:cNvPr>
          <p:cNvSpPr/>
          <p:nvPr/>
        </p:nvSpPr>
        <p:spPr>
          <a:xfrm>
            <a:off x="169877" y="3190875"/>
            <a:ext cx="274593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latin typeface="+mn-ea"/>
              </a:rPr>
              <a:t>的</a:t>
            </a:r>
            <a:r>
              <a:rPr kumimoji="1" lang="zh-CN" altLang="en-US" sz="2400" b="1" dirty="0">
                <a:solidFill>
                  <a:srgbClr val="3366FF"/>
                </a:solidFill>
                <a:latin typeface="+mn-ea"/>
              </a:rPr>
              <a:t>引力大小元素</a:t>
            </a:r>
            <a:r>
              <a:rPr kumimoji="1" lang="zh-CN" altLang="en-US" sz="2400" b="1" dirty="0">
                <a:latin typeface="+mn-ea"/>
              </a:rPr>
              <a:t>为</a:t>
            </a:r>
            <a:endParaRPr lang="zh-CN" altLang="en-US" sz="2400" dirty="0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2285AC7D-6E15-41CE-BA43-1FBB94FE2306}"/>
              </a:ext>
            </a:extLst>
          </p:cNvPr>
          <p:cNvGrpSpPr/>
          <p:nvPr/>
        </p:nvGrpSpPr>
        <p:grpSpPr>
          <a:xfrm>
            <a:off x="2238711" y="2615208"/>
            <a:ext cx="3742473" cy="461665"/>
            <a:chOff x="2238711" y="2615208"/>
            <a:chExt cx="3742473" cy="461665"/>
          </a:xfrm>
        </p:grpSpPr>
        <p:sp>
          <p:nvSpPr>
            <p:cNvPr id="62" name="Text Box 12">
              <a:extLst>
                <a:ext uri="{FF2B5EF4-FFF2-40B4-BE49-F238E27FC236}">
                  <a16:creationId xmlns:a16="http://schemas.microsoft.com/office/drawing/2014/main" id="{AC3DBE28-9BDE-4AEE-B671-50F655B4E2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38711" y="2615208"/>
              <a:ext cx="374247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latin typeface="+mn-ea"/>
                  <a:ea typeface="+mn-ea"/>
                </a:rPr>
                <a:t>近似质点</a:t>
              </a:r>
              <a:r>
                <a:rPr kumimoji="1" lang="en-US" altLang="zh-CN" sz="2400" b="1" dirty="0">
                  <a:latin typeface="+mn-ea"/>
                  <a:ea typeface="+mn-ea"/>
                </a:rPr>
                <a:t>(</a:t>
              </a:r>
              <a:r>
                <a:rPr kumimoji="1" lang="zh-CN" altLang="en-US" sz="2400" b="1" dirty="0">
                  <a:solidFill>
                    <a:srgbClr val="FF0000"/>
                  </a:solidFill>
                  <a:latin typeface="+mn-ea"/>
                  <a:ea typeface="+mn-ea"/>
                </a:rPr>
                <a:t>小段</a:t>
              </a:r>
              <a:r>
                <a:rPr kumimoji="1" lang="en-US" altLang="zh-CN" sz="2400" b="1" dirty="0">
                  <a:latin typeface="+mn-ea"/>
                  <a:ea typeface="+mn-ea"/>
                </a:rPr>
                <a:t>)</a:t>
              </a:r>
              <a:r>
                <a:rPr kumimoji="1" lang="zh-CN" altLang="en-US" sz="2400" b="1" dirty="0">
                  <a:latin typeface="+mn-ea"/>
                  <a:ea typeface="+mn-ea"/>
                </a:rPr>
                <a:t>对质点  </a:t>
              </a:r>
              <a:endParaRPr kumimoji="1" lang="zh-CN" altLang="en-US" sz="2400" b="1" dirty="0">
                <a:solidFill>
                  <a:srgbClr val="3366FF"/>
                </a:solidFill>
                <a:latin typeface="+mn-ea"/>
                <a:ea typeface="+mn-ea"/>
              </a:endParaRPr>
            </a:p>
          </p:txBody>
        </p:sp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77F80348-0F29-4CEF-B85F-E379B4603E8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437822" y="2732081"/>
            <a:ext cx="34290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1171" name="Equation" r:id="rId43" imgW="342720" imgH="266400" progId="Equation.DSMT4">
                    <p:embed/>
                  </p:oleObj>
                </mc:Choice>
                <mc:Fallback>
                  <p:oleObj name="Equation" r:id="rId43" imgW="342720" imgH="266400" progId="Equation.DSMT4">
                    <p:embed/>
                    <p:pic>
                      <p:nvPicPr>
                        <p:cNvPr id="5" name="对象 4">
                          <a:extLst>
                            <a:ext uri="{FF2B5EF4-FFF2-40B4-BE49-F238E27FC236}">
                              <a16:creationId xmlns:a16="http://schemas.microsoft.com/office/drawing/2014/main" id="{77F80348-0F29-4CEF-B85F-E379B4603E85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4"/>
                        <a:stretch>
                          <a:fillRect/>
                        </a:stretch>
                      </p:blipFill>
                      <p:spPr>
                        <a:xfrm>
                          <a:off x="5437822" y="2732081"/>
                          <a:ext cx="342900" cy="266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8" name="Object 10">
            <a:extLst>
              <a:ext uri="{FF2B5EF4-FFF2-40B4-BE49-F238E27FC236}">
                <a16:creationId xmlns:a16="http://schemas.microsoft.com/office/drawing/2014/main" id="{3FB9A52B-5432-4389-AB48-04D2B0258B03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6410644" y="3457575"/>
          <a:ext cx="35242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172" name="Equation" r:id="rId45" imgW="288000" imgH="354960" progId="Equation.DSMT4">
                  <p:embed/>
                </p:oleObj>
              </mc:Choice>
              <mc:Fallback>
                <p:oleObj name="Equation" r:id="rId45" imgW="288000" imgH="354960" progId="Equation.DSMT4">
                  <p:embed/>
                  <p:pic>
                    <p:nvPicPr>
                      <p:cNvPr id="68" name="Object 10">
                        <a:extLst>
                          <a:ext uri="{FF2B5EF4-FFF2-40B4-BE49-F238E27FC236}">
                            <a16:creationId xmlns:a16="http://schemas.microsoft.com/office/drawing/2014/main" id="{3FB9A52B-5432-4389-AB48-04D2B0258B0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10644" y="3457575"/>
                        <a:ext cx="352425" cy="428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" name="Object 14">
            <a:extLst>
              <a:ext uri="{FF2B5EF4-FFF2-40B4-BE49-F238E27FC236}">
                <a16:creationId xmlns:a16="http://schemas.microsoft.com/office/drawing/2014/main" id="{7CED79CF-25E5-4413-9273-083A0B209A30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448810" y="3693188"/>
          <a:ext cx="2424112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173" name="Equation" r:id="rId47" imgW="2425680" imgH="736560" progId="Equation.DSMT4">
                  <p:embed/>
                </p:oleObj>
              </mc:Choice>
              <mc:Fallback>
                <p:oleObj name="Equation" r:id="rId47" imgW="2425680" imgH="736560" progId="Equation.DSMT4">
                  <p:embed/>
                  <p:pic>
                    <p:nvPicPr>
                      <p:cNvPr id="69" name="Object 14">
                        <a:extLst>
                          <a:ext uri="{FF2B5EF4-FFF2-40B4-BE49-F238E27FC236}">
                            <a16:creationId xmlns:a16="http://schemas.microsoft.com/office/drawing/2014/main" id="{7CED79CF-25E5-4413-9273-083A0B209A3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8810" y="3693188"/>
                        <a:ext cx="2424112" cy="749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" name="矩形 62">
            <a:extLst>
              <a:ext uri="{FF2B5EF4-FFF2-40B4-BE49-F238E27FC236}">
                <a16:creationId xmlns:a16="http://schemas.microsoft.com/office/drawing/2014/main" id="{AF881E05-68F4-49F5-A537-F7D2437C094D}"/>
              </a:ext>
            </a:extLst>
          </p:cNvPr>
          <p:cNvSpPr/>
          <p:nvPr/>
        </p:nvSpPr>
        <p:spPr bwMode="auto">
          <a:xfrm>
            <a:off x="7956826" y="3323037"/>
            <a:ext cx="216024" cy="96442"/>
          </a:xfrm>
          <a:prstGeom prst="rect">
            <a:avLst/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  <a:extLst/>
        </p:spPr>
        <p:txBody>
          <a:bodyPr rtlCol="0" anchor="ctr"/>
          <a:lstStyle/>
          <a:p>
            <a:pPr algn="l"/>
            <a:endParaRPr lang="zh-CN" altLang="en-US" sz="2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3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73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73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3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73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73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73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73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5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5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73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2000"/>
                                        <p:tgtEl>
                                          <p:spTgt spid="73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2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7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2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7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2000"/>
                                        <p:tgtEl>
                                          <p:spTgt spid="73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73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73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0" dur="500"/>
                                        <p:tgtEl>
                                          <p:spTgt spid="73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500"/>
                            </p:stCondLst>
                            <p:childTnLst>
                              <p:par>
                                <p:cTn id="10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4" dur="500"/>
                                        <p:tgtEl>
                                          <p:spTgt spid="73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1000"/>
                            </p:stCondLst>
                            <p:childTnLst>
                              <p:par>
                                <p:cTn id="10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73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73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500"/>
                            </p:stCondLst>
                            <p:childTnLst>
                              <p:par>
                                <p:cTn id="11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7" dur="500"/>
                                        <p:tgtEl>
                                          <p:spTgt spid="73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73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73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500"/>
                            </p:stCondLst>
                            <p:childTnLst>
                              <p:par>
                                <p:cTn id="1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0" dur="500"/>
                                        <p:tgtEl>
                                          <p:spTgt spid="73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1000"/>
                            </p:stCondLst>
                            <p:childTnLst>
                              <p:par>
                                <p:cTn id="1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73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73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500"/>
                            </p:stCondLst>
                            <p:childTnLst>
                              <p:par>
                                <p:cTn id="1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73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2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2000"/>
                            </p:stCondLst>
                            <p:childTnLst>
                              <p:par>
                                <p:cTn id="1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2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5" grpId="0" autoUpdateAnimBg="0"/>
      <p:bldP spid="73741" grpId="0" autoUpdateAnimBg="0"/>
      <p:bldP spid="73751" grpId="0" animBg="1"/>
      <p:bldP spid="73769" grpId="0" animBg="1"/>
      <p:bldP spid="73770" grpId="0" animBg="1"/>
      <p:bldP spid="59" grpId="0" autoUpdateAnimBg="0"/>
      <p:bldP spid="60" grpId="0" autoUpdateAnimBg="0"/>
      <p:bldP spid="61" grpId="0" autoUpdateAnimBg="0"/>
      <p:bldP spid="4" grpId="0"/>
      <p:bldP spid="6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17">
            <a:extLst>
              <a:ext uri="{FF2B5EF4-FFF2-40B4-BE49-F238E27FC236}">
                <a16:creationId xmlns:a16="http://schemas.microsoft.com/office/drawing/2014/main" id="{66C15F87-BA9E-4985-B070-76DF666854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0791" y="1672059"/>
            <a:ext cx="231235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rgbClr val="3366FF"/>
                </a:solidFill>
                <a:latin typeface="+mn-ea"/>
                <a:ea typeface="+mn-ea"/>
              </a:rPr>
              <a:t>垂直分力元素</a:t>
            </a:r>
          </a:p>
        </p:txBody>
      </p:sp>
      <p:graphicFrame>
        <p:nvGraphicFramePr>
          <p:cNvPr id="6" name="Object 18">
            <a:extLst>
              <a:ext uri="{FF2B5EF4-FFF2-40B4-BE49-F238E27FC236}">
                <a16:creationId xmlns:a16="http://schemas.microsoft.com/office/drawing/2014/main" id="{DDF1D18E-82BA-4956-A477-E1C928A853F7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910181" y="2294325"/>
          <a:ext cx="2195513" cy="569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946" name="Equation" r:id="rId3" imgW="2197080" imgH="533160" progId="Equation.DSMT4">
                  <p:embed/>
                </p:oleObj>
              </mc:Choice>
              <mc:Fallback>
                <p:oleObj name="Equation" r:id="rId3" imgW="2197080" imgH="533160" progId="Equation.DSMT4">
                  <p:embed/>
                  <p:pic>
                    <p:nvPicPr>
                      <p:cNvPr id="6" name="Object 18">
                        <a:extLst>
                          <a:ext uri="{FF2B5EF4-FFF2-40B4-BE49-F238E27FC236}">
                            <a16:creationId xmlns:a16="http://schemas.microsoft.com/office/drawing/2014/main" id="{DDF1D18E-82BA-4956-A477-E1C928A853F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0181" y="2294325"/>
                        <a:ext cx="2195513" cy="5699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20">
            <a:extLst>
              <a:ext uri="{FF2B5EF4-FFF2-40B4-BE49-F238E27FC236}">
                <a16:creationId xmlns:a16="http://schemas.microsoft.com/office/drawing/2014/main" id="{EEBBC0ED-451A-40FA-8DAC-CC8D2FC74B9B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482009" y="3067463"/>
          <a:ext cx="2882900" cy="833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947" name="Equation" r:id="rId5" imgW="2882880" imgH="812520" progId="Equation.DSMT4">
                  <p:embed/>
                </p:oleObj>
              </mc:Choice>
              <mc:Fallback>
                <p:oleObj name="Equation" r:id="rId5" imgW="2882880" imgH="812520" progId="Equation.DSMT4">
                  <p:embed/>
                  <p:pic>
                    <p:nvPicPr>
                      <p:cNvPr id="7" name="Object 20">
                        <a:extLst>
                          <a:ext uri="{FF2B5EF4-FFF2-40B4-BE49-F238E27FC236}">
                            <a16:creationId xmlns:a16="http://schemas.microsoft.com/office/drawing/2014/main" id="{EEBBC0ED-451A-40FA-8DAC-CC8D2FC74B9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2009" y="3067463"/>
                        <a:ext cx="2882900" cy="8334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4" name="组合 43">
            <a:extLst>
              <a:ext uri="{FF2B5EF4-FFF2-40B4-BE49-F238E27FC236}">
                <a16:creationId xmlns:a16="http://schemas.microsoft.com/office/drawing/2014/main" id="{B3740894-5320-4948-B1FF-8B784A1F080B}"/>
              </a:ext>
            </a:extLst>
          </p:cNvPr>
          <p:cNvGrpSpPr/>
          <p:nvPr/>
        </p:nvGrpSpPr>
        <p:grpSpPr>
          <a:xfrm>
            <a:off x="870791" y="1077788"/>
            <a:ext cx="2312358" cy="520909"/>
            <a:chOff x="870791" y="1077788"/>
            <a:chExt cx="2312358" cy="520909"/>
          </a:xfrm>
        </p:grpSpPr>
        <p:sp>
          <p:nvSpPr>
            <p:cNvPr id="8" name="Text Box 17">
              <a:extLst>
                <a:ext uri="{FF2B5EF4-FFF2-40B4-BE49-F238E27FC236}">
                  <a16:creationId xmlns:a16="http://schemas.microsoft.com/office/drawing/2014/main" id="{414EE2D4-AFA8-4118-A078-67C45E7CC8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0791" y="1077788"/>
              <a:ext cx="231235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latin typeface="+mn-ea"/>
                  <a:ea typeface="+mn-ea"/>
                </a:rPr>
                <a:t>设</a:t>
              </a:r>
            </a:p>
          </p:txBody>
        </p:sp>
        <p:graphicFrame>
          <p:nvGraphicFramePr>
            <p:cNvPr id="9" name="Object 18">
              <a:extLst>
                <a:ext uri="{FF2B5EF4-FFF2-40B4-BE49-F238E27FC236}">
                  <a16:creationId xmlns:a16="http://schemas.microsoft.com/office/drawing/2014/main" id="{22F7F911-C3A1-4CA9-9020-F05D20E99037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1337241" y="1097047"/>
            <a:ext cx="1562100" cy="5016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1948" name="Equation" r:id="rId7" imgW="1562040" imgH="469800" progId="Equation.DSMT4">
                    <p:embed/>
                  </p:oleObj>
                </mc:Choice>
                <mc:Fallback>
                  <p:oleObj name="Equation" r:id="rId7" imgW="1562040" imgH="469800" progId="Equation.DSMT4">
                    <p:embed/>
                    <p:pic>
                      <p:nvPicPr>
                        <p:cNvPr id="9" name="Object 18">
                          <a:extLst>
                            <a:ext uri="{FF2B5EF4-FFF2-40B4-BE49-F238E27FC236}">
                              <a16:creationId xmlns:a16="http://schemas.microsoft.com/office/drawing/2014/main" id="{22F7F911-C3A1-4CA9-9020-F05D20E9903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37241" y="1097047"/>
                          <a:ext cx="1562100" cy="5016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" name="矩形 9">
            <a:extLst>
              <a:ext uri="{FF2B5EF4-FFF2-40B4-BE49-F238E27FC236}">
                <a16:creationId xmlns:a16="http://schemas.microsoft.com/office/drawing/2014/main" id="{2750AF7B-1A64-4853-8237-093A4BAE50E5}"/>
              </a:ext>
            </a:extLst>
          </p:cNvPr>
          <p:cNvSpPr/>
          <p:nvPr/>
        </p:nvSpPr>
        <p:spPr>
          <a:xfrm>
            <a:off x="861055" y="483517"/>
            <a:ext cx="274593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solidFill>
                  <a:srgbClr val="3366FF"/>
                </a:solidFill>
                <a:latin typeface="+mn-ea"/>
              </a:rPr>
              <a:t>引力大小元素</a:t>
            </a:r>
            <a:endParaRPr lang="zh-CN" altLang="en-US" sz="2400" dirty="0"/>
          </a:p>
        </p:txBody>
      </p:sp>
      <p:graphicFrame>
        <p:nvGraphicFramePr>
          <p:cNvPr id="11" name="Object 14">
            <a:extLst>
              <a:ext uri="{FF2B5EF4-FFF2-40B4-BE49-F238E27FC236}">
                <a16:creationId xmlns:a16="http://schemas.microsoft.com/office/drawing/2014/main" id="{6A4F36C1-D216-4EC6-95EE-4F8241D180CA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3946324" y="339700"/>
          <a:ext cx="2424112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949" name="Equation" r:id="rId9" imgW="2425680" imgH="736560" progId="Equation.DSMT4">
                  <p:embed/>
                </p:oleObj>
              </mc:Choice>
              <mc:Fallback>
                <p:oleObj name="Equation" r:id="rId9" imgW="2425680" imgH="736560" progId="Equation.DSMT4">
                  <p:embed/>
                  <p:pic>
                    <p:nvPicPr>
                      <p:cNvPr id="11" name="Object 14">
                        <a:extLst>
                          <a:ext uri="{FF2B5EF4-FFF2-40B4-BE49-F238E27FC236}">
                            <a16:creationId xmlns:a16="http://schemas.microsoft.com/office/drawing/2014/main" id="{6A4F36C1-D216-4EC6-95EE-4F8241D180C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46324" y="339700"/>
                        <a:ext cx="2424112" cy="749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Arc 40">
            <a:extLst>
              <a:ext uri="{FF2B5EF4-FFF2-40B4-BE49-F238E27FC236}">
                <a16:creationId xmlns:a16="http://schemas.microsoft.com/office/drawing/2014/main" id="{5646DDED-7181-45FE-9B08-D85EF14D1E0F}"/>
              </a:ext>
            </a:extLst>
          </p:cNvPr>
          <p:cNvSpPr>
            <a:spLocks/>
          </p:cNvSpPr>
          <p:nvPr/>
        </p:nvSpPr>
        <p:spPr bwMode="auto">
          <a:xfrm rot="1285822">
            <a:off x="7662129" y="1304130"/>
            <a:ext cx="94006" cy="905326"/>
          </a:xfrm>
          <a:custGeom>
            <a:avLst/>
            <a:gdLst>
              <a:gd name="T0" fmla="*/ 2147483646 w 7570"/>
              <a:gd name="T1" fmla="*/ 2147483646 h 21576"/>
              <a:gd name="T2" fmla="*/ 2147483646 w 7570"/>
              <a:gd name="T3" fmla="*/ 2147483646 h 21576"/>
              <a:gd name="T4" fmla="*/ 0 w 7570"/>
              <a:gd name="T5" fmla="*/ 0 h 2157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7570" h="21576" fill="none" extrusionOk="0">
                <a:moveTo>
                  <a:pt x="7570" y="20230"/>
                </a:moveTo>
                <a:cubicBezTo>
                  <a:pt x="5469" y="21016"/>
                  <a:pt x="3258" y="21470"/>
                  <a:pt x="1017" y="21575"/>
                </a:cubicBezTo>
              </a:path>
              <a:path w="7570" h="21576" stroke="0" extrusionOk="0">
                <a:moveTo>
                  <a:pt x="7570" y="20230"/>
                </a:moveTo>
                <a:cubicBezTo>
                  <a:pt x="5469" y="21016"/>
                  <a:pt x="3258" y="21470"/>
                  <a:pt x="1017" y="21575"/>
                </a:cubicBezTo>
                <a:lnTo>
                  <a:pt x="0" y="0"/>
                </a:lnTo>
                <a:lnTo>
                  <a:pt x="7570" y="20230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 sz="2400" b="1">
              <a:latin typeface="+mn-ea"/>
            </a:endParaRPr>
          </a:p>
        </p:txBody>
      </p:sp>
      <p:graphicFrame>
        <p:nvGraphicFramePr>
          <p:cNvPr id="13" name="Object 5">
            <a:extLst>
              <a:ext uri="{FF2B5EF4-FFF2-40B4-BE49-F238E27FC236}">
                <a16:creationId xmlns:a16="http://schemas.microsoft.com/office/drawing/2014/main" id="{8DDC7C28-2029-4F30-A0D7-AD53BC30DF30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7563172" y="1514475"/>
          <a:ext cx="294085" cy="2202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950" name="Equation" r:id="rId11" imgW="245520" imgH="177480" progId="Equation.3">
                  <p:embed/>
                </p:oleObj>
              </mc:Choice>
              <mc:Fallback>
                <p:oleObj name="Equation" r:id="rId11" imgW="245520" imgH="177480" progId="Equation.3">
                  <p:embed/>
                  <p:pic>
                    <p:nvPicPr>
                      <p:cNvPr id="13" name="Object 5">
                        <a:extLst>
                          <a:ext uri="{FF2B5EF4-FFF2-40B4-BE49-F238E27FC236}">
                            <a16:creationId xmlns:a16="http://schemas.microsoft.com/office/drawing/2014/main" id="{8DDC7C28-2029-4F30-A0D7-AD53BC30DF3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63172" y="1514475"/>
                        <a:ext cx="294085" cy="22026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8">
            <a:extLst>
              <a:ext uri="{FF2B5EF4-FFF2-40B4-BE49-F238E27FC236}">
                <a16:creationId xmlns:a16="http://schemas.microsoft.com/office/drawing/2014/main" id="{C694385B-F775-43F7-8187-1723705BDD24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7267894" y="1343028"/>
          <a:ext cx="180975" cy="2357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951" name="Equation" r:id="rId13" imgW="135360" imgH="185760" progId="Equation.3">
                  <p:embed/>
                </p:oleObj>
              </mc:Choice>
              <mc:Fallback>
                <p:oleObj name="Equation" r:id="rId13" imgW="135360" imgH="185760" progId="Equation.3">
                  <p:embed/>
                  <p:pic>
                    <p:nvPicPr>
                      <p:cNvPr id="14" name="Object 8">
                        <a:extLst>
                          <a:ext uri="{FF2B5EF4-FFF2-40B4-BE49-F238E27FC236}">
                            <a16:creationId xmlns:a16="http://schemas.microsoft.com/office/drawing/2014/main" id="{C694385B-F775-43F7-8187-1723705BDD2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67894" y="1343028"/>
                        <a:ext cx="180975" cy="23574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9">
            <a:extLst>
              <a:ext uri="{FF2B5EF4-FFF2-40B4-BE49-F238E27FC236}">
                <a16:creationId xmlns:a16="http://schemas.microsoft.com/office/drawing/2014/main" id="{5DB5FDD1-0472-4C72-83D9-84D666B44DE7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8383510" y="3400425"/>
          <a:ext cx="151209" cy="4250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952" name="Equation" r:id="rId15" imgW="110160" imgH="354960" progId="Equation.3">
                  <p:embed/>
                </p:oleObj>
              </mc:Choice>
              <mc:Fallback>
                <p:oleObj name="Equation" r:id="rId15" imgW="110160" imgH="354960" progId="Equation.3">
                  <p:embed/>
                  <p:pic>
                    <p:nvPicPr>
                      <p:cNvPr id="15" name="Object 9">
                        <a:extLst>
                          <a:ext uri="{FF2B5EF4-FFF2-40B4-BE49-F238E27FC236}">
                            <a16:creationId xmlns:a16="http://schemas.microsoft.com/office/drawing/2014/main" id="{5DB5FDD1-0472-4C72-83D9-84D666B44DE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3510" y="3400425"/>
                        <a:ext cx="151209" cy="42505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9">
            <a:extLst>
              <a:ext uri="{FF2B5EF4-FFF2-40B4-BE49-F238E27FC236}">
                <a16:creationId xmlns:a16="http://schemas.microsoft.com/office/drawing/2014/main" id="{93B1825A-EF06-4F20-B728-281A2E3D64FF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7277419" y="1733550"/>
          <a:ext cx="17145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953" name="Equation" r:id="rId17" imgW="127080" imgH="135360" progId="Equation.3">
                  <p:embed/>
                </p:oleObj>
              </mc:Choice>
              <mc:Fallback>
                <p:oleObj name="Equation" r:id="rId17" imgW="127080" imgH="135360" progId="Equation.3">
                  <p:embed/>
                  <p:pic>
                    <p:nvPicPr>
                      <p:cNvPr id="16" name="Object 19">
                        <a:extLst>
                          <a:ext uri="{FF2B5EF4-FFF2-40B4-BE49-F238E27FC236}">
                            <a16:creationId xmlns:a16="http://schemas.microsoft.com/office/drawing/2014/main" id="{93B1825A-EF06-4F20-B728-281A2E3D64F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77419" y="1733550"/>
                        <a:ext cx="171450" cy="180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23">
            <a:extLst>
              <a:ext uri="{FF2B5EF4-FFF2-40B4-BE49-F238E27FC236}">
                <a16:creationId xmlns:a16="http://schemas.microsoft.com/office/drawing/2014/main" id="{4EEA1A17-6C3B-4DA1-97E3-738959F13E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1860" y="3351612"/>
            <a:ext cx="1822847" cy="45244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 b="1">
              <a:latin typeface="+mn-ea"/>
              <a:ea typeface="+mn-ea"/>
            </a:endParaRPr>
          </a:p>
        </p:txBody>
      </p:sp>
      <p:sp>
        <p:nvSpPr>
          <p:cNvPr id="18" name="Line 24">
            <a:extLst>
              <a:ext uri="{FF2B5EF4-FFF2-40B4-BE49-F238E27FC236}">
                <a16:creationId xmlns:a16="http://schemas.microsoft.com/office/drawing/2014/main" id="{94E0FD70-5BFD-4A23-BD02-BD8AD5543636}"/>
              </a:ext>
            </a:extLst>
          </p:cNvPr>
          <p:cNvSpPr>
            <a:spLocks noChangeShapeType="1"/>
          </p:cNvSpPr>
          <p:nvPr/>
        </p:nvSpPr>
        <p:spPr bwMode="auto">
          <a:xfrm>
            <a:off x="6391594" y="3380185"/>
            <a:ext cx="242887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400" b="1">
              <a:latin typeface="+mn-ea"/>
            </a:endParaRPr>
          </a:p>
        </p:txBody>
      </p:sp>
      <p:sp>
        <p:nvSpPr>
          <p:cNvPr id="19" name="Line 25">
            <a:extLst>
              <a:ext uri="{FF2B5EF4-FFF2-40B4-BE49-F238E27FC236}">
                <a16:creationId xmlns:a16="http://schemas.microsoft.com/office/drawing/2014/main" id="{043F04CB-02A9-4F65-A63E-D729CD6AC75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509591" y="1331119"/>
            <a:ext cx="0" cy="2020491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400" b="1">
              <a:latin typeface="+mn-ea"/>
            </a:endParaRPr>
          </a:p>
        </p:txBody>
      </p:sp>
      <p:sp>
        <p:nvSpPr>
          <p:cNvPr id="20" name="Line 26">
            <a:extLst>
              <a:ext uri="{FF2B5EF4-FFF2-40B4-BE49-F238E27FC236}">
                <a16:creationId xmlns:a16="http://schemas.microsoft.com/office/drawing/2014/main" id="{D6EB872A-FCEC-4F64-B28E-07575B95F69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509591" y="1838325"/>
            <a:ext cx="0" cy="155376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400" b="1">
              <a:latin typeface="+mn-ea"/>
            </a:endParaRPr>
          </a:p>
        </p:txBody>
      </p:sp>
      <p:graphicFrame>
        <p:nvGraphicFramePr>
          <p:cNvPr id="21" name="Object 27">
            <a:extLst>
              <a:ext uri="{FF2B5EF4-FFF2-40B4-BE49-F238E27FC236}">
                <a16:creationId xmlns:a16="http://schemas.microsoft.com/office/drawing/2014/main" id="{DE2C34D0-6B2A-41D5-945F-BEF4FA528579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7277422" y="2287191"/>
          <a:ext cx="169069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954" name="Equation" r:id="rId19" imgW="127080" imgH="135360" progId="Equation.3">
                  <p:embed/>
                </p:oleObj>
              </mc:Choice>
              <mc:Fallback>
                <p:oleObj name="Equation" r:id="rId19" imgW="127080" imgH="135360" progId="Equation.3">
                  <p:embed/>
                  <p:pic>
                    <p:nvPicPr>
                      <p:cNvPr id="21" name="Object 27">
                        <a:extLst>
                          <a:ext uri="{FF2B5EF4-FFF2-40B4-BE49-F238E27FC236}">
                            <a16:creationId xmlns:a16="http://schemas.microsoft.com/office/drawing/2014/main" id="{DE2C34D0-6B2A-41D5-945F-BEF4FA52857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77422" y="2287191"/>
                        <a:ext cx="169069" cy="180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8">
            <a:extLst>
              <a:ext uri="{FF2B5EF4-FFF2-40B4-BE49-F238E27FC236}">
                <a16:creationId xmlns:a16="http://schemas.microsoft.com/office/drawing/2014/main" id="{71A83C58-89DB-4E0A-A5B7-7D61BE66ACB1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8651403" y="3448050"/>
          <a:ext cx="169069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955" name="Equation" r:id="rId21" imgW="127080" imgH="135360" progId="Equation.3">
                  <p:embed/>
                </p:oleObj>
              </mc:Choice>
              <mc:Fallback>
                <p:oleObj name="Equation" r:id="rId21" imgW="127080" imgH="135360" progId="Equation.3">
                  <p:embed/>
                  <p:pic>
                    <p:nvPicPr>
                      <p:cNvPr id="22" name="Object 28">
                        <a:extLst>
                          <a:ext uri="{FF2B5EF4-FFF2-40B4-BE49-F238E27FC236}">
                            <a16:creationId xmlns:a16="http://schemas.microsoft.com/office/drawing/2014/main" id="{71A83C58-89DB-4E0A-A5B7-7D61BE66ACB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51403" y="3448050"/>
                        <a:ext cx="169069" cy="180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9">
            <a:extLst>
              <a:ext uri="{FF2B5EF4-FFF2-40B4-BE49-F238E27FC236}">
                <a16:creationId xmlns:a16="http://schemas.microsoft.com/office/drawing/2014/main" id="{AC493BEB-A929-4FE7-8C66-E86BDA47D473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7432200" y="3389710"/>
          <a:ext cx="229791" cy="2559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956" name="Equation" r:id="rId23" imgW="59400" imgH="67680" progId="Equation.3">
                  <p:embed/>
                </p:oleObj>
              </mc:Choice>
              <mc:Fallback>
                <p:oleObj name="Equation" r:id="rId23" imgW="59400" imgH="67680" progId="Equation.3">
                  <p:embed/>
                  <p:pic>
                    <p:nvPicPr>
                      <p:cNvPr id="23" name="Object 29">
                        <a:extLst>
                          <a:ext uri="{FF2B5EF4-FFF2-40B4-BE49-F238E27FC236}">
                            <a16:creationId xmlns:a16="http://schemas.microsoft.com/office/drawing/2014/main" id="{AC493BEB-A929-4FE7-8C66-E86BDA47D47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32200" y="3389710"/>
                        <a:ext cx="229791" cy="25598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4" name="Group 30">
            <a:extLst>
              <a:ext uri="{FF2B5EF4-FFF2-40B4-BE49-F238E27FC236}">
                <a16:creationId xmlns:a16="http://schemas.microsoft.com/office/drawing/2014/main" id="{A47F17B9-32D1-462D-8415-95AC20BE029E}"/>
              </a:ext>
            </a:extLst>
          </p:cNvPr>
          <p:cNvGrpSpPr>
            <a:grpSpLocks/>
          </p:cNvGrpSpPr>
          <p:nvPr/>
        </p:nvGrpSpPr>
        <p:grpSpPr bwMode="auto">
          <a:xfrm>
            <a:off x="7906072" y="3338512"/>
            <a:ext cx="169069" cy="290513"/>
            <a:chOff x="4848" y="2636"/>
            <a:chExt cx="142" cy="244"/>
          </a:xfrm>
        </p:grpSpPr>
        <p:graphicFrame>
          <p:nvGraphicFramePr>
            <p:cNvPr id="25" name="Object 31">
              <a:extLst>
                <a:ext uri="{FF2B5EF4-FFF2-40B4-BE49-F238E27FC236}">
                  <a16:creationId xmlns:a16="http://schemas.microsoft.com/office/drawing/2014/main" id="{FEA8581C-EA4B-47DA-9CC5-2DDCBCB9A56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848" y="2728"/>
            <a:ext cx="142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1957" name="Equation" r:id="rId25" imgW="127080" imgH="135360" progId="Equation.3">
                    <p:embed/>
                  </p:oleObj>
                </mc:Choice>
                <mc:Fallback>
                  <p:oleObj name="Equation" r:id="rId25" imgW="127080" imgH="135360" progId="Equation.3">
                    <p:embed/>
                    <p:pic>
                      <p:nvPicPr>
                        <p:cNvPr id="25" name="Object 31">
                          <a:extLst>
                            <a:ext uri="{FF2B5EF4-FFF2-40B4-BE49-F238E27FC236}">
                              <a16:creationId xmlns:a16="http://schemas.microsoft.com/office/drawing/2014/main" id="{FEA8581C-EA4B-47DA-9CC5-2DDCBCB9A56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48" y="2728"/>
                          <a:ext cx="142" cy="15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" name="Line 32">
              <a:extLst>
                <a:ext uri="{FF2B5EF4-FFF2-40B4-BE49-F238E27FC236}">
                  <a16:creationId xmlns:a16="http://schemas.microsoft.com/office/drawing/2014/main" id="{C3E03642-C816-470E-AED2-B1D8160EB7C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04" y="2636"/>
              <a:ext cx="0" cy="6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 b="1">
                <a:latin typeface="+mn-ea"/>
              </a:endParaRPr>
            </a:p>
          </p:txBody>
        </p:sp>
      </p:grpSp>
      <p:sp>
        <p:nvSpPr>
          <p:cNvPr id="27" name="Line 33">
            <a:extLst>
              <a:ext uri="{FF2B5EF4-FFF2-40B4-BE49-F238E27FC236}">
                <a16:creationId xmlns:a16="http://schemas.microsoft.com/office/drawing/2014/main" id="{0BC04BB0-EE34-4752-A2FE-433D4159D140}"/>
              </a:ext>
            </a:extLst>
          </p:cNvPr>
          <p:cNvSpPr>
            <a:spLocks noChangeShapeType="1"/>
          </p:cNvSpPr>
          <p:nvPr/>
        </p:nvSpPr>
        <p:spPr bwMode="auto">
          <a:xfrm>
            <a:off x="7509591" y="1794275"/>
            <a:ext cx="460772" cy="154424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400" b="1">
              <a:latin typeface="+mn-ea"/>
            </a:endParaRPr>
          </a:p>
        </p:txBody>
      </p:sp>
      <p:sp>
        <p:nvSpPr>
          <p:cNvPr id="28" name="Line 34">
            <a:extLst>
              <a:ext uri="{FF2B5EF4-FFF2-40B4-BE49-F238E27FC236}">
                <a16:creationId xmlns:a16="http://schemas.microsoft.com/office/drawing/2014/main" id="{5BF03AF2-CAFF-4168-A44B-20A0297451A6}"/>
              </a:ext>
            </a:extLst>
          </p:cNvPr>
          <p:cNvSpPr>
            <a:spLocks noChangeShapeType="1"/>
          </p:cNvSpPr>
          <p:nvPr/>
        </p:nvSpPr>
        <p:spPr bwMode="auto">
          <a:xfrm>
            <a:off x="7510877" y="1794275"/>
            <a:ext cx="276225" cy="926306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400" b="1">
              <a:latin typeface="+mn-ea"/>
            </a:endParaRPr>
          </a:p>
        </p:txBody>
      </p:sp>
      <p:sp>
        <p:nvSpPr>
          <p:cNvPr id="29" name="Line 35">
            <a:extLst>
              <a:ext uri="{FF2B5EF4-FFF2-40B4-BE49-F238E27FC236}">
                <a16:creationId xmlns:a16="http://schemas.microsoft.com/office/drawing/2014/main" id="{C4A0FEA4-BF04-44AB-9431-7BADC4D4B00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509591" y="1794272"/>
            <a:ext cx="2809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400" b="1">
              <a:latin typeface="+mn-ea"/>
            </a:endParaRPr>
          </a:p>
        </p:txBody>
      </p:sp>
      <p:sp>
        <p:nvSpPr>
          <p:cNvPr id="30" name="Line 36">
            <a:extLst>
              <a:ext uri="{FF2B5EF4-FFF2-40B4-BE49-F238E27FC236}">
                <a16:creationId xmlns:a16="http://schemas.microsoft.com/office/drawing/2014/main" id="{85CB4930-F511-4FF1-8756-F0AE3A7608B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509591" y="2720579"/>
            <a:ext cx="280988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400" b="1">
              <a:latin typeface="+mn-ea"/>
            </a:endParaRPr>
          </a:p>
        </p:txBody>
      </p:sp>
      <p:sp>
        <p:nvSpPr>
          <p:cNvPr id="31" name="Line 37">
            <a:extLst>
              <a:ext uri="{FF2B5EF4-FFF2-40B4-BE49-F238E27FC236}">
                <a16:creationId xmlns:a16="http://schemas.microsoft.com/office/drawing/2014/main" id="{9AFB0070-3BDB-4690-9972-70B2123D7ECC}"/>
              </a:ext>
            </a:extLst>
          </p:cNvPr>
          <p:cNvSpPr>
            <a:spLocks noChangeShapeType="1"/>
          </p:cNvSpPr>
          <p:nvPr/>
        </p:nvSpPr>
        <p:spPr bwMode="auto">
          <a:xfrm>
            <a:off x="7509591" y="1794275"/>
            <a:ext cx="0" cy="926306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400" b="1">
              <a:latin typeface="+mn-ea"/>
            </a:endParaRPr>
          </a:p>
        </p:txBody>
      </p:sp>
      <p:sp>
        <p:nvSpPr>
          <p:cNvPr id="32" name="Line 38">
            <a:extLst>
              <a:ext uri="{FF2B5EF4-FFF2-40B4-BE49-F238E27FC236}">
                <a16:creationId xmlns:a16="http://schemas.microsoft.com/office/drawing/2014/main" id="{E90B10CA-6625-44BA-9A03-C808985468DB}"/>
              </a:ext>
            </a:extLst>
          </p:cNvPr>
          <p:cNvSpPr>
            <a:spLocks noChangeShapeType="1"/>
          </p:cNvSpPr>
          <p:nvPr/>
        </p:nvSpPr>
        <p:spPr bwMode="auto">
          <a:xfrm>
            <a:off x="7788292" y="1794275"/>
            <a:ext cx="0" cy="926306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400" b="1">
              <a:latin typeface="+mn-ea"/>
            </a:endParaRPr>
          </a:p>
        </p:txBody>
      </p:sp>
      <p:graphicFrame>
        <p:nvGraphicFramePr>
          <p:cNvPr id="33" name="Object 39">
            <a:extLst>
              <a:ext uri="{FF2B5EF4-FFF2-40B4-BE49-F238E27FC236}">
                <a16:creationId xmlns:a16="http://schemas.microsoft.com/office/drawing/2014/main" id="{76D85015-EABB-4CBC-8D9F-C32F3F28E0B8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7516735" y="2301481"/>
          <a:ext cx="179784" cy="1631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958" name="Equation" r:id="rId27" imgW="152280" imgH="135360" progId="Equation.3">
                  <p:embed/>
                </p:oleObj>
              </mc:Choice>
              <mc:Fallback>
                <p:oleObj name="Equation" r:id="rId27" imgW="152280" imgH="135360" progId="Equation.3">
                  <p:embed/>
                  <p:pic>
                    <p:nvPicPr>
                      <p:cNvPr id="33" name="Object 39">
                        <a:extLst>
                          <a:ext uri="{FF2B5EF4-FFF2-40B4-BE49-F238E27FC236}">
                            <a16:creationId xmlns:a16="http://schemas.microsoft.com/office/drawing/2014/main" id="{76D85015-EABB-4CBC-8D9F-C32F3F28E0B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16735" y="2301481"/>
                        <a:ext cx="179784" cy="16311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Rectangle 41">
            <a:extLst>
              <a:ext uri="{FF2B5EF4-FFF2-40B4-BE49-F238E27FC236}">
                <a16:creationId xmlns:a16="http://schemas.microsoft.com/office/drawing/2014/main" id="{9B43A97F-2FE1-42A4-A7D6-EB1D9E83B3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0497" y="2200278"/>
            <a:ext cx="308372" cy="36076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 b="1">
              <a:latin typeface="+mn-ea"/>
              <a:ea typeface="+mn-ea"/>
            </a:endParaRPr>
          </a:p>
        </p:txBody>
      </p:sp>
      <p:sp>
        <p:nvSpPr>
          <p:cNvPr id="35" name="Oval 42">
            <a:extLst>
              <a:ext uri="{FF2B5EF4-FFF2-40B4-BE49-F238E27FC236}">
                <a16:creationId xmlns:a16="http://schemas.microsoft.com/office/drawing/2014/main" id="{754593B1-6E14-46B4-B650-951CFBD5D4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75063" y="1760935"/>
            <a:ext cx="72629" cy="61913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 b="1">
              <a:latin typeface="+mn-ea"/>
              <a:ea typeface="+mn-ea"/>
            </a:endParaRPr>
          </a:p>
        </p:txBody>
      </p:sp>
      <p:graphicFrame>
        <p:nvGraphicFramePr>
          <p:cNvPr id="36" name="Object 45">
            <a:extLst>
              <a:ext uri="{FF2B5EF4-FFF2-40B4-BE49-F238E27FC236}">
                <a16:creationId xmlns:a16="http://schemas.microsoft.com/office/drawing/2014/main" id="{AFD3E253-4E86-4748-995C-207DC2117DD6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7815263" y="2500313"/>
          <a:ext cx="393480" cy="304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959" name="Microsoft 公式 3.0 中文版" r:id="rId29" imgW="393480" imgH="304560" progId="Equation.DSMT4">
                  <p:embed/>
                </p:oleObj>
              </mc:Choice>
              <mc:Fallback>
                <p:oleObj name="Microsoft 公式 3.0 中文版" r:id="rId29" imgW="393480" imgH="304560" progId="Equation.DSMT4">
                  <p:embed/>
                  <p:pic>
                    <p:nvPicPr>
                      <p:cNvPr id="36" name="Object 45">
                        <a:extLst>
                          <a:ext uri="{FF2B5EF4-FFF2-40B4-BE49-F238E27FC236}">
                            <a16:creationId xmlns:a16="http://schemas.microsoft.com/office/drawing/2014/main" id="{AFD3E253-4E86-4748-995C-207DC2117DD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15263" y="2500313"/>
                        <a:ext cx="393480" cy="3045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46">
            <a:extLst>
              <a:ext uri="{FF2B5EF4-FFF2-40B4-BE49-F238E27FC236}">
                <a16:creationId xmlns:a16="http://schemas.microsoft.com/office/drawing/2014/main" id="{B21476E1-9B76-4DBB-BADC-A90A02DCD037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7872732" y="1614488"/>
          <a:ext cx="477441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960" name="Equation" r:id="rId31" imgW="397800" imgH="270360" progId="Equation.3">
                  <p:embed/>
                </p:oleObj>
              </mc:Choice>
              <mc:Fallback>
                <p:oleObj name="Equation" r:id="rId31" imgW="397800" imgH="270360" progId="Equation.3">
                  <p:embed/>
                  <p:pic>
                    <p:nvPicPr>
                      <p:cNvPr id="37" name="Object 46">
                        <a:extLst>
                          <a:ext uri="{FF2B5EF4-FFF2-40B4-BE49-F238E27FC236}">
                            <a16:creationId xmlns:a16="http://schemas.microsoft.com/office/drawing/2014/main" id="{B21476E1-9B76-4DBB-BADC-A90A02DCD03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72732" y="1614488"/>
                        <a:ext cx="477441" cy="333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Object 47">
            <a:extLst>
              <a:ext uri="{FF2B5EF4-FFF2-40B4-BE49-F238E27FC236}">
                <a16:creationId xmlns:a16="http://schemas.microsoft.com/office/drawing/2014/main" id="{9C32DBCA-D6B4-4FD3-A2D0-CF4F7839F18B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6960716" y="2114550"/>
          <a:ext cx="488156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961" name="Equation" r:id="rId33" imgW="406440" imgH="312480" progId="Equation.DSMT4">
                  <p:embed/>
                </p:oleObj>
              </mc:Choice>
              <mc:Fallback>
                <p:oleObj name="Equation" r:id="rId33" imgW="406440" imgH="312480" progId="Equation.DSMT4">
                  <p:embed/>
                  <p:pic>
                    <p:nvPicPr>
                      <p:cNvPr id="38" name="Object 47">
                        <a:extLst>
                          <a:ext uri="{FF2B5EF4-FFF2-40B4-BE49-F238E27FC236}">
                            <a16:creationId xmlns:a16="http://schemas.microsoft.com/office/drawing/2014/main" id="{9C32DBCA-D6B4-4FD3-A2D0-CF4F7839F18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60716" y="2114550"/>
                        <a:ext cx="488156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9" name="Group 48">
            <a:extLst>
              <a:ext uri="{FF2B5EF4-FFF2-40B4-BE49-F238E27FC236}">
                <a16:creationId xmlns:a16="http://schemas.microsoft.com/office/drawing/2014/main" id="{71600F29-3A52-43DD-92A5-25A47202C272}"/>
              </a:ext>
            </a:extLst>
          </p:cNvPr>
          <p:cNvGrpSpPr>
            <a:grpSpLocks/>
          </p:cNvGrpSpPr>
          <p:nvPr/>
        </p:nvGrpSpPr>
        <p:grpSpPr bwMode="auto">
          <a:xfrm>
            <a:off x="7934644" y="3067050"/>
            <a:ext cx="742950" cy="334566"/>
            <a:chOff x="4728" y="2576"/>
            <a:chExt cx="624" cy="281"/>
          </a:xfrm>
        </p:grpSpPr>
        <p:sp>
          <p:nvSpPr>
            <p:cNvPr id="40" name="Line 49">
              <a:extLst>
                <a:ext uri="{FF2B5EF4-FFF2-40B4-BE49-F238E27FC236}">
                  <a16:creationId xmlns:a16="http://schemas.microsoft.com/office/drawing/2014/main" id="{C0314B0B-088F-4BC9-9B3C-4FB42897343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90" y="2796"/>
              <a:ext cx="0" cy="6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 b="1">
                <a:latin typeface="+mn-ea"/>
              </a:endParaRPr>
            </a:p>
          </p:txBody>
        </p:sp>
        <p:graphicFrame>
          <p:nvGraphicFramePr>
            <p:cNvPr id="41" name="Object 50">
              <a:extLst>
                <a:ext uri="{FF2B5EF4-FFF2-40B4-BE49-F238E27FC236}">
                  <a16:creationId xmlns:a16="http://schemas.microsoft.com/office/drawing/2014/main" id="{7F92C8E3-9AEA-448E-BD19-D350B36D68D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28" y="2576"/>
            <a:ext cx="624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1962" name="Equation" r:id="rId35" imgW="635040" imgH="194400" progId="Equation.3">
                    <p:embed/>
                  </p:oleObj>
                </mc:Choice>
                <mc:Fallback>
                  <p:oleObj name="Equation" r:id="rId35" imgW="635040" imgH="194400" progId="Equation.3">
                    <p:embed/>
                    <p:pic>
                      <p:nvPicPr>
                        <p:cNvPr id="41" name="Object 50">
                          <a:extLst>
                            <a:ext uri="{FF2B5EF4-FFF2-40B4-BE49-F238E27FC236}">
                              <a16:creationId xmlns:a16="http://schemas.microsoft.com/office/drawing/2014/main" id="{7F92C8E3-9AEA-448E-BD19-D350B36D68D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28" y="2576"/>
                          <a:ext cx="624" cy="20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2" name="Object 10">
            <a:extLst>
              <a:ext uri="{FF2B5EF4-FFF2-40B4-BE49-F238E27FC236}">
                <a16:creationId xmlns:a16="http://schemas.microsoft.com/office/drawing/2014/main" id="{F01DEF11-C7E3-4995-A1F4-2EF4CCF2E0B2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6410644" y="3457575"/>
          <a:ext cx="35242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963" name="Equation" r:id="rId37" imgW="288000" imgH="354960" progId="Equation.DSMT4">
                  <p:embed/>
                </p:oleObj>
              </mc:Choice>
              <mc:Fallback>
                <p:oleObj name="Equation" r:id="rId37" imgW="288000" imgH="354960" progId="Equation.DSMT4">
                  <p:embed/>
                  <p:pic>
                    <p:nvPicPr>
                      <p:cNvPr id="42" name="Object 10">
                        <a:extLst>
                          <a:ext uri="{FF2B5EF4-FFF2-40B4-BE49-F238E27FC236}">
                            <a16:creationId xmlns:a16="http://schemas.microsoft.com/office/drawing/2014/main" id="{F01DEF11-C7E3-4995-A1F4-2EF4CCF2E0B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10644" y="3457575"/>
                        <a:ext cx="352425" cy="428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对象 42">
            <a:extLst>
              <a:ext uri="{FF2B5EF4-FFF2-40B4-BE49-F238E27FC236}">
                <a16:creationId xmlns:a16="http://schemas.microsoft.com/office/drawing/2014/main" id="{F05A1A1C-4CC4-438F-A1C2-F6370318B1A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35674" y="4019966"/>
          <a:ext cx="26289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964" name="Equation" r:id="rId39" imgW="2628720" imgH="850680" progId="Equation.DSMT4">
                  <p:embed/>
                </p:oleObj>
              </mc:Choice>
              <mc:Fallback>
                <p:oleObj name="Equation" r:id="rId39" imgW="2628720" imgH="850680" progId="Equation.DSMT4">
                  <p:embed/>
                  <p:pic>
                    <p:nvPicPr>
                      <p:cNvPr id="43" name="对象 42">
                        <a:extLst>
                          <a:ext uri="{FF2B5EF4-FFF2-40B4-BE49-F238E27FC236}">
                            <a16:creationId xmlns:a16="http://schemas.microsoft.com/office/drawing/2014/main" id="{F05A1A1C-4CC4-438F-A1C2-F6370318B1A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1535674" y="4019966"/>
                        <a:ext cx="2628900" cy="850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97249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4755" name="Object 3">
            <a:extLst>
              <a:ext uri="{FF2B5EF4-FFF2-40B4-BE49-F238E27FC236}">
                <a16:creationId xmlns:a16="http://schemas.microsoft.com/office/drawing/2014/main" id="{73403AD5-4089-4F8D-B560-1F2073F71B69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384425" y="831850"/>
          <a:ext cx="2463800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951" name="Equation" r:id="rId3" imgW="2463480" imgH="812520" progId="Equation.DSMT4">
                  <p:embed/>
                </p:oleObj>
              </mc:Choice>
              <mc:Fallback>
                <p:oleObj name="Equation" r:id="rId3" imgW="2463480" imgH="812520" progId="Equation.DSMT4">
                  <p:embed/>
                  <p:pic>
                    <p:nvPicPr>
                      <p:cNvPr id="74755" name="Object 3">
                        <a:extLst>
                          <a:ext uri="{FF2B5EF4-FFF2-40B4-BE49-F238E27FC236}">
                            <a16:creationId xmlns:a16="http://schemas.microsoft.com/office/drawing/2014/main" id="{73403AD5-4089-4F8D-B560-1F2073F71B6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4425" y="831850"/>
                        <a:ext cx="2463800" cy="828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56" name="Object 4">
            <a:extLst>
              <a:ext uri="{FF2B5EF4-FFF2-40B4-BE49-F238E27FC236}">
                <a16:creationId xmlns:a16="http://schemas.microsoft.com/office/drawing/2014/main" id="{4AC98161-C87D-47A7-A507-A629A49B2858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584325" y="1549400"/>
          <a:ext cx="3273425" cy="1096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952" name="Equation" r:id="rId5" imgW="3276360" imgH="1066680" progId="Equation.DSMT4">
                  <p:embed/>
                </p:oleObj>
              </mc:Choice>
              <mc:Fallback>
                <p:oleObj name="Equation" r:id="rId5" imgW="3276360" imgH="1066680" progId="Equation.DSMT4">
                  <p:embed/>
                  <p:pic>
                    <p:nvPicPr>
                      <p:cNvPr id="74756" name="Object 4">
                        <a:extLst>
                          <a:ext uri="{FF2B5EF4-FFF2-40B4-BE49-F238E27FC236}">
                            <a16:creationId xmlns:a16="http://schemas.microsoft.com/office/drawing/2014/main" id="{4AC98161-C87D-47A7-A507-A629A49B285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4325" y="1549400"/>
                        <a:ext cx="3273425" cy="1096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57" name="Object 5">
            <a:extLst>
              <a:ext uri="{FF2B5EF4-FFF2-40B4-BE49-F238E27FC236}">
                <a16:creationId xmlns:a16="http://schemas.microsoft.com/office/drawing/2014/main" id="{1DB93AC4-CD52-403E-B450-CA0985F2884F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546225" y="2643188"/>
          <a:ext cx="2832100" cy="830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953" name="Equation" r:id="rId7" imgW="2831760" imgH="812520" progId="Equation.DSMT4">
                  <p:embed/>
                </p:oleObj>
              </mc:Choice>
              <mc:Fallback>
                <p:oleObj name="Equation" r:id="rId7" imgW="2831760" imgH="812520" progId="Equation.DSMT4">
                  <p:embed/>
                  <p:pic>
                    <p:nvPicPr>
                      <p:cNvPr id="74757" name="Object 5">
                        <a:extLst>
                          <a:ext uri="{FF2B5EF4-FFF2-40B4-BE49-F238E27FC236}">
                            <a16:creationId xmlns:a16="http://schemas.microsoft.com/office/drawing/2014/main" id="{1DB93AC4-CD52-403E-B450-CA0985F2884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6225" y="2643188"/>
                        <a:ext cx="2832100" cy="8302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758" name="Text Box 6">
            <a:extLst>
              <a:ext uri="{FF2B5EF4-FFF2-40B4-BE49-F238E27FC236}">
                <a16:creationId xmlns:a16="http://schemas.microsoft.com/office/drawing/2014/main" id="{81AD86BB-407C-4A64-9CDF-F42EDB1B32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9750" y="3503139"/>
            <a:ext cx="377668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棒对质点引力的水平分力</a:t>
            </a:r>
          </a:p>
        </p:txBody>
      </p:sp>
      <p:graphicFrame>
        <p:nvGraphicFramePr>
          <p:cNvPr id="74759" name="Object 7">
            <a:extLst>
              <a:ext uri="{FF2B5EF4-FFF2-40B4-BE49-F238E27FC236}">
                <a16:creationId xmlns:a16="http://schemas.microsoft.com/office/drawing/2014/main" id="{F15AC969-677A-444C-B960-335E3D83D633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4121944" y="3586347"/>
          <a:ext cx="900112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954" name="Equation" r:id="rId9" imgW="901440" imgH="380880" progId="Equation.DSMT4">
                  <p:embed/>
                </p:oleObj>
              </mc:Choice>
              <mc:Fallback>
                <p:oleObj name="Equation" r:id="rId9" imgW="901440" imgH="380880" progId="Equation.DSMT4">
                  <p:embed/>
                  <p:pic>
                    <p:nvPicPr>
                      <p:cNvPr id="74759" name="Object 7">
                        <a:extLst>
                          <a:ext uri="{FF2B5EF4-FFF2-40B4-BE49-F238E27FC236}">
                            <a16:creationId xmlns:a16="http://schemas.microsoft.com/office/drawing/2014/main" id="{F15AC969-677A-444C-B960-335E3D83D63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1944" y="3586347"/>
                        <a:ext cx="900112" cy="400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764" name="Text Box 12">
            <a:extLst>
              <a:ext uri="{FF2B5EF4-FFF2-40B4-BE49-F238E27FC236}">
                <a16:creationId xmlns:a16="http://schemas.microsoft.com/office/drawing/2014/main" id="{5B2F32EC-87A0-48AE-80AE-AEE9B33FFF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318" y="4093044"/>
            <a:ext cx="381955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故棒对质点的引力大小为</a:t>
            </a:r>
          </a:p>
        </p:txBody>
      </p:sp>
      <p:grpSp>
        <p:nvGrpSpPr>
          <p:cNvPr id="14347" name="Group 13">
            <a:extLst>
              <a:ext uri="{FF2B5EF4-FFF2-40B4-BE49-F238E27FC236}">
                <a16:creationId xmlns:a16="http://schemas.microsoft.com/office/drawing/2014/main" id="{8269EE3C-5451-4DEC-9C25-318AECE2959F}"/>
              </a:ext>
            </a:extLst>
          </p:cNvPr>
          <p:cNvGrpSpPr>
            <a:grpSpLocks/>
          </p:cNvGrpSpPr>
          <p:nvPr/>
        </p:nvGrpSpPr>
        <p:grpSpPr bwMode="auto">
          <a:xfrm>
            <a:off x="6305035" y="560388"/>
            <a:ext cx="2428875" cy="2497931"/>
            <a:chOff x="3576" y="566"/>
            <a:chExt cx="2040" cy="2098"/>
          </a:xfrm>
        </p:grpSpPr>
        <p:grpSp>
          <p:nvGrpSpPr>
            <p:cNvPr id="14355" name="Group 14">
              <a:extLst>
                <a:ext uri="{FF2B5EF4-FFF2-40B4-BE49-F238E27FC236}">
                  <a16:creationId xmlns:a16="http://schemas.microsoft.com/office/drawing/2014/main" id="{67CFE84F-CD6D-44F3-AEC7-637522324D9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76" y="566"/>
              <a:ext cx="2040" cy="2098"/>
              <a:chOff x="3576" y="566"/>
              <a:chExt cx="2040" cy="2098"/>
            </a:xfrm>
          </p:grpSpPr>
          <p:sp>
            <p:nvSpPr>
              <p:cNvPr id="14379" name="Arc 38">
                <a:extLst>
                  <a:ext uri="{FF2B5EF4-FFF2-40B4-BE49-F238E27FC236}">
                    <a16:creationId xmlns:a16="http://schemas.microsoft.com/office/drawing/2014/main" id="{98477146-B370-4B16-93A5-0701DF0519BE}"/>
                  </a:ext>
                </a:extLst>
              </p:cNvPr>
              <p:cNvSpPr>
                <a:spLocks/>
              </p:cNvSpPr>
              <p:nvPr/>
            </p:nvSpPr>
            <p:spPr bwMode="auto">
              <a:xfrm rot="1354582">
                <a:off x="4657" y="578"/>
                <a:ext cx="92" cy="778"/>
              </a:xfrm>
              <a:custGeom>
                <a:avLst/>
                <a:gdLst>
                  <a:gd name="T0" fmla="*/ 0 w 7570"/>
                  <a:gd name="T1" fmla="*/ 0 h 21576"/>
                  <a:gd name="T2" fmla="*/ 0 w 7570"/>
                  <a:gd name="T3" fmla="*/ 0 h 21576"/>
                  <a:gd name="T4" fmla="*/ 0 w 7570"/>
                  <a:gd name="T5" fmla="*/ 0 h 2157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570" h="21576" fill="none" extrusionOk="0">
                    <a:moveTo>
                      <a:pt x="7570" y="20230"/>
                    </a:moveTo>
                    <a:cubicBezTo>
                      <a:pt x="5469" y="21016"/>
                      <a:pt x="3258" y="21470"/>
                      <a:pt x="1017" y="21575"/>
                    </a:cubicBezTo>
                  </a:path>
                  <a:path w="7570" h="21576" stroke="0" extrusionOk="0">
                    <a:moveTo>
                      <a:pt x="7570" y="20230"/>
                    </a:moveTo>
                    <a:cubicBezTo>
                      <a:pt x="5469" y="21016"/>
                      <a:pt x="3258" y="21470"/>
                      <a:pt x="1017" y="21575"/>
                    </a:cubicBezTo>
                    <a:lnTo>
                      <a:pt x="0" y="0"/>
                    </a:lnTo>
                    <a:lnTo>
                      <a:pt x="7570" y="2023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400" b="1">
                  <a:latin typeface="+mn-ea"/>
                </a:endParaRPr>
              </a:p>
            </p:txBody>
          </p:sp>
          <p:graphicFrame>
            <p:nvGraphicFramePr>
              <p:cNvPr id="14358" name="Object 15">
                <a:extLst>
                  <a:ext uri="{FF2B5EF4-FFF2-40B4-BE49-F238E27FC236}">
                    <a16:creationId xmlns:a16="http://schemas.microsoft.com/office/drawing/2014/main" id="{0B13C2B1-6F97-4537-85BE-2C505F561C79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592" y="2304"/>
              <a:ext cx="296" cy="36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22955" name="Equation" r:id="rId11" imgW="288000" imgH="354960" progId="Equation.3">
                      <p:embed/>
                    </p:oleObj>
                  </mc:Choice>
                  <mc:Fallback>
                    <p:oleObj name="Equation" r:id="rId11" imgW="288000" imgH="354960" progId="Equation.3">
                      <p:embed/>
                      <p:pic>
                        <p:nvPicPr>
                          <p:cNvPr id="14358" name="Object 15">
                            <a:extLst>
                              <a:ext uri="{FF2B5EF4-FFF2-40B4-BE49-F238E27FC236}">
                                <a16:creationId xmlns:a16="http://schemas.microsoft.com/office/drawing/2014/main" id="{0B13C2B1-6F97-4537-85BE-2C505F561C79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592" y="2304"/>
                            <a:ext cx="296" cy="36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4359" name="Object 16">
                <a:extLst>
                  <a:ext uri="{FF2B5EF4-FFF2-40B4-BE49-F238E27FC236}">
                    <a16:creationId xmlns:a16="http://schemas.microsoft.com/office/drawing/2014/main" id="{4EE84FDE-91D4-4615-9DBC-9B9E2F019205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791" y="1616"/>
              <a:ext cx="330" cy="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22956" name="Equation" r:id="rId13" imgW="338760" imgH="194400" progId="Equation.3">
                      <p:embed/>
                    </p:oleObj>
                  </mc:Choice>
                  <mc:Fallback>
                    <p:oleObj name="Equation" r:id="rId13" imgW="338760" imgH="194400" progId="Equation.3">
                      <p:embed/>
                      <p:pic>
                        <p:nvPicPr>
                          <p:cNvPr id="14359" name="Object 16">
                            <a:extLst>
                              <a:ext uri="{FF2B5EF4-FFF2-40B4-BE49-F238E27FC236}">
                                <a16:creationId xmlns:a16="http://schemas.microsoft.com/office/drawing/2014/main" id="{4EE84FDE-91D4-4615-9DBC-9B9E2F019205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791" y="1616"/>
                            <a:ext cx="330" cy="2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4360" name="Object 17">
                <a:extLst>
                  <a:ext uri="{FF2B5EF4-FFF2-40B4-BE49-F238E27FC236}">
                    <a16:creationId xmlns:a16="http://schemas.microsoft.com/office/drawing/2014/main" id="{75D19DD4-9929-4EC8-A357-A0CFFDA8D0EA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783" y="864"/>
              <a:ext cx="384" cy="26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22957" name="Equation" r:id="rId15" imgW="397800" imgH="270360" progId="Equation.3">
                      <p:embed/>
                    </p:oleObj>
                  </mc:Choice>
                  <mc:Fallback>
                    <p:oleObj name="Equation" r:id="rId15" imgW="397800" imgH="270360" progId="Equation.3">
                      <p:embed/>
                      <p:pic>
                        <p:nvPicPr>
                          <p:cNvPr id="14360" name="Object 17">
                            <a:extLst>
                              <a:ext uri="{FF2B5EF4-FFF2-40B4-BE49-F238E27FC236}">
                                <a16:creationId xmlns:a16="http://schemas.microsoft.com/office/drawing/2014/main" id="{75D19DD4-9929-4EC8-A357-A0CFFDA8D0EA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783" y="864"/>
                            <a:ext cx="384" cy="269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4361" name="Object 18">
                <a:extLst>
                  <a:ext uri="{FF2B5EF4-FFF2-40B4-BE49-F238E27FC236}">
                    <a16:creationId xmlns:a16="http://schemas.microsoft.com/office/drawing/2014/main" id="{5F1B1402-2959-4689-A365-70FCAF0E7199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017" y="1152"/>
              <a:ext cx="392" cy="30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22958" name="Equation" r:id="rId17" imgW="406440" imgH="312480" progId="Equation.3">
                      <p:embed/>
                    </p:oleObj>
                  </mc:Choice>
                  <mc:Fallback>
                    <p:oleObj name="Equation" r:id="rId17" imgW="406440" imgH="312480" progId="Equation.3">
                      <p:embed/>
                      <p:pic>
                        <p:nvPicPr>
                          <p:cNvPr id="14361" name="Object 18">
                            <a:extLst>
                              <a:ext uri="{FF2B5EF4-FFF2-40B4-BE49-F238E27FC236}">
                                <a16:creationId xmlns:a16="http://schemas.microsoft.com/office/drawing/2014/main" id="{5F1B1402-2959-4689-A365-70FCAF0E7199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17" y="1152"/>
                            <a:ext cx="392" cy="307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4362" name="Line 19">
                <a:extLst>
                  <a:ext uri="{FF2B5EF4-FFF2-40B4-BE49-F238E27FC236}">
                    <a16:creationId xmlns:a16="http://schemas.microsoft.com/office/drawing/2014/main" id="{7CC6149B-A166-46B4-8990-3BCCD050D7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515" y="566"/>
                <a:ext cx="0" cy="169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400" b="1">
                  <a:latin typeface="+mn-ea"/>
                </a:endParaRPr>
              </a:p>
            </p:txBody>
          </p:sp>
          <p:graphicFrame>
            <p:nvGraphicFramePr>
              <p:cNvPr id="14363" name="Object 20">
                <a:extLst>
                  <a:ext uri="{FF2B5EF4-FFF2-40B4-BE49-F238E27FC236}">
                    <a16:creationId xmlns:a16="http://schemas.microsoft.com/office/drawing/2014/main" id="{6EE63610-28C7-4619-8192-D45A32C063B7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560" y="720"/>
              <a:ext cx="247" cy="18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22959" name="Equation" r:id="rId19" imgW="245520" imgH="177480" progId="Equation.3">
                      <p:embed/>
                    </p:oleObj>
                  </mc:Choice>
                  <mc:Fallback>
                    <p:oleObj name="Equation" r:id="rId19" imgW="245520" imgH="177480" progId="Equation.3">
                      <p:embed/>
                      <p:pic>
                        <p:nvPicPr>
                          <p:cNvPr id="14363" name="Object 20">
                            <a:extLst>
                              <a:ext uri="{FF2B5EF4-FFF2-40B4-BE49-F238E27FC236}">
                                <a16:creationId xmlns:a16="http://schemas.microsoft.com/office/drawing/2014/main" id="{6EE63610-28C7-4619-8192-D45A32C063B7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60" y="720"/>
                            <a:ext cx="247" cy="185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4364" name="Object 21">
                <a:extLst>
                  <a:ext uri="{FF2B5EF4-FFF2-40B4-BE49-F238E27FC236}">
                    <a16:creationId xmlns:a16="http://schemas.microsoft.com/office/drawing/2014/main" id="{A3ED5313-61F0-4374-9E23-BE8C1B21EF7F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312" y="576"/>
              <a:ext cx="152" cy="19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22960" name="Equation" r:id="rId21" imgW="135360" imgH="185760" progId="Equation.3">
                      <p:embed/>
                    </p:oleObj>
                  </mc:Choice>
                  <mc:Fallback>
                    <p:oleObj name="Equation" r:id="rId21" imgW="135360" imgH="185760" progId="Equation.3">
                      <p:embed/>
                      <p:pic>
                        <p:nvPicPr>
                          <p:cNvPr id="14364" name="Object 21">
                            <a:extLst>
                              <a:ext uri="{FF2B5EF4-FFF2-40B4-BE49-F238E27FC236}">
                                <a16:creationId xmlns:a16="http://schemas.microsoft.com/office/drawing/2014/main" id="{A3ED5313-61F0-4374-9E23-BE8C1B21EF7F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12" y="576"/>
                            <a:ext cx="152" cy="198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4365" name="Object 22">
                <a:extLst>
                  <a:ext uri="{FF2B5EF4-FFF2-40B4-BE49-F238E27FC236}">
                    <a16:creationId xmlns:a16="http://schemas.microsoft.com/office/drawing/2014/main" id="{5AB86875-4110-4894-BE0B-462213D9CACE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249" y="2304"/>
              <a:ext cx="127" cy="35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22961" name="Equation" r:id="rId23" imgW="110160" imgH="354960" progId="Equation.3">
                      <p:embed/>
                    </p:oleObj>
                  </mc:Choice>
                  <mc:Fallback>
                    <p:oleObj name="Equation" r:id="rId23" imgW="110160" imgH="354960" progId="Equation.3">
                      <p:embed/>
                      <p:pic>
                        <p:nvPicPr>
                          <p:cNvPr id="14365" name="Object 22">
                            <a:extLst>
                              <a:ext uri="{FF2B5EF4-FFF2-40B4-BE49-F238E27FC236}">
                                <a16:creationId xmlns:a16="http://schemas.microsoft.com/office/drawing/2014/main" id="{5AB86875-4110-4894-BE0B-462213D9CACE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249" y="2304"/>
                            <a:ext cx="127" cy="357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4366" name="Object 23">
                <a:extLst>
                  <a:ext uri="{FF2B5EF4-FFF2-40B4-BE49-F238E27FC236}">
                    <a16:creationId xmlns:a16="http://schemas.microsoft.com/office/drawing/2014/main" id="{C43ADEA5-6076-4B26-BF26-1002EA153890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320" y="904"/>
              <a:ext cx="144" cy="1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22962" name="Equation" r:id="rId25" imgW="127080" imgH="135360" progId="Equation.3">
                      <p:embed/>
                    </p:oleObj>
                  </mc:Choice>
                  <mc:Fallback>
                    <p:oleObj name="Equation" r:id="rId25" imgW="127080" imgH="135360" progId="Equation.3">
                      <p:embed/>
                      <p:pic>
                        <p:nvPicPr>
                          <p:cNvPr id="14366" name="Object 23">
                            <a:extLst>
                              <a:ext uri="{FF2B5EF4-FFF2-40B4-BE49-F238E27FC236}">
                                <a16:creationId xmlns:a16="http://schemas.microsoft.com/office/drawing/2014/main" id="{C43ADEA5-6076-4B26-BF26-1002EA153890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20" y="904"/>
                            <a:ext cx="144" cy="15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4367" name="Rectangle 24">
                <a:extLst>
                  <a:ext uri="{FF2B5EF4-FFF2-40B4-BE49-F238E27FC236}">
                    <a16:creationId xmlns:a16="http://schemas.microsoft.com/office/drawing/2014/main" id="{653D1D8E-A1DC-4568-A59A-9A69242B30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61" y="2263"/>
                <a:ext cx="1531" cy="38"/>
              </a:xfrm>
              <a:prstGeom prst="rect">
                <a:avLst/>
              </a:prstGeom>
              <a:solidFill>
                <a:schemeClr val="hlink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 b="1">
                  <a:latin typeface="+mn-ea"/>
                  <a:ea typeface="+mn-ea"/>
                </a:endParaRPr>
              </a:p>
            </p:txBody>
          </p:sp>
          <p:sp>
            <p:nvSpPr>
              <p:cNvPr id="14368" name="Line 25">
                <a:extLst>
                  <a:ext uri="{FF2B5EF4-FFF2-40B4-BE49-F238E27FC236}">
                    <a16:creationId xmlns:a16="http://schemas.microsoft.com/office/drawing/2014/main" id="{5EC7E038-26A4-429C-B514-0B54999475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76" y="2287"/>
                <a:ext cx="204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400" b="1">
                  <a:latin typeface="+mn-ea"/>
                </a:endParaRPr>
              </a:p>
            </p:txBody>
          </p:sp>
          <p:sp>
            <p:nvSpPr>
              <p:cNvPr id="14369" name="Line 26">
                <a:extLst>
                  <a:ext uri="{FF2B5EF4-FFF2-40B4-BE49-F238E27FC236}">
                    <a16:creationId xmlns:a16="http://schemas.microsoft.com/office/drawing/2014/main" id="{3728356B-E32B-407A-A066-38D2A677E6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515" y="992"/>
                <a:ext cx="0" cy="130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400" b="1">
                  <a:latin typeface="+mn-ea"/>
                </a:endParaRPr>
              </a:p>
            </p:txBody>
          </p:sp>
          <p:graphicFrame>
            <p:nvGraphicFramePr>
              <p:cNvPr id="14370" name="Object 27">
                <a:extLst>
                  <a:ext uri="{FF2B5EF4-FFF2-40B4-BE49-F238E27FC236}">
                    <a16:creationId xmlns:a16="http://schemas.microsoft.com/office/drawing/2014/main" id="{1E2B37C3-DFBA-4D5C-AA03-FEF01ABB1A91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450" y="2295"/>
              <a:ext cx="193" cy="21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22963" name="Equation" r:id="rId27" imgW="59400" imgH="67680" progId="Equation.3">
                      <p:embed/>
                    </p:oleObj>
                  </mc:Choice>
                  <mc:Fallback>
                    <p:oleObj name="Equation" r:id="rId27" imgW="59400" imgH="67680" progId="Equation.3">
                      <p:embed/>
                      <p:pic>
                        <p:nvPicPr>
                          <p:cNvPr id="14370" name="Object 27">
                            <a:extLst>
                              <a:ext uri="{FF2B5EF4-FFF2-40B4-BE49-F238E27FC236}">
                                <a16:creationId xmlns:a16="http://schemas.microsoft.com/office/drawing/2014/main" id="{1E2B37C3-DFBA-4D5C-AA03-FEF01ABB1A91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50" y="2295"/>
                            <a:ext cx="193" cy="215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14371" name="Group 28">
                <a:extLst>
                  <a:ext uri="{FF2B5EF4-FFF2-40B4-BE49-F238E27FC236}">
                    <a16:creationId xmlns:a16="http://schemas.microsoft.com/office/drawing/2014/main" id="{CD18E73A-B2A4-497A-A032-F3AC90D093F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848" y="2252"/>
                <a:ext cx="142" cy="244"/>
                <a:chOff x="4848" y="2636"/>
                <a:chExt cx="142" cy="244"/>
              </a:xfrm>
            </p:grpSpPr>
            <p:graphicFrame>
              <p:nvGraphicFramePr>
                <p:cNvPr id="14382" name="Object 29">
                  <a:extLst>
                    <a:ext uri="{FF2B5EF4-FFF2-40B4-BE49-F238E27FC236}">
                      <a16:creationId xmlns:a16="http://schemas.microsoft.com/office/drawing/2014/main" id="{B3ED4DBC-DA54-4D57-BAE5-A0402C60D9FD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4848" y="2728"/>
                <a:ext cx="142" cy="15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22964" name="Equation" r:id="rId29" imgW="127080" imgH="135360" progId="Equation.3">
                        <p:embed/>
                      </p:oleObj>
                    </mc:Choice>
                    <mc:Fallback>
                      <p:oleObj name="Equation" r:id="rId29" imgW="127080" imgH="135360" progId="Equation.3">
                        <p:embed/>
                        <p:pic>
                          <p:nvPicPr>
                            <p:cNvPr id="14382" name="Object 29">
                              <a:extLst>
                                <a:ext uri="{FF2B5EF4-FFF2-40B4-BE49-F238E27FC236}">
                                  <a16:creationId xmlns:a16="http://schemas.microsoft.com/office/drawing/2014/main" id="{B3ED4DBC-DA54-4D57-BAE5-A0402C60D9FD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30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848" y="2728"/>
                              <a:ext cx="142" cy="152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14383" name="Line 30">
                  <a:extLst>
                    <a:ext uri="{FF2B5EF4-FFF2-40B4-BE49-F238E27FC236}">
                      <a16:creationId xmlns:a16="http://schemas.microsoft.com/office/drawing/2014/main" id="{90473C13-2DDC-47CC-8F8A-EA130EE4AB3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904" y="2636"/>
                  <a:ext cx="0" cy="61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2400" b="1">
                    <a:latin typeface="+mn-ea"/>
                  </a:endParaRPr>
                </a:p>
              </p:txBody>
            </p:sp>
          </p:grpSp>
          <p:sp>
            <p:nvSpPr>
              <p:cNvPr id="14372" name="Line 31">
                <a:extLst>
                  <a:ext uri="{FF2B5EF4-FFF2-40B4-BE49-F238E27FC236}">
                    <a16:creationId xmlns:a16="http://schemas.microsoft.com/office/drawing/2014/main" id="{75D2D4CC-C6D5-434C-9727-11DAE00558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15" y="955"/>
                <a:ext cx="387" cy="129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400" b="1">
                  <a:latin typeface="+mn-ea"/>
                </a:endParaRPr>
              </a:p>
            </p:txBody>
          </p:sp>
          <p:sp>
            <p:nvSpPr>
              <p:cNvPr id="14373" name="Line 32">
                <a:extLst>
                  <a:ext uri="{FF2B5EF4-FFF2-40B4-BE49-F238E27FC236}">
                    <a16:creationId xmlns:a16="http://schemas.microsoft.com/office/drawing/2014/main" id="{A1FC979F-6048-4C7D-B315-6470506D0E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14" y="955"/>
                <a:ext cx="232" cy="778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400" b="1">
                  <a:latin typeface="+mn-ea"/>
                </a:endParaRPr>
              </a:p>
            </p:txBody>
          </p:sp>
          <p:sp>
            <p:nvSpPr>
              <p:cNvPr id="14374" name="Line 33">
                <a:extLst>
                  <a:ext uri="{FF2B5EF4-FFF2-40B4-BE49-F238E27FC236}">
                    <a16:creationId xmlns:a16="http://schemas.microsoft.com/office/drawing/2014/main" id="{595E9085-5A7A-4B3A-A917-28AA865AC5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515" y="955"/>
                <a:ext cx="2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400" b="1">
                  <a:latin typeface="+mn-ea"/>
                </a:endParaRPr>
              </a:p>
            </p:txBody>
          </p:sp>
          <p:sp>
            <p:nvSpPr>
              <p:cNvPr id="14375" name="Line 34">
                <a:extLst>
                  <a:ext uri="{FF2B5EF4-FFF2-40B4-BE49-F238E27FC236}">
                    <a16:creationId xmlns:a16="http://schemas.microsoft.com/office/drawing/2014/main" id="{AC98D093-538C-4F92-ADD6-C46CF67671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515" y="1733"/>
                <a:ext cx="2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400" b="1">
                  <a:latin typeface="+mn-ea"/>
                </a:endParaRPr>
              </a:p>
            </p:txBody>
          </p:sp>
          <p:sp>
            <p:nvSpPr>
              <p:cNvPr id="14376" name="Line 35">
                <a:extLst>
                  <a:ext uri="{FF2B5EF4-FFF2-40B4-BE49-F238E27FC236}">
                    <a16:creationId xmlns:a16="http://schemas.microsoft.com/office/drawing/2014/main" id="{C971FCC0-F509-4F6F-B5FC-6AE4F4AA6A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15" y="955"/>
                <a:ext cx="0" cy="778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400" b="1">
                  <a:latin typeface="+mn-ea"/>
                </a:endParaRPr>
              </a:p>
            </p:txBody>
          </p:sp>
          <p:sp>
            <p:nvSpPr>
              <p:cNvPr id="14377" name="Line 36">
                <a:extLst>
                  <a:ext uri="{FF2B5EF4-FFF2-40B4-BE49-F238E27FC236}">
                    <a16:creationId xmlns:a16="http://schemas.microsoft.com/office/drawing/2014/main" id="{7DE33D36-041D-4A59-A557-141742E779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52" y="955"/>
                <a:ext cx="0" cy="77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400" b="1" dirty="0">
                  <a:latin typeface="+mn-ea"/>
                </a:endParaRPr>
              </a:p>
            </p:txBody>
          </p:sp>
          <p:graphicFrame>
            <p:nvGraphicFramePr>
              <p:cNvPr id="14378" name="Object 37">
                <a:extLst>
                  <a:ext uri="{FF2B5EF4-FFF2-40B4-BE49-F238E27FC236}">
                    <a16:creationId xmlns:a16="http://schemas.microsoft.com/office/drawing/2014/main" id="{1916479C-18A5-4233-A4B2-F63C303FF776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515" y="1380"/>
              <a:ext cx="151" cy="13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22965" name="Equation" r:id="rId31" imgW="152280" imgH="135360" progId="Equation.3">
                      <p:embed/>
                    </p:oleObj>
                  </mc:Choice>
                  <mc:Fallback>
                    <p:oleObj name="Equation" r:id="rId31" imgW="152280" imgH="135360" progId="Equation.3">
                      <p:embed/>
                      <p:pic>
                        <p:nvPicPr>
                          <p:cNvPr id="14378" name="Object 37">
                            <a:extLst>
                              <a:ext uri="{FF2B5EF4-FFF2-40B4-BE49-F238E27FC236}">
                                <a16:creationId xmlns:a16="http://schemas.microsoft.com/office/drawing/2014/main" id="{1916479C-18A5-4233-A4B2-F63C303FF776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15" y="1380"/>
                            <a:ext cx="151" cy="137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4380" name="Oval 39">
                <a:extLst>
                  <a:ext uri="{FF2B5EF4-FFF2-40B4-BE49-F238E27FC236}">
                    <a16:creationId xmlns:a16="http://schemas.microsoft.com/office/drawing/2014/main" id="{70D2D1BE-9E87-448B-AE0B-3F88E1D2A2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6" y="927"/>
                <a:ext cx="61" cy="52"/>
              </a:xfrm>
              <a:prstGeom prst="ellipse">
                <a:avLst/>
              </a:prstGeom>
              <a:solidFill>
                <a:schemeClr val="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 b="1">
                  <a:latin typeface="+mn-ea"/>
                  <a:ea typeface="+mn-ea"/>
                </a:endParaRPr>
              </a:p>
            </p:txBody>
          </p:sp>
          <p:graphicFrame>
            <p:nvGraphicFramePr>
              <p:cNvPr id="14381" name="Object 40">
                <a:extLst>
                  <a:ext uri="{FF2B5EF4-FFF2-40B4-BE49-F238E27FC236}">
                    <a16:creationId xmlns:a16="http://schemas.microsoft.com/office/drawing/2014/main" id="{8353B7E3-2AF9-48A5-8847-FA87977D2D9A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474" y="2352"/>
              <a:ext cx="142" cy="1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22966" name="Equation" r:id="rId33" imgW="127080" imgH="135360" progId="Equation.3">
                      <p:embed/>
                    </p:oleObj>
                  </mc:Choice>
                  <mc:Fallback>
                    <p:oleObj name="Equation" r:id="rId33" imgW="127080" imgH="135360" progId="Equation.3">
                      <p:embed/>
                      <p:pic>
                        <p:nvPicPr>
                          <p:cNvPr id="14381" name="Object 40">
                            <a:extLst>
                              <a:ext uri="{FF2B5EF4-FFF2-40B4-BE49-F238E27FC236}">
                                <a16:creationId xmlns:a16="http://schemas.microsoft.com/office/drawing/2014/main" id="{8353B7E3-2AF9-48A5-8847-FA87977D2D9A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474" y="2352"/>
                            <a:ext cx="142" cy="15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4356" name="Line 41">
              <a:extLst>
                <a:ext uri="{FF2B5EF4-FFF2-40B4-BE49-F238E27FC236}">
                  <a16:creationId xmlns:a16="http://schemas.microsoft.com/office/drawing/2014/main" id="{AC8D2735-D39A-4AEC-834B-A80B4CA3B6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34" y="2252"/>
              <a:ext cx="0" cy="6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 b="1">
                <a:latin typeface="+mn-ea"/>
              </a:endParaRPr>
            </a:p>
          </p:txBody>
        </p:sp>
        <p:graphicFrame>
          <p:nvGraphicFramePr>
            <p:cNvPr id="14357" name="Object 42">
              <a:extLst>
                <a:ext uri="{FF2B5EF4-FFF2-40B4-BE49-F238E27FC236}">
                  <a16:creationId xmlns:a16="http://schemas.microsoft.com/office/drawing/2014/main" id="{C7C82601-E0C4-4EB0-B9A3-54B0EC6F68D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872" y="2000"/>
            <a:ext cx="624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2967" name="Equation" r:id="rId35" imgW="635040" imgH="194400" progId="Equation.3">
                    <p:embed/>
                  </p:oleObj>
                </mc:Choice>
                <mc:Fallback>
                  <p:oleObj name="Equation" r:id="rId35" imgW="635040" imgH="194400" progId="Equation.3">
                    <p:embed/>
                    <p:pic>
                      <p:nvPicPr>
                        <p:cNvPr id="14357" name="Object 42">
                          <a:extLst>
                            <a:ext uri="{FF2B5EF4-FFF2-40B4-BE49-F238E27FC236}">
                              <a16:creationId xmlns:a16="http://schemas.microsoft.com/office/drawing/2014/main" id="{C7C82601-E0C4-4EB0-B9A3-54B0EC6F68D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72" y="2000"/>
                          <a:ext cx="624" cy="20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348" name="Text Box 43">
            <a:extLst>
              <a:ext uri="{FF2B5EF4-FFF2-40B4-BE49-F238E27FC236}">
                <a16:creationId xmlns:a16="http://schemas.microsoft.com/office/drawing/2014/main" id="{511D8BA0-2880-4984-B2D8-C87AEE52A6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8563" y="429567"/>
            <a:ext cx="467307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细棒对质点的引力的</a:t>
            </a:r>
            <a:r>
              <a:rPr kumimoji="1" lang="zh-CN" altLang="en-US" sz="2400" b="1" dirty="0">
                <a:solidFill>
                  <a:srgbClr val="3366FF"/>
                </a:solidFill>
                <a:latin typeface="+mn-ea"/>
                <a:ea typeface="+mn-ea"/>
              </a:rPr>
              <a:t>垂直分力</a:t>
            </a:r>
            <a:r>
              <a:rPr kumimoji="1" lang="zh-CN" altLang="en-US" sz="2400" b="1" dirty="0">
                <a:latin typeface="+mn-ea"/>
                <a:ea typeface="+mn-ea"/>
              </a:rPr>
              <a:t>为 </a:t>
            </a:r>
          </a:p>
        </p:txBody>
      </p:sp>
      <p:graphicFrame>
        <p:nvGraphicFramePr>
          <p:cNvPr id="74802" name="Object 50">
            <a:extLst>
              <a:ext uri="{FF2B5EF4-FFF2-40B4-BE49-F238E27FC236}">
                <a16:creationId xmlns:a16="http://schemas.microsoft.com/office/drawing/2014/main" id="{BD8DA055-3351-4AC9-87AA-BECD4524EE52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3998913" y="3990975"/>
          <a:ext cx="3059112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968" name="Equation" r:id="rId37" imgW="3060360" imgH="812520" progId="Equation.DSMT4">
                  <p:embed/>
                </p:oleObj>
              </mc:Choice>
              <mc:Fallback>
                <p:oleObj name="Equation" r:id="rId37" imgW="3060360" imgH="812520" progId="Equation.DSMT4">
                  <p:embed/>
                  <p:pic>
                    <p:nvPicPr>
                      <p:cNvPr id="74802" name="Object 50">
                        <a:extLst>
                          <a:ext uri="{FF2B5EF4-FFF2-40B4-BE49-F238E27FC236}">
                            <a16:creationId xmlns:a16="http://schemas.microsoft.com/office/drawing/2014/main" id="{BD8DA055-3351-4AC9-87AA-BECD4524EE5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8913" y="3990975"/>
                        <a:ext cx="3059112" cy="863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Object 3">
            <a:extLst>
              <a:ext uri="{FF2B5EF4-FFF2-40B4-BE49-F238E27FC236}">
                <a16:creationId xmlns:a16="http://schemas.microsoft.com/office/drawing/2014/main" id="{6CE20A09-048C-4162-B8DB-5234A37D327B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257588" y="795166"/>
          <a:ext cx="1320800" cy="763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969" name="MathType 6.0 Equation" r:id="rId39" imgW="1320480" imgH="749160" progId="Equation.DSMT4">
                  <p:embed/>
                </p:oleObj>
              </mc:Choice>
              <mc:Fallback>
                <p:oleObj name="MathType 6.0 Equation" r:id="rId39" imgW="1320480" imgH="749160" progId="Equation.DSMT4">
                  <p:embed/>
                  <p:pic>
                    <p:nvPicPr>
                      <p:cNvPr id="41" name="Object 3">
                        <a:extLst>
                          <a:ext uri="{FF2B5EF4-FFF2-40B4-BE49-F238E27FC236}">
                            <a16:creationId xmlns:a16="http://schemas.microsoft.com/office/drawing/2014/main" id="{6CE20A09-048C-4162-B8DB-5234A37D327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7588" y="795166"/>
                        <a:ext cx="1320800" cy="763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" name="Text Box 2">
            <a:extLst>
              <a:ext uri="{FF2B5EF4-FFF2-40B4-BE49-F238E27FC236}">
                <a16:creationId xmlns:a16="http://schemas.microsoft.com/office/drawing/2014/main" id="{B2E48C78-BA5C-4842-91CE-B3DFE0C4A5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2056" y="3503139"/>
            <a:ext cx="180973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利用对称性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ADCB94B9-911F-4359-9D4A-65C4FE5F46B6}"/>
              </a:ext>
            </a:extLst>
          </p:cNvPr>
          <p:cNvSpPr/>
          <p:nvPr/>
        </p:nvSpPr>
        <p:spPr bwMode="auto">
          <a:xfrm>
            <a:off x="7896117" y="2580878"/>
            <a:ext cx="142466" cy="59532"/>
          </a:xfrm>
          <a:prstGeom prst="rect">
            <a:avLst/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  <a:extLst/>
        </p:spPr>
        <p:txBody>
          <a:bodyPr rtlCol="0" anchor="ctr"/>
          <a:lstStyle/>
          <a:p>
            <a:pPr algn="l"/>
            <a:endParaRPr lang="zh-CN" altLang="en-US" sz="2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74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74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74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74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74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747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000"/>
                                        <p:tgtEl>
                                          <p:spTgt spid="74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58" grpId="0" autoUpdateAnimBg="0"/>
      <p:bldP spid="74764" grpId="0" build="p" autoUpdateAnimBg="0"/>
      <p:bldP spid="42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5" name="Rectangle 27">
            <a:extLst>
              <a:ext uri="{FF2B5EF4-FFF2-40B4-BE49-F238E27FC236}">
                <a16:creationId xmlns:a16="http://schemas.microsoft.com/office/drawing/2014/main" id="{EF662874-3C48-44F0-BC78-DEC54F2DBEA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23528" y="1870869"/>
            <a:ext cx="1028700" cy="400050"/>
          </a:xfrm>
        </p:spPr>
        <p:txBody>
          <a:bodyPr>
            <a:noAutofit/>
          </a:bodyPr>
          <a:lstStyle/>
          <a:p>
            <a:pPr algn="l" eaLnBrk="1" hangingPunct="1"/>
            <a:r>
              <a:rPr lang="zh-CN" altLang="en-US" sz="2400" b="1" dirty="0">
                <a:solidFill>
                  <a:srgbClr val="3366FF"/>
                </a:solidFill>
                <a:latin typeface="+mn-ea"/>
                <a:ea typeface="+mn-ea"/>
              </a:rPr>
              <a:t>说明</a:t>
            </a:r>
            <a:endParaRPr lang="en-US" altLang="zh-CN" sz="2400" b="1" dirty="0">
              <a:solidFill>
                <a:srgbClr val="3366FF"/>
              </a:solidFill>
              <a:latin typeface="+mn-ea"/>
              <a:ea typeface="+mn-ea"/>
            </a:endParaRPr>
          </a:p>
        </p:txBody>
      </p:sp>
      <p:grpSp>
        <p:nvGrpSpPr>
          <p:cNvPr id="15364" name="Group 2">
            <a:extLst>
              <a:ext uri="{FF2B5EF4-FFF2-40B4-BE49-F238E27FC236}">
                <a16:creationId xmlns:a16="http://schemas.microsoft.com/office/drawing/2014/main" id="{A8B880D7-47AE-4E91-B37E-2A0C4B846146}"/>
              </a:ext>
            </a:extLst>
          </p:cNvPr>
          <p:cNvGrpSpPr>
            <a:grpSpLocks/>
          </p:cNvGrpSpPr>
          <p:nvPr/>
        </p:nvGrpSpPr>
        <p:grpSpPr bwMode="auto">
          <a:xfrm>
            <a:off x="6079406" y="606425"/>
            <a:ext cx="2430066" cy="3236119"/>
            <a:chOff x="3576" y="378"/>
            <a:chExt cx="2041" cy="2718"/>
          </a:xfrm>
        </p:grpSpPr>
        <p:grpSp>
          <p:nvGrpSpPr>
            <p:cNvPr id="15391" name="Group 3">
              <a:extLst>
                <a:ext uri="{FF2B5EF4-FFF2-40B4-BE49-F238E27FC236}">
                  <a16:creationId xmlns:a16="http://schemas.microsoft.com/office/drawing/2014/main" id="{0BD20949-E033-4E7D-895D-620BB5E374D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76" y="378"/>
              <a:ext cx="2040" cy="2718"/>
              <a:chOff x="3576" y="378"/>
              <a:chExt cx="2040" cy="2718"/>
            </a:xfrm>
          </p:grpSpPr>
          <p:sp>
            <p:nvSpPr>
              <p:cNvPr id="15410" name="Arc 21">
                <a:extLst>
                  <a:ext uri="{FF2B5EF4-FFF2-40B4-BE49-F238E27FC236}">
                    <a16:creationId xmlns:a16="http://schemas.microsoft.com/office/drawing/2014/main" id="{4A6BC460-1EA3-49F0-8929-C278B6E542AA}"/>
                  </a:ext>
                </a:extLst>
              </p:cNvPr>
              <p:cNvSpPr>
                <a:spLocks/>
              </p:cNvSpPr>
              <p:nvPr/>
            </p:nvSpPr>
            <p:spPr bwMode="auto">
              <a:xfrm rot="1498875">
                <a:off x="4659" y="919"/>
                <a:ext cx="92" cy="778"/>
              </a:xfrm>
              <a:custGeom>
                <a:avLst/>
                <a:gdLst>
                  <a:gd name="T0" fmla="*/ 0 w 7570"/>
                  <a:gd name="T1" fmla="*/ 0 h 21576"/>
                  <a:gd name="T2" fmla="*/ 0 w 7570"/>
                  <a:gd name="T3" fmla="*/ 0 h 21576"/>
                  <a:gd name="T4" fmla="*/ 0 w 7570"/>
                  <a:gd name="T5" fmla="*/ 0 h 2157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570" h="21576" fill="none" extrusionOk="0">
                    <a:moveTo>
                      <a:pt x="7570" y="20230"/>
                    </a:moveTo>
                    <a:cubicBezTo>
                      <a:pt x="5469" y="21016"/>
                      <a:pt x="3258" y="21470"/>
                      <a:pt x="1017" y="21575"/>
                    </a:cubicBezTo>
                  </a:path>
                  <a:path w="7570" h="21576" stroke="0" extrusionOk="0">
                    <a:moveTo>
                      <a:pt x="7570" y="20230"/>
                    </a:moveTo>
                    <a:cubicBezTo>
                      <a:pt x="5469" y="21016"/>
                      <a:pt x="3258" y="21470"/>
                      <a:pt x="1017" y="21575"/>
                    </a:cubicBezTo>
                    <a:lnTo>
                      <a:pt x="0" y="0"/>
                    </a:lnTo>
                    <a:lnTo>
                      <a:pt x="7570" y="2023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400" b="1">
                  <a:latin typeface="+mn-ea"/>
                </a:endParaRPr>
              </a:p>
            </p:txBody>
          </p:sp>
          <p:sp>
            <p:nvSpPr>
              <p:cNvPr id="15395" name="Rectangle 4">
                <a:extLst>
                  <a:ext uri="{FF2B5EF4-FFF2-40B4-BE49-F238E27FC236}">
                    <a16:creationId xmlns:a16="http://schemas.microsoft.com/office/drawing/2014/main" id="{58430C0B-DDEF-4139-9400-8BC464C01E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61" y="2647"/>
                <a:ext cx="1531" cy="38"/>
              </a:xfrm>
              <a:prstGeom prst="rect">
                <a:avLst/>
              </a:prstGeom>
              <a:solidFill>
                <a:schemeClr val="hlink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 b="1">
                  <a:latin typeface="+mn-ea"/>
                  <a:ea typeface="+mn-ea"/>
                </a:endParaRPr>
              </a:p>
            </p:txBody>
          </p:sp>
          <p:sp>
            <p:nvSpPr>
              <p:cNvPr id="15396" name="Line 5">
                <a:extLst>
                  <a:ext uri="{FF2B5EF4-FFF2-40B4-BE49-F238E27FC236}">
                    <a16:creationId xmlns:a16="http://schemas.microsoft.com/office/drawing/2014/main" id="{2AC388BA-6E53-4EB5-A972-D2F24BA2AD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76" y="2671"/>
                <a:ext cx="204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400" b="1">
                  <a:latin typeface="+mn-ea"/>
                </a:endParaRPr>
              </a:p>
            </p:txBody>
          </p:sp>
          <p:sp>
            <p:nvSpPr>
              <p:cNvPr id="15397" name="Line 6">
                <a:extLst>
                  <a:ext uri="{FF2B5EF4-FFF2-40B4-BE49-F238E27FC236}">
                    <a16:creationId xmlns:a16="http://schemas.microsoft.com/office/drawing/2014/main" id="{694FF720-E377-41AA-AF47-A3F785E464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512" y="384"/>
                <a:ext cx="0" cy="226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400" b="1">
                  <a:latin typeface="+mn-ea"/>
                </a:endParaRPr>
              </a:p>
            </p:txBody>
          </p:sp>
          <p:graphicFrame>
            <p:nvGraphicFramePr>
              <p:cNvPr id="15398" name="Object 7">
                <a:extLst>
                  <a:ext uri="{FF2B5EF4-FFF2-40B4-BE49-F238E27FC236}">
                    <a16:creationId xmlns:a16="http://schemas.microsoft.com/office/drawing/2014/main" id="{12B14A45-156A-4F4E-A56C-5285FFAA473D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312" y="378"/>
              <a:ext cx="152" cy="19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23738" name="Equation" r:id="rId3" imgW="135360" imgH="185760" progId="Equation.3">
                      <p:embed/>
                    </p:oleObj>
                  </mc:Choice>
                  <mc:Fallback>
                    <p:oleObj name="Equation" r:id="rId3" imgW="135360" imgH="185760" progId="Equation.3">
                      <p:embed/>
                      <p:pic>
                        <p:nvPicPr>
                          <p:cNvPr id="15398" name="Object 7">
                            <a:extLst>
                              <a:ext uri="{FF2B5EF4-FFF2-40B4-BE49-F238E27FC236}">
                                <a16:creationId xmlns:a16="http://schemas.microsoft.com/office/drawing/2014/main" id="{12B14A45-156A-4F4E-A56C-5285FFAA473D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12" y="378"/>
                            <a:ext cx="152" cy="198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5399" name="Object 8">
                <a:extLst>
                  <a:ext uri="{FF2B5EF4-FFF2-40B4-BE49-F238E27FC236}">
                    <a16:creationId xmlns:a16="http://schemas.microsoft.com/office/drawing/2014/main" id="{65A34F91-E28E-4996-AECC-649A4844176F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249" y="2688"/>
              <a:ext cx="127" cy="35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23739" name="Equation" r:id="rId5" imgW="110160" imgH="354960" progId="Equation.3">
                      <p:embed/>
                    </p:oleObj>
                  </mc:Choice>
                  <mc:Fallback>
                    <p:oleObj name="Equation" r:id="rId5" imgW="110160" imgH="354960" progId="Equation.3">
                      <p:embed/>
                      <p:pic>
                        <p:nvPicPr>
                          <p:cNvPr id="15399" name="Object 8">
                            <a:extLst>
                              <a:ext uri="{FF2B5EF4-FFF2-40B4-BE49-F238E27FC236}">
                                <a16:creationId xmlns:a16="http://schemas.microsoft.com/office/drawing/2014/main" id="{65A34F91-E28E-4996-AECC-649A4844176F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249" y="2688"/>
                            <a:ext cx="127" cy="357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5400" name="Object 9">
                <a:extLst>
                  <a:ext uri="{FF2B5EF4-FFF2-40B4-BE49-F238E27FC236}">
                    <a16:creationId xmlns:a16="http://schemas.microsoft.com/office/drawing/2014/main" id="{B0AA697A-F02F-422B-AD52-CA61511DB648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592" y="2736"/>
              <a:ext cx="296" cy="36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23740" name="Equation" r:id="rId7" imgW="288000" imgH="354960" progId="Equation.3">
                      <p:embed/>
                    </p:oleObj>
                  </mc:Choice>
                  <mc:Fallback>
                    <p:oleObj name="Equation" r:id="rId7" imgW="288000" imgH="354960" progId="Equation.3">
                      <p:embed/>
                      <p:pic>
                        <p:nvPicPr>
                          <p:cNvPr id="15400" name="Object 9">
                            <a:extLst>
                              <a:ext uri="{FF2B5EF4-FFF2-40B4-BE49-F238E27FC236}">
                                <a16:creationId xmlns:a16="http://schemas.microsoft.com/office/drawing/2014/main" id="{B0AA697A-F02F-422B-AD52-CA61511DB648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592" y="2736"/>
                            <a:ext cx="296" cy="36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5401" name="Object 10">
                <a:extLst>
                  <a:ext uri="{FF2B5EF4-FFF2-40B4-BE49-F238E27FC236}">
                    <a16:creationId xmlns:a16="http://schemas.microsoft.com/office/drawing/2014/main" id="{264833BE-6F4B-42DD-88EF-2E6828098A6D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320" y="1288"/>
              <a:ext cx="144" cy="1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23741" name="Equation" r:id="rId9" imgW="127080" imgH="135360" progId="Equation.3">
                      <p:embed/>
                    </p:oleObj>
                  </mc:Choice>
                  <mc:Fallback>
                    <p:oleObj name="Equation" r:id="rId9" imgW="127080" imgH="135360" progId="Equation.3">
                      <p:embed/>
                      <p:pic>
                        <p:nvPicPr>
                          <p:cNvPr id="15401" name="Object 10">
                            <a:extLst>
                              <a:ext uri="{FF2B5EF4-FFF2-40B4-BE49-F238E27FC236}">
                                <a16:creationId xmlns:a16="http://schemas.microsoft.com/office/drawing/2014/main" id="{264833BE-6F4B-42DD-88EF-2E6828098A6D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20" y="1288"/>
                            <a:ext cx="144" cy="15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5402" name="Object 11">
                <a:extLst>
                  <a:ext uri="{FF2B5EF4-FFF2-40B4-BE49-F238E27FC236}">
                    <a16:creationId xmlns:a16="http://schemas.microsoft.com/office/drawing/2014/main" id="{D8FD872E-19B4-466C-9304-5069BBF85C43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450" y="2679"/>
              <a:ext cx="193" cy="21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23742" name="Equation" r:id="rId11" imgW="59400" imgH="67680" progId="Equation.3">
                      <p:embed/>
                    </p:oleObj>
                  </mc:Choice>
                  <mc:Fallback>
                    <p:oleObj name="Equation" r:id="rId11" imgW="59400" imgH="67680" progId="Equation.3">
                      <p:embed/>
                      <p:pic>
                        <p:nvPicPr>
                          <p:cNvPr id="15402" name="Object 11">
                            <a:extLst>
                              <a:ext uri="{FF2B5EF4-FFF2-40B4-BE49-F238E27FC236}">
                                <a16:creationId xmlns:a16="http://schemas.microsoft.com/office/drawing/2014/main" id="{D8FD872E-19B4-466C-9304-5069BBF85C43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50" y="2679"/>
                            <a:ext cx="193" cy="215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15403" name="Group 12">
                <a:extLst>
                  <a:ext uri="{FF2B5EF4-FFF2-40B4-BE49-F238E27FC236}">
                    <a16:creationId xmlns:a16="http://schemas.microsoft.com/office/drawing/2014/main" id="{2AF7CBB7-5B60-40EF-B6BA-5EEB15CDFC3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848" y="2636"/>
                <a:ext cx="142" cy="244"/>
                <a:chOff x="4848" y="2636"/>
                <a:chExt cx="142" cy="244"/>
              </a:xfrm>
            </p:grpSpPr>
            <p:graphicFrame>
              <p:nvGraphicFramePr>
                <p:cNvPr id="15413" name="Object 13">
                  <a:extLst>
                    <a:ext uri="{FF2B5EF4-FFF2-40B4-BE49-F238E27FC236}">
                      <a16:creationId xmlns:a16="http://schemas.microsoft.com/office/drawing/2014/main" id="{B77C9391-2585-42C5-9346-D134CED15AB7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4848" y="2728"/>
                <a:ext cx="142" cy="15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23743" name="Equation" r:id="rId13" imgW="127080" imgH="135360" progId="Equation.3">
                        <p:embed/>
                      </p:oleObj>
                    </mc:Choice>
                    <mc:Fallback>
                      <p:oleObj name="Equation" r:id="rId13" imgW="127080" imgH="135360" progId="Equation.3">
                        <p:embed/>
                        <p:pic>
                          <p:nvPicPr>
                            <p:cNvPr id="15413" name="Object 13">
                              <a:extLst>
                                <a:ext uri="{FF2B5EF4-FFF2-40B4-BE49-F238E27FC236}">
                                  <a16:creationId xmlns:a16="http://schemas.microsoft.com/office/drawing/2014/main" id="{B77C9391-2585-42C5-9346-D134CED15AB7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848" y="2728"/>
                              <a:ext cx="142" cy="152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15414" name="Line 14">
                  <a:extLst>
                    <a:ext uri="{FF2B5EF4-FFF2-40B4-BE49-F238E27FC236}">
                      <a16:creationId xmlns:a16="http://schemas.microsoft.com/office/drawing/2014/main" id="{DF1F3E92-50C4-4BD4-A65C-5F49BDB2FE2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904" y="2636"/>
                  <a:ext cx="0" cy="61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2400" b="1">
                    <a:latin typeface="+mn-ea"/>
                  </a:endParaRPr>
                </a:p>
              </p:txBody>
            </p:sp>
          </p:grpSp>
          <p:sp>
            <p:nvSpPr>
              <p:cNvPr id="15404" name="Line 15">
                <a:extLst>
                  <a:ext uri="{FF2B5EF4-FFF2-40B4-BE49-F238E27FC236}">
                    <a16:creationId xmlns:a16="http://schemas.microsoft.com/office/drawing/2014/main" id="{0C2C617E-AF32-427E-865A-36172B2289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15" y="1339"/>
                <a:ext cx="387" cy="129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400" b="1">
                  <a:latin typeface="+mn-ea"/>
                </a:endParaRPr>
              </a:p>
            </p:txBody>
          </p:sp>
          <p:sp>
            <p:nvSpPr>
              <p:cNvPr id="15405" name="Line 16">
                <a:extLst>
                  <a:ext uri="{FF2B5EF4-FFF2-40B4-BE49-F238E27FC236}">
                    <a16:creationId xmlns:a16="http://schemas.microsoft.com/office/drawing/2014/main" id="{63D6B3D7-7E4D-460E-9677-9C3607D744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515" y="1339"/>
                <a:ext cx="2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400" b="1">
                  <a:latin typeface="+mn-ea"/>
                </a:endParaRPr>
              </a:p>
            </p:txBody>
          </p:sp>
          <p:sp>
            <p:nvSpPr>
              <p:cNvPr id="15406" name="Line 17">
                <a:extLst>
                  <a:ext uri="{FF2B5EF4-FFF2-40B4-BE49-F238E27FC236}">
                    <a16:creationId xmlns:a16="http://schemas.microsoft.com/office/drawing/2014/main" id="{3D6EF895-BC0B-4B07-9603-7E40B9F75F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515" y="2117"/>
                <a:ext cx="2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400" b="1">
                  <a:latin typeface="+mn-ea"/>
                </a:endParaRPr>
              </a:p>
            </p:txBody>
          </p:sp>
          <p:sp>
            <p:nvSpPr>
              <p:cNvPr id="15407" name="Line 18">
                <a:extLst>
                  <a:ext uri="{FF2B5EF4-FFF2-40B4-BE49-F238E27FC236}">
                    <a16:creationId xmlns:a16="http://schemas.microsoft.com/office/drawing/2014/main" id="{28D9099A-3EB5-4D10-9B70-B0CA4FAA29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12" y="1339"/>
                <a:ext cx="0" cy="778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400" b="1">
                  <a:latin typeface="+mn-ea"/>
                </a:endParaRPr>
              </a:p>
            </p:txBody>
          </p:sp>
          <p:sp>
            <p:nvSpPr>
              <p:cNvPr id="15408" name="Line 19">
                <a:extLst>
                  <a:ext uri="{FF2B5EF4-FFF2-40B4-BE49-F238E27FC236}">
                    <a16:creationId xmlns:a16="http://schemas.microsoft.com/office/drawing/2014/main" id="{C44135BF-314E-49CF-A555-3224AF2CCF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52" y="1339"/>
                <a:ext cx="0" cy="77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400" b="1">
                  <a:latin typeface="+mn-ea"/>
                </a:endParaRPr>
              </a:p>
            </p:txBody>
          </p:sp>
          <p:graphicFrame>
            <p:nvGraphicFramePr>
              <p:cNvPr id="15409" name="Object 20">
                <a:extLst>
                  <a:ext uri="{FF2B5EF4-FFF2-40B4-BE49-F238E27FC236}">
                    <a16:creationId xmlns:a16="http://schemas.microsoft.com/office/drawing/2014/main" id="{0992D0DC-7E75-4071-9D1C-FC117832E112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515" y="1764"/>
              <a:ext cx="151" cy="13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23744" name="Equation" r:id="rId15" imgW="152280" imgH="135360" progId="Equation.3">
                      <p:embed/>
                    </p:oleObj>
                  </mc:Choice>
                  <mc:Fallback>
                    <p:oleObj name="Equation" r:id="rId15" imgW="152280" imgH="135360" progId="Equation.3">
                      <p:embed/>
                      <p:pic>
                        <p:nvPicPr>
                          <p:cNvPr id="15409" name="Object 20">
                            <a:extLst>
                              <a:ext uri="{FF2B5EF4-FFF2-40B4-BE49-F238E27FC236}">
                                <a16:creationId xmlns:a16="http://schemas.microsoft.com/office/drawing/2014/main" id="{0992D0DC-7E75-4071-9D1C-FC117832E112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15" y="1764"/>
                            <a:ext cx="151" cy="137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5411" name="Line 22">
                <a:extLst>
                  <a:ext uri="{FF2B5EF4-FFF2-40B4-BE49-F238E27FC236}">
                    <a16:creationId xmlns:a16="http://schemas.microsoft.com/office/drawing/2014/main" id="{329564A5-2142-49DB-AE5F-289A2B973C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19" y="1339"/>
                <a:ext cx="232" cy="778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400" b="1">
                  <a:latin typeface="+mn-ea"/>
                </a:endParaRPr>
              </a:p>
            </p:txBody>
          </p:sp>
          <p:sp>
            <p:nvSpPr>
              <p:cNvPr id="15412" name="Oval 23">
                <a:extLst>
                  <a:ext uri="{FF2B5EF4-FFF2-40B4-BE49-F238E27FC236}">
                    <a16:creationId xmlns:a16="http://schemas.microsoft.com/office/drawing/2014/main" id="{9ECA6845-5C3D-4CFF-944D-B37F2EC789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93" y="1314"/>
                <a:ext cx="34" cy="34"/>
              </a:xfrm>
              <a:prstGeom prst="ellipse">
                <a:avLst/>
              </a:prstGeom>
              <a:solidFill>
                <a:schemeClr val="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 b="1">
                  <a:latin typeface="+mn-ea"/>
                  <a:ea typeface="+mn-ea"/>
                </a:endParaRPr>
              </a:p>
            </p:txBody>
          </p:sp>
        </p:grpSp>
        <p:sp>
          <p:nvSpPr>
            <p:cNvPr id="15392" name="Line 24">
              <a:extLst>
                <a:ext uri="{FF2B5EF4-FFF2-40B4-BE49-F238E27FC236}">
                  <a16:creationId xmlns:a16="http://schemas.microsoft.com/office/drawing/2014/main" id="{7494A248-876B-490F-9C6D-91D5077B200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34" y="2636"/>
              <a:ext cx="0" cy="6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 b="1" dirty="0">
                <a:latin typeface="+mn-ea"/>
              </a:endParaRPr>
            </a:p>
          </p:txBody>
        </p:sp>
        <p:graphicFrame>
          <p:nvGraphicFramePr>
            <p:cNvPr id="15393" name="Object 25">
              <a:extLst>
                <a:ext uri="{FF2B5EF4-FFF2-40B4-BE49-F238E27FC236}">
                  <a16:creationId xmlns:a16="http://schemas.microsoft.com/office/drawing/2014/main" id="{1A96E223-C21D-471D-8773-2BF862C5E25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940" y="2383"/>
            <a:ext cx="628" cy="2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3745" name="Equation" r:id="rId17" imgW="635040" imgH="194400" progId="Equation.3">
                    <p:embed/>
                  </p:oleObj>
                </mc:Choice>
                <mc:Fallback>
                  <p:oleObj name="Equation" r:id="rId17" imgW="635040" imgH="194400" progId="Equation.3">
                    <p:embed/>
                    <p:pic>
                      <p:nvPicPr>
                        <p:cNvPr id="15393" name="Object 25">
                          <a:extLst>
                            <a:ext uri="{FF2B5EF4-FFF2-40B4-BE49-F238E27FC236}">
                              <a16:creationId xmlns:a16="http://schemas.microsoft.com/office/drawing/2014/main" id="{1A96E223-C21D-471D-8773-2BF862C5E25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40" y="2383"/>
                          <a:ext cx="628" cy="20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94" name="Object 26">
              <a:extLst>
                <a:ext uri="{FF2B5EF4-FFF2-40B4-BE49-F238E27FC236}">
                  <a16:creationId xmlns:a16="http://schemas.microsoft.com/office/drawing/2014/main" id="{346A83AD-B52E-478E-BC12-268ADB4A167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472" y="2764"/>
            <a:ext cx="145" cy="1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3746" name="Equation" r:id="rId19" imgW="127080" imgH="135360" progId="Equation.3">
                    <p:embed/>
                  </p:oleObj>
                </mc:Choice>
                <mc:Fallback>
                  <p:oleObj name="Equation" r:id="rId19" imgW="127080" imgH="135360" progId="Equation.3">
                    <p:embed/>
                    <p:pic>
                      <p:nvPicPr>
                        <p:cNvPr id="15394" name="Object 26">
                          <a:extLst>
                            <a:ext uri="{FF2B5EF4-FFF2-40B4-BE49-F238E27FC236}">
                              <a16:creationId xmlns:a16="http://schemas.microsoft.com/office/drawing/2014/main" id="{346A83AD-B52E-478E-BC12-268ADB4A167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72" y="2764"/>
                          <a:ext cx="145" cy="15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5804" name="Object 28">
            <a:extLst>
              <a:ext uri="{FF2B5EF4-FFF2-40B4-BE49-F238E27FC236}">
                <a16:creationId xmlns:a16="http://schemas.microsoft.com/office/drawing/2014/main" id="{17B8C6F6-7751-4B27-8BEF-39C2C63F007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4373481"/>
              </p:ext>
            </p:extLst>
          </p:nvPr>
        </p:nvGraphicFramePr>
        <p:xfrm>
          <a:off x="3378200" y="2525713"/>
          <a:ext cx="10287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3747" name="Equation" r:id="rId21" imgW="1028520" imgH="736560" progId="Equation.DSMT4">
                  <p:embed/>
                </p:oleObj>
              </mc:Choice>
              <mc:Fallback>
                <p:oleObj name="Equation" r:id="rId21" imgW="1028520" imgH="736560" progId="Equation.DSMT4">
                  <p:embed/>
                  <p:pic>
                    <p:nvPicPr>
                      <p:cNvPr id="75804" name="Object 28">
                        <a:extLst>
                          <a:ext uri="{FF2B5EF4-FFF2-40B4-BE49-F238E27FC236}">
                            <a16:creationId xmlns:a16="http://schemas.microsoft.com/office/drawing/2014/main" id="{17B8C6F6-7751-4B27-8BEF-39C2C63F007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78200" y="2525713"/>
                        <a:ext cx="10287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806" name="Text Box 30">
            <a:extLst>
              <a:ext uri="{FF2B5EF4-FFF2-40B4-BE49-F238E27FC236}">
                <a16:creationId xmlns:a16="http://schemas.microsoft.com/office/drawing/2014/main" id="{39A17347-148A-468F-A327-6313719B23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6786" y="1846930"/>
            <a:ext cx="332213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  <a:cs typeface="Times New Roman" panose="02020603050405020304" pitchFamily="18" charset="0"/>
              </a:rPr>
              <a:t>当细棒很长时</a:t>
            </a:r>
            <a:r>
              <a:rPr kumimoji="1" lang="en-US" altLang="zh-CN" sz="2400" b="1" dirty="0">
                <a:latin typeface="+mn-ea"/>
                <a:ea typeface="+mn-ea"/>
                <a:cs typeface="Times New Roman" panose="02020603050405020304" pitchFamily="18" charset="0"/>
              </a:rPr>
              <a:t>,</a:t>
            </a:r>
            <a:r>
              <a:rPr kumimoji="1" lang="zh-CN" altLang="en-US" sz="2400" b="1" dirty="0">
                <a:latin typeface="+mn-ea"/>
                <a:ea typeface="+mn-ea"/>
                <a:cs typeface="Times New Roman" panose="02020603050405020304" pitchFamily="18" charset="0"/>
              </a:rPr>
              <a:t>可视</a:t>
            </a:r>
            <a:endParaRPr kumimoji="1" lang="en-US" altLang="zh-CN" sz="2400" b="1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75807" name="Text Box 31">
            <a:extLst>
              <a:ext uri="{FF2B5EF4-FFF2-40B4-BE49-F238E27FC236}">
                <a16:creationId xmlns:a16="http://schemas.microsoft.com/office/drawing/2014/main" id="{7C198E4C-6DCC-43E0-8C82-E430405686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6786" y="2611911"/>
            <a:ext cx="233364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此时引力大小为</a:t>
            </a:r>
          </a:p>
        </p:txBody>
      </p:sp>
      <p:sp>
        <p:nvSpPr>
          <p:cNvPr id="75808" name="Text Box 32">
            <a:extLst>
              <a:ext uri="{FF2B5EF4-FFF2-40B4-BE49-F238E27FC236}">
                <a16:creationId xmlns:a16="http://schemas.microsoft.com/office/drawing/2014/main" id="{7950B5A1-441A-40C4-BBE6-CE49AB4F3C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35" y="3420396"/>
            <a:ext cx="442915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方向与细棒垂直且指向细棒 </a:t>
            </a:r>
            <a:r>
              <a:rPr kumimoji="1" lang="en-US" altLang="zh-CN" sz="2400" b="1" dirty="0">
                <a:latin typeface="+mn-ea"/>
                <a:ea typeface="+mn-ea"/>
              </a:rPr>
              <a:t>.</a:t>
            </a:r>
          </a:p>
        </p:txBody>
      </p:sp>
      <p:sp>
        <p:nvSpPr>
          <p:cNvPr id="47" name="Text Box 30">
            <a:extLst>
              <a:ext uri="{FF2B5EF4-FFF2-40B4-BE49-F238E27FC236}">
                <a16:creationId xmlns:a16="http://schemas.microsoft.com/office/drawing/2014/main" id="{A228E36B-9CEB-4C9C-B5EC-651DF7A652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4270" y="1834993"/>
            <a:ext cx="157287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  <a:cs typeface="Times New Roman" panose="02020603050405020304" pitchFamily="18" charset="0"/>
              </a:rPr>
              <a:t>为无穷大</a:t>
            </a:r>
            <a:r>
              <a:rPr kumimoji="1" lang="en-US" altLang="zh-CN" sz="2400" b="1" dirty="0">
                <a:latin typeface="+mn-ea"/>
                <a:ea typeface="+mn-ea"/>
                <a:cs typeface="Times New Roman" panose="02020603050405020304" pitchFamily="18" charset="0"/>
              </a:rPr>
              <a:t>,</a:t>
            </a:r>
          </a:p>
        </p:txBody>
      </p:sp>
      <p:graphicFrame>
        <p:nvGraphicFramePr>
          <p:cNvPr id="48" name="Object 28">
            <a:extLst>
              <a:ext uri="{FF2B5EF4-FFF2-40B4-BE49-F238E27FC236}">
                <a16:creationId xmlns:a16="http://schemas.microsoft.com/office/drawing/2014/main" id="{436126C7-B686-4D47-A3C3-BBA10AD9F5CD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3919123" y="1960400"/>
          <a:ext cx="1270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3748" name="MathType 6.0 Equation" r:id="rId23" imgW="126720" imgH="279360" progId="Equation.DSMT4">
                  <p:embed/>
                </p:oleObj>
              </mc:Choice>
              <mc:Fallback>
                <p:oleObj name="MathType 6.0 Equation" r:id="rId23" imgW="126720" imgH="279360" progId="Equation.DSMT4">
                  <p:embed/>
                  <p:pic>
                    <p:nvPicPr>
                      <p:cNvPr id="48" name="Object 28">
                        <a:extLst>
                          <a:ext uri="{FF2B5EF4-FFF2-40B4-BE49-F238E27FC236}">
                            <a16:creationId xmlns:a16="http://schemas.microsoft.com/office/drawing/2014/main" id="{436126C7-B686-4D47-A3C3-BBA10AD9F5C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19123" y="1960400"/>
                        <a:ext cx="127000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" name="Text Box 12">
            <a:extLst>
              <a:ext uri="{FF2B5EF4-FFF2-40B4-BE49-F238E27FC236}">
                <a16:creationId xmlns:a16="http://schemas.microsoft.com/office/drawing/2014/main" id="{6D7E4AB9-8563-4BE3-9062-5283050D82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2806" y="650215"/>
            <a:ext cx="317722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棒对质点的引力大小</a:t>
            </a:r>
          </a:p>
        </p:txBody>
      </p:sp>
      <p:graphicFrame>
        <p:nvGraphicFramePr>
          <p:cNvPr id="36" name="Object 50">
            <a:extLst>
              <a:ext uri="{FF2B5EF4-FFF2-40B4-BE49-F238E27FC236}">
                <a16:creationId xmlns:a16="http://schemas.microsoft.com/office/drawing/2014/main" id="{38B71E19-BAD1-4E74-BCB1-ECC5905D1A6A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3209375" y="509232"/>
          <a:ext cx="3059112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3749" name="Equation" r:id="rId25" imgW="3060360" imgH="812520" progId="Equation.DSMT4">
                  <p:embed/>
                </p:oleObj>
              </mc:Choice>
              <mc:Fallback>
                <p:oleObj name="Equation" r:id="rId25" imgW="3060360" imgH="812520" progId="Equation.DSMT4">
                  <p:embed/>
                  <p:pic>
                    <p:nvPicPr>
                      <p:cNvPr id="36" name="Object 50">
                        <a:extLst>
                          <a:ext uri="{FF2B5EF4-FFF2-40B4-BE49-F238E27FC236}">
                            <a16:creationId xmlns:a16="http://schemas.microsoft.com/office/drawing/2014/main" id="{38B71E19-BAD1-4E74-BCB1-ECC5905D1A6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9375" y="509232"/>
                        <a:ext cx="3059112" cy="863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矩形 36">
            <a:extLst>
              <a:ext uri="{FF2B5EF4-FFF2-40B4-BE49-F238E27FC236}">
                <a16:creationId xmlns:a16="http://schemas.microsoft.com/office/drawing/2014/main" id="{BE91DCF4-6B27-4262-B877-0FB821286D97}"/>
              </a:ext>
            </a:extLst>
          </p:cNvPr>
          <p:cNvSpPr/>
          <p:nvPr/>
        </p:nvSpPr>
        <p:spPr bwMode="auto">
          <a:xfrm>
            <a:off x="7658173" y="3293666"/>
            <a:ext cx="194161" cy="77986"/>
          </a:xfrm>
          <a:prstGeom prst="rect">
            <a:avLst/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  <a:extLst/>
        </p:spPr>
        <p:txBody>
          <a:bodyPr rtlCol="0" anchor="ctr"/>
          <a:lstStyle/>
          <a:p>
            <a:pPr algn="l"/>
            <a:endParaRPr lang="zh-CN" altLang="en-US" sz="2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75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0"/>
                                        <p:tgtEl>
                                          <p:spTgt spid="75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000"/>
                                        <p:tgtEl>
                                          <p:spTgt spid="75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2000"/>
                                        <p:tgtEl>
                                          <p:spTgt spid="75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806" grpId="0" autoUpdateAnimBg="0"/>
      <p:bldP spid="75807" grpId="0" autoUpdateAnimBg="0"/>
      <p:bldP spid="75808" grpId="0" autoUpdateAnimBg="0"/>
      <p:bldP spid="47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A27A6959-7DBF-4A31-9427-BFFC4344295C}"/>
              </a:ext>
            </a:extLst>
          </p:cNvPr>
          <p:cNvSpPr txBox="1">
            <a:spLocks noChangeArrowheads="1"/>
          </p:cNvSpPr>
          <p:nvPr/>
        </p:nvSpPr>
        <p:spPr>
          <a:xfrm>
            <a:off x="868164" y="385792"/>
            <a:ext cx="681038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3366FF"/>
                </a:solidFill>
                <a:latin typeface="+mn-ea"/>
                <a:ea typeface="+mn-ea"/>
              </a:rPr>
              <a:t>例</a:t>
            </a:r>
            <a:r>
              <a:rPr lang="en-US" altLang="zh-CN" sz="2400" b="1" dirty="0">
                <a:solidFill>
                  <a:srgbClr val="3366FF"/>
                </a:solidFill>
                <a:latin typeface="+mn-ea"/>
                <a:ea typeface="+mn-ea"/>
              </a:rPr>
              <a:t>9</a:t>
            </a:r>
            <a:endParaRPr lang="en-US" altLang="zh-CN" sz="2400" b="1" i="1" dirty="0">
              <a:solidFill>
                <a:srgbClr val="3366FF"/>
              </a:solidFill>
              <a:latin typeface="+mn-ea"/>
              <a:ea typeface="+mn-ea"/>
            </a:endParaRP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7C886E7F-F826-427D-AE06-190CFD2CE1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2294" y="371525"/>
            <a:ext cx="764621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  <a:cs typeface="Times New Roman" panose="02020603050405020304" pitchFamily="18" charset="0"/>
              </a:rPr>
              <a:t>设星形线                    上每一点处的线密度                              </a:t>
            </a:r>
            <a:endParaRPr kumimoji="1" lang="en-US" altLang="zh-CN" sz="2400" b="1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CC79F290-6EA8-484C-A6B9-0742886CCF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752" y="1423374"/>
            <a:ext cx="835292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  <a:cs typeface="Times New Roman" panose="02020603050405020304" pitchFamily="18" charset="0"/>
              </a:rPr>
              <a:t>星形线的第一象限的弧段对质点的引力</a:t>
            </a:r>
            <a:r>
              <a:rPr kumimoji="1" lang="en-US" altLang="zh-CN" sz="2400" b="1" dirty="0">
                <a:latin typeface="+mn-ea"/>
                <a:ea typeface="+mn-ea"/>
                <a:cs typeface="Times New Roman" panose="02020603050405020304" pitchFamily="18" charset="0"/>
              </a:rPr>
              <a:t>.</a:t>
            </a:r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74AC0D53-6687-4DC9-90C3-EB7D1710C28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15816" y="385792"/>
          <a:ext cx="14224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4726" name="Equation" r:id="rId3" imgW="1422360" imgH="393480" progId="Equation.DSMT4">
                  <p:embed/>
                </p:oleObj>
              </mc:Choice>
              <mc:Fallback>
                <p:oleObj name="Equation" r:id="rId3" imgW="1422360" imgH="39348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74AC0D53-6687-4DC9-90C3-EB7D1710C28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915816" y="385792"/>
                        <a:ext cx="14224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78BD59D5-8DC5-4EB0-9558-16D42C7E7FC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79041" y="385792"/>
          <a:ext cx="13208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4727" name="Equation" r:id="rId5" imgW="1320480" imgH="406080" progId="Equation.DSMT4">
                  <p:embed/>
                </p:oleObj>
              </mc:Choice>
              <mc:Fallback>
                <p:oleObj name="Equation" r:id="rId5" imgW="1320480" imgH="40608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78BD59D5-8DC5-4EB0-9558-16D42C7E7FC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479041" y="385792"/>
                        <a:ext cx="13208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3">
            <a:extLst>
              <a:ext uri="{FF2B5EF4-FFF2-40B4-BE49-F238E27FC236}">
                <a16:creationId xmlns:a16="http://schemas.microsoft.com/office/drawing/2014/main" id="{7F6B016A-108A-4509-A7FB-8755BD269D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892082"/>
            <a:ext cx="878497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  <a:cs typeface="Times New Roman" panose="02020603050405020304" pitchFamily="18" charset="0"/>
              </a:rPr>
              <a:t>大小等于该点到原点距离的立方，在原点处有一单位质点，求                              </a:t>
            </a:r>
            <a:endParaRPr kumimoji="1" lang="en-US" altLang="zh-CN" sz="2400" b="1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6" name="Text Box 7">
            <a:extLst>
              <a:ext uri="{FF2B5EF4-FFF2-40B4-BE49-F238E27FC236}">
                <a16:creationId xmlns:a16="http://schemas.microsoft.com/office/drawing/2014/main" id="{F7686D7C-C453-40E2-A13A-4A389DF2F9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0928" y="2023123"/>
            <a:ext cx="62904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rgbClr val="3366FF"/>
                </a:solidFill>
                <a:latin typeface="+mn-ea"/>
                <a:ea typeface="+mn-ea"/>
              </a:rPr>
              <a:t>解</a:t>
            </a:r>
            <a:endParaRPr kumimoji="1" lang="en-US" altLang="zh-CN" sz="2400" b="1" dirty="0">
              <a:latin typeface="+mn-ea"/>
              <a:ea typeface="+mn-ea"/>
            </a:endParaRPr>
          </a:p>
        </p:txBody>
      </p:sp>
      <p:sp>
        <p:nvSpPr>
          <p:cNvPr id="27" name="Text Box 7">
            <a:extLst>
              <a:ext uri="{FF2B5EF4-FFF2-40B4-BE49-F238E27FC236}">
                <a16:creationId xmlns:a16="http://schemas.microsoft.com/office/drawing/2014/main" id="{9F60B1FA-B2C6-4D06-81AC-7780C7B556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0711" y="2038648"/>
            <a:ext cx="262688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建立坐标系如图</a:t>
            </a:r>
            <a:r>
              <a:rPr kumimoji="1" lang="en-US" altLang="zh-CN" sz="2400" b="1" dirty="0">
                <a:latin typeface="+mn-ea"/>
                <a:ea typeface="+mn-ea"/>
              </a:rPr>
              <a:t>.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48B3F703-ABF9-444B-861D-380C61F8B65B}"/>
              </a:ext>
            </a:extLst>
          </p:cNvPr>
          <p:cNvGrpSpPr/>
          <p:nvPr/>
        </p:nvGrpSpPr>
        <p:grpSpPr>
          <a:xfrm>
            <a:off x="887470" y="2556940"/>
            <a:ext cx="5247576" cy="461665"/>
            <a:chOff x="887470" y="2556940"/>
            <a:chExt cx="5247576" cy="461665"/>
          </a:xfrm>
        </p:grpSpPr>
        <p:sp>
          <p:nvSpPr>
            <p:cNvPr id="28" name="Text Box 7">
              <a:extLst>
                <a:ext uri="{FF2B5EF4-FFF2-40B4-BE49-F238E27FC236}">
                  <a16:creationId xmlns:a16="http://schemas.microsoft.com/office/drawing/2014/main" id="{CA38BD4C-6064-4D74-BE35-199497CEA1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7470" y="2556940"/>
              <a:ext cx="524757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latin typeface="+mn-ea"/>
                  <a:ea typeface="+mn-ea"/>
                </a:rPr>
                <a:t>在曲线上取一小段  ，近似看作质点</a:t>
              </a:r>
              <a:r>
                <a:rPr kumimoji="1" lang="en-US" altLang="zh-CN" sz="2400" b="1" dirty="0">
                  <a:latin typeface="+mn-ea"/>
                  <a:ea typeface="+mn-ea"/>
                </a:rPr>
                <a:t>.</a:t>
              </a:r>
            </a:p>
          </p:txBody>
        </p:sp>
        <p:graphicFrame>
          <p:nvGraphicFramePr>
            <p:cNvPr id="30" name="对象 29">
              <a:extLst>
                <a:ext uri="{FF2B5EF4-FFF2-40B4-BE49-F238E27FC236}">
                  <a16:creationId xmlns:a16="http://schemas.microsoft.com/office/drawing/2014/main" id="{19FC7E07-7139-49C7-AF4B-1A5C5C841DE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43417517"/>
                </p:ext>
              </p:extLst>
            </p:nvPr>
          </p:nvGraphicFramePr>
          <p:xfrm>
            <a:off x="3434931" y="2693798"/>
            <a:ext cx="3175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4728" name="Equation" r:id="rId7" imgW="317160" imgH="279360" progId="Equation.DSMT4">
                    <p:embed/>
                  </p:oleObj>
                </mc:Choice>
                <mc:Fallback>
                  <p:oleObj name="Equation" r:id="rId7" imgW="317160" imgH="279360" progId="Equation.DSMT4">
                    <p:embed/>
                    <p:pic>
                      <p:nvPicPr>
                        <p:cNvPr id="30" name="对象 29">
                          <a:extLst>
                            <a:ext uri="{FF2B5EF4-FFF2-40B4-BE49-F238E27FC236}">
                              <a16:creationId xmlns:a16="http://schemas.microsoft.com/office/drawing/2014/main" id="{19FC7E07-7139-49C7-AF4B-1A5C5C841DE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434931" y="2693798"/>
                          <a:ext cx="3175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1" name="Text Box 7">
            <a:extLst>
              <a:ext uri="{FF2B5EF4-FFF2-40B4-BE49-F238E27FC236}">
                <a16:creationId xmlns:a16="http://schemas.microsoft.com/office/drawing/2014/main" id="{475D1666-0BB5-4CC2-956C-A0057565EE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8042" y="3172214"/>
            <a:ext cx="262688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引力大小元素</a:t>
            </a:r>
            <a:endParaRPr kumimoji="1" lang="en-US" altLang="zh-CN" sz="2400" b="1" dirty="0">
              <a:solidFill>
                <a:srgbClr val="0064FF"/>
              </a:solidFill>
              <a:latin typeface="+mn-ea"/>
              <a:ea typeface="+mn-ea"/>
            </a:endParaRPr>
          </a:p>
        </p:txBody>
      </p:sp>
      <p:graphicFrame>
        <p:nvGraphicFramePr>
          <p:cNvPr id="32" name="Object 14">
            <a:extLst>
              <a:ext uri="{FF2B5EF4-FFF2-40B4-BE49-F238E27FC236}">
                <a16:creationId xmlns:a16="http://schemas.microsoft.com/office/drawing/2014/main" id="{4CA960D5-FD80-483A-9D55-B51E2D53460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9715929"/>
              </p:ext>
            </p:extLst>
          </p:nvPr>
        </p:nvGraphicFramePr>
        <p:xfrm>
          <a:off x="1780638" y="3554110"/>
          <a:ext cx="5383212" cy="1046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4729" name="Equation" r:id="rId9" imgW="5384520" imgH="1028520" progId="Equation.DSMT4">
                  <p:embed/>
                </p:oleObj>
              </mc:Choice>
              <mc:Fallback>
                <p:oleObj name="Equation" r:id="rId9" imgW="5384520" imgH="1028520" progId="Equation.DSMT4">
                  <p:embed/>
                  <p:pic>
                    <p:nvPicPr>
                      <p:cNvPr id="11" name="Object 14">
                        <a:extLst>
                          <a:ext uri="{FF2B5EF4-FFF2-40B4-BE49-F238E27FC236}">
                            <a16:creationId xmlns:a16="http://schemas.microsoft.com/office/drawing/2014/main" id="{6A4F36C1-D216-4EC6-95EE-4F8241D180C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0638" y="3554110"/>
                        <a:ext cx="5383212" cy="10461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组合 7">
            <a:extLst>
              <a:ext uri="{FF2B5EF4-FFF2-40B4-BE49-F238E27FC236}">
                <a16:creationId xmlns:a16="http://schemas.microsoft.com/office/drawing/2014/main" id="{424D8AA4-5DAF-4C2B-A697-CAE856CB95FB}"/>
              </a:ext>
            </a:extLst>
          </p:cNvPr>
          <p:cNvGrpSpPr/>
          <p:nvPr/>
        </p:nvGrpSpPr>
        <p:grpSpPr>
          <a:xfrm>
            <a:off x="6900576" y="1915176"/>
            <a:ext cx="1790772" cy="1221589"/>
            <a:chOff x="6723908" y="1566183"/>
            <a:chExt cx="1790772" cy="1221589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AC7ABC1E-E7B4-4D0E-96BA-813FAE54E578}"/>
                </a:ext>
              </a:extLst>
            </p:cNvPr>
            <p:cNvGrpSpPr/>
            <p:nvPr/>
          </p:nvGrpSpPr>
          <p:grpSpPr>
            <a:xfrm>
              <a:off x="6723908" y="1566183"/>
              <a:ext cx="1790772" cy="1221589"/>
              <a:chOff x="6732240" y="1567459"/>
              <a:chExt cx="1790772" cy="1221589"/>
            </a:xfrm>
          </p:grpSpPr>
          <p:grpSp>
            <p:nvGrpSpPr>
              <p:cNvPr id="29" name="组合 28">
                <a:extLst>
                  <a:ext uri="{FF2B5EF4-FFF2-40B4-BE49-F238E27FC236}">
                    <a16:creationId xmlns:a16="http://schemas.microsoft.com/office/drawing/2014/main" id="{BC3B50A6-7C2A-40D2-8F18-D420185EA795}"/>
                  </a:ext>
                </a:extLst>
              </p:cNvPr>
              <p:cNvGrpSpPr/>
              <p:nvPr/>
            </p:nvGrpSpPr>
            <p:grpSpPr>
              <a:xfrm>
                <a:off x="6732240" y="1567459"/>
                <a:ext cx="1790772" cy="1221589"/>
                <a:chOff x="6732240" y="1567459"/>
                <a:chExt cx="1790772" cy="1221589"/>
              </a:xfrm>
            </p:grpSpPr>
            <p:sp>
              <p:nvSpPr>
                <p:cNvPr id="13" name="Line 6">
                  <a:extLst>
                    <a:ext uri="{FF2B5EF4-FFF2-40B4-BE49-F238E27FC236}">
                      <a16:creationId xmlns:a16="http://schemas.microsoft.com/office/drawing/2014/main" id="{D1F17D5F-C6A4-47E6-93D3-FC2A99C1A66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7164288" y="1635646"/>
                  <a:ext cx="100" cy="115212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2400" b="1">
                    <a:latin typeface="+mn-ea"/>
                  </a:endParaRPr>
                </a:p>
              </p:txBody>
            </p:sp>
            <p:sp>
              <p:nvSpPr>
                <p:cNvPr id="14" name="Line 6">
                  <a:extLst>
                    <a:ext uri="{FF2B5EF4-FFF2-40B4-BE49-F238E27FC236}">
                      <a16:creationId xmlns:a16="http://schemas.microsoft.com/office/drawing/2014/main" id="{D2B6EF70-2208-4035-942D-3E88E72C9BA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6732240" y="2500313"/>
                  <a:ext cx="1440160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2400" b="1">
                    <a:latin typeface="+mn-ea"/>
                  </a:endParaRPr>
                </a:p>
              </p:txBody>
            </p:sp>
            <p:graphicFrame>
              <p:nvGraphicFramePr>
                <p:cNvPr id="15" name="对象 14">
                  <a:extLst>
                    <a:ext uri="{FF2B5EF4-FFF2-40B4-BE49-F238E27FC236}">
                      <a16:creationId xmlns:a16="http://schemas.microsoft.com/office/drawing/2014/main" id="{61279D04-5E80-4935-9C21-D96A9C3C154F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7192881" y="1612456"/>
                <a:ext cx="190500" cy="2413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24730" name="Equation" r:id="rId11" imgW="190440" imgH="241200" progId="Equation.DSMT4">
                        <p:embed/>
                      </p:oleObj>
                    </mc:Choice>
                    <mc:Fallback>
                      <p:oleObj name="Equation" r:id="rId11" imgW="190440" imgH="241200" progId="Equation.DSMT4">
                        <p:embed/>
                        <p:pic>
                          <p:nvPicPr>
                            <p:cNvPr id="15" name="对象 14">
                              <a:extLst>
                                <a:ext uri="{FF2B5EF4-FFF2-40B4-BE49-F238E27FC236}">
                                  <a16:creationId xmlns:a16="http://schemas.microsoft.com/office/drawing/2014/main" id="{61279D04-5E80-4935-9C21-D96A9C3C154F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12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7192881" y="1612456"/>
                              <a:ext cx="190500" cy="24130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6" name="对象 15">
                  <a:extLst>
                    <a:ext uri="{FF2B5EF4-FFF2-40B4-BE49-F238E27FC236}">
                      <a16:creationId xmlns:a16="http://schemas.microsoft.com/office/drawing/2014/main" id="{247906D8-B57F-48AC-A314-3DA00DBCCEFF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8083500" y="2598548"/>
                <a:ext cx="177800" cy="1905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24731" name="Equation" r:id="rId13" imgW="177480" imgH="190440" progId="Equation.DSMT4">
                        <p:embed/>
                      </p:oleObj>
                    </mc:Choice>
                    <mc:Fallback>
                      <p:oleObj name="Equation" r:id="rId13" imgW="177480" imgH="190440" progId="Equation.DSMT4">
                        <p:embed/>
                        <p:pic>
                          <p:nvPicPr>
                            <p:cNvPr id="16" name="对象 15">
                              <a:extLst>
                                <a:ext uri="{FF2B5EF4-FFF2-40B4-BE49-F238E27FC236}">
                                  <a16:creationId xmlns:a16="http://schemas.microsoft.com/office/drawing/2014/main" id="{247906D8-B57F-48AC-A314-3DA00DBCCEFF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14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8083500" y="2598548"/>
                              <a:ext cx="177800" cy="19050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7" name="对象 16">
                  <a:extLst>
                    <a:ext uri="{FF2B5EF4-FFF2-40B4-BE49-F238E27FC236}">
                      <a16:creationId xmlns:a16="http://schemas.microsoft.com/office/drawing/2014/main" id="{31828763-7A3B-4BE4-9584-1F2284751950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6888482" y="2477898"/>
                <a:ext cx="228600" cy="2413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24732" name="Equation" r:id="rId15" imgW="228600" imgH="241200" progId="Equation.DSMT4">
                        <p:embed/>
                      </p:oleObj>
                    </mc:Choice>
                    <mc:Fallback>
                      <p:oleObj name="Equation" r:id="rId15" imgW="228600" imgH="241200" progId="Equation.DSMT4">
                        <p:embed/>
                        <p:pic>
                          <p:nvPicPr>
                            <p:cNvPr id="17" name="对象 16">
                              <a:extLst>
                                <a:ext uri="{FF2B5EF4-FFF2-40B4-BE49-F238E27FC236}">
                                  <a16:creationId xmlns:a16="http://schemas.microsoft.com/office/drawing/2014/main" id="{31828763-7A3B-4BE4-9584-1F2284751950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16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6888482" y="2477898"/>
                              <a:ext cx="228600" cy="24130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20" name="弧形 19">
                  <a:extLst>
                    <a:ext uri="{FF2B5EF4-FFF2-40B4-BE49-F238E27FC236}">
                      <a16:creationId xmlns:a16="http://schemas.microsoft.com/office/drawing/2014/main" id="{08B0D199-A302-421C-A821-2C555AE05143}"/>
                    </a:ext>
                  </a:extLst>
                </p:cNvPr>
                <p:cNvSpPr/>
                <p:nvPr/>
              </p:nvSpPr>
              <p:spPr>
                <a:xfrm rot="11231860">
                  <a:off x="7170518" y="1567459"/>
                  <a:ext cx="1352494" cy="938027"/>
                </a:xfrm>
                <a:prstGeom prst="arc">
                  <a:avLst/>
                </a:prstGeom>
                <a:ln w="12700">
                  <a:solidFill>
                    <a:srgbClr val="3366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22" name="直接连接符 21">
                  <a:extLst>
                    <a:ext uri="{FF2B5EF4-FFF2-40B4-BE49-F238E27FC236}">
                      <a16:creationId xmlns:a16="http://schemas.microsoft.com/office/drawing/2014/main" id="{52CAAED0-BE99-4289-8B12-098CD17589AD}"/>
                    </a:ext>
                  </a:extLst>
                </p:cNvPr>
                <p:cNvCxnSpPr/>
                <p:nvPr/>
              </p:nvCxnSpPr>
              <p:spPr>
                <a:xfrm>
                  <a:off x="7252677" y="2217950"/>
                  <a:ext cx="140311" cy="144016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aphicFrame>
              <p:nvGraphicFramePr>
                <p:cNvPr id="23" name="对象 22">
                  <a:extLst>
                    <a:ext uri="{FF2B5EF4-FFF2-40B4-BE49-F238E27FC236}">
                      <a16:creationId xmlns:a16="http://schemas.microsoft.com/office/drawing/2014/main" id="{17BB4BC7-B870-468E-B28F-B6DD5BC0F3A8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617739146"/>
                    </p:ext>
                  </p:extLst>
                </p:nvPr>
              </p:nvGraphicFramePr>
              <p:xfrm>
                <a:off x="7490594" y="2169634"/>
                <a:ext cx="266700" cy="2540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24733" name="Equation" r:id="rId17" imgW="266400" imgH="253800" progId="Equation.DSMT4">
                        <p:embed/>
                      </p:oleObj>
                    </mc:Choice>
                    <mc:Fallback>
                      <p:oleObj name="Equation" r:id="rId17" imgW="266400" imgH="253800" progId="Equation.DSMT4">
                        <p:embed/>
                        <p:pic>
                          <p:nvPicPr>
                            <p:cNvPr id="23" name="对象 22">
                              <a:extLst>
                                <a:ext uri="{FF2B5EF4-FFF2-40B4-BE49-F238E27FC236}">
                                  <a16:creationId xmlns:a16="http://schemas.microsoft.com/office/drawing/2014/main" id="{17BB4BC7-B870-468E-B28F-B6DD5BC0F3A8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18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7490594" y="2169634"/>
                              <a:ext cx="266700" cy="25400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4" name="对象 23">
                  <a:extLst>
                    <a:ext uri="{FF2B5EF4-FFF2-40B4-BE49-F238E27FC236}">
                      <a16:creationId xmlns:a16="http://schemas.microsoft.com/office/drawing/2014/main" id="{F4A870FD-B246-44E3-B023-A2108C8BD846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7645312" y="2543411"/>
                <a:ext cx="177800" cy="1905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24734" name="Equation" r:id="rId19" imgW="177480" imgH="190440" progId="Equation.DSMT4">
                        <p:embed/>
                      </p:oleObj>
                    </mc:Choice>
                    <mc:Fallback>
                      <p:oleObj name="Equation" r:id="rId19" imgW="177480" imgH="190440" progId="Equation.DSMT4">
                        <p:embed/>
                        <p:pic>
                          <p:nvPicPr>
                            <p:cNvPr id="24" name="对象 23">
                              <a:extLst>
                                <a:ext uri="{FF2B5EF4-FFF2-40B4-BE49-F238E27FC236}">
                                  <a16:creationId xmlns:a16="http://schemas.microsoft.com/office/drawing/2014/main" id="{F4A870FD-B246-44E3-B023-A2108C8BD846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20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7645312" y="2543411"/>
                              <a:ext cx="177800" cy="19050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5" name="对象 24">
                  <a:extLst>
                    <a:ext uri="{FF2B5EF4-FFF2-40B4-BE49-F238E27FC236}">
                      <a16:creationId xmlns:a16="http://schemas.microsoft.com/office/drawing/2014/main" id="{59FECC61-4DF5-40F7-BE9D-9A98F1E42778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7002782" y="1922468"/>
                <a:ext cx="177800" cy="1905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24735" name="Equation" r:id="rId21" imgW="177480" imgH="190440" progId="Equation.DSMT4">
                        <p:embed/>
                      </p:oleObj>
                    </mc:Choice>
                    <mc:Fallback>
                      <p:oleObj name="Equation" r:id="rId21" imgW="177480" imgH="190440" progId="Equation.DSMT4">
                        <p:embed/>
                        <p:pic>
                          <p:nvPicPr>
                            <p:cNvPr id="25" name="对象 24">
                              <a:extLst>
                                <a:ext uri="{FF2B5EF4-FFF2-40B4-BE49-F238E27FC236}">
                                  <a16:creationId xmlns:a16="http://schemas.microsoft.com/office/drawing/2014/main" id="{59FECC61-4DF5-40F7-BE9D-9A98F1E42778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20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7002782" y="1922468"/>
                              <a:ext cx="177800" cy="19050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cxnSp>
            <p:nvCxnSpPr>
              <p:cNvPr id="6" name="直接箭头连接符 5">
                <a:extLst>
                  <a:ext uri="{FF2B5EF4-FFF2-40B4-BE49-F238E27FC236}">
                    <a16:creationId xmlns:a16="http://schemas.microsoft.com/office/drawing/2014/main" id="{CD72A978-1361-4A2B-B921-79508657B69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164288" y="2348182"/>
                <a:ext cx="158544" cy="158146"/>
              </a:xfrm>
              <a:prstGeom prst="straightConnector1">
                <a:avLst/>
              </a:prstGeom>
              <a:ln w="15875">
                <a:solidFill>
                  <a:srgbClr val="0064F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28345D6C-1263-4AD7-9F31-ED34BDE4996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78939099"/>
                </p:ext>
              </p:extLst>
            </p:nvPr>
          </p:nvGraphicFramePr>
          <p:xfrm>
            <a:off x="7245788" y="1971106"/>
            <a:ext cx="584200" cy="304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4736" name="Equation" r:id="rId22" imgW="583920" imgH="304560" progId="Equation.DSMT4">
                    <p:embed/>
                  </p:oleObj>
                </mc:Choice>
                <mc:Fallback>
                  <p:oleObj name="Equation" r:id="rId22" imgW="583920" imgH="3045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7245788" y="1971106"/>
                          <a:ext cx="584200" cy="304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64114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3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Box 7">
            <a:extLst>
              <a:ext uri="{FF2B5EF4-FFF2-40B4-BE49-F238E27FC236}">
                <a16:creationId xmlns:a16="http://schemas.microsoft.com/office/drawing/2014/main" id="{6499CDBC-591A-48E0-989F-15C98C59FC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552" y="195486"/>
            <a:ext cx="262688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引力大小元素</a:t>
            </a:r>
            <a:endParaRPr kumimoji="1" lang="en-US" altLang="zh-CN" sz="2400" b="1" dirty="0">
              <a:solidFill>
                <a:srgbClr val="0064FF"/>
              </a:solidFill>
              <a:latin typeface="+mn-ea"/>
              <a:ea typeface="+mn-ea"/>
            </a:endParaRPr>
          </a:p>
        </p:txBody>
      </p:sp>
      <p:graphicFrame>
        <p:nvGraphicFramePr>
          <p:cNvPr id="16" name="Object 14">
            <a:extLst>
              <a:ext uri="{FF2B5EF4-FFF2-40B4-BE49-F238E27FC236}">
                <a16:creationId xmlns:a16="http://schemas.microsoft.com/office/drawing/2014/main" id="{5B1DE80C-A4DB-4925-8E54-C6D50D6999A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7449281"/>
              </p:ext>
            </p:extLst>
          </p:nvPr>
        </p:nvGraphicFramePr>
        <p:xfrm>
          <a:off x="1216674" y="381061"/>
          <a:ext cx="5383212" cy="1046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738" name="Equation" r:id="rId3" imgW="5384520" imgH="1028520" progId="Equation.DSMT4">
                  <p:embed/>
                </p:oleObj>
              </mc:Choice>
              <mc:Fallback>
                <p:oleObj name="Equation" r:id="rId3" imgW="5384520" imgH="1028520" progId="Equation.DSMT4">
                  <p:embed/>
                  <p:pic>
                    <p:nvPicPr>
                      <p:cNvPr id="32" name="Object 14">
                        <a:extLst>
                          <a:ext uri="{FF2B5EF4-FFF2-40B4-BE49-F238E27FC236}">
                            <a16:creationId xmlns:a16="http://schemas.microsoft.com/office/drawing/2014/main" id="{4CA960D5-FD80-483A-9D55-B51E2D53460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6674" y="381061"/>
                        <a:ext cx="5383212" cy="10461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 Box 7">
            <a:extLst>
              <a:ext uri="{FF2B5EF4-FFF2-40B4-BE49-F238E27FC236}">
                <a16:creationId xmlns:a16="http://schemas.microsoft.com/office/drawing/2014/main" id="{8592C7E6-7369-440F-9A28-A4A4D58611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738" y="1471932"/>
            <a:ext cx="285212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水平方向分力元素</a:t>
            </a:r>
            <a:endParaRPr kumimoji="1" lang="en-US" altLang="zh-CN" sz="2400" b="1" dirty="0">
              <a:solidFill>
                <a:srgbClr val="0064FF"/>
              </a:solidFill>
              <a:latin typeface="+mn-ea"/>
              <a:ea typeface="+mn-ea"/>
            </a:endParaRPr>
          </a:p>
        </p:txBody>
      </p:sp>
      <p:graphicFrame>
        <p:nvGraphicFramePr>
          <p:cNvPr id="18" name="Object 14">
            <a:extLst>
              <a:ext uri="{FF2B5EF4-FFF2-40B4-BE49-F238E27FC236}">
                <a16:creationId xmlns:a16="http://schemas.microsoft.com/office/drawing/2014/main" id="{310251E8-60FD-48EC-BFE0-F4D9128714A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805400"/>
              </p:ext>
            </p:extLst>
          </p:nvPr>
        </p:nvGraphicFramePr>
        <p:xfrm>
          <a:off x="1334149" y="1878073"/>
          <a:ext cx="4419600" cy="1138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739" name="Equation" r:id="rId5" imgW="4419360" imgH="1117440" progId="Equation.DSMT4">
                  <p:embed/>
                </p:oleObj>
              </mc:Choice>
              <mc:Fallback>
                <p:oleObj name="Equation" r:id="rId5" imgW="4419360" imgH="1117440" progId="Equation.DSMT4">
                  <p:embed/>
                  <p:pic>
                    <p:nvPicPr>
                      <p:cNvPr id="16" name="Object 14">
                        <a:extLst>
                          <a:ext uri="{FF2B5EF4-FFF2-40B4-BE49-F238E27FC236}">
                            <a16:creationId xmlns:a16="http://schemas.microsoft.com/office/drawing/2014/main" id="{5B1DE80C-A4DB-4925-8E54-C6D50D6999A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4149" y="1878073"/>
                        <a:ext cx="4419600" cy="1138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" name="组合 18">
            <a:extLst>
              <a:ext uri="{FF2B5EF4-FFF2-40B4-BE49-F238E27FC236}">
                <a16:creationId xmlns:a16="http://schemas.microsoft.com/office/drawing/2014/main" id="{C81190E4-3BBC-42CD-A0BE-D2F8944F5646}"/>
              </a:ext>
            </a:extLst>
          </p:cNvPr>
          <p:cNvGrpSpPr/>
          <p:nvPr/>
        </p:nvGrpSpPr>
        <p:grpSpPr>
          <a:xfrm>
            <a:off x="6707094" y="1275731"/>
            <a:ext cx="1790772" cy="1221589"/>
            <a:chOff x="6723908" y="1566183"/>
            <a:chExt cx="1790772" cy="1221589"/>
          </a:xfrm>
        </p:grpSpPr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46E43CE5-CC3B-4D9E-B62C-D190FD66801C}"/>
                </a:ext>
              </a:extLst>
            </p:cNvPr>
            <p:cNvGrpSpPr/>
            <p:nvPr/>
          </p:nvGrpSpPr>
          <p:grpSpPr>
            <a:xfrm>
              <a:off x="6723908" y="1566183"/>
              <a:ext cx="1790772" cy="1221589"/>
              <a:chOff x="6732240" y="1567459"/>
              <a:chExt cx="1790772" cy="1221589"/>
            </a:xfrm>
          </p:grpSpPr>
          <p:grpSp>
            <p:nvGrpSpPr>
              <p:cNvPr id="22" name="组合 21">
                <a:extLst>
                  <a:ext uri="{FF2B5EF4-FFF2-40B4-BE49-F238E27FC236}">
                    <a16:creationId xmlns:a16="http://schemas.microsoft.com/office/drawing/2014/main" id="{CAFA6CFC-1E5C-401A-BACD-15DE8DD91F81}"/>
                  </a:ext>
                </a:extLst>
              </p:cNvPr>
              <p:cNvGrpSpPr/>
              <p:nvPr/>
            </p:nvGrpSpPr>
            <p:grpSpPr>
              <a:xfrm>
                <a:off x="6732240" y="1567459"/>
                <a:ext cx="1790772" cy="1221589"/>
                <a:chOff x="6732240" y="1567459"/>
                <a:chExt cx="1790772" cy="1221589"/>
              </a:xfrm>
            </p:grpSpPr>
            <p:sp>
              <p:nvSpPr>
                <p:cNvPr id="24" name="Line 6">
                  <a:extLst>
                    <a:ext uri="{FF2B5EF4-FFF2-40B4-BE49-F238E27FC236}">
                      <a16:creationId xmlns:a16="http://schemas.microsoft.com/office/drawing/2014/main" id="{285FA83F-6C89-43F2-ADD8-5F074FE8F3D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7164288" y="1635646"/>
                  <a:ext cx="100" cy="115212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2400" b="1">
                    <a:latin typeface="+mn-ea"/>
                  </a:endParaRPr>
                </a:p>
              </p:txBody>
            </p:sp>
            <p:sp>
              <p:nvSpPr>
                <p:cNvPr id="25" name="Line 6">
                  <a:extLst>
                    <a:ext uri="{FF2B5EF4-FFF2-40B4-BE49-F238E27FC236}">
                      <a16:creationId xmlns:a16="http://schemas.microsoft.com/office/drawing/2014/main" id="{BB34015E-F16B-4E84-AEDB-E814606D4B2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6732240" y="2500313"/>
                  <a:ext cx="1440160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2400" b="1">
                    <a:latin typeface="+mn-ea"/>
                  </a:endParaRPr>
                </a:p>
              </p:txBody>
            </p:sp>
            <p:graphicFrame>
              <p:nvGraphicFramePr>
                <p:cNvPr id="26" name="对象 25">
                  <a:extLst>
                    <a:ext uri="{FF2B5EF4-FFF2-40B4-BE49-F238E27FC236}">
                      <a16:creationId xmlns:a16="http://schemas.microsoft.com/office/drawing/2014/main" id="{52B20D3C-01B3-49BA-ACD0-05B8EB0DF801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7192881" y="1612456"/>
                <a:ext cx="190500" cy="2413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25740" name="Equation" r:id="rId7" imgW="190440" imgH="241200" progId="Equation.DSMT4">
                        <p:embed/>
                      </p:oleObj>
                    </mc:Choice>
                    <mc:Fallback>
                      <p:oleObj name="Equation" r:id="rId7" imgW="190440" imgH="241200" progId="Equation.DSMT4">
                        <p:embed/>
                        <p:pic>
                          <p:nvPicPr>
                            <p:cNvPr id="15" name="对象 14">
                              <a:extLst>
                                <a:ext uri="{FF2B5EF4-FFF2-40B4-BE49-F238E27FC236}">
                                  <a16:creationId xmlns:a16="http://schemas.microsoft.com/office/drawing/2014/main" id="{61279D04-5E80-4935-9C21-D96A9C3C154F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8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7192881" y="1612456"/>
                              <a:ext cx="190500" cy="24130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7" name="对象 26">
                  <a:extLst>
                    <a:ext uri="{FF2B5EF4-FFF2-40B4-BE49-F238E27FC236}">
                      <a16:creationId xmlns:a16="http://schemas.microsoft.com/office/drawing/2014/main" id="{63519533-D73F-44F4-A5BE-3B40850D3011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8083500" y="2598548"/>
                <a:ext cx="177800" cy="1905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25741" name="Equation" r:id="rId9" imgW="177480" imgH="190440" progId="Equation.DSMT4">
                        <p:embed/>
                      </p:oleObj>
                    </mc:Choice>
                    <mc:Fallback>
                      <p:oleObj name="Equation" r:id="rId9" imgW="177480" imgH="190440" progId="Equation.DSMT4">
                        <p:embed/>
                        <p:pic>
                          <p:nvPicPr>
                            <p:cNvPr id="16" name="对象 15">
                              <a:extLst>
                                <a:ext uri="{FF2B5EF4-FFF2-40B4-BE49-F238E27FC236}">
                                  <a16:creationId xmlns:a16="http://schemas.microsoft.com/office/drawing/2014/main" id="{247906D8-B57F-48AC-A314-3DA00DBCCEFF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10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8083500" y="2598548"/>
                              <a:ext cx="177800" cy="19050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8" name="对象 27">
                  <a:extLst>
                    <a:ext uri="{FF2B5EF4-FFF2-40B4-BE49-F238E27FC236}">
                      <a16:creationId xmlns:a16="http://schemas.microsoft.com/office/drawing/2014/main" id="{7BF8DA80-1ECB-40DA-A607-47F96ABCC291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6888482" y="2477898"/>
                <a:ext cx="228600" cy="2413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25742" name="Equation" r:id="rId11" imgW="228600" imgH="241200" progId="Equation.DSMT4">
                        <p:embed/>
                      </p:oleObj>
                    </mc:Choice>
                    <mc:Fallback>
                      <p:oleObj name="Equation" r:id="rId11" imgW="228600" imgH="241200" progId="Equation.DSMT4">
                        <p:embed/>
                        <p:pic>
                          <p:nvPicPr>
                            <p:cNvPr id="17" name="对象 16">
                              <a:extLst>
                                <a:ext uri="{FF2B5EF4-FFF2-40B4-BE49-F238E27FC236}">
                                  <a16:creationId xmlns:a16="http://schemas.microsoft.com/office/drawing/2014/main" id="{31828763-7A3B-4BE4-9584-1F2284751950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12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6888482" y="2477898"/>
                              <a:ext cx="228600" cy="24130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29" name="弧形 28">
                  <a:extLst>
                    <a:ext uri="{FF2B5EF4-FFF2-40B4-BE49-F238E27FC236}">
                      <a16:creationId xmlns:a16="http://schemas.microsoft.com/office/drawing/2014/main" id="{6522091E-5F48-4EEC-AF3C-30FBCCD75176}"/>
                    </a:ext>
                  </a:extLst>
                </p:cNvPr>
                <p:cNvSpPr/>
                <p:nvPr/>
              </p:nvSpPr>
              <p:spPr>
                <a:xfrm rot="11231860">
                  <a:off x="7170518" y="1567459"/>
                  <a:ext cx="1352494" cy="938027"/>
                </a:xfrm>
                <a:prstGeom prst="arc">
                  <a:avLst/>
                </a:prstGeom>
                <a:ln w="12700">
                  <a:solidFill>
                    <a:srgbClr val="3366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30" name="直接连接符 29">
                  <a:extLst>
                    <a:ext uri="{FF2B5EF4-FFF2-40B4-BE49-F238E27FC236}">
                      <a16:creationId xmlns:a16="http://schemas.microsoft.com/office/drawing/2014/main" id="{9115CC07-917C-4764-8EA4-F3242F7B3780}"/>
                    </a:ext>
                  </a:extLst>
                </p:cNvPr>
                <p:cNvCxnSpPr/>
                <p:nvPr/>
              </p:nvCxnSpPr>
              <p:spPr>
                <a:xfrm>
                  <a:off x="7252677" y="2217950"/>
                  <a:ext cx="140311" cy="144016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aphicFrame>
              <p:nvGraphicFramePr>
                <p:cNvPr id="31" name="对象 30">
                  <a:extLst>
                    <a:ext uri="{FF2B5EF4-FFF2-40B4-BE49-F238E27FC236}">
                      <a16:creationId xmlns:a16="http://schemas.microsoft.com/office/drawing/2014/main" id="{A46AAFA2-74C7-4CE0-8677-E82F01A5B15D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918015395"/>
                    </p:ext>
                  </p:extLst>
                </p:nvPr>
              </p:nvGraphicFramePr>
              <p:xfrm>
                <a:off x="7490594" y="2169634"/>
                <a:ext cx="266700" cy="2540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25743" name="Equation" r:id="rId13" imgW="266400" imgH="253800" progId="Equation.DSMT4">
                        <p:embed/>
                      </p:oleObj>
                    </mc:Choice>
                    <mc:Fallback>
                      <p:oleObj name="Equation" r:id="rId13" imgW="266400" imgH="253800" progId="Equation.DSMT4">
                        <p:embed/>
                        <p:pic>
                          <p:nvPicPr>
                            <p:cNvPr id="23" name="对象 22">
                              <a:extLst>
                                <a:ext uri="{FF2B5EF4-FFF2-40B4-BE49-F238E27FC236}">
                                  <a16:creationId xmlns:a16="http://schemas.microsoft.com/office/drawing/2014/main" id="{17BB4BC7-B870-468E-B28F-B6DD5BC0F3A8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14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7490594" y="2169634"/>
                              <a:ext cx="266700" cy="25400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32" name="对象 31">
                  <a:extLst>
                    <a:ext uri="{FF2B5EF4-FFF2-40B4-BE49-F238E27FC236}">
                      <a16:creationId xmlns:a16="http://schemas.microsoft.com/office/drawing/2014/main" id="{008A664D-4708-47AC-A482-E87032EC3822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7645312" y="2543411"/>
                <a:ext cx="177800" cy="1905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25744" name="Equation" r:id="rId15" imgW="177480" imgH="190440" progId="Equation.DSMT4">
                        <p:embed/>
                      </p:oleObj>
                    </mc:Choice>
                    <mc:Fallback>
                      <p:oleObj name="Equation" r:id="rId15" imgW="177480" imgH="190440" progId="Equation.DSMT4">
                        <p:embed/>
                        <p:pic>
                          <p:nvPicPr>
                            <p:cNvPr id="24" name="对象 23">
                              <a:extLst>
                                <a:ext uri="{FF2B5EF4-FFF2-40B4-BE49-F238E27FC236}">
                                  <a16:creationId xmlns:a16="http://schemas.microsoft.com/office/drawing/2014/main" id="{F4A870FD-B246-44E3-B023-A2108C8BD846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16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7645312" y="2543411"/>
                              <a:ext cx="177800" cy="19050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33" name="对象 32">
                  <a:extLst>
                    <a:ext uri="{FF2B5EF4-FFF2-40B4-BE49-F238E27FC236}">
                      <a16:creationId xmlns:a16="http://schemas.microsoft.com/office/drawing/2014/main" id="{89C35FD6-3E0A-433D-8FF8-598EF8F197F5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7002782" y="1922468"/>
                <a:ext cx="177800" cy="1905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25745" name="Equation" r:id="rId17" imgW="177480" imgH="190440" progId="Equation.DSMT4">
                        <p:embed/>
                      </p:oleObj>
                    </mc:Choice>
                    <mc:Fallback>
                      <p:oleObj name="Equation" r:id="rId17" imgW="177480" imgH="190440" progId="Equation.DSMT4">
                        <p:embed/>
                        <p:pic>
                          <p:nvPicPr>
                            <p:cNvPr id="25" name="对象 24">
                              <a:extLst>
                                <a:ext uri="{FF2B5EF4-FFF2-40B4-BE49-F238E27FC236}">
                                  <a16:creationId xmlns:a16="http://schemas.microsoft.com/office/drawing/2014/main" id="{59FECC61-4DF5-40F7-BE9D-9A98F1E42778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16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7002782" y="1922468"/>
                              <a:ext cx="177800" cy="19050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cxnSp>
            <p:nvCxnSpPr>
              <p:cNvPr id="23" name="直接箭头连接符 22">
                <a:extLst>
                  <a:ext uri="{FF2B5EF4-FFF2-40B4-BE49-F238E27FC236}">
                    <a16:creationId xmlns:a16="http://schemas.microsoft.com/office/drawing/2014/main" id="{72F984BC-FA4B-4D67-8956-20004FDFFE3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164288" y="2348182"/>
                <a:ext cx="158544" cy="158146"/>
              </a:xfrm>
              <a:prstGeom prst="straightConnector1">
                <a:avLst/>
              </a:prstGeom>
              <a:ln w="15875">
                <a:solidFill>
                  <a:srgbClr val="0064F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aphicFrame>
          <p:nvGraphicFramePr>
            <p:cNvPr id="21" name="对象 20">
              <a:extLst>
                <a:ext uri="{FF2B5EF4-FFF2-40B4-BE49-F238E27FC236}">
                  <a16:creationId xmlns:a16="http://schemas.microsoft.com/office/drawing/2014/main" id="{D0A45AB7-4074-4BA7-98CC-37DF7996DCF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98087556"/>
                </p:ext>
              </p:extLst>
            </p:nvPr>
          </p:nvGraphicFramePr>
          <p:xfrm>
            <a:off x="7245788" y="1971106"/>
            <a:ext cx="584200" cy="304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5746" name="Equation" r:id="rId18" imgW="583920" imgH="304560" progId="Equation.DSMT4">
                    <p:embed/>
                  </p:oleObj>
                </mc:Choice>
                <mc:Fallback>
                  <p:oleObj name="Equation" r:id="rId18" imgW="583920" imgH="304560" progId="Equation.DSMT4">
                    <p:embed/>
                    <p:pic>
                      <p:nvPicPr>
                        <p:cNvPr id="7" name="对象 6">
                          <a:extLst>
                            <a:ext uri="{FF2B5EF4-FFF2-40B4-BE49-F238E27FC236}">
                              <a16:creationId xmlns:a16="http://schemas.microsoft.com/office/drawing/2014/main" id="{28345D6C-1263-4AD7-9F31-ED34BDE4996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7245788" y="1971106"/>
                          <a:ext cx="584200" cy="304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4" name="对象 33">
            <a:extLst>
              <a:ext uri="{FF2B5EF4-FFF2-40B4-BE49-F238E27FC236}">
                <a16:creationId xmlns:a16="http://schemas.microsoft.com/office/drawing/2014/main" id="{B1FAB6AD-1980-419E-B662-DE2E4C50537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332818"/>
              </p:ext>
            </p:extLst>
          </p:nvPr>
        </p:nvGraphicFramePr>
        <p:xfrm>
          <a:off x="1852996" y="3422452"/>
          <a:ext cx="9017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747" name="Equation" r:id="rId20" imgW="901440" imgH="279360" progId="Equation.DSMT4">
                  <p:embed/>
                </p:oleObj>
              </mc:Choice>
              <mc:Fallback>
                <p:oleObj name="Equation" r:id="rId20" imgW="90144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852996" y="3422452"/>
                        <a:ext cx="9017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对象 34">
            <a:extLst>
              <a:ext uri="{FF2B5EF4-FFF2-40B4-BE49-F238E27FC236}">
                <a16:creationId xmlns:a16="http://schemas.microsoft.com/office/drawing/2014/main" id="{656F28DF-1601-4EF6-BEE8-21BA53ED37D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5950903"/>
              </p:ext>
            </p:extLst>
          </p:nvPr>
        </p:nvGraphicFramePr>
        <p:xfrm>
          <a:off x="2699399" y="3314761"/>
          <a:ext cx="35306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748" name="Equation" r:id="rId22" imgW="3530520" imgH="495000" progId="Equation.DSMT4">
                  <p:embed/>
                </p:oleObj>
              </mc:Choice>
              <mc:Fallback>
                <p:oleObj name="Equation" r:id="rId22" imgW="3530520" imgH="495000" progId="Equation.DSMT4">
                  <p:embed/>
                  <p:pic>
                    <p:nvPicPr>
                      <p:cNvPr id="34" name="对象 33">
                        <a:extLst>
                          <a:ext uri="{FF2B5EF4-FFF2-40B4-BE49-F238E27FC236}">
                            <a16:creationId xmlns:a16="http://schemas.microsoft.com/office/drawing/2014/main" id="{B1FAB6AD-1980-419E-B662-DE2E4C50537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2699399" y="3314761"/>
                        <a:ext cx="3530600" cy="495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对象 35">
            <a:extLst>
              <a:ext uri="{FF2B5EF4-FFF2-40B4-BE49-F238E27FC236}">
                <a16:creationId xmlns:a16="http://schemas.microsoft.com/office/drawing/2014/main" id="{D12C2C6C-2DF5-4915-9DE3-C1161B8F05B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1524781"/>
              </p:ext>
            </p:extLst>
          </p:nvPr>
        </p:nvGraphicFramePr>
        <p:xfrm>
          <a:off x="1873495" y="4107993"/>
          <a:ext cx="2451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749" name="Equation" r:id="rId24" imgW="2450880" imgH="393480" progId="Equation.DSMT4">
                  <p:embed/>
                </p:oleObj>
              </mc:Choice>
              <mc:Fallback>
                <p:oleObj name="Equation" r:id="rId24" imgW="245088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1873495" y="4107993"/>
                        <a:ext cx="24511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31069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A84019CD-1B60-4C7F-AC4A-4DCEE1E382E5}"/>
              </a:ext>
            </a:extLst>
          </p:cNvPr>
          <p:cNvGrpSpPr/>
          <p:nvPr/>
        </p:nvGrpSpPr>
        <p:grpSpPr>
          <a:xfrm>
            <a:off x="6731185" y="1276257"/>
            <a:ext cx="1790772" cy="1221589"/>
            <a:chOff x="6723908" y="1566183"/>
            <a:chExt cx="1790772" cy="1221589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8EE1DA53-5611-4C80-93F3-7546A519695F}"/>
                </a:ext>
              </a:extLst>
            </p:cNvPr>
            <p:cNvGrpSpPr/>
            <p:nvPr/>
          </p:nvGrpSpPr>
          <p:grpSpPr>
            <a:xfrm>
              <a:off x="6723908" y="1566183"/>
              <a:ext cx="1790772" cy="1221589"/>
              <a:chOff x="6732240" y="1567459"/>
              <a:chExt cx="1790772" cy="1221589"/>
            </a:xfrm>
          </p:grpSpPr>
          <p:grpSp>
            <p:nvGrpSpPr>
              <p:cNvPr id="5" name="组合 4">
                <a:extLst>
                  <a:ext uri="{FF2B5EF4-FFF2-40B4-BE49-F238E27FC236}">
                    <a16:creationId xmlns:a16="http://schemas.microsoft.com/office/drawing/2014/main" id="{95C41DF0-5B33-4225-B3D7-5852F067563F}"/>
                  </a:ext>
                </a:extLst>
              </p:cNvPr>
              <p:cNvGrpSpPr/>
              <p:nvPr/>
            </p:nvGrpSpPr>
            <p:grpSpPr>
              <a:xfrm>
                <a:off x="6732240" y="1567459"/>
                <a:ext cx="1790772" cy="1221589"/>
                <a:chOff x="6732240" y="1567459"/>
                <a:chExt cx="1790772" cy="1221589"/>
              </a:xfrm>
            </p:grpSpPr>
            <p:sp>
              <p:nvSpPr>
                <p:cNvPr id="7" name="Line 6">
                  <a:extLst>
                    <a:ext uri="{FF2B5EF4-FFF2-40B4-BE49-F238E27FC236}">
                      <a16:creationId xmlns:a16="http://schemas.microsoft.com/office/drawing/2014/main" id="{913316FE-420B-4B0B-9C0C-AD06962FF08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7164288" y="1635646"/>
                  <a:ext cx="100" cy="115212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2400" b="1">
                    <a:latin typeface="+mn-ea"/>
                  </a:endParaRPr>
                </a:p>
              </p:txBody>
            </p:sp>
            <p:sp>
              <p:nvSpPr>
                <p:cNvPr id="8" name="Line 6">
                  <a:extLst>
                    <a:ext uri="{FF2B5EF4-FFF2-40B4-BE49-F238E27FC236}">
                      <a16:creationId xmlns:a16="http://schemas.microsoft.com/office/drawing/2014/main" id="{503BE5C0-D9EB-4B2E-ACAD-0B8AEADF9AC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6732240" y="2500313"/>
                  <a:ext cx="1440160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2400" b="1">
                    <a:latin typeface="+mn-ea"/>
                  </a:endParaRPr>
                </a:p>
              </p:txBody>
            </p:sp>
            <p:graphicFrame>
              <p:nvGraphicFramePr>
                <p:cNvPr id="9" name="对象 8">
                  <a:extLst>
                    <a:ext uri="{FF2B5EF4-FFF2-40B4-BE49-F238E27FC236}">
                      <a16:creationId xmlns:a16="http://schemas.microsoft.com/office/drawing/2014/main" id="{F42E735C-2EA8-4417-B3D1-B75D57908EE6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7192881" y="1612456"/>
                <a:ext cx="190500" cy="2413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26800" name="Equation" r:id="rId3" imgW="190440" imgH="241200" progId="Equation.DSMT4">
                        <p:embed/>
                      </p:oleObj>
                    </mc:Choice>
                    <mc:Fallback>
                      <p:oleObj name="Equation" r:id="rId3" imgW="190440" imgH="241200" progId="Equation.DSMT4">
                        <p:embed/>
                        <p:pic>
                          <p:nvPicPr>
                            <p:cNvPr id="26" name="对象 25">
                              <a:extLst>
                                <a:ext uri="{FF2B5EF4-FFF2-40B4-BE49-F238E27FC236}">
                                  <a16:creationId xmlns:a16="http://schemas.microsoft.com/office/drawing/2014/main" id="{52B20D3C-01B3-49BA-ACD0-05B8EB0DF801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4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7192881" y="1612456"/>
                              <a:ext cx="190500" cy="24130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0" name="对象 9">
                  <a:extLst>
                    <a:ext uri="{FF2B5EF4-FFF2-40B4-BE49-F238E27FC236}">
                      <a16:creationId xmlns:a16="http://schemas.microsoft.com/office/drawing/2014/main" id="{BA3085E3-5ACC-4968-85B1-BF91DA8B5E1F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8083500" y="2598548"/>
                <a:ext cx="177800" cy="1905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26801" name="Equation" r:id="rId5" imgW="177480" imgH="190440" progId="Equation.DSMT4">
                        <p:embed/>
                      </p:oleObj>
                    </mc:Choice>
                    <mc:Fallback>
                      <p:oleObj name="Equation" r:id="rId5" imgW="177480" imgH="190440" progId="Equation.DSMT4">
                        <p:embed/>
                        <p:pic>
                          <p:nvPicPr>
                            <p:cNvPr id="27" name="对象 26">
                              <a:extLst>
                                <a:ext uri="{FF2B5EF4-FFF2-40B4-BE49-F238E27FC236}">
                                  <a16:creationId xmlns:a16="http://schemas.microsoft.com/office/drawing/2014/main" id="{63519533-D73F-44F4-A5BE-3B40850D3011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6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8083500" y="2598548"/>
                              <a:ext cx="177800" cy="19050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1" name="对象 10">
                  <a:extLst>
                    <a:ext uri="{FF2B5EF4-FFF2-40B4-BE49-F238E27FC236}">
                      <a16:creationId xmlns:a16="http://schemas.microsoft.com/office/drawing/2014/main" id="{7C645423-5D63-4055-BBED-C771752CDCF4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6888482" y="2477898"/>
                <a:ext cx="228600" cy="2413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26802" name="Equation" r:id="rId7" imgW="228600" imgH="241200" progId="Equation.DSMT4">
                        <p:embed/>
                      </p:oleObj>
                    </mc:Choice>
                    <mc:Fallback>
                      <p:oleObj name="Equation" r:id="rId7" imgW="228600" imgH="241200" progId="Equation.DSMT4">
                        <p:embed/>
                        <p:pic>
                          <p:nvPicPr>
                            <p:cNvPr id="28" name="对象 27">
                              <a:extLst>
                                <a:ext uri="{FF2B5EF4-FFF2-40B4-BE49-F238E27FC236}">
                                  <a16:creationId xmlns:a16="http://schemas.microsoft.com/office/drawing/2014/main" id="{7BF8DA80-1ECB-40DA-A607-47F96ABCC291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8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6888482" y="2477898"/>
                              <a:ext cx="228600" cy="24130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12" name="弧形 11">
                  <a:extLst>
                    <a:ext uri="{FF2B5EF4-FFF2-40B4-BE49-F238E27FC236}">
                      <a16:creationId xmlns:a16="http://schemas.microsoft.com/office/drawing/2014/main" id="{750D9C57-1549-41D3-934D-BDE32C10AD9B}"/>
                    </a:ext>
                  </a:extLst>
                </p:cNvPr>
                <p:cNvSpPr/>
                <p:nvPr/>
              </p:nvSpPr>
              <p:spPr>
                <a:xfrm rot="11231860">
                  <a:off x="7170518" y="1567459"/>
                  <a:ext cx="1352494" cy="938027"/>
                </a:xfrm>
                <a:prstGeom prst="arc">
                  <a:avLst/>
                </a:prstGeom>
                <a:ln w="12700">
                  <a:solidFill>
                    <a:srgbClr val="3366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13" name="直接连接符 12">
                  <a:extLst>
                    <a:ext uri="{FF2B5EF4-FFF2-40B4-BE49-F238E27FC236}">
                      <a16:creationId xmlns:a16="http://schemas.microsoft.com/office/drawing/2014/main" id="{888860B0-20FE-4013-936F-24BAADBEFBB3}"/>
                    </a:ext>
                  </a:extLst>
                </p:cNvPr>
                <p:cNvCxnSpPr/>
                <p:nvPr/>
              </p:nvCxnSpPr>
              <p:spPr>
                <a:xfrm>
                  <a:off x="7252677" y="2217950"/>
                  <a:ext cx="140311" cy="144016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aphicFrame>
              <p:nvGraphicFramePr>
                <p:cNvPr id="14" name="对象 13">
                  <a:extLst>
                    <a:ext uri="{FF2B5EF4-FFF2-40B4-BE49-F238E27FC236}">
                      <a16:creationId xmlns:a16="http://schemas.microsoft.com/office/drawing/2014/main" id="{8C49B23A-3041-4332-9CC5-E4414F1FFDE5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797865270"/>
                    </p:ext>
                  </p:extLst>
                </p:nvPr>
              </p:nvGraphicFramePr>
              <p:xfrm>
                <a:off x="7490594" y="2169634"/>
                <a:ext cx="266700" cy="2540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26803" name="Equation" r:id="rId9" imgW="266400" imgH="253800" progId="Equation.DSMT4">
                        <p:embed/>
                      </p:oleObj>
                    </mc:Choice>
                    <mc:Fallback>
                      <p:oleObj name="Equation" r:id="rId9" imgW="266400" imgH="253800" progId="Equation.DSMT4">
                        <p:embed/>
                        <p:pic>
                          <p:nvPicPr>
                            <p:cNvPr id="31" name="对象 30">
                              <a:extLst>
                                <a:ext uri="{FF2B5EF4-FFF2-40B4-BE49-F238E27FC236}">
                                  <a16:creationId xmlns:a16="http://schemas.microsoft.com/office/drawing/2014/main" id="{A46AAFA2-74C7-4CE0-8677-E82F01A5B15D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10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7490594" y="2169634"/>
                              <a:ext cx="266700" cy="25400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5" name="对象 14">
                  <a:extLst>
                    <a:ext uri="{FF2B5EF4-FFF2-40B4-BE49-F238E27FC236}">
                      <a16:creationId xmlns:a16="http://schemas.microsoft.com/office/drawing/2014/main" id="{B853919B-B847-4186-97D6-CF56FB6C9B83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7645312" y="2543411"/>
                <a:ext cx="177800" cy="1905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26804" name="Equation" r:id="rId11" imgW="177480" imgH="190440" progId="Equation.DSMT4">
                        <p:embed/>
                      </p:oleObj>
                    </mc:Choice>
                    <mc:Fallback>
                      <p:oleObj name="Equation" r:id="rId11" imgW="177480" imgH="190440" progId="Equation.DSMT4">
                        <p:embed/>
                        <p:pic>
                          <p:nvPicPr>
                            <p:cNvPr id="32" name="对象 31">
                              <a:extLst>
                                <a:ext uri="{FF2B5EF4-FFF2-40B4-BE49-F238E27FC236}">
                                  <a16:creationId xmlns:a16="http://schemas.microsoft.com/office/drawing/2014/main" id="{008A664D-4708-47AC-A482-E87032EC3822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12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7645312" y="2543411"/>
                              <a:ext cx="177800" cy="19050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6" name="对象 15">
                  <a:extLst>
                    <a:ext uri="{FF2B5EF4-FFF2-40B4-BE49-F238E27FC236}">
                      <a16:creationId xmlns:a16="http://schemas.microsoft.com/office/drawing/2014/main" id="{D30C0CDF-167B-429F-8D59-836BD6554137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7002782" y="1922468"/>
                <a:ext cx="177800" cy="1905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26805" name="Equation" r:id="rId13" imgW="177480" imgH="190440" progId="Equation.DSMT4">
                        <p:embed/>
                      </p:oleObj>
                    </mc:Choice>
                    <mc:Fallback>
                      <p:oleObj name="Equation" r:id="rId13" imgW="177480" imgH="190440" progId="Equation.DSMT4">
                        <p:embed/>
                        <p:pic>
                          <p:nvPicPr>
                            <p:cNvPr id="33" name="对象 32">
                              <a:extLst>
                                <a:ext uri="{FF2B5EF4-FFF2-40B4-BE49-F238E27FC236}">
                                  <a16:creationId xmlns:a16="http://schemas.microsoft.com/office/drawing/2014/main" id="{89C35FD6-3E0A-433D-8FF8-598EF8F197F5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12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7002782" y="1922468"/>
                              <a:ext cx="177800" cy="19050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cxnSp>
            <p:nvCxnSpPr>
              <p:cNvPr id="6" name="直接箭头连接符 5">
                <a:extLst>
                  <a:ext uri="{FF2B5EF4-FFF2-40B4-BE49-F238E27FC236}">
                    <a16:creationId xmlns:a16="http://schemas.microsoft.com/office/drawing/2014/main" id="{575FD0B1-78DF-4F53-893B-D0C3427CC51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164288" y="2348182"/>
                <a:ext cx="158544" cy="158146"/>
              </a:xfrm>
              <a:prstGeom prst="straightConnector1">
                <a:avLst/>
              </a:prstGeom>
              <a:ln w="15875">
                <a:solidFill>
                  <a:srgbClr val="0064F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aphicFrame>
          <p:nvGraphicFramePr>
            <p:cNvPr id="4" name="对象 3">
              <a:extLst>
                <a:ext uri="{FF2B5EF4-FFF2-40B4-BE49-F238E27FC236}">
                  <a16:creationId xmlns:a16="http://schemas.microsoft.com/office/drawing/2014/main" id="{F2BBE5D2-4C81-4120-8509-073A6B6145C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39341015"/>
                </p:ext>
              </p:extLst>
            </p:nvPr>
          </p:nvGraphicFramePr>
          <p:xfrm>
            <a:off x="7245788" y="1971106"/>
            <a:ext cx="584200" cy="304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6806" name="Equation" r:id="rId14" imgW="583920" imgH="304560" progId="Equation.DSMT4">
                    <p:embed/>
                  </p:oleObj>
                </mc:Choice>
                <mc:Fallback>
                  <p:oleObj name="Equation" r:id="rId14" imgW="583920" imgH="304560" progId="Equation.DSMT4">
                    <p:embed/>
                    <p:pic>
                      <p:nvPicPr>
                        <p:cNvPr id="21" name="对象 20">
                          <a:extLst>
                            <a:ext uri="{FF2B5EF4-FFF2-40B4-BE49-F238E27FC236}">
                              <a16:creationId xmlns:a16="http://schemas.microsoft.com/office/drawing/2014/main" id="{D0A45AB7-4074-4BA7-98CC-37DF7996DCFB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7245788" y="1971106"/>
                          <a:ext cx="584200" cy="304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507461BA-84EF-4E06-B100-085626D8A2C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5715657"/>
              </p:ext>
            </p:extLst>
          </p:nvPr>
        </p:nvGraphicFramePr>
        <p:xfrm>
          <a:off x="1835696" y="339502"/>
          <a:ext cx="29464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807" name="Equation" r:id="rId16" imgW="2946240" imgH="419040" progId="Equation.DSMT4">
                  <p:embed/>
                </p:oleObj>
              </mc:Choice>
              <mc:Fallback>
                <p:oleObj name="Equation" r:id="rId16" imgW="2946240" imgH="419040" progId="Equation.DSMT4">
                  <p:embed/>
                  <p:pic>
                    <p:nvPicPr>
                      <p:cNvPr id="36" name="对象 35">
                        <a:extLst>
                          <a:ext uri="{FF2B5EF4-FFF2-40B4-BE49-F238E27FC236}">
                            <a16:creationId xmlns:a16="http://schemas.microsoft.com/office/drawing/2014/main" id="{D12C2C6C-2DF5-4915-9DE3-C1161B8F05B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835696" y="339502"/>
                        <a:ext cx="294640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 Box 7">
            <a:extLst>
              <a:ext uri="{FF2B5EF4-FFF2-40B4-BE49-F238E27FC236}">
                <a16:creationId xmlns:a16="http://schemas.microsoft.com/office/drawing/2014/main" id="{8FEE95E2-3464-4DCE-A513-18D196F7B5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520" y="1129027"/>
            <a:ext cx="262688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同理</a:t>
            </a:r>
            <a:endParaRPr kumimoji="1" lang="en-US" altLang="zh-CN" sz="2400" b="1" dirty="0">
              <a:latin typeface="+mn-ea"/>
              <a:ea typeface="+mn-ea"/>
            </a:endParaRPr>
          </a:p>
        </p:txBody>
      </p:sp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5819CB2A-5159-457E-9AC9-B96ADD21378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0105416"/>
              </p:ext>
            </p:extLst>
          </p:nvPr>
        </p:nvGraphicFramePr>
        <p:xfrm>
          <a:off x="1833180" y="1183726"/>
          <a:ext cx="29591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808" name="Equation" r:id="rId18" imgW="2958840" imgH="457200" progId="Equation.DSMT4">
                  <p:embed/>
                </p:oleObj>
              </mc:Choice>
              <mc:Fallback>
                <p:oleObj name="Equation" r:id="rId18" imgW="2958840" imgH="457200" progId="Equation.DSMT4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507461BA-84EF-4E06-B100-085626D8A2C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833180" y="1183726"/>
                        <a:ext cx="2959100" cy="457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4605A0EA-893E-4F1B-9394-780EDE2B04D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6854599"/>
              </p:ext>
            </p:extLst>
          </p:nvPr>
        </p:nvGraphicFramePr>
        <p:xfrm>
          <a:off x="1989013" y="1875269"/>
          <a:ext cx="30607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809" name="Equation" r:id="rId20" imgW="3060360" imgH="711000" progId="Equation.DSMT4">
                  <p:embed/>
                </p:oleObj>
              </mc:Choice>
              <mc:Fallback>
                <p:oleObj name="Equation" r:id="rId20" imgW="3060360" imgH="711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989013" y="1875269"/>
                        <a:ext cx="3060700" cy="711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17018E54-5687-4E05-A3EC-578AA1D23D4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6158543"/>
              </p:ext>
            </p:extLst>
          </p:nvPr>
        </p:nvGraphicFramePr>
        <p:xfrm>
          <a:off x="5103477" y="1920507"/>
          <a:ext cx="10668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810" name="Equation" r:id="rId22" imgW="1066680" imgH="736560" progId="Equation.DSMT4">
                  <p:embed/>
                </p:oleObj>
              </mc:Choice>
              <mc:Fallback>
                <p:oleObj name="Equation" r:id="rId22" imgW="1066680" imgH="736560" progId="Equation.DSMT4">
                  <p:embed/>
                  <p:pic>
                    <p:nvPicPr>
                      <p:cNvPr id="20" name="对象 19">
                        <a:extLst>
                          <a:ext uri="{FF2B5EF4-FFF2-40B4-BE49-F238E27FC236}">
                            <a16:creationId xmlns:a16="http://schemas.microsoft.com/office/drawing/2014/main" id="{4605A0EA-893E-4F1B-9394-780EDE2B04D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5103477" y="1920507"/>
                        <a:ext cx="10668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 Box 7">
            <a:extLst>
              <a:ext uri="{FF2B5EF4-FFF2-40B4-BE49-F238E27FC236}">
                <a16:creationId xmlns:a16="http://schemas.microsoft.com/office/drawing/2014/main" id="{A03D84A6-4C0B-48B9-806C-3E52FAECEF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102" y="2972957"/>
            <a:ext cx="262688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同理</a:t>
            </a:r>
            <a:endParaRPr kumimoji="1" lang="en-US" altLang="zh-CN" sz="2400" b="1" dirty="0">
              <a:latin typeface="+mn-ea"/>
              <a:ea typeface="+mn-ea"/>
            </a:endParaRPr>
          </a:p>
        </p:txBody>
      </p:sp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2654EC1D-3F29-4275-A284-C4841CB7AF7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8608206"/>
              </p:ext>
            </p:extLst>
          </p:nvPr>
        </p:nvGraphicFramePr>
        <p:xfrm>
          <a:off x="1989013" y="2865428"/>
          <a:ext cx="14478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811" name="Equation" r:id="rId24" imgW="1447560" imgH="736560" progId="Equation.DSMT4">
                  <p:embed/>
                </p:oleObj>
              </mc:Choice>
              <mc:Fallback>
                <p:oleObj name="Equation" r:id="rId24" imgW="1447560" imgH="736560" progId="Equation.DSMT4">
                  <p:embed/>
                  <p:pic>
                    <p:nvPicPr>
                      <p:cNvPr id="21" name="对象 20">
                        <a:extLst>
                          <a:ext uri="{FF2B5EF4-FFF2-40B4-BE49-F238E27FC236}">
                            <a16:creationId xmlns:a16="http://schemas.microsoft.com/office/drawing/2014/main" id="{17018E54-5687-4E05-A3EC-578AA1D23D4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1989013" y="2865428"/>
                        <a:ext cx="14478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 Box 7">
            <a:extLst>
              <a:ext uri="{FF2B5EF4-FFF2-40B4-BE49-F238E27FC236}">
                <a16:creationId xmlns:a16="http://schemas.microsoft.com/office/drawing/2014/main" id="{B3DEDD5D-2D23-4D2A-8A98-772D20B200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345" y="3769433"/>
            <a:ext cx="262688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故</a:t>
            </a:r>
            <a:endParaRPr kumimoji="1" lang="en-US" altLang="zh-CN" sz="2400" b="1" dirty="0">
              <a:latin typeface="+mn-ea"/>
              <a:ea typeface="+mn-ea"/>
            </a:endParaRPr>
          </a:p>
        </p:txBody>
      </p:sp>
      <p:graphicFrame>
        <p:nvGraphicFramePr>
          <p:cNvPr id="25" name="对象 24">
            <a:extLst>
              <a:ext uri="{FF2B5EF4-FFF2-40B4-BE49-F238E27FC236}">
                <a16:creationId xmlns:a16="http://schemas.microsoft.com/office/drawing/2014/main" id="{47B061A0-4364-40FD-A24F-5F24B7EE1F1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4871325"/>
              </p:ext>
            </p:extLst>
          </p:nvPr>
        </p:nvGraphicFramePr>
        <p:xfrm>
          <a:off x="1999851" y="3709557"/>
          <a:ext cx="23876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812" name="Equation" r:id="rId26" imgW="2387520" imgH="736560" progId="Equation.DSMT4">
                  <p:embed/>
                </p:oleObj>
              </mc:Choice>
              <mc:Fallback>
                <p:oleObj name="Equation" r:id="rId26" imgW="2387520" imgH="736560" progId="Equation.DSMT4">
                  <p:embed/>
                  <p:pic>
                    <p:nvPicPr>
                      <p:cNvPr id="23" name="对象 22">
                        <a:extLst>
                          <a:ext uri="{FF2B5EF4-FFF2-40B4-BE49-F238E27FC236}">
                            <a16:creationId xmlns:a16="http://schemas.microsoft.com/office/drawing/2014/main" id="{2654EC1D-3F29-4275-A284-C4841CB7AF7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1999851" y="3709557"/>
                        <a:ext cx="23876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08391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2" grpId="0"/>
      <p:bldP spid="2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42C7B6C5-90EE-4483-9348-67D036205A5E}"/>
              </a:ext>
            </a:extLst>
          </p:cNvPr>
          <p:cNvSpPr txBox="1">
            <a:spLocks noChangeArrowheads="1"/>
          </p:cNvSpPr>
          <p:nvPr/>
        </p:nvSpPr>
        <p:spPr>
          <a:xfrm>
            <a:off x="628650" y="447065"/>
            <a:ext cx="1600200" cy="514350"/>
          </a:xfrm>
          <a:prstGeom prst="rect">
            <a:avLst/>
          </a:prstGeom>
          <a:solidFill>
            <a:schemeClr val="bg1"/>
          </a:solidFill>
          <a:ln w="19050">
            <a:noFill/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内容小结</a:t>
            </a: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3B1F1A30-13B5-4271-9ACA-6F890EBDF7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8031" y="1762737"/>
            <a:ext cx="648776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 b="1" dirty="0">
                <a:latin typeface="+mn-ea"/>
                <a:ea typeface="+mn-ea"/>
                <a:sym typeface="Symbol" panose="05050102010706020507" pitchFamily="18" charset="2"/>
              </a:rPr>
              <a:t>(1)</a:t>
            </a:r>
            <a:r>
              <a:rPr kumimoji="1" lang="zh-CN" altLang="en-US" sz="2400" b="1" dirty="0">
                <a:latin typeface="+mn-ea"/>
                <a:ea typeface="+mn-ea"/>
              </a:rPr>
              <a:t>先用微元分析法求出它的微分表达式 </a:t>
            </a:r>
            <a:r>
              <a:rPr kumimoji="1" lang="en-US" altLang="zh-CN" sz="2100" b="1" dirty="0" err="1">
                <a:solidFill>
                  <a:srgbClr val="3366FF"/>
                </a:solidFill>
                <a:latin typeface="Times New Roman" panose="02020603050405020304" pitchFamily="18" charset="0"/>
                <a:ea typeface="楷体_GB2312" pitchFamily="49" charset="-122"/>
              </a:rPr>
              <a:t>d</a:t>
            </a:r>
            <a:r>
              <a:rPr kumimoji="1" lang="en-US" altLang="zh-CN" sz="2100" b="1" i="1" dirty="0" err="1">
                <a:solidFill>
                  <a:srgbClr val="3366FF"/>
                </a:solidFill>
                <a:latin typeface="Times New Roman" panose="02020603050405020304" pitchFamily="18" charset="0"/>
                <a:ea typeface="楷体_GB2312" pitchFamily="49" charset="-122"/>
              </a:rPr>
              <a:t>Q</a:t>
            </a:r>
            <a:r>
              <a:rPr kumimoji="1" lang="en-US" altLang="zh-CN" sz="2100" b="1" i="1" dirty="0">
                <a:solidFill>
                  <a:srgbClr val="3366FF"/>
                </a:solidFill>
                <a:latin typeface="Times New Roman" panose="02020603050405020304" pitchFamily="18" charset="0"/>
                <a:ea typeface="楷体_GB2312" pitchFamily="49" charset="-122"/>
              </a:rPr>
              <a:t>.</a:t>
            </a: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E6155E39-CB8A-4BB5-9B56-B214DBB03B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3608" y="2294416"/>
            <a:ext cx="379799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一般</a:t>
            </a:r>
            <a:r>
              <a:rPr kumimoji="1"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微元的几何形状</a:t>
            </a:r>
            <a:r>
              <a:rPr kumimoji="1" lang="zh-CN" altLang="en-US" sz="2400" b="1" dirty="0">
                <a:latin typeface="+mn-ea"/>
                <a:ea typeface="+mn-ea"/>
              </a:rPr>
              <a:t>有</a:t>
            </a:r>
            <a:r>
              <a:rPr kumimoji="1" lang="en-US" altLang="zh-CN" sz="2400" b="1" dirty="0">
                <a:latin typeface="+mn-ea"/>
                <a:ea typeface="+mn-ea"/>
              </a:rPr>
              <a:t>:</a:t>
            </a:r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0DBF25C7-A612-47F8-B765-8CF389BA74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9284" y="2280521"/>
            <a:ext cx="265970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扇</a:t>
            </a:r>
            <a:r>
              <a:rPr kumimoji="1" lang="zh-CN" altLang="en-US" sz="2400" b="1" dirty="0">
                <a:solidFill>
                  <a:schemeClr val="tx2"/>
                </a:solidFill>
                <a:latin typeface="+mn-ea"/>
                <a:ea typeface="+mn-ea"/>
              </a:rPr>
              <a:t>、</a:t>
            </a:r>
            <a:r>
              <a:rPr kumimoji="1" lang="zh-CN" altLang="en-US" sz="2400" b="1" dirty="0">
                <a:latin typeface="+mn-ea"/>
                <a:ea typeface="+mn-ea"/>
              </a:rPr>
              <a:t>片、壳</a:t>
            </a:r>
            <a:r>
              <a:rPr kumimoji="1" lang="zh-CN" altLang="en-US" sz="2400" b="1" dirty="0">
                <a:solidFill>
                  <a:schemeClr val="tx2"/>
                </a:solidFill>
                <a:latin typeface="+mn-ea"/>
                <a:ea typeface="+mn-ea"/>
              </a:rPr>
              <a:t> </a:t>
            </a:r>
            <a:r>
              <a:rPr kumimoji="1" lang="zh-CN" altLang="en-US" sz="2400" b="1" dirty="0">
                <a:latin typeface="+mn-ea"/>
                <a:ea typeface="+mn-ea"/>
              </a:rPr>
              <a:t>等</a:t>
            </a:r>
            <a:r>
              <a:rPr kumimoji="1" lang="en-US" altLang="zh-CN" sz="2400" b="1" dirty="0">
                <a:latin typeface="+mn-ea"/>
                <a:ea typeface="+mn-ea"/>
              </a:rPr>
              <a:t>.</a:t>
            </a:r>
          </a:p>
        </p:txBody>
      </p:sp>
      <p:sp>
        <p:nvSpPr>
          <p:cNvPr id="6" name="Text Box 6">
            <a:extLst>
              <a:ext uri="{FF2B5EF4-FFF2-40B4-BE49-F238E27FC236}">
                <a16:creationId xmlns:a16="http://schemas.microsoft.com/office/drawing/2014/main" id="{88765019-1EC3-45CB-A714-8F10EFB528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0982" y="3025724"/>
            <a:ext cx="626469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 b="1" dirty="0">
                <a:latin typeface="+mn-ea"/>
                <a:ea typeface="+mn-ea"/>
                <a:sym typeface="Symbol" panose="05050102010706020507" pitchFamily="18" charset="2"/>
              </a:rPr>
              <a:t>(2)</a:t>
            </a:r>
            <a:r>
              <a:rPr kumimoji="1" lang="zh-CN" altLang="en-US" sz="2400" b="1" dirty="0">
                <a:latin typeface="+mn-ea"/>
                <a:ea typeface="+mn-ea"/>
                <a:sym typeface="Symbol" panose="05050102010706020507" pitchFamily="18" charset="2"/>
              </a:rPr>
              <a:t>然后用定积分来表示整体量</a:t>
            </a:r>
            <a:r>
              <a:rPr kumimoji="1" lang="zh-CN" altLang="en-US" sz="2400" b="1" i="1" dirty="0">
                <a:latin typeface="+mn-ea"/>
                <a:ea typeface="+mn-ea"/>
                <a:sym typeface="Symbol" panose="05050102010706020507" pitchFamily="18" charset="2"/>
              </a:rPr>
              <a:t> </a:t>
            </a:r>
            <a:r>
              <a:rPr kumimoji="1" lang="en-US" altLang="zh-CN" sz="2100" b="1" i="1" dirty="0">
                <a:solidFill>
                  <a:srgbClr val="3366FF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Q</a:t>
            </a:r>
            <a:r>
              <a:rPr kumimoji="1" lang="en-US" altLang="zh-CN" sz="21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 , </a:t>
            </a:r>
            <a:r>
              <a:rPr kumimoji="1" lang="zh-CN" altLang="en-US" sz="2400" b="1" dirty="0">
                <a:latin typeface="+mn-ea"/>
                <a:ea typeface="+mn-ea"/>
                <a:sym typeface="Symbol" panose="05050102010706020507" pitchFamily="18" charset="2"/>
              </a:rPr>
              <a:t>并计算之</a:t>
            </a:r>
            <a:r>
              <a:rPr kumimoji="1" lang="en-US" altLang="zh-CN" sz="2400" b="1" dirty="0">
                <a:latin typeface="+mn-ea"/>
                <a:ea typeface="+mn-ea"/>
                <a:sym typeface="Symbol" panose="05050102010706020507" pitchFamily="18" charset="2"/>
              </a:rPr>
              <a:t>. 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98C58A6A-585A-47A1-9834-D1203FC4C6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576" y="1084134"/>
            <a:ext cx="756084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</a:rPr>
              <a:t>1.</a:t>
            </a:r>
            <a:r>
              <a:rPr kumimoji="1" lang="zh-CN" altLang="en-US" sz="2400" b="1" dirty="0">
                <a:latin typeface="宋体" panose="02010600030101010101" pitchFamily="2" charset="-122"/>
              </a:rPr>
              <a:t>用定积分求一个分布在某区间上的整体量 </a:t>
            </a:r>
            <a:r>
              <a:rPr kumimoji="1" lang="en-US" altLang="zh-CN" sz="2100" b="1" i="1" dirty="0">
                <a:solidFill>
                  <a:srgbClr val="3366FF"/>
                </a:solidFill>
                <a:latin typeface="Times New Roman" panose="02020603050405020304" pitchFamily="18" charset="0"/>
                <a:ea typeface="楷体_GB2312" pitchFamily="49" charset="-122"/>
              </a:rPr>
              <a:t>Q</a:t>
            </a:r>
            <a:r>
              <a:rPr kumimoji="1" lang="en-US" altLang="zh-CN" sz="2100" b="1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400" b="1" dirty="0">
                <a:latin typeface="+mn-ea"/>
                <a:ea typeface="+mn-ea"/>
              </a:rPr>
              <a:t>的步骤</a:t>
            </a:r>
            <a:r>
              <a:rPr kumimoji="1" lang="en-US" altLang="zh-CN" sz="2400" b="1" dirty="0">
                <a:latin typeface="+mn-ea"/>
                <a:ea typeface="+mn-ea"/>
              </a:rPr>
              <a:t>:</a:t>
            </a:r>
          </a:p>
        </p:txBody>
      </p:sp>
      <p:sp>
        <p:nvSpPr>
          <p:cNvPr id="8" name="Text Box 13">
            <a:extLst>
              <a:ext uri="{FF2B5EF4-FFF2-40B4-BE49-F238E27FC236}">
                <a16:creationId xmlns:a16="http://schemas.microsoft.com/office/drawing/2014/main" id="{EA8E34C4-814F-4291-B90A-9B7762C562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5976" y="2280521"/>
            <a:ext cx="265970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400" b="1" dirty="0">
                <a:latin typeface="宋体" panose="02010600030101010101" pitchFamily="2" charset="-122"/>
              </a:rPr>
              <a:t>条、段、环、带、</a:t>
            </a:r>
          </a:p>
        </p:txBody>
      </p:sp>
      <p:sp>
        <p:nvSpPr>
          <p:cNvPr id="9" name="Text Box 17">
            <a:extLst>
              <a:ext uri="{FF2B5EF4-FFF2-40B4-BE49-F238E27FC236}">
                <a16:creationId xmlns:a16="http://schemas.microsoft.com/office/drawing/2014/main" id="{78333E2E-BC46-418B-BACD-86EF22FD6B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3931" y="3586842"/>
            <a:ext cx="237013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solidFill>
                  <a:srgbClr val="0064FF"/>
                </a:solidFill>
                <a:latin typeface="+mj-ea"/>
                <a:ea typeface="+mj-ea"/>
              </a:rPr>
              <a:t> </a:t>
            </a:r>
            <a:r>
              <a:rPr lang="zh-CN" altLang="en-US" sz="2400" b="1" dirty="0">
                <a:solidFill>
                  <a:srgbClr val="0064FF"/>
                </a:solidFill>
                <a:latin typeface="+mj-ea"/>
                <a:ea typeface="+mj-ea"/>
              </a:rPr>
              <a:t>基本方法</a:t>
            </a:r>
            <a:endParaRPr lang="en-US" altLang="zh-CN" sz="2400" b="1" dirty="0">
              <a:solidFill>
                <a:srgbClr val="0064FF"/>
              </a:solidFill>
              <a:latin typeface="+mj-ea"/>
              <a:ea typeface="+mj-ea"/>
            </a:endParaRPr>
          </a:p>
        </p:txBody>
      </p:sp>
      <p:sp>
        <p:nvSpPr>
          <p:cNvPr id="10" name="Text Box 18">
            <a:extLst>
              <a:ext uri="{FF2B5EF4-FFF2-40B4-BE49-F238E27FC236}">
                <a16:creationId xmlns:a16="http://schemas.microsoft.com/office/drawing/2014/main" id="{2FE5481D-A7ED-43DA-BD81-AFC3F25D91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4130" y="3616124"/>
            <a:ext cx="2438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dirty="0">
                <a:solidFill>
                  <a:srgbClr val="FF0000"/>
                </a:solidFill>
                <a:latin typeface="+mj-ea"/>
                <a:ea typeface="+mj-ea"/>
              </a:rPr>
              <a:t>元素法</a:t>
            </a:r>
          </a:p>
        </p:txBody>
      </p:sp>
    </p:spTree>
    <p:extLst>
      <p:ext uri="{BB962C8B-B14F-4D97-AF65-F5344CB8AC3E}">
        <p14:creationId xmlns:p14="http://schemas.microsoft.com/office/powerpoint/2010/main" val="5453621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">
            <a:extLst>
              <a:ext uri="{FF2B5EF4-FFF2-40B4-BE49-F238E27FC236}">
                <a16:creationId xmlns:a16="http://schemas.microsoft.com/office/drawing/2014/main" id="{C8639B21-B5D1-4A9D-A4D1-722D46B673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3608" y="483518"/>
            <a:ext cx="3352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solidFill>
                  <a:srgbClr val="0064FF"/>
                </a:solidFill>
                <a:latin typeface="+mj-ea"/>
                <a:ea typeface="+mj-ea"/>
              </a:rPr>
              <a:t>2. </a:t>
            </a:r>
            <a:r>
              <a:rPr lang="zh-CN" altLang="en-US" sz="2400" b="1" dirty="0">
                <a:solidFill>
                  <a:srgbClr val="0064FF"/>
                </a:solidFill>
                <a:latin typeface="+mj-ea"/>
                <a:ea typeface="+mj-ea"/>
              </a:rPr>
              <a:t>定积分的应用</a:t>
            </a:r>
          </a:p>
        </p:txBody>
      </p:sp>
      <p:sp>
        <p:nvSpPr>
          <p:cNvPr id="3" name="Text Box 5">
            <a:extLst>
              <a:ext uri="{FF2B5EF4-FFF2-40B4-BE49-F238E27FC236}">
                <a16:creationId xmlns:a16="http://schemas.microsoft.com/office/drawing/2014/main" id="{CE57B8F3-2E3B-4F68-9A30-CF4899199E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4108" y="1064543"/>
            <a:ext cx="2057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几何方面 </a:t>
            </a:r>
            <a:r>
              <a:rPr lang="en-US" altLang="zh-CN" sz="2400" b="1" dirty="0">
                <a:latin typeface="+mj-ea"/>
                <a:ea typeface="+mj-ea"/>
              </a:rPr>
              <a:t>:</a:t>
            </a:r>
          </a:p>
        </p:txBody>
      </p:sp>
      <p:sp>
        <p:nvSpPr>
          <p:cNvPr id="4" name="Text Box 6">
            <a:extLst>
              <a:ext uri="{FF2B5EF4-FFF2-40B4-BE49-F238E27FC236}">
                <a16:creationId xmlns:a16="http://schemas.microsoft.com/office/drawing/2014/main" id="{4EE39165-3532-4409-90D5-7DD7DF48F0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4808" y="1064543"/>
            <a:ext cx="1676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面积、</a:t>
            </a:r>
          </a:p>
        </p:txBody>
      </p:sp>
      <p:sp>
        <p:nvSpPr>
          <p:cNvPr id="5" name="Text Box 7">
            <a:extLst>
              <a:ext uri="{FF2B5EF4-FFF2-40B4-BE49-F238E27FC236}">
                <a16:creationId xmlns:a16="http://schemas.microsoft.com/office/drawing/2014/main" id="{41160176-B827-43DD-ABED-ADB8BE0257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5408" y="1064543"/>
            <a:ext cx="1676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体积、</a:t>
            </a:r>
          </a:p>
        </p:txBody>
      </p:sp>
      <p:sp>
        <p:nvSpPr>
          <p:cNvPr id="6" name="Text Box 8">
            <a:extLst>
              <a:ext uri="{FF2B5EF4-FFF2-40B4-BE49-F238E27FC236}">
                <a16:creationId xmlns:a16="http://schemas.microsoft.com/office/drawing/2014/main" id="{6891E369-A761-4850-AD14-79243058D4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2208" y="1064543"/>
            <a:ext cx="1676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弧长、</a:t>
            </a:r>
          </a:p>
        </p:txBody>
      </p:sp>
      <p:sp>
        <p:nvSpPr>
          <p:cNvPr id="7" name="Text Box 9">
            <a:extLst>
              <a:ext uri="{FF2B5EF4-FFF2-40B4-BE49-F238E27FC236}">
                <a16:creationId xmlns:a16="http://schemas.microsoft.com/office/drawing/2014/main" id="{866B70FA-8A0F-46F6-9AE6-6FB488460C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72808" y="1064543"/>
            <a:ext cx="1600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>
                <a:latin typeface="+mj-ea"/>
                <a:ea typeface="+mj-ea"/>
              </a:rPr>
              <a:t>表面积 </a:t>
            </a:r>
            <a:r>
              <a:rPr lang="en-US" altLang="zh-CN" sz="2400" b="1">
                <a:latin typeface="+mj-ea"/>
                <a:ea typeface="+mj-ea"/>
              </a:rPr>
              <a:t>.</a:t>
            </a:r>
          </a:p>
        </p:txBody>
      </p:sp>
      <p:sp>
        <p:nvSpPr>
          <p:cNvPr id="8" name="Text Box 11">
            <a:extLst>
              <a:ext uri="{FF2B5EF4-FFF2-40B4-BE49-F238E27FC236}">
                <a16:creationId xmlns:a16="http://schemas.microsoft.com/office/drawing/2014/main" id="{0EB44598-3306-4C1F-A346-9FB7C7DA24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4108" y="1826543"/>
            <a:ext cx="2057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>
                <a:latin typeface="+mj-ea"/>
                <a:ea typeface="+mj-ea"/>
              </a:rPr>
              <a:t>物理方面 </a:t>
            </a:r>
            <a:r>
              <a:rPr lang="en-US" altLang="zh-CN" sz="2400" b="1">
                <a:latin typeface="+mj-ea"/>
                <a:ea typeface="+mj-ea"/>
              </a:rPr>
              <a:t>:</a:t>
            </a:r>
          </a:p>
        </p:txBody>
      </p:sp>
      <p:sp>
        <p:nvSpPr>
          <p:cNvPr id="9" name="Text Box 12">
            <a:extLst>
              <a:ext uri="{FF2B5EF4-FFF2-40B4-BE49-F238E27FC236}">
                <a16:creationId xmlns:a16="http://schemas.microsoft.com/office/drawing/2014/main" id="{6A52A7F6-F349-47F7-9001-C38FC0CCC4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4808" y="1826543"/>
            <a:ext cx="1676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质量、</a:t>
            </a:r>
          </a:p>
        </p:txBody>
      </p:sp>
      <p:sp>
        <p:nvSpPr>
          <p:cNvPr id="10" name="Text Box 13">
            <a:extLst>
              <a:ext uri="{FF2B5EF4-FFF2-40B4-BE49-F238E27FC236}">
                <a16:creationId xmlns:a16="http://schemas.microsoft.com/office/drawing/2014/main" id="{E756A697-F3DF-4D18-9939-274EFFF121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1608" y="1826543"/>
            <a:ext cx="152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>
                <a:latin typeface="+mj-ea"/>
                <a:ea typeface="+mj-ea"/>
              </a:rPr>
              <a:t>作功、</a:t>
            </a:r>
          </a:p>
        </p:txBody>
      </p:sp>
      <p:sp>
        <p:nvSpPr>
          <p:cNvPr id="11" name="Text Box 14">
            <a:extLst>
              <a:ext uri="{FF2B5EF4-FFF2-40B4-BE49-F238E27FC236}">
                <a16:creationId xmlns:a16="http://schemas.microsoft.com/office/drawing/2014/main" id="{A26D7D74-B92E-4769-A0E1-CF0D83CE6D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2208" y="1826543"/>
            <a:ext cx="2057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>
                <a:latin typeface="+mj-ea"/>
                <a:ea typeface="+mj-ea"/>
              </a:rPr>
              <a:t>侧压力、</a:t>
            </a:r>
          </a:p>
        </p:txBody>
      </p:sp>
      <p:sp>
        <p:nvSpPr>
          <p:cNvPr id="12" name="Text Box 15">
            <a:extLst>
              <a:ext uri="{FF2B5EF4-FFF2-40B4-BE49-F238E27FC236}">
                <a16:creationId xmlns:a16="http://schemas.microsoft.com/office/drawing/2014/main" id="{DB4402F3-0EF4-4B76-87BB-172974B38B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3808" y="1826543"/>
            <a:ext cx="1295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引力</a:t>
            </a:r>
            <a:r>
              <a:rPr lang="en-US" altLang="zh-CN" sz="2400" b="1" dirty="0">
                <a:latin typeface="+mj-ea"/>
                <a:ea typeface="+mj-ea"/>
              </a:rPr>
              <a:t>.</a:t>
            </a:r>
            <a:endParaRPr lang="zh-CN" altLang="en-US" sz="24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0390445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">
            <a:extLst>
              <a:ext uri="{FF2B5EF4-FFF2-40B4-BE49-F238E27FC236}">
                <a16:creationId xmlns:a16="http://schemas.microsoft.com/office/drawing/2014/main" id="{EEEB1EA2-2254-4994-86BF-C05D82D22B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560" y="195486"/>
            <a:ext cx="115212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+mj-ea"/>
                <a:ea typeface="+mj-ea"/>
              </a:rPr>
              <a:t>复习题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54AF628-4651-430F-A0B8-00D2FE09CE44}"/>
              </a:ext>
            </a:extLst>
          </p:cNvPr>
          <p:cNvSpPr txBox="1">
            <a:spLocks noChangeArrowheads="1"/>
          </p:cNvSpPr>
          <p:nvPr/>
        </p:nvSpPr>
        <p:spPr>
          <a:xfrm>
            <a:off x="539551" y="657151"/>
            <a:ext cx="8280921" cy="456909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0064FF"/>
                </a:solidFill>
                <a:latin typeface="+mj-ea"/>
              </a:rPr>
              <a:t> 1.</a:t>
            </a:r>
            <a:r>
              <a:rPr lang="zh-CN" altLang="en-US" sz="2400" b="1" dirty="0">
                <a:latin typeface="+mj-ea"/>
              </a:rPr>
              <a:t>求抛物线        在    内的一条切线，使它与两坐标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B5351DB2-E329-406A-91B4-398199273FB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9148912"/>
              </p:ext>
            </p:extLst>
          </p:nvPr>
        </p:nvGraphicFramePr>
        <p:xfrm>
          <a:off x="2339752" y="707660"/>
          <a:ext cx="1143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878" name="Equation" r:id="rId3" imgW="1143000" imgH="406080" progId="Equation.DSMT4">
                  <p:embed/>
                </p:oleObj>
              </mc:Choice>
              <mc:Fallback>
                <p:oleObj name="Equation" r:id="rId3" imgW="1143000" imgH="406080" progId="Equation.DSMT4">
                  <p:embed/>
                  <p:pic>
                    <p:nvPicPr>
                      <p:cNvPr id="20483" name="Object 3">
                        <a:extLst>
                          <a:ext uri="{FF2B5EF4-FFF2-40B4-BE49-F238E27FC236}">
                            <a16:creationId xmlns:a16="http://schemas.microsoft.com/office/drawing/2014/main" id="{D3101BD6-AA89-42F6-90CC-B7851C96619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752" y="707660"/>
                        <a:ext cx="11430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55">
            <a:extLst>
              <a:ext uri="{FF2B5EF4-FFF2-40B4-BE49-F238E27FC236}">
                <a16:creationId xmlns:a16="http://schemas.microsoft.com/office/drawing/2014/main" id="{8E77CB22-74B9-4F5F-85D7-63106CB23D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504" y="1227211"/>
            <a:ext cx="506152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轴和抛物线所围图形的面积最小</a:t>
            </a:r>
            <a:r>
              <a:rPr lang="en-US" altLang="zh-CN" sz="2400" b="1" dirty="0">
                <a:latin typeface="+mj-ea"/>
                <a:ea typeface="+mj-ea"/>
              </a:rPr>
              <a:t>.</a:t>
            </a: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F9B6AC85-9F6A-486A-8E90-D50E70FD9EF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7239715"/>
              </p:ext>
            </p:extLst>
          </p:nvPr>
        </p:nvGraphicFramePr>
        <p:xfrm>
          <a:off x="3917160" y="770731"/>
          <a:ext cx="596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879" name="Equation" r:id="rId5" imgW="596880" imgH="342720" progId="Equation.DSMT4">
                  <p:embed/>
                </p:oleObj>
              </mc:Choice>
              <mc:Fallback>
                <p:oleObj name="Equation" r:id="rId5" imgW="5968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917160" y="770731"/>
                        <a:ext cx="5969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9" name="组合 38">
            <a:extLst>
              <a:ext uri="{FF2B5EF4-FFF2-40B4-BE49-F238E27FC236}">
                <a16:creationId xmlns:a16="http://schemas.microsoft.com/office/drawing/2014/main" id="{44E70645-8078-49A2-98A9-93327048365A}"/>
              </a:ext>
            </a:extLst>
          </p:cNvPr>
          <p:cNvGrpSpPr/>
          <p:nvPr/>
        </p:nvGrpSpPr>
        <p:grpSpPr>
          <a:xfrm>
            <a:off x="6732240" y="1458043"/>
            <a:ext cx="1692632" cy="1545176"/>
            <a:chOff x="6263744" y="1784119"/>
            <a:chExt cx="1692632" cy="1545176"/>
          </a:xfrm>
        </p:grpSpPr>
        <p:sp>
          <p:nvSpPr>
            <p:cNvPr id="29" name="任意多边形: 形状 28">
              <a:extLst>
                <a:ext uri="{FF2B5EF4-FFF2-40B4-BE49-F238E27FC236}">
                  <a16:creationId xmlns:a16="http://schemas.microsoft.com/office/drawing/2014/main" id="{C85E1EA8-5CCB-4705-963C-B37CF1AA52D4}"/>
                </a:ext>
              </a:extLst>
            </p:cNvPr>
            <p:cNvSpPr/>
            <p:nvPr/>
          </p:nvSpPr>
          <p:spPr bwMode="auto">
            <a:xfrm>
              <a:off x="7195029" y="2547677"/>
              <a:ext cx="558397" cy="504482"/>
            </a:xfrm>
            <a:custGeom>
              <a:avLst/>
              <a:gdLst>
                <a:gd name="connsiteX0" fmla="*/ 240 w 558397"/>
                <a:gd name="connsiteY0" fmla="*/ 5079 h 504482"/>
                <a:gd name="connsiteX1" fmla="*/ 14308 w 558397"/>
                <a:gd name="connsiteY1" fmla="*/ 68384 h 504482"/>
                <a:gd name="connsiteX2" fmla="*/ 63545 w 558397"/>
                <a:gd name="connsiteY2" fmla="*/ 96519 h 504482"/>
                <a:gd name="connsiteX3" fmla="*/ 105748 w 558397"/>
                <a:gd name="connsiteY3" fmla="*/ 131688 h 504482"/>
                <a:gd name="connsiteX4" fmla="*/ 126849 w 558397"/>
                <a:gd name="connsiteY4" fmla="*/ 145756 h 504482"/>
                <a:gd name="connsiteX5" fmla="*/ 154985 w 558397"/>
                <a:gd name="connsiteY5" fmla="*/ 202027 h 504482"/>
                <a:gd name="connsiteX6" fmla="*/ 176086 w 558397"/>
                <a:gd name="connsiteY6" fmla="*/ 216095 h 504482"/>
                <a:gd name="connsiteX7" fmla="*/ 183120 w 558397"/>
                <a:gd name="connsiteY7" fmla="*/ 237196 h 504482"/>
                <a:gd name="connsiteX8" fmla="*/ 197188 w 558397"/>
                <a:gd name="connsiteY8" fmla="*/ 258298 h 504482"/>
                <a:gd name="connsiteX9" fmla="*/ 204221 w 558397"/>
                <a:gd name="connsiteY9" fmla="*/ 286433 h 504482"/>
                <a:gd name="connsiteX10" fmla="*/ 218289 w 558397"/>
                <a:gd name="connsiteY10" fmla="*/ 307535 h 504482"/>
                <a:gd name="connsiteX11" fmla="*/ 232357 w 558397"/>
                <a:gd name="connsiteY11" fmla="*/ 349738 h 504482"/>
                <a:gd name="connsiteX12" fmla="*/ 239391 w 558397"/>
                <a:gd name="connsiteY12" fmla="*/ 370839 h 504482"/>
                <a:gd name="connsiteX13" fmla="*/ 253458 w 558397"/>
                <a:gd name="connsiteY13" fmla="*/ 391941 h 504482"/>
                <a:gd name="connsiteX14" fmla="*/ 288628 w 558397"/>
                <a:gd name="connsiteY14" fmla="*/ 455245 h 504482"/>
                <a:gd name="connsiteX15" fmla="*/ 309729 w 558397"/>
                <a:gd name="connsiteY15" fmla="*/ 497448 h 504482"/>
                <a:gd name="connsiteX16" fmla="*/ 330831 w 558397"/>
                <a:gd name="connsiteY16" fmla="*/ 504482 h 504482"/>
                <a:gd name="connsiteX17" fmla="*/ 555914 w 558397"/>
                <a:gd name="connsiteY17" fmla="*/ 497448 h 504482"/>
                <a:gd name="connsiteX18" fmla="*/ 534812 w 558397"/>
                <a:gd name="connsiteY18" fmla="*/ 476347 h 504482"/>
                <a:gd name="connsiteX19" fmla="*/ 499643 w 558397"/>
                <a:gd name="connsiteY19" fmla="*/ 469313 h 504482"/>
                <a:gd name="connsiteX20" fmla="*/ 478541 w 558397"/>
                <a:gd name="connsiteY20" fmla="*/ 448211 h 504482"/>
                <a:gd name="connsiteX21" fmla="*/ 457440 w 558397"/>
                <a:gd name="connsiteY21" fmla="*/ 434144 h 504482"/>
                <a:gd name="connsiteX22" fmla="*/ 436338 w 558397"/>
                <a:gd name="connsiteY22" fmla="*/ 391941 h 504482"/>
                <a:gd name="connsiteX23" fmla="*/ 415237 w 558397"/>
                <a:gd name="connsiteY23" fmla="*/ 384907 h 504482"/>
                <a:gd name="connsiteX24" fmla="*/ 394135 w 558397"/>
                <a:gd name="connsiteY24" fmla="*/ 363805 h 504482"/>
                <a:gd name="connsiteX25" fmla="*/ 366000 w 558397"/>
                <a:gd name="connsiteY25" fmla="*/ 321602 h 504482"/>
                <a:gd name="connsiteX26" fmla="*/ 351932 w 558397"/>
                <a:gd name="connsiteY26" fmla="*/ 300501 h 504482"/>
                <a:gd name="connsiteX27" fmla="*/ 337865 w 558397"/>
                <a:gd name="connsiteY27" fmla="*/ 279399 h 504482"/>
                <a:gd name="connsiteX28" fmla="*/ 288628 w 558397"/>
                <a:gd name="connsiteY28" fmla="*/ 265331 h 504482"/>
                <a:gd name="connsiteX29" fmla="*/ 267526 w 558397"/>
                <a:gd name="connsiteY29" fmla="*/ 251264 h 504482"/>
                <a:gd name="connsiteX30" fmla="*/ 246425 w 558397"/>
                <a:gd name="connsiteY30" fmla="*/ 223128 h 504482"/>
                <a:gd name="connsiteX31" fmla="*/ 232357 w 558397"/>
                <a:gd name="connsiteY31" fmla="*/ 202027 h 504482"/>
                <a:gd name="connsiteX32" fmla="*/ 190154 w 558397"/>
                <a:gd name="connsiteY32" fmla="*/ 173891 h 504482"/>
                <a:gd name="connsiteX33" fmla="*/ 183120 w 558397"/>
                <a:gd name="connsiteY33" fmla="*/ 152790 h 504482"/>
                <a:gd name="connsiteX34" fmla="*/ 162018 w 558397"/>
                <a:gd name="connsiteY34" fmla="*/ 145756 h 504482"/>
                <a:gd name="connsiteX35" fmla="*/ 154985 w 558397"/>
                <a:gd name="connsiteY35" fmla="*/ 117621 h 504482"/>
                <a:gd name="connsiteX36" fmla="*/ 133883 w 558397"/>
                <a:gd name="connsiteY36" fmla="*/ 103553 h 504482"/>
                <a:gd name="connsiteX37" fmla="*/ 91680 w 558397"/>
                <a:gd name="connsiteY37" fmla="*/ 68384 h 504482"/>
                <a:gd name="connsiteX38" fmla="*/ 77612 w 558397"/>
                <a:gd name="connsiteY38" fmla="*/ 47282 h 504482"/>
                <a:gd name="connsiteX39" fmla="*/ 35409 w 558397"/>
                <a:gd name="connsiteY39" fmla="*/ 12113 h 504482"/>
                <a:gd name="connsiteX40" fmla="*/ 7274 w 558397"/>
                <a:gd name="connsiteY40" fmla="*/ 5079 h 504482"/>
                <a:gd name="connsiteX41" fmla="*/ 240 w 558397"/>
                <a:gd name="connsiteY41" fmla="*/ 5079 h 504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558397" h="504482">
                  <a:moveTo>
                    <a:pt x="240" y="5079"/>
                  </a:moveTo>
                  <a:cubicBezTo>
                    <a:pt x="1412" y="15630"/>
                    <a:pt x="7017" y="59270"/>
                    <a:pt x="14308" y="68384"/>
                  </a:cubicBezTo>
                  <a:cubicBezTo>
                    <a:pt x="21523" y="77402"/>
                    <a:pt x="55895" y="92148"/>
                    <a:pt x="63545" y="96519"/>
                  </a:cubicBezTo>
                  <a:cubicBezTo>
                    <a:pt x="96879" y="115567"/>
                    <a:pt x="74013" y="105242"/>
                    <a:pt x="105748" y="131688"/>
                  </a:cubicBezTo>
                  <a:cubicBezTo>
                    <a:pt x="112242" y="137100"/>
                    <a:pt x="119815" y="141067"/>
                    <a:pt x="126849" y="145756"/>
                  </a:cubicBezTo>
                  <a:cubicBezTo>
                    <a:pt x="133566" y="162548"/>
                    <a:pt x="140937" y="187979"/>
                    <a:pt x="154985" y="202027"/>
                  </a:cubicBezTo>
                  <a:cubicBezTo>
                    <a:pt x="160962" y="208005"/>
                    <a:pt x="169052" y="211406"/>
                    <a:pt x="176086" y="216095"/>
                  </a:cubicBezTo>
                  <a:cubicBezTo>
                    <a:pt x="178431" y="223129"/>
                    <a:pt x="179804" y="230565"/>
                    <a:pt x="183120" y="237196"/>
                  </a:cubicBezTo>
                  <a:cubicBezTo>
                    <a:pt x="186901" y="244757"/>
                    <a:pt x="193858" y="250528"/>
                    <a:pt x="197188" y="258298"/>
                  </a:cubicBezTo>
                  <a:cubicBezTo>
                    <a:pt x="200996" y="267183"/>
                    <a:pt x="200413" y="277548"/>
                    <a:pt x="204221" y="286433"/>
                  </a:cubicBezTo>
                  <a:cubicBezTo>
                    <a:pt x="207551" y="294203"/>
                    <a:pt x="214856" y="299810"/>
                    <a:pt x="218289" y="307535"/>
                  </a:cubicBezTo>
                  <a:cubicBezTo>
                    <a:pt x="224312" y="321086"/>
                    <a:pt x="227668" y="335670"/>
                    <a:pt x="232357" y="349738"/>
                  </a:cubicBezTo>
                  <a:cubicBezTo>
                    <a:pt x="234702" y="356772"/>
                    <a:pt x="235279" y="364670"/>
                    <a:pt x="239391" y="370839"/>
                  </a:cubicBezTo>
                  <a:cubicBezTo>
                    <a:pt x="244080" y="377873"/>
                    <a:pt x="250025" y="384216"/>
                    <a:pt x="253458" y="391941"/>
                  </a:cubicBezTo>
                  <a:cubicBezTo>
                    <a:pt x="280998" y="453906"/>
                    <a:pt x="250114" y="416732"/>
                    <a:pt x="288628" y="455245"/>
                  </a:cubicBezTo>
                  <a:cubicBezTo>
                    <a:pt x="293262" y="469148"/>
                    <a:pt x="297331" y="487530"/>
                    <a:pt x="309729" y="497448"/>
                  </a:cubicBezTo>
                  <a:cubicBezTo>
                    <a:pt x="315519" y="502080"/>
                    <a:pt x="323797" y="502137"/>
                    <a:pt x="330831" y="504482"/>
                  </a:cubicBezTo>
                  <a:lnTo>
                    <a:pt x="555914" y="497448"/>
                  </a:lnTo>
                  <a:cubicBezTo>
                    <a:pt x="565768" y="496089"/>
                    <a:pt x="543709" y="480796"/>
                    <a:pt x="534812" y="476347"/>
                  </a:cubicBezTo>
                  <a:cubicBezTo>
                    <a:pt x="524119" y="471001"/>
                    <a:pt x="511366" y="471658"/>
                    <a:pt x="499643" y="469313"/>
                  </a:cubicBezTo>
                  <a:cubicBezTo>
                    <a:pt x="492609" y="462279"/>
                    <a:pt x="486183" y="454579"/>
                    <a:pt x="478541" y="448211"/>
                  </a:cubicBezTo>
                  <a:cubicBezTo>
                    <a:pt x="472047" y="442799"/>
                    <a:pt x="462721" y="440745"/>
                    <a:pt x="457440" y="434144"/>
                  </a:cubicBezTo>
                  <a:cubicBezTo>
                    <a:pt x="434786" y="405826"/>
                    <a:pt x="469280" y="418294"/>
                    <a:pt x="436338" y="391941"/>
                  </a:cubicBezTo>
                  <a:cubicBezTo>
                    <a:pt x="430548" y="387309"/>
                    <a:pt x="422271" y="387252"/>
                    <a:pt x="415237" y="384907"/>
                  </a:cubicBezTo>
                  <a:cubicBezTo>
                    <a:pt x="408203" y="377873"/>
                    <a:pt x="400242" y="371657"/>
                    <a:pt x="394135" y="363805"/>
                  </a:cubicBezTo>
                  <a:cubicBezTo>
                    <a:pt x="383755" y="350459"/>
                    <a:pt x="375378" y="335670"/>
                    <a:pt x="366000" y="321602"/>
                  </a:cubicBezTo>
                  <a:lnTo>
                    <a:pt x="351932" y="300501"/>
                  </a:lnTo>
                  <a:cubicBezTo>
                    <a:pt x="347243" y="293467"/>
                    <a:pt x="345993" y="281721"/>
                    <a:pt x="337865" y="279399"/>
                  </a:cubicBezTo>
                  <a:lnTo>
                    <a:pt x="288628" y="265331"/>
                  </a:lnTo>
                  <a:cubicBezTo>
                    <a:pt x="281594" y="260642"/>
                    <a:pt x="273504" y="257242"/>
                    <a:pt x="267526" y="251264"/>
                  </a:cubicBezTo>
                  <a:cubicBezTo>
                    <a:pt x="259236" y="242974"/>
                    <a:pt x="253239" y="232668"/>
                    <a:pt x="246425" y="223128"/>
                  </a:cubicBezTo>
                  <a:cubicBezTo>
                    <a:pt x="241512" y="216249"/>
                    <a:pt x="238719" y="207594"/>
                    <a:pt x="232357" y="202027"/>
                  </a:cubicBezTo>
                  <a:cubicBezTo>
                    <a:pt x="219633" y="190893"/>
                    <a:pt x="190154" y="173891"/>
                    <a:pt x="190154" y="173891"/>
                  </a:cubicBezTo>
                  <a:cubicBezTo>
                    <a:pt x="187809" y="166857"/>
                    <a:pt x="188363" y="158033"/>
                    <a:pt x="183120" y="152790"/>
                  </a:cubicBezTo>
                  <a:cubicBezTo>
                    <a:pt x="177877" y="147547"/>
                    <a:pt x="166650" y="151546"/>
                    <a:pt x="162018" y="145756"/>
                  </a:cubicBezTo>
                  <a:cubicBezTo>
                    <a:pt x="155979" y="138207"/>
                    <a:pt x="160347" y="125664"/>
                    <a:pt x="154985" y="117621"/>
                  </a:cubicBezTo>
                  <a:cubicBezTo>
                    <a:pt x="150296" y="110587"/>
                    <a:pt x="140377" y="108965"/>
                    <a:pt x="133883" y="103553"/>
                  </a:cubicBezTo>
                  <a:cubicBezTo>
                    <a:pt x="79727" y="58423"/>
                    <a:pt x="144068" y="103308"/>
                    <a:pt x="91680" y="68384"/>
                  </a:cubicBezTo>
                  <a:cubicBezTo>
                    <a:pt x="86991" y="61350"/>
                    <a:pt x="83024" y="53776"/>
                    <a:pt x="77612" y="47282"/>
                  </a:cubicBezTo>
                  <a:cubicBezTo>
                    <a:pt x="68223" y="36015"/>
                    <a:pt x="49754" y="18261"/>
                    <a:pt x="35409" y="12113"/>
                  </a:cubicBezTo>
                  <a:cubicBezTo>
                    <a:pt x="26524" y="8305"/>
                    <a:pt x="16445" y="8136"/>
                    <a:pt x="7274" y="5079"/>
                  </a:cubicBezTo>
                  <a:cubicBezTo>
                    <a:pt x="2300" y="3421"/>
                    <a:pt x="-932" y="-5472"/>
                    <a:pt x="240" y="5079"/>
                  </a:cubicBezTo>
                  <a:close/>
                </a:path>
              </a:pathLst>
            </a:custGeom>
            <a:solidFill>
              <a:srgbClr val="FFFF00"/>
            </a:solidFill>
            <a:ln w="9525">
              <a:noFill/>
              <a:miter lim="800000"/>
              <a:headEnd/>
              <a:tailEnd/>
            </a:ln>
            <a:extLst/>
          </p:spPr>
          <p:txBody>
            <a:bodyPr rtlCol="0" anchor="ctr"/>
            <a:lstStyle/>
            <a:p>
              <a:pPr algn="l"/>
              <a:endParaRPr lang="zh-CN" altLang="en-US" sz="2400" dirty="0">
                <a:solidFill>
                  <a:srgbClr val="FF0000"/>
                </a:solidFill>
              </a:endParaRPr>
            </a:p>
          </p:txBody>
        </p:sp>
        <p:sp>
          <p:nvSpPr>
            <p:cNvPr id="28" name="任意多边形: 形状 27">
              <a:extLst>
                <a:ext uri="{FF2B5EF4-FFF2-40B4-BE49-F238E27FC236}">
                  <a16:creationId xmlns:a16="http://schemas.microsoft.com/office/drawing/2014/main" id="{D61EDE33-0AD5-498A-AE1C-031088FAADB5}"/>
                </a:ext>
              </a:extLst>
            </p:cNvPr>
            <p:cNvSpPr/>
            <p:nvPr/>
          </p:nvSpPr>
          <p:spPr bwMode="auto">
            <a:xfrm>
              <a:off x="6582721" y="2037810"/>
              <a:ext cx="324481" cy="268762"/>
            </a:xfrm>
            <a:custGeom>
              <a:avLst/>
              <a:gdLst>
                <a:gd name="connsiteX0" fmla="*/ 21705 w 324481"/>
                <a:gd name="connsiteY0" fmla="*/ 29611 h 268762"/>
                <a:gd name="connsiteX1" fmla="*/ 14671 w 324481"/>
                <a:gd name="connsiteY1" fmla="*/ 64780 h 268762"/>
                <a:gd name="connsiteX2" fmla="*/ 603 w 324481"/>
                <a:gd name="connsiteY2" fmla="*/ 121051 h 268762"/>
                <a:gd name="connsiteX3" fmla="*/ 7637 w 324481"/>
                <a:gd name="connsiteY3" fmla="*/ 156220 h 268762"/>
                <a:gd name="connsiteX4" fmla="*/ 49840 w 324481"/>
                <a:gd name="connsiteY4" fmla="*/ 163254 h 268762"/>
                <a:gd name="connsiteX5" fmla="*/ 120179 w 324481"/>
                <a:gd name="connsiteY5" fmla="*/ 170288 h 268762"/>
                <a:gd name="connsiteX6" fmla="*/ 141280 w 324481"/>
                <a:gd name="connsiteY6" fmla="*/ 184355 h 268762"/>
                <a:gd name="connsiteX7" fmla="*/ 148314 w 324481"/>
                <a:gd name="connsiteY7" fmla="*/ 205457 h 268762"/>
                <a:gd name="connsiteX8" fmla="*/ 183483 w 324481"/>
                <a:gd name="connsiteY8" fmla="*/ 212491 h 268762"/>
                <a:gd name="connsiteX9" fmla="*/ 225686 w 324481"/>
                <a:gd name="connsiteY9" fmla="*/ 233592 h 268762"/>
                <a:gd name="connsiteX10" fmla="*/ 246788 w 324481"/>
                <a:gd name="connsiteY10" fmla="*/ 247660 h 268762"/>
                <a:gd name="connsiteX11" fmla="*/ 288991 w 324481"/>
                <a:gd name="connsiteY11" fmla="*/ 268762 h 268762"/>
                <a:gd name="connsiteX12" fmla="*/ 324160 w 324481"/>
                <a:gd name="connsiteY12" fmla="*/ 261728 h 268762"/>
                <a:gd name="connsiteX13" fmla="*/ 296025 w 324481"/>
                <a:gd name="connsiteY13" fmla="*/ 247660 h 268762"/>
                <a:gd name="connsiteX14" fmla="*/ 253822 w 324481"/>
                <a:gd name="connsiteY14" fmla="*/ 205457 h 268762"/>
                <a:gd name="connsiteX15" fmla="*/ 204585 w 324481"/>
                <a:gd name="connsiteY15" fmla="*/ 170288 h 268762"/>
                <a:gd name="connsiteX16" fmla="*/ 162382 w 324481"/>
                <a:gd name="connsiteY16" fmla="*/ 142152 h 268762"/>
                <a:gd name="connsiteX17" fmla="*/ 148314 w 324481"/>
                <a:gd name="connsiteY17" fmla="*/ 121051 h 268762"/>
                <a:gd name="connsiteX18" fmla="*/ 127213 w 324481"/>
                <a:gd name="connsiteY18" fmla="*/ 106983 h 268762"/>
                <a:gd name="connsiteX19" fmla="*/ 99077 w 324481"/>
                <a:gd name="connsiteY19" fmla="*/ 64780 h 268762"/>
                <a:gd name="connsiteX20" fmla="*/ 77976 w 324481"/>
                <a:gd name="connsiteY20" fmla="*/ 43678 h 268762"/>
                <a:gd name="connsiteX21" fmla="*/ 49840 w 324481"/>
                <a:gd name="connsiteY21" fmla="*/ 1475 h 268762"/>
                <a:gd name="connsiteX22" fmla="*/ 21705 w 324481"/>
                <a:gd name="connsiteY22" fmla="*/ 29611 h 268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24481" h="268762">
                  <a:moveTo>
                    <a:pt x="21705" y="29611"/>
                  </a:moveTo>
                  <a:cubicBezTo>
                    <a:pt x="15844" y="40162"/>
                    <a:pt x="17359" y="53131"/>
                    <a:pt x="14671" y="64780"/>
                  </a:cubicBezTo>
                  <a:cubicBezTo>
                    <a:pt x="10323" y="83619"/>
                    <a:pt x="2086" y="101774"/>
                    <a:pt x="603" y="121051"/>
                  </a:cubicBezTo>
                  <a:cubicBezTo>
                    <a:pt x="-314" y="132971"/>
                    <a:pt x="-1440" y="148440"/>
                    <a:pt x="7637" y="156220"/>
                  </a:cubicBezTo>
                  <a:cubicBezTo>
                    <a:pt x="18465" y="165501"/>
                    <a:pt x="35688" y="161485"/>
                    <a:pt x="49840" y="163254"/>
                  </a:cubicBezTo>
                  <a:cubicBezTo>
                    <a:pt x="73221" y="166177"/>
                    <a:pt x="96733" y="167943"/>
                    <a:pt x="120179" y="170288"/>
                  </a:cubicBezTo>
                  <a:cubicBezTo>
                    <a:pt x="127213" y="174977"/>
                    <a:pt x="135999" y="177754"/>
                    <a:pt x="141280" y="184355"/>
                  </a:cubicBezTo>
                  <a:cubicBezTo>
                    <a:pt x="145912" y="190145"/>
                    <a:pt x="142145" y="201344"/>
                    <a:pt x="148314" y="205457"/>
                  </a:cubicBezTo>
                  <a:cubicBezTo>
                    <a:pt x="158261" y="212089"/>
                    <a:pt x="171760" y="210146"/>
                    <a:pt x="183483" y="212491"/>
                  </a:cubicBezTo>
                  <a:cubicBezTo>
                    <a:pt x="243969" y="252812"/>
                    <a:pt x="167435" y="204466"/>
                    <a:pt x="225686" y="233592"/>
                  </a:cubicBezTo>
                  <a:cubicBezTo>
                    <a:pt x="233247" y="237373"/>
                    <a:pt x="239227" y="243879"/>
                    <a:pt x="246788" y="247660"/>
                  </a:cubicBezTo>
                  <a:cubicBezTo>
                    <a:pt x="305031" y="276782"/>
                    <a:pt x="228514" y="228444"/>
                    <a:pt x="288991" y="268762"/>
                  </a:cubicBezTo>
                  <a:cubicBezTo>
                    <a:pt x="300714" y="266417"/>
                    <a:pt x="320379" y="273070"/>
                    <a:pt x="324160" y="261728"/>
                  </a:cubicBezTo>
                  <a:cubicBezTo>
                    <a:pt x="327476" y="251781"/>
                    <a:pt x="304213" y="254210"/>
                    <a:pt x="296025" y="247660"/>
                  </a:cubicBezTo>
                  <a:cubicBezTo>
                    <a:pt x="280490" y="235232"/>
                    <a:pt x="270375" y="216493"/>
                    <a:pt x="253822" y="205457"/>
                  </a:cubicBezTo>
                  <a:cubicBezTo>
                    <a:pt x="185234" y="159732"/>
                    <a:pt x="291806" y="231343"/>
                    <a:pt x="204585" y="170288"/>
                  </a:cubicBezTo>
                  <a:cubicBezTo>
                    <a:pt x="190734" y="160592"/>
                    <a:pt x="162382" y="142152"/>
                    <a:pt x="162382" y="142152"/>
                  </a:cubicBezTo>
                  <a:cubicBezTo>
                    <a:pt x="157693" y="135118"/>
                    <a:pt x="154292" y="127029"/>
                    <a:pt x="148314" y="121051"/>
                  </a:cubicBezTo>
                  <a:cubicBezTo>
                    <a:pt x="142336" y="115073"/>
                    <a:pt x="132780" y="113345"/>
                    <a:pt x="127213" y="106983"/>
                  </a:cubicBezTo>
                  <a:cubicBezTo>
                    <a:pt x="116079" y="94259"/>
                    <a:pt x="111032" y="76736"/>
                    <a:pt x="99077" y="64780"/>
                  </a:cubicBezTo>
                  <a:cubicBezTo>
                    <a:pt x="92043" y="57746"/>
                    <a:pt x="84083" y="51530"/>
                    <a:pt x="77976" y="43678"/>
                  </a:cubicBezTo>
                  <a:cubicBezTo>
                    <a:pt x="67596" y="30332"/>
                    <a:pt x="66243" y="5575"/>
                    <a:pt x="49840" y="1475"/>
                  </a:cubicBezTo>
                  <a:cubicBezTo>
                    <a:pt x="18488" y="-6362"/>
                    <a:pt x="27566" y="19060"/>
                    <a:pt x="21705" y="29611"/>
                  </a:cubicBezTo>
                  <a:close/>
                </a:path>
              </a:pathLst>
            </a:custGeom>
            <a:solidFill>
              <a:srgbClr val="FFFF00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xtLst/>
          </p:spPr>
          <p:txBody>
            <a:bodyPr rtlCol="0" anchor="ctr"/>
            <a:lstStyle/>
            <a:p>
              <a:pPr algn="l"/>
              <a:endParaRPr lang="zh-CN" altLang="en-US" sz="2400" dirty="0">
                <a:solidFill>
                  <a:srgbClr val="FF0000"/>
                </a:solidFill>
              </a:endParaRPr>
            </a:p>
          </p:txBody>
        </p:sp>
        <p:cxnSp>
          <p:nvCxnSpPr>
            <p:cNvPr id="20" name="直接箭头连接符 19">
              <a:extLst>
                <a:ext uri="{FF2B5EF4-FFF2-40B4-BE49-F238E27FC236}">
                  <a16:creationId xmlns:a16="http://schemas.microsoft.com/office/drawing/2014/main" id="{BC66EBF3-C19D-49D8-903E-6909BB27E006}"/>
                </a:ext>
              </a:extLst>
            </p:cNvPr>
            <p:cNvCxnSpPr>
              <a:cxnSpLocks/>
            </p:cNvCxnSpPr>
            <p:nvPr/>
          </p:nvCxnSpPr>
          <p:spPr>
            <a:xfrm>
              <a:off x="6532183" y="3048616"/>
              <a:ext cx="142419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直接箭头连接符 20">
              <a:extLst>
                <a:ext uri="{FF2B5EF4-FFF2-40B4-BE49-F238E27FC236}">
                  <a16:creationId xmlns:a16="http://schemas.microsoft.com/office/drawing/2014/main" id="{04701889-5E96-427E-8E22-72625B4F98B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88224" y="1784119"/>
              <a:ext cx="0" cy="129148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4" name="任意多边形: 形状 23">
              <a:extLst>
                <a:ext uri="{FF2B5EF4-FFF2-40B4-BE49-F238E27FC236}">
                  <a16:creationId xmlns:a16="http://schemas.microsoft.com/office/drawing/2014/main" id="{766C44D3-C34D-4755-AC6C-AB55AB458D83}"/>
                </a:ext>
              </a:extLst>
            </p:cNvPr>
            <p:cNvSpPr/>
            <p:nvPr/>
          </p:nvSpPr>
          <p:spPr bwMode="auto">
            <a:xfrm>
              <a:off x="6588224" y="2188189"/>
              <a:ext cx="936100" cy="860428"/>
            </a:xfrm>
            <a:custGeom>
              <a:avLst/>
              <a:gdLst>
                <a:gd name="connsiteX0" fmla="*/ 0 w 1132449"/>
                <a:gd name="connsiteY0" fmla="*/ 0 h 1294228"/>
                <a:gd name="connsiteX1" fmla="*/ 35169 w 1132449"/>
                <a:gd name="connsiteY1" fmla="*/ 14068 h 1294228"/>
                <a:gd name="connsiteX2" fmla="*/ 91440 w 1132449"/>
                <a:gd name="connsiteY2" fmla="*/ 21101 h 1294228"/>
                <a:gd name="connsiteX3" fmla="*/ 112541 w 1132449"/>
                <a:gd name="connsiteY3" fmla="*/ 35169 h 1294228"/>
                <a:gd name="connsiteX4" fmla="*/ 133643 w 1132449"/>
                <a:gd name="connsiteY4" fmla="*/ 42203 h 1294228"/>
                <a:gd name="connsiteX5" fmla="*/ 182880 w 1132449"/>
                <a:gd name="connsiteY5" fmla="*/ 63305 h 1294228"/>
                <a:gd name="connsiteX6" fmla="*/ 225083 w 1132449"/>
                <a:gd name="connsiteY6" fmla="*/ 91440 h 1294228"/>
                <a:gd name="connsiteX7" fmla="*/ 253218 w 1132449"/>
                <a:gd name="connsiteY7" fmla="*/ 112541 h 1294228"/>
                <a:gd name="connsiteX8" fmla="*/ 302455 w 1132449"/>
                <a:gd name="connsiteY8" fmla="*/ 133643 h 1294228"/>
                <a:gd name="connsiteX9" fmla="*/ 323556 w 1132449"/>
                <a:gd name="connsiteY9" fmla="*/ 147711 h 1294228"/>
                <a:gd name="connsiteX10" fmla="*/ 379827 w 1132449"/>
                <a:gd name="connsiteY10" fmla="*/ 175846 h 1294228"/>
                <a:gd name="connsiteX11" fmla="*/ 429064 w 1132449"/>
                <a:gd name="connsiteY11" fmla="*/ 211015 h 1294228"/>
                <a:gd name="connsiteX12" fmla="*/ 450166 w 1132449"/>
                <a:gd name="connsiteY12" fmla="*/ 232117 h 1294228"/>
                <a:gd name="connsiteX13" fmla="*/ 492369 w 1132449"/>
                <a:gd name="connsiteY13" fmla="*/ 260252 h 1294228"/>
                <a:gd name="connsiteX14" fmla="*/ 527538 w 1132449"/>
                <a:gd name="connsiteY14" fmla="*/ 288388 h 1294228"/>
                <a:gd name="connsiteX15" fmla="*/ 562707 w 1132449"/>
                <a:gd name="connsiteY15" fmla="*/ 330591 h 1294228"/>
                <a:gd name="connsiteX16" fmla="*/ 583809 w 1132449"/>
                <a:gd name="connsiteY16" fmla="*/ 351692 h 1294228"/>
                <a:gd name="connsiteX17" fmla="*/ 611944 w 1132449"/>
                <a:gd name="connsiteY17" fmla="*/ 393895 h 1294228"/>
                <a:gd name="connsiteX18" fmla="*/ 633046 w 1132449"/>
                <a:gd name="connsiteY18" fmla="*/ 414997 h 1294228"/>
                <a:gd name="connsiteX19" fmla="*/ 647113 w 1132449"/>
                <a:gd name="connsiteY19" fmla="*/ 436098 h 1294228"/>
                <a:gd name="connsiteX20" fmla="*/ 661181 w 1132449"/>
                <a:gd name="connsiteY20" fmla="*/ 464234 h 1294228"/>
                <a:gd name="connsiteX21" fmla="*/ 682283 w 1132449"/>
                <a:gd name="connsiteY21" fmla="*/ 478301 h 1294228"/>
                <a:gd name="connsiteX22" fmla="*/ 696350 w 1132449"/>
                <a:gd name="connsiteY22" fmla="*/ 499403 h 1294228"/>
                <a:gd name="connsiteX23" fmla="*/ 703384 w 1132449"/>
                <a:gd name="connsiteY23" fmla="*/ 527538 h 1294228"/>
                <a:gd name="connsiteX24" fmla="*/ 724486 w 1132449"/>
                <a:gd name="connsiteY24" fmla="*/ 541606 h 1294228"/>
                <a:gd name="connsiteX25" fmla="*/ 731520 w 1132449"/>
                <a:gd name="connsiteY25" fmla="*/ 562708 h 1294228"/>
                <a:gd name="connsiteX26" fmla="*/ 759655 w 1132449"/>
                <a:gd name="connsiteY26" fmla="*/ 604911 h 1294228"/>
                <a:gd name="connsiteX27" fmla="*/ 794824 w 1132449"/>
                <a:gd name="connsiteY27" fmla="*/ 668215 h 1294228"/>
                <a:gd name="connsiteX28" fmla="*/ 815926 w 1132449"/>
                <a:gd name="connsiteY28" fmla="*/ 682283 h 1294228"/>
                <a:gd name="connsiteX29" fmla="*/ 844061 w 1132449"/>
                <a:gd name="connsiteY29" fmla="*/ 731520 h 1294228"/>
                <a:gd name="connsiteX30" fmla="*/ 858129 w 1132449"/>
                <a:gd name="connsiteY30" fmla="*/ 752621 h 1294228"/>
                <a:gd name="connsiteX31" fmla="*/ 893298 w 1132449"/>
                <a:gd name="connsiteY31" fmla="*/ 794825 h 1294228"/>
                <a:gd name="connsiteX32" fmla="*/ 900332 w 1132449"/>
                <a:gd name="connsiteY32" fmla="*/ 815926 h 1294228"/>
                <a:gd name="connsiteX33" fmla="*/ 928467 w 1132449"/>
                <a:gd name="connsiteY33" fmla="*/ 858129 h 1294228"/>
                <a:gd name="connsiteX34" fmla="*/ 949569 w 1132449"/>
                <a:gd name="connsiteY34" fmla="*/ 907366 h 1294228"/>
                <a:gd name="connsiteX35" fmla="*/ 956603 w 1132449"/>
                <a:gd name="connsiteY35" fmla="*/ 928468 h 1294228"/>
                <a:gd name="connsiteX36" fmla="*/ 977704 w 1132449"/>
                <a:gd name="connsiteY36" fmla="*/ 942535 h 1294228"/>
                <a:gd name="connsiteX37" fmla="*/ 991772 w 1132449"/>
                <a:gd name="connsiteY37" fmla="*/ 991772 h 1294228"/>
                <a:gd name="connsiteX38" fmla="*/ 1019907 w 1132449"/>
                <a:gd name="connsiteY38" fmla="*/ 1041009 h 1294228"/>
                <a:gd name="connsiteX39" fmla="*/ 1026941 w 1132449"/>
                <a:gd name="connsiteY39" fmla="*/ 1062111 h 1294228"/>
                <a:gd name="connsiteX40" fmla="*/ 1041009 w 1132449"/>
                <a:gd name="connsiteY40" fmla="*/ 1090246 h 1294228"/>
                <a:gd name="connsiteX41" fmla="*/ 1048043 w 1132449"/>
                <a:gd name="connsiteY41" fmla="*/ 1111348 h 1294228"/>
                <a:gd name="connsiteX42" fmla="*/ 1076178 w 1132449"/>
                <a:gd name="connsiteY42" fmla="*/ 1153551 h 1294228"/>
                <a:gd name="connsiteX43" fmla="*/ 1097280 w 1132449"/>
                <a:gd name="connsiteY43" fmla="*/ 1202788 h 1294228"/>
                <a:gd name="connsiteX44" fmla="*/ 1111347 w 1132449"/>
                <a:gd name="connsiteY44" fmla="*/ 1244991 h 1294228"/>
                <a:gd name="connsiteX45" fmla="*/ 1118381 w 1132449"/>
                <a:gd name="connsiteY45" fmla="*/ 1266092 h 1294228"/>
                <a:gd name="connsiteX46" fmla="*/ 1132449 w 1132449"/>
                <a:gd name="connsiteY46" fmla="*/ 1294228 h 1294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1132449" h="1294228">
                  <a:moveTo>
                    <a:pt x="0" y="0"/>
                  </a:moveTo>
                  <a:cubicBezTo>
                    <a:pt x="11723" y="4689"/>
                    <a:pt x="22866" y="11229"/>
                    <a:pt x="35169" y="14068"/>
                  </a:cubicBezTo>
                  <a:cubicBezTo>
                    <a:pt x="53588" y="18318"/>
                    <a:pt x="73203" y="16127"/>
                    <a:pt x="91440" y="21101"/>
                  </a:cubicBezTo>
                  <a:cubicBezTo>
                    <a:pt x="99596" y="23325"/>
                    <a:pt x="104980" y="31388"/>
                    <a:pt x="112541" y="35169"/>
                  </a:cubicBezTo>
                  <a:cubicBezTo>
                    <a:pt x="119173" y="38485"/>
                    <a:pt x="126828" y="39282"/>
                    <a:pt x="133643" y="42203"/>
                  </a:cubicBezTo>
                  <a:cubicBezTo>
                    <a:pt x="194486" y="68279"/>
                    <a:pt x="133392" y="46809"/>
                    <a:pt x="182880" y="63305"/>
                  </a:cubicBezTo>
                  <a:cubicBezTo>
                    <a:pt x="231984" y="112409"/>
                    <a:pt x="177579" y="64295"/>
                    <a:pt x="225083" y="91440"/>
                  </a:cubicBezTo>
                  <a:cubicBezTo>
                    <a:pt x="235261" y="97256"/>
                    <a:pt x="243277" y="106328"/>
                    <a:pt x="253218" y="112541"/>
                  </a:cubicBezTo>
                  <a:cubicBezTo>
                    <a:pt x="273086" y="124959"/>
                    <a:pt x="281941" y="126805"/>
                    <a:pt x="302455" y="133643"/>
                  </a:cubicBezTo>
                  <a:cubicBezTo>
                    <a:pt x="309489" y="138332"/>
                    <a:pt x="316135" y="143663"/>
                    <a:pt x="323556" y="147711"/>
                  </a:cubicBezTo>
                  <a:cubicBezTo>
                    <a:pt x="341966" y="157753"/>
                    <a:pt x="364998" y="161017"/>
                    <a:pt x="379827" y="175846"/>
                  </a:cubicBezTo>
                  <a:cubicBezTo>
                    <a:pt x="408343" y="204362"/>
                    <a:pt x="392032" y="192499"/>
                    <a:pt x="429064" y="211015"/>
                  </a:cubicBezTo>
                  <a:cubicBezTo>
                    <a:pt x="436098" y="218049"/>
                    <a:pt x="442314" y="226010"/>
                    <a:pt x="450166" y="232117"/>
                  </a:cubicBezTo>
                  <a:cubicBezTo>
                    <a:pt x="463512" y="242497"/>
                    <a:pt x="492369" y="260252"/>
                    <a:pt x="492369" y="260252"/>
                  </a:cubicBezTo>
                  <a:cubicBezTo>
                    <a:pt x="523827" y="307442"/>
                    <a:pt x="486770" y="261210"/>
                    <a:pt x="527538" y="288388"/>
                  </a:cubicBezTo>
                  <a:cubicBezTo>
                    <a:pt x="550662" y="303803"/>
                    <a:pt x="546485" y="311124"/>
                    <a:pt x="562707" y="330591"/>
                  </a:cubicBezTo>
                  <a:cubicBezTo>
                    <a:pt x="569075" y="338233"/>
                    <a:pt x="577702" y="343840"/>
                    <a:pt x="583809" y="351692"/>
                  </a:cubicBezTo>
                  <a:cubicBezTo>
                    <a:pt x="594189" y="365038"/>
                    <a:pt x="599989" y="381940"/>
                    <a:pt x="611944" y="393895"/>
                  </a:cubicBezTo>
                  <a:cubicBezTo>
                    <a:pt x="618978" y="400929"/>
                    <a:pt x="626678" y="407355"/>
                    <a:pt x="633046" y="414997"/>
                  </a:cubicBezTo>
                  <a:cubicBezTo>
                    <a:pt x="638458" y="421491"/>
                    <a:pt x="642919" y="428758"/>
                    <a:pt x="647113" y="436098"/>
                  </a:cubicBezTo>
                  <a:cubicBezTo>
                    <a:pt x="652315" y="445202"/>
                    <a:pt x="654468" y="456179"/>
                    <a:pt x="661181" y="464234"/>
                  </a:cubicBezTo>
                  <a:cubicBezTo>
                    <a:pt x="666593" y="470728"/>
                    <a:pt x="675249" y="473612"/>
                    <a:pt x="682283" y="478301"/>
                  </a:cubicBezTo>
                  <a:cubicBezTo>
                    <a:pt x="686972" y="485335"/>
                    <a:pt x="693020" y="491633"/>
                    <a:pt x="696350" y="499403"/>
                  </a:cubicBezTo>
                  <a:cubicBezTo>
                    <a:pt x="700158" y="508288"/>
                    <a:pt x="698022" y="519495"/>
                    <a:pt x="703384" y="527538"/>
                  </a:cubicBezTo>
                  <a:cubicBezTo>
                    <a:pt x="708073" y="534572"/>
                    <a:pt x="717452" y="536917"/>
                    <a:pt x="724486" y="541606"/>
                  </a:cubicBezTo>
                  <a:cubicBezTo>
                    <a:pt x="726831" y="548640"/>
                    <a:pt x="727919" y="556227"/>
                    <a:pt x="731520" y="562708"/>
                  </a:cubicBezTo>
                  <a:cubicBezTo>
                    <a:pt x="739731" y="577488"/>
                    <a:pt x="754308" y="588872"/>
                    <a:pt x="759655" y="604911"/>
                  </a:cubicBezTo>
                  <a:cubicBezTo>
                    <a:pt x="766985" y="626900"/>
                    <a:pt x="774094" y="654395"/>
                    <a:pt x="794824" y="668215"/>
                  </a:cubicBezTo>
                  <a:lnTo>
                    <a:pt x="815926" y="682283"/>
                  </a:lnTo>
                  <a:cubicBezTo>
                    <a:pt x="827340" y="716525"/>
                    <a:pt x="817447" y="694261"/>
                    <a:pt x="844061" y="731520"/>
                  </a:cubicBezTo>
                  <a:cubicBezTo>
                    <a:pt x="848975" y="738399"/>
                    <a:pt x="852717" y="746127"/>
                    <a:pt x="858129" y="752621"/>
                  </a:cubicBezTo>
                  <a:cubicBezTo>
                    <a:pt x="877573" y="775954"/>
                    <a:pt x="880201" y="768631"/>
                    <a:pt x="893298" y="794825"/>
                  </a:cubicBezTo>
                  <a:cubicBezTo>
                    <a:pt x="896614" y="801456"/>
                    <a:pt x="896731" y="809445"/>
                    <a:pt x="900332" y="815926"/>
                  </a:cubicBezTo>
                  <a:cubicBezTo>
                    <a:pt x="908543" y="830706"/>
                    <a:pt x="923120" y="842089"/>
                    <a:pt x="928467" y="858129"/>
                  </a:cubicBezTo>
                  <a:cubicBezTo>
                    <a:pt x="944963" y="907617"/>
                    <a:pt x="923493" y="846523"/>
                    <a:pt x="949569" y="907366"/>
                  </a:cubicBezTo>
                  <a:cubicBezTo>
                    <a:pt x="952490" y="914181"/>
                    <a:pt x="951971" y="922678"/>
                    <a:pt x="956603" y="928468"/>
                  </a:cubicBezTo>
                  <a:cubicBezTo>
                    <a:pt x="961884" y="935069"/>
                    <a:pt x="970670" y="937846"/>
                    <a:pt x="977704" y="942535"/>
                  </a:cubicBezTo>
                  <a:cubicBezTo>
                    <a:pt x="981274" y="956815"/>
                    <a:pt x="985717" y="977643"/>
                    <a:pt x="991772" y="991772"/>
                  </a:cubicBezTo>
                  <a:cubicBezTo>
                    <a:pt x="1028776" y="1078113"/>
                    <a:pt x="984581" y="970355"/>
                    <a:pt x="1019907" y="1041009"/>
                  </a:cubicBezTo>
                  <a:cubicBezTo>
                    <a:pt x="1023223" y="1047641"/>
                    <a:pt x="1024020" y="1055296"/>
                    <a:pt x="1026941" y="1062111"/>
                  </a:cubicBezTo>
                  <a:cubicBezTo>
                    <a:pt x="1031071" y="1071749"/>
                    <a:pt x="1036879" y="1080608"/>
                    <a:pt x="1041009" y="1090246"/>
                  </a:cubicBezTo>
                  <a:cubicBezTo>
                    <a:pt x="1043930" y="1097061"/>
                    <a:pt x="1044442" y="1104867"/>
                    <a:pt x="1048043" y="1111348"/>
                  </a:cubicBezTo>
                  <a:cubicBezTo>
                    <a:pt x="1056254" y="1126128"/>
                    <a:pt x="1070831" y="1137512"/>
                    <a:pt x="1076178" y="1153551"/>
                  </a:cubicBezTo>
                  <a:cubicBezTo>
                    <a:pt x="1098826" y="1221491"/>
                    <a:pt x="1062504" y="1115846"/>
                    <a:pt x="1097280" y="1202788"/>
                  </a:cubicBezTo>
                  <a:cubicBezTo>
                    <a:pt x="1102787" y="1216556"/>
                    <a:pt x="1106658" y="1230923"/>
                    <a:pt x="1111347" y="1244991"/>
                  </a:cubicBezTo>
                  <a:lnTo>
                    <a:pt x="1118381" y="1266092"/>
                  </a:lnTo>
                  <a:cubicBezTo>
                    <a:pt x="1126464" y="1290340"/>
                    <a:pt x="1120172" y="1281951"/>
                    <a:pt x="1132449" y="1294228"/>
                  </a:cubicBezTo>
                </a:path>
              </a:pathLst>
            </a:cu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E01C6670-A403-4755-B41D-9033FCD19CD9}"/>
                </a:ext>
              </a:extLst>
            </p:cNvPr>
            <p:cNvCxnSpPr>
              <a:cxnSpLocks/>
            </p:cNvCxnSpPr>
            <p:nvPr/>
          </p:nvCxnSpPr>
          <p:spPr>
            <a:xfrm>
              <a:off x="6588223" y="1993354"/>
              <a:ext cx="1183901" cy="1055262"/>
            </a:xfrm>
            <a:prstGeom prst="line">
              <a:avLst/>
            </a:prstGeom>
            <a:ln w="19050">
              <a:solidFill>
                <a:srgbClr val="0064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31" name="对象 30">
              <a:extLst>
                <a:ext uri="{FF2B5EF4-FFF2-40B4-BE49-F238E27FC236}">
                  <a16:creationId xmlns:a16="http://schemas.microsoft.com/office/drawing/2014/main" id="{8569F21D-8E82-484C-88CF-A1F396A3BAD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11298622"/>
                </p:ext>
              </p:extLst>
            </p:nvPr>
          </p:nvGraphicFramePr>
          <p:xfrm>
            <a:off x="7778576" y="3087995"/>
            <a:ext cx="1778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9880" name="Equation" r:id="rId7" imgW="177480" imgH="190440" progId="Equation.DSMT4">
                    <p:embed/>
                  </p:oleObj>
                </mc:Choice>
                <mc:Fallback>
                  <p:oleObj name="Equation" r:id="rId7" imgW="177480" imgH="1904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7778576" y="3087995"/>
                          <a:ext cx="177800" cy="190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" name="对象 31">
              <a:extLst>
                <a:ext uri="{FF2B5EF4-FFF2-40B4-BE49-F238E27FC236}">
                  <a16:creationId xmlns:a16="http://schemas.microsoft.com/office/drawing/2014/main" id="{B8EEA073-294A-414F-8022-FF9EC6C8C92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69545447"/>
                </p:ext>
              </p:extLst>
            </p:nvPr>
          </p:nvGraphicFramePr>
          <p:xfrm>
            <a:off x="6364201" y="1796510"/>
            <a:ext cx="1905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9881" name="Equation" r:id="rId9" imgW="190440" imgH="241200" progId="Equation.DSMT4">
                    <p:embed/>
                  </p:oleObj>
                </mc:Choice>
                <mc:Fallback>
                  <p:oleObj name="Equation" r:id="rId9" imgW="190440" imgH="2412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6364201" y="1796510"/>
                          <a:ext cx="190500" cy="241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" name="对象 32">
              <a:extLst>
                <a:ext uri="{FF2B5EF4-FFF2-40B4-BE49-F238E27FC236}">
                  <a16:creationId xmlns:a16="http://schemas.microsoft.com/office/drawing/2014/main" id="{C95D901C-CDD9-4105-A357-6C2D05FC442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23398142"/>
                </p:ext>
              </p:extLst>
            </p:nvPr>
          </p:nvGraphicFramePr>
          <p:xfrm>
            <a:off x="6440401" y="3087995"/>
            <a:ext cx="2286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9882" name="Equation" r:id="rId11" imgW="228600" imgH="241200" progId="Equation.DSMT4">
                    <p:embed/>
                  </p:oleObj>
                </mc:Choice>
                <mc:Fallback>
                  <p:oleObj name="Equation" r:id="rId11" imgW="228600" imgH="2412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6440401" y="3087995"/>
                          <a:ext cx="228600" cy="241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" name="对象 33">
              <a:extLst>
                <a:ext uri="{FF2B5EF4-FFF2-40B4-BE49-F238E27FC236}">
                  <a16:creationId xmlns:a16="http://schemas.microsoft.com/office/drawing/2014/main" id="{93D6A0B3-1A7D-4A8F-9565-7FC12BC3593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52909472"/>
                </p:ext>
              </p:extLst>
            </p:nvPr>
          </p:nvGraphicFramePr>
          <p:xfrm>
            <a:off x="6473924" y="2225360"/>
            <a:ext cx="1143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9883" name="Equation" r:id="rId13" imgW="114120" imgH="228600" progId="Equation.DSMT4">
                    <p:embed/>
                  </p:oleObj>
                </mc:Choice>
                <mc:Fallback>
                  <p:oleObj name="Equation" r:id="rId13" imgW="11412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6473924" y="2225360"/>
                          <a:ext cx="114300" cy="228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" name="对象 34">
              <a:extLst>
                <a:ext uri="{FF2B5EF4-FFF2-40B4-BE49-F238E27FC236}">
                  <a16:creationId xmlns:a16="http://schemas.microsoft.com/office/drawing/2014/main" id="{BC261719-59D1-4966-AA07-5C6B092A7BF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10770127"/>
                </p:ext>
              </p:extLst>
            </p:nvPr>
          </p:nvGraphicFramePr>
          <p:xfrm>
            <a:off x="7446464" y="3100695"/>
            <a:ext cx="1143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9884" name="Equation" r:id="rId15" imgW="114120" imgH="228600" progId="Equation.DSMT4">
                    <p:embed/>
                  </p:oleObj>
                </mc:Choice>
                <mc:Fallback>
                  <p:oleObj name="Equation" r:id="rId15" imgW="114120" imgH="228600" progId="Equation.DSMT4">
                    <p:embed/>
                    <p:pic>
                      <p:nvPicPr>
                        <p:cNvPr id="34" name="对象 33">
                          <a:extLst>
                            <a:ext uri="{FF2B5EF4-FFF2-40B4-BE49-F238E27FC236}">
                              <a16:creationId xmlns:a16="http://schemas.microsoft.com/office/drawing/2014/main" id="{93D6A0B3-1A7D-4A8F-9565-7FC12BC3593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7446464" y="3100695"/>
                          <a:ext cx="114300" cy="228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" name="对象 35">
              <a:extLst>
                <a:ext uri="{FF2B5EF4-FFF2-40B4-BE49-F238E27FC236}">
                  <a16:creationId xmlns:a16="http://schemas.microsoft.com/office/drawing/2014/main" id="{0DB24B0E-A005-42E6-B908-D86F34F1D24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8859520"/>
                </p:ext>
              </p:extLst>
            </p:nvPr>
          </p:nvGraphicFramePr>
          <p:xfrm>
            <a:off x="7524324" y="3068945"/>
            <a:ext cx="2159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9885" name="Equation" r:id="rId17" imgW="215640" imgH="228600" progId="Equation.DSMT4">
                    <p:embed/>
                  </p:oleObj>
                </mc:Choice>
                <mc:Fallback>
                  <p:oleObj name="Equation" r:id="rId17" imgW="21564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7524324" y="3068945"/>
                          <a:ext cx="215900" cy="228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" name="对象 36">
              <a:extLst>
                <a:ext uri="{FF2B5EF4-FFF2-40B4-BE49-F238E27FC236}">
                  <a16:creationId xmlns:a16="http://schemas.microsoft.com/office/drawing/2014/main" id="{D747FD42-CECE-494A-8FFD-7730591976C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66210543"/>
                </p:ext>
              </p:extLst>
            </p:nvPr>
          </p:nvGraphicFramePr>
          <p:xfrm>
            <a:off x="6263744" y="2096117"/>
            <a:ext cx="2159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9886" name="Equation" r:id="rId19" imgW="215640" imgH="228600" progId="Equation.DSMT4">
                    <p:embed/>
                  </p:oleObj>
                </mc:Choice>
                <mc:Fallback>
                  <p:oleObj name="Equation" r:id="rId19" imgW="215640" imgH="228600" progId="Equation.DSMT4">
                    <p:embed/>
                    <p:pic>
                      <p:nvPicPr>
                        <p:cNvPr id="36" name="对象 35">
                          <a:extLst>
                            <a:ext uri="{FF2B5EF4-FFF2-40B4-BE49-F238E27FC236}">
                              <a16:creationId xmlns:a16="http://schemas.microsoft.com/office/drawing/2014/main" id="{0DB24B0E-A005-42E6-B908-D86F34F1D244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6263744" y="2096117"/>
                          <a:ext cx="215900" cy="228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" name="对象 37">
              <a:extLst>
                <a:ext uri="{FF2B5EF4-FFF2-40B4-BE49-F238E27FC236}">
                  <a16:creationId xmlns:a16="http://schemas.microsoft.com/office/drawing/2014/main" id="{FDC9E6F9-05B4-4698-9E3A-EC1FC92FFD4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79442577"/>
                </p:ext>
              </p:extLst>
            </p:nvPr>
          </p:nvGraphicFramePr>
          <p:xfrm>
            <a:off x="7063363" y="2182908"/>
            <a:ext cx="3048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9887" name="Equation" r:id="rId21" imgW="304560" imgH="228600" progId="Equation.DSMT4">
                    <p:embed/>
                  </p:oleObj>
                </mc:Choice>
                <mc:Fallback>
                  <p:oleObj name="Equation" r:id="rId21" imgW="30456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7063363" y="2182908"/>
                          <a:ext cx="304800" cy="228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0" name="Text Box 63">
            <a:extLst>
              <a:ext uri="{FF2B5EF4-FFF2-40B4-BE49-F238E27FC236}">
                <a16:creationId xmlns:a16="http://schemas.microsoft.com/office/drawing/2014/main" id="{01BD903A-C64A-4E10-8CDC-22FA253AF4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210" y="1711734"/>
            <a:ext cx="3886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+mj-ea"/>
                <a:ea typeface="+mj-ea"/>
              </a:rPr>
              <a:t>解</a:t>
            </a:r>
            <a:r>
              <a:rPr lang="en-US" altLang="zh-CN" sz="2400" b="1" dirty="0">
                <a:latin typeface="+mj-ea"/>
                <a:ea typeface="+mj-ea"/>
              </a:rPr>
              <a:t> </a:t>
            </a:r>
            <a:r>
              <a:rPr lang="zh-CN" altLang="en-US" sz="2400" b="1" dirty="0">
                <a:latin typeface="+mj-ea"/>
                <a:ea typeface="+mj-ea"/>
              </a:rPr>
              <a:t>设抛物线上切点为</a:t>
            </a:r>
          </a:p>
        </p:txBody>
      </p:sp>
      <p:graphicFrame>
        <p:nvGraphicFramePr>
          <p:cNvPr id="41" name="Object 64">
            <a:extLst>
              <a:ext uri="{FF2B5EF4-FFF2-40B4-BE49-F238E27FC236}">
                <a16:creationId xmlns:a16="http://schemas.microsoft.com/office/drawing/2014/main" id="{A88237DD-4095-4E9F-9C58-C0EE980E6C0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4494265"/>
              </p:ext>
            </p:extLst>
          </p:nvPr>
        </p:nvGraphicFramePr>
        <p:xfrm>
          <a:off x="3712592" y="1751685"/>
          <a:ext cx="15748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888" name="Equation" r:id="rId23" imgW="1574640" imgH="406080" progId="Equation.DSMT4">
                  <p:embed/>
                </p:oleObj>
              </mc:Choice>
              <mc:Fallback>
                <p:oleObj name="Equation" r:id="rId23" imgW="1574640" imgH="406080" progId="Equation.DSMT4">
                  <p:embed/>
                  <p:pic>
                    <p:nvPicPr>
                      <p:cNvPr id="20544" name="Object 64">
                        <a:extLst>
                          <a:ext uri="{FF2B5EF4-FFF2-40B4-BE49-F238E27FC236}">
                            <a16:creationId xmlns:a16="http://schemas.microsoft.com/office/drawing/2014/main" id="{878B2233-6299-4198-910D-C584B8DFBC3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2592" y="1751685"/>
                        <a:ext cx="15748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" name="Text Box 65">
            <a:extLst>
              <a:ext uri="{FF2B5EF4-FFF2-40B4-BE49-F238E27FC236}">
                <a16:creationId xmlns:a16="http://schemas.microsoft.com/office/drawing/2014/main" id="{86FAC950-2318-4B0E-8A2F-541289A9CC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504" y="2243009"/>
            <a:ext cx="3810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则该点处的切线方程为</a:t>
            </a:r>
          </a:p>
        </p:txBody>
      </p:sp>
      <p:graphicFrame>
        <p:nvGraphicFramePr>
          <p:cNvPr id="43" name="Object 66">
            <a:extLst>
              <a:ext uri="{FF2B5EF4-FFF2-40B4-BE49-F238E27FC236}">
                <a16:creationId xmlns:a16="http://schemas.microsoft.com/office/drawing/2014/main" id="{892F9EC5-C50F-46B9-87CE-9DCE7E12399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9674224"/>
              </p:ext>
            </p:extLst>
          </p:nvPr>
        </p:nvGraphicFramePr>
        <p:xfrm>
          <a:off x="3468771" y="2290862"/>
          <a:ext cx="3175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889" name="Equation" r:id="rId25" imgW="3174840" imgH="406080" progId="Equation.DSMT4">
                  <p:embed/>
                </p:oleObj>
              </mc:Choice>
              <mc:Fallback>
                <p:oleObj name="Equation" r:id="rId25" imgW="3174840" imgH="406080" progId="Equation.DSMT4">
                  <p:embed/>
                  <p:pic>
                    <p:nvPicPr>
                      <p:cNvPr id="20546" name="Object 66">
                        <a:extLst>
                          <a:ext uri="{FF2B5EF4-FFF2-40B4-BE49-F238E27FC236}">
                            <a16:creationId xmlns:a16="http://schemas.microsoft.com/office/drawing/2014/main" id="{C3570C0C-8305-4854-891E-6B59CA3DEBD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8771" y="2290862"/>
                        <a:ext cx="31750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" name="Text Box 69">
            <a:extLst>
              <a:ext uri="{FF2B5EF4-FFF2-40B4-BE49-F238E27FC236}">
                <a16:creationId xmlns:a16="http://schemas.microsoft.com/office/drawing/2014/main" id="{66AC940A-F9B8-4C2C-8B7E-AD0BFCC8F6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392" y="2811024"/>
            <a:ext cx="4419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它与 </a:t>
            </a:r>
            <a:r>
              <a:rPr lang="en-US" altLang="zh-CN" sz="2400" i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x , y</a:t>
            </a:r>
            <a:r>
              <a:rPr lang="en-US" altLang="zh-CN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+mj-ea"/>
                <a:ea typeface="+mj-ea"/>
              </a:rPr>
              <a:t>轴的交点分别为</a:t>
            </a:r>
          </a:p>
        </p:txBody>
      </p:sp>
      <p:graphicFrame>
        <p:nvGraphicFramePr>
          <p:cNvPr id="45" name="Object 70">
            <a:extLst>
              <a:ext uri="{FF2B5EF4-FFF2-40B4-BE49-F238E27FC236}">
                <a16:creationId xmlns:a16="http://schemas.microsoft.com/office/drawing/2014/main" id="{0F194552-38A6-4952-A7D2-DCF84B27F92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5275679"/>
              </p:ext>
            </p:extLst>
          </p:nvPr>
        </p:nvGraphicFramePr>
        <p:xfrm>
          <a:off x="3707650" y="2715973"/>
          <a:ext cx="15748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890" name="Equation" r:id="rId27" imgW="1574640" imgH="774360" progId="Equation.DSMT4">
                  <p:embed/>
                </p:oleObj>
              </mc:Choice>
              <mc:Fallback>
                <p:oleObj name="Equation" r:id="rId27" imgW="1574640" imgH="774360" progId="Equation.DSMT4">
                  <p:embed/>
                  <p:pic>
                    <p:nvPicPr>
                      <p:cNvPr id="20550" name="Object 70">
                        <a:extLst>
                          <a:ext uri="{FF2B5EF4-FFF2-40B4-BE49-F238E27FC236}">
                            <a16:creationId xmlns:a16="http://schemas.microsoft.com/office/drawing/2014/main" id="{558B3C1E-860C-4FC5-BBCF-B89693107DD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7650" y="2715973"/>
                        <a:ext cx="1574800" cy="77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Object 71">
            <a:extLst>
              <a:ext uri="{FF2B5EF4-FFF2-40B4-BE49-F238E27FC236}">
                <a16:creationId xmlns:a16="http://schemas.microsoft.com/office/drawing/2014/main" id="{EB0C4A99-517B-40CD-B6E6-223664FC052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7892181"/>
              </p:ext>
            </p:extLst>
          </p:nvPr>
        </p:nvGraphicFramePr>
        <p:xfrm>
          <a:off x="5333267" y="2942283"/>
          <a:ext cx="15367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891" name="Equation" r:id="rId29" imgW="1536480" imgH="406080" progId="Equation.DSMT4">
                  <p:embed/>
                </p:oleObj>
              </mc:Choice>
              <mc:Fallback>
                <p:oleObj name="Equation" r:id="rId29" imgW="1536480" imgH="406080" progId="Equation.DSMT4">
                  <p:embed/>
                  <p:pic>
                    <p:nvPicPr>
                      <p:cNvPr id="20551" name="Object 71">
                        <a:extLst>
                          <a:ext uri="{FF2B5EF4-FFF2-40B4-BE49-F238E27FC236}">
                            <a16:creationId xmlns:a16="http://schemas.microsoft.com/office/drawing/2014/main" id="{74297C42-86DC-48CD-A3BB-12BF4863DCF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3267" y="2942283"/>
                        <a:ext cx="15367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" name="Text Box 72">
            <a:extLst>
              <a:ext uri="{FF2B5EF4-FFF2-40B4-BE49-F238E27FC236}">
                <a16:creationId xmlns:a16="http://schemas.microsoft.com/office/drawing/2014/main" id="{4015274F-0F1A-4F08-B3D4-63BFC32059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210" y="3367740"/>
            <a:ext cx="1828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/>
              <a:t>所指面积</a:t>
            </a:r>
          </a:p>
        </p:txBody>
      </p:sp>
      <p:graphicFrame>
        <p:nvGraphicFramePr>
          <p:cNvPr id="48" name="Object 73">
            <a:extLst>
              <a:ext uri="{FF2B5EF4-FFF2-40B4-BE49-F238E27FC236}">
                <a16:creationId xmlns:a16="http://schemas.microsoft.com/office/drawing/2014/main" id="{F65B5BB2-E96D-469C-9D54-6131FF73FDA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689318"/>
              </p:ext>
            </p:extLst>
          </p:nvPr>
        </p:nvGraphicFramePr>
        <p:xfrm>
          <a:off x="1087719" y="3845367"/>
          <a:ext cx="5854701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892" name="Equation" r:id="rId31" imgW="5854680" imgH="774360" progId="Equation.DSMT4">
                  <p:embed/>
                </p:oleObj>
              </mc:Choice>
              <mc:Fallback>
                <p:oleObj name="Equation" r:id="rId31" imgW="5854680" imgH="774360" progId="Equation.DSMT4">
                  <p:embed/>
                  <p:pic>
                    <p:nvPicPr>
                      <p:cNvPr id="20553" name="Object 73">
                        <a:extLst>
                          <a:ext uri="{FF2B5EF4-FFF2-40B4-BE49-F238E27FC236}">
                            <a16:creationId xmlns:a16="http://schemas.microsoft.com/office/drawing/2014/main" id="{A4D41419-58E9-4216-8243-EAB0BA6BF90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7719" y="3845367"/>
                        <a:ext cx="5854701" cy="77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67897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utoUpdateAnimBg="0"/>
      <p:bldP spid="42" grpId="0" autoUpdateAnimBg="0"/>
      <p:bldP spid="44" grpId="0" autoUpdateAnimBg="0"/>
      <p:bldP spid="47" grpId="0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A8D359EA-F70C-42A7-A9CA-3B3B12062DB6}"/>
              </a:ext>
            </a:extLst>
          </p:cNvPr>
          <p:cNvGrpSpPr/>
          <p:nvPr/>
        </p:nvGrpSpPr>
        <p:grpSpPr>
          <a:xfrm>
            <a:off x="6765106" y="1424901"/>
            <a:ext cx="1692632" cy="1545176"/>
            <a:chOff x="6263744" y="1784119"/>
            <a:chExt cx="1692632" cy="1545176"/>
          </a:xfrm>
        </p:grpSpPr>
        <p:sp>
          <p:nvSpPr>
            <p:cNvPr id="3" name="任意多边形: 形状 2">
              <a:extLst>
                <a:ext uri="{FF2B5EF4-FFF2-40B4-BE49-F238E27FC236}">
                  <a16:creationId xmlns:a16="http://schemas.microsoft.com/office/drawing/2014/main" id="{AE89D466-322A-4924-8EA8-4620B54039D9}"/>
                </a:ext>
              </a:extLst>
            </p:cNvPr>
            <p:cNvSpPr/>
            <p:nvPr/>
          </p:nvSpPr>
          <p:spPr bwMode="auto">
            <a:xfrm>
              <a:off x="7195029" y="2547677"/>
              <a:ext cx="558397" cy="504482"/>
            </a:xfrm>
            <a:custGeom>
              <a:avLst/>
              <a:gdLst>
                <a:gd name="connsiteX0" fmla="*/ 240 w 558397"/>
                <a:gd name="connsiteY0" fmla="*/ 5079 h 504482"/>
                <a:gd name="connsiteX1" fmla="*/ 14308 w 558397"/>
                <a:gd name="connsiteY1" fmla="*/ 68384 h 504482"/>
                <a:gd name="connsiteX2" fmla="*/ 63545 w 558397"/>
                <a:gd name="connsiteY2" fmla="*/ 96519 h 504482"/>
                <a:gd name="connsiteX3" fmla="*/ 105748 w 558397"/>
                <a:gd name="connsiteY3" fmla="*/ 131688 h 504482"/>
                <a:gd name="connsiteX4" fmla="*/ 126849 w 558397"/>
                <a:gd name="connsiteY4" fmla="*/ 145756 h 504482"/>
                <a:gd name="connsiteX5" fmla="*/ 154985 w 558397"/>
                <a:gd name="connsiteY5" fmla="*/ 202027 h 504482"/>
                <a:gd name="connsiteX6" fmla="*/ 176086 w 558397"/>
                <a:gd name="connsiteY6" fmla="*/ 216095 h 504482"/>
                <a:gd name="connsiteX7" fmla="*/ 183120 w 558397"/>
                <a:gd name="connsiteY7" fmla="*/ 237196 h 504482"/>
                <a:gd name="connsiteX8" fmla="*/ 197188 w 558397"/>
                <a:gd name="connsiteY8" fmla="*/ 258298 h 504482"/>
                <a:gd name="connsiteX9" fmla="*/ 204221 w 558397"/>
                <a:gd name="connsiteY9" fmla="*/ 286433 h 504482"/>
                <a:gd name="connsiteX10" fmla="*/ 218289 w 558397"/>
                <a:gd name="connsiteY10" fmla="*/ 307535 h 504482"/>
                <a:gd name="connsiteX11" fmla="*/ 232357 w 558397"/>
                <a:gd name="connsiteY11" fmla="*/ 349738 h 504482"/>
                <a:gd name="connsiteX12" fmla="*/ 239391 w 558397"/>
                <a:gd name="connsiteY12" fmla="*/ 370839 h 504482"/>
                <a:gd name="connsiteX13" fmla="*/ 253458 w 558397"/>
                <a:gd name="connsiteY13" fmla="*/ 391941 h 504482"/>
                <a:gd name="connsiteX14" fmla="*/ 288628 w 558397"/>
                <a:gd name="connsiteY14" fmla="*/ 455245 h 504482"/>
                <a:gd name="connsiteX15" fmla="*/ 309729 w 558397"/>
                <a:gd name="connsiteY15" fmla="*/ 497448 h 504482"/>
                <a:gd name="connsiteX16" fmla="*/ 330831 w 558397"/>
                <a:gd name="connsiteY16" fmla="*/ 504482 h 504482"/>
                <a:gd name="connsiteX17" fmla="*/ 555914 w 558397"/>
                <a:gd name="connsiteY17" fmla="*/ 497448 h 504482"/>
                <a:gd name="connsiteX18" fmla="*/ 534812 w 558397"/>
                <a:gd name="connsiteY18" fmla="*/ 476347 h 504482"/>
                <a:gd name="connsiteX19" fmla="*/ 499643 w 558397"/>
                <a:gd name="connsiteY19" fmla="*/ 469313 h 504482"/>
                <a:gd name="connsiteX20" fmla="*/ 478541 w 558397"/>
                <a:gd name="connsiteY20" fmla="*/ 448211 h 504482"/>
                <a:gd name="connsiteX21" fmla="*/ 457440 w 558397"/>
                <a:gd name="connsiteY21" fmla="*/ 434144 h 504482"/>
                <a:gd name="connsiteX22" fmla="*/ 436338 w 558397"/>
                <a:gd name="connsiteY22" fmla="*/ 391941 h 504482"/>
                <a:gd name="connsiteX23" fmla="*/ 415237 w 558397"/>
                <a:gd name="connsiteY23" fmla="*/ 384907 h 504482"/>
                <a:gd name="connsiteX24" fmla="*/ 394135 w 558397"/>
                <a:gd name="connsiteY24" fmla="*/ 363805 h 504482"/>
                <a:gd name="connsiteX25" fmla="*/ 366000 w 558397"/>
                <a:gd name="connsiteY25" fmla="*/ 321602 h 504482"/>
                <a:gd name="connsiteX26" fmla="*/ 351932 w 558397"/>
                <a:gd name="connsiteY26" fmla="*/ 300501 h 504482"/>
                <a:gd name="connsiteX27" fmla="*/ 337865 w 558397"/>
                <a:gd name="connsiteY27" fmla="*/ 279399 h 504482"/>
                <a:gd name="connsiteX28" fmla="*/ 288628 w 558397"/>
                <a:gd name="connsiteY28" fmla="*/ 265331 h 504482"/>
                <a:gd name="connsiteX29" fmla="*/ 267526 w 558397"/>
                <a:gd name="connsiteY29" fmla="*/ 251264 h 504482"/>
                <a:gd name="connsiteX30" fmla="*/ 246425 w 558397"/>
                <a:gd name="connsiteY30" fmla="*/ 223128 h 504482"/>
                <a:gd name="connsiteX31" fmla="*/ 232357 w 558397"/>
                <a:gd name="connsiteY31" fmla="*/ 202027 h 504482"/>
                <a:gd name="connsiteX32" fmla="*/ 190154 w 558397"/>
                <a:gd name="connsiteY32" fmla="*/ 173891 h 504482"/>
                <a:gd name="connsiteX33" fmla="*/ 183120 w 558397"/>
                <a:gd name="connsiteY33" fmla="*/ 152790 h 504482"/>
                <a:gd name="connsiteX34" fmla="*/ 162018 w 558397"/>
                <a:gd name="connsiteY34" fmla="*/ 145756 h 504482"/>
                <a:gd name="connsiteX35" fmla="*/ 154985 w 558397"/>
                <a:gd name="connsiteY35" fmla="*/ 117621 h 504482"/>
                <a:gd name="connsiteX36" fmla="*/ 133883 w 558397"/>
                <a:gd name="connsiteY36" fmla="*/ 103553 h 504482"/>
                <a:gd name="connsiteX37" fmla="*/ 91680 w 558397"/>
                <a:gd name="connsiteY37" fmla="*/ 68384 h 504482"/>
                <a:gd name="connsiteX38" fmla="*/ 77612 w 558397"/>
                <a:gd name="connsiteY38" fmla="*/ 47282 h 504482"/>
                <a:gd name="connsiteX39" fmla="*/ 35409 w 558397"/>
                <a:gd name="connsiteY39" fmla="*/ 12113 h 504482"/>
                <a:gd name="connsiteX40" fmla="*/ 7274 w 558397"/>
                <a:gd name="connsiteY40" fmla="*/ 5079 h 504482"/>
                <a:gd name="connsiteX41" fmla="*/ 240 w 558397"/>
                <a:gd name="connsiteY41" fmla="*/ 5079 h 504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558397" h="504482">
                  <a:moveTo>
                    <a:pt x="240" y="5079"/>
                  </a:moveTo>
                  <a:cubicBezTo>
                    <a:pt x="1412" y="15630"/>
                    <a:pt x="7017" y="59270"/>
                    <a:pt x="14308" y="68384"/>
                  </a:cubicBezTo>
                  <a:cubicBezTo>
                    <a:pt x="21523" y="77402"/>
                    <a:pt x="55895" y="92148"/>
                    <a:pt x="63545" y="96519"/>
                  </a:cubicBezTo>
                  <a:cubicBezTo>
                    <a:pt x="96879" y="115567"/>
                    <a:pt x="74013" y="105242"/>
                    <a:pt x="105748" y="131688"/>
                  </a:cubicBezTo>
                  <a:cubicBezTo>
                    <a:pt x="112242" y="137100"/>
                    <a:pt x="119815" y="141067"/>
                    <a:pt x="126849" y="145756"/>
                  </a:cubicBezTo>
                  <a:cubicBezTo>
                    <a:pt x="133566" y="162548"/>
                    <a:pt x="140937" y="187979"/>
                    <a:pt x="154985" y="202027"/>
                  </a:cubicBezTo>
                  <a:cubicBezTo>
                    <a:pt x="160962" y="208005"/>
                    <a:pt x="169052" y="211406"/>
                    <a:pt x="176086" y="216095"/>
                  </a:cubicBezTo>
                  <a:cubicBezTo>
                    <a:pt x="178431" y="223129"/>
                    <a:pt x="179804" y="230565"/>
                    <a:pt x="183120" y="237196"/>
                  </a:cubicBezTo>
                  <a:cubicBezTo>
                    <a:pt x="186901" y="244757"/>
                    <a:pt x="193858" y="250528"/>
                    <a:pt x="197188" y="258298"/>
                  </a:cubicBezTo>
                  <a:cubicBezTo>
                    <a:pt x="200996" y="267183"/>
                    <a:pt x="200413" y="277548"/>
                    <a:pt x="204221" y="286433"/>
                  </a:cubicBezTo>
                  <a:cubicBezTo>
                    <a:pt x="207551" y="294203"/>
                    <a:pt x="214856" y="299810"/>
                    <a:pt x="218289" y="307535"/>
                  </a:cubicBezTo>
                  <a:cubicBezTo>
                    <a:pt x="224312" y="321086"/>
                    <a:pt x="227668" y="335670"/>
                    <a:pt x="232357" y="349738"/>
                  </a:cubicBezTo>
                  <a:cubicBezTo>
                    <a:pt x="234702" y="356772"/>
                    <a:pt x="235279" y="364670"/>
                    <a:pt x="239391" y="370839"/>
                  </a:cubicBezTo>
                  <a:cubicBezTo>
                    <a:pt x="244080" y="377873"/>
                    <a:pt x="250025" y="384216"/>
                    <a:pt x="253458" y="391941"/>
                  </a:cubicBezTo>
                  <a:cubicBezTo>
                    <a:pt x="280998" y="453906"/>
                    <a:pt x="250114" y="416732"/>
                    <a:pt x="288628" y="455245"/>
                  </a:cubicBezTo>
                  <a:cubicBezTo>
                    <a:pt x="293262" y="469148"/>
                    <a:pt x="297331" y="487530"/>
                    <a:pt x="309729" y="497448"/>
                  </a:cubicBezTo>
                  <a:cubicBezTo>
                    <a:pt x="315519" y="502080"/>
                    <a:pt x="323797" y="502137"/>
                    <a:pt x="330831" y="504482"/>
                  </a:cubicBezTo>
                  <a:lnTo>
                    <a:pt x="555914" y="497448"/>
                  </a:lnTo>
                  <a:cubicBezTo>
                    <a:pt x="565768" y="496089"/>
                    <a:pt x="543709" y="480796"/>
                    <a:pt x="534812" y="476347"/>
                  </a:cubicBezTo>
                  <a:cubicBezTo>
                    <a:pt x="524119" y="471001"/>
                    <a:pt x="511366" y="471658"/>
                    <a:pt x="499643" y="469313"/>
                  </a:cubicBezTo>
                  <a:cubicBezTo>
                    <a:pt x="492609" y="462279"/>
                    <a:pt x="486183" y="454579"/>
                    <a:pt x="478541" y="448211"/>
                  </a:cubicBezTo>
                  <a:cubicBezTo>
                    <a:pt x="472047" y="442799"/>
                    <a:pt x="462721" y="440745"/>
                    <a:pt x="457440" y="434144"/>
                  </a:cubicBezTo>
                  <a:cubicBezTo>
                    <a:pt x="434786" y="405826"/>
                    <a:pt x="469280" y="418294"/>
                    <a:pt x="436338" y="391941"/>
                  </a:cubicBezTo>
                  <a:cubicBezTo>
                    <a:pt x="430548" y="387309"/>
                    <a:pt x="422271" y="387252"/>
                    <a:pt x="415237" y="384907"/>
                  </a:cubicBezTo>
                  <a:cubicBezTo>
                    <a:pt x="408203" y="377873"/>
                    <a:pt x="400242" y="371657"/>
                    <a:pt x="394135" y="363805"/>
                  </a:cubicBezTo>
                  <a:cubicBezTo>
                    <a:pt x="383755" y="350459"/>
                    <a:pt x="375378" y="335670"/>
                    <a:pt x="366000" y="321602"/>
                  </a:cubicBezTo>
                  <a:lnTo>
                    <a:pt x="351932" y="300501"/>
                  </a:lnTo>
                  <a:cubicBezTo>
                    <a:pt x="347243" y="293467"/>
                    <a:pt x="345993" y="281721"/>
                    <a:pt x="337865" y="279399"/>
                  </a:cubicBezTo>
                  <a:lnTo>
                    <a:pt x="288628" y="265331"/>
                  </a:lnTo>
                  <a:cubicBezTo>
                    <a:pt x="281594" y="260642"/>
                    <a:pt x="273504" y="257242"/>
                    <a:pt x="267526" y="251264"/>
                  </a:cubicBezTo>
                  <a:cubicBezTo>
                    <a:pt x="259236" y="242974"/>
                    <a:pt x="253239" y="232668"/>
                    <a:pt x="246425" y="223128"/>
                  </a:cubicBezTo>
                  <a:cubicBezTo>
                    <a:pt x="241512" y="216249"/>
                    <a:pt x="238719" y="207594"/>
                    <a:pt x="232357" y="202027"/>
                  </a:cubicBezTo>
                  <a:cubicBezTo>
                    <a:pt x="219633" y="190893"/>
                    <a:pt x="190154" y="173891"/>
                    <a:pt x="190154" y="173891"/>
                  </a:cubicBezTo>
                  <a:cubicBezTo>
                    <a:pt x="187809" y="166857"/>
                    <a:pt x="188363" y="158033"/>
                    <a:pt x="183120" y="152790"/>
                  </a:cubicBezTo>
                  <a:cubicBezTo>
                    <a:pt x="177877" y="147547"/>
                    <a:pt x="166650" y="151546"/>
                    <a:pt x="162018" y="145756"/>
                  </a:cubicBezTo>
                  <a:cubicBezTo>
                    <a:pt x="155979" y="138207"/>
                    <a:pt x="160347" y="125664"/>
                    <a:pt x="154985" y="117621"/>
                  </a:cubicBezTo>
                  <a:cubicBezTo>
                    <a:pt x="150296" y="110587"/>
                    <a:pt x="140377" y="108965"/>
                    <a:pt x="133883" y="103553"/>
                  </a:cubicBezTo>
                  <a:cubicBezTo>
                    <a:pt x="79727" y="58423"/>
                    <a:pt x="144068" y="103308"/>
                    <a:pt x="91680" y="68384"/>
                  </a:cubicBezTo>
                  <a:cubicBezTo>
                    <a:pt x="86991" y="61350"/>
                    <a:pt x="83024" y="53776"/>
                    <a:pt x="77612" y="47282"/>
                  </a:cubicBezTo>
                  <a:cubicBezTo>
                    <a:pt x="68223" y="36015"/>
                    <a:pt x="49754" y="18261"/>
                    <a:pt x="35409" y="12113"/>
                  </a:cubicBezTo>
                  <a:cubicBezTo>
                    <a:pt x="26524" y="8305"/>
                    <a:pt x="16445" y="8136"/>
                    <a:pt x="7274" y="5079"/>
                  </a:cubicBezTo>
                  <a:cubicBezTo>
                    <a:pt x="2300" y="3421"/>
                    <a:pt x="-932" y="-5472"/>
                    <a:pt x="240" y="5079"/>
                  </a:cubicBezTo>
                  <a:close/>
                </a:path>
              </a:pathLst>
            </a:custGeom>
            <a:solidFill>
              <a:srgbClr val="FFFF00"/>
            </a:solidFill>
            <a:ln w="9525">
              <a:noFill/>
              <a:miter lim="800000"/>
              <a:headEnd/>
              <a:tailEnd/>
            </a:ln>
            <a:extLst/>
          </p:spPr>
          <p:txBody>
            <a:bodyPr rtlCol="0" anchor="ctr"/>
            <a:lstStyle/>
            <a:p>
              <a:pPr algn="l"/>
              <a:endParaRPr lang="zh-CN" altLang="en-US" sz="2400" dirty="0">
                <a:solidFill>
                  <a:srgbClr val="FF0000"/>
                </a:solidFill>
              </a:endParaRPr>
            </a:p>
          </p:txBody>
        </p:sp>
        <p:sp>
          <p:nvSpPr>
            <p:cNvPr id="4" name="任意多边形: 形状 3">
              <a:extLst>
                <a:ext uri="{FF2B5EF4-FFF2-40B4-BE49-F238E27FC236}">
                  <a16:creationId xmlns:a16="http://schemas.microsoft.com/office/drawing/2014/main" id="{7B9402C1-CE1A-49ED-BA6A-6E7D0B77034C}"/>
                </a:ext>
              </a:extLst>
            </p:cNvPr>
            <p:cNvSpPr/>
            <p:nvPr/>
          </p:nvSpPr>
          <p:spPr bwMode="auto">
            <a:xfrm>
              <a:off x="6582721" y="2037810"/>
              <a:ext cx="324481" cy="268762"/>
            </a:xfrm>
            <a:custGeom>
              <a:avLst/>
              <a:gdLst>
                <a:gd name="connsiteX0" fmla="*/ 21705 w 324481"/>
                <a:gd name="connsiteY0" fmla="*/ 29611 h 268762"/>
                <a:gd name="connsiteX1" fmla="*/ 14671 w 324481"/>
                <a:gd name="connsiteY1" fmla="*/ 64780 h 268762"/>
                <a:gd name="connsiteX2" fmla="*/ 603 w 324481"/>
                <a:gd name="connsiteY2" fmla="*/ 121051 h 268762"/>
                <a:gd name="connsiteX3" fmla="*/ 7637 w 324481"/>
                <a:gd name="connsiteY3" fmla="*/ 156220 h 268762"/>
                <a:gd name="connsiteX4" fmla="*/ 49840 w 324481"/>
                <a:gd name="connsiteY4" fmla="*/ 163254 h 268762"/>
                <a:gd name="connsiteX5" fmla="*/ 120179 w 324481"/>
                <a:gd name="connsiteY5" fmla="*/ 170288 h 268762"/>
                <a:gd name="connsiteX6" fmla="*/ 141280 w 324481"/>
                <a:gd name="connsiteY6" fmla="*/ 184355 h 268762"/>
                <a:gd name="connsiteX7" fmla="*/ 148314 w 324481"/>
                <a:gd name="connsiteY7" fmla="*/ 205457 h 268762"/>
                <a:gd name="connsiteX8" fmla="*/ 183483 w 324481"/>
                <a:gd name="connsiteY8" fmla="*/ 212491 h 268762"/>
                <a:gd name="connsiteX9" fmla="*/ 225686 w 324481"/>
                <a:gd name="connsiteY9" fmla="*/ 233592 h 268762"/>
                <a:gd name="connsiteX10" fmla="*/ 246788 w 324481"/>
                <a:gd name="connsiteY10" fmla="*/ 247660 h 268762"/>
                <a:gd name="connsiteX11" fmla="*/ 288991 w 324481"/>
                <a:gd name="connsiteY11" fmla="*/ 268762 h 268762"/>
                <a:gd name="connsiteX12" fmla="*/ 324160 w 324481"/>
                <a:gd name="connsiteY12" fmla="*/ 261728 h 268762"/>
                <a:gd name="connsiteX13" fmla="*/ 296025 w 324481"/>
                <a:gd name="connsiteY13" fmla="*/ 247660 h 268762"/>
                <a:gd name="connsiteX14" fmla="*/ 253822 w 324481"/>
                <a:gd name="connsiteY14" fmla="*/ 205457 h 268762"/>
                <a:gd name="connsiteX15" fmla="*/ 204585 w 324481"/>
                <a:gd name="connsiteY15" fmla="*/ 170288 h 268762"/>
                <a:gd name="connsiteX16" fmla="*/ 162382 w 324481"/>
                <a:gd name="connsiteY16" fmla="*/ 142152 h 268762"/>
                <a:gd name="connsiteX17" fmla="*/ 148314 w 324481"/>
                <a:gd name="connsiteY17" fmla="*/ 121051 h 268762"/>
                <a:gd name="connsiteX18" fmla="*/ 127213 w 324481"/>
                <a:gd name="connsiteY18" fmla="*/ 106983 h 268762"/>
                <a:gd name="connsiteX19" fmla="*/ 99077 w 324481"/>
                <a:gd name="connsiteY19" fmla="*/ 64780 h 268762"/>
                <a:gd name="connsiteX20" fmla="*/ 77976 w 324481"/>
                <a:gd name="connsiteY20" fmla="*/ 43678 h 268762"/>
                <a:gd name="connsiteX21" fmla="*/ 49840 w 324481"/>
                <a:gd name="connsiteY21" fmla="*/ 1475 h 268762"/>
                <a:gd name="connsiteX22" fmla="*/ 21705 w 324481"/>
                <a:gd name="connsiteY22" fmla="*/ 29611 h 268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24481" h="268762">
                  <a:moveTo>
                    <a:pt x="21705" y="29611"/>
                  </a:moveTo>
                  <a:cubicBezTo>
                    <a:pt x="15844" y="40162"/>
                    <a:pt x="17359" y="53131"/>
                    <a:pt x="14671" y="64780"/>
                  </a:cubicBezTo>
                  <a:cubicBezTo>
                    <a:pt x="10323" y="83619"/>
                    <a:pt x="2086" y="101774"/>
                    <a:pt x="603" y="121051"/>
                  </a:cubicBezTo>
                  <a:cubicBezTo>
                    <a:pt x="-314" y="132971"/>
                    <a:pt x="-1440" y="148440"/>
                    <a:pt x="7637" y="156220"/>
                  </a:cubicBezTo>
                  <a:cubicBezTo>
                    <a:pt x="18465" y="165501"/>
                    <a:pt x="35688" y="161485"/>
                    <a:pt x="49840" y="163254"/>
                  </a:cubicBezTo>
                  <a:cubicBezTo>
                    <a:pt x="73221" y="166177"/>
                    <a:pt x="96733" y="167943"/>
                    <a:pt x="120179" y="170288"/>
                  </a:cubicBezTo>
                  <a:cubicBezTo>
                    <a:pt x="127213" y="174977"/>
                    <a:pt x="135999" y="177754"/>
                    <a:pt x="141280" y="184355"/>
                  </a:cubicBezTo>
                  <a:cubicBezTo>
                    <a:pt x="145912" y="190145"/>
                    <a:pt x="142145" y="201344"/>
                    <a:pt x="148314" y="205457"/>
                  </a:cubicBezTo>
                  <a:cubicBezTo>
                    <a:pt x="158261" y="212089"/>
                    <a:pt x="171760" y="210146"/>
                    <a:pt x="183483" y="212491"/>
                  </a:cubicBezTo>
                  <a:cubicBezTo>
                    <a:pt x="243969" y="252812"/>
                    <a:pt x="167435" y="204466"/>
                    <a:pt x="225686" y="233592"/>
                  </a:cubicBezTo>
                  <a:cubicBezTo>
                    <a:pt x="233247" y="237373"/>
                    <a:pt x="239227" y="243879"/>
                    <a:pt x="246788" y="247660"/>
                  </a:cubicBezTo>
                  <a:cubicBezTo>
                    <a:pt x="305031" y="276782"/>
                    <a:pt x="228514" y="228444"/>
                    <a:pt x="288991" y="268762"/>
                  </a:cubicBezTo>
                  <a:cubicBezTo>
                    <a:pt x="300714" y="266417"/>
                    <a:pt x="320379" y="273070"/>
                    <a:pt x="324160" y="261728"/>
                  </a:cubicBezTo>
                  <a:cubicBezTo>
                    <a:pt x="327476" y="251781"/>
                    <a:pt x="304213" y="254210"/>
                    <a:pt x="296025" y="247660"/>
                  </a:cubicBezTo>
                  <a:cubicBezTo>
                    <a:pt x="280490" y="235232"/>
                    <a:pt x="270375" y="216493"/>
                    <a:pt x="253822" y="205457"/>
                  </a:cubicBezTo>
                  <a:cubicBezTo>
                    <a:pt x="185234" y="159732"/>
                    <a:pt x="291806" y="231343"/>
                    <a:pt x="204585" y="170288"/>
                  </a:cubicBezTo>
                  <a:cubicBezTo>
                    <a:pt x="190734" y="160592"/>
                    <a:pt x="162382" y="142152"/>
                    <a:pt x="162382" y="142152"/>
                  </a:cubicBezTo>
                  <a:cubicBezTo>
                    <a:pt x="157693" y="135118"/>
                    <a:pt x="154292" y="127029"/>
                    <a:pt x="148314" y="121051"/>
                  </a:cubicBezTo>
                  <a:cubicBezTo>
                    <a:pt x="142336" y="115073"/>
                    <a:pt x="132780" y="113345"/>
                    <a:pt x="127213" y="106983"/>
                  </a:cubicBezTo>
                  <a:cubicBezTo>
                    <a:pt x="116079" y="94259"/>
                    <a:pt x="111032" y="76736"/>
                    <a:pt x="99077" y="64780"/>
                  </a:cubicBezTo>
                  <a:cubicBezTo>
                    <a:pt x="92043" y="57746"/>
                    <a:pt x="84083" y="51530"/>
                    <a:pt x="77976" y="43678"/>
                  </a:cubicBezTo>
                  <a:cubicBezTo>
                    <a:pt x="67596" y="30332"/>
                    <a:pt x="66243" y="5575"/>
                    <a:pt x="49840" y="1475"/>
                  </a:cubicBezTo>
                  <a:cubicBezTo>
                    <a:pt x="18488" y="-6362"/>
                    <a:pt x="27566" y="19060"/>
                    <a:pt x="21705" y="29611"/>
                  </a:cubicBezTo>
                  <a:close/>
                </a:path>
              </a:pathLst>
            </a:custGeom>
            <a:solidFill>
              <a:srgbClr val="FFFF00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xtLst/>
          </p:spPr>
          <p:txBody>
            <a:bodyPr rtlCol="0" anchor="ctr"/>
            <a:lstStyle/>
            <a:p>
              <a:pPr algn="l"/>
              <a:endParaRPr lang="zh-CN" altLang="en-US" sz="2400" dirty="0">
                <a:solidFill>
                  <a:srgbClr val="FF0000"/>
                </a:solidFill>
              </a:endParaRPr>
            </a:p>
          </p:txBody>
        </p:sp>
        <p:cxnSp>
          <p:nvCxnSpPr>
            <p:cNvPr id="5" name="直接箭头连接符 4">
              <a:extLst>
                <a:ext uri="{FF2B5EF4-FFF2-40B4-BE49-F238E27FC236}">
                  <a16:creationId xmlns:a16="http://schemas.microsoft.com/office/drawing/2014/main" id="{4F80104E-79A1-44DA-B3E8-E65315698DCE}"/>
                </a:ext>
              </a:extLst>
            </p:cNvPr>
            <p:cNvCxnSpPr>
              <a:cxnSpLocks/>
            </p:cNvCxnSpPr>
            <p:nvPr/>
          </p:nvCxnSpPr>
          <p:spPr>
            <a:xfrm>
              <a:off x="6532183" y="3048616"/>
              <a:ext cx="142419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" name="直接箭头连接符 5">
              <a:extLst>
                <a:ext uri="{FF2B5EF4-FFF2-40B4-BE49-F238E27FC236}">
                  <a16:creationId xmlns:a16="http://schemas.microsoft.com/office/drawing/2014/main" id="{E28CC3E1-3BE1-43C6-9817-4DDDC8A5F4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88224" y="1784119"/>
              <a:ext cx="0" cy="129148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093E66F1-C181-4C08-AFD8-55ED7EEF7A44}"/>
                </a:ext>
              </a:extLst>
            </p:cNvPr>
            <p:cNvSpPr/>
            <p:nvPr/>
          </p:nvSpPr>
          <p:spPr bwMode="auto">
            <a:xfrm>
              <a:off x="6588224" y="2188189"/>
              <a:ext cx="936100" cy="860428"/>
            </a:xfrm>
            <a:custGeom>
              <a:avLst/>
              <a:gdLst>
                <a:gd name="connsiteX0" fmla="*/ 0 w 1132449"/>
                <a:gd name="connsiteY0" fmla="*/ 0 h 1294228"/>
                <a:gd name="connsiteX1" fmla="*/ 35169 w 1132449"/>
                <a:gd name="connsiteY1" fmla="*/ 14068 h 1294228"/>
                <a:gd name="connsiteX2" fmla="*/ 91440 w 1132449"/>
                <a:gd name="connsiteY2" fmla="*/ 21101 h 1294228"/>
                <a:gd name="connsiteX3" fmla="*/ 112541 w 1132449"/>
                <a:gd name="connsiteY3" fmla="*/ 35169 h 1294228"/>
                <a:gd name="connsiteX4" fmla="*/ 133643 w 1132449"/>
                <a:gd name="connsiteY4" fmla="*/ 42203 h 1294228"/>
                <a:gd name="connsiteX5" fmla="*/ 182880 w 1132449"/>
                <a:gd name="connsiteY5" fmla="*/ 63305 h 1294228"/>
                <a:gd name="connsiteX6" fmla="*/ 225083 w 1132449"/>
                <a:gd name="connsiteY6" fmla="*/ 91440 h 1294228"/>
                <a:gd name="connsiteX7" fmla="*/ 253218 w 1132449"/>
                <a:gd name="connsiteY7" fmla="*/ 112541 h 1294228"/>
                <a:gd name="connsiteX8" fmla="*/ 302455 w 1132449"/>
                <a:gd name="connsiteY8" fmla="*/ 133643 h 1294228"/>
                <a:gd name="connsiteX9" fmla="*/ 323556 w 1132449"/>
                <a:gd name="connsiteY9" fmla="*/ 147711 h 1294228"/>
                <a:gd name="connsiteX10" fmla="*/ 379827 w 1132449"/>
                <a:gd name="connsiteY10" fmla="*/ 175846 h 1294228"/>
                <a:gd name="connsiteX11" fmla="*/ 429064 w 1132449"/>
                <a:gd name="connsiteY11" fmla="*/ 211015 h 1294228"/>
                <a:gd name="connsiteX12" fmla="*/ 450166 w 1132449"/>
                <a:gd name="connsiteY12" fmla="*/ 232117 h 1294228"/>
                <a:gd name="connsiteX13" fmla="*/ 492369 w 1132449"/>
                <a:gd name="connsiteY13" fmla="*/ 260252 h 1294228"/>
                <a:gd name="connsiteX14" fmla="*/ 527538 w 1132449"/>
                <a:gd name="connsiteY14" fmla="*/ 288388 h 1294228"/>
                <a:gd name="connsiteX15" fmla="*/ 562707 w 1132449"/>
                <a:gd name="connsiteY15" fmla="*/ 330591 h 1294228"/>
                <a:gd name="connsiteX16" fmla="*/ 583809 w 1132449"/>
                <a:gd name="connsiteY16" fmla="*/ 351692 h 1294228"/>
                <a:gd name="connsiteX17" fmla="*/ 611944 w 1132449"/>
                <a:gd name="connsiteY17" fmla="*/ 393895 h 1294228"/>
                <a:gd name="connsiteX18" fmla="*/ 633046 w 1132449"/>
                <a:gd name="connsiteY18" fmla="*/ 414997 h 1294228"/>
                <a:gd name="connsiteX19" fmla="*/ 647113 w 1132449"/>
                <a:gd name="connsiteY19" fmla="*/ 436098 h 1294228"/>
                <a:gd name="connsiteX20" fmla="*/ 661181 w 1132449"/>
                <a:gd name="connsiteY20" fmla="*/ 464234 h 1294228"/>
                <a:gd name="connsiteX21" fmla="*/ 682283 w 1132449"/>
                <a:gd name="connsiteY21" fmla="*/ 478301 h 1294228"/>
                <a:gd name="connsiteX22" fmla="*/ 696350 w 1132449"/>
                <a:gd name="connsiteY22" fmla="*/ 499403 h 1294228"/>
                <a:gd name="connsiteX23" fmla="*/ 703384 w 1132449"/>
                <a:gd name="connsiteY23" fmla="*/ 527538 h 1294228"/>
                <a:gd name="connsiteX24" fmla="*/ 724486 w 1132449"/>
                <a:gd name="connsiteY24" fmla="*/ 541606 h 1294228"/>
                <a:gd name="connsiteX25" fmla="*/ 731520 w 1132449"/>
                <a:gd name="connsiteY25" fmla="*/ 562708 h 1294228"/>
                <a:gd name="connsiteX26" fmla="*/ 759655 w 1132449"/>
                <a:gd name="connsiteY26" fmla="*/ 604911 h 1294228"/>
                <a:gd name="connsiteX27" fmla="*/ 794824 w 1132449"/>
                <a:gd name="connsiteY27" fmla="*/ 668215 h 1294228"/>
                <a:gd name="connsiteX28" fmla="*/ 815926 w 1132449"/>
                <a:gd name="connsiteY28" fmla="*/ 682283 h 1294228"/>
                <a:gd name="connsiteX29" fmla="*/ 844061 w 1132449"/>
                <a:gd name="connsiteY29" fmla="*/ 731520 h 1294228"/>
                <a:gd name="connsiteX30" fmla="*/ 858129 w 1132449"/>
                <a:gd name="connsiteY30" fmla="*/ 752621 h 1294228"/>
                <a:gd name="connsiteX31" fmla="*/ 893298 w 1132449"/>
                <a:gd name="connsiteY31" fmla="*/ 794825 h 1294228"/>
                <a:gd name="connsiteX32" fmla="*/ 900332 w 1132449"/>
                <a:gd name="connsiteY32" fmla="*/ 815926 h 1294228"/>
                <a:gd name="connsiteX33" fmla="*/ 928467 w 1132449"/>
                <a:gd name="connsiteY33" fmla="*/ 858129 h 1294228"/>
                <a:gd name="connsiteX34" fmla="*/ 949569 w 1132449"/>
                <a:gd name="connsiteY34" fmla="*/ 907366 h 1294228"/>
                <a:gd name="connsiteX35" fmla="*/ 956603 w 1132449"/>
                <a:gd name="connsiteY35" fmla="*/ 928468 h 1294228"/>
                <a:gd name="connsiteX36" fmla="*/ 977704 w 1132449"/>
                <a:gd name="connsiteY36" fmla="*/ 942535 h 1294228"/>
                <a:gd name="connsiteX37" fmla="*/ 991772 w 1132449"/>
                <a:gd name="connsiteY37" fmla="*/ 991772 h 1294228"/>
                <a:gd name="connsiteX38" fmla="*/ 1019907 w 1132449"/>
                <a:gd name="connsiteY38" fmla="*/ 1041009 h 1294228"/>
                <a:gd name="connsiteX39" fmla="*/ 1026941 w 1132449"/>
                <a:gd name="connsiteY39" fmla="*/ 1062111 h 1294228"/>
                <a:gd name="connsiteX40" fmla="*/ 1041009 w 1132449"/>
                <a:gd name="connsiteY40" fmla="*/ 1090246 h 1294228"/>
                <a:gd name="connsiteX41" fmla="*/ 1048043 w 1132449"/>
                <a:gd name="connsiteY41" fmla="*/ 1111348 h 1294228"/>
                <a:gd name="connsiteX42" fmla="*/ 1076178 w 1132449"/>
                <a:gd name="connsiteY42" fmla="*/ 1153551 h 1294228"/>
                <a:gd name="connsiteX43" fmla="*/ 1097280 w 1132449"/>
                <a:gd name="connsiteY43" fmla="*/ 1202788 h 1294228"/>
                <a:gd name="connsiteX44" fmla="*/ 1111347 w 1132449"/>
                <a:gd name="connsiteY44" fmla="*/ 1244991 h 1294228"/>
                <a:gd name="connsiteX45" fmla="*/ 1118381 w 1132449"/>
                <a:gd name="connsiteY45" fmla="*/ 1266092 h 1294228"/>
                <a:gd name="connsiteX46" fmla="*/ 1132449 w 1132449"/>
                <a:gd name="connsiteY46" fmla="*/ 1294228 h 1294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1132449" h="1294228">
                  <a:moveTo>
                    <a:pt x="0" y="0"/>
                  </a:moveTo>
                  <a:cubicBezTo>
                    <a:pt x="11723" y="4689"/>
                    <a:pt x="22866" y="11229"/>
                    <a:pt x="35169" y="14068"/>
                  </a:cubicBezTo>
                  <a:cubicBezTo>
                    <a:pt x="53588" y="18318"/>
                    <a:pt x="73203" y="16127"/>
                    <a:pt x="91440" y="21101"/>
                  </a:cubicBezTo>
                  <a:cubicBezTo>
                    <a:pt x="99596" y="23325"/>
                    <a:pt x="104980" y="31388"/>
                    <a:pt x="112541" y="35169"/>
                  </a:cubicBezTo>
                  <a:cubicBezTo>
                    <a:pt x="119173" y="38485"/>
                    <a:pt x="126828" y="39282"/>
                    <a:pt x="133643" y="42203"/>
                  </a:cubicBezTo>
                  <a:cubicBezTo>
                    <a:pt x="194486" y="68279"/>
                    <a:pt x="133392" y="46809"/>
                    <a:pt x="182880" y="63305"/>
                  </a:cubicBezTo>
                  <a:cubicBezTo>
                    <a:pt x="231984" y="112409"/>
                    <a:pt x="177579" y="64295"/>
                    <a:pt x="225083" y="91440"/>
                  </a:cubicBezTo>
                  <a:cubicBezTo>
                    <a:pt x="235261" y="97256"/>
                    <a:pt x="243277" y="106328"/>
                    <a:pt x="253218" y="112541"/>
                  </a:cubicBezTo>
                  <a:cubicBezTo>
                    <a:pt x="273086" y="124959"/>
                    <a:pt x="281941" y="126805"/>
                    <a:pt x="302455" y="133643"/>
                  </a:cubicBezTo>
                  <a:cubicBezTo>
                    <a:pt x="309489" y="138332"/>
                    <a:pt x="316135" y="143663"/>
                    <a:pt x="323556" y="147711"/>
                  </a:cubicBezTo>
                  <a:cubicBezTo>
                    <a:pt x="341966" y="157753"/>
                    <a:pt x="364998" y="161017"/>
                    <a:pt x="379827" y="175846"/>
                  </a:cubicBezTo>
                  <a:cubicBezTo>
                    <a:pt x="408343" y="204362"/>
                    <a:pt x="392032" y="192499"/>
                    <a:pt x="429064" y="211015"/>
                  </a:cubicBezTo>
                  <a:cubicBezTo>
                    <a:pt x="436098" y="218049"/>
                    <a:pt x="442314" y="226010"/>
                    <a:pt x="450166" y="232117"/>
                  </a:cubicBezTo>
                  <a:cubicBezTo>
                    <a:pt x="463512" y="242497"/>
                    <a:pt x="492369" y="260252"/>
                    <a:pt x="492369" y="260252"/>
                  </a:cubicBezTo>
                  <a:cubicBezTo>
                    <a:pt x="523827" y="307442"/>
                    <a:pt x="486770" y="261210"/>
                    <a:pt x="527538" y="288388"/>
                  </a:cubicBezTo>
                  <a:cubicBezTo>
                    <a:pt x="550662" y="303803"/>
                    <a:pt x="546485" y="311124"/>
                    <a:pt x="562707" y="330591"/>
                  </a:cubicBezTo>
                  <a:cubicBezTo>
                    <a:pt x="569075" y="338233"/>
                    <a:pt x="577702" y="343840"/>
                    <a:pt x="583809" y="351692"/>
                  </a:cubicBezTo>
                  <a:cubicBezTo>
                    <a:pt x="594189" y="365038"/>
                    <a:pt x="599989" y="381940"/>
                    <a:pt x="611944" y="393895"/>
                  </a:cubicBezTo>
                  <a:cubicBezTo>
                    <a:pt x="618978" y="400929"/>
                    <a:pt x="626678" y="407355"/>
                    <a:pt x="633046" y="414997"/>
                  </a:cubicBezTo>
                  <a:cubicBezTo>
                    <a:pt x="638458" y="421491"/>
                    <a:pt x="642919" y="428758"/>
                    <a:pt x="647113" y="436098"/>
                  </a:cubicBezTo>
                  <a:cubicBezTo>
                    <a:pt x="652315" y="445202"/>
                    <a:pt x="654468" y="456179"/>
                    <a:pt x="661181" y="464234"/>
                  </a:cubicBezTo>
                  <a:cubicBezTo>
                    <a:pt x="666593" y="470728"/>
                    <a:pt x="675249" y="473612"/>
                    <a:pt x="682283" y="478301"/>
                  </a:cubicBezTo>
                  <a:cubicBezTo>
                    <a:pt x="686972" y="485335"/>
                    <a:pt x="693020" y="491633"/>
                    <a:pt x="696350" y="499403"/>
                  </a:cubicBezTo>
                  <a:cubicBezTo>
                    <a:pt x="700158" y="508288"/>
                    <a:pt x="698022" y="519495"/>
                    <a:pt x="703384" y="527538"/>
                  </a:cubicBezTo>
                  <a:cubicBezTo>
                    <a:pt x="708073" y="534572"/>
                    <a:pt x="717452" y="536917"/>
                    <a:pt x="724486" y="541606"/>
                  </a:cubicBezTo>
                  <a:cubicBezTo>
                    <a:pt x="726831" y="548640"/>
                    <a:pt x="727919" y="556227"/>
                    <a:pt x="731520" y="562708"/>
                  </a:cubicBezTo>
                  <a:cubicBezTo>
                    <a:pt x="739731" y="577488"/>
                    <a:pt x="754308" y="588872"/>
                    <a:pt x="759655" y="604911"/>
                  </a:cubicBezTo>
                  <a:cubicBezTo>
                    <a:pt x="766985" y="626900"/>
                    <a:pt x="774094" y="654395"/>
                    <a:pt x="794824" y="668215"/>
                  </a:cubicBezTo>
                  <a:lnTo>
                    <a:pt x="815926" y="682283"/>
                  </a:lnTo>
                  <a:cubicBezTo>
                    <a:pt x="827340" y="716525"/>
                    <a:pt x="817447" y="694261"/>
                    <a:pt x="844061" y="731520"/>
                  </a:cubicBezTo>
                  <a:cubicBezTo>
                    <a:pt x="848975" y="738399"/>
                    <a:pt x="852717" y="746127"/>
                    <a:pt x="858129" y="752621"/>
                  </a:cubicBezTo>
                  <a:cubicBezTo>
                    <a:pt x="877573" y="775954"/>
                    <a:pt x="880201" y="768631"/>
                    <a:pt x="893298" y="794825"/>
                  </a:cubicBezTo>
                  <a:cubicBezTo>
                    <a:pt x="896614" y="801456"/>
                    <a:pt x="896731" y="809445"/>
                    <a:pt x="900332" y="815926"/>
                  </a:cubicBezTo>
                  <a:cubicBezTo>
                    <a:pt x="908543" y="830706"/>
                    <a:pt x="923120" y="842089"/>
                    <a:pt x="928467" y="858129"/>
                  </a:cubicBezTo>
                  <a:cubicBezTo>
                    <a:pt x="944963" y="907617"/>
                    <a:pt x="923493" y="846523"/>
                    <a:pt x="949569" y="907366"/>
                  </a:cubicBezTo>
                  <a:cubicBezTo>
                    <a:pt x="952490" y="914181"/>
                    <a:pt x="951971" y="922678"/>
                    <a:pt x="956603" y="928468"/>
                  </a:cubicBezTo>
                  <a:cubicBezTo>
                    <a:pt x="961884" y="935069"/>
                    <a:pt x="970670" y="937846"/>
                    <a:pt x="977704" y="942535"/>
                  </a:cubicBezTo>
                  <a:cubicBezTo>
                    <a:pt x="981274" y="956815"/>
                    <a:pt x="985717" y="977643"/>
                    <a:pt x="991772" y="991772"/>
                  </a:cubicBezTo>
                  <a:cubicBezTo>
                    <a:pt x="1028776" y="1078113"/>
                    <a:pt x="984581" y="970355"/>
                    <a:pt x="1019907" y="1041009"/>
                  </a:cubicBezTo>
                  <a:cubicBezTo>
                    <a:pt x="1023223" y="1047641"/>
                    <a:pt x="1024020" y="1055296"/>
                    <a:pt x="1026941" y="1062111"/>
                  </a:cubicBezTo>
                  <a:cubicBezTo>
                    <a:pt x="1031071" y="1071749"/>
                    <a:pt x="1036879" y="1080608"/>
                    <a:pt x="1041009" y="1090246"/>
                  </a:cubicBezTo>
                  <a:cubicBezTo>
                    <a:pt x="1043930" y="1097061"/>
                    <a:pt x="1044442" y="1104867"/>
                    <a:pt x="1048043" y="1111348"/>
                  </a:cubicBezTo>
                  <a:cubicBezTo>
                    <a:pt x="1056254" y="1126128"/>
                    <a:pt x="1070831" y="1137512"/>
                    <a:pt x="1076178" y="1153551"/>
                  </a:cubicBezTo>
                  <a:cubicBezTo>
                    <a:pt x="1098826" y="1221491"/>
                    <a:pt x="1062504" y="1115846"/>
                    <a:pt x="1097280" y="1202788"/>
                  </a:cubicBezTo>
                  <a:cubicBezTo>
                    <a:pt x="1102787" y="1216556"/>
                    <a:pt x="1106658" y="1230923"/>
                    <a:pt x="1111347" y="1244991"/>
                  </a:cubicBezTo>
                  <a:lnTo>
                    <a:pt x="1118381" y="1266092"/>
                  </a:lnTo>
                  <a:cubicBezTo>
                    <a:pt x="1126464" y="1290340"/>
                    <a:pt x="1120172" y="1281951"/>
                    <a:pt x="1132449" y="1294228"/>
                  </a:cubicBezTo>
                </a:path>
              </a:pathLst>
            </a:cu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51B3D382-30A8-452F-A441-E96102C04A60}"/>
                </a:ext>
              </a:extLst>
            </p:cNvPr>
            <p:cNvCxnSpPr>
              <a:cxnSpLocks/>
            </p:cNvCxnSpPr>
            <p:nvPr/>
          </p:nvCxnSpPr>
          <p:spPr>
            <a:xfrm>
              <a:off x="6588223" y="1993354"/>
              <a:ext cx="1183901" cy="1055262"/>
            </a:xfrm>
            <a:prstGeom prst="line">
              <a:avLst/>
            </a:prstGeom>
            <a:ln w="19050">
              <a:solidFill>
                <a:srgbClr val="0064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03A39890-B84B-43F1-A621-CB888AC4551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24123823"/>
                </p:ext>
              </p:extLst>
            </p:nvPr>
          </p:nvGraphicFramePr>
          <p:xfrm>
            <a:off x="7778576" y="3087995"/>
            <a:ext cx="1778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0896" name="Equation" r:id="rId3" imgW="177480" imgH="190440" progId="Equation.DSMT4">
                    <p:embed/>
                  </p:oleObj>
                </mc:Choice>
                <mc:Fallback>
                  <p:oleObj name="Equation" r:id="rId3" imgW="177480" imgH="190440" progId="Equation.DSMT4">
                    <p:embed/>
                    <p:pic>
                      <p:nvPicPr>
                        <p:cNvPr id="31" name="对象 30">
                          <a:extLst>
                            <a:ext uri="{FF2B5EF4-FFF2-40B4-BE49-F238E27FC236}">
                              <a16:creationId xmlns:a16="http://schemas.microsoft.com/office/drawing/2014/main" id="{8569F21D-8E82-484C-88CF-A1F396A3BAD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7778576" y="3087995"/>
                          <a:ext cx="177800" cy="190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58C46451-C97E-45B8-A34A-DF2D7A54587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68256570"/>
                </p:ext>
              </p:extLst>
            </p:nvPr>
          </p:nvGraphicFramePr>
          <p:xfrm>
            <a:off x="6364201" y="1796510"/>
            <a:ext cx="1905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0897" name="Equation" r:id="rId5" imgW="190440" imgH="241200" progId="Equation.DSMT4">
                    <p:embed/>
                  </p:oleObj>
                </mc:Choice>
                <mc:Fallback>
                  <p:oleObj name="Equation" r:id="rId5" imgW="190440" imgH="241200" progId="Equation.DSMT4">
                    <p:embed/>
                    <p:pic>
                      <p:nvPicPr>
                        <p:cNvPr id="32" name="对象 31">
                          <a:extLst>
                            <a:ext uri="{FF2B5EF4-FFF2-40B4-BE49-F238E27FC236}">
                              <a16:creationId xmlns:a16="http://schemas.microsoft.com/office/drawing/2014/main" id="{B8EEA073-294A-414F-8022-FF9EC6C8C925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6364201" y="1796510"/>
                          <a:ext cx="190500" cy="241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4720112D-217F-4AE0-8D70-3D510A3702B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03920964"/>
                </p:ext>
              </p:extLst>
            </p:nvPr>
          </p:nvGraphicFramePr>
          <p:xfrm>
            <a:off x="6440401" y="3087995"/>
            <a:ext cx="2286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0898" name="Equation" r:id="rId7" imgW="228600" imgH="241200" progId="Equation.DSMT4">
                    <p:embed/>
                  </p:oleObj>
                </mc:Choice>
                <mc:Fallback>
                  <p:oleObj name="Equation" r:id="rId7" imgW="228600" imgH="241200" progId="Equation.DSMT4">
                    <p:embed/>
                    <p:pic>
                      <p:nvPicPr>
                        <p:cNvPr id="33" name="对象 32">
                          <a:extLst>
                            <a:ext uri="{FF2B5EF4-FFF2-40B4-BE49-F238E27FC236}">
                              <a16:creationId xmlns:a16="http://schemas.microsoft.com/office/drawing/2014/main" id="{C95D901C-CDD9-4105-A357-6C2D05FC4426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6440401" y="3087995"/>
                          <a:ext cx="228600" cy="241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3E3CA14E-0372-4B1D-B601-29CE90EFAB3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50538826"/>
                </p:ext>
              </p:extLst>
            </p:nvPr>
          </p:nvGraphicFramePr>
          <p:xfrm>
            <a:off x="6473924" y="2225360"/>
            <a:ext cx="1143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0899" name="Equation" r:id="rId9" imgW="114120" imgH="228600" progId="Equation.DSMT4">
                    <p:embed/>
                  </p:oleObj>
                </mc:Choice>
                <mc:Fallback>
                  <p:oleObj name="Equation" r:id="rId9" imgW="114120" imgH="228600" progId="Equation.DSMT4">
                    <p:embed/>
                    <p:pic>
                      <p:nvPicPr>
                        <p:cNvPr id="34" name="对象 33">
                          <a:extLst>
                            <a:ext uri="{FF2B5EF4-FFF2-40B4-BE49-F238E27FC236}">
                              <a16:creationId xmlns:a16="http://schemas.microsoft.com/office/drawing/2014/main" id="{93D6A0B3-1A7D-4A8F-9565-7FC12BC3593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6473924" y="2225360"/>
                          <a:ext cx="114300" cy="228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54086D9C-9AA8-40B3-8E4F-DAF250DD1AB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94788446"/>
                </p:ext>
              </p:extLst>
            </p:nvPr>
          </p:nvGraphicFramePr>
          <p:xfrm>
            <a:off x="7446464" y="3100695"/>
            <a:ext cx="1143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0900" name="Equation" r:id="rId11" imgW="114120" imgH="228600" progId="Equation.DSMT4">
                    <p:embed/>
                  </p:oleObj>
                </mc:Choice>
                <mc:Fallback>
                  <p:oleObj name="Equation" r:id="rId11" imgW="114120" imgH="228600" progId="Equation.DSMT4">
                    <p:embed/>
                    <p:pic>
                      <p:nvPicPr>
                        <p:cNvPr id="35" name="对象 34">
                          <a:extLst>
                            <a:ext uri="{FF2B5EF4-FFF2-40B4-BE49-F238E27FC236}">
                              <a16:creationId xmlns:a16="http://schemas.microsoft.com/office/drawing/2014/main" id="{BC261719-59D1-4966-AA07-5C6B092A7BF5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7446464" y="3100695"/>
                          <a:ext cx="114300" cy="228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70595882-28A4-44FA-97D2-49BFC0142A2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97153602"/>
                </p:ext>
              </p:extLst>
            </p:nvPr>
          </p:nvGraphicFramePr>
          <p:xfrm>
            <a:off x="7524324" y="3068945"/>
            <a:ext cx="2159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0901" name="Equation" r:id="rId13" imgW="215640" imgH="228600" progId="Equation.DSMT4">
                    <p:embed/>
                  </p:oleObj>
                </mc:Choice>
                <mc:Fallback>
                  <p:oleObj name="Equation" r:id="rId13" imgW="215640" imgH="228600" progId="Equation.DSMT4">
                    <p:embed/>
                    <p:pic>
                      <p:nvPicPr>
                        <p:cNvPr id="36" name="对象 35">
                          <a:extLst>
                            <a:ext uri="{FF2B5EF4-FFF2-40B4-BE49-F238E27FC236}">
                              <a16:creationId xmlns:a16="http://schemas.microsoft.com/office/drawing/2014/main" id="{0DB24B0E-A005-42E6-B908-D86F34F1D244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7524324" y="3068945"/>
                          <a:ext cx="215900" cy="228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012E7395-F7AB-426A-81E9-E3FE5B517A6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3601933"/>
                </p:ext>
              </p:extLst>
            </p:nvPr>
          </p:nvGraphicFramePr>
          <p:xfrm>
            <a:off x="6263744" y="2096117"/>
            <a:ext cx="2159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0902" name="Equation" r:id="rId15" imgW="215640" imgH="228600" progId="Equation.DSMT4">
                    <p:embed/>
                  </p:oleObj>
                </mc:Choice>
                <mc:Fallback>
                  <p:oleObj name="Equation" r:id="rId15" imgW="215640" imgH="228600" progId="Equation.DSMT4">
                    <p:embed/>
                    <p:pic>
                      <p:nvPicPr>
                        <p:cNvPr id="37" name="对象 36">
                          <a:extLst>
                            <a:ext uri="{FF2B5EF4-FFF2-40B4-BE49-F238E27FC236}">
                              <a16:creationId xmlns:a16="http://schemas.microsoft.com/office/drawing/2014/main" id="{D747FD42-CECE-494A-8FFD-7730591976C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6263744" y="2096117"/>
                          <a:ext cx="215900" cy="228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5A881EC0-F903-4786-9309-800913EB54D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03697352"/>
                </p:ext>
              </p:extLst>
            </p:nvPr>
          </p:nvGraphicFramePr>
          <p:xfrm>
            <a:off x="7063363" y="2182908"/>
            <a:ext cx="3048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0903" name="Equation" r:id="rId17" imgW="304560" imgH="228600" progId="Equation.DSMT4">
                    <p:embed/>
                  </p:oleObj>
                </mc:Choice>
                <mc:Fallback>
                  <p:oleObj name="Equation" r:id="rId17" imgW="304560" imgH="228600" progId="Equation.DSMT4">
                    <p:embed/>
                    <p:pic>
                      <p:nvPicPr>
                        <p:cNvPr id="38" name="对象 37">
                          <a:extLst>
                            <a:ext uri="{FF2B5EF4-FFF2-40B4-BE49-F238E27FC236}">
                              <a16:creationId xmlns:a16="http://schemas.microsoft.com/office/drawing/2014/main" id="{FDC9E6F9-05B4-4698-9E3A-EC1FC92FFD4B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7063363" y="2182908"/>
                          <a:ext cx="304800" cy="228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7" name="Object 25">
            <a:extLst>
              <a:ext uri="{FF2B5EF4-FFF2-40B4-BE49-F238E27FC236}">
                <a16:creationId xmlns:a16="http://schemas.microsoft.com/office/drawing/2014/main" id="{37024DC3-9FB7-49F2-9299-B82E0682F6F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0172134"/>
              </p:ext>
            </p:extLst>
          </p:nvPr>
        </p:nvGraphicFramePr>
        <p:xfrm>
          <a:off x="1835696" y="123478"/>
          <a:ext cx="35052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0904" name="Equation" r:id="rId19" imgW="3504960" imgH="736560" progId="Equation.DSMT4">
                  <p:embed/>
                </p:oleObj>
              </mc:Choice>
              <mc:Fallback>
                <p:oleObj name="Equation" r:id="rId19" imgW="3504960" imgH="736560" progId="Equation.DSMT4">
                  <p:embed/>
                  <p:pic>
                    <p:nvPicPr>
                      <p:cNvPr id="31769" name="Object 25">
                        <a:extLst>
                          <a:ext uri="{FF2B5EF4-FFF2-40B4-BE49-F238E27FC236}">
                            <a16:creationId xmlns:a16="http://schemas.microsoft.com/office/drawing/2014/main" id="{9AE85C82-8DD1-4CE2-8497-0FC4AF84632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696" y="123478"/>
                        <a:ext cx="35052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31">
            <a:extLst>
              <a:ext uri="{FF2B5EF4-FFF2-40B4-BE49-F238E27FC236}">
                <a16:creationId xmlns:a16="http://schemas.microsoft.com/office/drawing/2014/main" id="{112F0278-34E9-4FD8-B3F4-01C5ECCC689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4021340"/>
              </p:ext>
            </p:extLst>
          </p:nvPr>
        </p:nvGraphicFramePr>
        <p:xfrm>
          <a:off x="1789841" y="1448368"/>
          <a:ext cx="10033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0905" name="Equation" r:id="rId21" imgW="1002960" imgH="799920" progId="Equation.DSMT4">
                  <p:embed/>
                </p:oleObj>
              </mc:Choice>
              <mc:Fallback>
                <p:oleObj name="Equation" r:id="rId21" imgW="1002960" imgH="799920" progId="Equation.DSMT4">
                  <p:embed/>
                  <p:pic>
                    <p:nvPicPr>
                      <p:cNvPr id="31775" name="Object 31">
                        <a:extLst>
                          <a:ext uri="{FF2B5EF4-FFF2-40B4-BE49-F238E27FC236}">
                            <a16:creationId xmlns:a16="http://schemas.microsoft.com/office/drawing/2014/main" id="{208CD5AC-706C-42C0-829C-7722A1DEF74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9841" y="1448368"/>
                        <a:ext cx="1003300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32">
            <a:extLst>
              <a:ext uri="{FF2B5EF4-FFF2-40B4-BE49-F238E27FC236}">
                <a16:creationId xmlns:a16="http://schemas.microsoft.com/office/drawing/2014/main" id="{30305FF0-A4A5-460D-8893-59408BE833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758141"/>
              </p:ext>
            </p:extLst>
          </p:nvPr>
        </p:nvGraphicFramePr>
        <p:xfrm>
          <a:off x="3057702" y="1743486"/>
          <a:ext cx="11811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0906" name="Equation" r:id="rId23" imgW="1180800" imgH="355320" progId="Equation.DSMT4">
                  <p:embed/>
                </p:oleObj>
              </mc:Choice>
              <mc:Fallback>
                <p:oleObj name="Equation" r:id="rId23" imgW="1180800" imgH="355320" progId="Equation.DSMT4">
                  <p:embed/>
                  <p:pic>
                    <p:nvPicPr>
                      <p:cNvPr id="31776" name="Object 32">
                        <a:extLst>
                          <a:ext uri="{FF2B5EF4-FFF2-40B4-BE49-F238E27FC236}">
                            <a16:creationId xmlns:a16="http://schemas.microsoft.com/office/drawing/2014/main" id="{26BD0B97-70DC-4602-9E20-0C29E2863C7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7702" y="1743486"/>
                        <a:ext cx="11811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33">
            <a:extLst>
              <a:ext uri="{FF2B5EF4-FFF2-40B4-BE49-F238E27FC236}">
                <a16:creationId xmlns:a16="http://schemas.microsoft.com/office/drawing/2014/main" id="{76E79627-FF0E-4EF0-B2D0-B392A6C7823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5191480"/>
              </p:ext>
            </p:extLst>
          </p:nvPr>
        </p:nvGraphicFramePr>
        <p:xfrm>
          <a:off x="1792833" y="2276723"/>
          <a:ext cx="10160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0907" name="Equation" r:id="rId25" imgW="1015920" imgH="799920" progId="Equation.DSMT4">
                  <p:embed/>
                </p:oleObj>
              </mc:Choice>
              <mc:Fallback>
                <p:oleObj name="Equation" r:id="rId25" imgW="1015920" imgH="799920" progId="Equation.DSMT4">
                  <p:embed/>
                  <p:pic>
                    <p:nvPicPr>
                      <p:cNvPr id="31777" name="Object 33">
                        <a:extLst>
                          <a:ext uri="{FF2B5EF4-FFF2-40B4-BE49-F238E27FC236}">
                            <a16:creationId xmlns:a16="http://schemas.microsoft.com/office/drawing/2014/main" id="{F5CB5576-E6E5-4D5D-AD9C-651A7CC1EA9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2833" y="2276723"/>
                        <a:ext cx="1016000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34">
            <a:extLst>
              <a:ext uri="{FF2B5EF4-FFF2-40B4-BE49-F238E27FC236}">
                <a16:creationId xmlns:a16="http://schemas.microsoft.com/office/drawing/2014/main" id="{9349E0B5-0DD5-44AA-8512-1B1E8D35110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0388434"/>
              </p:ext>
            </p:extLst>
          </p:nvPr>
        </p:nvGraphicFramePr>
        <p:xfrm>
          <a:off x="3094221" y="2475827"/>
          <a:ext cx="11811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0908" name="Equation" r:id="rId27" imgW="1180800" imgH="355320" progId="Equation.DSMT4">
                  <p:embed/>
                </p:oleObj>
              </mc:Choice>
              <mc:Fallback>
                <p:oleObj name="Equation" r:id="rId27" imgW="1180800" imgH="355320" progId="Equation.DSMT4">
                  <p:embed/>
                  <p:pic>
                    <p:nvPicPr>
                      <p:cNvPr id="31778" name="Object 34">
                        <a:extLst>
                          <a:ext uri="{FF2B5EF4-FFF2-40B4-BE49-F238E27FC236}">
                            <a16:creationId xmlns:a16="http://schemas.microsoft.com/office/drawing/2014/main" id="{FD7081BE-6CDF-4467-891C-269CB003B34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4221" y="2475827"/>
                        <a:ext cx="11811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 Box 41">
            <a:extLst>
              <a:ext uri="{FF2B5EF4-FFF2-40B4-BE49-F238E27FC236}">
                <a16:creationId xmlns:a16="http://schemas.microsoft.com/office/drawing/2014/main" id="{8480771A-E7E5-45FD-8818-63022D0379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70442" y="3210093"/>
            <a:ext cx="208914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/>
              <a:t>故为最小值点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</a:p>
        </p:txBody>
      </p:sp>
      <p:sp>
        <p:nvSpPr>
          <p:cNvPr id="24" name="Text Box 42">
            <a:extLst>
              <a:ext uri="{FF2B5EF4-FFF2-40B4-BE49-F238E27FC236}">
                <a16:creationId xmlns:a16="http://schemas.microsoft.com/office/drawing/2014/main" id="{F2DFBEE0-6DFB-47F3-A8CA-736509A64A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70" y="3956478"/>
            <a:ext cx="3124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/>
              <a:t>因而所求切线为</a:t>
            </a:r>
          </a:p>
        </p:txBody>
      </p:sp>
      <p:graphicFrame>
        <p:nvGraphicFramePr>
          <p:cNvPr id="25" name="Object 43">
            <a:extLst>
              <a:ext uri="{FF2B5EF4-FFF2-40B4-BE49-F238E27FC236}">
                <a16:creationId xmlns:a16="http://schemas.microsoft.com/office/drawing/2014/main" id="{8E8BDC36-8616-49DC-9DF4-5122D95E13F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7152505"/>
              </p:ext>
            </p:extLst>
          </p:nvPr>
        </p:nvGraphicFramePr>
        <p:xfrm>
          <a:off x="3165652" y="4217045"/>
          <a:ext cx="21463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0909" name="Equation" r:id="rId29" imgW="2145960" imgH="799920" progId="Equation.DSMT4">
                  <p:embed/>
                </p:oleObj>
              </mc:Choice>
              <mc:Fallback>
                <p:oleObj name="Equation" r:id="rId29" imgW="2145960" imgH="799920" progId="Equation.DSMT4">
                  <p:embed/>
                  <p:pic>
                    <p:nvPicPr>
                      <p:cNvPr id="31787" name="Object 43">
                        <a:extLst>
                          <a:ext uri="{FF2B5EF4-FFF2-40B4-BE49-F238E27FC236}">
                            <a16:creationId xmlns:a16="http://schemas.microsoft.com/office/drawing/2014/main" id="{35B28801-156F-4479-83E7-2B1E3182DB4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5652" y="4217045"/>
                        <a:ext cx="2146300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48">
            <a:extLst>
              <a:ext uri="{FF2B5EF4-FFF2-40B4-BE49-F238E27FC236}">
                <a16:creationId xmlns:a16="http://schemas.microsoft.com/office/drawing/2014/main" id="{85FC1BED-78FB-4F2D-AEF1-406E9207591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5269289"/>
              </p:ext>
            </p:extLst>
          </p:nvPr>
        </p:nvGraphicFramePr>
        <p:xfrm>
          <a:off x="561853" y="977485"/>
          <a:ext cx="154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0910" name="Equation" r:id="rId31" imgW="1549080" imgH="380880" progId="Equation.DSMT4">
                  <p:embed/>
                </p:oleObj>
              </mc:Choice>
              <mc:Fallback>
                <p:oleObj name="Equation" r:id="rId31" imgW="1549080" imgH="380880" progId="Equation.DSMT4">
                  <p:embed/>
                  <p:pic>
                    <p:nvPicPr>
                      <p:cNvPr id="31792" name="Object 48">
                        <a:extLst>
                          <a:ext uri="{FF2B5EF4-FFF2-40B4-BE49-F238E27FC236}">
                            <a16:creationId xmlns:a16="http://schemas.microsoft.com/office/drawing/2014/main" id="{122BBF8F-BA4F-4071-9023-472B36A44B3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853" y="977485"/>
                        <a:ext cx="154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37">
            <a:extLst>
              <a:ext uri="{FF2B5EF4-FFF2-40B4-BE49-F238E27FC236}">
                <a16:creationId xmlns:a16="http://schemas.microsoft.com/office/drawing/2014/main" id="{3C7C9933-FE7C-4084-910E-94CAD3F326B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3048170"/>
              </p:ext>
            </p:extLst>
          </p:nvPr>
        </p:nvGraphicFramePr>
        <p:xfrm>
          <a:off x="671357" y="3061593"/>
          <a:ext cx="61849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0911" name="Equation" r:id="rId33" imgW="6184800" imgH="799920" progId="Equation.DSMT4">
                  <p:embed/>
                </p:oleObj>
              </mc:Choice>
              <mc:Fallback>
                <p:oleObj name="Equation" r:id="rId33" imgW="6184800" imgH="799920" progId="Equation.DSMT4">
                  <p:embed/>
                  <p:pic>
                    <p:nvPicPr>
                      <p:cNvPr id="31781" name="Object 37">
                        <a:extLst>
                          <a:ext uri="{FF2B5EF4-FFF2-40B4-BE49-F238E27FC236}">
                            <a16:creationId xmlns:a16="http://schemas.microsoft.com/office/drawing/2014/main" id="{1D91D79A-24B8-49BB-84B1-4AF49E25BEF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1357" y="3061593"/>
                        <a:ext cx="6184900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1" name="组合 30">
            <a:extLst>
              <a:ext uri="{FF2B5EF4-FFF2-40B4-BE49-F238E27FC236}">
                <a16:creationId xmlns:a16="http://schemas.microsoft.com/office/drawing/2014/main" id="{BAB998AA-E8F6-4BB1-87EF-D664F713AF77}"/>
              </a:ext>
            </a:extLst>
          </p:cNvPr>
          <p:cNvGrpSpPr/>
          <p:nvPr/>
        </p:nvGrpSpPr>
        <p:grpSpPr>
          <a:xfrm>
            <a:off x="2111253" y="757237"/>
            <a:ext cx="4114800" cy="800100"/>
            <a:chOff x="2150395" y="1019522"/>
            <a:chExt cx="4114800" cy="800100"/>
          </a:xfrm>
        </p:grpSpPr>
        <p:sp>
          <p:nvSpPr>
            <p:cNvPr id="27" name="Text Box 49">
              <a:extLst>
                <a:ext uri="{FF2B5EF4-FFF2-40B4-BE49-F238E27FC236}">
                  <a16:creationId xmlns:a16="http://schemas.microsoft.com/office/drawing/2014/main" id="{BD8CAFC0-5D2B-4512-AC77-7A9FFE2202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50395" y="1188740"/>
              <a:ext cx="411480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/>
                <a:t>得         上的唯一驻点</a:t>
              </a:r>
            </a:p>
          </p:txBody>
        </p:sp>
        <p:graphicFrame>
          <p:nvGraphicFramePr>
            <p:cNvPr id="28" name="Object 50">
              <a:extLst>
                <a:ext uri="{FF2B5EF4-FFF2-40B4-BE49-F238E27FC236}">
                  <a16:creationId xmlns:a16="http://schemas.microsoft.com/office/drawing/2014/main" id="{FE74337A-D878-4758-830B-AC4433CB6B7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15932007"/>
                </p:ext>
              </p:extLst>
            </p:nvPr>
          </p:nvGraphicFramePr>
          <p:xfrm>
            <a:off x="5065494" y="1019522"/>
            <a:ext cx="1016000" cy="800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0912" name="Equation" r:id="rId35" imgW="1015920" imgH="799920" progId="Equation.DSMT4">
                    <p:embed/>
                  </p:oleObj>
                </mc:Choice>
                <mc:Fallback>
                  <p:oleObj name="Equation" r:id="rId35" imgW="1015920" imgH="799920" progId="Equation.DSMT4">
                    <p:embed/>
                    <p:pic>
                      <p:nvPicPr>
                        <p:cNvPr id="31794" name="Object 50">
                          <a:extLst>
                            <a:ext uri="{FF2B5EF4-FFF2-40B4-BE49-F238E27FC236}">
                              <a16:creationId xmlns:a16="http://schemas.microsoft.com/office/drawing/2014/main" id="{A2EE54EE-F2A4-4716-9834-47F4FA2649A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65494" y="1019522"/>
                          <a:ext cx="1016000" cy="8001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" name="对象 29">
              <a:extLst>
                <a:ext uri="{FF2B5EF4-FFF2-40B4-BE49-F238E27FC236}">
                  <a16:creationId xmlns:a16="http://schemas.microsoft.com/office/drawing/2014/main" id="{0FDABCA1-3441-44A3-8048-F5563E47454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39788121"/>
                </p:ext>
              </p:extLst>
            </p:nvPr>
          </p:nvGraphicFramePr>
          <p:xfrm>
            <a:off x="2590800" y="1261848"/>
            <a:ext cx="5588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0913" name="Equation" r:id="rId37" imgW="558720" imgH="330120" progId="Equation.DSMT4">
                    <p:embed/>
                  </p:oleObj>
                </mc:Choice>
                <mc:Fallback>
                  <p:oleObj name="Equation" r:id="rId37" imgW="55872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8"/>
                        <a:stretch>
                          <a:fillRect/>
                        </a:stretch>
                      </p:blipFill>
                      <p:spPr>
                        <a:xfrm>
                          <a:off x="2590800" y="1261848"/>
                          <a:ext cx="5588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31592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utoUpdateAnimBg="0"/>
      <p:bldP spid="24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66CE6445-DACF-4C0A-84CC-5DBC13F62602}"/>
              </a:ext>
            </a:extLst>
          </p:cNvPr>
          <p:cNvSpPr txBox="1">
            <a:spLocks noChangeArrowheads="1"/>
          </p:cNvSpPr>
          <p:nvPr/>
        </p:nvSpPr>
        <p:spPr>
          <a:xfrm>
            <a:off x="857639" y="204714"/>
            <a:ext cx="2971800" cy="5334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2. 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设非负函数</a:t>
            </a:r>
          </a:p>
        </p:txBody>
      </p:sp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619F6EB3-A127-4094-8494-7469BC79464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5301249"/>
              </p:ext>
            </p:extLst>
          </p:nvPr>
        </p:nvGraphicFramePr>
        <p:xfrm>
          <a:off x="2915816" y="267494"/>
          <a:ext cx="2565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2666" name="Equation" r:id="rId3" imgW="2565360" imgH="380880" progId="Equation.DSMT4">
                  <p:embed/>
                </p:oleObj>
              </mc:Choice>
              <mc:Fallback>
                <p:oleObj name="Equation" r:id="rId3" imgW="2565360" imgH="380880" progId="Equation.DSMT4">
                  <p:embed/>
                  <p:pic>
                    <p:nvPicPr>
                      <p:cNvPr id="3" name="Object 3">
                        <a:extLst>
                          <a:ext uri="{FF2B5EF4-FFF2-40B4-BE49-F238E27FC236}">
                            <a16:creationId xmlns:a16="http://schemas.microsoft.com/office/drawing/2014/main" id="{619F6EB3-A127-4094-8494-7469BC79464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5816" y="267494"/>
                        <a:ext cx="2565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5">
            <a:extLst>
              <a:ext uri="{FF2B5EF4-FFF2-40B4-BE49-F238E27FC236}">
                <a16:creationId xmlns:a16="http://schemas.microsoft.com/office/drawing/2014/main" id="{05828EA4-BDFA-4A70-8026-006F25FBE18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0465671"/>
              </p:ext>
            </p:extLst>
          </p:nvPr>
        </p:nvGraphicFramePr>
        <p:xfrm>
          <a:off x="5530062" y="96044"/>
          <a:ext cx="28194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2667" name="Equation" r:id="rId5" imgW="2819160" imgH="723600" progId="Equation.DSMT4">
                  <p:embed/>
                </p:oleObj>
              </mc:Choice>
              <mc:Fallback>
                <p:oleObj name="Equation" r:id="rId5" imgW="2819160" imgH="723600" progId="Equation.DSMT4">
                  <p:embed/>
                  <p:pic>
                    <p:nvPicPr>
                      <p:cNvPr id="4" name="Object 5">
                        <a:extLst>
                          <a:ext uri="{FF2B5EF4-FFF2-40B4-BE49-F238E27FC236}">
                            <a16:creationId xmlns:a16="http://schemas.microsoft.com/office/drawing/2014/main" id="{05828EA4-BDFA-4A70-8026-006F25FBE18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30062" y="96044"/>
                        <a:ext cx="28194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6">
            <a:extLst>
              <a:ext uri="{FF2B5EF4-FFF2-40B4-BE49-F238E27FC236}">
                <a16:creationId xmlns:a16="http://schemas.microsoft.com/office/drawing/2014/main" id="{50654700-B08B-432F-A509-134934AF18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974" y="788747"/>
            <a:ext cx="468052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/>
              <a:t>曲线                 与直线                  </a:t>
            </a:r>
          </a:p>
        </p:txBody>
      </p:sp>
      <p:graphicFrame>
        <p:nvGraphicFramePr>
          <p:cNvPr id="6" name="Object 7">
            <a:extLst>
              <a:ext uri="{FF2B5EF4-FFF2-40B4-BE49-F238E27FC236}">
                <a16:creationId xmlns:a16="http://schemas.microsoft.com/office/drawing/2014/main" id="{43D49B0E-4DEE-4317-8BBB-BB313FDA908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422151"/>
              </p:ext>
            </p:extLst>
          </p:nvPr>
        </p:nvGraphicFramePr>
        <p:xfrm>
          <a:off x="905508" y="838126"/>
          <a:ext cx="1104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2668" name="Equation" r:id="rId7" imgW="1104840" imgH="342720" progId="Equation.DSMT4">
                  <p:embed/>
                </p:oleObj>
              </mc:Choice>
              <mc:Fallback>
                <p:oleObj name="Equation" r:id="rId7" imgW="1104840" imgH="342720" progId="Equation.DSMT4">
                  <p:embed/>
                  <p:pic>
                    <p:nvPicPr>
                      <p:cNvPr id="6" name="Object 7">
                        <a:extLst>
                          <a:ext uri="{FF2B5EF4-FFF2-40B4-BE49-F238E27FC236}">
                            <a16:creationId xmlns:a16="http://schemas.microsoft.com/office/drawing/2014/main" id="{43D49B0E-4DEE-4317-8BBB-BB313FDA908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5508" y="838126"/>
                        <a:ext cx="11049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9">
            <a:extLst>
              <a:ext uri="{FF2B5EF4-FFF2-40B4-BE49-F238E27FC236}">
                <a16:creationId xmlns:a16="http://schemas.microsoft.com/office/drawing/2014/main" id="{58F83809-A865-45B4-9150-47D270EA7ED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4577236"/>
              </p:ext>
            </p:extLst>
          </p:nvPr>
        </p:nvGraphicFramePr>
        <p:xfrm>
          <a:off x="2996976" y="851260"/>
          <a:ext cx="5969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2669" name="Equation" r:id="rId9" imgW="596880" imgH="279360" progId="Equation.DSMT4">
                  <p:embed/>
                </p:oleObj>
              </mc:Choice>
              <mc:Fallback>
                <p:oleObj name="Equation" r:id="rId9" imgW="596880" imgH="279360" progId="Equation.DSMT4">
                  <p:embed/>
                  <p:pic>
                    <p:nvPicPr>
                      <p:cNvPr id="8" name="Object 9">
                        <a:extLst>
                          <a:ext uri="{FF2B5EF4-FFF2-40B4-BE49-F238E27FC236}">
                            <a16:creationId xmlns:a16="http://schemas.microsoft.com/office/drawing/2014/main" id="{58F83809-A865-45B4-9150-47D270EA7ED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6976" y="851260"/>
                        <a:ext cx="5969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10">
            <a:extLst>
              <a:ext uri="{FF2B5EF4-FFF2-40B4-BE49-F238E27FC236}">
                <a16:creationId xmlns:a16="http://schemas.microsoft.com/office/drawing/2014/main" id="{F8699613-A383-46DD-A6C5-7F1CC83A61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48862" y="738114"/>
            <a:ext cx="545509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/>
              <a:t>及坐标轴所围图形面积为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400" b="1" dirty="0"/>
              <a:t>，</a:t>
            </a:r>
          </a:p>
        </p:txBody>
      </p:sp>
      <p:sp>
        <p:nvSpPr>
          <p:cNvPr id="12" name="Text Box 11">
            <a:extLst>
              <a:ext uri="{FF2B5EF4-FFF2-40B4-BE49-F238E27FC236}">
                <a16:creationId xmlns:a16="http://schemas.microsoft.com/office/drawing/2014/main" id="{58581D1B-8840-4778-B74A-90F88349BC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639" y="1352802"/>
            <a:ext cx="1828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(1) 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求函数</a:t>
            </a:r>
          </a:p>
        </p:txBody>
      </p:sp>
      <p:graphicFrame>
        <p:nvGraphicFramePr>
          <p:cNvPr id="13" name="Object 12">
            <a:extLst>
              <a:ext uri="{FF2B5EF4-FFF2-40B4-BE49-F238E27FC236}">
                <a16:creationId xmlns:a16="http://schemas.microsoft.com/office/drawing/2014/main" id="{32F4CBAD-ADA8-4BB8-8019-6DA36DFAF97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6588660"/>
              </p:ext>
            </p:extLst>
          </p:nvPr>
        </p:nvGraphicFramePr>
        <p:xfrm>
          <a:off x="2234976" y="1421918"/>
          <a:ext cx="762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2670" name="Equation" r:id="rId11" imgW="761760" imgH="342720" progId="Equation.DSMT4">
                  <p:embed/>
                </p:oleObj>
              </mc:Choice>
              <mc:Fallback>
                <p:oleObj name="Equation" r:id="rId11" imgW="761760" imgH="342720" progId="Equation.DSMT4">
                  <p:embed/>
                  <p:pic>
                    <p:nvPicPr>
                      <p:cNvPr id="13" name="Object 12">
                        <a:extLst>
                          <a:ext uri="{FF2B5EF4-FFF2-40B4-BE49-F238E27FC236}">
                            <a16:creationId xmlns:a16="http://schemas.microsoft.com/office/drawing/2014/main" id="{32F4CBAD-ADA8-4BB8-8019-6DA36DFAF97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4976" y="1421918"/>
                        <a:ext cx="7620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Box 13">
            <a:extLst>
              <a:ext uri="{FF2B5EF4-FFF2-40B4-BE49-F238E27FC236}">
                <a16:creationId xmlns:a16="http://schemas.microsoft.com/office/drawing/2014/main" id="{420DED81-7D74-40E7-82D6-3DCF17DF89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638" y="1842227"/>
            <a:ext cx="807431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(2)</a:t>
            </a:r>
            <a:r>
              <a:rPr lang="en-US" altLang="zh-CN" sz="2400" i="1" dirty="0">
                <a:solidFill>
                  <a:schemeClr val="tx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CN" sz="2400" i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为何值时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, 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所围图形绕 </a:t>
            </a:r>
            <a:r>
              <a:rPr lang="en-US" altLang="zh-CN" sz="2400" i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轴一周所得旋转体体积最小？</a:t>
            </a:r>
          </a:p>
        </p:txBody>
      </p:sp>
      <p:sp>
        <p:nvSpPr>
          <p:cNvPr id="16" name="Text Box 14">
            <a:extLst>
              <a:ext uri="{FF2B5EF4-FFF2-40B4-BE49-F238E27FC236}">
                <a16:creationId xmlns:a16="http://schemas.microsoft.com/office/drawing/2014/main" id="{B8A59D79-642B-4CEA-91FE-F3EDD479CF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3376" y="2404988"/>
            <a:ext cx="1371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+mj-ea"/>
                <a:ea typeface="+mj-ea"/>
              </a:rPr>
              <a:t>解</a:t>
            </a:r>
            <a:r>
              <a:rPr lang="en-US" altLang="zh-CN" sz="2400" b="1" dirty="0">
                <a:solidFill>
                  <a:srgbClr val="0064FF"/>
                </a:solidFill>
                <a:latin typeface="+mj-ea"/>
                <a:ea typeface="+mj-ea"/>
              </a:rPr>
              <a:t> </a:t>
            </a:r>
            <a:r>
              <a:rPr lang="en-US" altLang="zh-CN" sz="2400" b="1" dirty="0">
                <a:latin typeface="+mj-ea"/>
                <a:ea typeface="+mj-ea"/>
              </a:rPr>
              <a:t>(1)</a:t>
            </a:r>
          </a:p>
        </p:txBody>
      </p:sp>
      <p:graphicFrame>
        <p:nvGraphicFramePr>
          <p:cNvPr id="17" name="Object 15">
            <a:extLst>
              <a:ext uri="{FF2B5EF4-FFF2-40B4-BE49-F238E27FC236}">
                <a16:creationId xmlns:a16="http://schemas.microsoft.com/office/drawing/2014/main" id="{FAD1E819-987D-4DEB-A59F-C8876CF3857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6207748"/>
              </p:ext>
            </p:extLst>
          </p:nvPr>
        </p:nvGraphicFramePr>
        <p:xfrm>
          <a:off x="1994289" y="2485653"/>
          <a:ext cx="13843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2671" name="Equation" r:id="rId13" imgW="1384200" imgH="380880" progId="Equation.DSMT4">
                  <p:embed/>
                </p:oleObj>
              </mc:Choice>
              <mc:Fallback>
                <p:oleObj name="Equation" r:id="rId13" imgW="1384200" imgH="380880" progId="Equation.DSMT4">
                  <p:embed/>
                  <p:pic>
                    <p:nvPicPr>
                      <p:cNvPr id="17" name="Object 15">
                        <a:extLst>
                          <a:ext uri="{FF2B5EF4-FFF2-40B4-BE49-F238E27FC236}">
                            <a16:creationId xmlns:a16="http://schemas.microsoft.com/office/drawing/2014/main" id="{FAD1E819-987D-4DEB-A59F-C8876CF3857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4289" y="2485653"/>
                        <a:ext cx="13843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 Box 18">
            <a:extLst>
              <a:ext uri="{FF2B5EF4-FFF2-40B4-BE49-F238E27FC236}">
                <a16:creationId xmlns:a16="http://schemas.microsoft.com/office/drawing/2014/main" id="{B972BB8B-50E7-4F36-84A7-98A965CFEA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2530" y="2398470"/>
            <a:ext cx="2209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由方程得</a:t>
            </a:r>
          </a:p>
        </p:txBody>
      </p:sp>
      <p:graphicFrame>
        <p:nvGraphicFramePr>
          <p:cNvPr id="19" name="Object 19">
            <a:extLst>
              <a:ext uri="{FF2B5EF4-FFF2-40B4-BE49-F238E27FC236}">
                <a16:creationId xmlns:a16="http://schemas.microsoft.com/office/drawing/2014/main" id="{C6E6FD8E-9152-4F58-B5EE-34AE7C0B85D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4473197"/>
              </p:ext>
            </p:extLst>
          </p:nvPr>
        </p:nvGraphicFramePr>
        <p:xfrm>
          <a:off x="1875166" y="3057554"/>
          <a:ext cx="2487612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2672" name="Equation" r:id="rId15" imgW="2489040" imgH="736560" progId="Equation.DSMT4">
                  <p:embed/>
                </p:oleObj>
              </mc:Choice>
              <mc:Fallback>
                <p:oleObj name="Equation" r:id="rId15" imgW="2489040" imgH="736560" progId="Equation.DSMT4">
                  <p:embed/>
                  <p:pic>
                    <p:nvPicPr>
                      <p:cNvPr id="19" name="Object 19">
                        <a:extLst>
                          <a:ext uri="{FF2B5EF4-FFF2-40B4-BE49-F238E27FC236}">
                            <a16:creationId xmlns:a16="http://schemas.microsoft.com/office/drawing/2014/main" id="{C6E6FD8E-9152-4F58-B5EE-34AE7C0B85D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5166" y="3057554"/>
                        <a:ext cx="2487612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21">
            <a:extLst>
              <a:ext uri="{FF2B5EF4-FFF2-40B4-BE49-F238E27FC236}">
                <a16:creationId xmlns:a16="http://schemas.microsoft.com/office/drawing/2014/main" id="{C6B11749-834E-47CA-8628-F6BC2898BA6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707126"/>
              </p:ext>
            </p:extLst>
          </p:nvPr>
        </p:nvGraphicFramePr>
        <p:xfrm>
          <a:off x="5092537" y="3015459"/>
          <a:ext cx="18669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2673" name="Equation" r:id="rId17" imgW="1866600" imgH="736560" progId="Equation.DSMT4">
                  <p:embed/>
                </p:oleObj>
              </mc:Choice>
              <mc:Fallback>
                <p:oleObj name="Equation" r:id="rId17" imgW="1866600" imgH="736560" progId="Equation.DSMT4">
                  <p:embed/>
                  <p:pic>
                    <p:nvPicPr>
                      <p:cNvPr id="20" name="Object 21">
                        <a:extLst>
                          <a:ext uri="{FF2B5EF4-FFF2-40B4-BE49-F238E27FC236}">
                            <a16:creationId xmlns:a16="http://schemas.microsoft.com/office/drawing/2014/main" id="{C6B11749-834E-47CA-8628-F6BC2898BA6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92537" y="3015459"/>
                        <a:ext cx="18669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 Box 52">
            <a:extLst>
              <a:ext uri="{FF2B5EF4-FFF2-40B4-BE49-F238E27FC236}">
                <a16:creationId xmlns:a16="http://schemas.microsoft.com/office/drawing/2014/main" id="{3F48CBAE-9341-431D-8B66-F8BAA2509A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81436" y="3162924"/>
            <a:ext cx="49244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>
                <a:latin typeface="+mj-ea"/>
                <a:ea typeface="+mj-ea"/>
              </a:rPr>
              <a:t>即</a:t>
            </a:r>
          </a:p>
        </p:txBody>
      </p:sp>
      <p:graphicFrame>
        <p:nvGraphicFramePr>
          <p:cNvPr id="22" name="Object 53">
            <a:extLst>
              <a:ext uri="{FF2B5EF4-FFF2-40B4-BE49-F238E27FC236}">
                <a16:creationId xmlns:a16="http://schemas.microsoft.com/office/drawing/2014/main" id="{15EDBB53-1B7F-4D2A-92CA-40D8C22FB46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7986701"/>
              </p:ext>
            </p:extLst>
          </p:nvPr>
        </p:nvGraphicFramePr>
        <p:xfrm>
          <a:off x="2680472" y="3899479"/>
          <a:ext cx="22860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2674" name="Equation" r:id="rId19" imgW="2286000" imgH="723600" progId="Equation.DSMT4">
                  <p:embed/>
                </p:oleObj>
              </mc:Choice>
              <mc:Fallback>
                <p:oleObj name="Equation" r:id="rId19" imgW="2286000" imgH="723600" progId="Equation.DSMT4">
                  <p:embed/>
                  <p:pic>
                    <p:nvPicPr>
                      <p:cNvPr id="22" name="Object 53">
                        <a:extLst>
                          <a:ext uri="{FF2B5EF4-FFF2-40B4-BE49-F238E27FC236}">
                            <a16:creationId xmlns:a16="http://schemas.microsoft.com/office/drawing/2014/main" id="{15EDBB53-1B7F-4D2A-92CA-40D8C22FB46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0472" y="3899479"/>
                        <a:ext cx="22860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 Box 55">
            <a:extLst>
              <a:ext uri="{FF2B5EF4-FFF2-40B4-BE49-F238E27FC236}">
                <a16:creationId xmlns:a16="http://schemas.microsoft.com/office/drawing/2014/main" id="{B2129FA9-56AC-44ED-A0BC-9649D2612D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8957" y="3971850"/>
            <a:ext cx="80021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/>
              <a:t>故得</a:t>
            </a:r>
          </a:p>
        </p:txBody>
      </p:sp>
    </p:spTree>
    <p:extLst>
      <p:ext uri="{BB962C8B-B14F-4D97-AF65-F5344CB8AC3E}">
        <p14:creationId xmlns:p14="http://schemas.microsoft.com/office/powerpoint/2010/main" val="3289983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utoUpdateAnimBg="0"/>
      <p:bldP spid="18" grpId="0" autoUpdateAnimBg="0"/>
      <p:bldP spid="21" grpId="0" build="p" autoUpdateAnimBg="0"/>
      <p:bldP spid="23" grpId="0" build="p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3661CD11-ADD4-407C-9F3D-C1A0E1D057AA}"/>
              </a:ext>
            </a:extLst>
          </p:cNvPr>
          <p:cNvSpPr txBox="1">
            <a:spLocks noChangeArrowheads="1"/>
          </p:cNvSpPr>
          <p:nvPr/>
        </p:nvSpPr>
        <p:spPr>
          <a:xfrm>
            <a:off x="654733" y="301206"/>
            <a:ext cx="1066800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又</a:t>
            </a:r>
          </a:p>
        </p:txBody>
      </p:sp>
      <p:graphicFrame>
        <p:nvGraphicFramePr>
          <p:cNvPr id="3" name="Object 6">
            <a:extLst>
              <a:ext uri="{FF2B5EF4-FFF2-40B4-BE49-F238E27FC236}">
                <a16:creationId xmlns:a16="http://schemas.microsoft.com/office/drawing/2014/main" id="{6E4E13C5-1CAB-4CDE-98E7-AF67151AF22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0605031"/>
              </p:ext>
            </p:extLst>
          </p:nvPr>
        </p:nvGraphicFramePr>
        <p:xfrm>
          <a:off x="1259632" y="239936"/>
          <a:ext cx="16891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4123" name="Equation" r:id="rId3" imgW="1688760" imgH="634680" progId="Equation.DSMT4">
                  <p:embed/>
                </p:oleObj>
              </mc:Choice>
              <mc:Fallback>
                <p:oleObj name="Equation" r:id="rId3" imgW="1688760" imgH="634680" progId="Equation.DSMT4">
                  <p:embed/>
                  <p:pic>
                    <p:nvPicPr>
                      <p:cNvPr id="10246" name="Object 6">
                        <a:extLst>
                          <a:ext uri="{FF2B5EF4-FFF2-40B4-BE49-F238E27FC236}">
                            <a16:creationId xmlns:a16="http://schemas.microsoft.com/office/drawing/2014/main" id="{30FE6DA0-3D06-441B-8AAB-D0225B53DAD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9632" y="239936"/>
                        <a:ext cx="1689100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7">
            <a:extLst>
              <a:ext uri="{FF2B5EF4-FFF2-40B4-BE49-F238E27FC236}">
                <a16:creationId xmlns:a16="http://schemas.microsoft.com/office/drawing/2014/main" id="{C3DF2D25-C255-45BA-B976-97188D0ADBA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7213439"/>
              </p:ext>
            </p:extLst>
          </p:nvPr>
        </p:nvGraphicFramePr>
        <p:xfrm>
          <a:off x="2987824" y="195486"/>
          <a:ext cx="25654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4124" name="Equation" r:id="rId5" imgW="2565360" imgH="723600" progId="Equation.DSMT4">
                  <p:embed/>
                </p:oleObj>
              </mc:Choice>
              <mc:Fallback>
                <p:oleObj name="Equation" r:id="rId5" imgW="2565360" imgH="723600" progId="Equation.DSMT4">
                  <p:embed/>
                  <p:pic>
                    <p:nvPicPr>
                      <p:cNvPr id="10247" name="Object 7">
                        <a:extLst>
                          <a:ext uri="{FF2B5EF4-FFF2-40B4-BE49-F238E27FC236}">
                            <a16:creationId xmlns:a16="http://schemas.microsoft.com/office/drawing/2014/main" id="{E314A4DF-B0C9-4C40-ADB3-3A4904B1DE4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824" y="195486"/>
                        <a:ext cx="25654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8">
            <a:extLst>
              <a:ext uri="{FF2B5EF4-FFF2-40B4-BE49-F238E27FC236}">
                <a16:creationId xmlns:a16="http://schemas.microsoft.com/office/drawing/2014/main" id="{BB8DCA6F-4D1F-4BB8-B50B-E3FE20166E3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5770041"/>
              </p:ext>
            </p:extLst>
          </p:nvPr>
        </p:nvGraphicFramePr>
        <p:xfrm>
          <a:off x="5652120" y="195486"/>
          <a:ext cx="10160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4125" name="Equation" r:id="rId7" imgW="1015920" imgH="723600" progId="Equation.DSMT4">
                  <p:embed/>
                </p:oleObj>
              </mc:Choice>
              <mc:Fallback>
                <p:oleObj name="Equation" r:id="rId7" imgW="1015920" imgH="723600" progId="Equation.DSMT4">
                  <p:embed/>
                  <p:pic>
                    <p:nvPicPr>
                      <p:cNvPr id="10248" name="Object 8">
                        <a:extLst>
                          <a:ext uri="{FF2B5EF4-FFF2-40B4-BE49-F238E27FC236}">
                            <a16:creationId xmlns:a16="http://schemas.microsoft.com/office/drawing/2014/main" id="{AC5ACAB4-B22A-49EF-A71A-B2EE4E6D14F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2120" y="195486"/>
                        <a:ext cx="10160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0">
            <a:extLst>
              <a:ext uri="{FF2B5EF4-FFF2-40B4-BE49-F238E27FC236}">
                <a16:creationId xmlns:a16="http://schemas.microsoft.com/office/drawing/2014/main" id="{C598183D-E51F-4D63-A072-5E53AD0BB42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6227596"/>
              </p:ext>
            </p:extLst>
          </p:nvPr>
        </p:nvGraphicFramePr>
        <p:xfrm>
          <a:off x="1631439" y="1161875"/>
          <a:ext cx="1143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4126" name="Equation" r:id="rId9" imgW="1143000" imgH="342720" progId="Equation.DSMT4">
                  <p:embed/>
                </p:oleObj>
              </mc:Choice>
              <mc:Fallback>
                <p:oleObj name="Equation" r:id="rId9" imgW="1143000" imgH="342720" progId="Equation.DSMT4">
                  <p:embed/>
                  <p:pic>
                    <p:nvPicPr>
                      <p:cNvPr id="10250" name="Object 10">
                        <a:extLst>
                          <a:ext uri="{FF2B5EF4-FFF2-40B4-BE49-F238E27FC236}">
                            <a16:creationId xmlns:a16="http://schemas.microsoft.com/office/drawing/2014/main" id="{7A52063F-896F-4A43-88F0-E4CE007F66E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1439" y="1161875"/>
                        <a:ext cx="11430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2">
            <a:extLst>
              <a:ext uri="{FF2B5EF4-FFF2-40B4-BE49-F238E27FC236}">
                <a16:creationId xmlns:a16="http://schemas.microsoft.com/office/drawing/2014/main" id="{E6590F77-4BD4-466B-98EF-DCDDE6BBD532}"/>
              </a:ext>
            </a:extLst>
          </p:cNvPr>
          <p:cNvSpPr txBox="1">
            <a:spLocks noChangeArrowheads="1"/>
          </p:cNvSpPr>
          <p:nvPr/>
        </p:nvSpPr>
        <p:spPr>
          <a:xfrm>
            <a:off x="704215" y="1028525"/>
            <a:ext cx="1066800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所以</a:t>
            </a:r>
          </a:p>
        </p:txBody>
      </p:sp>
      <p:graphicFrame>
        <p:nvGraphicFramePr>
          <p:cNvPr id="10" name="Object 11">
            <a:extLst>
              <a:ext uri="{FF2B5EF4-FFF2-40B4-BE49-F238E27FC236}">
                <a16:creationId xmlns:a16="http://schemas.microsoft.com/office/drawing/2014/main" id="{5FE021BA-5F80-4ACC-B915-C75FD2C14E8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1858769"/>
              </p:ext>
            </p:extLst>
          </p:nvPr>
        </p:nvGraphicFramePr>
        <p:xfrm>
          <a:off x="3491880" y="932086"/>
          <a:ext cx="28702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4127" name="Equation" r:id="rId11" imgW="2869920" imgH="723600" progId="Equation.DSMT4">
                  <p:embed/>
                </p:oleObj>
              </mc:Choice>
              <mc:Fallback>
                <p:oleObj name="Equation" r:id="rId11" imgW="2869920" imgH="723600" progId="Equation.DSMT4">
                  <p:embed/>
                  <p:pic>
                    <p:nvPicPr>
                      <p:cNvPr id="10251" name="Object 11">
                        <a:extLst>
                          <a:ext uri="{FF2B5EF4-FFF2-40B4-BE49-F238E27FC236}">
                            <a16:creationId xmlns:a16="http://schemas.microsoft.com/office/drawing/2014/main" id="{E444B51E-D0AD-4E70-9477-1826C2A9BAC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1880" y="932086"/>
                        <a:ext cx="28702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2">
            <a:extLst>
              <a:ext uri="{FF2B5EF4-FFF2-40B4-BE49-F238E27FC236}">
                <a16:creationId xmlns:a16="http://schemas.microsoft.com/office/drawing/2014/main" id="{8B25B87D-515F-486D-BAA4-9D4AF21C272D}"/>
              </a:ext>
            </a:extLst>
          </p:cNvPr>
          <p:cNvSpPr txBox="1">
            <a:spLocks noChangeArrowheads="1"/>
          </p:cNvSpPr>
          <p:nvPr/>
        </p:nvSpPr>
        <p:spPr>
          <a:xfrm>
            <a:off x="2774439" y="1028525"/>
            <a:ext cx="1066800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从而</a:t>
            </a:r>
          </a:p>
        </p:txBody>
      </p:sp>
      <p:sp>
        <p:nvSpPr>
          <p:cNvPr id="12" name="Text Box 13">
            <a:extLst>
              <a:ext uri="{FF2B5EF4-FFF2-40B4-BE49-F238E27FC236}">
                <a16:creationId xmlns:a16="http://schemas.microsoft.com/office/drawing/2014/main" id="{E8131B6B-2D2D-41AB-9E65-F4211E28C7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3575" y="1546512"/>
            <a:ext cx="3352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(2) </a:t>
            </a:r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旋转体体积</a:t>
            </a:r>
          </a:p>
        </p:txBody>
      </p:sp>
      <p:graphicFrame>
        <p:nvGraphicFramePr>
          <p:cNvPr id="32" name="Object 14">
            <a:extLst>
              <a:ext uri="{FF2B5EF4-FFF2-40B4-BE49-F238E27FC236}">
                <a16:creationId xmlns:a16="http://schemas.microsoft.com/office/drawing/2014/main" id="{5CB09637-7B40-4035-BC26-AFA19F8AA9E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5807515"/>
              </p:ext>
            </p:extLst>
          </p:nvPr>
        </p:nvGraphicFramePr>
        <p:xfrm>
          <a:off x="856105" y="2270862"/>
          <a:ext cx="2413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4128" name="Equation" r:id="rId13" imgW="241200" imgH="279360" progId="Equation.DSMT4">
                  <p:embed/>
                </p:oleObj>
              </mc:Choice>
              <mc:Fallback>
                <p:oleObj name="Equation" r:id="rId13" imgW="241200" imgH="279360" progId="Equation.DSMT4">
                  <p:embed/>
                  <p:pic>
                    <p:nvPicPr>
                      <p:cNvPr id="10254" name="Object 14">
                        <a:extLst>
                          <a:ext uri="{FF2B5EF4-FFF2-40B4-BE49-F238E27FC236}">
                            <a16:creationId xmlns:a16="http://schemas.microsoft.com/office/drawing/2014/main" id="{7D066DD3-18DC-4B9B-9348-5F6F5E885D9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6105" y="2270862"/>
                        <a:ext cx="2413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36">
            <a:extLst>
              <a:ext uri="{FF2B5EF4-FFF2-40B4-BE49-F238E27FC236}">
                <a16:creationId xmlns:a16="http://schemas.microsoft.com/office/drawing/2014/main" id="{BE88381C-B202-40F9-9040-7BF4D66FDBE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7655263"/>
              </p:ext>
            </p:extLst>
          </p:nvPr>
        </p:nvGraphicFramePr>
        <p:xfrm>
          <a:off x="1138240" y="2093062"/>
          <a:ext cx="17653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4129" name="Equation" r:id="rId15" imgW="1765080" imgH="634680" progId="Equation.DSMT4">
                  <p:embed/>
                </p:oleObj>
              </mc:Choice>
              <mc:Fallback>
                <p:oleObj name="Equation" r:id="rId15" imgW="1765080" imgH="634680" progId="Equation.DSMT4">
                  <p:embed/>
                  <p:pic>
                    <p:nvPicPr>
                      <p:cNvPr id="10276" name="Object 36">
                        <a:extLst>
                          <a:ext uri="{FF2B5EF4-FFF2-40B4-BE49-F238E27FC236}">
                            <a16:creationId xmlns:a16="http://schemas.microsoft.com/office/drawing/2014/main" id="{62675A60-1C93-4037-94E4-2B55FB5FC4B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8240" y="2093062"/>
                        <a:ext cx="1765300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37">
            <a:extLst>
              <a:ext uri="{FF2B5EF4-FFF2-40B4-BE49-F238E27FC236}">
                <a16:creationId xmlns:a16="http://schemas.microsoft.com/office/drawing/2014/main" id="{BC65B51F-976C-4B39-9306-5FBEFE8C430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9437937"/>
              </p:ext>
            </p:extLst>
          </p:nvPr>
        </p:nvGraphicFramePr>
        <p:xfrm>
          <a:off x="2924642" y="2040960"/>
          <a:ext cx="24257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4130" name="Equation" r:id="rId17" imgW="2425680" imgH="736560" progId="Equation.DSMT4">
                  <p:embed/>
                </p:oleObj>
              </mc:Choice>
              <mc:Fallback>
                <p:oleObj name="Equation" r:id="rId17" imgW="2425680" imgH="736560" progId="Equation.DSMT4">
                  <p:embed/>
                  <p:pic>
                    <p:nvPicPr>
                      <p:cNvPr id="10277" name="Object 37">
                        <a:extLst>
                          <a:ext uri="{FF2B5EF4-FFF2-40B4-BE49-F238E27FC236}">
                            <a16:creationId xmlns:a16="http://schemas.microsoft.com/office/drawing/2014/main" id="{5BAE74B5-1D39-469A-80FF-250A18A3900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4642" y="2040960"/>
                        <a:ext cx="24257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39">
            <a:extLst>
              <a:ext uri="{FF2B5EF4-FFF2-40B4-BE49-F238E27FC236}">
                <a16:creationId xmlns:a16="http://schemas.microsoft.com/office/drawing/2014/main" id="{203F89F8-6F0C-42CB-9B42-5ECA14DB13D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1261675"/>
              </p:ext>
            </p:extLst>
          </p:nvPr>
        </p:nvGraphicFramePr>
        <p:xfrm>
          <a:off x="844320" y="2757163"/>
          <a:ext cx="28321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4131" name="Equation" r:id="rId19" imgW="2831760" imgH="736560" progId="Equation.DSMT4">
                  <p:embed/>
                </p:oleObj>
              </mc:Choice>
              <mc:Fallback>
                <p:oleObj name="Equation" r:id="rId19" imgW="2831760" imgH="736560" progId="Equation.DSMT4">
                  <p:embed/>
                  <p:pic>
                    <p:nvPicPr>
                      <p:cNvPr id="10279" name="Object 39">
                        <a:extLst>
                          <a:ext uri="{FF2B5EF4-FFF2-40B4-BE49-F238E27FC236}">
                            <a16:creationId xmlns:a16="http://schemas.microsoft.com/office/drawing/2014/main" id="{521E466E-F7EB-4160-992E-D08E668946C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4320" y="2757163"/>
                        <a:ext cx="28321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Object 41">
            <a:extLst>
              <a:ext uri="{FF2B5EF4-FFF2-40B4-BE49-F238E27FC236}">
                <a16:creationId xmlns:a16="http://schemas.microsoft.com/office/drawing/2014/main" id="{3DDE8221-6CEC-472D-B4FF-9FE34009338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7160285"/>
              </p:ext>
            </p:extLst>
          </p:nvPr>
        </p:nvGraphicFramePr>
        <p:xfrm>
          <a:off x="3841239" y="2934963"/>
          <a:ext cx="1219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4132" name="Equation" r:id="rId21" imgW="1218960" imgH="380880" progId="Equation.DSMT4">
                  <p:embed/>
                </p:oleObj>
              </mc:Choice>
              <mc:Fallback>
                <p:oleObj name="Equation" r:id="rId21" imgW="1218960" imgH="380880" progId="Equation.DSMT4">
                  <p:embed/>
                  <p:pic>
                    <p:nvPicPr>
                      <p:cNvPr id="10281" name="Object 41">
                        <a:extLst>
                          <a:ext uri="{FF2B5EF4-FFF2-40B4-BE49-F238E27FC236}">
                            <a16:creationId xmlns:a16="http://schemas.microsoft.com/office/drawing/2014/main" id="{DAA052C0-8C21-4E5D-B6A9-8224F96455F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41239" y="2934963"/>
                        <a:ext cx="12192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对象 36">
            <a:extLst>
              <a:ext uri="{FF2B5EF4-FFF2-40B4-BE49-F238E27FC236}">
                <a16:creationId xmlns:a16="http://schemas.microsoft.com/office/drawing/2014/main" id="{C6BC1593-339D-49D8-B58D-9D56749F6DB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3393551"/>
              </p:ext>
            </p:extLst>
          </p:nvPr>
        </p:nvGraphicFramePr>
        <p:xfrm>
          <a:off x="1252538" y="3472086"/>
          <a:ext cx="19431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4133" name="Equation" r:id="rId23" imgW="1942920" imgH="736560" progId="Equation.DSMT4">
                  <p:embed/>
                </p:oleObj>
              </mc:Choice>
              <mc:Fallback>
                <p:oleObj name="Equation" r:id="rId23" imgW="194292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252538" y="3472086"/>
                        <a:ext cx="19431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Rectangle 2">
            <a:extLst>
              <a:ext uri="{FF2B5EF4-FFF2-40B4-BE49-F238E27FC236}">
                <a16:creationId xmlns:a16="http://schemas.microsoft.com/office/drawing/2014/main" id="{EC6DE71F-8F00-489A-9CA6-9A0B9BD350E5}"/>
              </a:ext>
            </a:extLst>
          </p:cNvPr>
          <p:cNvSpPr txBox="1">
            <a:spLocks noChangeArrowheads="1"/>
          </p:cNvSpPr>
          <p:nvPr/>
        </p:nvSpPr>
        <p:spPr>
          <a:xfrm>
            <a:off x="769625" y="3547901"/>
            <a:ext cx="1066800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又</a:t>
            </a:r>
          </a:p>
        </p:txBody>
      </p: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145C275A-6A31-4ED4-8FFC-A6E6C08ECEA7}"/>
              </a:ext>
            </a:extLst>
          </p:cNvPr>
          <p:cNvGrpSpPr/>
          <p:nvPr/>
        </p:nvGrpSpPr>
        <p:grpSpPr>
          <a:xfrm>
            <a:off x="3160261" y="3556136"/>
            <a:ext cx="5804218" cy="461665"/>
            <a:chOff x="3160261" y="3817850"/>
            <a:chExt cx="5804218" cy="461665"/>
          </a:xfrm>
        </p:grpSpPr>
        <p:sp>
          <p:nvSpPr>
            <p:cNvPr id="40" name="Text Box 48">
              <a:extLst>
                <a:ext uri="{FF2B5EF4-FFF2-40B4-BE49-F238E27FC236}">
                  <a16:creationId xmlns:a16="http://schemas.microsoft.com/office/drawing/2014/main" id="{A24539CA-7772-4AFE-A02B-0FCFFD64A8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0261" y="3817850"/>
              <a:ext cx="580421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/>
                <a:t>所以            为唯一极小值点</a:t>
              </a:r>
              <a:r>
                <a:rPr lang="en-US" altLang="zh-CN" sz="2400" b="1" dirty="0">
                  <a:latin typeface="+mj-ea"/>
                  <a:ea typeface="+mj-ea"/>
                </a:rPr>
                <a:t>,</a:t>
              </a:r>
              <a:r>
                <a:rPr lang="zh-CN" altLang="en-US" sz="2400" b="1" dirty="0">
                  <a:latin typeface="+mj-ea"/>
                  <a:ea typeface="+mj-ea"/>
                </a:rPr>
                <a:t>因此      时</a:t>
              </a:r>
              <a:endParaRPr lang="en-US" altLang="zh-CN" sz="2400" b="1" dirty="0">
                <a:latin typeface="+mj-ea"/>
                <a:ea typeface="+mj-ea"/>
              </a:endParaRPr>
            </a:p>
          </p:txBody>
        </p:sp>
        <p:graphicFrame>
          <p:nvGraphicFramePr>
            <p:cNvPr id="41" name="Object 50">
              <a:extLst>
                <a:ext uri="{FF2B5EF4-FFF2-40B4-BE49-F238E27FC236}">
                  <a16:creationId xmlns:a16="http://schemas.microsoft.com/office/drawing/2014/main" id="{DEE679BD-003C-41F7-A60F-B713A21133F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70945257"/>
                </p:ext>
              </p:extLst>
            </p:nvPr>
          </p:nvGraphicFramePr>
          <p:xfrm>
            <a:off x="3841239" y="3908982"/>
            <a:ext cx="8128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4134" name="Equation" r:id="rId25" imgW="812520" imgH="279360" progId="Equation.DSMT4">
                    <p:embed/>
                  </p:oleObj>
                </mc:Choice>
                <mc:Fallback>
                  <p:oleObj name="Equation" r:id="rId25" imgW="812520" imgH="279360" progId="Equation.DSMT4">
                    <p:embed/>
                    <p:pic>
                      <p:nvPicPr>
                        <p:cNvPr id="10290" name="Object 50">
                          <a:extLst>
                            <a:ext uri="{FF2B5EF4-FFF2-40B4-BE49-F238E27FC236}">
                              <a16:creationId xmlns:a16="http://schemas.microsoft.com/office/drawing/2014/main" id="{E03307C2-9760-45E5-8BA1-69BCDF7A65D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1239" y="3908982"/>
                          <a:ext cx="812800" cy="279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" name="Object 50">
              <a:extLst>
                <a:ext uri="{FF2B5EF4-FFF2-40B4-BE49-F238E27FC236}">
                  <a16:creationId xmlns:a16="http://schemas.microsoft.com/office/drawing/2014/main" id="{E7FC1A3E-B159-48FC-9447-46B5FA6D6D4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02356382"/>
                </p:ext>
              </p:extLst>
            </p:nvPr>
          </p:nvGraphicFramePr>
          <p:xfrm>
            <a:off x="7596411" y="3905164"/>
            <a:ext cx="8128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4135" name="Equation" r:id="rId27" imgW="812520" imgH="279360" progId="Equation.DSMT4">
                    <p:embed/>
                  </p:oleObj>
                </mc:Choice>
                <mc:Fallback>
                  <p:oleObj name="Equation" r:id="rId27" imgW="812520" imgH="279360" progId="Equation.DSMT4">
                    <p:embed/>
                    <p:pic>
                      <p:nvPicPr>
                        <p:cNvPr id="41" name="Object 50">
                          <a:extLst>
                            <a:ext uri="{FF2B5EF4-FFF2-40B4-BE49-F238E27FC236}">
                              <a16:creationId xmlns:a16="http://schemas.microsoft.com/office/drawing/2014/main" id="{DEE679BD-003C-41F7-A60F-B713A21133F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96411" y="3905164"/>
                          <a:ext cx="812800" cy="279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732B17BF-1F23-4373-978E-8379BB8AA61E}"/>
              </a:ext>
            </a:extLst>
          </p:cNvPr>
          <p:cNvGrpSpPr/>
          <p:nvPr/>
        </p:nvGrpSpPr>
        <p:grpSpPr>
          <a:xfrm>
            <a:off x="218889" y="4491008"/>
            <a:ext cx="3770585" cy="609600"/>
            <a:chOff x="218889" y="4491008"/>
            <a:chExt cx="3770585" cy="609600"/>
          </a:xfrm>
        </p:grpSpPr>
        <p:sp>
          <p:nvSpPr>
            <p:cNvPr id="43" name="Rectangle 2">
              <a:extLst>
                <a:ext uri="{FF2B5EF4-FFF2-40B4-BE49-F238E27FC236}">
                  <a16:creationId xmlns:a16="http://schemas.microsoft.com/office/drawing/2014/main" id="{3FC9A691-B82C-4014-8227-455B3B347D65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218889" y="4491008"/>
              <a:ext cx="3770585" cy="609600"/>
            </a:xfrm>
            <a:prstGeom prst="rect">
              <a:avLst/>
            </a:prstGeom>
          </p:spPr>
          <p:txBody>
            <a:bodyPr/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 </a:t>
              </a:r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  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取得最小值</a:t>
              </a:r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.</a:t>
              </a:r>
              <a:endPara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aphicFrame>
          <p:nvGraphicFramePr>
            <p:cNvPr id="44" name="对象 43">
              <a:extLst>
                <a:ext uri="{FF2B5EF4-FFF2-40B4-BE49-F238E27FC236}">
                  <a16:creationId xmlns:a16="http://schemas.microsoft.com/office/drawing/2014/main" id="{E7CA162C-FDC8-4B1E-B5D7-652F2AA869C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1787016"/>
                </p:ext>
              </p:extLst>
            </p:nvPr>
          </p:nvGraphicFramePr>
          <p:xfrm>
            <a:off x="468999" y="4580580"/>
            <a:ext cx="2413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4136" name="Equation" r:id="rId28" imgW="241200" imgH="279360" progId="Equation.DSMT4">
                    <p:embed/>
                  </p:oleObj>
                </mc:Choice>
                <mc:Fallback>
                  <p:oleObj name="Equation" r:id="rId28" imgW="241200" imgH="2793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9"/>
                        <a:stretch>
                          <a:fillRect/>
                        </a:stretch>
                      </p:blipFill>
                      <p:spPr>
                        <a:xfrm>
                          <a:off x="468999" y="4580580"/>
                          <a:ext cx="2413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3B5EA87E-D450-4CD2-93C0-1222A75A21DB}"/>
              </a:ext>
            </a:extLst>
          </p:cNvPr>
          <p:cNvGrpSpPr/>
          <p:nvPr/>
        </p:nvGrpSpPr>
        <p:grpSpPr>
          <a:xfrm>
            <a:off x="6891562" y="1459935"/>
            <a:ext cx="1982788" cy="2041524"/>
            <a:chOff x="6891562" y="1721649"/>
            <a:chExt cx="1982788" cy="2041524"/>
          </a:xfrm>
        </p:grpSpPr>
        <p:grpSp>
          <p:nvGrpSpPr>
            <p:cNvPr id="45" name="组合 44">
              <a:extLst>
                <a:ext uri="{FF2B5EF4-FFF2-40B4-BE49-F238E27FC236}">
                  <a16:creationId xmlns:a16="http://schemas.microsoft.com/office/drawing/2014/main" id="{B4291901-B03C-4784-B9B5-3996F2AA70D5}"/>
                </a:ext>
              </a:extLst>
            </p:cNvPr>
            <p:cNvGrpSpPr/>
            <p:nvPr/>
          </p:nvGrpSpPr>
          <p:grpSpPr>
            <a:xfrm>
              <a:off x="6891562" y="1721649"/>
              <a:ext cx="1982788" cy="2041524"/>
              <a:chOff x="6891562" y="1721649"/>
              <a:chExt cx="1982788" cy="2041524"/>
            </a:xfrm>
          </p:grpSpPr>
          <p:grpSp>
            <p:nvGrpSpPr>
              <p:cNvPr id="13" name="Group 88">
                <a:extLst>
                  <a:ext uri="{FF2B5EF4-FFF2-40B4-BE49-F238E27FC236}">
                    <a16:creationId xmlns:a16="http://schemas.microsoft.com/office/drawing/2014/main" id="{B14914B0-32E2-4F5C-821A-47017A76C20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891562" y="1721649"/>
                <a:ext cx="1982788" cy="1354138"/>
                <a:chOff x="4395" y="1690"/>
                <a:chExt cx="1249" cy="853"/>
              </a:xfrm>
            </p:grpSpPr>
            <p:sp>
              <p:nvSpPr>
                <p:cNvPr id="15" name="Line 55">
                  <a:extLst>
                    <a:ext uri="{FF2B5EF4-FFF2-40B4-BE49-F238E27FC236}">
                      <a16:creationId xmlns:a16="http://schemas.microsoft.com/office/drawing/2014/main" id="{37EB0780-A3A5-45DA-931F-AFC062E6722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4580" y="1690"/>
                  <a:ext cx="0" cy="72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16" name="Object 56">
                  <a:extLst>
                    <a:ext uri="{FF2B5EF4-FFF2-40B4-BE49-F238E27FC236}">
                      <a16:creationId xmlns:a16="http://schemas.microsoft.com/office/drawing/2014/main" id="{54F454D3-6625-41B5-89F9-6D0469815257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606548554"/>
                    </p:ext>
                  </p:extLst>
                </p:nvPr>
              </p:nvGraphicFramePr>
              <p:xfrm>
                <a:off x="5532" y="2423"/>
                <a:ext cx="112" cy="12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34137" name="Equation" r:id="rId30" imgW="177480" imgH="190440" progId="Equation.DSMT4">
                        <p:embed/>
                      </p:oleObj>
                    </mc:Choice>
                    <mc:Fallback>
                      <p:oleObj name="Equation" r:id="rId30" imgW="177480" imgH="190440" progId="Equation.DSMT4">
                        <p:embed/>
                        <p:pic>
                          <p:nvPicPr>
                            <p:cNvPr id="10296" name="Object 56">
                              <a:extLst>
                                <a:ext uri="{FF2B5EF4-FFF2-40B4-BE49-F238E27FC236}">
                                  <a16:creationId xmlns:a16="http://schemas.microsoft.com/office/drawing/2014/main" id="{0D9B179F-7388-4624-B7E9-1A0E34E22029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31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5532" y="2423"/>
                              <a:ext cx="112" cy="12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7" name="Object 58">
                  <a:extLst>
                    <a:ext uri="{FF2B5EF4-FFF2-40B4-BE49-F238E27FC236}">
                      <a16:creationId xmlns:a16="http://schemas.microsoft.com/office/drawing/2014/main" id="{8006A2C0-3ADF-4E8E-A8F5-CFFF8AAAD580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347607229"/>
                    </p:ext>
                  </p:extLst>
                </p:nvPr>
              </p:nvGraphicFramePr>
              <p:xfrm>
                <a:off x="4433" y="1708"/>
                <a:ext cx="120" cy="15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34138" name="Equation" r:id="rId32" imgW="190440" imgH="241200" progId="Equation.DSMT4">
                        <p:embed/>
                      </p:oleObj>
                    </mc:Choice>
                    <mc:Fallback>
                      <p:oleObj name="Equation" r:id="rId32" imgW="190440" imgH="241200" progId="Equation.DSMT4">
                        <p:embed/>
                        <p:pic>
                          <p:nvPicPr>
                            <p:cNvPr id="10298" name="Object 58">
                              <a:extLst>
                                <a:ext uri="{FF2B5EF4-FFF2-40B4-BE49-F238E27FC236}">
                                  <a16:creationId xmlns:a16="http://schemas.microsoft.com/office/drawing/2014/main" id="{14D19F9A-66C9-4178-8D55-71AB7E8303A4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33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433" y="1708"/>
                              <a:ext cx="120" cy="15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8" name="Object 66">
                  <a:extLst>
                    <a:ext uri="{FF2B5EF4-FFF2-40B4-BE49-F238E27FC236}">
                      <a16:creationId xmlns:a16="http://schemas.microsoft.com/office/drawing/2014/main" id="{1E954A3B-088A-4F30-ACC3-E7DB3D378C5E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33458756"/>
                    </p:ext>
                  </p:extLst>
                </p:nvPr>
              </p:nvGraphicFramePr>
              <p:xfrm>
                <a:off x="4395" y="2368"/>
                <a:ext cx="141" cy="15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34139" name="Equation" r:id="rId34" imgW="228600" imgH="241200" progId="Equation.DSMT4">
                        <p:embed/>
                      </p:oleObj>
                    </mc:Choice>
                    <mc:Fallback>
                      <p:oleObj name="Equation" r:id="rId34" imgW="228600" imgH="241200" progId="Equation.DSMT4">
                        <p:embed/>
                        <p:pic>
                          <p:nvPicPr>
                            <p:cNvPr id="10306" name="Object 66">
                              <a:extLst>
                                <a:ext uri="{FF2B5EF4-FFF2-40B4-BE49-F238E27FC236}">
                                  <a16:creationId xmlns:a16="http://schemas.microsoft.com/office/drawing/2014/main" id="{380B5DA9-6012-4A74-ACD3-00361B5BE03C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35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395" y="2368"/>
                              <a:ext cx="141" cy="15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14" name="Line 54">
                  <a:extLst>
                    <a:ext uri="{FF2B5EF4-FFF2-40B4-BE49-F238E27FC236}">
                      <a16:creationId xmlns:a16="http://schemas.microsoft.com/office/drawing/2014/main" id="{6996F98D-683F-4421-A5EC-12CE2FA5809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80" y="2406"/>
                  <a:ext cx="1008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dirty="0"/>
                </a:p>
              </p:txBody>
            </p:sp>
          </p:grpSp>
          <p:grpSp>
            <p:nvGrpSpPr>
              <p:cNvPr id="19" name="Group 101">
                <a:extLst>
                  <a:ext uri="{FF2B5EF4-FFF2-40B4-BE49-F238E27FC236}">
                    <a16:creationId xmlns:a16="http://schemas.microsoft.com/office/drawing/2014/main" id="{A906BF25-CCFA-4F94-8DF5-61BA0744240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188423" y="1932786"/>
                <a:ext cx="1220788" cy="1830387"/>
                <a:chOff x="4582" y="1823"/>
                <a:chExt cx="769" cy="1153"/>
              </a:xfrm>
            </p:grpSpPr>
            <p:grpSp>
              <p:nvGrpSpPr>
                <p:cNvPr id="20" name="Group 100">
                  <a:extLst>
                    <a:ext uri="{FF2B5EF4-FFF2-40B4-BE49-F238E27FC236}">
                      <a16:creationId xmlns:a16="http://schemas.microsoft.com/office/drawing/2014/main" id="{ADF77B15-056E-454F-A56A-65113B60D1B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582" y="1823"/>
                  <a:ext cx="745" cy="1153"/>
                  <a:chOff x="4582" y="1823"/>
                  <a:chExt cx="745" cy="1153"/>
                </a:xfrm>
              </p:grpSpPr>
              <p:sp>
                <p:nvSpPr>
                  <p:cNvPr id="22" name="Freeform 91">
                    <a:extLst>
                      <a:ext uri="{FF2B5EF4-FFF2-40B4-BE49-F238E27FC236}">
                        <a16:creationId xmlns:a16="http://schemas.microsoft.com/office/drawing/2014/main" id="{21376EEF-E947-4229-869D-0E2D4CD677A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582" y="1823"/>
                    <a:ext cx="673" cy="1153"/>
                  </a:xfrm>
                  <a:custGeom>
                    <a:avLst/>
                    <a:gdLst>
                      <a:gd name="T0" fmla="*/ 0 w 1344"/>
                      <a:gd name="T1" fmla="*/ 1152 h 2304"/>
                      <a:gd name="T2" fmla="*/ 1344 w 1344"/>
                      <a:gd name="T3" fmla="*/ 2304 h 2304"/>
                      <a:gd name="T4" fmla="*/ 1344 w 1344"/>
                      <a:gd name="T5" fmla="*/ 0 h 2304"/>
                      <a:gd name="T6" fmla="*/ 0 w 1344"/>
                      <a:gd name="T7" fmla="*/ 1152 h 230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1344" h="2304">
                        <a:moveTo>
                          <a:pt x="0" y="1152"/>
                        </a:moveTo>
                        <a:lnTo>
                          <a:pt x="1344" y="2304"/>
                        </a:lnTo>
                        <a:lnTo>
                          <a:pt x="1344" y="0"/>
                        </a:lnTo>
                        <a:lnTo>
                          <a:pt x="0" y="1152"/>
                        </a:lnTo>
                        <a:close/>
                      </a:path>
                    </a:pathLst>
                  </a:custGeom>
                  <a:solidFill>
                    <a:schemeClr val="bg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23" name="Group 99">
                    <a:extLst>
                      <a:ext uri="{FF2B5EF4-FFF2-40B4-BE49-F238E27FC236}">
                        <a16:creationId xmlns:a16="http://schemas.microsoft.com/office/drawing/2014/main" id="{E290D740-9E38-4D00-8296-A62BEA329CCD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582" y="1823"/>
                    <a:ext cx="745" cy="1153"/>
                    <a:chOff x="4582" y="1823"/>
                    <a:chExt cx="745" cy="1153"/>
                  </a:xfrm>
                </p:grpSpPr>
                <p:sp>
                  <p:nvSpPr>
                    <p:cNvPr id="24" name="Freeform 92">
                      <a:extLst>
                        <a:ext uri="{FF2B5EF4-FFF2-40B4-BE49-F238E27FC236}">
                          <a16:creationId xmlns:a16="http://schemas.microsoft.com/office/drawing/2014/main" id="{54B9F7C3-9B8F-4FC8-A1B4-5BD352354AE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4582" y="1823"/>
                      <a:ext cx="673" cy="577"/>
                    </a:xfrm>
                    <a:custGeom>
                      <a:avLst/>
                      <a:gdLst>
                        <a:gd name="T0" fmla="*/ 0 w 1344"/>
                        <a:gd name="T1" fmla="*/ 1152 h 1152"/>
                        <a:gd name="T2" fmla="*/ 912 w 1344"/>
                        <a:gd name="T3" fmla="*/ 864 h 1152"/>
                        <a:gd name="T4" fmla="*/ 1344 w 1344"/>
                        <a:gd name="T5" fmla="*/ 0 h 115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</a:cxnLst>
                      <a:rect l="0" t="0" r="r" b="b"/>
                      <a:pathLst>
                        <a:path w="1344" h="1152">
                          <a:moveTo>
                            <a:pt x="0" y="1152"/>
                          </a:moveTo>
                          <a:cubicBezTo>
                            <a:pt x="344" y="1104"/>
                            <a:pt x="688" y="1056"/>
                            <a:pt x="912" y="864"/>
                          </a:cubicBezTo>
                          <a:cubicBezTo>
                            <a:pt x="1136" y="672"/>
                            <a:pt x="1272" y="144"/>
                            <a:pt x="1344" y="0"/>
                          </a:cubicBezTo>
                        </a:path>
                      </a:pathLst>
                    </a:custGeom>
                    <a:solidFill>
                      <a:schemeClr val="bg1"/>
                    </a:solidFill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5" name="Freeform 93">
                      <a:extLst>
                        <a:ext uri="{FF2B5EF4-FFF2-40B4-BE49-F238E27FC236}">
                          <a16:creationId xmlns:a16="http://schemas.microsoft.com/office/drawing/2014/main" id="{D473392F-CB66-4AB6-BE4B-D79B80A2C10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4582" y="2400"/>
                      <a:ext cx="673" cy="576"/>
                    </a:xfrm>
                    <a:custGeom>
                      <a:avLst/>
                      <a:gdLst>
                        <a:gd name="T0" fmla="*/ 0 w 1344"/>
                        <a:gd name="T1" fmla="*/ 0 h 1152"/>
                        <a:gd name="T2" fmla="*/ 912 w 1344"/>
                        <a:gd name="T3" fmla="*/ 288 h 1152"/>
                        <a:gd name="T4" fmla="*/ 1344 w 1344"/>
                        <a:gd name="T5" fmla="*/ 1152 h 115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</a:cxnLst>
                      <a:rect l="0" t="0" r="r" b="b"/>
                      <a:pathLst>
                        <a:path w="1344" h="1152">
                          <a:moveTo>
                            <a:pt x="0" y="0"/>
                          </a:moveTo>
                          <a:cubicBezTo>
                            <a:pt x="344" y="48"/>
                            <a:pt x="688" y="96"/>
                            <a:pt x="912" y="288"/>
                          </a:cubicBezTo>
                          <a:cubicBezTo>
                            <a:pt x="1136" y="480"/>
                            <a:pt x="1272" y="1008"/>
                            <a:pt x="1344" y="1152"/>
                          </a:cubicBezTo>
                        </a:path>
                      </a:pathLst>
                    </a:custGeom>
                    <a:solidFill>
                      <a:schemeClr val="bg1"/>
                    </a:solidFill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6" name="Oval 94">
                      <a:extLst>
                        <a:ext uri="{FF2B5EF4-FFF2-40B4-BE49-F238E27FC236}">
                          <a16:creationId xmlns:a16="http://schemas.microsoft.com/office/drawing/2014/main" id="{BF3ABA75-3E2C-4FFE-BB8D-565C61EA6AF8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183" y="1823"/>
                      <a:ext cx="144" cy="1153"/>
                    </a:xfrm>
                    <a:prstGeom prst="ellips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</p:grpSp>
            <p:sp>
              <p:nvSpPr>
                <p:cNvPr id="21" name="Line 97">
                  <a:extLst>
                    <a:ext uri="{FF2B5EF4-FFF2-40B4-BE49-F238E27FC236}">
                      <a16:creationId xmlns:a16="http://schemas.microsoft.com/office/drawing/2014/main" id="{8C98A127-68F5-4D6E-8D30-E3A467A594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60" y="2404"/>
                  <a:ext cx="91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7" name="Group 89">
                <a:extLst>
                  <a:ext uri="{FF2B5EF4-FFF2-40B4-BE49-F238E27FC236}">
                    <a16:creationId xmlns:a16="http://schemas.microsoft.com/office/drawing/2014/main" id="{28E7FFE6-7DB8-496C-8562-D5F39703DD8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185254" y="1950249"/>
                <a:ext cx="1114426" cy="1125538"/>
                <a:chOff x="4580" y="1834"/>
                <a:chExt cx="702" cy="709"/>
              </a:xfrm>
            </p:grpSpPr>
            <p:sp>
              <p:nvSpPr>
                <p:cNvPr id="28" name="Line 60">
                  <a:extLst>
                    <a:ext uri="{FF2B5EF4-FFF2-40B4-BE49-F238E27FC236}">
                      <a16:creationId xmlns:a16="http://schemas.microsoft.com/office/drawing/2014/main" id="{EF78617F-7A2B-48CD-A707-7C786EC3FAB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56" y="1834"/>
                  <a:ext cx="0" cy="57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29" name="Object 61">
                  <a:extLst>
                    <a:ext uri="{FF2B5EF4-FFF2-40B4-BE49-F238E27FC236}">
                      <a16:creationId xmlns:a16="http://schemas.microsoft.com/office/drawing/2014/main" id="{26DE8CCA-36F1-4BC9-B7E9-86AC13BF9462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728765475"/>
                    </p:ext>
                  </p:extLst>
                </p:nvPr>
              </p:nvGraphicFramePr>
              <p:xfrm>
                <a:off x="5210" y="2399"/>
                <a:ext cx="72" cy="144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34140" name="Equation" r:id="rId36" imgW="114120" imgH="228600" progId="Equation.DSMT4">
                        <p:embed/>
                      </p:oleObj>
                    </mc:Choice>
                    <mc:Fallback>
                      <p:oleObj name="Equation" r:id="rId36" imgW="114120" imgH="228600" progId="Equation.DSMT4">
                        <p:embed/>
                        <p:pic>
                          <p:nvPicPr>
                            <p:cNvPr id="10301" name="Object 61">
                              <a:extLst>
                                <a:ext uri="{FF2B5EF4-FFF2-40B4-BE49-F238E27FC236}">
                                  <a16:creationId xmlns:a16="http://schemas.microsoft.com/office/drawing/2014/main" id="{A3824E80-CC3F-4002-BC77-52F65003C871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37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5210" y="2399"/>
                              <a:ext cx="72" cy="144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30" name="Freeform 59">
                  <a:extLst>
                    <a:ext uri="{FF2B5EF4-FFF2-40B4-BE49-F238E27FC236}">
                      <a16:creationId xmlns:a16="http://schemas.microsoft.com/office/drawing/2014/main" id="{435379AC-73E2-4DC5-AD61-5B895FA016E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80" y="1834"/>
                  <a:ext cx="672" cy="576"/>
                </a:xfrm>
                <a:custGeom>
                  <a:avLst/>
                  <a:gdLst>
                    <a:gd name="T0" fmla="*/ 0 w 1344"/>
                    <a:gd name="T1" fmla="*/ 1152 h 1152"/>
                    <a:gd name="T2" fmla="*/ 912 w 1344"/>
                    <a:gd name="T3" fmla="*/ 864 h 1152"/>
                    <a:gd name="T4" fmla="*/ 1344 w 1344"/>
                    <a:gd name="T5" fmla="*/ 0 h 115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344" h="1152">
                      <a:moveTo>
                        <a:pt x="0" y="1152"/>
                      </a:moveTo>
                      <a:cubicBezTo>
                        <a:pt x="344" y="1104"/>
                        <a:pt x="688" y="1056"/>
                        <a:pt x="912" y="864"/>
                      </a:cubicBezTo>
                      <a:cubicBezTo>
                        <a:pt x="1136" y="672"/>
                        <a:pt x="1272" y="144"/>
                        <a:pt x="1344" y="0"/>
                      </a:cubicBezTo>
                    </a:path>
                  </a:pathLst>
                </a:custGeom>
                <a:solidFill>
                  <a:schemeClr val="bg1"/>
                </a:solidFill>
                <a:ln w="19050" cmpd="sng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31" name="Object 87">
                  <a:extLst>
                    <a:ext uri="{FF2B5EF4-FFF2-40B4-BE49-F238E27FC236}">
                      <a16:creationId xmlns:a16="http://schemas.microsoft.com/office/drawing/2014/main" id="{5A17FD01-59B6-424B-981D-BC64CD92BD24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874160517"/>
                    </p:ext>
                  </p:extLst>
                </p:nvPr>
              </p:nvGraphicFramePr>
              <p:xfrm>
                <a:off x="4775" y="1948"/>
                <a:ext cx="303" cy="174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34141" name="Equation" r:id="rId38" imgW="533160" imgH="304560" progId="Equation.DSMT4">
                        <p:embed/>
                      </p:oleObj>
                    </mc:Choice>
                    <mc:Fallback>
                      <p:oleObj name="Equation" r:id="rId38" imgW="533160" imgH="304560" progId="Equation.DSMT4">
                        <p:embed/>
                        <p:pic>
                          <p:nvPicPr>
                            <p:cNvPr id="10327" name="Object 87">
                              <a:extLst>
                                <a:ext uri="{FF2B5EF4-FFF2-40B4-BE49-F238E27FC236}">
                                  <a16:creationId xmlns:a16="http://schemas.microsoft.com/office/drawing/2014/main" id="{ADE788DA-F915-414D-A6D7-9B32614BB2EC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39">
                              <a:grayscl/>
                              <a:biLevel thresh="50000"/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775" y="1948"/>
                              <a:ext cx="303" cy="174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17963169-3B0C-4B74-9ADF-722934BA9F9B}"/>
                </a:ext>
              </a:extLst>
            </p:cNvPr>
            <p:cNvCxnSpPr>
              <a:stCxn id="30" idx="0"/>
              <a:endCxn id="29" idx="0"/>
            </p:cNvCxnSpPr>
            <p:nvPr/>
          </p:nvCxnSpPr>
          <p:spPr>
            <a:xfrm flipV="1">
              <a:off x="7185254" y="2847187"/>
              <a:ext cx="1057276" cy="17462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58591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38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D7347D40-F5AE-41A3-8956-B4D1D8165A96}"/>
              </a:ext>
            </a:extLst>
          </p:cNvPr>
          <p:cNvSpPr txBox="1">
            <a:spLocks noChangeArrowheads="1"/>
          </p:cNvSpPr>
          <p:nvPr/>
        </p:nvSpPr>
        <p:spPr>
          <a:xfrm>
            <a:off x="685800" y="195486"/>
            <a:ext cx="3886200" cy="5334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3. 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过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坐标原点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作曲线</a:t>
            </a:r>
          </a:p>
        </p:txBody>
      </p:sp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E8628A01-A1DC-472D-8B85-A6586E0E853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6618221"/>
              </p:ext>
            </p:extLst>
          </p:nvPr>
        </p:nvGraphicFramePr>
        <p:xfrm>
          <a:off x="3539325" y="275174"/>
          <a:ext cx="9525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048" name="Equation" r:id="rId3" imgW="952200" imgH="342720" progId="Equation.DSMT4">
                  <p:embed/>
                </p:oleObj>
              </mc:Choice>
              <mc:Fallback>
                <p:oleObj name="Equation" r:id="rId3" imgW="952200" imgH="342720" progId="Equation.DSMT4">
                  <p:embed/>
                  <p:pic>
                    <p:nvPicPr>
                      <p:cNvPr id="53251" name="Object 3">
                        <a:extLst>
                          <a:ext uri="{FF2B5EF4-FFF2-40B4-BE49-F238E27FC236}">
                            <a16:creationId xmlns:a16="http://schemas.microsoft.com/office/drawing/2014/main" id="{293A12DD-D964-4D88-965A-EE0DA506A76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39325" y="275174"/>
                        <a:ext cx="9525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10">
            <a:extLst>
              <a:ext uri="{FF2B5EF4-FFF2-40B4-BE49-F238E27FC236}">
                <a16:creationId xmlns:a16="http://schemas.microsoft.com/office/drawing/2014/main" id="{20AC5974-75CD-4629-B434-8B3761CC6E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942" y="1208671"/>
            <a:ext cx="2743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求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的面积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  <p:sp>
        <p:nvSpPr>
          <p:cNvPr id="6" name="Text Box 12">
            <a:extLst>
              <a:ext uri="{FF2B5EF4-FFF2-40B4-BE49-F238E27FC236}">
                <a16:creationId xmlns:a16="http://schemas.microsoft.com/office/drawing/2014/main" id="{215C83BB-4981-4D0B-B8F2-39586D386E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533" y="1667809"/>
            <a:ext cx="7696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求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绕直线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旋转一周所得旋转体的体积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graphicFrame>
        <p:nvGraphicFramePr>
          <p:cNvPr id="7" name="Object 18">
            <a:extLst>
              <a:ext uri="{FF2B5EF4-FFF2-40B4-BE49-F238E27FC236}">
                <a16:creationId xmlns:a16="http://schemas.microsoft.com/office/drawing/2014/main" id="{FE54C86C-F329-4CB2-92CD-17E5BB72A3F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3859011"/>
              </p:ext>
            </p:extLst>
          </p:nvPr>
        </p:nvGraphicFramePr>
        <p:xfrm>
          <a:off x="7648251" y="282517"/>
          <a:ext cx="1103312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049" name="Equation" r:id="rId5" imgW="1002960" imgH="342720" progId="Equation.DSMT4">
                  <p:embed/>
                </p:oleObj>
              </mc:Choice>
              <mc:Fallback>
                <p:oleObj name="Equation" r:id="rId5" imgW="1002960" imgH="342720" progId="Equation.DSMT4">
                  <p:embed/>
                  <p:pic>
                    <p:nvPicPr>
                      <p:cNvPr id="53266" name="Object 18">
                        <a:extLst>
                          <a:ext uri="{FF2B5EF4-FFF2-40B4-BE49-F238E27FC236}">
                            <a16:creationId xmlns:a16="http://schemas.microsoft.com/office/drawing/2014/main" id="{1DF2188E-3444-4D5E-AB2A-480D7FEFA42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48251" y="282517"/>
                        <a:ext cx="1103312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24">
            <a:extLst>
              <a:ext uri="{FF2B5EF4-FFF2-40B4-BE49-F238E27FC236}">
                <a16:creationId xmlns:a16="http://schemas.microsoft.com/office/drawing/2014/main" id="{68DDA6F6-B7A8-457A-A563-92AE1AAF8A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1825" y="240596"/>
            <a:ext cx="367510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2400" b="1" dirty="0"/>
              <a:t>的切线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en-US" altLang="zh-CN" sz="2400" b="1" dirty="0"/>
              <a:t> </a:t>
            </a:r>
            <a:r>
              <a:rPr lang="zh-CN" altLang="en-US" sz="2400" b="1" dirty="0"/>
              <a:t>该切线与曲线</a:t>
            </a:r>
          </a:p>
        </p:txBody>
      </p: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0CC4E3BF-BE01-44FF-9053-96626F169DF5}"/>
              </a:ext>
            </a:extLst>
          </p:cNvPr>
          <p:cNvGrpSpPr/>
          <p:nvPr/>
        </p:nvGrpSpPr>
        <p:grpSpPr>
          <a:xfrm>
            <a:off x="226842" y="722196"/>
            <a:ext cx="3581400" cy="461665"/>
            <a:chOff x="400893" y="874067"/>
            <a:chExt cx="3581400" cy="461665"/>
          </a:xfrm>
        </p:grpSpPr>
        <p:sp>
          <p:nvSpPr>
            <p:cNvPr id="4" name="Text Box 5">
              <a:extLst>
                <a:ext uri="{FF2B5EF4-FFF2-40B4-BE49-F238E27FC236}">
                  <a16:creationId xmlns:a16="http://schemas.microsoft.com/office/drawing/2014/main" id="{EB09BB43-A01E-441E-B6D1-3951F3E55F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0893" y="874067"/>
              <a:ext cx="35814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/>
                <a:t> 及     轴围成平面图形</a:t>
              </a: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US" altLang="zh-CN" sz="2400" b="1" i="1" dirty="0"/>
                <a:t>.</a:t>
              </a:r>
            </a:p>
          </p:txBody>
        </p:sp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76A443F5-C624-4BA9-A188-E7CBDA1BF90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04467738"/>
                </p:ext>
              </p:extLst>
            </p:nvPr>
          </p:nvGraphicFramePr>
          <p:xfrm>
            <a:off x="971550" y="1030933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5050" name="Equation" r:id="rId7" imgW="190440" imgH="203040" progId="Equation.DSMT4">
                    <p:embed/>
                  </p:oleObj>
                </mc:Choice>
                <mc:Fallback>
                  <p:oleObj name="Equation" r:id="rId7" imgW="190440" imgH="203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971550" y="1030933"/>
                          <a:ext cx="1905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" name="Text Box 70">
            <a:extLst>
              <a:ext uri="{FF2B5EF4-FFF2-40B4-BE49-F238E27FC236}">
                <a16:creationId xmlns:a16="http://schemas.microsoft.com/office/drawing/2014/main" id="{B8239BCD-A47E-4521-9E90-35436649A6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09538" y="949138"/>
            <a:ext cx="162095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(2003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考研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</a:p>
        </p:txBody>
      </p: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17034AD0-B944-466D-9142-67420D7B6932}"/>
              </a:ext>
            </a:extLst>
          </p:cNvPr>
          <p:cNvGrpSpPr/>
          <p:nvPr/>
        </p:nvGrpSpPr>
        <p:grpSpPr>
          <a:xfrm>
            <a:off x="5757410" y="2472672"/>
            <a:ext cx="3130550" cy="1868606"/>
            <a:chOff x="5724128" y="2667101"/>
            <a:chExt cx="3130550" cy="1868606"/>
          </a:xfrm>
        </p:grpSpPr>
        <p:grpSp>
          <p:nvGrpSpPr>
            <p:cNvPr id="36" name="组合 35">
              <a:extLst>
                <a:ext uri="{FF2B5EF4-FFF2-40B4-BE49-F238E27FC236}">
                  <a16:creationId xmlns:a16="http://schemas.microsoft.com/office/drawing/2014/main" id="{5B173292-91F4-41A6-BE4D-031492F08CF2}"/>
                </a:ext>
              </a:extLst>
            </p:cNvPr>
            <p:cNvGrpSpPr/>
            <p:nvPr/>
          </p:nvGrpSpPr>
          <p:grpSpPr>
            <a:xfrm>
              <a:off x="5724128" y="2667101"/>
              <a:ext cx="3130550" cy="1868606"/>
              <a:chOff x="5683870" y="2776836"/>
              <a:chExt cx="3130550" cy="1868606"/>
            </a:xfrm>
          </p:grpSpPr>
          <p:sp>
            <p:nvSpPr>
              <p:cNvPr id="13" name="Line 37">
                <a:extLst>
                  <a:ext uri="{FF2B5EF4-FFF2-40B4-BE49-F238E27FC236}">
                    <a16:creationId xmlns:a16="http://schemas.microsoft.com/office/drawing/2014/main" id="{D34993DD-F4FE-463A-8751-2F29697021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809533" y="3161011"/>
                <a:ext cx="0" cy="60483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4" name="Group 68">
                <a:extLst>
                  <a:ext uri="{FF2B5EF4-FFF2-40B4-BE49-F238E27FC236}">
                    <a16:creationId xmlns:a16="http://schemas.microsoft.com/office/drawing/2014/main" id="{F37B4842-9BE0-4EC7-B51A-A0258853A96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995020" y="3157836"/>
                <a:ext cx="1828800" cy="609600"/>
                <a:chOff x="3840" y="2496"/>
                <a:chExt cx="1152" cy="384"/>
              </a:xfrm>
            </p:grpSpPr>
            <p:grpSp>
              <p:nvGrpSpPr>
                <p:cNvPr id="15" name="Group 64">
                  <a:extLst>
                    <a:ext uri="{FF2B5EF4-FFF2-40B4-BE49-F238E27FC236}">
                      <a16:creationId xmlns:a16="http://schemas.microsoft.com/office/drawing/2014/main" id="{F3DCD9C8-7935-49CE-B6A2-57D42776389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840" y="2496"/>
                  <a:ext cx="1152" cy="384"/>
                  <a:chOff x="3840" y="2496"/>
                  <a:chExt cx="1152" cy="384"/>
                </a:xfrm>
              </p:grpSpPr>
              <p:sp>
                <p:nvSpPr>
                  <p:cNvPr id="17" name="Freeform 63">
                    <a:extLst>
                      <a:ext uri="{FF2B5EF4-FFF2-40B4-BE49-F238E27FC236}">
                        <a16:creationId xmlns:a16="http://schemas.microsoft.com/office/drawing/2014/main" id="{A5B87930-B801-4209-BFA1-978B657B219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840" y="2496"/>
                    <a:ext cx="1152" cy="384"/>
                  </a:xfrm>
                  <a:custGeom>
                    <a:avLst/>
                    <a:gdLst>
                      <a:gd name="T0" fmla="*/ 0 w 1152"/>
                      <a:gd name="T1" fmla="*/ 384 h 384"/>
                      <a:gd name="T2" fmla="*/ 1152 w 1152"/>
                      <a:gd name="T3" fmla="*/ 0 h 384"/>
                      <a:gd name="T4" fmla="*/ 432 w 1152"/>
                      <a:gd name="T5" fmla="*/ 384 h 384"/>
                      <a:gd name="T6" fmla="*/ 0 w 1152"/>
                      <a:gd name="T7" fmla="*/ 384 h 38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1152" h="384">
                        <a:moveTo>
                          <a:pt x="0" y="384"/>
                        </a:moveTo>
                        <a:lnTo>
                          <a:pt x="1152" y="0"/>
                        </a:lnTo>
                        <a:lnTo>
                          <a:pt x="432" y="384"/>
                        </a:lnTo>
                        <a:lnTo>
                          <a:pt x="0" y="384"/>
                        </a:lnTo>
                        <a:close/>
                      </a:path>
                    </a:pathLst>
                  </a:custGeom>
                  <a:solidFill>
                    <a:srgbClr val="FFFF00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dirty="0"/>
                  </a:p>
                </p:txBody>
              </p:sp>
              <p:sp>
                <p:nvSpPr>
                  <p:cNvPr id="18" name="Freeform 50">
                    <a:extLst>
                      <a:ext uri="{FF2B5EF4-FFF2-40B4-BE49-F238E27FC236}">
                        <a16:creationId xmlns:a16="http://schemas.microsoft.com/office/drawing/2014/main" id="{050EA6EE-AAE9-4C74-871A-E6B76BAE55D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272" y="2496"/>
                    <a:ext cx="720" cy="384"/>
                  </a:xfrm>
                  <a:custGeom>
                    <a:avLst/>
                    <a:gdLst>
                      <a:gd name="T0" fmla="*/ 0 w 720"/>
                      <a:gd name="T1" fmla="*/ 384 h 384"/>
                      <a:gd name="T2" fmla="*/ 336 w 720"/>
                      <a:gd name="T3" fmla="*/ 144 h 384"/>
                      <a:gd name="T4" fmla="*/ 720 w 720"/>
                      <a:gd name="T5" fmla="*/ 0 h 38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720" h="384">
                        <a:moveTo>
                          <a:pt x="0" y="384"/>
                        </a:moveTo>
                        <a:cubicBezTo>
                          <a:pt x="108" y="296"/>
                          <a:pt x="216" y="208"/>
                          <a:pt x="336" y="144"/>
                        </a:cubicBezTo>
                        <a:cubicBezTo>
                          <a:pt x="456" y="80"/>
                          <a:pt x="588" y="40"/>
                          <a:pt x="720" y="0"/>
                        </a:cubicBezTo>
                      </a:path>
                    </a:pathLst>
                  </a:custGeom>
                  <a:solidFill>
                    <a:schemeClr val="bg1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aphicFrame>
              <p:nvGraphicFramePr>
                <p:cNvPr id="16" name="Object 54">
                  <a:extLst>
                    <a:ext uri="{FF2B5EF4-FFF2-40B4-BE49-F238E27FC236}">
                      <a16:creationId xmlns:a16="http://schemas.microsoft.com/office/drawing/2014/main" id="{05ED8AE0-B26F-4009-899C-79257C98C06A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951864067"/>
                    </p:ext>
                  </p:extLst>
                </p:nvPr>
              </p:nvGraphicFramePr>
              <p:xfrm>
                <a:off x="4185" y="2773"/>
                <a:ext cx="92" cy="87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35051" name="Equation" r:id="rId9" imgW="241200" imgH="228600" progId="Equation.DSMT4">
                        <p:embed/>
                      </p:oleObj>
                    </mc:Choice>
                    <mc:Fallback>
                      <p:oleObj name="Equation" r:id="rId9" imgW="241200" imgH="228600" progId="Equation.DSMT4">
                        <p:embed/>
                        <p:pic>
                          <p:nvPicPr>
                            <p:cNvPr id="53302" name="Object 54">
                              <a:extLst>
                                <a:ext uri="{FF2B5EF4-FFF2-40B4-BE49-F238E27FC236}">
                                  <a16:creationId xmlns:a16="http://schemas.microsoft.com/office/drawing/2014/main" id="{39BB9C08-2282-42A1-9BEF-D4B136EB5421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0">
                              <a:grayscl/>
                              <a:biLevel thresh="50000"/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185" y="2773"/>
                              <a:ext cx="92" cy="87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19" name="Group 71">
                <a:extLst>
                  <a:ext uri="{FF2B5EF4-FFF2-40B4-BE49-F238E27FC236}">
                    <a16:creationId xmlns:a16="http://schemas.microsoft.com/office/drawing/2014/main" id="{5C3B7391-73CC-46A5-8823-7AC87A101C7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683870" y="2776836"/>
                <a:ext cx="3130550" cy="1568450"/>
                <a:chOff x="3644" y="2256"/>
                <a:chExt cx="1972" cy="988"/>
              </a:xfrm>
            </p:grpSpPr>
            <p:graphicFrame>
              <p:nvGraphicFramePr>
                <p:cNvPr id="20" name="Object 40">
                  <a:extLst>
                    <a:ext uri="{FF2B5EF4-FFF2-40B4-BE49-F238E27FC236}">
                      <a16:creationId xmlns:a16="http://schemas.microsoft.com/office/drawing/2014/main" id="{8BC524DC-7B41-4F21-B307-3EC14CE6F0B6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030571123"/>
                    </p:ext>
                  </p:extLst>
                </p:nvPr>
              </p:nvGraphicFramePr>
              <p:xfrm>
                <a:off x="4220" y="3052"/>
                <a:ext cx="504" cy="19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35052" name="Equation" r:id="rId11" imgW="799920" imgH="304560" progId="Equation.DSMT4">
                        <p:embed/>
                      </p:oleObj>
                    </mc:Choice>
                    <mc:Fallback>
                      <p:oleObj name="Equation" r:id="rId11" imgW="799920" imgH="304560" progId="Equation.DSMT4">
                        <p:embed/>
                        <p:pic>
                          <p:nvPicPr>
                            <p:cNvPr id="53288" name="Object 40">
                              <a:extLst>
                                <a:ext uri="{FF2B5EF4-FFF2-40B4-BE49-F238E27FC236}">
                                  <a16:creationId xmlns:a16="http://schemas.microsoft.com/office/drawing/2014/main" id="{221BDF88-78D5-4232-B7B8-087B5215E999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2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220" y="3052"/>
                              <a:ext cx="504" cy="19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pSp>
              <p:nvGrpSpPr>
                <p:cNvPr id="21" name="Group 43">
                  <a:extLst>
                    <a:ext uri="{FF2B5EF4-FFF2-40B4-BE49-F238E27FC236}">
                      <a16:creationId xmlns:a16="http://schemas.microsoft.com/office/drawing/2014/main" id="{466829E8-487E-4ED7-A998-B3EE4D011A1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644" y="2256"/>
                  <a:ext cx="1972" cy="918"/>
                  <a:chOff x="3644" y="2256"/>
                  <a:chExt cx="1972" cy="918"/>
                </a:xfrm>
              </p:grpSpPr>
              <p:sp>
                <p:nvSpPr>
                  <p:cNvPr id="22" name="Line 33">
                    <a:extLst>
                      <a:ext uri="{FF2B5EF4-FFF2-40B4-BE49-F238E27FC236}">
                        <a16:creationId xmlns:a16="http://schemas.microsoft.com/office/drawing/2014/main" id="{E7F283A7-EE74-436E-BC11-E8E15ACE8E8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857" y="2879"/>
                    <a:ext cx="1759" cy="1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 dirty="0"/>
                  </a:p>
                </p:txBody>
              </p:sp>
              <p:sp>
                <p:nvSpPr>
                  <p:cNvPr id="23" name="Line 34">
                    <a:extLst>
                      <a:ext uri="{FF2B5EF4-FFF2-40B4-BE49-F238E27FC236}">
                        <a16:creationId xmlns:a16="http://schemas.microsoft.com/office/drawing/2014/main" id="{E6B3DF65-DDE0-4D14-9F28-2F28511C39A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850" y="2256"/>
                    <a:ext cx="1" cy="918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4" name="Freeform 35">
                    <a:extLst>
                      <a:ext uri="{FF2B5EF4-FFF2-40B4-BE49-F238E27FC236}">
                        <a16:creationId xmlns:a16="http://schemas.microsoft.com/office/drawing/2014/main" id="{EF172550-4562-4CFF-9677-E3959D17B14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055" y="2347"/>
                    <a:ext cx="1462" cy="801"/>
                  </a:xfrm>
                  <a:custGeom>
                    <a:avLst/>
                    <a:gdLst>
                      <a:gd name="T0" fmla="*/ 0 w 1623"/>
                      <a:gd name="T1" fmla="*/ 890 h 890"/>
                      <a:gd name="T2" fmla="*/ 66 w 1623"/>
                      <a:gd name="T3" fmla="*/ 780 h 890"/>
                      <a:gd name="T4" fmla="*/ 139 w 1623"/>
                      <a:gd name="T5" fmla="*/ 693 h 890"/>
                      <a:gd name="T6" fmla="*/ 212 w 1623"/>
                      <a:gd name="T7" fmla="*/ 620 h 890"/>
                      <a:gd name="T8" fmla="*/ 270 w 1623"/>
                      <a:gd name="T9" fmla="*/ 562 h 890"/>
                      <a:gd name="T10" fmla="*/ 343 w 1623"/>
                      <a:gd name="T11" fmla="*/ 503 h 890"/>
                      <a:gd name="T12" fmla="*/ 409 w 1623"/>
                      <a:gd name="T13" fmla="*/ 459 h 890"/>
                      <a:gd name="T14" fmla="*/ 482 w 1623"/>
                      <a:gd name="T15" fmla="*/ 416 h 890"/>
                      <a:gd name="T16" fmla="*/ 548 w 1623"/>
                      <a:gd name="T17" fmla="*/ 372 h 890"/>
                      <a:gd name="T18" fmla="*/ 614 w 1623"/>
                      <a:gd name="T19" fmla="*/ 336 h 890"/>
                      <a:gd name="T20" fmla="*/ 680 w 1623"/>
                      <a:gd name="T21" fmla="*/ 306 h 890"/>
                      <a:gd name="T22" fmla="*/ 745 w 1623"/>
                      <a:gd name="T23" fmla="*/ 277 h 890"/>
                      <a:gd name="T24" fmla="*/ 811 w 1623"/>
                      <a:gd name="T25" fmla="*/ 248 h 890"/>
                      <a:gd name="T26" fmla="*/ 884 w 1623"/>
                      <a:gd name="T27" fmla="*/ 219 h 890"/>
                      <a:gd name="T28" fmla="*/ 950 w 1623"/>
                      <a:gd name="T29" fmla="*/ 197 h 890"/>
                      <a:gd name="T30" fmla="*/ 1016 w 1623"/>
                      <a:gd name="T31" fmla="*/ 168 h 890"/>
                      <a:gd name="T32" fmla="*/ 1082 w 1623"/>
                      <a:gd name="T33" fmla="*/ 146 h 890"/>
                      <a:gd name="T34" fmla="*/ 1147 w 1623"/>
                      <a:gd name="T35" fmla="*/ 124 h 890"/>
                      <a:gd name="T36" fmla="*/ 1221 w 1623"/>
                      <a:gd name="T37" fmla="*/ 109 h 890"/>
                      <a:gd name="T38" fmla="*/ 1286 w 1623"/>
                      <a:gd name="T39" fmla="*/ 88 h 890"/>
                      <a:gd name="T40" fmla="*/ 1359 w 1623"/>
                      <a:gd name="T41" fmla="*/ 66 h 890"/>
                      <a:gd name="T42" fmla="*/ 1425 w 1623"/>
                      <a:gd name="T43" fmla="*/ 51 h 890"/>
                      <a:gd name="T44" fmla="*/ 1491 w 1623"/>
                      <a:gd name="T45" fmla="*/ 37 h 890"/>
                      <a:gd name="T46" fmla="*/ 1557 w 1623"/>
                      <a:gd name="T47" fmla="*/ 15 h 890"/>
                      <a:gd name="T48" fmla="*/ 1623 w 1623"/>
                      <a:gd name="T49" fmla="*/ 0 h 89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</a:cxnLst>
                    <a:rect l="0" t="0" r="r" b="b"/>
                    <a:pathLst>
                      <a:path w="1623" h="890">
                        <a:moveTo>
                          <a:pt x="0" y="890"/>
                        </a:moveTo>
                        <a:lnTo>
                          <a:pt x="66" y="780"/>
                        </a:lnTo>
                        <a:lnTo>
                          <a:pt x="139" y="693"/>
                        </a:lnTo>
                        <a:lnTo>
                          <a:pt x="212" y="620"/>
                        </a:lnTo>
                        <a:lnTo>
                          <a:pt x="270" y="562"/>
                        </a:lnTo>
                        <a:lnTo>
                          <a:pt x="343" y="503"/>
                        </a:lnTo>
                        <a:lnTo>
                          <a:pt x="409" y="459"/>
                        </a:lnTo>
                        <a:lnTo>
                          <a:pt x="482" y="416"/>
                        </a:lnTo>
                        <a:lnTo>
                          <a:pt x="548" y="372"/>
                        </a:lnTo>
                        <a:lnTo>
                          <a:pt x="614" y="336"/>
                        </a:lnTo>
                        <a:lnTo>
                          <a:pt x="680" y="306"/>
                        </a:lnTo>
                        <a:lnTo>
                          <a:pt x="745" y="277"/>
                        </a:lnTo>
                        <a:lnTo>
                          <a:pt x="811" y="248"/>
                        </a:lnTo>
                        <a:lnTo>
                          <a:pt x="884" y="219"/>
                        </a:lnTo>
                        <a:lnTo>
                          <a:pt x="950" y="197"/>
                        </a:lnTo>
                        <a:lnTo>
                          <a:pt x="1016" y="168"/>
                        </a:lnTo>
                        <a:lnTo>
                          <a:pt x="1082" y="146"/>
                        </a:lnTo>
                        <a:lnTo>
                          <a:pt x="1147" y="124"/>
                        </a:lnTo>
                        <a:lnTo>
                          <a:pt x="1221" y="109"/>
                        </a:lnTo>
                        <a:lnTo>
                          <a:pt x="1286" y="88"/>
                        </a:lnTo>
                        <a:lnTo>
                          <a:pt x="1359" y="66"/>
                        </a:lnTo>
                        <a:lnTo>
                          <a:pt x="1425" y="51"/>
                        </a:lnTo>
                        <a:lnTo>
                          <a:pt x="1491" y="37"/>
                        </a:lnTo>
                        <a:lnTo>
                          <a:pt x="1557" y="15"/>
                        </a:lnTo>
                        <a:lnTo>
                          <a:pt x="1623" y="0"/>
                        </a:lnTo>
                      </a:path>
                    </a:pathLst>
                  </a:custGeom>
                  <a:noFill/>
                  <a:ln w="19050" cmpd="sng">
                    <a:solidFill>
                      <a:srgbClr val="FF0000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aphicFrame>
                <p:nvGraphicFramePr>
                  <p:cNvPr id="25" name="Object 38">
                    <a:extLst>
                      <a:ext uri="{FF2B5EF4-FFF2-40B4-BE49-F238E27FC236}">
                        <a16:creationId xmlns:a16="http://schemas.microsoft.com/office/drawing/2014/main" id="{89F304C2-6F82-4EB7-B0D6-264210D3B22B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1276044103"/>
                      </p:ext>
                    </p:extLst>
                  </p:nvPr>
                </p:nvGraphicFramePr>
                <p:xfrm>
                  <a:off x="3656" y="2300"/>
                  <a:ext cx="120" cy="152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235053" name="Equation" r:id="rId13" imgW="190440" imgH="241200" progId="Equation.DSMT4">
                          <p:embed/>
                        </p:oleObj>
                      </mc:Choice>
                      <mc:Fallback>
                        <p:oleObj name="Equation" r:id="rId13" imgW="190440" imgH="241200" progId="Equation.DSMT4">
                          <p:embed/>
                          <p:pic>
                            <p:nvPicPr>
                              <p:cNvPr id="53286" name="Object 38">
                                <a:extLst>
                                  <a:ext uri="{FF2B5EF4-FFF2-40B4-BE49-F238E27FC236}">
                                    <a16:creationId xmlns:a16="http://schemas.microsoft.com/office/drawing/2014/main" id="{EAE767B4-725B-46DE-B197-D342E5F2173F}"/>
                                  </a:ext>
                                </a:extLst>
                              </p:cNvPr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4">
                                <a:grayscl/>
                                <a:biLevel thresh="50000"/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3656" y="2300"/>
                                <a:ext cx="120" cy="152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aphicFrame>
                <p:nvGraphicFramePr>
                  <p:cNvPr id="26" name="Object 39">
                    <a:extLst>
                      <a:ext uri="{FF2B5EF4-FFF2-40B4-BE49-F238E27FC236}">
                        <a16:creationId xmlns:a16="http://schemas.microsoft.com/office/drawing/2014/main" id="{16056127-24E6-4067-8355-7A108575BBA5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489347295"/>
                      </p:ext>
                    </p:extLst>
                  </p:nvPr>
                </p:nvGraphicFramePr>
                <p:xfrm>
                  <a:off x="3644" y="2828"/>
                  <a:ext cx="144" cy="152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235054" name="Equation" r:id="rId15" imgW="228600" imgH="241200" progId="Equation.DSMT4">
                          <p:embed/>
                        </p:oleObj>
                      </mc:Choice>
                      <mc:Fallback>
                        <p:oleObj name="Equation" r:id="rId15" imgW="228600" imgH="241200" progId="Equation.DSMT4">
                          <p:embed/>
                          <p:pic>
                            <p:nvPicPr>
                              <p:cNvPr id="53287" name="Object 39">
                                <a:extLst>
                                  <a:ext uri="{FF2B5EF4-FFF2-40B4-BE49-F238E27FC236}">
                                    <a16:creationId xmlns:a16="http://schemas.microsoft.com/office/drawing/2014/main" id="{9036584A-B8D8-4A3D-B523-9CD0FFC8494F}"/>
                                  </a:ext>
                                </a:extLst>
                              </p:cNvPr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6">
                                <a:grayscl/>
                                <a:biLevel thresh="50000"/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3644" y="2828"/>
                                <a:ext cx="144" cy="152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aphicFrame>
                <p:nvGraphicFramePr>
                  <p:cNvPr id="27" name="Object 41">
                    <a:extLst>
                      <a:ext uri="{FF2B5EF4-FFF2-40B4-BE49-F238E27FC236}">
                        <a16:creationId xmlns:a16="http://schemas.microsoft.com/office/drawing/2014/main" id="{7F29744B-BDED-47F0-A3A3-006808527261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3482495725"/>
                      </p:ext>
                    </p:extLst>
                  </p:nvPr>
                </p:nvGraphicFramePr>
                <p:xfrm>
                  <a:off x="5492" y="2956"/>
                  <a:ext cx="112" cy="120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235055" name="Equation" r:id="rId17" imgW="177480" imgH="190440" progId="Equation.DSMT4">
                          <p:embed/>
                        </p:oleObj>
                      </mc:Choice>
                      <mc:Fallback>
                        <p:oleObj name="Equation" r:id="rId17" imgW="177480" imgH="190440" progId="Equation.DSMT4">
                          <p:embed/>
                          <p:pic>
                            <p:nvPicPr>
                              <p:cNvPr id="53289" name="Object 41">
                                <a:extLst>
                                  <a:ext uri="{FF2B5EF4-FFF2-40B4-BE49-F238E27FC236}">
                                    <a16:creationId xmlns:a16="http://schemas.microsoft.com/office/drawing/2014/main" id="{1134A631-340D-460B-8E86-7134D6FB0270}"/>
                                  </a:ext>
                                </a:extLst>
                              </p:cNvPr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8">
                                <a:grayscl/>
                                <a:biLevel thresh="50000"/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5492" y="2956"/>
                                <a:ext cx="112" cy="120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p:grpSp>
          </p:grpSp>
          <p:sp>
            <p:nvSpPr>
              <p:cNvPr id="28" name="Line 36">
                <a:extLst>
                  <a:ext uri="{FF2B5EF4-FFF2-40B4-BE49-F238E27FC236}">
                    <a16:creationId xmlns:a16="http://schemas.microsoft.com/office/drawing/2014/main" id="{30C5B230-DFE8-4427-A28A-B006459BEF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010895" y="2870499"/>
                <a:ext cx="2646363" cy="895350"/>
              </a:xfrm>
              <a:prstGeom prst="line">
                <a:avLst/>
              </a:prstGeom>
              <a:noFill/>
              <a:ln w="15875">
                <a:solidFill>
                  <a:srgbClr val="0064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" name="Line 62">
                <a:extLst>
                  <a:ext uri="{FF2B5EF4-FFF2-40B4-BE49-F238E27FC236}">
                    <a16:creationId xmlns:a16="http://schemas.microsoft.com/office/drawing/2014/main" id="{E1D6BDB2-C46C-468D-8E34-31E1D54FB5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009308" y="3157837"/>
                <a:ext cx="17526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34" name="对象 33">
                <a:extLst>
                  <a:ext uri="{FF2B5EF4-FFF2-40B4-BE49-F238E27FC236}">
                    <a16:creationId xmlns:a16="http://schemas.microsoft.com/office/drawing/2014/main" id="{1357BF69-7E64-4F5E-81C8-B933E60806D7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053203052"/>
                  </p:ext>
                </p:extLst>
              </p:nvPr>
            </p:nvGraphicFramePr>
            <p:xfrm>
              <a:off x="6595154" y="4353342"/>
              <a:ext cx="635000" cy="2921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35056" name="Equation" r:id="rId19" imgW="634680" imgH="291960" progId="Equation.DSMT4">
                      <p:embed/>
                    </p:oleObj>
                  </mc:Choice>
                  <mc:Fallback>
                    <p:oleObj name="Equation" r:id="rId19" imgW="634680" imgH="29196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6595154" y="4353342"/>
                            <a:ext cx="635000" cy="2921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37" name="Object 42">
              <a:extLst>
                <a:ext uri="{FF2B5EF4-FFF2-40B4-BE49-F238E27FC236}">
                  <a16:creationId xmlns:a16="http://schemas.microsoft.com/office/drawing/2014/main" id="{2FA9B7DA-58BF-403D-953D-B5F6AA2D970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8299115"/>
                </p:ext>
              </p:extLst>
            </p:nvPr>
          </p:nvGraphicFramePr>
          <p:xfrm>
            <a:off x="7740253" y="3638651"/>
            <a:ext cx="2413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5057" name="Equation" r:id="rId21" imgW="241200" imgH="330120" progId="Equation.DSMT4">
                    <p:embed/>
                  </p:oleObj>
                </mc:Choice>
                <mc:Fallback>
                  <p:oleObj name="Equation" r:id="rId21" imgW="241200" imgH="330120" progId="Equation.DSMT4">
                    <p:embed/>
                    <p:pic>
                      <p:nvPicPr>
                        <p:cNvPr id="53290" name="Object 42">
                          <a:extLst>
                            <a:ext uri="{FF2B5EF4-FFF2-40B4-BE49-F238E27FC236}">
                              <a16:creationId xmlns:a16="http://schemas.microsoft.com/office/drawing/2014/main" id="{06BB058B-215F-44A0-892B-86199E10005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740253" y="3638651"/>
                          <a:ext cx="241300" cy="330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B9C57EC3-DA6F-45D9-82A0-20B022BF973E}"/>
              </a:ext>
            </a:extLst>
          </p:cNvPr>
          <p:cNvGrpSpPr/>
          <p:nvPr/>
        </p:nvGrpSpPr>
        <p:grpSpPr>
          <a:xfrm>
            <a:off x="601694" y="2206073"/>
            <a:ext cx="4165600" cy="461665"/>
            <a:chOff x="568412" y="2400502"/>
            <a:chExt cx="4165600" cy="461665"/>
          </a:xfrm>
        </p:grpSpPr>
        <p:sp>
          <p:nvSpPr>
            <p:cNvPr id="38" name="Text Box 13">
              <a:extLst>
                <a:ext uri="{FF2B5EF4-FFF2-40B4-BE49-F238E27FC236}">
                  <a16:creationId xmlns:a16="http://schemas.microsoft.com/office/drawing/2014/main" id="{681EE94E-DC60-49CE-A574-A718155344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8412" y="2400502"/>
              <a:ext cx="41656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solidFill>
                    <a:srgbClr val="0064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解</a:t>
              </a: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(1) </a:t>
              </a:r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设切点的横坐标为</a:t>
              </a:r>
            </a:p>
          </p:txBody>
        </p:sp>
        <p:graphicFrame>
          <p:nvGraphicFramePr>
            <p:cNvPr id="39" name="Object 14">
              <a:extLst>
                <a:ext uri="{FF2B5EF4-FFF2-40B4-BE49-F238E27FC236}">
                  <a16:creationId xmlns:a16="http://schemas.microsoft.com/office/drawing/2014/main" id="{0F64FBA6-8666-46D5-9A08-D158DA7F93C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33924539"/>
                </p:ext>
              </p:extLst>
            </p:nvPr>
          </p:nvGraphicFramePr>
          <p:xfrm>
            <a:off x="3957559" y="2438602"/>
            <a:ext cx="3810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5058" name="Equation" r:id="rId23" imgW="380880" imgH="380880" progId="Equation.DSMT4">
                    <p:embed/>
                  </p:oleObj>
                </mc:Choice>
                <mc:Fallback>
                  <p:oleObj name="Equation" r:id="rId23" imgW="380880" imgH="380880" progId="Equation.DSMT4">
                    <p:embed/>
                    <p:pic>
                      <p:nvPicPr>
                        <p:cNvPr id="53262" name="Object 14">
                          <a:extLst>
                            <a:ext uri="{FF2B5EF4-FFF2-40B4-BE49-F238E27FC236}">
                              <a16:creationId xmlns:a16="http://schemas.microsoft.com/office/drawing/2014/main" id="{809E74AC-6ED6-4E37-8D1D-778DE8724BA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57559" y="2438602"/>
                          <a:ext cx="381000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90B97505-70D3-440A-B962-2428761BDD05}"/>
              </a:ext>
            </a:extLst>
          </p:cNvPr>
          <p:cNvGrpSpPr/>
          <p:nvPr/>
        </p:nvGrpSpPr>
        <p:grpSpPr>
          <a:xfrm>
            <a:off x="198077" y="2588612"/>
            <a:ext cx="5274067" cy="812800"/>
            <a:chOff x="164795" y="2783041"/>
            <a:chExt cx="5274067" cy="812800"/>
          </a:xfrm>
        </p:grpSpPr>
        <p:sp>
          <p:nvSpPr>
            <p:cNvPr id="40" name="Text Box 15">
              <a:extLst>
                <a:ext uri="{FF2B5EF4-FFF2-40B4-BE49-F238E27FC236}">
                  <a16:creationId xmlns:a16="http://schemas.microsoft.com/office/drawing/2014/main" id="{3A1BC912-C806-40A5-A606-A74C7213FF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4795" y="2900267"/>
              <a:ext cx="31242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则所求切线方程为</a:t>
              </a:r>
            </a:p>
          </p:txBody>
        </p:sp>
        <p:graphicFrame>
          <p:nvGraphicFramePr>
            <p:cNvPr id="41" name="Object 16">
              <a:extLst>
                <a:ext uri="{FF2B5EF4-FFF2-40B4-BE49-F238E27FC236}">
                  <a16:creationId xmlns:a16="http://schemas.microsoft.com/office/drawing/2014/main" id="{13601211-B622-4DF6-9785-D7B47E1206E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70982938"/>
                </p:ext>
              </p:extLst>
            </p:nvPr>
          </p:nvGraphicFramePr>
          <p:xfrm>
            <a:off x="2771862" y="2783041"/>
            <a:ext cx="2667000" cy="812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5059" name="Equation" r:id="rId25" imgW="2666880" imgH="812520" progId="Equation.DSMT4">
                    <p:embed/>
                  </p:oleObj>
                </mc:Choice>
                <mc:Fallback>
                  <p:oleObj name="Equation" r:id="rId25" imgW="2666880" imgH="812520" progId="Equation.DSMT4">
                    <p:embed/>
                    <p:pic>
                      <p:nvPicPr>
                        <p:cNvPr id="53264" name="Object 16">
                          <a:extLst>
                            <a:ext uri="{FF2B5EF4-FFF2-40B4-BE49-F238E27FC236}">
                              <a16:creationId xmlns:a16="http://schemas.microsoft.com/office/drawing/2014/main" id="{BB64943B-0F30-4FB1-B364-A15142849FF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71862" y="2783041"/>
                          <a:ext cx="2667000" cy="8128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EC3F02A5-EF68-4643-B1B3-30C0770BEBA0}"/>
              </a:ext>
            </a:extLst>
          </p:cNvPr>
          <p:cNvGrpSpPr/>
          <p:nvPr/>
        </p:nvGrpSpPr>
        <p:grpSpPr>
          <a:xfrm>
            <a:off x="601694" y="3312757"/>
            <a:ext cx="3936516" cy="461665"/>
            <a:chOff x="568412" y="3507186"/>
            <a:chExt cx="3936516" cy="461665"/>
          </a:xfrm>
        </p:grpSpPr>
        <p:graphicFrame>
          <p:nvGraphicFramePr>
            <p:cNvPr id="42" name="Object 22">
              <a:extLst>
                <a:ext uri="{FF2B5EF4-FFF2-40B4-BE49-F238E27FC236}">
                  <a16:creationId xmlns:a16="http://schemas.microsoft.com/office/drawing/2014/main" id="{507EB0BD-3A78-471A-B657-B4E703EFCBF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71338397"/>
                </p:ext>
              </p:extLst>
            </p:nvPr>
          </p:nvGraphicFramePr>
          <p:xfrm>
            <a:off x="3031728" y="3571149"/>
            <a:ext cx="14732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5060" name="Equation" r:id="rId27" imgW="1473120" imgH="380880" progId="Equation.DSMT4">
                    <p:embed/>
                  </p:oleObj>
                </mc:Choice>
                <mc:Fallback>
                  <p:oleObj name="Equation" r:id="rId27" imgW="1473120" imgH="380880" progId="Equation.DSMT4">
                    <p:embed/>
                    <p:pic>
                      <p:nvPicPr>
                        <p:cNvPr id="53270" name="Object 22">
                          <a:extLst>
                            <a:ext uri="{FF2B5EF4-FFF2-40B4-BE49-F238E27FC236}">
                              <a16:creationId xmlns:a16="http://schemas.microsoft.com/office/drawing/2014/main" id="{3772EB38-DF77-4D03-A3C1-BCB360EE65F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31728" y="3571149"/>
                          <a:ext cx="1473200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" name="Text Box 23">
              <a:extLst>
                <a:ext uri="{FF2B5EF4-FFF2-40B4-BE49-F238E27FC236}">
                  <a16:creationId xmlns:a16="http://schemas.microsoft.com/office/drawing/2014/main" id="{E1327BB3-F437-4A79-8292-915C6FC978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8412" y="3507186"/>
              <a:ext cx="2339102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400" b="1" dirty="0"/>
                <a:t>由切线过原点知</a:t>
              </a:r>
            </a:p>
          </p:txBody>
        </p:sp>
      </p:grpSp>
      <p:sp>
        <p:nvSpPr>
          <p:cNvPr id="44" name="Text Box 25">
            <a:extLst>
              <a:ext uri="{FF2B5EF4-FFF2-40B4-BE49-F238E27FC236}">
                <a16:creationId xmlns:a16="http://schemas.microsoft.com/office/drawing/2014/main" id="{6B7E1DB8-35E9-41C6-981B-B784E39679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357" y="4058461"/>
            <a:ext cx="80021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/>
              <a:t>因此</a:t>
            </a:r>
          </a:p>
        </p:txBody>
      </p:sp>
      <p:graphicFrame>
        <p:nvGraphicFramePr>
          <p:cNvPr id="45" name="Object 26">
            <a:extLst>
              <a:ext uri="{FF2B5EF4-FFF2-40B4-BE49-F238E27FC236}">
                <a16:creationId xmlns:a16="http://schemas.microsoft.com/office/drawing/2014/main" id="{2176EDB2-23FF-4647-89CF-4F00E04CEE1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0320379"/>
              </p:ext>
            </p:extLst>
          </p:nvPr>
        </p:nvGraphicFramePr>
        <p:xfrm>
          <a:off x="1094070" y="4095799"/>
          <a:ext cx="8128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061" name="Equation" r:id="rId29" imgW="812520" imgH="380880" progId="Equation.DSMT4">
                  <p:embed/>
                </p:oleObj>
              </mc:Choice>
              <mc:Fallback>
                <p:oleObj name="Equation" r:id="rId29" imgW="812520" imgH="380880" progId="Equation.DSMT4">
                  <p:embed/>
                  <p:pic>
                    <p:nvPicPr>
                      <p:cNvPr id="53274" name="Object 26">
                        <a:extLst>
                          <a:ext uri="{FF2B5EF4-FFF2-40B4-BE49-F238E27FC236}">
                            <a16:creationId xmlns:a16="http://schemas.microsoft.com/office/drawing/2014/main" id="{4D6D8B36-9EA4-4D2F-AC20-6B1575E1DED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4070" y="4095799"/>
                        <a:ext cx="8128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7" name="组合 56">
            <a:extLst>
              <a:ext uri="{FF2B5EF4-FFF2-40B4-BE49-F238E27FC236}">
                <a16:creationId xmlns:a16="http://schemas.microsoft.com/office/drawing/2014/main" id="{6388E7B4-876F-4D6E-A3A3-FD0FFD8BE6DA}"/>
              </a:ext>
            </a:extLst>
          </p:cNvPr>
          <p:cNvGrpSpPr/>
          <p:nvPr/>
        </p:nvGrpSpPr>
        <p:grpSpPr>
          <a:xfrm>
            <a:off x="1947957" y="3914806"/>
            <a:ext cx="3007418" cy="736600"/>
            <a:chOff x="1914675" y="4109235"/>
            <a:chExt cx="3007418" cy="736600"/>
          </a:xfrm>
        </p:grpSpPr>
        <p:sp>
          <p:nvSpPr>
            <p:cNvPr id="46" name="Text Box 27">
              <a:extLst>
                <a:ext uri="{FF2B5EF4-FFF2-40B4-BE49-F238E27FC236}">
                  <a16:creationId xmlns:a16="http://schemas.microsoft.com/office/drawing/2014/main" id="{593ECE60-C5FB-428D-8D0B-405BD1417A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14675" y="4252890"/>
              <a:ext cx="2031325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400" b="1" dirty="0"/>
                <a:t>故切线方程为</a:t>
              </a:r>
            </a:p>
          </p:txBody>
        </p:sp>
        <p:graphicFrame>
          <p:nvGraphicFramePr>
            <p:cNvPr id="47" name="Object 28">
              <a:extLst>
                <a:ext uri="{FF2B5EF4-FFF2-40B4-BE49-F238E27FC236}">
                  <a16:creationId xmlns:a16="http://schemas.microsoft.com/office/drawing/2014/main" id="{1A19CC1D-7C28-4367-B635-6DEE93D0414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75529883"/>
                </p:ext>
              </p:extLst>
            </p:nvPr>
          </p:nvGraphicFramePr>
          <p:xfrm>
            <a:off x="3982293" y="4109235"/>
            <a:ext cx="9398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5062" name="Equation" r:id="rId31" imgW="939600" imgH="736560" progId="Equation.DSMT4">
                    <p:embed/>
                  </p:oleObj>
                </mc:Choice>
                <mc:Fallback>
                  <p:oleObj name="Equation" r:id="rId31" imgW="939600" imgH="736560" progId="Equation.DSMT4">
                    <p:embed/>
                    <p:pic>
                      <p:nvPicPr>
                        <p:cNvPr id="53276" name="Object 28">
                          <a:extLst>
                            <a:ext uri="{FF2B5EF4-FFF2-40B4-BE49-F238E27FC236}">
                              <a16:creationId xmlns:a16="http://schemas.microsoft.com/office/drawing/2014/main" id="{D4B3FD32-A955-4C06-B581-3A686855696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82293" y="4109235"/>
                          <a:ext cx="939800" cy="736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8" name="对象 47">
            <a:extLst>
              <a:ext uri="{FF2B5EF4-FFF2-40B4-BE49-F238E27FC236}">
                <a16:creationId xmlns:a16="http://schemas.microsoft.com/office/drawing/2014/main" id="{07B80BFA-155E-4638-9C5A-A0EBE341D08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6998889"/>
              </p:ext>
            </p:extLst>
          </p:nvPr>
        </p:nvGraphicFramePr>
        <p:xfrm>
          <a:off x="7570335" y="2135001"/>
          <a:ext cx="7493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063" name="Equation" r:id="rId33" imgW="749160" imgH="609480" progId="Equation.DSMT4">
                  <p:embed/>
                </p:oleObj>
              </mc:Choice>
              <mc:Fallback>
                <p:oleObj name="Equation" r:id="rId33" imgW="749160" imgH="609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7570335" y="2135001"/>
                        <a:ext cx="749300" cy="609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对象 48">
            <a:extLst>
              <a:ext uri="{FF2B5EF4-FFF2-40B4-BE49-F238E27FC236}">
                <a16:creationId xmlns:a16="http://schemas.microsoft.com/office/drawing/2014/main" id="{EE1530D2-DF78-442F-B373-D2B9324B74D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2799764"/>
              </p:ext>
            </p:extLst>
          </p:nvPr>
        </p:nvGraphicFramePr>
        <p:xfrm>
          <a:off x="8015903" y="3505398"/>
          <a:ext cx="3302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064" name="Equation" r:id="rId35" imgW="330120" imgH="304560" progId="Equation.DSMT4">
                  <p:embed/>
                </p:oleObj>
              </mc:Choice>
              <mc:Fallback>
                <p:oleObj name="Equation" r:id="rId35" imgW="330120" imgH="304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8015903" y="3505398"/>
                        <a:ext cx="330200" cy="304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对象 51">
            <a:extLst>
              <a:ext uri="{FF2B5EF4-FFF2-40B4-BE49-F238E27FC236}">
                <a16:creationId xmlns:a16="http://schemas.microsoft.com/office/drawing/2014/main" id="{EE210ABB-7A03-491C-9AE1-48109099655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2279447"/>
              </p:ext>
            </p:extLst>
          </p:nvPr>
        </p:nvGraphicFramePr>
        <p:xfrm>
          <a:off x="5926093" y="2783822"/>
          <a:ext cx="1143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065" name="Equation" r:id="rId37" imgW="114120" imgH="228600" progId="Equation.DSMT4">
                  <p:embed/>
                </p:oleObj>
              </mc:Choice>
              <mc:Fallback>
                <p:oleObj name="Equation" r:id="rId37" imgW="11412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5926093" y="2783822"/>
                        <a:ext cx="1143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78888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组合 25">
            <a:extLst>
              <a:ext uri="{FF2B5EF4-FFF2-40B4-BE49-F238E27FC236}">
                <a16:creationId xmlns:a16="http://schemas.microsoft.com/office/drawing/2014/main" id="{25094E78-5F33-4B21-B9DD-0688500772D1}"/>
              </a:ext>
            </a:extLst>
          </p:cNvPr>
          <p:cNvGrpSpPr/>
          <p:nvPr/>
        </p:nvGrpSpPr>
        <p:grpSpPr>
          <a:xfrm>
            <a:off x="5724128" y="505887"/>
            <a:ext cx="3130550" cy="2206277"/>
            <a:chOff x="5724128" y="505887"/>
            <a:chExt cx="3130550" cy="2206277"/>
          </a:xfrm>
        </p:grpSpPr>
        <p:grpSp>
          <p:nvGrpSpPr>
            <p:cNvPr id="2" name="组合 1">
              <a:extLst>
                <a:ext uri="{FF2B5EF4-FFF2-40B4-BE49-F238E27FC236}">
                  <a16:creationId xmlns:a16="http://schemas.microsoft.com/office/drawing/2014/main" id="{91937D66-3A05-49F9-A9C2-2B627DAC1382}"/>
                </a:ext>
              </a:extLst>
            </p:cNvPr>
            <p:cNvGrpSpPr/>
            <p:nvPr/>
          </p:nvGrpSpPr>
          <p:grpSpPr>
            <a:xfrm>
              <a:off x="5724128" y="843558"/>
              <a:ext cx="3130550" cy="1868606"/>
              <a:chOff x="5724128" y="2667101"/>
              <a:chExt cx="3130550" cy="1868606"/>
            </a:xfrm>
          </p:grpSpPr>
          <p:grpSp>
            <p:nvGrpSpPr>
              <p:cNvPr id="3" name="组合 2">
                <a:extLst>
                  <a:ext uri="{FF2B5EF4-FFF2-40B4-BE49-F238E27FC236}">
                    <a16:creationId xmlns:a16="http://schemas.microsoft.com/office/drawing/2014/main" id="{DE785556-5DD3-4964-8EF5-E51B49170700}"/>
                  </a:ext>
                </a:extLst>
              </p:cNvPr>
              <p:cNvGrpSpPr/>
              <p:nvPr/>
            </p:nvGrpSpPr>
            <p:grpSpPr>
              <a:xfrm>
                <a:off x="5724128" y="2667101"/>
                <a:ext cx="3130550" cy="1868606"/>
                <a:chOff x="5683870" y="2776836"/>
                <a:chExt cx="3130550" cy="1868606"/>
              </a:xfrm>
            </p:grpSpPr>
            <p:sp>
              <p:nvSpPr>
                <p:cNvPr id="5" name="Line 37">
                  <a:extLst>
                    <a:ext uri="{FF2B5EF4-FFF2-40B4-BE49-F238E27FC236}">
                      <a16:creationId xmlns:a16="http://schemas.microsoft.com/office/drawing/2014/main" id="{CE2872F1-5454-4E0A-8AD6-52CF0A4AE38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7809533" y="3161011"/>
                  <a:ext cx="0" cy="604838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6" name="Group 68">
                  <a:extLst>
                    <a:ext uri="{FF2B5EF4-FFF2-40B4-BE49-F238E27FC236}">
                      <a16:creationId xmlns:a16="http://schemas.microsoft.com/office/drawing/2014/main" id="{8A68CBDC-EFC1-4967-823A-02FD32BB8C2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995020" y="3157836"/>
                  <a:ext cx="1828800" cy="609600"/>
                  <a:chOff x="3840" y="2496"/>
                  <a:chExt cx="1152" cy="384"/>
                </a:xfrm>
              </p:grpSpPr>
              <p:grpSp>
                <p:nvGrpSpPr>
                  <p:cNvPr id="19" name="Group 64">
                    <a:extLst>
                      <a:ext uri="{FF2B5EF4-FFF2-40B4-BE49-F238E27FC236}">
                        <a16:creationId xmlns:a16="http://schemas.microsoft.com/office/drawing/2014/main" id="{1831B32D-EAD8-4919-A42F-E1064E3FBD72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840" y="2496"/>
                    <a:ext cx="1152" cy="384"/>
                    <a:chOff x="3840" y="2496"/>
                    <a:chExt cx="1152" cy="384"/>
                  </a:xfrm>
                </p:grpSpPr>
                <p:sp>
                  <p:nvSpPr>
                    <p:cNvPr id="21" name="Freeform 63">
                      <a:extLst>
                        <a:ext uri="{FF2B5EF4-FFF2-40B4-BE49-F238E27FC236}">
                          <a16:creationId xmlns:a16="http://schemas.microsoft.com/office/drawing/2014/main" id="{25335641-DD77-49D9-84BA-5EE874B2BFC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3840" y="2496"/>
                      <a:ext cx="1152" cy="384"/>
                    </a:xfrm>
                    <a:custGeom>
                      <a:avLst/>
                      <a:gdLst>
                        <a:gd name="T0" fmla="*/ 0 w 1152"/>
                        <a:gd name="T1" fmla="*/ 384 h 384"/>
                        <a:gd name="T2" fmla="*/ 1152 w 1152"/>
                        <a:gd name="T3" fmla="*/ 0 h 384"/>
                        <a:gd name="T4" fmla="*/ 432 w 1152"/>
                        <a:gd name="T5" fmla="*/ 384 h 384"/>
                        <a:gd name="T6" fmla="*/ 0 w 1152"/>
                        <a:gd name="T7" fmla="*/ 384 h 38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</a:cxnLst>
                      <a:rect l="0" t="0" r="r" b="b"/>
                      <a:pathLst>
                        <a:path w="1152" h="384">
                          <a:moveTo>
                            <a:pt x="0" y="384"/>
                          </a:moveTo>
                          <a:lnTo>
                            <a:pt x="1152" y="0"/>
                          </a:lnTo>
                          <a:lnTo>
                            <a:pt x="432" y="384"/>
                          </a:lnTo>
                          <a:lnTo>
                            <a:pt x="0" y="384"/>
                          </a:lnTo>
                          <a:close/>
                        </a:path>
                      </a:pathLst>
                    </a:custGeom>
                    <a:solidFill>
                      <a:srgbClr val="FFFF00"/>
                    </a:soli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 dirty="0"/>
                    </a:p>
                  </p:txBody>
                </p:sp>
                <p:sp>
                  <p:nvSpPr>
                    <p:cNvPr id="22" name="Freeform 50">
                      <a:extLst>
                        <a:ext uri="{FF2B5EF4-FFF2-40B4-BE49-F238E27FC236}">
                          <a16:creationId xmlns:a16="http://schemas.microsoft.com/office/drawing/2014/main" id="{05B48A87-1D8B-48FF-A021-A86C2AB10ED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4272" y="2496"/>
                      <a:ext cx="720" cy="384"/>
                    </a:xfrm>
                    <a:custGeom>
                      <a:avLst/>
                      <a:gdLst>
                        <a:gd name="T0" fmla="*/ 0 w 720"/>
                        <a:gd name="T1" fmla="*/ 384 h 384"/>
                        <a:gd name="T2" fmla="*/ 336 w 720"/>
                        <a:gd name="T3" fmla="*/ 144 h 384"/>
                        <a:gd name="T4" fmla="*/ 720 w 720"/>
                        <a:gd name="T5" fmla="*/ 0 h 38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</a:cxnLst>
                      <a:rect l="0" t="0" r="r" b="b"/>
                      <a:pathLst>
                        <a:path w="720" h="384">
                          <a:moveTo>
                            <a:pt x="0" y="384"/>
                          </a:moveTo>
                          <a:cubicBezTo>
                            <a:pt x="108" y="296"/>
                            <a:pt x="216" y="208"/>
                            <a:pt x="336" y="144"/>
                          </a:cubicBezTo>
                          <a:cubicBezTo>
                            <a:pt x="456" y="80"/>
                            <a:pt x="588" y="40"/>
                            <a:pt x="720" y="0"/>
                          </a:cubicBezTo>
                        </a:path>
                      </a:pathLst>
                    </a:custGeom>
                    <a:solidFill>
                      <a:schemeClr val="bg1"/>
                    </a:soli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  <p:graphicFrame>
                <p:nvGraphicFramePr>
                  <p:cNvPr id="20" name="Object 54">
                    <a:extLst>
                      <a:ext uri="{FF2B5EF4-FFF2-40B4-BE49-F238E27FC236}">
                        <a16:creationId xmlns:a16="http://schemas.microsoft.com/office/drawing/2014/main" id="{18E5237E-C05F-45D9-AB1E-37C17271FD35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570373316"/>
                      </p:ext>
                    </p:extLst>
                  </p:nvPr>
                </p:nvGraphicFramePr>
                <p:xfrm>
                  <a:off x="4185" y="2773"/>
                  <a:ext cx="92" cy="87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236046" name="Equation" r:id="rId3" imgW="241200" imgH="228600" progId="Equation.DSMT4">
                          <p:embed/>
                        </p:oleObj>
                      </mc:Choice>
                      <mc:Fallback>
                        <p:oleObj name="Equation" r:id="rId3" imgW="241200" imgH="228600" progId="Equation.DSMT4">
                          <p:embed/>
                          <p:pic>
                            <p:nvPicPr>
                              <p:cNvPr id="16" name="Object 54">
                                <a:extLst>
                                  <a:ext uri="{FF2B5EF4-FFF2-40B4-BE49-F238E27FC236}">
                                    <a16:creationId xmlns:a16="http://schemas.microsoft.com/office/drawing/2014/main" id="{05ED8AE0-B26F-4009-899C-79257C98C06A}"/>
                                  </a:ext>
                                </a:extLst>
                              </p:cNvPr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4">
                                <a:grayscl/>
                                <a:biLevel thresh="50000"/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4185" y="2773"/>
                                <a:ext cx="92" cy="87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p:grpSp>
            <p:grpSp>
              <p:nvGrpSpPr>
                <p:cNvPr id="7" name="Group 71">
                  <a:extLst>
                    <a:ext uri="{FF2B5EF4-FFF2-40B4-BE49-F238E27FC236}">
                      <a16:creationId xmlns:a16="http://schemas.microsoft.com/office/drawing/2014/main" id="{1258439C-D6CF-4F35-8688-7E3789A180E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683870" y="2776836"/>
                  <a:ext cx="3130550" cy="1568450"/>
                  <a:chOff x="3644" y="2256"/>
                  <a:chExt cx="1972" cy="988"/>
                </a:xfrm>
              </p:grpSpPr>
              <p:graphicFrame>
                <p:nvGraphicFramePr>
                  <p:cNvPr id="11" name="Object 40">
                    <a:extLst>
                      <a:ext uri="{FF2B5EF4-FFF2-40B4-BE49-F238E27FC236}">
                        <a16:creationId xmlns:a16="http://schemas.microsoft.com/office/drawing/2014/main" id="{CA13EC13-B029-421B-A494-76460C649A0A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1305280570"/>
                      </p:ext>
                    </p:extLst>
                  </p:nvPr>
                </p:nvGraphicFramePr>
                <p:xfrm>
                  <a:off x="4220" y="3052"/>
                  <a:ext cx="504" cy="192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236047" name="Equation" r:id="rId5" imgW="799920" imgH="304560" progId="Equation.DSMT4">
                          <p:embed/>
                        </p:oleObj>
                      </mc:Choice>
                      <mc:Fallback>
                        <p:oleObj name="Equation" r:id="rId5" imgW="799920" imgH="304560" progId="Equation.DSMT4">
                          <p:embed/>
                          <p:pic>
                            <p:nvPicPr>
                              <p:cNvPr id="20" name="Object 40">
                                <a:extLst>
                                  <a:ext uri="{FF2B5EF4-FFF2-40B4-BE49-F238E27FC236}">
                                    <a16:creationId xmlns:a16="http://schemas.microsoft.com/office/drawing/2014/main" id="{8BC524DC-7B41-4F21-B307-3EC14CE6F0B6}"/>
                                  </a:ext>
                                </a:extLst>
                              </p:cNvPr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6"/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4220" y="3052"/>
                                <a:ext cx="504" cy="192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pSp>
                <p:nvGrpSpPr>
                  <p:cNvPr id="12" name="Group 43">
                    <a:extLst>
                      <a:ext uri="{FF2B5EF4-FFF2-40B4-BE49-F238E27FC236}">
                        <a16:creationId xmlns:a16="http://schemas.microsoft.com/office/drawing/2014/main" id="{3893938C-A2AD-4FD2-B878-CDC2AA6D724D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644" y="2256"/>
                    <a:ext cx="1972" cy="918"/>
                    <a:chOff x="3644" y="2256"/>
                    <a:chExt cx="1972" cy="918"/>
                  </a:xfrm>
                </p:grpSpPr>
                <p:sp>
                  <p:nvSpPr>
                    <p:cNvPr id="13" name="Line 33">
                      <a:extLst>
                        <a:ext uri="{FF2B5EF4-FFF2-40B4-BE49-F238E27FC236}">
                          <a16:creationId xmlns:a16="http://schemas.microsoft.com/office/drawing/2014/main" id="{B51743A0-078A-477C-B22E-1E0BDFAC2EDA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857" y="2879"/>
                      <a:ext cx="1759" cy="1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  <a:round/>
                      <a:headEnd/>
                      <a:tailEnd type="triangle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dirty="0"/>
                    </a:p>
                  </p:txBody>
                </p:sp>
                <p:sp>
                  <p:nvSpPr>
                    <p:cNvPr id="14" name="Line 34">
                      <a:extLst>
                        <a:ext uri="{FF2B5EF4-FFF2-40B4-BE49-F238E27FC236}">
                          <a16:creationId xmlns:a16="http://schemas.microsoft.com/office/drawing/2014/main" id="{08E606F2-CB13-4D32-B602-D9EBA49F7B49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3850" y="2256"/>
                      <a:ext cx="1" cy="918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  <a:round/>
                      <a:headEnd/>
                      <a:tailEnd type="triangle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5" name="Freeform 35">
                      <a:extLst>
                        <a:ext uri="{FF2B5EF4-FFF2-40B4-BE49-F238E27FC236}">
                          <a16:creationId xmlns:a16="http://schemas.microsoft.com/office/drawing/2014/main" id="{3928E4D1-38C0-4560-A7C7-62E5B232B01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4055" y="2347"/>
                      <a:ext cx="1462" cy="801"/>
                    </a:xfrm>
                    <a:custGeom>
                      <a:avLst/>
                      <a:gdLst>
                        <a:gd name="T0" fmla="*/ 0 w 1623"/>
                        <a:gd name="T1" fmla="*/ 890 h 890"/>
                        <a:gd name="T2" fmla="*/ 66 w 1623"/>
                        <a:gd name="T3" fmla="*/ 780 h 890"/>
                        <a:gd name="T4" fmla="*/ 139 w 1623"/>
                        <a:gd name="T5" fmla="*/ 693 h 890"/>
                        <a:gd name="T6" fmla="*/ 212 w 1623"/>
                        <a:gd name="T7" fmla="*/ 620 h 890"/>
                        <a:gd name="T8" fmla="*/ 270 w 1623"/>
                        <a:gd name="T9" fmla="*/ 562 h 890"/>
                        <a:gd name="T10" fmla="*/ 343 w 1623"/>
                        <a:gd name="T11" fmla="*/ 503 h 890"/>
                        <a:gd name="T12" fmla="*/ 409 w 1623"/>
                        <a:gd name="T13" fmla="*/ 459 h 890"/>
                        <a:gd name="T14" fmla="*/ 482 w 1623"/>
                        <a:gd name="T15" fmla="*/ 416 h 890"/>
                        <a:gd name="T16" fmla="*/ 548 w 1623"/>
                        <a:gd name="T17" fmla="*/ 372 h 890"/>
                        <a:gd name="T18" fmla="*/ 614 w 1623"/>
                        <a:gd name="T19" fmla="*/ 336 h 890"/>
                        <a:gd name="T20" fmla="*/ 680 w 1623"/>
                        <a:gd name="T21" fmla="*/ 306 h 890"/>
                        <a:gd name="T22" fmla="*/ 745 w 1623"/>
                        <a:gd name="T23" fmla="*/ 277 h 890"/>
                        <a:gd name="T24" fmla="*/ 811 w 1623"/>
                        <a:gd name="T25" fmla="*/ 248 h 890"/>
                        <a:gd name="T26" fmla="*/ 884 w 1623"/>
                        <a:gd name="T27" fmla="*/ 219 h 890"/>
                        <a:gd name="T28" fmla="*/ 950 w 1623"/>
                        <a:gd name="T29" fmla="*/ 197 h 890"/>
                        <a:gd name="T30" fmla="*/ 1016 w 1623"/>
                        <a:gd name="T31" fmla="*/ 168 h 890"/>
                        <a:gd name="T32" fmla="*/ 1082 w 1623"/>
                        <a:gd name="T33" fmla="*/ 146 h 890"/>
                        <a:gd name="T34" fmla="*/ 1147 w 1623"/>
                        <a:gd name="T35" fmla="*/ 124 h 890"/>
                        <a:gd name="T36" fmla="*/ 1221 w 1623"/>
                        <a:gd name="T37" fmla="*/ 109 h 890"/>
                        <a:gd name="T38" fmla="*/ 1286 w 1623"/>
                        <a:gd name="T39" fmla="*/ 88 h 890"/>
                        <a:gd name="T40" fmla="*/ 1359 w 1623"/>
                        <a:gd name="T41" fmla="*/ 66 h 890"/>
                        <a:gd name="T42" fmla="*/ 1425 w 1623"/>
                        <a:gd name="T43" fmla="*/ 51 h 890"/>
                        <a:gd name="T44" fmla="*/ 1491 w 1623"/>
                        <a:gd name="T45" fmla="*/ 37 h 890"/>
                        <a:gd name="T46" fmla="*/ 1557 w 1623"/>
                        <a:gd name="T47" fmla="*/ 15 h 890"/>
                        <a:gd name="T48" fmla="*/ 1623 w 1623"/>
                        <a:gd name="T49" fmla="*/ 0 h 89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</a:cxnLst>
                      <a:rect l="0" t="0" r="r" b="b"/>
                      <a:pathLst>
                        <a:path w="1623" h="890">
                          <a:moveTo>
                            <a:pt x="0" y="890"/>
                          </a:moveTo>
                          <a:lnTo>
                            <a:pt x="66" y="780"/>
                          </a:lnTo>
                          <a:lnTo>
                            <a:pt x="139" y="693"/>
                          </a:lnTo>
                          <a:lnTo>
                            <a:pt x="212" y="620"/>
                          </a:lnTo>
                          <a:lnTo>
                            <a:pt x="270" y="562"/>
                          </a:lnTo>
                          <a:lnTo>
                            <a:pt x="343" y="503"/>
                          </a:lnTo>
                          <a:lnTo>
                            <a:pt x="409" y="459"/>
                          </a:lnTo>
                          <a:lnTo>
                            <a:pt x="482" y="416"/>
                          </a:lnTo>
                          <a:lnTo>
                            <a:pt x="548" y="372"/>
                          </a:lnTo>
                          <a:lnTo>
                            <a:pt x="614" y="336"/>
                          </a:lnTo>
                          <a:lnTo>
                            <a:pt x="680" y="306"/>
                          </a:lnTo>
                          <a:lnTo>
                            <a:pt x="745" y="277"/>
                          </a:lnTo>
                          <a:lnTo>
                            <a:pt x="811" y="248"/>
                          </a:lnTo>
                          <a:lnTo>
                            <a:pt x="884" y="219"/>
                          </a:lnTo>
                          <a:lnTo>
                            <a:pt x="950" y="197"/>
                          </a:lnTo>
                          <a:lnTo>
                            <a:pt x="1016" y="168"/>
                          </a:lnTo>
                          <a:lnTo>
                            <a:pt x="1082" y="146"/>
                          </a:lnTo>
                          <a:lnTo>
                            <a:pt x="1147" y="124"/>
                          </a:lnTo>
                          <a:lnTo>
                            <a:pt x="1221" y="109"/>
                          </a:lnTo>
                          <a:lnTo>
                            <a:pt x="1286" y="88"/>
                          </a:lnTo>
                          <a:lnTo>
                            <a:pt x="1359" y="66"/>
                          </a:lnTo>
                          <a:lnTo>
                            <a:pt x="1425" y="51"/>
                          </a:lnTo>
                          <a:lnTo>
                            <a:pt x="1491" y="37"/>
                          </a:lnTo>
                          <a:lnTo>
                            <a:pt x="1557" y="15"/>
                          </a:lnTo>
                          <a:lnTo>
                            <a:pt x="1623" y="0"/>
                          </a:lnTo>
                        </a:path>
                      </a:pathLst>
                    </a:custGeom>
                    <a:noFill/>
                    <a:ln w="19050" cmpd="sng">
                      <a:solidFill>
                        <a:srgbClr val="FF0000"/>
                      </a:solidFill>
                      <a:prstDash val="solid"/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graphicFrame>
                  <p:nvGraphicFramePr>
                    <p:cNvPr id="16" name="Object 38">
                      <a:extLst>
                        <a:ext uri="{FF2B5EF4-FFF2-40B4-BE49-F238E27FC236}">
                          <a16:creationId xmlns:a16="http://schemas.microsoft.com/office/drawing/2014/main" id="{2BCFF7EF-ED57-47EC-9A6C-2DFE63BA5EFA}"/>
                        </a:ext>
                      </a:extLst>
                    </p:cNvPr>
                    <p:cNvGraphicFramePr>
                      <a:graphicFrameLocks noChangeAspect="1"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3067290861"/>
                        </p:ext>
                      </p:extLst>
                    </p:nvPr>
                  </p:nvGraphicFramePr>
                  <p:xfrm>
                    <a:off x="3656" y="2300"/>
                    <a:ext cx="120" cy="152"/>
                  </p:xfrm>
                  <a:graphic>
                    <a:graphicData uri="http://schemas.openxmlformats.org/presentationml/2006/ole">
                      <mc:AlternateContent xmlns:mc="http://schemas.openxmlformats.org/markup-compatibility/2006">
                        <mc:Choice xmlns:v="urn:schemas-microsoft-com:vml" Requires="v">
                          <p:oleObj spid="_x0000_s236048" name="Equation" r:id="rId7" imgW="190440" imgH="241200" progId="Equation.DSMT4">
                            <p:embed/>
                          </p:oleObj>
                        </mc:Choice>
                        <mc:Fallback>
                          <p:oleObj name="Equation" r:id="rId7" imgW="190440" imgH="241200" progId="Equation.DSMT4">
                            <p:embed/>
                            <p:pic>
                              <p:nvPicPr>
                                <p:cNvPr id="25" name="Object 38">
                                  <a:extLst>
                                    <a:ext uri="{FF2B5EF4-FFF2-40B4-BE49-F238E27FC236}">
                                      <a16:creationId xmlns:a16="http://schemas.microsoft.com/office/drawing/2014/main" id="{89F304C2-6F82-4EB7-B0D6-264210D3B22B}"/>
                                    </a:ext>
                                  </a:extLst>
                                </p:cNvPr>
                                <p:cNvPicPr>
                                  <a:picLocks noChangeAspect="1" noChangeArrowheads="1"/>
                                </p:cNvPicPr>
                                <p:nvPr/>
                              </p:nvPicPr>
                              <p:blipFill>
                                <a:blip r:embed="rId8">
                                  <a:grayscl/>
                                  <a:biLevel thresh="50000"/>
                                </a:blip>
                                <a:srcRect/>
                                <a:stretch>
                                  <a:fillRect/>
                                </a:stretch>
                              </p:blipFill>
                              <p:spPr bwMode="auto">
                                <a:xfrm>
                                  <a:off x="3656" y="2300"/>
                                  <a:ext cx="120" cy="152"/>
                                </a:xfrm>
                                <a:prstGeom prst="rect">
                                  <a:avLst/>
                                </a:prstGeom>
                                <a:noFill/>
                                <a:ln>
                                  <a:noFill/>
                                </a:ln>
                                <a:effectLst/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rgbClr val="FFFFFF"/>
                                      </a:solidFill>
                                    </a14:hiddenFill>
                                  </a:ext>
                                  <a:ext uri="{91240B29-F687-4F45-9708-019B960494DF}">
                                    <a14:hiddenLine xmlns:a14="http://schemas.microsoft.com/office/drawing/2010/main" w="9525">
                                      <a:solidFill>
                                        <a:srgbClr val="000000"/>
                                      </a:solidFill>
                                      <a:miter lim="800000"/>
                                      <a:headEnd/>
                                      <a:tailEnd/>
                                    </a14:hiddenLine>
                                  </a:ext>
                                  <a:ext uri="{AF507438-7753-43E0-B8FC-AC1667EBCBE1}">
                                    <a14:hiddenEffects xmlns:a14="http://schemas.microsoft.com/office/drawing/2010/main">
                                      <a:effectLst>
                                        <a:outerShdw dist="35921" dir="2700000" algn="ctr" rotWithShape="0">
                                          <a:srgbClr val="808080"/>
                                        </a:outerShdw>
                                      </a:effectLst>
                                    </a14:hiddenEffects>
                                  </a:ext>
                                </a:extLst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  <p:graphicFrame>
                  <p:nvGraphicFramePr>
                    <p:cNvPr id="17" name="Object 39">
                      <a:extLst>
                        <a:ext uri="{FF2B5EF4-FFF2-40B4-BE49-F238E27FC236}">
                          <a16:creationId xmlns:a16="http://schemas.microsoft.com/office/drawing/2014/main" id="{DB3D0377-66F6-4867-B67A-D375516E4879}"/>
                        </a:ext>
                      </a:extLst>
                    </p:cNvPr>
                    <p:cNvGraphicFramePr>
                      <a:graphicFrameLocks noChangeAspect="1"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1113326943"/>
                        </p:ext>
                      </p:extLst>
                    </p:nvPr>
                  </p:nvGraphicFramePr>
                  <p:xfrm>
                    <a:off x="3644" y="2828"/>
                    <a:ext cx="144" cy="152"/>
                  </p:xfrm>
                  <a:graphic>
                    <a:graphicData uri="http://schemas.openxmlformats.org/presentationml/2006/ole">
                      <mc:AlternateContent xmlns:mc="http://schemas.openxmlformats.org/markup-compatibility/2006">
                        <mc:Choice xmlns:v="urn:schemas-microsoft-com:vml" Requires="v">
                          <p:oleObj spid="_x0000_s236049" name="Equation" r:id="rId9" imgW="228600" imgH="241200" progId="Equation.DSMT4">
                            <p:embed/>
                          </p:oleObj>
                        </mc:Choice>
                        <mc:Fallback>
                          <p:oleObj name="Equation" r:id="rId9" imgW="228600" imgH="241200" progId="Equation.DSMT4">
                            <p:embed/>
                            <p:pic>
                              <p:nvPicPr>
                                <p:cNvPr id="26" name="Object 39">
                                  <a:extLst>
                                    <a:ext uri="{FF2B5EF4-FFF2-40B4-BE49-F238E27FC236}">
                                      <a16:creationId xmlns:a16="http://schemas.microsoft.com/office/drawing/2014/main" id="{16056127-24E6-4067-8355-7A108575BBA5}"/>
                                    </a:ext>
                                  </a:extLst>
                                </p:cNvPr>
                                <p:cNvPicPr>
                                  <a:picLocks noChangeAspect="1" noChangeArrowheads="1"/>
                                </p:cNvPicPr>
                                <p:nvPr/>
                              </p:nvPicPr>
                              <p:blipFill>
                                <a:blip r:embed="rId10">
                                  <a:grayscl/>
                                  <a:biLevel thresh="50000"/>
                                </a:blip>
                                <a:srcRect/>
                                <a:stretch>
                                  <a:fillRect/>
                                </a:stretch>
                              </p:blipFill>
                              <p:spPr bwMode="auto">
                                <a:xfrm>
                                  <a:off x="3644" y="2828"/>
                                  <a:ext cx="144" cy="152"/>
                                </a:xfrm>
                                <a:prstGeom prst="rect">
                                  <a:avLst/>
                                </a:prstGeom>
                                <a:noFill/>
                                <a:ln>
                                  <a:noFill/>
                                </a:ln>
                                <a:effectLst/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rgbClr val="FFFFFF"/>
                                      </a:solidFill>
                                    </a14:hiddenFill>
                                  </a:ext>
                                  <a:ext uri="{91240B29-F687-4F45-9708-019B960494DF}">
                                    <a14:hiddenLine xmlns:a14="http://schemas.microsoft.com/office/drawing/2010/main" w="9525">
                                      <a:solidFill>
                                        <a:srgbClr val="000000"/>
                                      </a:solidFill>
                                      <a:miter lim="800000"/>
                                      <a:headEnd/>
                                      <a:tailEnd/>
                                    </a14:hiddenLine>
                                  </a:ext>
                                  <a:ext uri="{AF507438-7753-43E0-B8FC-AC1667EBCBE1}">
                                    <a14:hiddenEffects xmlns:a14="http://schemas.microsoft.com/office/drawing/2010/main">
                                      <a:effectLst>
                                        <a:outerShdw dist="35921" dir="2700000" algn="ctr" rotWithShape="0">
                                          <a:srgbClr val="808080"/>
                                        </a:outerShdw>
                                      </a:effectLst>
                                    </a14:hiddenEffects>
                                  </a:ext>
                                </a:extLst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  <p:graphicFrame>
                  <p:nvGraphicFramePr>
                    <p:cNvPr id="18" name="Object 41">
                      <a:extLst>
                        <a:ext uri="{FF2B5EF4-FFF2-40B4-BE49-F238E27FC236}">
                          <a16:creationId xmlns:a16="http://schemas.microsoft.com/office/drawing/2014/main" id="{994CD777-F038-424F-8F90-3FF8E5A47EAF}"/>
                        </a:ext>
                      </a:extLst>
                    </p:cNvPr>
                    <p:cNvGraphicFramePr>
                      <a:graphicFrameLocks noChangeAspect="1"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299635579"/>
                        </p:ext>
                      </p:extLst>
                    </p:nvPr>
                  </p:nvGraphicFramePr>
                  <p:xfrm>
                    <a:off x="5492" y="2956"/>
                    <a:ext cx="112" cy="120"/>
                  </p:xfrm>
                  <a:graphic>
                    <a:graphicData uri="http://schemas.openxmlformats.org/presentationml/2006/ole">
                      <mc:AlternateContent xmlns:mc="http://schemas.openxmlformats.org/markup-compatibility/2006">
                        <mc:Choice xmlns:v="urn:schemas-microsoft-com:vml" Requires="v">
                          <p:oleObj spid="_x0000_s236050" name="Equation" r:id="rId11" imgW="177480" imgH="190440" progId="Equation.DSMT4">
                            <p:embed/>
                          </p:oleObj>
                        </mc:Choice>
                        <mc:Fallback>
                          <p:oleObj name="Equation" r:id="rId11" imgW="177480" imgH="190440" progId="Equation.DSMT4">
                            <p:embed/>
                            <p:pic>
                              <p:nvPicPr>
                                <p:cNvPr id="27" name="Object 41">
                                  <a:extLst>
                                    <a:ext uri="{FF2B5EF4-FFF2-40B4-BE49-F238E27FC236}">
                                      <a16:creationId xmlns:a16="http://schemas.microsoft.com/office/drawing/2014/main" id="{7F29744B-BDED-47F0-A3A3-006808527261}"/>
                                    </a:ext>
                                  </a:extLst>
                                </p:cNvPr>
                                <p:cNvPicPr>
                                  <a:picLocks noChangeAspect="1" noChangeArrowheads="1"/>
                                </p:cNvPicPr>
                                <p:nvPr/>
                              </p:nvPicPr>
                              <p:blipFill>
                                <a:blip r:embed="rId12">
                                  <a:grayscl/>
                                  <a:biLevel thresh="50000"/>
                                </a:blip>
                                <a:srcRect/>
                                <a:stretch>
                                  <a:fillRect/>
                                </a:stretch>
                              </p:blipFill>
                              <p:spPr bwMode="auto">
                                <a:xfrm>
                                  <a:off x="5492" y="2956"/>
                                  <a:ext cx="112" cy="120"/>
                                </a:xfrm>
                                <a:prstGeom prst="rect">
                                  <a:avLst/>
                                </a:prstGeom>
                                <a:noFill/>
                                <a:ln>
                                  <a:noFill/>
                                </a:ln>
                                <a:effectLst/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rgbClr val="FFFFFF"/>
                                      </a:solidFill>
                                    </a14:hiddenFill>
                                  </a:ext>
                                  <a:ext uri="{91240B29-F687-4F45-9708-019B960494DF}">
                                    <a14:hiddenLine xmlns:a14="http://schemas.microsoft.com/office/drawing/2010/main" w="9525">
                                      <a:solidFill>
                                        <a:srgbClr val="000000"/>
                                      </a:solidFill>
                                      <a:miter lim="800000"/>
                                      <a:headEnd/>
                                      <a:tailEnd/>
                                    </a14:hiddenLine>
                                  </a:ext>
                                  <a:ext uri="{AF507438-7753-43E0-B8FC-AC1667EBCBE1}">
                                    <a14:hiddenEffects xmlns:a14="http://schemas.microsoft.com/office/drawing/2010/main">
                                      <a:effectLst>
                                        <a:outerShdw dist="35921" dir="2700000" algn="ctr" rotWithShape="0">
                                          <a:srgbClr val="808080"/>
                                        </a:outerShdw>
                                      </a:effectLst>
                                    </a14:hiddenEffects>
                                  </a:ext>
                                </a:extLst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</p:grpSp>
            </p:grpSp>
            <p:sp>
              <p:nvSpPr>
                <p:cNvPr id="8" name="Line 36">
                  <a:extLst>
                    <a:ext uri="{FF2B5EF4-FFF2-40B4-BE49-F238E27FC236}">
                      <a16:creationId xmlns:a16="http://schemas.microsoft.com/office/drawing/2014/main" id="{C72E0D34-B5F1-46D9-946A-BB53E207ECE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6010895" y="2870499"/>
                  <a:ext cx="2646363" cy="895350"/>
                </a:xfrm>
                <a:prstGeom prst="line">
                  <a:avLst/>
                </a:prstGeom>
                <a:noFill/>
                <a:ln w="15875">
                  <a:solidFill>
                    <a:srgbClr val="0064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" name="Line 62">
                  <a:extLst>
                    <a:ext uri="{FF2B5EF4-FFF2-40B4-BE49-F238E27FC236}">
                      <a16:creationId xmlns:a16="http://schemas.microsoft.com/office/drawing/2014/main" id="{F7BE26E1-9303-4D81-8D0E-B45A6104960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6009308" y="3157837"/>
                  <a:ext cx="1752600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10" name="对象 9">
                  <a:extLst>
                    <a:ext uri="{FF2B5EF4-FFF2-40B4-BE49-F238E27FC236}">
                      <a16:creationId xmlns:a16="http://schemas.microsoft.com/office/drawing/2014/main" id="{DAF006F3-8353-4DC9-9A8F-A197D18360D0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873421528"/>
                    </p:ext>
                  </p:extLst>
                </p:nvPr>
              </p:nvGraphicFramePr>
              <p:xfrm>
                <a:off x="6595154" y="4353342"/>
                <a:ext cx="635000" cy="2921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36051" name="Equation" r:id="rId13" imgW="634680" imgH="291960" progId="Equation.DSMT4">
                        <p:embed/>
                      </p:oleObj>
                    </mc:Choice>
                    <mc:Fallback>
                      <p:oleObj name="Equation" r:id="rId13" imgW="634680" imgH="291960" progId="Equation.DSMT4">
                        <p:embed/>
                        <p:pic>
                          <p:nvPicPr>
                            <p:cNvPr id="34" name="对象 33">
                              <a:extLst>
                                <a:ext uri="{FF2B5EF4-FFF2-40B4-BE49-F238E27FC236}">
                                  <a16:creationId xmlns:a16="http://schemas.microsoft.com/office/drawing/2014/main" id="{1357BF69-7E64-4F5E-81C8-B933E60806D7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14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6595154" y="4353342"/>
                              <a:ext cx="635000" cy="29210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aphicFrame>
            <p:nvGraphicFramePr>
              <p:cNvPr id="4" name="Object 42">
                <a:extLst>
                  <a:ext uri="{FF2B5EF4-FFF2-40B4-BE49-F238E27FC236}">
                    <a16:creationId xmlns:a16="http://schemas.microsoft.com/office/drawing/2014/main" id="{221A25D6-822B-436A-8752-BC3E11EC69B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892046141"/>
                  </p:ext>
                </p:extLst>
              </p:nvPr>
            </p:nvGraphicFramePr>
            <p:xfrm>
              <a:off x="7740253" y="3638651"/>
              <a:ext cx="241300" cy="330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36052" name="Equation" r:id="rId15" imgW="241200" imgH="330120" progId="Equation.DSMT4">
                      <p:embed/>
                    </p:oleObj>
                  </mc:Choice>
                  <mc:Fallback>
                    <p:oleObj name="Equation" r:id="rId15" imgW="241200" imgH="330120" progId="Equation.DSMT4">
                      <p:embed/>
                      <p:pic>
                        <p:nvPicPr>
                          <p:cNvPr id="37" name="Object 42">
                            <a:extLst>
                              <a:ext uri="{FF2B5EF4-FFF2-40B4-BE49-F238E27FC236}">
                                <a16:creationId xmlns:a16="http://schemas.microsoft.com/office/drawing/2014/main" id="{2FA9B7DA-58BF-403D-953D-B5F6AA2D9708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grayscl/>
                            <a:biLevel thresh="50000"/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740253" y="3638651"/>
                            <a:ext cx="241300" cy="3302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23" name="对象 22">
              <a:extLst>
                <a:ext uri="{FF2B5EF4-FFF2-40B4-BE49-F238E27FC236}">
                  <a16:creationId xmlns:a16="http://schemas.microsoft.com/office/drawing/2014/main" id="{E711BEDF-4E66-464C-9D2F-FAF2F8C974A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33651723"/>
                </p:ext>
              </p:extLst>
            </p:nvPr>
          </p:nvGraphicFramePr>
          <p:xfrm>
            <a:off x="7537053" y="505887"/>
            <a:ext cx="749300" cy="609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6053" name="Equation" r:id="rId17" imgW="749160" imgH="609480" progId="Equation.DSMT4">
                    <p:embed/>
                  </p:oleObj>
                </mc:Choice>
                <mc:Fallback>
                  <p:oleObj name="Equation" r:id="rId17" imgW="749160" imgH="609480" progId="Equation.DSMT4">
                    <p:embed/>
                    <p:pic>
                      <p:nvPicPr>
                        <p:cNvPr id="48" name="对象 47">
                          <a:extLst>
                            <a:ext uri="{FF2B5EF4-FFF2-40B4-BE49-F238E27FC236}">
                              <a16:creationId xmlns:a16="http://schemas.microsoft.com/office/drawing/2014/main" id="{07B80BFA-155E-4638-9C5A-A0EBE341D08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7537053" y="505887"/>
                          <a:ext cx="749300" cy="609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" name="对象 23">
              <a:extLst>
                <a:ext uri="{FF2B5EF4-FFF2-40B4-BE49-F238E27FC236}">
                  <a16:creationId xmlns:a16="http://schemas.microsoft.com/office/drawing/2014/main" id="{5F52196C-9B96-4357-AD20-C22D0EFF2BA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16345884"/>
                </p:ext>
              </p:extLst>
            </p:nvPr>
          </p:nvGraphicFramePr>
          <p:xfrm>
            <a:off x="7982621" y="1876284"/>
            <a:ext cx="330200" cy="304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6054" name="Equation" r:id="rId19" imgW="330120" imgH="304560" progId="Equation.DSMT4">
                    <p:embed/>
                  </p:oleObj>
                </mc:Choice>
                <mc:Fallback>
                  <p:oleObj name="Equation" r:id="rId19" imgW="330120" imgH="304560" progId="Equation.DSMT4">
                    <p:embed/>
                    <p:pic>
                      <p:nvPicPr>
                        <p:cNvPr id="49" name="对象 48">
                          <a:extLst>
                            <a:ext uri="{FF2B5EF4-FFF2-40B4-BE49-F238E27FC236}">
                              <a16:creationId xmlns:a16="http://schemas.microsoft.com/office/drawing/2014/main" id="{EE1530D2-DF78-442F-B373-D2B9324B74D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7982621" y="1876284"/>
                          <a:ext cx="330200" cy="304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" name="对象 24">
              <a:extLst>
                <a:ext uri="{FF2B5EF4-FFF2-40B4-BE49-F238E27FC236}">
                  <a16:creationId xmlns:a16="http://schemas.microsoft.com/office/drawing/2014/main" id="{73F9F12D-B43B-4F05-B48B-2BF572BA54D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93739441"/>
                </p:ext>
              </p:extLst>
            </p:nvPr>
          </p:nvGraphicFramePr>
          <p:xfrm>
            <a:off x="5892811" y="1154708"/>
            <a:ext cx="1143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6055" name="Equation" r:id="rId21" imgW="114120" imgH="228600" progId="Equation.DSMT4">
                    <p:embed/>
                  </p:oleObj>
                </mc:Choice>
                <mc:Fallback>
                  <p:oleObj name="Equation" r:id="rId21" imgW="114120" imgH="228600" progId="Equation.DSMT4">
                    <p:embed/>
                    <p:pic>
                      <p:nvPicPr>
                        <p:cNvPr id="52" name="对象 51">
                          <a:extLst>
                            <a:ext uri="{FF2B5EF4-FFF2-40B4-BE49-F238E27FC236}">
                              <a16:creationId xmlns:a16="http://schemas.microsoft.com/office/drawing/2014/main" id="{EE210ABB-7A03-491C-9AE1-481090996554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5892811" y="1154708"/>
                          <a:ext cx="114300" cy="228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7" name="Text Box 29">
            <a:extLst>
              <a:ext uri="{FF2B5EF4-FFF2-40B4-BE49-F238E27FC236}">
                <a16:creationId xmlns:a16="http://schemas.microsoft.com/office/drawing/2014/main" id="{57329AE7-C9EA-434A-B54D-B4304BE5B8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500" y="447148"/>
            <a:ext cx="172194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面积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</a:t>
            </a:r>
          </a:p>
        </p:txBody>
      </p:sp>
      <p:graphicFrame>
        <p:nvGraphicFramePr>
          <p:cNvPr id="29" name="Object 69">
            <a:extLst>
              <a:ext uri="{FF2B5EF4-FFF2-40B4-BE49-F238E27FC236}">
                <a16:creationId xmlns:a16="http://schemas.microsoft.com/office/drawing/2014/main" id="{E871A359-8E8B-4BE8-9B47-AA00B755E91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5487421"/>
              </p:ext>
            </p:extLst>
          </p:nvPr>
        </p:nvGraphicFramePr>
        <p:xfrm>
          <a:off x="1858566" y="331519"/>
          <a:ext cx="3211512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056" name="Equation" r:id="rId23" imgW="3213000" imgH="723600" progId="Equation.DSMT4">
                  <p:embed/>
                </p:oleObj>
              </mc:Choice>
              <mc:Fallback>
                <p:oleObj name="Equation" r:id="rId23" imgW="3213000" imgH="723600" progId="Equation.DSMT4">
                  <p:embed/>
                  <p:pic>
                    <p:nvPicPr>
                      <p:cNvPr id="53317" name="Object 69">
                        <a:extLst>
                          <a:ext uri="{FF2B5EF4-FFF2-40B4-BE49-F238E27FC236}">
                            <a16:creationId xmlns:a16="http://schemas.microsoft.com/office/drawing/2014/main" id="{7A7E16DD-8F28-4E0C-873B-F438DB67A0B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8566" y="331519"/>
                        <a:ext cx="3211512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7" name="组合 46">
            <a:extLst>
              <a:ext uri="{FF2B5EF4-FFF2-40B4-BE49-F238E27FC236}">
                <a16:creationId xmlns:a16="http://schemas.microsoft.com/office/drawing/2014/main" id="{F536BFB1-C228-43B4-B689-7DB597708BCE}"/>
              </a:ext>
            </a:extLst>
          </p:cNvPr>
          <p:cNvGrpSpPr/>
          <p:nvPr/>
        </p:nvGrpSpPr>
        <p:grpSpPr>
          <a:xfrm>
            <a:off x="648589" y="995007"/>
            <a:ext cx="4683426" cy="461665"/>
            <a:chOff x="648589" y="995007"/>
            <a:chExt cx="4683426" cy="461665"/>
          </a:xfrm>
        </p:grpSpPr>
        <p:sp>
          <p:nvSpPr>
            <p:cNvPr id="30" name="Text Box 14">
              <a:extLst>
                <a:ext uri="{FF2B5EF4-FFF2-40B4-BE49-F238E27FC236}">
                  <a16:creationId xmlns:a16="http://schemas.microsoft.com/office/drawing/2014/main" id="{4363A316-EF61-404A-A5E2-65CAFDB3CA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8589" y="995007"/>
              <a:ext cx="468342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(2)  </a:t>
              </a:r>
              <a:r>
                <a:rPr lang="zh-CN" altLang="en-US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切线、</a:t>
              </a:r>
              <a:r>
                <a:rPr lang="en-US" altLang="zh-CN" sz="2400" i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x</a:t>
              </a:r>
              <a:r>
                <a:rPr lang="en-US" altLang="zh-CN" sz="2400" b="1" i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 </a:t>
              </a:r>
              <a:r>
                <a:rPr lang="zh-CN" altLang="en-US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轴及直线         所围</a:t>
              </a:r>
            </a:p>
          </p:txBody>
        </p:sp>
        <p:graphicFrame>
          <p:nvGraphicFramePr>
            <p:cNvPr id="33" name="Object 25">
              <a:extLst>
                <a:ext uri="{FF2B5EF4-FFF2-40B4-BE49-F238E27FC236}">
                  <a16:creationId xmlns:a16="http://schemas.microsoft.com/office/drawing/2014/main" id="{1CB7F8EE-C7C3-4CFE-8514-7FD09817DDC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90584888"/>
                </p:ext>
              </p:extLst>
            </p:nvPr>
          </p:nvGraphicFramePr>
          <p:xfrm>
            <a:off x="3635896" y="1167408"/>
            <a:ext cx="635000" cy="215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6057" name="Equation" r:id="rId25" imgW="634680" imgH="215640" progId="Equation.DSMT4">
                    <p:embed/>
                  </p:oleObj>
                </mc:Choice>
                <mc:Fallback>
                  <p:oleObj name="Equation" r:id="rId25" imgW="634680" imgH="215640" progId="Equation.DSMT4">
                    <p:embed/>
                    <p:pic>
                      <p:nvPicPr>
                        <p:cNvPr id="55321" name="Object 25">
                          <a:extLst>
                            <a:ext uri="{FF2B5EF4-FFF2-40B4-BE49-F238E27FC236}">
                              <a16:creationId xmlns:a16="http://schemas.microsoft.com/office/drawing/2014/main" id="{A3BEE94F-A62B-42BC-86B2-894FFF0E2B4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35896" y="1167408"/>
                          <a:ext cx="635000" cy="215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7F8FEA5C-99A3-41F8-A7AA-2954E2E817C3}"/>
              </a:ext>
            </a:extLst>
          </p:cNvPr>
          <p:cNvGrpSpPr/>
          <p:nvPr/>
        </p:nvGrpSpPr>
        <p:grpSpPr>
          <a:xfrm>
            <a:off x="181512" y="1609374"/>
            <a:ext cx="4916730" cy="461666"/>
            <a:chOff x="181512" y="1609374"/>
            <a:chExt cx="4916730" cy="461666"/>
          </a:xfrm>
        </p:grpSpPr>
        <p:graphicFrame>
          <p:nvGraphicFramePr>
            <p:cNvPr id="31" name="Object 15">
              <a:extLst>
                <a:ext uri="{FF2B5EF4-FFF2-40B4-BE49-F238E27FC236}">
                  <a16:creationId xmlns:a16="http://schemas.microsoft.com/office/drawing/2014/main" id="{9B2F888D-F5BD-4D2D-81A4-5DB732C50E6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53849417"/>
                </p:ext>
              </p:extLst>
            </p:nvPr>
          </p:nvGraphicFramePr>
          <p:xfrm>
            <a:off x="2121830" y="1738908"/>
            <a:ext cx="635000" cy="215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6058" name="Equation" r:id="rId27" imgW="634680" imgH="215640" progId="Equation.DSMT4">
                    <p:embed/>
                  </p:oleObj>
                </mc:Choice>
                <mc:Fallback>
                  <p:oleObj name="Equation" r:id="rId27" imgW="634680" imgH="215640" progId="Equation.DSMT4">
                    <p:embed/>
                    <p:pic>
                      <p:nvPicPr>
                        <p:cNvPr id="55311" name="Object 15">
                          <a:extLst>
                            <a:ext uri="{FF2B5EF4-FFF2-40B4-BE49-F238E27FC236}">
                              <a16:creationId xmlns:a16="http://schemas.microsoft.com/office/drawing/2014/main" id="{DA70C249-F28C-42E5-849C-8CBD6FF491D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21830" y="1738908"/>
                          <a:ext cx="635000" cy="215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" name="Text Box 93">
              <a:extLst>
                <a:ext uri="{FF2B5EF4-FFF2-40B4-BE49-F238E27FC236}">
                  <a16:creationId xmlns:a16="http://schemas.microsoft.com/office/drawing/2014/main" id="{23A68DE6-0EC9-4655-89EA-07762BD5C0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1512" y="1609375"/>
              <a:ext cx="2031325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400" b="1" dirty="0"/>
                <a:t>三角形绕直线</a:t>
              </a:r>
            </a:p>
          </p:txBody>
        </p:sp>
        <p:sp>
          <p:nvSpPr>
            <p:cNvPr id="35" name="Text Box 94">
              <a:extLst>
                <a:ext uri="{FF2B5EF4-FFF2-40B4-BE49-F238E27FC236}">
                  <a16:creationId xmlns:a16="http://schemas.microsoft.com/office/drawing/2014/main" id="{3A9C8A7B-B89A-4322-BA21-D9BE858C37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47919" y="1609374"/>
              <a:ext cx="2350323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400" b="1" dirty="0"/>
                <a:t>旋转所得圆锥的</a:t>
              </a:r>
            </a:p>
          </p:txBody>
        </p: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4F4E6C7A-4ACF-49C6-AA30-BFB833724E98}"/>
              </a:ext>
            </a:extLst>
          </p:cNvPr>
          <p:cNvGrpSpPr/>
          <p:nvPr/>
        </p:nvGrpSpPr>
        <p:grpSpPr>
          <a:xfrm>
            <a:off x="92186" y="2030407"/>
            <a:ext cx="2441732" cy="736600"/>
            <a:chOff x="92186" y="2030407"/>
            <a:chExt cx="2441732" cy="736600"/>
          </a:xfrm>
        </p:grpSpPr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DBAB6865-CECF-4AE4-B651-3E75E7A375F8}"/>
                </a:ext>
              </a:extLst>
            </p:cNvPr>
            <p:cNvSpPr/>
            <p:nvPr/>
          </p:nvSpPr>
          <p:spPr>
            <a:xfrm>
              <a:off x="92186" y="2152639"/>
              <a:ext cx="1112805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/>
                <a:t>体积为</a:t>
              </a:r>
              <a:endParaRPr lang="zh-CN" altLang="en-US" sz="2400" dirty="0"/>
            </a:p>
          </p:txBody>
        </p:sp>
        <p:graphicFrame>
          <p:nvGraphicFramePr>
            <p:cNvPr id="37" name="对象 36">
              <a:extLst>
                <a:ext uri="{FF2B5EF4-FFF2-40B4-BE49-F238E27FC236}">
                  <a16:creationId xmlns:a16="http://schemas.microsoft.com/office/drawing/2014/main" id="{9F1C38AD-7E18-4612-BD18-654366BCC4C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27425115"/>
                </p:ext>
              </p:extLst>
            </p:nvPr>
          </p:nvGraphicFramePr>
          <p:xfrm>
            <a:off x="1225818" y="2030407"/>
            <a:ext cx="13081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6059" name="Equation" r:id="rId29" imgW="1307880" imgH="736560" progId="Equation.DSMT4">
                    <p:embed/>
                  </p:oleObj>
                </mc:Choice>
                <mc:Fallback>
                  <p:oleObj name="Equation" r:id="rId29" imgW="1307880" imgH="7365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0"/>
                        <a:stretch>
                          <a:fillRect/>
                        </a:stretch>
                      </p:blipFill>
                      <p:spPr>
                        <a:xfrm>
                          <a:off x="1225818" y="2030407"/>
                          <a:ext cx="1308100" cy="736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E708A016-4B82-484D-9D9D-C52A6F7D43CE}"/>
              </a:ext>
            </a:extLst>
          </p:cNvPr>
          <p:cNvGrpSpPr/>
          <p:nvPr/>
        </p:nvGrpSpPr>
        <p:grpSpPr>
          <a:xfrm>
            <a:off x="695941" y="2730625"/>
            <a:ext cx="8422817" cy="483925"/>
            <a:chOff x="695941" y="2730625"/>
            <a:chExt cx="8422817" cy="483925"/>
          </a:xfrm>
        </p:grpSpPr>
        <p:sp>
          <p:nvSpPr>
            <p:cNvPr id="38" name="Text Box 95">
              <a:extLst>
                <a:ext uri="{FF2B5EF4-FFF2-40B4-BE49-F238E27FC236}">
                  <a16:creationId xmlns:a16="http://schemas.microsoft.com/office/drawing/2014/main" id="{862FBDD4-316B-4349-BE51-A27F2D6DD1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5941" y="2733399"/>
              <a:ext cx="302895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曲线、</a:t>
              </a:r>
              <a:r>
                <a:rPr lang="en-US" altLang="zh-CN" sz="2400" i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x</a:t>
              </a:r>
              <a:r>
                <a:rPr lang="en-US" altLang="zh-CN" sz="2400" b="1" i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 </a:t>
              </a:r>
              <a:r>
                <a:rPr lang="zh-CN" altLang="en-US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轴及直线</a:t>
              </a:r>
            </a:p>
          </p:txBody>
        </p:sp>
        <p:graphicFrame>
          <p:nvGraphicFramePr>
            <p:cNvPr id="39" name="Object 96">
              <a:extLst>
                <a:ext uri="{FF2B5EF4-FFF2-40B4-BE49-F238E27FC236}">
                  <a16:creationId xmlns:a16="http://schemas.microsoft.com/office/drawing/2014/main" id="{400D040B-AFD3-4EB4-B6A3-FD4F6618107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65439917"/>
                </p:ext>
              </p:extLst>
            </p:nvPr>
          </p:nvGraphicFramePr>
          <p:xfrm>
            <a:off x="6158194" y="2905800"/>
            <a:ext cx="635000" cy="215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6060" name="Equation" r:id="rId31" imgW="634680" imgH="215640" progId="Equation.DSMT4">
                    <p:embed/>
                  </p:oleObj>
                </mc:Choice>
                <mc:Fallback>
                  <p:oleObj name="Equation" r:id="rId31" imgW="634680" imgH="215640" progId="Equation.DSMT4">
                    <p:embed/>
                    <p:pic>
                      <p:nvPicPr>
                        <p:cNvPr id="55392" name="Object 96">
                          <a:extLst>
                            <a:ext uri="{FF2B5EF4-FFF2-40B4-BE49-F238E27FC236}">
                              <a16:creationId xmlns:a16="http://schemas.microsoft.com/office/drawing/2014/main" id="{863A00A7-9D19-48DD-B9A3-39E69789610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58194" y="2905800"/>
                          <a:ext cx="635000" cy="215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0" name="Object 98">
              <a:extLst>
                <a:ext uri="{FF2B5EF4-FFF2-40B4-BE49-F238E27FC236}">
                  <a16:creationId xmlns:a16="http://schemas.microsoft.com/office/drawing/2014/main" id="{EE047A45-B5C7-4ED2-BF60-782FC939905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62282526"/>
                </p:ext>
              </p:extLst>
            </p:nvPr>
          </p:nvGraphicFramePr>
          <p:xfrm>
            <a:off x="3198114" y="2856315"/>
            <a:ext cx="635000" cy="215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6061" name="Equation" r:id="rId33" imgW="634680" imgH="215640" progId="Equation.DSMT4">
                    <p:embed/>
                  </p:oleObj>
                </mc:Choice>
                <mc:Fallback>
                  <p:oleObj name="Equation" r:id="rId33" imgW="634680" imgH="215640" progId="Equation.DSMT4">
                    <p:embed/>
                    <p:pic>
                      <p:nvPicPr>
                        <p:cNvPr id="55394" name="Object 98">
                          <a:extLst>
                            <a:ext uri="{FF2B5EF4-FFF2-40B4-BE49-F238E27FC236}">
                              <a16:creationId xmlns:a16="http://schemas.microsoft.com/office/drawing/2014/main" id="{3672F464-E054-4F4E-95BC-EE0C728E4EF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98114" y="2856315"/>
                          <a:ext cx="635000" cy="215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" name="Text Box 99">
              <a:extLst>
                <a:ext uri="{FF2B5EF4-FFF2-40B4-BE49-F238E27FC236}">
                  <a16:creationId xmlns:a16="http://schemas.microsoft.com/office/drawing/2014/main" id="{DF1585FA-03DB-4A33-A07D-21FD613149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11770" y="2730625"/>
              <a:ext cx="2339102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所围图形绕直线</a:t>
              </a:r>
            </a:p>
          </p:txBody>
        </p:sp>
        <p:sp>
          <p:nvSpPr>
            <p:cNvPr id="42" name="Text Box 100">
              <a:extLst>
                <a:ext uri="{FF2B5EF4-FFF2-40B4-BE49-F238E27FC236}">
                  <a16:creationId xmlns:a16="http://schemas.microsoft.com/office/drawing/2014/main" id="{AE936B4E-328A-43EA-B020-F13B196BAB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9016" y="2752885"/>
              <a:ext cx="2389742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旋转所得旋转体</a:t>
              </a:r>
            </a:p>
          </p:txBody>
        </p:sp>
      </p:grp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FF234A97-3097-4973-A548-5F9F405D76A4}"/>
              </a:ext>
            </a:extLst>
          </p:cNvPr>
          <p:cNvGrpSpPr/>
          <p:nvPr/>
        </p:nvGrpSpPr>
        <p:grpSpPr>
          <a:xfrm>
            <a:off x="181512" y="3198596"/>
            <a:ext cx="5819139" cy="723900"/>
            <a:chOff x="181512" y="3198596"/>
            <a:chExt cx="5819139" cy="723900"/>
          </a:xfrm>
        </p:grpSpPr>
        <p:sp>
          <p:nvSpPr>
            <p:cNvPr id="43" name="Text Box 145">
              <a:extLst>
                <a:ext uri="{FF2B5EF4-FFF2-40B4-BE49-F238E27FC236}">
                  <a16:creationId xmlns:a16="http://schemas.microsoft.com/office/drawing/2014/main" id="{B72370C7-EDF8-4E3F-BD53-32F1197E99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1512" y="3300109"/>
              <a:ext cx="1107996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400" b="1" dirty="0"/>
                <a:t>体积为</a:t>
              </a:r>
            </a:p>
          </p:txBody>
        </p:sp>
        <p:graphicFrame>
          <p:nvGraphicFramePr>
            <p:cNvPr id="44" name="对象 43">
              <a:extLst>
                <a:ext uri="{FF2B5EF4-FFF2-40B4-BE49-F238E27FC236}">
                  <a16:creationId xmlns:a16="http://schemas.microsoft.com/office/drawing/2014/main" id="{6DFAD0D2-2251-4228-B788-7F8BC208F3D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62237088"/>
                </p:ext>
              </p:extLst>
            </p:nvPr>
          </p:nvGraphicFramePr>
          <p:xfrm>
            <a:off x="1314351" y="3198596"/>
            <a:ext cx="4686300" cy="723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6062" name="Equation" r:id="rId35" imgW="4686120" imgH="723600" progId="Equation.DSMT4">
                    <p:embed/>
                  </p:oleObj>
                </mc:Choice>
                <mc:Fallback>
                  <p:oleObj name="Equation" r:id="rId35" imgW="4686120" imgH="723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6"/>
                        <a:stretch>
                          <a:fillRect/>
                        </a:stretch>
                      </p:blipFill>
                      <p:spPr>
                        <a:xfrm>
                          <a:off x="1314351" y="3198596"/>
                          <a:ext cx="4686300" cy="723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2E4825D9-5472-43F8-8549-00448BB32298}"/>
              </a:ext>
            </a:extLst>
          </p:cNvPr>
          <p:cNvGrpSpPr/>
          <p:nvPr/>
        </p:nvGrpSpPr>
        <p:grpSpPr>
          <a:xfrm>
            <a:off x="704584" y="4014817"/>
            <a:ext cx="6956294" cy="736600"/>
            <a:chOff x="704584" y="4014817"/>
            <a:chExt cx="6956294" cy="736600"/>
          </a:xfrm>
        </p:grpSpPr>
        <p:sp>
          <p:nvSpPr>
            <p:cNvPr id="45" name="Text Box 104">
              <a:extLst>
                <a:ext uri="{FF2B5EF4-FFF2-40B4-BE49-F238E27FC236}">
                  <a16:creationId xmlns:a16="http://schemas.microsoft.com/office/drawing/2014/main" id="{40617510-C620-49A5-A685-3E26966C8E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4584" y="4152285"/>
              <a:ext cx="3262432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400" b="1" dirty="0"/>
                <a:t>因此所求旋转体体积为</a:t>
              </a:r>
            </a:p>
          </p:txBody>
        </p:sp>
        <p:graphicFrame>
          <p:nvGraphicFramePr>
            <p:cNvPr id="46" name="对象 45">
              <a:extLst>
                <a:ext uri="{FF2B5EF4-FFF2-40B4-BE49-F238E27FC236}">
                  <a16:creationId xmlns:a16="http://schemas.microsoft.com/office/drawing/2014/main" id="{C4F0783B-E73E-4368-9596-BD9E5983B87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01618302"/>
                </p:ext>
              </p:extLst>
            </p:nvPr>
          </p:nvGraphicFramePr>
          <p:xfrm>
            <a:off x="4015978" y="4014817"/>
            <a:ext cx="36449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6063" name="Equation" r:id="rId37" imgW="3644640" imgH="736560" progId="Equation.DSMT4">
                    <p:embed/>
                  </p:oleObj>
                </mc:Choice>
                <mc:Fallback>
                  <p:oleObj name="Equation" r:id="rId37" imgW="3644640" imgH="7365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8"/>
                        <a:stretch>
                          <a:fillRect/>
                        </a:stretch>
                      </p:blipFill>
                      <p:spPr>
                        <a:xfrm>
                          <a:off x="4015978" y="4014817"/>
                          <a:ext cx="3644900" cy="736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391614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3CC85D9D-AE8E-4532-9810-FE438F129BD6}"/>
              </a:ext>
            </a:extLst>
          </p:cNvPr>
          <p:cNvSpPr txBox="1">
            <a:spLocks noChangeArrowheads="1"/>
          </p:cNvSpPr>
          <p:nvPr/>
        </p:nvSpPr>
        <p:spPr>
          <a:xfrm>
            <a:off x="681018" y="123478"/>
            <a:ext cx="3200400" cy="6858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4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j-cs"/>
              </a:rPr>
              <a:t>4.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j-cs"/>
              </a:rPr>
              <a:t>证明曲边扇形</a:t>
            </a:r>
          </a:p>
        </p:txBody>
      </p:sp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1D105669-3DF3-4B52-8D7F-5A2082EAB85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1510039"/>
              </p:ext>
            </p:extLst>
          </p:nvPr>
        </p:nvGraphicFramePr>
        <p:xfrm>
          <a:off x="3101657" y="246545"/>
          <a:ext cx="3452813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304" name="Equation" r:id="rId3" imgW="3454200" imgH="342720" progId="Equation.DSMT4">
                  <p:embed/>
                </p:oleObj>
              </mc:Choice>
              <mc:Fallback>
                <p:oleObj name="Equation" r:id="rId3" imgW="3454200" imgH="342720" progId="Equation.DSMT4">
                  <p:embed/>
                  <p:pic>
                    <p:nvPicPr>
                      <p:cNvPr id="3" name="Object 3">
                        <a:extLst>
                          <a:ext uri="{FF2B5EF4-FFF2-40B4-BE49-F238E27FC236}">
                            <a16:creationId xmlns:a16="http://schemas.microsoft.com/office/drawing/2014/main" id="{1D105669-3DF3-4B52-8D7F-5A2082EAB85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1657" y="246545"/>
                        <a:ext cx="3452813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4">
            <a:extLst>
              <a:ext uri="{FF2B5EF4-FFF2-40B4-BE49-F238E27FC236}">
                <a16:creationId xmlns:a16="http://schemas.microsoft.com/office/drawing/2014/main" id="{F901FCD5-EFD4-4D29-89B3-E1A44D6030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28882" y="180143"/>
            <a:ext cx="242860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绕极轴旋转而成</a:t>
            </a:r>
          </a:p>
        </p:txBody>
      </p:sp>
      <p:graphicFrame>
        <p:nvGraphicFramePr>
          <p:cNvPr id="5" name="Object 5">
            <a:extLst>
              <a:ext uri="{FF2B5EF4-FFF2-40B4-BE49-F238E27FC236}">
                <a16:creationId xmlns:a16="http://schemas.microsoft.com/office/drawing/2014/main" id="{48D87592-9785-41C0-A0E2-885C0733A98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1687723"/>
              </p:ext>
            </p:extLst>
          </p:nvPr>
        </p:nvGraphicFramePr>
        <p:xfrm>
          <a:off x="1484292" y="606114"/>
          <a:ext cx="3235325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305" name="Equation" r:id="rId5" imgW="3238200" imgH="736560" progId="Equation.DSMT4">
                  <p:embed/>
                </p:oleObj>
              </mc:Choice>
              <mc:Fallback>
                <p:oleObj name="Equation" r:id="rId5" imgW="3238200" imgH="736560" progId="Equation.DSMT4">
                  <p:embed/>
                  <p:pic>
                    <p:nvPicPr>
                      <p:cNvPr id="5" name="Object 5">
                        <a:extLst>
                          <a:ext uri="{FF2B5EF4-FFF2-40B4-BE49-F238E27FC236}">
                            <a16:creationId xmlns:a16="http://schemas.microsoft.com/office/drawing/2014/main" id="{48D87592-9785-41C0-A0E2-885C0733A98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4292" y="606114"/>
                        <a:ext cx="3235325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46">
            <a:extLst>
              <a:ext uri="{FF2B5EF4-FFF2-40B4-BE49-F238E27FC236}">
                <a16:creationId xmlns:a16="http://schemas.microsoft.com/office/drawing/2014/main" id="{9C201A56-7323-488A-BBD5-FB9673676B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545" y="716289"/>
            <a:ext cx="146694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的体积为</a:t>
            </a:r>
          </a:p>
        </p:txBody>
      </p:sp>
      <p:grpSp>
        <p:nvGrpSpPr>
          <p:cNvPr id="85" name="组合 84">
            <a:extLst>
              <a:ext uri="{FF2B5EF4-FFF2-40B4-BE49-F238E27FC236}">
                <a16:creationId xmlns:a16="http://schemas.microsoft.com/office/drawing/2014/main" id="{B38E4303-6B45-49BA-96CE-75BACC844F8C}"/>
              </a:ext>
            </a:extLst>
          </p:cNvPr>
          <p:cNvGrpSpPr/>
          <p:nvPr/>
        </p:nvGrpSpPr>
        <p:grpSpPr>
          <a:xfrm>
            <a:off x="553432" y="1215125"/>
            <a:ext cx="5188365" cy="482947"/>
            <a:chOff x="568974" y="1485726"/>
            <a:chExt cx="5188365" cy="482947"/>
          </a:xfrm>
        </p:grpSpPr>
        <p:sp>
          <p:nvSpPr>
            <p:cNvPr id="34" name="Text Box 30">
              <a:extLst>
                <a:ext uri="{FF2B5EF4-FFF2-40B4-BE49-F238E27FC236}">
                  <a16:creationId xmlns:a16="http://schemas.microsoft.com/office/drawing/2014/main" id="{BCF0FE09-0F90-4D6F-93FB-229CF5DDA3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8974" y="1485726"/>
              <a:ext cx="17526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64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证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先求</a:t>
              </a:r>
            </a:p>
          </p:txBody>
        </p:sp>
        <p:graphicFrame>
          <p:nvGraphicFramePr>
            <p:cNvPr id="35" name="Object 31">
              <a:extLst>
                <a:ext uri="{FF2B5EF4-FFF2-40B4-BE49-F238E27FC236}">
                  <a16:creationId xmlns:a16="http://schemas.microsoft.com/office/drawing/2014/main" id="{22D09E18-3A10-472D-A6F8-F50A68B509B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93939070"/>
                </p:ext>
              </p:extLst>
            </p:nvPr>
          </p:nvGraphicFramePr>
          <p:xfrm>
            <a:off x="1661174" y="1566391"/>
            <a:ext cx="13208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8306" name="Equation" r:id="rId7" imgW="1320480" imgH="342720" progId="Equation.DSMT4">
                    <p:embed/>
                  </p:oleObj>
                </mc:Choice>
                <mc:Fallback>
                  <p:oleObj name="Equation" r:id="rId7" imgW="1320480" imgH="342720" progId="Equation.DSMT4">
                    <p:embed/>
                    <p:pic>
                      <p:nvPicPr>
                        <p:cNvPr id="35" name="Object 31">
                          <a:extLst>
                            <a:ext uri="{FF2B5EF4-FFF2-40B4-BE49-F238E27FC236}">
                              <a16:creationId xmlns:a16="http://schemas.microsoft.com/office/drawing/2014/main" id="{22D09E18-3A10-472D-A6F8-F50A68B509B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61174" y="1566391"/>
                          <a:ext cx="13208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" name="Text Box 32">
              <a:extLst>
                <a:ext uri="{FF2B5EF4-FFF2-40B4-BE49-F238E27FC236}">
                  <a16:creationId xmlns:a16="http://schemas.microsoft.com/office/drawing/2014/main" id="{B3FF38C7-1E7D-4A71-AC50-37F8DF87C4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37939" y="1507008"/>
              <a:ext cx="28194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上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微曲边扇形</a:t>
              </a:r>
            </a:p>
          </p:txBody>
        </p:sp>
      </p:grpSp>
      <p:grpSp>
        <p:nvGrpSpPr>
          <p:cNvPr id="86" name="组合 85">
            <a:extLst>
              <a:ext uri="{FF2B5EF4-FFF2-40B4-BE49-F238E27FC236}">
                <a16:creationId xmlns:a16="http://schemas.microsoft.com/office/drawing/2014/main" id="{D2F6661B-EC11-43D7-83F0-D11BC034E284}"/>
              </a:ext>
            </a:extLst>
          </p:cNvPr>
          <p:cNvGrpSpPr/>
          <p:nvPr/>
        </p:nvGrpSpPr>
        <p:grpSpPr>
          <a:xfrm>
            <a:off x="109144" y="1717402"/>
            <a:ext cx="3962400" cy="461665"/>
            <a:chOff x="139327" y="1954251"/>
            <a:chExt cx="3962400" cy="461665"/>
          </a:xfrm>
        </p:grpSpPr>
        <p:sp>
          <p:nvSpPr>
            <p:cNvPr id="37" name="Text Box 33">
              <a:extLst>
                <a:ext uri="{FF2B5EF4-FFF2-40B4-BE49-F238E27FC236}">
                  <a16:creationId xmlns:a16="http://schemas.microsoft.com/office/drawing/2014/main" id="{1A2082CD-8C70-4254-9C8F-8D9092594E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327" y="1954251"/>
              <a:ext cx="39624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绕极轴旋转而成的体积</a:t>
              </a:r>
            </a:p>
          </p:txBody>
        </p:sp>
        <p:graphicFrame>
          <p:nvGraphicFramePr>
            <p:cNvPr id="38" name="Object 34">
              <a:extLst>
                <a:ext uri="{FF2B5EF4-FFF2-40B4-BE49-F238E27FC236}">
                  <a16:creationId xmlns:a16="http://schemas.microsoft.com/office/drawing/2014/main" id="{4CD723CB-5D25-474C-8499-8833975504B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50889080"/>
                </p:ext>
              </p:extLst>
            </p:nvPr>
          </p:nvGraphicFramePr>
          <p:xfrm>
            <a:off x="3320403" y="2014910"/>
            <a:ext cx="6096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8307" name="Equation" r:id="rId9" imgW="609480" imgH="380880" progId="Equation.DSMT4">
                    <p:embed/>
                  </p:oleObj>
                </mc:Choice>
                <mc:Fallback>
                  <p:oleObj name="Equation" r:id="rId9" imgW="609480" imgH="380880" progId="Equation.DSMT4">
                    <p:embed/>
                    <p:pic>
                      <p:nvPicPr>
                        <p:cNvPr id="38" name="Object 34">
                          <a:extLst>
                            <a:ext uri="{FF2B5EF4-FFF2-40B4-BE49-F238E27FC236}">
                              <a16:creationId xmlns:a16="http://schemas.microsoft.com/office/drawing/2014/main" id="{4CD723CB-5D25-474C-8499-8833975504B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20403" y="2014910"/>
                          <a:ext cx="609600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9" name="Text Box 35">
            <a:extLst>
              <a:ext uri="{FF2B5EF4-FFF2-40B4-BE49-F238E27FC236}">
                <a16:creationId xmlns:a16="http://schemas.microsoft.com/office/drawing/2014/main" id="{8E76D49D-1CB3-42AB-8B6C-E0980C3650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372" y="2183028"/>
            <a:ext cx="1752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体积元素</a:t>
            </a:r>
          </a:p>
        </p:txBody>
      </p:sp>
      <p:grpSp>
        <p:nvGrpSpPr>
          <p:cNvPr id="88" name="组合 87">
            <a:extLst>
              <a:ext uri="{FF2B5EF4-FFF2-40B4-BE49-F238E27FC236}">
                <a16:creationId xmlns:a16="http://schemas.microsoft.com/office/drawing/2014/main" id="{BE16DD7D-54D0-437D-A8F3-19EE9738F787}"/>
              </a:ext>
            </a:extLst>
          </p:cNvPr>
          <p:cNvGrpSpPr/>
          <p:nvPr/>
        </p:nvGrpSpPr>
        <p:grpSpPr>
          <a:xfrm>
            <a:off x="1869584" y="2286354"/>
            <a:ext cx="2341584" cy="360179"/>
            <a:chOff x="1899767" y="2523203"/>
            <a:chExt cx="2341584" cy="360179"/>
          </a:xfrm>
        </p:grpSpPr>
        <p:graphicFrame>
          <p:nvGraphicFramePr>
            <p:cNvPr id="40" name="Object 36">
              <a:extLst>
                <a:ext uri="{FF2B5EF4-FFF2-40B4-BE49-F238E27FC236}">
                  <a16:creationId xmlns:a16="http://schemas.microsoft.com/office/drawing/2014/main" id="{ED4A8B0F-7E81-4C47-AF50-B07E22D6637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76019390"/>
                </p:ext>
              </p:extLst>
            </p:nvPr>
          </p:nvGraphicFramePr>
          <p:xfrm>
            <a:off x="1899767" y="2523203"/>
            <a:ext cx="10541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8308" name="Equation" r:id="rId11" imgW="1054080" imgH="342720" progId="Equation.DSMT4">
                    <p:embed/>
                  </p:oleObj>
                </mc:Choice>
                <mc:Fallback>
                  <p:oleObj name="Equation" r:id="rId11" imgW="1054080" imgH="342720" progId="Equation.DSMT4">
                    <p:embed/>
                    <p:pic>
                      <p:nvPicPr>
                        <p:cNvPr id="40" name="Object 36">
                          <a:extLst>
                            <a:ext uri="{FF2B5EF4-FFF2-40B4-BE49-F238E27FC236}">
                              <a16:creationId xmlns:a16="http://schemas.microsoft.com/office/drawing/2014/main" id="{ED4A8B0F-7E81-4C47-AF50-B07E22D6637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99767" y="2523203"/>
                          <a:ext cx="10541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" name="Object 39">
              <a:extLst>
                <a:ext uri="{FF2B5EF4-FFF2-40B4-BE49-F238E27FC236}">
                  <a16:creationId xmlns:a16="http://schemas.microsoft.com/office/drawing/2014/main" id="{FBDF96A2-96DC-4A30-B407-DDB94326F05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13194730"/>
                </p:ext>
              </p:extLst>
            </p:nvPr>
          </p:nvGraphicFramePr>
          <p:xfrm>
            <a:off x="2996751" y="2540482"/>
            <a:ext cx="12446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8309" name="Equation" r:id="rId13" imgW="1244520" imgH="342720" progId="Equation.DSMT4">
                    <p:embed/>
                  </p:oleObj>
                </mc:Choice>
                <mc:Fallback>
                  <p:oleObj name="Equation" r:id="rId13" imgW="1244520" imgH="342720" progId="Equation.DSMT4">
                    <p:embed/>
                    <p:pic>
                      <p:nvPicPr>
                        <p:cNvPr id="41" name="Object 39">
                          <a:extLst>
                            <a:ext uri="{FF2B5EF4-FFF2-40B4-BE49-F238E27FC236}">
                              <a16:creationId xmlns:a16="http://schemas.microsoft.com/office/drawing/2014/main" id="{FBDF96A2-96DC-4A30-B407-DDB94326F05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96751" y="2540482"/>
                          <a:ext cx="12446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7" name="组合 86">
            <a:extLst>
              <a:ext uri="{FF2B5EF4-FFF2-40B4-BE49-F238E27FC236}">
                <a16:creationId xmlns:a16="http://schemas.microsoft.com/office/drawing/2014/main" id="{1FCA5C67-27D3-4457-9817-1DAA7691F0EF}"/>
              </a:ext>
            </a:extLst>
          </p:cNvPr>
          <p:cNvGrpSpPr/>
          <p:nvPr/>
        </p:nvGrpSpPr>
        <p:grpSpPr>
          <a:xfrm>
            <a:off x="3823544" y="2350170"/>
            <a:ext cx="3474921" cy="2221306"/>
            <a:chOff x="4521134" y="2607181"/>
            <a:chExt cx="3474921" cy="2221306"/>
          </a:xfrm>
        </p:grpSpPr>
        <p:grpSp>
          <p:nvGrpSpPr>
            <p:cNvPr id="70" name="组合 69">
              <a:extLst>
                <a:ext uri="{FF2B5EF4-FFF2-40B4-BE49-F238E27FC236}">
                  <a16:creationId xmlns:a16="http://schemas.microsoft.com/office/drawing/2014/main" id="{7C9C2CF7-10F0-4A81-A087-1ACF65668D4E}"/>
                </a:ext>
              </a:extLst>
            </p:cNvPr>
            <p:cNvGrpSpPr/>
            <p:nvPr/>
          </p:nvGrpSpPr>
          <p:grpSpPr>
            <a:xfrm>
              <a:off x="4521134" y="2607181"/>
              <a:ext cx="1037763" cy="2131804"/>
              <a:chOff x="4521134" y="2607181"/>
              <a:chExt cx="1037763" cy="2131804"/>
            </a:xfrm>
          </p:grpSpPr>
          <p:grpSp>
            <p:nvGrpSpPr>
              <p:cNvPr id="52" name="组合 51">
                <a:extLst>
                  <a:ext uri="{FF2B5EF4-FFF2-40B4-BE49-F238E27FC236}">
                    <a16:creationId xmlns:a16="http://schemas.microsoft.com/office/drawing/2014/main" id="{93EFB4D9-CF84-4891-83DE-C5AE8E3F8199}"/>
                  </a:ext>
                </a:extLst>
              </p:cNvPr>
              <p:cNvGrpSpPr/>
              <p:nvPr/>
            </p:nvGrpSpPr>
            <p:grpSpPr>
              <a:xfrm rot="1369660">
                <a:off x="4521134" y="3800106"/>
                <a:ext cx="985402" cy="938879"/>
                <a:chOff x="4745236" y="3160818"/>
                <a:chExt cx="985402" cy="938879"/>
              </a:xfrm>
            </p:grpSpPr>
            <p:sp>
              <p:nvSpPr>
                <p:cNvPr id="43" name="Arc 26">
                  <a:extLst>
                    <a:ext uri="{FF2B5EF4-FFF2-40B4-BE49-F238E27FC236}">
                      <a16:creationId xmlns:a16="http://schemas.microsoft.com/office/drawing/2014/main" id="{B76EF23B-D46C-4B77-9CA2-94A644531EE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74988" y="3160818"/>
                  <a:ext cx="755650" cy="765175"/>
                </a:xfrm>
                <a:custGeom>
                  <a:avLst/>
                  <a:gdLst>
                    <a:gd name="G0" fmla="+- 0 0 0"/>
                    <a:gd name="G1" fmla="+- 18081 0 0"/>
                    <a:gd name="G2" fmla="+- 21600 0 0"/>
                    <a:gd name="T0" fmla="*/ 11817 w 17482"/>
                    <a:gd name="T1" fmla="*/ 0 h 18081"/>
                    <a:gd name="T2" fmla="*/ 17482 w 17482"/>
                    <a:gd name="T3" fmla="*/ 5395 h 18081"/>
                    <a:gd name="T4" fmla="*/ 0 w 17482"/>
                    <a:gd name="T5" fmla="*/ 18081 h 1808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7482" h="18081" fill="none" extrusionOk="0">
                      <a:moveTo>
                        <a:pt x="11816" y="0"/>
                      </a:moveTo>
                      <a:cubicBezTo>
                        <a:pt x="14017" y="1438"/>
                        <a:pt x="15937" y="3266"/>
                        <a:pt x="17482" y="5394"/>
                      </a:cubicBezTo>
                    </a:path>
                    <a:path w="17482" h="18081" stroke="0" extrusionOk="0">
                      <a:moveTo>
                        <a:pt x="11816" y="0"/>
                      </a:moveTo>
                      <a:cubicBezTo>
                        <a:pt x="14017" y="1438"/>
                        <a:pt x="15937" y="3266"/>
                        <a:pt x="17482" y="5394"/>
                      </a:cubicBezTo>
                      <a:lnTo>
                        <a:pt x="0" y="18081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44" name="Arc 27">
                  <a:extLst>
                    <a:ext uri="{FF2B5EF4-FFF2-40B4-BE49-F238E27FC236}">
                      <a16:creationId xmlns:a16="http://schemas.microsoft.com/office/drawing/2014/main" id="{8D8852E4-A93C-4E55-9836-C5EA61FDF1C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45236" y="3369447"/>
                  <a:ext cx="739775" cy="730250"/>
                </a:xfrm>
                <a:custGeom>
                  <a:avLst/>
                  <a:gdLst>
                    <a:gd name="G0" fmla="+- 0 0 0"/>
                    <a:gd name="G1" fmla="+- 17243 0 0"/>
                    <a:gd name="G2" fmla="+- 21600 0 0"/>
                    <a:gd name="T0" fmla="*/ 13010 w 17482"/>
                    <a:gd name="T1" fmla="*/ 0 h 17243"/>
                    <a:gd name="T2" fmla="*/ 17482 w 17482"/>
                    <a:gd name="T3" fmla="*/ 4557 h 17243"/>
                    <a:gd name="T4" fmla="*/ 0 w 17482"/>
                    <a:gd name="T5" fmla="*/ 17243 h 172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7482" h="17243" fill="none" extrusionOk="0">
                      <a:moveTo>
                        <a:pt x="13009" y="0"/>
                      </a:moveTo>
                      <a:cubicBezTo>
                        <a:pt x="14717" y="1289"/>
                        <a:pt x="16225" y="2824"/>
                        <a:pt x="17482" y="4556"/>
                      </a:cubicBezTo>
                    </a:path>
                    <a:path w="17482" h="17243" stroke="0" extrusionOk="0">
                      <a:moveTo>
                        <a:pt x="13009" y="0"/>
                      </a:moveTo>
                      <a:cubicBezTo>
                        <a:pt x="14717" y="1289"/>
                        <a:pt x="16225" y="2824"/>
                        <a:pt x="17482" y="4556"/>
                      </a:cubicBezTo>
                      <a:lnTo>
                        <a:pt x="0" y="17243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宋体" panose="02010600030101010101" pitchFamily="2" charset="-122"/>
                    <a:cs typeface="+mn-cs"/>
                  </a:endParaRPr>
                </a:p>
              </p:txBody>
            </p:sp>
            <p:cxnSp>
              <p:nvCxnSpPr>
                <p:cNvPr id="45" name="直接连接符 44">
                  <a:extLst>
                    <a:ext uri="{FF2B5EF4-FFF2-40B4-BE49-F238E27FC236}">
                      <a16:creationId xmlns:a16="http://schemas.microsoft.com/office/drawing/2014/main" id="{89C884FA-BDF6-4869-BC79-12C9E892536B}"/>
                    </a:ext>
                  </a:extLst>
                </p:cNvPr>
                <p:cNvCxnSpPr>
                  <a:cxnSpLocks/>
                  <a:stCxn id="43" idx="0"/>
                  <a:endCxn id="44" idx="0"/>
                </p:cNvCxnSpPr>
                <p:nvPr/>
              </p:nvCxnSpPr>
              <p:spPr>
                <a:xfrm flipH="1">
                  <a:off x="5295772" y="3160818"/>
                  <a:ext cx="189999" cy="208629"/>
                </a:xfrm>
                <a:prstGeom prst="line">
                  <a:avLst/>
                </a:prstGeom>
                <a:ln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直接连接符 47">
                  <a:extLst>
                    <a:ext uri="{FF2B5EF4-FFF2-40B4-BE49-F238E27FC236}">
                      <a16:creationId xmlns:a16="http://schemas.microsoft.com/office/drawing/2014/main" id="{2F46A9D4-982F-436B-ADFA-57704424C7D7}"/>
                    </a:ext>
                  </a:extLst>
                </p:cNvPr>
                <p:cNvCxnSpPr>
                  <a:cxnSpLocks/>
                  <a:endCxn id="44" idx="1"/>
                </p:cNvCxnSpPr>
                <p:nvPr/>
              </p:nvCxnSpPr>
              <p:spPr>
                <a:xfrm flipH="1">
                  <a:off x="5485011" y="3368311"/>
                  <a:ext cx="236354" cy="194127"/>
                </a:xfrm>
                <a:prstGeom prst="line">
                  <a:avLst/>
                </a:prstGeom>
                <a:ln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9" name="组合 68">
                <a:extLst>
                  <a:ext uri="{FF2B5EF4-FFF2-40B4-BE49-F238E27FC236}">
                    <a16:creationId xmlns:a16="http://schemas.microsoft.com/office/drawing/2014/main" id="{0629F79D-B1A7-4BFD-90CF-11243B061C89}"/>
                  </a:ext>
                </a:extLst>
              </p:cNvPr>
              <p:cNvGrpSpPr/>
              <p:nvPr/>
            </p:nvGrpSpPr>
            <p:grpSpPr>
              <a:xfrm>
                <a:off x="4538360" y="2607181"/>
                <a:ext cx="1020537" cy="1695712"/>
                <a:chOff x="4538937" y="2607181"/>
                <a:chExt cx="1020537" cy="1695712"/>
              </a:xfrm>
            </p:grpSpPr>
            <p:grpSp>
              <p:nvGrpSpPr>
                <p:cNvPr id="53" name="组合 52">
                  <a:extLst>
                    <a:ext uri="{FF2B5EF4-FFF2-40B4-BE49-F238E27FC236}">
                      <a16:creationId xmlns:a16="http://schemas.microsoft.com/office/drawing/2014/main" id="{08E1946A-46E3-4470-8443-30CF37CA87B2}"/>
                    </a:ext>
                  </a:extLst>
                </p:cNvPr>
                <p:cNvGrpSpPr/>
                <p:nvPr/>
              </p:nvGrpSpPr>
              <p:grpSpPr>
                <a:xfrm rot="1136828">
                  <a:off x="4538937" y="2607181"/>
                  <a:ext cx="985402" cy="938879"/>
                  <a:chOff x="4745236" y="3160818"/>
                  <a:chExt cx="985402" cy="938879"/>
                </a:xfrm>
              </p:grpSpPr>
              <p:sp>
                <p:nvSpPr>
                  <p:cNvPr id="54" name="Arc 26">
                    <a:extLst>
                      <a:ext uri="{FF2B5EF4-FFF2-40B4-BE49-F238E27FC236}">
                        <a16:creationId xmlns:a16="http://schemas.microsoft.com/office/drawing/2014/main" id="{7C3BC9AB-5514-4991-B895-C71715B5145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974988" y="3160818"/>
                    <a:ext cx="755650" cy="765175"/>
                  </a:xfrm>
                  <a:custGeom>
                    <a:avLst/>
                    <a:gdLst>
                      <a:gd name="G0" fmla="+- 0 0 0"/>
                      <a:gd name="G1" fmla="+- 18081 0 0"/>
                      <a:gd name="G2" fmla="+- 21600 0 0"/>
                      <a:gd name="T0" fmla="*/ 11817 w 17482"/>
                      <a:gd name="T1" fmla="*/ 0 h 18081"/>
                      <a:gd name="T2" fmla="*/ 17482 w 17482"/>
                      <a:gd name="T3" fmla="*/ 5395 h 18081"/>
                      <a:gd name="T4" fmla="*/ 0 w 17482"/>
                      <a:gd name="T5" fmla="*/ 18081 h 1808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17482" h="18081" fill="none" extrusionOk="0">
                        <a:moveTo>
                          <a:pt x="11816" y="0"/>
                        </a:moveTo>
                        <a:cubicBezTo>
                          <a:pt x="14017" y="1438"/>
                          <a:pt x="15937" y="3266"/>
                          <a:pt x="17482" y="5394"/>
                        </a:cubicBezTo>
                      </a:path>
                      <a:path w="17482" h="18081" stroke="0" extrusionOk="0">
                        <a:moveTo>
                          <a:pt x="11816" y="0"/>
                        </a:moveTo>
                        <a:cubicBezTo>
                          <a:pt x="14017" y="1438"/>
                          <a:pt x="15937" y="3266"/>
                          <a:pt x="17482" y="5394"/>
                        </a:cubicBezTo>
                        <a:lnTo>
                          <a:pt x="0" y="18081"/>
                        </a:lnTo>
                        <a:close/>
                      </a:path>
                    </a:pathLst>
                  </a:custGeom>
                  <a:solidFill>
                    <a:srgbClr val="FFFF00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55" name="Arc 27">
                    <a:extLst>
                      <a:ext uri="{FF2B5EF4-FFF2-40B4-BE49-F238E27FC236}">
                        <a16:creationId xmlns:a16="http://schemas.microsoft.com/office/drawing/2014/main" id="{5BA08A23-4761-4E4A-A303-091E6AAC777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745236" y="3369447"/>
                    <a:ext cx="739775" cy="730250"/>
                  </a:xfrm>
                  <a:custGeom>
                    <a:avLst/>
                    <a:gdLst>
                      <a:gd name="G0" fmla="+- 0 0 0"/>
                      <a:gd name="G1" fmla="+- 17243 0 0"/>
                      <a:gd name="G2" fmla="+- 21600 0 0"/>
                      <a:gd name="T0" fmla="*/ 13010 w 17482"/>
                      <a:gd name="T1" fmla="*/ 0 h 17243"/>
                      <a:gd name="T2" fmla="*/ 17482 w 17482"/>
                      <a:gd name="T3" fmla="*/ 4557 h 17243"/>
                      <a:gd name="T4" fmla="*/ 0 w 17482"/>
                      <a:gd name="T5" fmla="*/ 17243 h 1724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17482" h="17243" fill="none" extrusionOk="0">
                        <a:moveTo>
                          <a:pt x="13009" y="0"/>
                        </a:moveTo>
                        <a:cubicBezTo>
                          <a:pt x="14717" y="1289"/>
                          <a:pt x="16225" y="2824"/>
                          <a:pt x="17482" y="4556"/>
                        </a:cubicBezTo>
                      </a:path>
                      <a:path w="17482" h="17243" stroke="0" extrusionOk="0">
                        <a:moveTo>
                          <a:pt x="13009" y="0"/>
                        </a:moveTo>
                        <a:cubicBezTo>
                          <a:pt x="14717" y="1289"/>
                          <a:pt x="16225" y="2824"/>
                          <a:pt x="17482" y="4556"/>
                        </a:cubicBezTo>
                        <a:lnTo>
                          <a:pt x="0" y="17243"/>
                        </a:lnTo>
                        <a:close/>
                      </a:path>
                    </a:pathLst>
                  </a:custGeom>
                  <a:solidFill>
                    <a:schemeClr val="bg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cxnSp>
                <p:nvCxnSpPr>
                  <p:cNvPr id="56" name="直接连接符 55">
                    <a:extLst>
                      <a:ext uri="{FF2B5EF4-FFF2-40B4-BE49-F238E27FC236}">
                        <a16:creationId xmlns:a16="http://schemas.microsoft.com/office/drawing/2014/main" id="{7DD3175B-B6EF-4777-9439-D192736D89F5}"/>
                      </a:ext>
                    </a:extLst>
                  </p:cNvPr>
                  <p:cNvCxnSpPr>
                    <a:cxnSpLocks/>
                    <a:stCxn id="54" idx="0"/>
                    <a:endCxn id="55" idx="0"/>
                  </p:cNvCxnSpPr>
                  <p:nvPr/>
                </p:nvCxnSpPr>
                <p:spPr>
                  <a:xfrm flipH="1">
                    <a:off x="5295772" y="3160818"/>
                    <a:ext cx="189999" cy="208629"/>
                  </a:xfrm>
                  <a:prstGeom prst="line">
                    <a:avLst/>
                  </a:prstGeom>
                  <a:ln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7" name="直接连接符 56">
                    <a:extLst>
                      <a:ext uri="{FF2B5EF4-FFF2-40B4-BE49-F238E27FC236}">
                        <a16:creationId xmlns:a16="http://schemas.microsoft.com/office/drawing/2014/main" id="{8B7AE8A0-BE2C-4E0E-A715-777BFD1B8B09}"/>
                      </a:ext>
                    </a:extLst>
                  </p:cNvPr>
                  <p:cNvCxnSpPr>
                    <a:cxnSpLocks/>
                    <a:endCxn id="55" idx="1"/>
                  </p:cNvCxnSpPr>
                  <p:nvPr/>
                </p:nvCxnSpPr>
                <p:spPr>
                  <a:xfrm flipH="1">
                    <a:off x="5485011" y="3368311"/>
                    <a:ext cx="236354" cy="194127"/>
                  </a:xfrm>
                  <a:prstGeom prst="line">
                    <a:avLst/>
                  </a:prstGeom>
                  <a:ln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68" name="组合 67">
                  <a:extLst>
                    <a:ext uri="{FF2B5EF4-FFF2-40B4-BE49-F238E27FC236}">
                      <a16:creationId xmlns:a16="http://schemas.microsoft.com/office/drawing/2014/main" id="{C6B0DD56-CD74-498B-8F15-E5CCCFEA7389}"/>
                    </a:ext>
                  </a:extLst>
                </p:cNvPr>
                <p:cNvGrpSpPr/>
                <p:nvPr/>
              </p:nvGrpSpPr>
              <p:grpSpPr>
                <a:xfrm>
                  <a:off x="5168938" y="2735114"/>
                  <a:ext cx="390536" cy="1567779"/>
                  <a:chOff x="5168938" y="2735114"/>
                  <a:chExt cx="390536" cy="1567779"/>
                </a:xfrm>
              </p:grpSpPr>
              <p:cxnSp>
                <p:nvCxnSpPr>
                  <p:cNvPr id="64" name="直接连接符 63">
                    <a:extLst>
                      <a:ext uri="{FF2B5EF4-FFF2-40B4-BE49-F238E27FC236}">
                        <a16:creationId xmlns:a16="http://schemas.microsoft.com/office/drawing/2014/main" id="{590B0239-67BF-4B02-9DD0-31628FCE19C1}"/>
                      </a:ext>
                    </a:extLst>
                  </p:cNvPr>
                  <p:cNvCxnSpPr>
                    <a:stCxn id="55" idx="1"/>
                    <a:endCxn id="44" idx="1"/>
                  </p:cNvCxnSpPr>
                  <p:nvPr/>
                </p:nvCxnSpPr>
                <p:spPr>
                  <a:xfrm flipH="1">
                    <a:off x="5267868" y="3092699"/>
                    <a:ext cx="19478" cy="1210194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5" name="直接连接符 64">
                    <a:extLst>
                      <a:ext uri="{FF2B5EF4-FFF2-40B4-BE49-F238E27FC236}">
                        <a16:creationId xmlns:a16="http://schemas.microsoft.com/office/drawing/2014/main" id="{6CDEEEC2-2BDA-45CF-9BF3-7DA493740903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5539996" y="3012974"/>
                    <a:ext cx="19478" cy="1210194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6" name="直接连接符 65">
                    <a:extLst>
                      <a:ext uri="{FF2B5EF4-FFF2-40B4-BE49-F238E27FC236}">
                        <a16:creationId xmlns:a16="http://schemas.microsoft.com/office/drawing/2014/main" id="{EF134CF1-F9CA-4841-8C78-4D36A5BC48A9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5396789" y="2735114"/>
                    <a:ext cx="19478" cy="1210194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7" name="直接连接符 66">
                    <a:extLst>
                      <a:ext uri="{FF2B5EF4-FFF2-40B4-BE49-F238E27FC236}">
                        <a16:creationId xmlns:a16="http://schemas.microsoft.com/office/drawing/2014/main" id="{EFE9B846-C5EE-4E0C-A291-65CC8AD419A9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5168938" y="2852814"/>
                    <a:ext cx="19478" cy="1210194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  <a:prstDash val="soli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  <p:graphicFrame>
          <p:nvGraphicFramePr>
            <p:cNvPr id="71" name="对象 70">
              <a:extLst>
                <a:ext uri="{FF2B5EF4-FFF2-40B4-BE49-F238E27FC236}">
                  <a16:creationId xmlns:a16="http://schemas.microsoft.com/office/drawing/2014/main" id="{274D80EE-9F7C-40B3-B8B2-9DEB6260C14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31739244"/>
                </p:ext>
              </p:extLst>
            </p:nvPr>
          </p:nvGraphicFramePr>
          <p:xfrm>
            <a:off x="5912968" y="3867413"/>
            <a:ext cx="1003300" cy="304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8310" name="Equation" r:id="rId15" imgW="1002960" imgH="304560" progId="Equation.DSMT4">
                    <p:embed/>
                  </p:oleObj>
                </mc:Choice>
                <mc:Fallback>
                  <p:oleObj name="Equation" r:id="rId15" imgW="1002960" imgH="3045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5912968" y="3867413"/>
                          <a:ext cx="1003300" cy="304800"/>
                        </a:xfrm>
                        <a:prstGeom prst="rect">
                          <a:avLst/>
                        </a:prstGeom>
                        <a:ln>
                          <a:solidFill>
                            <a:srgbClr val="FF0000"/>
                          </a:solidFill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73" name="直接箭头连接符 72">
              <a:extLst>
                <a:ext uri="{FF2B5EF4-FFF2-40B4-BE49-F238E27FC236}">
                  <a16:creationId xmlns:a16="http://schemas.microsoft.com/office/drawing/2014/main" id="{B9DD15D7-F2CC-4D42-B23F-0557B0CA6F2C}"/>
                </a:ext>
              </a:extLst>
            </p:cNvPr>
            <p:cNvCxnSpPr/>
            <p:nvPr/>
          </p:nvCxnSpPr>
          <p:spPr>
            <a:xfrm flipH="1" flipV="1">
              <a:off x="5539419" y="3734860"/>
              <a:ext cx="362357" cy="210448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矩形 73">
              <a:extLst>
                <a:ext uri="{FF2B5EF4-FFF2-40B4-BE49-F238E27FC236}">
                  <a16:creationId xmlns:a16="http://schemas.microsoft.com/office/drawing/2014/main" id="{D044E571-6E92-4E9B-B8CC-B76AEB266AAE}"/>
                </a:ext>
              </a:extLst>
            </p:cNvPr>
            <p:cNvSpPr/>
            <p:nvPr/>
          </p:nvSpPr>
          <p:spPr>
            <a:xfrm>
              <a:off x="6888059" y="3835147"/>
              <a:ext cx="110799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b="1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柱体的高</a:t>
              </a:r>
            </a:p>
          </p:txBody>
        </p:sp>
        <p:graphicFrame>
          <p:nvGraphicFramePr>
            <p:cNvPr id="75" name="对象 74">
              <a:extLst>
                <a:ext uri="{FF2B5EF4-FFF2-40B4-BE49-F238E27FC236}">
                  <a16:creationId xmlns:a16="http://schemas.microsoft.com/office/drawing/2014/main" id="{D970B69F-FA50-4EEA-B532-B1A8A0E04D2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56794891"/>
                </p:ext>
              </p:extLst>
            </p:nvPr>
          </p:nvGraphicFramePr>
          <p:xfrm>
            <a:off x="5244578" y="4504035"/>
            <a:ext cx="889000" cy="304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8311" name="Equation" r:id="rId17" imgW="888840" imgH="304560" progId="Equation.DSMT4">
                    <p:embed/>
                  </p:oleObj>
                </mc:Choice>
                <mc:Fallback>
                  <p:oleObj name="Equation" r:id="rId17" imgW="888840" imgH="3045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5244578" y="4504035"/>
                          <a:ext cx="889000" cy="304800"/>
                        </a:xfrm>
                        <a:prstGeom prst="rect">
                          <a:avLst/>
                        </a:prstGeom>
                        <a:ln>
                          <a:solidFill>
                            <a:srgbClr val="0064FF"/>
                          </a:solidFill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76" name="直接箭头连接符 75">
              <a:extLst>
                <a:ext uri="{FF2B5EF4-FFF2-40B4-BE49-F238E27FC236}">
                  <a16:creationId xmlns:a16="http://schemas.microsoft.com/office/drawing/2014/main" id="{828CF4EF-4DFB-4DFD-AD3B-3D3B4C76A21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03318" y="4252582"/>
              <a:ext cx="170032" cy="235244"/>
            </a:xfrm>
            <a:prstGeom prst="straightConnector1">
              <a:avLst/>
            </a:prstGeom>
            <a:ln>
              <a:solidFill>
                <a:srgbClr val="0064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矩形 77">
              <a:extLst>
                <a:ext uri="{FF2B5EF4-FFF2-40B4-BE49-F238E27FC236}">
                  <a16:creationId xmlns:a16="http://schemas.microsoft.com/office/drawing/2014/main" id="{454F13B5-9F9E-4775-B911-1DB9CAD6E0F9}"/>
                </a:ext>
              </a:extLst>
            </p:cNvPr>
            <p:cNvSpPr/>
            <p:nvPr/>
          </p:nvSpPr>
          <p:spPr>
            <a:xfrm>
              <a:off x="6167410" y="4459155"/>
              <a:ext cx="1432541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b="1" dirty="0">
                  <a:solidFill>
                    <a:srgbClr val="0064FF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柱体底面积</a:t>
              </a:r>
            </a:p>
          </p:txBody>
        </p:sp>
      </p:grpSp>
      <p:graphicFrame>
        <p:nvGraphicFramePr>
          <p:cNvPr id="79" name="Object 40">
            <a:extLst>
              <a:ext uri="{FF2B5EF4-FFF2-40B4-BE49-F238E27FC236}">
                <a16:creationId xmlns:a16="http://schemas.microsoft.com/office/drawing/2014/main" id="{AC81218F-B56E-41FB-B861-9F66157A8C3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5057162"/>
              </p:ext>
            </p:extLst>
          </p:nvPr>
        </p:nvGraphicFramePr>
        <p:xfrm>
          <a:off x="595713" y="2889288"/>
          <a:ext cx="5080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312" name="Equation" r:id="rId19" imgW="507960" imgH="380880" progId="Equation.DSMT4">
                  <p:embed/>
                </p:oleObj>
              </mc:Choice>
              <mc:Fallback>
                <p:oleObj name="Equation" r:id="rId19" imgW="507960" imgH="380880" progId="Equation.DSMT4">
                  <p:embed/>
                  <p:pic>
                    <p:nvPicPr>
                      <p:cNvPr id="28712" name="Object 40">
                        <a:extLst>
                          <a:ext uri="{FF2B5EF4-FFF2-40B4-BE49-F238E27FC236}">
                            <a16:creationId xmlns:a16="http://schemas.microsoft.com/office/drawing/2014/main" id="{F62BD07A-2190-4722-93EA-332FE352E6A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713" y="2889288"/>
                        <a:ext cx="5080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" name="Object 41">
            <a:extLst>
              <a:ext uri="{FF2B5EF4-FFF2-40B4-BE49-F238E27FC236}">
                <a16:creationId xmlns:a16="http://schemas.microsoft.com/office/drawing/2014/main" id="{55287CD4-F0DD-4986-A01F-738A8AA63DE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4363368"/>
              </p:ext>
            </p:extLst>
          </p:nvPr>
        </p:nvGraphicFramePr>
        <p:xfrm>
          <a:off x="1118693" y="2925954"/>
          <a:ext cx="1651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313" name="Equation" r:id="rId21" imgW="1650960" imgH="342720" progId="Equation.DSMT4">
                  <p:embed/>
                </p:oleObj>
              </mc:Choice>
              <mc:Fallback>
                <p:oleObj name="Equation" r:id="rId21" imgW="1650960" imgH="342720" progId="Equation.DSMT4">
                  <p:embed/>
                  <p:pic>
                    <p:nvPicPr>
                      <p:cNvPr id="28713" name="Object 41">
                        <a:extLst>
                          <a:ext uri="{FF2B5EF4-FFF2-40B4-BE49-F238E27FC236}">
                            <a16:creationId xmlns:a16="http://schemas.microsoft.com/office/drawing/2014/main" id="{FC9CEC5B-D394-415B-A03C-88A56892198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8693" y="2925954"/>
                        <a:ext cx="16510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" name="Object 42">
            <a:extLst>
              <a:ext uri="{FF2B5EF4-FFF2-40B4-BE49-F238E27FC236}">
                <a16:creationId xmlns:a16="http://schemas.microsoft.com/office/drawing/2014/main" id="{2E086A04-153A-4C19-B955-729D0E99513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5835596"/>
              </p:ext>
            </p:extLst>
          </p:nvPr>
        </p:nvGraphicFramePr>
        <p:xfrm>
          <a:off x="2745998" y="2711407"/>
          <a:ext cx="13716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314" name="Equation" r:id="rId23" imgW="1371600" imgH="634680" progId="Equation.DSMT4">
                  <p:embed/>
                </p:oleObj>
              </mc:Choice>
              <mc:Fallback>
                <p:oleObj name="Equation" r:id="rId23" imgW="1371600" imgH="634680" progId="Equation.DSMT4">
                  <p:embed/>
                  <p:pic>
                    <p:nvPicPr>
                      <p:cNvPr id="28714" name="Object 42">
                        <a:extLst>
                          <a:ext uri="{FF2B5EF4-FFF2-40B4-BE49-F238E27FC236}">
                            <a16:creationId xmlns:a16="http://schemas.microsoft.com/office/drawing/2014/main" id="{C1270720-42A8-4C91-8A11-35FD89F84D7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5998" y="2711407"/>
                        <a:ext cx="1371600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" name="Object 43">
            <a:extLst>
              <a:ext uri="{FF2B5EF4-FFF2-40B4-BE49-F238E27FC236}">
                <a16:creationId xmlns:a16="http://schemas.microsoft.com/office/drawing/2014/main" id="{7AF705FF-B2FB-4DDD-B61C-4C872A064A0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9911367"/>
              </p:ext>
            </p:extLst>
          </p:nvPr>
        </p:nvGraphicFramePr>
        <p:xfrm>
          <a:off x="1065192" y="3346139"/>
          <a:ext cx="24511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315" name="Equation" r:id="rId25" imgW="2450880" imgH="736560" progId="Equation.DSMT4">
                  <p:embed/>
                </p:oleObj>
              </mc:Choice>
              <mc:Fallback>
                <p:oleObj name="Equation" r:id="rId25" imgW="2450880" imgH="736560" progId="Equation.DSMT4">
                  <p:embed/>
                  <p:pic>
                    <p:nvPicPr>
                      <p:cNvPr id="28715" name="Object 43">
                        <a:extLst>
                          <a:ext uri="{FF2B5EF4-FFF2-40B4-BE49-F238E27FC236}">
                            <a16:creationId xmlns:a16="http://schemas.microsoft.com/office/drawing/2014/main" id="{8B60FC07-D9DF-49DD-B59F-9C80A987E19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5192" y="3346139"/>
                        <a:ext cx="24511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" name="Text Box 44">
            <a:extLst>
              <a:ext uri="{FF2B5EF4-FFF2-40B4-BE49-F238E27FC236}">
                <a16:creationId xmlns:a16="http://schemas.microsoft.com/office/drawing/2014/main" id="{0A70EB17-11B5-4D3F-A632-4083DD372E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763" y="4107765"/>
            <a:ext cx="1295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故</a:t>
            </a:r>
          </a:p>
        </p:txBody>
      </p:sp>
      <p:graphicFrame>
        <p:nvGraphicFramePr>
          <p:cNvPr id="84" name="Object 45">
            <a:extLst>
              <a:ext uri="{FF2B5EF4-FFF2-40B4-BE49-F238E27FC236}">
                <a16:creationId xmlns:a16="http://schemas.microsoft.com/office/drawing/2014/main" id="{DE8780E4-9F76-4013-81DD-B15D6DBD67E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2524309"/>
              </p:ext>
            </p:extLst>
          </p:nvPr>
        </p:nvGraphicFramePr>
        <p:xfrm>
          <a:off x="1001009" y="4047585"/>
          <a:ext cx="3236913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316" name="Equation" r:id="rId27" imgW="3238200" imgH="736560" progId="Equation.DSMT4">
                  <p:embed/>
                </p:oleObj>
              </mc:Choice>
              <mc:Fallback>
                <p:oleObj name="Equation" r:id="rId27" imgW="3238200" imgH="736560" progId="Equation.DSMT4">
                  <p:embed/>
                  <p:pic>
                    <p:nvPicPr>
                      <p:cNvPr id="28717" name="Object 45">
                        <a:extLst>
                          <a:ext uri="{FF2B5EF4-FFF2-40B4-BE49-F238E27FC236}">
                            <a16:creationId xmlns:a16="http://schemas.microsoft.com/office/drawing/2014/main" id="{F3E99D00-A9FC-4EC9-831A-609A78C4D06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1009" y="4047585"/>
                        <a:ext cx="3236913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1" name="组合 90">
            <a:extLst>
              <a:ext uri="{FF2B5EF4-FFF2-40B4-BE49-F238E27FC236}">
                <a16:creationId xmlns:a16="http://schemas.microsoft.com/office/drawing/2014/main" id="{514DC63D-142A-4F56-9391-F27EA6F75C4D}"/>
              </a:ext>
            </a:extLst>
          </p:cNvPr>
          <p:cNvGrpSpPr/>
          <p:nvPr/>
        </p:nvGrpSpPr>
        <p:grpSpPr>
          <a:xfrm>
            <a:off x="5752119" y="764974"/>
            <a:ext cx="3361698" cy="2660650"/>
            <a:chOff x="5782302" y="1001823"/>
            <a:chExt cx="3361698" cy="2660650"/>
          </a:xfrm>
        </p:grpSpPr>
        <p:grpSp>
          <p:nvGrpSpPr>
            <p:cNvPr id="89" name="组合 88">
              <a:extLst>
                <a:ext uri="{FF2B5EF4-FFF2-40B4-BE49-F238E27FC236}">
                  <a16:creationId xmlns:a16="http://schemas.microsoft.com/office/drawing/2014/main" id="{3ED4109D-DE3F-4E2E-915E-8071D82B9CD5}"/>
                </a:ext>
              </a:extLst>
            </p:cNvPr>
            <p:cNvGrpSpPr/>
            <p:nvPr/>
          </p:nvGrpSpPr>
          <p:grpSpPr>
            <a:xfrm>
              <a:off x="5782302" y="1001823"/>
              <a:ext cx="3361698" cy="2660650"/>
              <a:chOff x="5782302" y="1001823"/>
              <a:chExt cx="3361698" cy="2660650"/>
            </a:xfrm>
          </p:grpSpPr>
          <p:grpSp>
            <p:nvGrpSpPr>
              <p:cNvPr id="18" name="Group 20">
                <a:extLst>
                  <a:ext uri="{FF2B5EF4-FFF2-40B4-BE49-F238E27FC236}">
                    <a16:creationId xmlns:a16="http://schemas.microsoft.com/office/drawing/2014/main" id="{760663F8-61E6-4453-8567-712BFDE44CC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952713" y="2887931"/>
                <a:ext cx="366713" cy="527050"/>
                <a:chOff x="3936" y="2212"/>
                <a:chExt cx="231" cy="332"/>
              </a:xfrm>
            </p:grpSpPr>
            <p:sp>
              <p:nvSpPr>
                <p:cNvPr id="19" name="Arc 21">
                  <a:extLst>
                    <a:ext uri="{FF2B5EF4-FFF2-40B4-BE49-F238E27FC236}">
                      <a16:creationId xmlns:a16="http://schemas.microsoft.com/office/drawing/2014/main" id="{89AC92F2-C767-4A58-83FC-DF69CB439B5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36" y="2356"/>
                  <a:ext cx="231" cy="188"/>
                </a:xfrm>
                <a:custGeom>
                  <a:avLst/>
                  <a:gdLst>
                    <a:gd name="G0" fmla="+- 0 0 0"/>
                    <a:gd name="G1" fmla="+- 17713 0 0"/>
                    <a:gd name="G2" fmla="+- 21600 0 0"/>
                    <a:gd name="T0" fmla="*/ 12361 w 21600"/>
                    <a:gd name="T1" fmla="*/ 0 h 17713"/>
                    <a:gd name="T2" fmla="*/ 21600 w 21600"/>
                    <a:gd name="T3" fmla="*/ 17713 h 17713"/>
                    <a:gd name="T4" fmla="*/ 0 w 21600"/>
                    <a:gd name="T5" fmla="*/ 17713 h 177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17713" fill="none" extrusionOk="0">
                      <a:moveTo>
                        <a:pt x="12361" y="-1"/>
                      </a:moveTo>
                      <a:cubicBezTo>
                        <a:pt x="18150" y="4039"/>
                        <a:pt x="21600" y="10653"/>
                        <a:pt x="21600" y="17713"/>
                      </a:cubicBezTo>
                    </a:path>
                    <a:path w="21600" h="17713" stroke="0" extrusionOk="0">
                      <a:moveTo>
                        <a:pt x="12361" y="-1"/>
                      </a:moveTo>
                      <a:cubicBezTo>
                        <a:pt x="18150" y="4039"/>
                        <a:pt x="21600" y="10653"/>
                        <a:pt x="21600" y="17713"/>
                      </a:cubicBezTo>
                      <a:lnTo>
                        <a:pt x="0" y="17713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0064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宋体" panose="02010600030101010101" pitchFamily="2" charset="-122"/>
                    <a:cs typeface="+mn-cs"/>
                  </a:endParaRPr>
                </a:p>
              </p:txBody>
            </p:sp>
            <p:graphicFrame>
              <p:nvGraphicFramePr>
                <p:cNvPr id="20" name="Object 22">
                  <a:extLst>
                    <a:ext uri="{FF2B5EF4-FFF2-40B4-BE49-F238E27FC236}">
                      <a16:creationId xmlns:a16="http://schemas.microsoft.com/office/drawing/2014/main" id="{2F56845D-124A-4EE9-AC90-13B3EAE5A9F3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3976" y="2212"/>
                <a:ext cx="136" cy="184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38317" name="Equation" r:id="rId29" imgW="215640" imgH="291960" progId="Equation.DSMT4">
                        <p:embed/>
                      </p:oleObj>
                    </mc:Choice>
                    <mc:Fallback>
                      <p:oleObj name="Equation" r:id="rId29" imgW="215640" imgH="291960" progId="Equation.DSMT4">
                        <p:embed/>
                        <p:pic>
                          <p:nvPicPr>
                            <p:cNvPr id="20" name="Object 22">
                              <a:extLst>
                                <a:ext uri="{FF2B5EF4-FFF2-40B4-BE49-F238E27FC236}">
                                  <a16:creationId xmlns:a16="http://schemas.microsoft.com/office/drawing/2014/main" id="{2F56845D-124A-4EE9-AC90-13B3EAE5A9F3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30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976" y="2212"/>
                              <a:ext cx="136" cy="184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sp>
            <p:nvSpPr>
              <p:cNvPr id="8" name="Line 7">
                <a:extLst>
                  <a:ext uri="{FF2B5EF4-FFF2-40B4-BE49-F238E27FC236}">
                    <a16:creationId xmlns:a16="http://schemas.microsoft.com/office/drawing/2014/main" id="{D4E47F1A-17BB-46BA-908E-B607AED395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000328" y="1001823"/>
                <a:ext cx="1676400" cy="236220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" name="Freeform 8">
                <a:extLst>
                  <a:ext uri="{FF2B5EF4-FFF2-40B4-BE49-F238E27FC236}">
                    <a16:creationId xmlns:a16="http://schemas.microsoft.com/office/drawing/2014/main" id="{BF218D40-05F1-4D16-B5F5-512037A09B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76728" y="1001823"/>
                <a:ext cx="635000" cy="1600200"/>
              </a:xfrm>
              <a:custGeom>
                <a:avLst/>
                <a:gdLst>
                  <a:gd name="T0" fmla="*/ 0 w 400"/>
                  <a:gd name="T1" fmla="*/ 0 h 1008"/>
                  <a:gd name="T2" fmla="*/ 288 w 400"/>
                  <a:gd name="T3" fmla="*/ 288 h 1008"/>
                  <a:gd name="T4" fmla="*/ 384 w 400"/>
                  <a:gd name="T5" fmla="*/ 720 h 1008"/>
                  <a:gd name="T6" fmla="*/ 384 w 400"/>
                  <a:gd name="T7" fmla="*/ 1008 h 10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00" h="1008">
                    <a:moveTo>
                      <a:pt x="0" y="0"/>
                    </a:moveTo>
                    <a:cubicBezTo>
                      <a:pt x="112" y="84"/>
                      <a:pt x="224" y="168"/>
                      <a:pt x="288" y="288"/>
                    </a:cubicBezTo>
                    <a:cubicBezTo>
                      <a:pt x="352" y="408"/>
                      <a:pt x="368" y="600"/>
                      <a:pt x="384" y="720"/>
                    </a:cubicBezTo>
                    <a:cubicBezTo>
                      <a:pt x="400" y="840"/>
                      <a:pt x="384" y="960"/>
                      <a:pt x="384" y="1008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graphicFrame>
            <p:nvGraphicFramePr>
              <p:cNvPr id="10" name="Object 9">
                <a:extLst>
                  <a:ext uri="{FF2B5EF4-FFF2-40B4-BE49-F238E27FC236}">
                    <a16:creationId xmlns:a16="http://schemas.microsoft.com/office/drawing/2014/main" id="{A3D381B2-635D-415E-9C14-B4D5FA08F7F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757056024"/>
                  </p:ext>
                </p:extLst>
              </p:nvPr>
            </p:nvGraphicFramePr>
            <p:xfrm>
              <a:off x="8178840" y="1293115"/>
              <a:ext cx="965160" cy="30456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38318" name="Equation" r:id="rId31" imgW="965160" imgH="304560" progId="Equation.DSMT4">
                      <p:embed/>
                    </p:oleObj>
                  </mc:Choice>
                  <mc:Fallback>
                    <p:oleObj name="Equation" r:id="rId31" imgW="965160" imgH="304560" progId="Equation.DSMT4">
                      <p:embed/>
                      <p:pic>
                        <p:nvPicPr>
                          <p:cNvPr id="10" name="Object 9">
                            <a:extLst>
                              <a:ext uri="{FF2B5EF4-FFF2-40B4-BE49-F238E27FC236}">
                                <a16:creationId xmlns:a16="http://schemas.microsoft.com/office/drawing/2014/main" id="{A3D381B2-635D-415E-9C14-B4D5FA08F7F8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2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178840" y="1293115"/>
                            <a:ext cx="965160" cy="30456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350FA7B6-F4DA-4A11-A233-F01083C04FF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963026" y="3160818"/>
                <a:ext cx="850901" cy="203200"/>
                <a:chOff x="3936" y="2416"/>
                <a:chExt cx="536" cy="128"/>
              </a:xfrm>
            </p:grpSpPr>
            <p:sp>
              <p:nvSpPr>
                <p:cNvPr id="12" name="Arc 11">
                  <a:extLst>
                    <a:ext uri="{FF2B5EF4-FFF2-40B4-BE49-F238E27FC236}">
                      <a16:creationId xmlns:a16="http://schemas.microsoft.com/office/drawing/2014/main" id="{F27197EB-FDAD-481E-BF0D-00DB45B4C1B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36" y="2428"/>
                  <a:ext cx="370" cy="116"/>
                </a:xfrm>
                <a:custGeom>
                  <a:avLst/>
                  <a:gdLst>
                    <a:gd name="G0" fmla="+- 0 0 0"/>
                    <a:gd name="G1" fmla="+- 6785 0 0"/>
                    <a:gd name="G2" fmla="+- 21600 0 0"/>
                    <a:gd name="T0" fmla="*/ 20507 w 21600"/>
                    <a:gd name="T1" fmla="*/ 0 h 6785"/>
                    <a:gd name="T2" fmla="*/ 21600 w 21600"/>
                    <a:gd name="T3" fmla="*/ 6785 h 6785"/>
                    <a:gd name="T4" fmla="*/ 0 w 21600"/>
                    <a:gd name="T5" fmla="*/ 6785 h 678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6785" fill="none" extrusionOk="0">
                      <a:moveTo>
                        <a:pt x="20506" y="0"/>
                      </a:moveTo>
                      <a:cubicBezTo>
                        <a:pt x="21230" y="2188"/>
                        <a:pt x="21600" y="4479"/>
                        <a:pt x="21600" y="6785"/>
                      </a:cubicBezTo>
                    </a:path>
                    <a:path w="21600" h="6785" stroke="0" extrusionOk="0">
                      <a:moveTo>
                        <a:pt x="20506" y="0"/>
                      </a:moveTo>
                      <a:cubicBezTo>
                        <a:pt x="21230" y="2188"/>
                        <a:pt x="21600" y="4479"/>
                        <a:pt x="21600" y="6785"/>
                      </a:cubicBezTo>
                      <a:lnTo>
                        <a:pt x="0" y="6785"/>
                      </a:lnTo>
                      <a:close/>
                    </a:path>
                  </a:pathLst>
                </a:custGeom>
                <a:noFill/>
                <a:ln w="28575">
                  <a:solidFill>
                    <a:schemeClr val="tx2">
                      <a:lumMod val="60000"/>
                      <a:lumOff val="40000"/>
                    </a:schemeClr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宋体" panose="02010600030101010101" pitchFamily="2" charset="-122"/>
                    <a:cs typeface="+mn-cs"/>
                  </a:endParaRPr>
                </a:p>
              </p:txBody>
            </p:sp>
            <p:graphicFrame>
              <p:nvGraphicFramePr>
                <p:cNvPr id="13" name="Object 12">
                  <a:extLst>
                    <a:ext uri="{FF2B5EF4-FFF2-40B4-BE49-F238E27FC236}">
                      <a16:creationId xmlns:a16="http://schemas.microsoft.com/office/drawing/2014/main" id="{CCC13F1A-E5E5-41FF-A416-31E5BB065015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4336" y="2416"/>
                <a:ext cx="136" cy="12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38319" name="Equation" r:id="rId33" imgW="215640" imgH="190440" progId="Equation.DSMT4">
                        <p:embed/>
                      </p:oleObj>
                    </mc:Choice>
                    <mc:Fallback>
                      <p:oleObj name="Equation" r:id="rId33" imgW="215640" imgH="190440" progId="Equation.DSMT4">
                        <p:embed/>
                        <p:pic>
                          <p:nvPicPr>
                            <p:cNvPr id="13" name="Object 12">
                              <a:extLst>
                                <a:ext uri="{FF2B5EF4-FFF2-40B4-BE49-F238E27FC236}">
                                  <a16:creationId xmlns:a16="http://schemas.microsoft.com/office/drawing/2014/main" id="{CCC13F1A-E5E5-41FF-A416-31E5BB065015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34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336" y="2416"/>
                              <a:ext cx="136" cy="12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sp>
            <p:nvSpPr>
              <p:cNvPr id="14" name="Arc 16">
                <a:extLst>
                  <a:ext uri="{FF2B5EF4-FFF2-40B4-BE49-F238E27FC236}">
                    <a16:creationId xmlns:a16="http://schemas.microsoft.com/office/drawing/2014/main" id="{188E8354-A68C-41B7-9875-ECAB327B21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46366" y="2708386"/>
                <a:ext cx="1096962" cy="655637"/>
              </a:xfrm>
              <a:custGeom>
                <a:avLst/>
                <a:gdLst>
                  <a:gd name="G0" fmla="+- 0 0 0"/>
                  <a:gd name="G1" fmla="+- 12917 0 0"/>
                  <a:gd name="G2" fmla="+- 21600 0 0"/>
                  <a:gd name="T0" fmla="*/ 17312 w 21600"/>
                  <a:gd name="T1" fmla="*/ 0 h 12917"/>
                  <a:gd name="T2" fmla="*/ 21600 w 21600"/>
                  <a:gd name="T3" fmla="*/ 12917 h 12917"/>
                  <a:gd name="T4" fmla="*/ 0 w 21600"/>
                  <a:gd name="T5" fmla="*/ 12917 h 129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12917" fill="none" extrusionOk="0">
                    <a:moveTo>
                      <a:pt x="17312" y="-1"/>
                    </a:moveTo>
                    <a:cubicBezTo>
                      <a:pt x="20096" y="3731"/>
                      <a:pt x="21600" y="8261"/>
                      <a:pt x="21600" y="12917"/>
                    </a:cubicBezTo>
                  </a:path>
                  <a:path w="21600" h="12917" stroke="0" extrusionOk="0">
                    <a:moveTo>
                      <a:pt x="17312" y="-1"/>
                    </a:moveTo>
                    <a:cubicBezTo>
                      <a:pt x="20096" y="3731"/>
                      <a:pt x="21600" y="8261"/>
                      <a:pt x="21600" y="12917"/>
                    </a:cubicBezTo>
                    <a:lnTo>
                      <a:pt x="0" y="12917"/>
                    </a:lnTo>
                    <a:close/>
                  </a:path>
                </a:pathLst>
              </a:custGeom>
              <a:noFill/>
              <a:ln w="28575">
                <a:solidFill>
                  <a:srgbClr val="00B0F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graphicFrame>
            <p:nvGraphicFramePr>
              <p:cNvPr id="15" name="Object 17">
                <a:extLst>
                  <a:ext uri="{FF2B5EF4-FFF2-40B4-BE49-F238E27FC236}">
                    <a16:creationId xmlns:a16="http://schemas.microsoft.com/office/drawing/2014/main" id="{4D069C5F-A641-493C-82C4-43B24BB12DD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52549368"/>
                  </p:ext>
                </p:extLst>
              </p:nvPr>
            </p:nvGraphicFramePr>
            <p:xfrm>
              <a:off x="7067550" y="2735263"/>
              <a:ext cx="177480" cy="241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38320" name="Equation" r:id="rId35" imgW="177480" imgH="241200" progId="Equation.DSMT4">
                      <p:embed/>
                    </p:oleObj>
                  </mc:Choice>
                  <mc:Fallback>
                    <p:oleObj name="Equation" r:id="rId35" imgW="177480" imgH="241200" progId="Equation.DSMT4">
                      <p:embed/>
                      <p:pic>
                        <p:nvPicPr>
                          <p:cNvPr id="15" name="Object 17">
                            <a:extLst>
                              <a:ext uri="{FF2B5EF4-FFF2-40B4-BE49-F238E27FC236}">
                                <a16:creationId xmlns:a16="http://schemas.microsoft.com/office/drawing/2014/main" id="{4D069C5F-A641-493C-82C4-43B24BB12DD8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067550" y="2735263"/>
                            <a:ext cx="177480" cy="2412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6" name="Line 18">
                <a:extLst>
                  <a:ext uri="{FF2B5EF4-FFF2-40B4-BE49-F238E27FC236}">
                    <a16:creationId xmlns:a16="http://schemas.microsoft.com/office/drawing/2014/main" id="{BD1D0CC9-257F-4EF8-B473-93BB9FCB32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087097" y="1393030"/>
                <a:ext cx="1981200" cy="190500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7" name="Arc 19">
                <a:extLst>
                  <a:ext uri="{FF2B5EF4-FFF2-40B4-BE49-F238E27FC236}">
                    <a16:creationId xmlns:a16="http://schemas.microsoft.com/office/drawing/2014/main" id="{9FA4CCCE-953E-494A-912F-4C5F1645B2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01776" y="2630283"/>
                <a:ext cx="995363" cy="889000"/>
              </a:xfrm>
              <a:custGeom>
                <a:avLst/>
                <a:gdLst>
                  <a:gd name="G0" fmla="+- 0 0 0"/>
                  <a:gd name="G1" fmla="+- 15542 0 0"/>
                  <a:gd name="G2" fmla="+- 21600 0 0"/>
                  <a:gd name="T0" fmla="*/ 15000 w 17428"/>
                  <a:gd name="T1" fmla="*/ 0 h 15542"/>
                  <a:gd name="T2" fmla="*/ 17428 w 17428"/>
                  <a:gd name="T3" fmla="*/ 2782 h 15542"/>
                  <a:gd name="T4" fmla="*/ 0 w 17428"/>
                  <a:gd name="T5" fmla="*/ 15542 h 155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7428" h="15542" fill="none" extrusionOk="0">
                    <a:moveTo>
                      <a:pt x="15000" y="-1"/>
                    </a:moveTo>
                    <a:cubicBezTo>
                      <a:pt x="15887" y="856"/>
                      <a:pt x="16699" y="1786"/>
                      <a:pt x="17428" y="2781"/>
                    </a:cubicBezTo>
                  </a:path>
                  <a:path w="17428" h="15542" stroke="0" extrusionOk="0">
                    <a:moveTo>
                      <a:pt x="15000" y="-1"/>
                    </a:moveTo>
                    <a:cubicBezTo>
                      <a:pt x="15887" y="856"/>
                      <a:pt x="16699" y="1786"/>
                      <a:pt x="17428" y="2781"/>
                    </a:cubicBezTo>
                    <a:lnTo>
                      <a:pt x="0" y="15542"/>
                    </a:lnTo>
                    <a:close/>
                  </a:path>
                </a:pathLst>
              </a:custGeom>
              <a:noFill/>
              <a:ln w="2857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graphicFrame>
            <p:nvGraphicFramePr>
              <p:cNvPr id="21" name="Object 23">
                <a:extLst>
                  <a:ext uri="{FF2B5EF4-FFF2-40B4-BE49-F238E27FC236}">
                    <a16:creationId xmlns:a16="http://schemas.microsoft.com/office/drawing/2014/main" id="{BCD8FAC4-4248-497E-936E-BE17EECF8BF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632855879"/>
                  </p:ext>
                </p:extLst>
              </p:nvPr>
            </p:nvGraphicFramePr>
            <p:xfrm>
              <a:off x="6499225" y="1801813"/>
              <a:ext cx="350838" cy="254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38321" name="Equation" r:id="rId37" imgW="342720" imgH="253800" progId="Equation.DSMT4">
                      <p:embed/>
                    </p:oleObj>
                  </mc:Choice>
                  <mc:Fallback>
                    <p:oleObj name="Equation" r:id="rId37" imgW="342720" imgH="253800" progId="Equation.DSMT4">
                      <p:embed/>
                      <p:pic>
                        <p:nvPicPr>
                          <p:cNvPr id="21" name="Object 23">
                            <a:extLst>
                              <a:ext uri="{FF2B5EF4-FFF2-40B4-BE49-F238E27FC236}">
                                <a16:creationId xmlns:a16="http://schemas.microsoft.com/office/drawing/2014/main" id="{BCD8FAC4-4248-497E-936E-BE17EECF8BFC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8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499225" y="1801813"/>
                            <a:ext cx="350838" cy="2540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2" name="Freeform 24">
                <a:extLst>
                  <a:ext uri="{FF2B5EF4-FFF2-40B4-BE49-F238E27FC236}">
                    <a16:creationId xmlns:a16="http://schemas.microsoft.com/office/drawing/2014/main" id="{0486FEF3-FF96-408C-A948-EAD95047A6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45444" y="2041445"/>
                <a:ext cx="152400" cy="609600"/>
              </a:xfrm>
              <a:custGeom>
                <a:avLst/>
                <a:gdLst>
                  <a:gd name="T0" fmla="*/ 0 w 384"/>
                  <a:gd name="T1" fmla="*/ 0 h 480"/>
                  <a:gd name="T2" fmla="*/ 384 w 384"/>
                  <a:gd name="T3" fmla="*/ 480 h 4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384" h="480">
                    <a:moveTo>
                      <a:pt x="0" y="0"/>
                    </a:moveTo>
                    <a:cubicBezTo>
                      <a:pt x="160" y="200"/>
                      <a:pt x="320" y="400"/>
                      <a:pt x="384" y="480"/>
                    </a:cubicBezTo>
                  </a:path>
                </a:pathLst>
              </a:custGeom>
              <a:noFill/>
              <a:ln w="15875" cmpd="sng">
                <a:solidFill>
                  <a:schemeClr val="tx1"/>
                </a:solidFill>
                <a:round/>
                <a:headEnd type="non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grpSp>
            <p:nvGrpSpPr>
              <p:cNvPr id="23" name="Group 25">
                <a:extLst>
                  <a:ext uri="{FF2B5EF4-FFF2-40B4-BE49-F238E27FC236}">
                    <a16:creationId xmlns:a16="http://schemas.microsoft.com/office/drawing/2014/main" id="{666E17C6-53F1-413F-B582-C75B10A0798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873457" y="1857485"/>
                <a:ext cx="928688" cy="908050"/>
                <a:chOff x="4486" y="1595"/>
                <a:chExt cx="585" cy="572"/>
              </a:xfrm>
            </p:grpSpPr>
            <p:sp>
              <p:nvSpPr>
                <p:cNvPr id="24" name="Arc 26">
                  <a:extLst>
                    <a:ext uri="{FF2B5EF4-FFF2-40B4-BE49-F238E27FC236}">
                      <a16:creationId xmlns:a16="http://schemas.microsoft.com/office/drawing/2014/main" id="{733284E8-31FB-4835-9F00-33AC2776A23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95" y="1595"/>
                  <a:ext cx="476" cy="482"/>
                </a:xfrm>
                <a:custGeom>
                  <a:avLst/>
                  <a:gdLst>
                    <a:gd name="G0" fmla="+- 0 0 0"/>
                    <a:gd name="G1" fmla="+- 18081 0 0"/>
                    <a:gd name="G2" fmla="+- 21600 0 0"/>
                    <a:gd name="T0" fmla="*/ 11817 w 17482"/>
                    <a:gd name="T1" fmla="*/ 0 h 18081"/>
                    <a:gd name="T2" fmla="*/ 17482 w 17482"/>
                    <a:gd name="T3" fmla="*/ 5395 h 18081"/>
                    <a:gd name="T4" fmla="*/ 0 w 17482"/>
                    <a:gd name="T5" fmla="*/ 18081 h 1808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7482" h="18081" fill="none" extrusionOk="0">
                      <a:moveTo>
                        <a:pt x="11816" y="0"/>
                      </a:moveTo>
                      <a:cubicBezTo>
                        <a:pt x="14017" y="1438"/>
                        <a:pt x="15937" y="3266"/>
                        <a:pt x="17482" y="5394"/>
                      </a:cubicBezTo>
                    </a:path>
                    <a:path w="17482" h="18081" stroke="0" extrusionOk="0">
                      <a:moveTo>
                        <a:pt x="11816" y="0"/>
                      </a:moveTo>
                      <a:cubicBezTo>
                        <a:pt x="14017" y="1438"/>
                        <a:pt x="15937" y="3266"/>
                        <a:pt x="17482" y="5394"/>
                      </a:cubicBezTo>
                      <a:lnTo>
                        <a:pt x="0" y="18081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5" name="Arc 27">
                  <a:extLst>
                    <a:ext uri="{FF2B5EF4-FFF2-40B4-BE49-F238E27FC236}">
                      <a16:creationId xmlns:a16="http://schemas.microsoft.com/office/drawing/2014/main" id="{6388315E-8345-45D3-851E-B3E730A17D4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486" y="1707"/>
                  <a:ext cx="466" cy="460"/>
                </a:xfrm>
                <a:custGeom>
                  <a:avLst/>
                  <a:gdLst>
                    <a:gd name="G0" fmla="+- 0 0 0"/>
                    <a:gd name="G1" fmla="+- 17243 0 0"/>
                    <a:gd name="G2" fmla="+- 21600 0 0"/>
                    <a:gd name="T0" fmla="*/ 13010 w 17482"/>
                    <a:gd name="T1" fmla="*/ 0 h 17243"/>
                    <a:gd name="T2" fmla="*/ 17482 w 17482"/>
                    <a:gd name="T3" fmla="*/ 4557 h 17243"/>
                    <a:gd name="T4" fmla="*/ 0 w 17482"/>
                    <a:gd name="T5" fmla="*/ 17243 h 172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7482" h="17243" fill="none" extrusionOk="0">
                      <a:moveTo>
                        <a:pt x="13009" y="0"/>
                      </a:moveTo>
                      <a:cubicBezTo>
                        <a:pt x="14717" y="1289"/>
                        <a:pt x="16225" y="2824"/>
                        <a:pt x="17482" y="4556"/>
                      </a:cubicBezTo>
                    </a:path>
                    <a:path w="17482" h="17243" stroke="0" extrusionOk="0">
                      <a:moveTo>
                        <a:pt x="13009" y="0"/>
                      </a:moveTo>
                      <a:cubicBezTo>
                        <a:pt x="14717" y="1289"/>
                        <a:pt x="16225" y="2824"/>
                        <a:pt x="17482" y="4556"/>
                      </a:cubicBezTo>
                      <a:lnTo>
                        <a:pt x="0" y="17243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sp>
            <p:nvSpPr>
              <p:cNvPr id="26" name="Line 28">
                <a:extLst>
                  <a:ext uri="{FF2B5EF4-FFF2-40B4-BE49-F238E27FC236}">
                    <a16:creationId xmlns:a16="http://schemas.microsoft.com/office/drawing/2014/main" id="{9F8AD951-D2AB-4ED1-88BC-AEC671B229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046366" y="1779273"/>
                <a:ext cx="2217738" cy="1560938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graphicFrame>
            <p:nvGraphicFramePr>
              <p:cNvPr id="27" name="Object 29">
                <a:extLst>
                  <a:ext uri="{FF2B5EF4-FFF2-40B4-BE49-F238E27FC236}">
                    <a16:creationId xmlns:a16="http://schemas.microsoft.com/office/drawing/2014/main" id="{7D38D826-0CBD-4F90-BDDD-377452FAD4D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169525975"/>
                  </p:ext>
                </p:extLst>
              </p:nvPr>
            </p:nvGraphicFramePr>
            <p:xfrm>
              <a:off x="7228476" y="1666076"/>
              <a:ext cx="371475" cy="3048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38322" name="Equation" r:id="rId39" imgW="368280" imgH="304560" progId="Equation.DSMT4">
                      <p:embed/>
                    </p:oleObj>
                  </mc:Choice>
                  <mc:Fallback>
                    <p:oleObj name="Equation" r:id="rId39" imgW="368280" imgH="304560" progId="Equation.DSMT4">
                      <p:embed/>
                      <p:pic>
                        <p:nvPicPr>
                          <p:cNvPr id="27" name="Object 29">
                            <a:extLst>
                              <a:ext uri="{FF2B5EF4-FFF2-40B4-BE49-F238E27FC236}">
                                <a16:creationId xmlns:a16="http://schemas.microsoft.com/office/drawing/2014/main" id="{7D38D826-0CBD-4F90-BDDD-377452FAD4D5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0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228476" y="1666076"/>
                            <a:ext cx="371475" cy="3048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9" name="Object 38">
                <a:extLst>
                  <a:ext uri="{FF2B5EF4-FFF2-40B4-BE49-F238E27FC236}">
                    <a16:creationId xmlns:a16="http://schemas.microsoft.com/office/drawing/2014/main" id="{832ED60A-78CD-49DD-89DE-80768E22293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78071555"/>
                  </p:ext>
                </p:extLst>
              </p:nvPr>
            </p:nvGraphicFramePr>
            <p:xfrm>
              <a:off x="7067128" y="2001105"/>
              <a:ext cx="215640" cy="241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38323" name="Equation" r:id="rId41" imgW="215640" imgH="241200" progId="Equation.DSMT4">
                      <p:embed/>
                    </p:oleObj>
                  </mc:Choice>
                  <mc:Fallback>
                    <p:oleObj name="Equation" r:id="rId41" imgW="215640" imgH="241200" progId="Equation.DSMT4">
                      <p:embed/>
                      <p:pic>
                        <p:nvPicPr>
                          <p:cNvPr id="29" name="Object 38">
                            <a:extLst>
                              <a:ext uri="{FF2B5EF4-FFF2-40B4-BE49-F238E27FC236}">
                                <a16:creationId xmlns:a16="http://schemas.microsoft.com/office/drawing/2014/main" id="{832ED60A-78CD-49DD-89DE-80768E22293C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2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067128" y="2001105"/>
                            <a:ext cx="215640" cy="2412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1" name="Line 14">
                <a:extLst>
                  <a:ext uri="{FF2B5EF4-FFF2-40B4-BE49-F238E27FC236}">
                    <a16:creationId xmlns:a16="http://schemas.microsoft.com/office/drawing/2014/main" id="{B5999719-90BE-4205-9628-313F3B45AE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000328" y="3364023"/>
                <a:ext cx="25908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graphicFrame>
            <p:nvGraphicFramePr>
              <p:cNvPr id="32" name="Object 15">
                <a:extLst>
                  <a:ext uri="{FF2B5EF4-FFF2-40B4-BE49-F238E27FC236}">
                    <a16:creationId xmlns:a16="http://schemas.microsoft.com/office/drawing/2014/main" id="{EAE36087-6AB9-4F70-945C-C6208E7E528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975963433"/>
                  </p:ext>
                </p:extLst>
              </p:nvPr>
            </p:nvGraphicFramePr>
            <p:xfrm>
              <a:off x="8384753" y="3459273"/>
              <a:ext cx="187325" cy="203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38324" name="Equation" r:id="rId43" imgW="190440" imgH="203040" progId="Equation.DSMT4">
                      <p:embed/>
                    </p:oleObj>
                  </mc:Choice>
                  <mc:Fallback>
                    <p:oleObj name="Equation" r:id="rId43" imgW="190440" imgH="203040" progId="Equation.DSMT4">
                      <p:embed/>
                      <p:pic>
                        <p:nvPicPr>
                          <p:cNvPr id="32" name="Object 15">
                            <a:extLst>
                              <a:ext uri="{FF2B5EF4-FFF2-40B4-BE49-F238E27FC236}">
                                <a16:creationId xmlns:a16="http://schemas.microsoft.com/office/drawing/2014/main" id="{EAE36087-6AB9-4F70-945C-C6208E7E528B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384753" y="3459273"/>
                            <a:ext cx="187325" cy="2032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2" name="对象 41">
                <a:extLst>
                  <a:ext uri="{FF2B5EF4-FFF2-40B4-BE49-F238E27FC236}">
                    <a16:creationId xmlns:a16="http://schemas.microsoft.com/office/drawing/2014/main" id="{C502975E-1F19-4AE2-BAEB-3FBDA25C72F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17431651"/>
                  </p:ext>
                </p:extLst>
              </p:nvPr>
            </p:nvGraphicFramePr>
            <p:xfrm>
              <a:off x="5782302" y="3372174"/>
              <a:ext cx="254000" cy="2794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38325" name="Equation" r:id="rId45" imgW="253800" imgH="279360" progId="Equation.DSMT4">
                      <p:embed/>
                    </p:oleObj>
                  </mc:Choice>
                  <mc:Fallback>
                    <p:oleObj name="Equation" r:id="rId45" imgW="253800" imgH="279360" progId="Equation.DSMT4">
                      <p:embed/>
                      <p:pic>
                        <p:nvPicPr>
                          <p:cNvPr id="42" name="对象 41">
                            <a:extLst>
                              <a:ext uri="{FF2B5EF4-FFF2-40B4-BE49-F238E27FC236}">
                                <a16:creationId xmlns:a16="http://schemas.microsoft.com/office/drawing/2014/main" id="{C502975E-1F19-4AE2-BAEB-3FBDA25C72F2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46"/>
                          <a:stretch>
                            <a:fillRect/>
                          </a:stretch>
                        </p:blipFill>
                        <p:spPr>
                          <a:xfrm>
                            <a:off x="5782302" y="3372174"/>
                            <a:ext cx="254000" cy="2794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7" name="Line 6">
                <a:extLst>
                  <a:ext uri="{FF2B5EF4-FFF2-40B4-BE49-F238E27FC236}">
                    <a16:creationId xmlns:a16="http://schemas.microsoft.com/office/drawing/2014/main" id="{E593A1A1-ED8F-423A-8179-8F126431BF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048152" y="2602023"/>
                <a:ext cx="2286000" cy="76200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90" name="Line 37">
              <a:extLst>
                <a:ext uri="{FF2B5EF4-FFF2-40B4-BE49-F238E27FC236}">
                  <a16:creationId xmlns:a16="http://schemas.microsoft.com/office/drawing/2014/main" id="{0D3F7F25-9FF2-446A-9932-E2F6B9614A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99951" y="2237765"/>
              <a:ext cx="0" cy="1143000"/>
            </a:xfrm>
            <a:prstGeom prst="line">
              <a:avLst/>
            </a:prstGeom>
            <a:noFill/>
            <a:ln w="19050">
              <a:solidFill>
                <a:schemeClr val="accent6">
                  <a:lumMod val="75000"/>
                </a:schemeClr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37677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83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4BDAAAE8-E04A-41A9-B830-7FFDE4A97506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23478"/>
            <a:ext cx="4572000" cy="5334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>
                <a:solidFill>
                  <a:srgbClr val="0064FF"/>
                </a:solidFill>
                <a:latin typeface="+mj-ea"/>
              </a:rPr>
              <a:t>5.</a:t>
            </a:r>
            <a:r>
              <a:rPr lang="zh-CN" altLang="en-US" sz="2400" b="1" dirty="0">
                <a:latin typeface="+mj-ea"/>
              </a:rPr>
              <a:t>半径为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+mj-ea"/>
              </a:rPr>
              <a:t>,</a:t>
            </a:r>
            <a:r>
              <a:rPr lang="zh-CN" altLang="en-US" sz="2400" b="1" dirty="0">
                <a:latin typeface="+mj-ea"/>
              </a:rPr>
              <a:t>密度为</a:t>
            </a:r>
          </a:p>
        </p:txBody>
      </p:sp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73E92628-4957-4E83-BED4-B68F1501549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4975989"/>
              </p:ext>
            </p:extLst>
          </p:nvPr>
        </p:nvGraphicFramePr>
        <p:xfrm>
          <a:off x="3633575" y="246282"/>
          <a:ext cx="2413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190" name="Equation" r:id="rId3" imgW="241200" imgH="266400" progId="Equation.DSMT4">
                  <p:embed/>
                </p:oleObj>
              </mc:Choice>
              <mc:Fallback>
                <p:oleObj name="Equation" r:id="rId3" imgW="241200" imgH="266400" progId="Equation.DSMT4">
                  <p:embed/>
                  <p:pic>
                    <p:nvPicPr>
                      <p:cNvPr id="40963" name="Object 3">
                        <a:extLst>
                          <a:ext uri="{FF2B5EF4-FFF2-40B4-BE49-F238E27FC236}">
                            <a16:creationId xmlns:a16="http://schemas.microsoft.com/office/drawing/2014/main" id="{5B8BF3E7-D9CC-480A-9458-49ECF1F8618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3575" y="246282"/>
                        <a:ext cx="241300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4">
            <a:extLst>
              <a:ext uri="{FF2B5EF4-FFF2-40B4-BE49-F238E27FC236}">
                <a16:creationId xmlns:a16="http://schemas.microsoft.com/office/drawing/2014/main" id="{CC00E449-884D-42B9-94F2-45825327CB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33441" y="123478"/>
            <a:ext cx="525658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的球沉入深为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2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的水池底，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BD9C0E98-1A36-4970-9624-1FA76B94E2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313" y="664590"/>
            <a:ext cx="3429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/>
              <a:t>水的密度</a:t>
            </a:r>
          </a:p>
        </p:txBody>
      </p:sp>
      <p:graphicFrame>
        <p:nvGraphicFramePr>
          <p:cNvPr id="7" name="Object 48">
            <a:extLst>
              <a:ext uri="{FF2B5EF4-FFF2-40B4-BE49-F238E27FC236}">
                <a16:creationId xmlns:a16="http://schemas.microsoft.com/office/drawing/2014/main" id="{7DB9B785-24B6-498A-AD6D-2D7E851AA71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8318881"/>
              </p:ext>
            </p:extLst>
          </p:nvPr>
        </p:nvGraphicFramePr>
        <p:xfrm>
          <a:off x="1717675" y="664608"/>
          <a:ext cx="9525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191" name="Equation" r:id="rId5" imgW="952200" imgH="380880" progId="Equation.DSMT4">
                  <p:embed/>
                </p:oleObj>
              </mc:Choice>
              <mc:Fallback>
                <p:oleObj name="Equation" r:id="rId5" imgW="952200" imgH="380880" progId="Equation.DSMT4">
                  <p:embed/>
                  <p:pic>
                    <p:nvPicPr>
                      <p:cNvPr id="41008" name="Object 48">
                        <a:extLst>
                          <a:ext uri="{FF2B5EF4-FFF2-40B4-BE49-F238E27FC236}">
                            <a16:creationId xmlns:a16="http://schemas.microsoft.com/office/drawing/2014/main" id="{BA34EC99-7C50-41A6-AA97-6CF70820261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7675" y="664608"/>
                        <a:ext cx="9525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52">
            <a:extLst>
              <a:ext uri="{FF2B5EF4-FFF2-40B4-BE49-F238E27FC236}">
                <a16:creationId xmlns:a16="http://schemas.microsoft.com/office/drawing/2014/main" id="{D7C2526F-8180-417A-8936-FBC749C536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3651" y="607132"/>
            <a:ext cx="613692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/>
              <a:t>现将其从水池中取出</a:t>
            </a:r>
            <a:r>
              <a:rPr lang="en-US" altLang="zh-CN" sz="2400" b="1" dirty="0">
                <a:latin typeface="+mj-ea"/>
                <a:ea typeface="+mj-ea"/>
              </a:rPr>
              <a:t>,</a:t>
            </a:r>
            <a:r>
              <a:rPr lang="en-US" altLang="zh-CN" sz="2400" b="1" dirty="0"/>
              <a:t> </a:t>
            </a:r>
            <a:r>
              <a:rPr lang="zh-CN" altLang="en-US" sz="2400" b="1" dirty="0"/>
              <a:t>需做多少功？</a:t>
            </a:r>
          </a:p>
        </p:txBody>
      </p:sp>
      <p:sp>
        <p:nvSpPr>
          <p:cNvPr id="32" name="Text Box 7">
            <a:extLst>
              <a:ext uri="{FF2B5EF4-FFF2-40B4-BE49-F238E27FC236}">
                <a16:creationId xmlns:a16="http://schemas.microsoft.com/office/drawing/2014/main" id="{E9318C10-BC57-4DA5-A24D-E0ED0EB692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8492" y="1112098"/>
            <a:ext cx="914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+mj-ea"/>
                <a:ea typeface="+mj-ea"/>
              </a:rPr>
              <a:t>解</a:t>
            </a:r>
            <a:endParaRPr lang="en-US" altLang="zh-CN" sz="2400" b="1" dirty="0">
              <a:solidFill>
                <a:srgbClr val="0064FF"/>
              </a:solidFill>
              <a:latin typeface="+mj-ea"/>
              <a:ea typeface="+mj-ea"/>
            </a:endParaRPr>
          </a:p>
        </p:txBody>
      </p:sp>
      <p:sp>
        <p:nvSpPr>
          <p:cNvPr id="33" name="Text Box 8">
            <a:extLst>
              <a:ext uri="{FF2B5EF4-FFF2-40B4-BE49-F238E27FC236}">
                <a16:creationId xmlns:a16="http://schemas.microsoft.com/office/drawing/2014/main" id="{E65BF63E-F73D-4E07-A59B-EEB7D0C068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6176" y="1107079"/>
            <a:ext cx="3048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建立坐标系如图 </a:t>
            </a:r>
            <a:r>
              <a:rPr lang="en-US" altLang="zh-CN" sz="2400" b="1" dirty="0">
                <a:latin typeface="+mj-ea"/>
                <a:ea typeface="+mj-ea"/>
              </a:rPr>
              <a:t>.</a:t>
            </a:r>
          </a:p>
        </p:txBody>
      </p:sp>
      <p:sp>
        <p:nvSpPr>
          <p:cNvPr id="34" name="Text Box 9">
            <a:extLst>
              <a:ext uri="{FF2B5EF4-FFF2-40B4-BE49-F238E27FC236}">
                <a16:creationId xmlns:a16="http://schemas.microsoft.com/office/drawing/2014/main" id="{FFBADAFC-D118-4C4B-8C38-99027E699B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2471" y="1118416"/>
            <a:ext cx="1600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则对应</a:t>
            </a:r>
          </a:p>
        </p:txBody>
      </p:sp>
      <p:graphicFrame>
        <p:nvGraphicFramePr>
          <p:cNvPr id="35" name="Object 10">
            <a:extLst>
              <a:ext uri="{FF2B5EF4-FFF2-40B4-BE49-F238E27FC236}">
                <a16:creationId xmlns:a16="http://schemas.microsoft.com/office/drawing/2014/main" id="{733E9C99-86E4-4DC0-A5D6-FDE44C76861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3731564"/>
              </p:ext>
            </p:extLst>
          </p:nvPr>
        </p:nvGraphicFramePr>
        <p:xfrm>
          <a:off x="4934571" y="1209551"/>
          <a:ext cx="1241425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192" name="Equation" r:id="rId7" imgW="1231560" imgH="342720" progId="Equation.DSMT4">
                  <p:embed/>
                </p:oleObj>
              </mc:Choice>
              <mc:Fallback>
                <p:oleObj name="Equation" r:id="rId7" imgW="1231560" imgH="342720" progId="Equation.DSMT4">
                  <p:embed/>
                  <p:pic>
                    <p:nvPicPr>
                      <p:cNvPr id="40970" name="Object 10">
                        <a:extLst>
                          <a:ext uri="{FF2B5EF4-FFF2-40B4-BE49-F238E27FC236}">
                            <a16:creationId xmlns:a16="http://schemas.microsoft.com/office/drawing/2014/main" id="{A2E5ED11-B2C0-477F-BE28-DCEC3CBAF7D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4571" y="1209551"/>
                        <a:ext cx="1241425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Text Box 11">
            <a:extLst>
              <a:ext uri="{FF2B5EF4-FFF2-40B4-BE49-F238E27FC236}">
                <a16:creationId xmlns:a16="http://schemas.microsoft.com/office/drawing/2014/main" id="{51B1E5F9-5379-4CAF-A57E-3730EDE8D7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465" y="1712130"/>
            <a:ext cx="5638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上球的</a:t>
            </a:r>
            <a:r>
              <a:rPr lang="zh-CN" altLang="en-US" sz="2400" b="1" dirty="0">
                <a:solidFill>
                  <a:srgbClr val="0064FF"/>
                </a:solidFill>
                <a:latin typeface="+mj-ea"/>
                <a:ea typeface="+mj-ea"/>
              </a:rPr>
              <a:t>薄片</a:t>
            </a:r>
            <a:r>
              <a:rPr lang="zh-CN" altLang="en-US" sz="2400" b="1" dirty="0">
                <a:latin typeface="+mj-ea"/>
                <a:ea typeface="+mj-ea"/>
              </a:rPr>
              <a:t>提到水面上的</a:t>
            </a:r>
            <a:r>
              <a:rPr lang="zh-CN" altLang="en-US" sz="2400" b="1" dirty="0">
                <a:solidFill>
                  <a:srgbClr val="0064FF"/>
                </a:solidFill>
                <a:latin typeface="+mj-ea"/>
                <a:ea typeface="+mj-ea"/>
              </a:rPr>
              <a:t>功元素</a:t>
            </a:r>
            <a:r>
              <a:rPr lang="zh-CN" altLang="en-US" sz="2400" b="1" dirty="0">
                <a:latin typeface="+mj-ea"/>
                <a:ea typeface="+mj-ea"/>
              </a:rPr>
              <a:t>为</a:t>
            </a:r>
          </a:p>
        </p:txBody>
      </p:sp>
      <p:graphicFrame>
        <p:nvGraphicFramePr>
          <p:cNvPr id="37" name="Object 12">
            <a:extLst>
              <a:ext uri="{FF2B5EF4-FFF2-40B4-BE49-F238E27FC236}">
                <a16:creationId xmlns:a16="http://schemas.microsoft.com/office/drawing/2014/main" id="{68E958DF-7B3E-40BB-82FB-154648AC30D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7104907"/>
              </p:ext>
            </p:extLst>
          </p:nvPr>
        </p:nvGraphicFramePr>
        <p:xfrm>
          <a:off x="882146" y="2295374"/>
          <a:ext cx="7366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193" name="Equation" r:id="rId9" imgW="736560" imgH="380880" progId="Equation.DSMT4">
                  <p:embed/>
                </p:oleObj>
              </mc:Choice>
              <mc:Fallback>
                <p:oleObj name="Equation" r:id="rId9" imgW="736560" imgH="380880" progId="Equation.DSMT4">
                  <p:embed/>
                  <p:pic>
                    <p:nvPicPr>
                      <p:cNvPr id="40972" name="Object 12">
                        <a:extLst>
                          <a:ext uri="{FF2B5EF4-FFF2-40B4-BE49-F238E27FC236}">
                            <a16:creationId xmlns:a16="http://schemas.microsoft.com/office/drawing/2014/main" id="{34D814D6-8ABB-41F8-9EB5-100D6A9613A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2146" y="2295374"/>
                        <a:ext cx="7366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Object 13">
            <a:extLst>
              <a:ext uri="{FF2B5EF4-FFF2-40B4-BE49-F238E27FC236}">
                <a16:creationId xmlns:a16="http://schemas.microsoft.com/office/drawing/2014/main" id="{B39B0DAA-A79A-4DBF-A8AF-49D104C53AA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6872453"/>
              </p:ext>
            </p:extLst>
          </p:nvPr>
        </p:nvGraphicFramePr>
        <p:xfrm>
          <a:off x="2960184" y="2247824"/>
          <a:ext cx="914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194" name="Equation" r:id="rId11" imgW="914400" imgH="406080" progId="Equation.DSMT4">
                  <p:embed/>
                </p:oleObj>
              </mc:Choice>
              <mc:Fallback>
                <p:oleObj name="Equation" r:id="rId11" imgW="914400" imgH="406080" progId="Equation.DSMT4">
                  <p:embed/>
                  <p:pic>
                    <p:nvPicPr>
                      <p:cNvPr id="40973" name="Object 13">
                        <a:extLst>
                          <a:ext uri="{FF2B5EF4-FFF2-40B4-BE49-F238E27FC236}">
                            <a16:creationId xmlns:a16="http://schemas.microsoft.com/office/drawing/2014/main" id="{CD414482-F95C-483A-9784-871959CB6A4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0184" y="2247824"/>
                        <a:ext cx="9144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Object 58">
            <a:extLst>
              <a:ext uri="{FF2B5EF4-FFF2-40B4-BE49-F238E27FC236}">
                <a16:creationId xmlns:a16="http://schemas.microsoft.com/office/drawing/2014/main" id="{05E83CA3-B2DD-49D7-8387-23E4F9F5980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4512858"/>
              </p:ext>
            </p:extLst>
          </p:nvPr>
        </p:nvGraphicFramePr>
        <p:xfrm>
          <a:off x="1648538" y="2260674"/>
          <a:ext cx="12573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195" name="Equation" r:id="rId13" imgW="1257120" imgH="380880" progId="Equation.DSMT4">
                  <p:embed/>
                </p:oleObj>
              </mc:Choice>
              <mc:Fallback>
                <p:oleObj name="Equation" r:id="rId13" imgW="1257120" imgH="380880" progId="Equation.DSMT4">
                  <p:embed/>
                  <p:pic>
                    <p:nvPicPr>
                      <p:cNvPr id="41018" name="Object 58">
                        <a:extLst>
                          <a:ext uri="{FF2B5EF4-FFF2-40B4-BE49-F238E27FC236}">
                            <a16:creationId xmlns:a16="http://schemas.microsoft.com/office/drawing/2014/main" id="{35BD1080-E26E-46CE-9319-84876E30B31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8538" y="2260674"/>
                        <a:ext cx="12573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ct 59">
            <a:extLst>
              <a:ext uri="{FF2B5EF4-FFF2-40B4-BE49-F238E27FC236}">
                <a16:creationId xmlns:a16="http://schemas.microsoft.com/office/drawing/2014/main" id="{BB1E1536-D1C2-4297-9754-24653870324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7519180"/>
              </p:ext>
            </p:extLst>
          </p:nvPr>
        </p:nvGraphicFramePr>
        <p:xfrm>
          <a:off x="3915820" y="2333474"/>
          <a:ext cx="1473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196" name="Equation" r:id="rId15" imgW="1473120" imgH="342720" progId="Equation.DSMT4">
                  <p:embed/>
                </p:oleObj>
              </mc:Choice>
              <mc:Fallback>
                <p:oleObj name="Equation" r:id="rId15" imgW="1473120" imgH="342720" progId="Equation.DSMT4">
                  <p:embed/>
                  <p:pic>
                    <p:nvPicPr>
                      <p:cNvPr id="41019" name="Object 59">
                        <a:extLst>
                          <a:ext uri="{FF2B5EF4-FFF2-40B4-BE49-F238E27FC236}">
                            <a16:creationId xmlns:a16="http://schemas.microsoft.com/office/drawing/2014/main" id="{DCBCF6E1-2377-4850-ADA7-1E304FD2DF0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15820" y="2333474"/>
                        <a:ext cx="14732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Object 49">
            <a:extLst>
              <a:ext uri="{FF2B5EF4-FFF2-40B4-BE49-F238E27FC236}">
                <a16:creationId xmlns:a16="http://schemas.microsoft.com/office/drawing/2014/main" id="{CA8CF060-47F8-40BB-8A84-24841ABE95C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9989790"/>
              </p:ext>
            </p:extLst>
          </p:nvPr>
        </p:nvGraphicFramePr>
        <p:xfrm>
          <a:off x="1414427" y="2922819"/>
          <a:ext cx="4556125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197" name="Equation" r:id="rId17" imgW="4559040" imgH="419040" progId="Equation.DSMT4">
                  <p:embed/>
                </p:oleObj>
              </mc:Choice>
              <mc:Fallback>
                <p:oleObj name="Equation" r:id="rId17" imgW="4559040" imgH="419040" progId="Equation.DSMT4">
                  <p:embed/>
                  <p:pic>
                    <p:nvPicPr>
                      <p:cNvPr id="41009" name="Object 49">
                        <a:extLst>
                          <a:ext uri="{FF2B5EF4-FFF2-40B4-BE49-F238E27FC236}">
                            <a16:creationId xmlns:a16="http://schemas.microsoft.com/office/drawing/2014/main" id="{91787B65-07EA-4A10-BB7D-0EC11769C43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4427" y="2922819"/>
                        <a:ext cx="4556125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2" name="组合 51">
            <a:extLst>
              <a:ext uri="{FF2B5EF4-FFF2-40B4-BE49-F238E27FC236}">
                <a16:creationId xmlns:a16="http://schemas.microsoft.com/office/drawing/2014/main" id="{AA959A24-C8DB-41EE-9547-4E11C7E3EE3F}"/>
              </a:ext>
            </a:extLst>
          </p:cNvPr>
          <p:cNvGrpSpPr/>
          <p:nvPr/>
        </p:nvGrpSpPr>
        <p:grpSpPr>
          <a:xfrm>
            <a:off x="7127453" y="789913"/>
            <a:ext cx="1933929" cy="3903663"/>
            <a:chOff x="7181428" y="1035769"/>
            <a:chExt cx="1933929" cy="3903663"/>
          </a:xfrm>
        </p:grpSpPr>
        <p:grpSp>
          <p:nvGrpSpPr>
            <p:cNvPr id="9" name="Group 17">
              <a:extLst>
                <a:ext uri="{FF2B5EF4-FFF2-40B4-BE49-F238E27FC236}">
                  <a16:creationId xmlns:a16="http://schemas.microsoft.com/office/drawing/2014/main" id="{89C1954D-0C46-4B96-AD04-437C7EA861A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81428" y="2129557"/>
              <a:ext cx="1781175" cy="2105025"/>
              <a:chOff x="4416" y="1584"/>
              <a:chExt cx="1248" cy="1474"/>
            </a:xfrm>
          </p:grpSpPr>
          <p:sp>
            <p:nvSpPr>
              <p:cNvPr id="10" name="Rectangle 18">
                <a:extLst>
                  <a:ext uri="{FF2B5EF4-FFF2-40B4-BE49-F238E27FC236}">
                    <a16:creationId xmlns:a16="http://schemas.microsoft.com/office/drawing/2014/main" id="{094E962D-05BA-4C49-B443-DA21E68316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6" y="1584"/>
                <a:ext cx="1248" cy="1474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9525">
                <a:solidFill>
                  <a:schemeClr val="tx2">
                    <a:lumMod val="20000"/>
                    <a:lumOff val="80000"/>
                  </a:schemeClr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" name="Oval 19">
                <a:extLst>
                  <a:ext uri="{FF2B5EF4-FFF2-40B4-BE49-F238E27FC236}">
                    <a16:creationId xmlns:a16="http://schemas.microsoft.com/office/drawing/2014/main" id="{4EA04CD7-7423-4FEF-B539-C091578B42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6" y="2304"/>
                <a:ext cx="748" cy="749"/>
              </a:xfrm>
              <a:prstGeom prst="ellipse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aphicFrame>
          <p:nvGraphicFramePr>
            <p:cNvPr id="12" name="Object 20">
              <a:extLst>
                <a:ext uri="{FF2B5EF4-FFF2-40B4-BE49-F238E27FC236}">
                  <a16:creationId xmlns:a16="http://schemas.microsoft.com/office/drawing/2014/main" id="{AD0881F7-921A-4C2E-8D23-F1801564628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58738336"/>
                </p:ext>
              </p:extLst>
            </p:nvPr>
          </p:nvGraphicFramePr>
          <p:xfrm>
            <a:off x="7269922" y="2959844"/>
            <a:ext cx="254000" cy="2174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9198" name="Equation" r:id="rId19" imgW="266400" imgH="228600" progId="Equation.DSMT4">
                    <p:embed/>
                  </p:oleObj>
                </mc:Choice>
                <mc:Fallback>
                  <p:oleObj name="Equation" r:id="rId19" imgW="266400" imgH="228600" progId="Equation.DSMT4">
                    <p:embed/>
                    <p:pic>
                      <p:nvPicPr>
                        <p:cNvPr id="40980" name="Object 20">
                          <a:extLst>
                            <a:ext uri="{FF2B5EF4-FFF2-40B4-BE49-F238E27FC236}">
                              <a16:creationId xmlns:a16="http://schemas.microsoft.com/office/drawing/2014/main" id="{BC4FE542-3B7E-4374-92A2-F7C66548D32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69922" y="2959844"/>
                          <a:ext cx="254000" cy="2174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" name="Oval 30">
              <a:extLst>
                <a:ext uri="{FF2B5EF4-FFF2-40B4-BE49-F238E27FC236}">
                  <a16:creationId xmlns:a16="http://schemas.microsoft.com/office/drawing/2014/main" id="{FC8C62AA-CF73-4C49-A091-F7DE1C8561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24328" y="1038114"/>
              <a:ext cx="1066800" cy="1069975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Rectangle 31">
              <a:extLst>
                <a:ext uri="{FF2B5EF4-FFF2-40B4-BE49-F238E27FC236}">
                  <a16:creationId xmlns:a16="http://schemas.microsoft.com/office/drawing/2014/main" id="{96794295-3986-456D-B9E2-32A2B9D5D9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89525" y="1875557"/>
              <a:ext cx="909528" cy="48422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" name="Rectangle 32">
              <a:extLst>
                <a:ext uri="{FF2B5EF4-FFF2-40B4-BE49-F238E27FC236}">
                  <a16:creationId xmlns:a16="http://schemas.microsoft.com/office/drawing/2014/main" id="{16702AF4-2021-496E-934E-01337E35C8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92591" y="2080344"/>
              <a:ext cx="906462" cy="4921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prstDash val="dash"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7" name="Object 35">
              <a:extLst>
                <a:ext uri="{FF2B5EF4-FFF2-40B4-BE49-F238E27FC236}">
                  <a16:creationId xmlns:a16="http://schemas.microsoft.com/office/drawing/2014/main" id="{0A1DAAFE-4047-40CA-B776-5D34C1D097B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74490525"/>
                </p:ext>
              </p:extLst>
            </p:nvPr>
          </p:nvGraphicFramePr>
          <p:xfrm>
            <a:off x="8506152" y="3881718"/>
            <a:ext cx="609205" cy="3041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9199" name="Equation" r:id="rId21" imgW="609480" imgH="304560" progId="Equation.DSMT4">
                    <p:embed/>
                  </p:oleObj>
                </mc:Choice>
                <mc:Fallback>
                  <p:oleObj name="Equation" r:id="rId21" imgW="609480" imgH="304560" progId="Equation.DSMT4">
                    <p:embed/>
                    <p:pic>
                      <p:nvPicPr>
                        <p:cNvPr id="40995" name="Object 35">
                          <a:extLst>
                            <a:ext uri="{FF2B5EF4-FFF2-40B4-BE49-F238E27FC236}">
                              <a16:creationId xmlns:a16="http://schemas.microsoft.com/office/drawing/2014/main" id="{795BD044-2B09-4E63-944D-F72607AD6B8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506152" y="3881718"/>
                          <a:ext cx="609205" cy="3041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" name="Oval 37">
              <a:extLst>
                <a:ext uri="{FF2B5EF4-FFF2-40B4-BE49-F238E27FC236}">
                  <a16:creationId xmlns:a16="http://schemas.microsoft.com/office/drawing/2014/main" id="{21ADF553-EC65-4A2E-90E5-DAA9E6CFC5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24328" y="3158257"/>
              <a:ext cx="1066800" cy="1069975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0" name="Group 38">
              <a:extLst>
                <a:ext uri="{FF2B5EF4-FFF2-40B4-BE49-F238E27FC236}">
                  <a16:creationId xmlns:a16="http://schemas.microsoft.com/office/drawing/2014/main" id="{24803D70-0D47-43AD-B79A-A5991BFC44B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8978" y="1035769"/>
              <a:ext cx="306388" cy="3903663"/>
              <a:chOff x="4944" y="818"/>
              <a:chExt cx="215" cy="2734"/>
            </a:xfrm>
          </p:grpSpPr>
          <p:sp>
            <p:nvSpPr>
              <p:cNvPr id="21" name="Line 39">
                <a:extLst>
                  <a:ext uri="{FF2B5EF4-FFF2-40B4-BE49-F238E27FC236}">
                    <a16:creationId xmlns:a16="http://schemas.microsoft.com/office/drawing/2014/main" id="{799CA370-FDEB-4D2B-857B-AD90FCC943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40" y="818"/>
                <a:ext cx="0" cy="249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22" name="Object 40">
                <a:extLst>
                  <a:ext uri="{FF2B5EF4-FFF2-40B4-BE49-F238E27FC236}">
                    <a16:creationId xmlns:a16="http://schemas.microsoft.com/office/drawing/2014/main" id="{677C0822-B0CF-4625-A0EE-0AC5EADF7CB5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944" y="3312"/>
              <a:ext cx="215" cy="2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39200" name="Equation" r:id="rId23" imgW="126720" imgH="139680" progId="Equation.3">
                      <p:embed/>
                    </p:oleObj>
                  </mc:Choice>
                  <mc:Fallback>
                    <p:oleObj name="Equation" r:id="rId23" imgW="126720" imgH="139680" progId="Equation.3">
                      <p:embed/>
                      <p:pic>
                        <p:nvPicPr>
                          <p:cNvPr id="41000" name="Object 40">
                            <a:extLst>
                              <a:ext uri="{FF2B5EF4-FFF2-40B4-BE49-F238E27FC236}">
                                <a16:creationId xmlns:a16="http://schemas.microsoft.com/office/drawing/2014/main" id="{2354F98B-547E-4E89-AAA5-507E72CBF143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944" y="3312"/>
                            <a:ext cx="215" cy="24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3" name="Group 68">
              <a:extLst>
                <a:ext uri="{FF2B5EF4-FFF2-40B4-BE49-F238E27FC236}">
                  <a16:creationId xmlns:a16="http://schemas.microsoft.com/office/drawing/2014/main" id="{2DBACC33-DCAE-4145-BC8E-D086A8D4E10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051382" y="3464644"/>
              <a:ext cx="969963" cy="241300"/>
              <a:chOff x="4992" y="2586"/>
              <a:chExt cx="611" cy="152"/>
            </a:xfrm>
          </p:grpSpPr>
          <p:sp>
            <p:nvSpPr>
              <p:cNvPr id="24" name="Line 42">
                <a:extLst>
                  <a:ext uri="{FF2B5EF4-FFF2-40B4-BE49-F238E27FC236}">
                    <a16:creationId xmlns:a16="http://schemas.microsoft.com/office/drawing/2014/main" id="{4DC757FD-DC8F-4AA3-9AF5-29CB2570FB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92" y="2738"/>
                <a:ext cx="611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25" name="Object 43">
                <a:extLst>
                  <a:ext uri="{FF2B5EF4-FFF2-40B4-BE49-F238E27FC236}">
                    <a16:creationId xmlns:a16="http://schemas.microsoft.com/office/drawing/2014/main" id="{6A8B6B82-D5D6-4DD8-944F-5FC6E6043CB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966403458"/>
                  </p:ext>
                </p:extLst>
              </p:nvPr>
            </p:nvGraphicFramePr>
            <p:xfrm>
              <a:off x="5439" y="2586"/>
              <a:ext cx="120" cy="1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39201" name="Equation" r:id="rId25" imgW="190440" imgH="241200" progId="Equation.DSMT4">
                      <p:embed/>
                    </p:oleObj>
                  </mc:Choice>
                  <mc:Fallback>
                    <p:oleObj name="Equation" r:id="rId25" imgW="190440" imgH="241200" progId="Equation.DSMT4">
                      <p:embed/>
                      <p:pic>
                        <p:nvPicPr>
                          <p:cNvPr id="41003" name="Object 43">
                            <a:extLst>
                              <a:ext uri="{FF2B5EF4-FFF2-40B4-BE49-F238E27FC236}">
                                <a16:creationId xmlns:a16="http://schemas.microsoft.com/office/drawing/2014/main" id="{299B143C-A8D3-4991-B458-EAC3A202E10B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439" y="2586"/>
                            <a:ext cx="120" cy="15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6" name="Group 44">
              <a:extLst>
                <a:ext uri="{FF2B5EF4-FFF2-40B4-BE49-F238E27FC236}">
                  <a16:creationId xmlns:a16="http://schemas.microsoft.com/office/drawing/2014/main" id="{A74F751F-7F23-4C00-A6CB-FFCB31E0049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92591" y="3811427"/>
              <a:ext cx="906462" cy="217387"/>
              <a:chOff x="4704" y="2762"/>
              <a:chExt cx="635" cy="152"/>
            </a:xfrm>
          </p:grpSpPr>
          <p:sp>
            <p:nvSpPr>
              <p:cNvPr id="27" name="Rectangle 45">
                <a:extLst>
                  <a:ext uri="{FF2B5EF4-FFF2-40B4-BE49-F238E27FC236}">
                    <a16:creationId xmlns:a16="http://schemas.microsoft.com/office/drawing/2014/main" id="{631AE031-89BC-4AE9-94DC-0627D1A886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04" y="2880"/>
                <a:ext cx="635" cy="34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28" name="Object 46">
                <a:extLst>
                  <a:ext uri="{FF2B5EF4-FFF2-40B4-BE49-F238E27FC236}">
                    <a16:creationId xmlns:a16="http://schemas.microsoft.com/office/drawing/2014/main" id="{214B4556-D95B-4707-9D72-CB2EB7E3F3F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560327047"/>
                  </p:ext>
                </p:extLst>
              </p:nvPr>
            </p:nvGraphicFramePr>
            <p:xfrm>
              <a:off x="5030" y="2762"/>
              <a:ext cx="124" cy="13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39202" name="Equation" r:id="rId27" imgW="177480" imgH="190440" progId="Equation.DSMT4">
                      <p:embed/>
                    </p:oleObj>
                  </mc:Choice>
                  <mc:Fallback>
                    <p:oleObj name="Equation" r:id="rId27" imgW="177480" imgH="190440" progId="Equation.DSMT4">
                      <p:embed/>
                      <p:pic>
                        <p:nvPicPr>
                          <p:cNvPr id="41006" name="Object 46">
                            <a:extLst>
                              <a:ext uri="{FF2B5EF4-FFF2-40B4-BE49-F238E27FC236}">
                                <a16:creationId xmlns:a16="http://schemas.microsoft.com/office/drawing/2014/main" id="{E8BCA6F5-EE4B-46FF-9211-6A9475D17A8E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8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030" y="2762"/>
                            <a:ext cx="124" cy="13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29" name="Object 47">
              <a:extLst>
                <a:ext uri="{FF2B5EF4-FFF2-40B4-BE49-F238E27FC236}">
                  <a16:creationId xmlns:a16="http://schemas.microsoft.com/office/drawing/2014/main" id="{ED68BCE7-71CE-40E5-9A33-C7960753A52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26485987"/>
                </p:ext>
              </p:extLst>
            </p:nvPr>
          </p:nvGraphicFramePr>
          <p:xfrm>
            <a:off x="7843802" y="3513162"/>
            <a:ext cx="227013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9203" name="Equation" r:id="rId29" imgW="228600" imgH="241200" progId="Equation.DSMT4">
                    <p:embed/>
                  </p:oleObj>
                </mc:Choice>
                <mc:Fallback>
                  <p:oleObj name="Equation" r:id="rId29" imgW="228600" imgH="241200" progId="Equation.DSMT4">
                    <p:embed/>
                    <p:pic>
                      <p:nvPicPr>
                        <p:cNvPr id="41007" name="Object 47">
                          <a:extLst>
                            <a:ext uri="{FF2B5EF4-FFF2-40B4-BE49-F238E27FC236}">
                              <a16:creationId xmlns:a16="http://schemas.microsoft.com/office/drawing/2014/main" id="{E5E2A811-DAC3-4AEB-8545-24A2F5EFE49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843802" y="3513162"/>
                          <a:ext cx="227013" cy="241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" name="Line 51">
              <a:extLst>
                <a:ext uri="{FF2B5EF4-FFF2-40B4-BE49-F238E27FC236}">
                  <a16:creationId xmlns:a16="http://schemas.microsoft.com/office/drawing/2014/main" id="{B8EC83F8-A708-47B9-9178-47B0F002A9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38220" y="2119238"/>
              <a:ext cx="0" cy="21256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31" name="Object 40">
              <a:extLst>
                <a:ext uri="{FF2B5EF4-FFF2-40B4-BE49-F238E27FC236}">
                  <a16:creationId xmlns:a16="http://schemas.microsoft.com/office/drawing/2014/main" id="{FC932C78-EBBA-4F49-B398-F62EA06A2D2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00286593"/>
                </p:ext>
              </p:extLst>
            </p:nvPr>
          </p:nvGraphicFramePr>
          <p:xfrm>
            <a:off x="7786842" y="4455569"/>
            <a:ext cx="177480" cy="1904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9204" name="Equation" r:id="rId31" imgW="177480" imgH="190440" progId="Equation.DSMT4">
                    <p:embed/>
                  </p:oleObj>
                </mc:Choice>
                <mc:Fallback>
                  <p:oleObj name="Equation" r:id="rId31" imgW="177480" imgH="190440" progId="Equation.DSMT4">
                    <p:embed/>
                    <p:pic>
                      <p:nvPicPr>
                        <p:cNvPr id="41000" name="Object 40">
                          <a:extLst>
                            <a:ext uri="{FF2B5EF4-FFF2-40B4-BE49-F238E27FC236}">
                              <a16:creationId xmlns:a16="http://schemas.microsoft.com/office/drawing/2014/main" id="{2354F98B-547E-4E89-AAA5-507E72CBF14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786842" y="4455569"/>
                          <a:ext cx="177480" cy="1904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" name="对象 41">
              <a:extLst>
                <a:ext uri="{FF2B5EF4-FFF2-40B4-BE49-F238E27FC236}">
                  <a16:creationId xmlns:a16="http://schemas.microsoft.com/office/drawing/2014/main" id="{BED6C90B-A3B7-4003-BBEA-CC51F60FDD3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7435886"/>
                </p:ext>
              </p:extLst>
            </p:nvPr>
          </p:nvGraphicFramePr>
          <p:xfrm>
            <a:off x="7569654" y="2772523"/>
            <a:ext cx="12700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9205" name="Equation" r:id="rId33" imgW="1269720" imgH="342720" progId="Equation.DSMT4">
                    <p:embed/>
                  </p:oleObj>
                </mc:Choice>
                <mc:Fallback>
                  <p:oleObj name="Equation" r:id="rId33" imgW="126972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4"/>
                        <a:stretch>
                          <a:fillRect/>
                        </a:stretch>
                      </p:blipFill>
                      <p:spPr>
                        <a:xfrm>
                          <a:off x="7569654" y="2772523"/>
                          <a:ext cx="12700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3" name="Text Box 14">
            <a:extLst>
              <a:ext uri="{FF2B5EF4-FFF2-40B4-BE49-F238E27FC236}">
                <a16:creationId xmlns:a16="http://schemas.microsoft.com/office/drawing/2014/main" id="{5ABF440F-3968-4893-B77D-2D178EB2B5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3425398"/>
            <a:ext cx="4191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/>
              <a:t>提出水面后的功元素为</a:t>
            </a:r>
          </a:p>
        </p:txBody>
      </p:sp>
      <p:graphicFrame>
        <p:nvGraphicFramePr>
          <p:cNvPr id="44" name="Object 15">
            <a:extLst>
              <a:ext uri="{FF2B5EF4-FFF2-40B4-BE49-F238E27FC236}">
                <a16:creationId xmlns:a16="http://schemas.microsoft.com/office/drawing/2014/main" id="{4C65858B-D047-470C-B502-2545CA59A6D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1858470"/>
              </p:ext>
            </p:extLst>
          </p:nvPr>
        </p:nvGraphicFramePr>
        <p:xfrm>
          <a:off x="840585" y="4114433"/>
          <a:ext cx="4953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206" name="Equation" r:id="rId35" imgW="495000" imgH="380880" progId="Equation.DSMT4">
                  <p:embed/>
                </p:oleObj>
              </mc:Choice>
              <mc:Fallback>
                <p:oleObj name="Equation" r:id="rId35" imgW="495000" imgH="380880" progId="Equation.DSMT4">
                  <p:embed/>
                  <p:pic>
                    <p:nvPicPr>
                      <p:cNvPr id="40975" name="Object 15">
                        <a:extLst>
                          <a:ext uri="{FF2B5EF4-FFF2-40B4-BE49-F238E27FC236}">
                            <a16:creationId xmlns:a16="http://schemas.microsoft.com/office/drawing/2014/main" id="{6097D155-B32F-41C0-9AB6-219B65717F8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0585" y="4114433"/>
                        <a:ext cx="4953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Object 16">
            <a:extLst>
              <a:ext uri="{FF2B5EF4-FFF2-40B4-BE49-F238E27FC236}">
                <a16:creationId xmlns:a16="http://schemas.microsoft.com/office/drawing/2014/main" id="{24B3674C-C974-4D6C-9083-7D4423EA816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7447988"/>
              </p:ext>
            </p:extLst>
          </p:nvPr>
        </p:nvGraphicFramePr>
        <p:xfrm>
          <a:off x="1401220" y="4044656"/>
          <a:ext cx="2514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207" name="Equation" r:id="rId37" imgW="2514600" imgH="406080" progId="Equation.DSMT4">
                  <p:embed/>
                </p:oleObj>
              </mc:Choice>
              <mc:Fallback>
                <p:oleObj name="Equation" r:id="rId37" imgW="2514600" imgH="406080" progId="Equation.DSMT4">
                  <p:embed/>
                  <p:pic>
                    <p:nvPicPr>
                      <p:cNvPr id="40976" name="Object 16">
                        <a:extLst>
                          <a:ext uri="{FF2B5EF4-FFF2-40B4-BE49-F238E27FC236}">
                            <a16:creationId xmlns:a16="http://schemas.microsoft.com/office/drawing/2014/main" id="{AB662C78-5989-436A-A2D2-9C6073BF3C8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1220" y="4044656"/>
                        <a:ext cx="25146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391C9A51-D846-4A80-A1CB-321543475457}"/>
              </a:ext>
            </a:extLst>
          </p:cNvPr>
          <p:cNvCxnSpPr>
            <a:cxnSpLocks/>
          </p:cNvCxnSpPr>
          <p:nvPr/>
        </p:nvCxnSpPr>
        <p:spPr>
          <a:xfrm>
            <a:off x="7789827" y="1905154"/>
            <a:ext cx="0" cy="1850631"/>
          </a:xfrm>
          <a:prstGeom prst="line">
            <a:avLst/>
          </a:prstGeom>
          <a:ln w="127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4306A820-A75C-4C87-9FDA-12E3F84EE1C0}"/>
              </a:ext>
            </a:extLst>
          </p:cNvPr>
          <p:cNvCxnSpPr/>
          <p:nvPr/>
        </p:nvCxnSpPr>
        <p:spPr>
          <a:xfrm>
            <a:off x="8150679" y="1678913"/>
            <a:ext cx="0" cy="155575"/>
          </a:xfrm>
          <a:prstGeom prst="line">
            <a:avLst/>
          </a:prstGeom>
          <a:ln w="15875">
            <a:solidFill>
              <a:srgbClr val="0064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1" name="对象 50">
            <a:extLst>
              <a:ext uri="{FF2B5EF4-FFF2-40B4-BE49-F238E27FC236}">
                <a16:creationId xmlns:a16="http://schemas.microsoft.com/office/drawing/2014/main" id="{BE0FC488-CD41-454B-B36F-40149522028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3562037"/>
              </p:ext>
            </p:extLst>
          </p:nvPr>
        </p:nvGraphicFramePr>
        <p:xfrm>
          <a:off x="3948733" y="4047929"/>
          <a:ext cx="32131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208" name="Equation" r:id="rId39" imgW="3213000" imgH="406080" progId="Equation.DSMT4">
                  <p:embed/>
                </p:oleObj>
              </mc:Choice>
              <mc:Fallback>
                <p:oleObj name="Equation" r:id="rId39" imgW="321300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3948733" y="4047929"/>
                        <a:ext cx="32131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11725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  <p:bldP spid="34" grpId="0"/>
      <p:bldP spid="36" grpId="0"/>
      <p:bldP spid="43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D4683ADB-ED8A-48F9-9CC8-8E22577A4695}"/>
              </a:ext>
            </a:extLst>
          </p:cNvPr>
          <p:cNvGrpSpPr/>
          <p:nvPr/>
        </p:nvGrpSpPr>
        <p:grpSpPr>
          <a:xfrm>
            <a:off x="6948264" y="699542"/>
            <a:ext cx="1933929" cy="3903663"/>
            <a:chOff x="7181428" y="1035769"/>
            <a:chExt cx="1933929" cy="3903663"/>
          </a:xfrm>
        </p:grpSpPr>
        <p:grpSp>
          <p:nvGrpSpPr>
            <p:cNvPr id="3" name="Group 17">
              <a:extLst>
                <a:ext uri="{FF2B5EF4-FFF2-40B4-BE49-F238E27FC236}">
                  <a16:creationId xmlns:a16="http://schemas.microsoft.com/office/drawing/2014/main" id="{6C407840-8B1B-4B8A-BADF-45347FD0DDF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81428" y="2129557"/>
              <a:ext cx="1781175" cy="2105025"/>
              <a:chOff x="4416" y="1584"/>
              <a:chExt cx="1248" cy="1474"/>
            </a:xfrm>
          </p:grpSpPr>
          <p:sp>
            <p:nvSpPr>
              <p:cNvPr id="23" name="Rectangle 18">
                <a:extLst>
                  <a:ext uri="{FF2B5EF4-FFF2-40B4-BE49-F238E27FC236}">
                    <a16:creationId xmlns:a16="http://schemas.microsoft.com/office/drawing/2014/main" id="{84DF2D06-066B-46CB-AFC1-9BAC8439F7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6" y="1584"/>
                <a:ext cx="1248" cy="1474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9525">
                <a:solidFill>
                  <a:schemeClr val="tx2">
                    <a:lumMod val="20000"/>
                    <a:lumOff val="80000"/>
                  </a:schemeClr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" name="Oval 19">
                <a:extLst>
                  <a:ext uri="{FF2B5EF4-FFF2-40B4-BE49-F238E27FC236}">
                    <a16:creationId xmlns:a16="http://schemas.microsoft.com/office/drawing/2014/main" id="{BB0D8F9F-8614-42ED-9780-13331689F7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6" y="2304"/>
                <a:ext cx="748" cy="749"/>
              </a:xfrm>
              <a:prstGeom prst="ellipse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aphicFrame>
          <p:nvGraphicFramePr>
            <p:cNvPr id="4" name="Object 20">
              <a:extLst>
                <a:ext uri="{FF2B5EF4-FFF2-40B4-BE49-F238E27FC236}">
                  <a16:creationId xmlns:a16="http://schemas.microsoft.com/office/drawing/2014/main" id="{BB52E7E4-FF6E-46AE-A622-7422EB8BF83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33461945"/>
                </p:ext>
              </p:extLst>
            </p:nvPr>
          </p:nvGraphicFramePr>
          <p:xfrm>
            <a:off x="7269922" y="2959844"/>
            <a:ext cx="254000" cy="2174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9894" name="Equation" r:id="rId3" imgW="266400" imgH="228600" progId="Equation.DSMT4">
                    <p:embed/>
                  </p:oleObj>
                </mc:Choice>
                <mc:Fallback>
                  <p:oleObj name="Equation" r:id="rId3" imgW="266400" imgH="228600" progId="Equation.DSMT4">
                    <p:embed/>
                    <p:pic>
                      <p:nvPicPr>
                        <p:cNvPr id="12" name="Object 20">
                          <a:extLst>
                            <a:ext uri="{FF2B5EF4-FFF2-40B4-BE49-F238E27FC236}">
                              <a16:creationId xmlns:a16="http://schemas.microsoft.com/office/drawing/2014/main" id="{AD0881F7-921A-4C2E-8D23-F1801564628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69922" y="2959844"/>
                          <a:ext cx="254000" cy="2174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Oval 30">
              <a:extLst>
                <a:ext uri="{FF2B5EF4-FFF2-40B4-BE49-F238E27FC236}">
                  <a16:creationId xmlns:a16="http://schemas.microsoft.com/office/drawing/2014/main" id="{737C4491-7588-4F2B-B253-496D39172C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24328" y="1038114"/>
              <a:ext cx="1066800" cy="1069975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" name="Rectangle 31">
              <a:extLst>
                <a:ext uri="{FF2B5EF4-FFF2-40B4-BE49-F238E27FC236}">
                  <a16:creationId xmlns:a16="http://schemas.microsoft.com/office/drawing/2014/main" id="{27974FE0-2CC2-45E2-9D02-F25BFD75C3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92591" y="1875557"/>
              <a:ext cx="906462" cy="49212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" name="Rectangle 32">
              <a:extLst>
                <a:ext uri="{FF2B5EF4-FFF2-40B4-BE49-F238E27FC236}">
                  <a16:creationId xmlns:a16="http://schemas.microsoft.com/office/drawing/2014/main" id="{DF663690-E653-4C2E-A1D2-D89CCA4AE8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92591" y="2080344"/>
              <a:ext cx="906462" cy="4921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prstDash val="dash"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8" name="Object 35">
              <a:extLst>
                <a:ext uri="{FF2B5EF4-FFF2-40B4-BE49-F238E27FC236}">
                  <a16:creationId xmlns:a16="http://schemas.microsoft.com/office/drawing/2014/main" id="{6D4D0920-4BFD-46E2-A591-BB9D7B06992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26541762"/>
                </p:ext>
              </p:extLst>
            </p:nvPr>
          </p:nvGraphicFramePr>
          <p:xfrm>
            <a:off x="8506152" y="3881718"/>
            <a:ext cx="609205" cy="3041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9895" name="Equation" r:id="rId5" imgW="609480" imgH="304560" progId="Equation.DSMT4">
                    <p:embed/>
                  </p:oleObj>
                </mc:Choice>
                <mc:Fallback>
                  <p:oleObj name="Equation" r:id="rId5" imgW="609480" imgH="304560" progId="Equation.DSMT4">
                    <p:embed/>
                    <p:pic>
                      <p:nvPicPr>
                        <p:cNvPr id="17" name="Object 35">
                          <a:extLst>
                            <a:ext uri="{FF2B5EF4-FFF2-40B4-BE49-F238E27FC236}">
                              <a16:creationId xmlns:a16="http://schemas.microsoft.com/office/drawing/2014/main" id="{0A1DAAFE-4047-40CA-B776-5D34C1D097B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506152" y="3881718"/>
                          <a:ext cx="609205" cy="3041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" name="Oval 37">
              <a:extLst>
                <a:ext uri="{FF2B5EF4-FFF2-40B4-BE49-F238E27FC236}">
                  <a16:creationId xmlns:a16="http://schemas.microsoft.com/office/drawing/2014/main" id="{92154705-6940-42F9-AF08-6A86E096E4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24328" y="3158257"/>
              <a:ext cx="1066800" cy="1069975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0" name="Group 38">
              <a:extLst>
                <a:ext uri="{FF2B5EF4-FFF2-40B4-BE49-F238E27FC236}">
                  <a16:creationId xmlns:a16="http://schemas.microsoft.com/office/drawing/2014/main" id="{DFB8C080-B75F-48B6-953D-154A74B5C6A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8978" y="1035769"/>
              <a:ext cx="306388" cy="3903663"/>
              <a:chOff x="4944" y="818"/>
              <a:chExt cx="215" cy="2734"/>
            </a:xfrm>
          </p:grpSpPr>
          <p:sp>
            <p:nvSpPr>
              <p:cNvPr id="21" name="Line 39">
                <a:extLst>
                  <a:ext uri="{FF2B5EF4-FFF2-40B4-BE49-F238E27FC236}">
                    <a16:creationId xmlns:a16="http://schemas.microsoft.com/office/drawing/2014/main" id="{F94F5395-B1B1-4F5C-94AA-53BD405FD9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40" y="818"/>
                <a:ext cx="0" cy="249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22" name="Object 40">
                <a:extLst>
                  <a:ext uri="{FF2B5EF4-FFF2-40B4-BE49-F238E27FC236}">
                    <a16:creationId xmlns:a16="http://schemas.microsoft.com/office/drawing/2014/main" id="{8D0A35B9-6181-48BF-BD96-251A474F4647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944" y="3312"/>
              <a:ext cx="215" cy="2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39896" name="Equation" r:id="rId7" imgW="126720" imgH="139680" progId="Equation.3">
                      <p:embed/>
                    </p:oleObj>
                  </mc:Choice>
                  <mc:Fallback>
                    <p:oleObj name="Equation" r:id="rId7" imgW="126720" imgH="139680" progId="Equation.3">
                      <p:embed/>
                      <p:pic>
                        <p:nvPicPr>
                          <p:cNvPr id="22" name="Object 40">
                            <a:extLst>
                              <a:ext uri="{FF2B5EF4-FFF2-40B4-BE49-F238E27FC236}">
                                <a16:creationId xmlns:a16="http://schemas.microsoft.com/office/drawing/2014/main" id="{677C0822-B0CF-4625-A0EE-0AC5EADF7CB5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944" y="3312"/>
                            <a:ext cx="215" cy="24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1" name="Group 68">
              <a:extLst>
                <a:ext uri="{FF2B5EF4-FFF2-40B4-BE49-F238E27FC236}">
                  <a16:creationId xmlns:a16="http://schemas.microsoft.com/office/drawing/2014/main" id="{4C29F6CE-3DAA-4647-ACEF-EC845F33A1B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051382" y="3464644"/>
              <a:ext cx="969963" cy="241300"/>
              <a:chOff x="4992" y="2586"/>
              <a:chExt cx="611" cy="152"/>
            </a:xfrm>
          </p:grpSpPr>
          <p:sp>
            <p:nvSpPr>
              <p:cNvPr id="19" name="Line 42">
                <a:extLst>
                  <a:ext uri="{FF2B5EF4-FFF2-40B4-BE49-F238E27FC236}">
                    <a16:creationId xmlns:a16="http://schemas.microsoft.com/office/drawing/2014/main" id="{21FA6BC8-BB06-4D5A-AA55-B46A6A38C4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92" y="2738"/>
                <a:ext cx="611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20" name="Object 43">
                <a:extLst>
                  <a:ext uri="{FF2B5EF4-FFF2-40B4-BE49-F238E27FC236}">
                    <a16:creationId xmlns:a16="http://schemas.microsoft.com/office/drawing/2014/main" id="{E81CB014-2C80-486E-ABB9-C76484356C0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301916725"/>
                  </p:ext>
                </p:extLst>
              </p:nvPr>
            </p:nvGraphicFramePr>
            <p:xfrm>
              <a:off x="5439" y="2586"/>
              <a:ext cx="120" cy="1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39897" name="Equation" r:id="rId9" imgW="190440" imgH="241200" progId="Equation.DSMT4">
                      <p:embed/>
                    </p:oleObj>
                  </mc:Choice>
                  <mc:Fallback>
                    <p:oleObj name="Equation" r:id="rId9" imgW="190440" imgH="241200" progId="Equation.DSMT4">
                      <p:embed/>
                      <p:pic>
                        <p:nvPicPr>
                          <p:cNvPr id="25" name="Object 43">
                            <a:extLst>
                              <a:ext uri="{FF2B5EF4-FFF2-40B4-BE49-F238E27FC236}">
                                <a16:creationId xmlns:a16="http://schemas.microsoft.com/office/drawing/2014/main" id="{6A8B6B82-D5D6-4DD8-944F-5FC6E6043CB1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439" y="2586"/>
                            <a:ext cx="120" cy="15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2" name="Group 44">
              <a:extLst>
                <a:ext uri="{FF2B5EF4-FFF2-40B4-BE49-F238E27FC236}">
                  <a16:creationId xmlns:a16="http://schemas.microsoft.com/office/drawing/2014/main" id="{389B12E4-77C4-4C75-90C5-01617CF1142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92591" y="3811427"/>
              <a:ext cx="906462" cy="217387"/>
              <a:chOff x="4704" y="2762"/>
              <a:chExt cx="635" cy="152"/>
            </a:xfrm>
          </p:grpSpPr>
          <p:sp>
            <p:nvSpPr>
              <p:cNvPr id="17" name="Rectangle 45">
                <a:extLst>
                  <a:ext uri="{FF2B5EF4-FFF2-40B4-BE49-F238E27FC236}">
                    <a16:creationId xmlns:a16="http://schemas.microsoft.com/office/drawing/2014/main" id="{20F364C5-456F-4841-A8ED-D8DD460EE6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04" y="2880"/>
                <a:ext cx="635" cy="34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18" name="Object 46">
                <a:extLst>
                  <a:ext uri="{FF2B5EF4-FFF2-40B4-BE49-F238E27FC236}">
                    <a16:creationId xmlns:a16="http://schemas.microsoft.com/office/drawing/2014/main" id="{EE9A732D-F40C-42BC-8F42-ECCB93EA426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884330711"/>
                  </p:ext>
                </p:extLst>
              </p:nvPr>
            </p:nvGraphicFramePr>
            <p:xfrm>
              <a:off x="5030" y="2762"/>
              <a:ext cx="124" cy="13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39898" name="Equation" r:id="rId11" imgW="177480" imgH="190440" progId="Equation.DSMT4">
                      <p:embed/>
                    </p:oleObj>
                  </mc:Choice>
                  <mc:Fallback>
                    <p:oleObj name="Equation" r:id="rId11" imgW="177480" imgH="190440" progId="Equation.DSMT4">
                      <p:embed/>
                      <p:pic>
                        <p:nvPicPr>
                          <p:cNvPr id="28" name="Object 46">
                            <a:extLst>
                              <a:ext uri="{FF2B5EF4-FFF2-40B4-BE49-F238E27FC236}">
                                <a16:creationId xmlns:a16="http://schemas.microsoft.com/office/drawing/2014/main" id="{214B4556-D95B-4707-9D72-CB2EB7E3F3FD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030" y="2762"/>
                            <a:ext cx="124" cy="13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13" name="Object 47">
              <a:extLst>
                <a:ext uri="{FF2B5EF4-FFF2-40B4-BE49-F238E27FC236}">
                  <a16:creationId xmlns:a16="http://schemas.microsoft.com/office/drawing/2014/main" id="{88028C33-CBA5-437F-9EFA-68EEC89C52D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52508339"/>
                </p:ext>
              </p:extLst>
            </p:nvPr>
          </p:nvGraphicFramePr>
          <p:xfrm>
            <a:off x="7843802" y="3513162"/>
            <a:ext cx="227013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9899" name="Equation" r:id="rId13" imgW="228600" imgH="241200" progId="Equation.DSMT4">
                    <p:embed/>
                  </p:oleObj>
                </mc:Choice>
                <mc:Fallback>
                  <p:oleObj name="Equation" r:id="rId13" imgW="228600" imgH="241200" progId="Equation.DSMT4">
                    <p:embed/>
                    <p:pic>
                      <p:nvPicPr>
                        <p:cNvPr id="29" name="Object 47">
                          <a:extLst>
                            <a:ext uri="{FF2B5EF4-FFF2-40B4-BE49-F238E27FC236}">
                              <a16:creationId xmlns:a16="http://schemas.microsoft.com/office/drawing/2014/main" id="{ED68BCE7-71CE-40E5-9A33-C7960753A52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843802" y="3513162"/>
                          <a:ext cx="227013" cy="241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" name="Line 51">
              <a:extLst>
                <a:ext uri="{FF2B5EF4-FFF2-40B4-BE49-F238E27FC236}">
                  <a16:creationId xmlns:a16="http://schemas.microsoft.com/office/drawing/2014/main" id="{1032964B-EB5C-4B0D-8FD3-C2C2415144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38220" y="2119238"/>
              <a:ext cx="0" cy="21256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5" name="Object 40">
              <a:extLst>
                <a:ext uri="{FF2B5EF4-FFF2-40B4-BE49-F238E27FC236}">
                  <a16:creationId xmlns:a16="http://schemas.microsoft.com/office/drawing/2014/main" id="{BDCECAA9-3881-4847-BA46-B0BF9472705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53050744"/>
                </p:ext>
              </p:extLst>
            </p:nvPr>
          </p:nvGraphicFramePr>
          <p:xfrm>
            <a:off x="7786842" y="4455569"/>
            <a:ext cx="177480" cy="1904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9900" name="Equation" r:id="rId15" imgW="177480" imgH="190440" progId="Equation.DSMT4">
                    <p:embed/>
                  </p:oleObj>
                </mc:Choice>
                <mc:Fallback>
                  <p:oleObj name="Equation" r:id="rId15" imgW="177480" imgH="190440" progId="Equation.DSMT4">
                    <p:embed/>
                    <p:pic>
                      <p:nvPicPr>
                        <p:cNvPr id="31" name="Object 40">
                          <a:extLst>
                            <a:ext uri="{FF2B5EF4-FFF2-40B4-BE49-F238E27FC236}">
                              <a16:creationId xmlns:a16="http://schemas.microsoft.com/office/drawing/2014/main" id="{FC932C78-EBBA-4F49-B398-F62EA06A2D2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786842" y="4455569"/>
                          <a:ext cx="177480" cy="1904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65C244CA-43F4-471D-854D-C87108C5BDF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96177641"/>
                </p:ext>
              </p:extLst>
            </p:nvPr>
          </p:nvGraphicFramePr>
          <p:xfrm>
            <a:off x="7569654" y="2772523"/>
            <a:ext cx="12700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9901" name="Equation" r:id="rId17" imgW="1269720" imgH="342720" progId="Equation.DSMT4">
                    <p:embed/>
                  </p:oleObj>
                </mc:Choice>
                <mc:Fallback>
                  <p:oleObj name="Equation" r:id="rId17" imgW="1269720" imgH="342720" progId="Equation.DSMT4">
                    <p:embed/>
                    <p:pic>
                      <p:nvPicPr>
                        <p:cNvPr id="42" name="对象 41">
                          <a:extLst>
                            <a:ext uri="{FF2B5EF4-FFF2-40B4-BE49-F238E27FC236}">
                              <a16:creationId xmlns:a16="http://schemas.microsoft.com/office/drawing/2014/main" id="{BED6C90B-A3B7-4003-BBEA-CC51F60FDD32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7569654" y="2772523"/>
                          <a:ext cx="12700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29C5E7B3-0A51-4E03-9998-00C1045A8D1F}"/>
              </a:ext>
            </a:extLst>
          </p:cNvPr>
          <p:cNvCxnSpPr>
            <a:cxnSpLocks/>
          </p:cNvCxnSpPr>
          <p:nvPr/>
        </p:nvCxnSpPr>
        <p:spPr>
          <a:xfrm>
            <a:off x="7610638" y="1814783"/>
            <a:ext cx="0" cy="1850631"/>
          </a:xfrm>
          <a:prstGeom prst="line">
            <a:avLst/>
          </a:prstGeom>
          <a:ln w="127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2B9F05FA-2246-40F8-859A-2F6EEE0B83D6}"/>
              </a:ext>
            </a:extLst>
          </p:cNvPr>
          <p:cNvCxnSpPr/>
          <p:nvPr/>
        </p:nvCxnSpPr>
        <p:spPr>
          <a:xfrm>
            <a:off x="7971490" y="1588542"/>
            <a:ext cx="0" cy="155575"/>
          </a:xfrm>
          <a:prstGeom prst="line">
            <a:avLst/>
          </a:prstGeom>
          <a:ln w="15875">
            <a:solidFill>
              <a:srgbClr val="0064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1026">
            <a:extLst>
              <a:ext uri="{FF2B5EF4-FFF2-40B4-BE49-F238E27FC236}">
                <a16:creationId xmlns:a16="http://schemas.microsoft.com/office/drawing/2014/main" id="{F6B32D62-16ED-48CF-8AFF-FE37818677C2}"/>
              </a:ext>
            </a:extLst>
          </p:cNvPr>
          <p:cNvSpPr txBox="1">
            <a:spLocks noChangeArrowheads="1"/>
          </p:cNvSpPr>
          <p:nvPr/>
        </p:nvSpPr>
        <p:spPr>
          <a:xfrm>
            <a:off x="609600" y="381000"/>
            <a:ext cx="3200400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>
                <a:latin typeface="+mj-ea"/>
              </a:rPr>
              <a:t>因此功元素为</a:t>
            </a:r>
          </a:p>
        </p:txBody>
      </p:sp>
      <p:graphicFrame>
        <p:nvGraphicFramePr>
          <p:cNvPr id="28" name="Object 1053">
            <a:extLst>
              <a:ext uri="{FF2B5EF4-FFF2-40B4-BE49-F238E27FC236}">
                <a16:creationId xmlns:a16="http://schemas.microsoft.com/office/drawing/2014/main" id="{F2F782B4-F9ED-4B1C-AC76-AAA2399DA94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8145055"/>
              </p:ext>
            </p:extLst>
          </p:nvPr>
        </p:nvGraphicFramePr>
        <p:xfrm>
          <a:off x="984250" y="1022350"/>
          <a:ext cx="19558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902" name="Equation" r:id="rId19" imgW="1955520" imgH="380880" progId="Equation.DSMT4">
                  <p:embed/>
                </p:oleObj>
              </mc:Choice>
              <mc:Fallback>
                <p:oleObj name="Equation" r:id="rId19" imgW="1955520" imgH="380880" progId="Equation.DSMT4">
                  <p:embed/>
                  <p:pic>
                    <p:nvPicPr>
                      <p:cNvPr id="42013" name="Object 1053">
                        <a:extLst>
                          <a:ext uri="{FF2B5EF4-FFF2-40B4-BE49-F238E27FC236}">
                            <a16:creationId xmlns:a16="http://schemas.microsoft.com/office/drawing/2014/main" id="{862DAE35-CDD1-4699-AFB7-34E3A367EE6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4250" y="1022350"/>
                        <a:ext cx="19558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1054">
            <a:extLst>
              <a:ext uri="{FF2B5EF4-FFF2-40B4-BE49-F238E27FC236}">
                <a16:creationId xmlns:a16="http://schemas.microsoft.com/office/drawing/2014/main" id="{BFD935C7-F086-4C9D-9FD4-87E58164EC5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657318"/>
              </p:ext>
            </p:extLst>
          </p:nvPr>
        </p:nvGraphicFramePr>
        <p:xfrm>
          <a:off x="1494808" y="1514475"/>
          <a:ext cx="5243513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903" name="Equation" r:id="rId21" imgW="5244840" imgH="406080" progId="Equation.DSMT4">
                  <p:embed/>
                </p:oleObj>
              </mc:Choice>
              <mc:Fallback>
                <p:oleObj name="Equation" r:id="rId21" imgW="5244840" imgH="406080" progId="Equation.DSMT4">
                  <p:embed/>
                  <p:pic>
                    <p:nvPicPr>
                      <p:cNvPr id="42014" name="Object 1054">
                        <a:extLst>
                          <a:ext uri="{FF2B5EF4-FFF2-40B4-BE49-F238E27FC236}">
                            <a16:creationId xmlns:a16="http://schemas.microsoft.com/office/drawing/2014/main" id="{3B1B2C12-94FF-450A-B561-8C0C3DE94FC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4808" y="1514475"/>
                        <a:ext cx="5243513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Text Box 1055">
            <a:extLst>
              <a:ext uri="{FF2B5EF4-FFF2-40B4-BE49-F238E27FC236}">
                <a16:creationId xmlns:a16="http://schemas.microsoft.com/office/drawing/2014/main" id="{C970F8FF-79FA-47A1-8172-F23BFF9FCC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3256" y="2006600"/>
            <a:ext cx="5029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>
                <a:latin typeface="+mj-ea"/>
                <a:ea typeface="+mj-ea"/>
              </a:rPr>
              <a:t>球从水中提出所做的功为</a:t>
            </a:r>
          </a:p>
        </p:txBody>
      </p:sp>
      <p:graphicFrame>
        <p:nvGraphicFramePr>
          <p:cNvPr id="31" name="Object 1070">
            <a:extLst>
              <a:ext uri="{FF2B5EF4-FFF2-40B4-BE49-F238E27FC236}">
                <a16:creationId xmlns:a16="http://schemas.microsoft.com/office/drawing/2014/main" id="{490AC105-1750-45E1-B70A-476BD08EE99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3864309"/>
              </p:ext>
            </p:extLst>
          </p:nvPr>
        </p:nvGraphicFramePr>
        <p:xfrm>
          <a:off x="2335023" y="1575867"/>
          <a:ext cx="13081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904" name="Equation" r:id="rId23" imgW="1307880" imgH="380880" progId="Equation.DSMT4">
                  <p:embed/>
                </p:oleObj>
              </mc:Choice>
              <mc:Fallback>
                <p:oleObj name="Equation" r:id="rId23" imgW="1307880" imgH="380880" progId="Equation.DSMT4">
                  <p:embed/>
                  <p:pic>
                    <p:nvPicPr>
                      <p:cNvPr id="42030" name="Object 1070">
                        <a:extLst>
                          <a:ext uri="{FF2B5EF4-FFF2-40B4-BE49-F238E27FC236}">
                            <a16:creationId xmlns:a16="http://schemas.microsoft.com/office/drawing/2014/main" id="{79B32B2C-B5DC-437A-AAA9-AD2FF974949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5023" y="1575867"/>
                        <a:ext cx="13081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1071">
            <a:extLst>
              <a:ext uri="{FF2B5EF4-FFF2-40B4-BE49-F238E27FC236}">
                <a16:creationId xmlns:a16="http://schemas.microsoft.com/office/drawing/2014/main" id="{1D8A6EE2-A569-4E44-965E-1D0595437B3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4573231"/>
              </p:ext>
            </p:extLst>
          </p:nvPr>
        </p:nvGraphicFramePr>
        <p:xfrm>
          <a:off x="3643123" y="1553617"/>
          <a:ext cx="13716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905" name="Equation" r:id="rId25" imgW="1371600" imgH="380880" progId="Equation.DSMT4">
                  <p:embed/>
                </p:oleObj>
              </mc:Choice>
              <mc:Fallback>
                <p:oleObj name="Equation" r:id="rId25" imgW="1371600" imgH="380880" progId="Equation.DSMT4">
                  <p:embed/>
                  <p:pic>
                    <p:nvPicPr>
                      <p:cNvPr id="42031" name="Object 1071">
                        <a:extLst>
                          <a:ext uri="{FF2B5EF4-FFF2-40B4-BE49-F238E27FC236}">
                            <a16:creationId xmlns:a16="http://schemas.microsoft.com/office/drawing/2014/main" id="{8603D2B8-37F4-4564-946B-510EE45DBAD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3123" y="1553617"/>
                        <a:ext cx="13716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1056">
            <a:extLst>
              <a:ext uri="{FF2B5EF4-FFF2-40B4-BE49-F238E27FC236}">
                <a16:creationId xmlns:a16="http://schemas.microsoft.com/office/drawing/2014/main" id="{41DFB2A8-857B-4861-BC83-69705CE5FDD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7182482"/>
              </p:ext>
            </p:extLst>
          </p:nvPr>
        </p:nvGraphicFramePr>
        <p:xfrm>
          <a:off x="879635" y="2764558"/>
          <a:ext cx="3175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906" name="Equation" r:id="rId27" imgW="317160" imgH="342720" progId="Equation.DSMT4">
                  <p:embed/>
                </p:oleObj>
              </mc:Choice>
              <mc:Fallback>
                <p:oleObj name="Equation" r:id="rId27" imgW="317160" imgH="342720" progId="Equation.DSMT4">
                  <p:embed/>
                  <p:pic>
                    <p:nvPicPr>
                      <p:cNvPr id="42016" name="Object 1056">
                        <a:extLst>
                          <a:ext uri="{FF2B5EF4-FFF2-40B4-BE49-F238E27FC236}">
                            <a16:creationId xmlns:a16="http://schemas.microsoft.com/office/drawing/2014/main" id="{B3520E79-A62E-4D9C-B1B9-4562C29C038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9635" y="2764558"/>
                        <a:ext cx="3175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1057">
            <a:extLst>
              <a:ext uri="{FF2B5EF4-FFF2-40B4-BE49-F238E27FC236}">
                <a16:creationId xmlns:a16="http://schemas.microsoft.com/office/drawing/2014/main" id="{0CB63666-B8C9-4BBF-93B7-783EF61EDD0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7455765"/>
              </p:ext>
            </p:extLst>
          </p:nvPr>
        </p:nvGraphicFramePr>
        <p:xfrm>
          <a:off x="1231617" y="2584886"/>
          <a:ext cx="5408612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907" name="Equation" r:id="rId29" imgW="5410080" imgH="634680" progId="Equation.DSMT4">
                  <p:embed/>
                </p:oleObj>
              </mc:Choice>
              <mc:Fallback>
                <p:oleObj name="Equation" r:id="rId29" imgW="5410080" imgH="634680" progId="Equation.DSMT4">
                  <p:embed/>
                  <p:pic>
                    <p:nvPicPr>
                      <p:cNvPr id="42017" name="Object 1057">
                        <a:extLst>
                          <a:ext uri="{FF2B5EF4-FFF2-40B4-BE49-F238E27FC236}">
                            <a16:creationId xmlns:a16="http://schemas.microsoft.com/office/drawing/2014/main" id="{CF4434D5-41A4-48E6-88D3-F30BA7B5A52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1617" y="2584886"/>
                        <a:ext cx="5408612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1061">
            <a:extLst>
              <a:ext uri="{FF2B5EF4-FFF2-40B4-BE49-F238E27FC236}">
                <a16:creationId xmlns:a16="http://schemas.microsoft.com/office/drawing/2014/main" id="{319EFFDD-20E8-43E2-A20A-43725ACF0A2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0381334"/>
              </p:ext>
            </p:extLst>
          </p:nvPr>
        </p:nvGraphicFramePr>
        <p:xfrm>
          <a:off x="4316717" y="3308873"/>
          <a:ext cx="1839912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908" name="Equation" r:id="rId31" imgW="1841400" imgH="634680" progId="Equation.DSMT4">
                  <p:embed/>
                </p:oleObj>
              </mc:Choice>
              <mc:Fallback>
                <p:oleObj name="Equation" r:id="rId31" imgW="1841400" imgH="634680" progId="Equation.DSMT4">
                  <p:embed/>
                  <p:pic>
                    <p:nvPicPr>
                      <p:cNvPr id="42021" name="Object 1061">
                        <a:extLst>
                          <a:ext uri="{FF2B5EF4-FFF2-40B4-BE49-F238E27FC236}">
                            <a16:creationId xmlns:a16="http://schemas.microsoft.com/office/drawing/2014/main" id="{28658B92-CAD5-410F-B738-BDE2265D3A8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6717" y="3308873"/>
                        <a:ext cx="1839912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Object 1063">
            <a:extLst>
              <a:ext uri="{FF2B5EF4-FFF2-40B4-BE49-F238E27FC236}">
                <a16:creationId xmlns:a16="http://schemas.microsoft.com/office/drawing/2014/main" id="{E2268455-4642-4E93-89DC-436F7E96FCC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0079038"/>
              </p:ext>
            </p:extLst>
          </p:nvPr>
        </p:nvGraphicFramePr>
        <p:xfrm>
          <a:off x="1267483" y="4115378"/>
          <a:ext cx="3554413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909" name="Equation" r:id="rId33" imgW="3555720" imgH="736560" progId="Equation.DSMT4">
                  <p:embed/>
                </p:oleObj>
              </mc:Choice>
              <mc:Fallback>
                <p:oleObj name="Equation" r:id="rId33" imgW="3555720" imgH="736560" progId="Equation.DSMT4">
                  <p:embed/>
                  <p:pic>
                    <p:nvPicPr>
                      <p:cNvPr id="42023" name="Object 1063">
                        <a:extLst>
                          <a:ext uri="{FF2B5EF4-FFF2-40B4-BE49-F238E27FC236}">
                            <a16:creationId xmlns:a16="http://schemas.microsoft.com/office/drawing/2014/main" id="{176821C9-A786-45A0-AAD6-606F9D63402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7483" y="4115378"/>
                        <a:ext cx="3554413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1064">
            <a:extLst>
              <a:ext uri="{FF2B5EF4-FFF2-40B4-BE49-F238E27FC236}">
                <a16:creationId xmlns:a16="http://schemas.microsoft.com/office/drawing/2014/main" id="{DEEFA1AC-BFFA-4854-9683-73F3D95CDC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8763626"/>
              </p:ext>
            </p:extLst>
          </p:nvPr>
        </p:nvGraphicFramePr>
        <p:xfrm>
          <a:off x="1258685" y="3446799"/>
          <a:ext cx="30099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910" name="Equation" r:id="rId35" imgW="3009600" imgH="380880" progId="Equation.DSMT4">
                  <p:embed/>
                </p:oleObj>
              </mc:Choice>
              <mc:Fallback>
                <p:oleObj name="Equation" r:id="rId35" imgW="3009600" imgH="380880" progId="Equation.DSMT4">
                  <p:embed/>
                  <p:pic>
                    <p:nvPicPr>
                      <p:cNvPr id="42024" name="Object 1064">
                        <a:extLst>
                          <a:ext uri="{FF2B5EF4-FFF2-40B4-BE49-F238E27FC236}">
                            <a16:creationId xmlns:a16="http://schemas.microsoft.com/office/drawing/2014/main" id="{25C0BCFD-5D2C-471A-BF82-5836A45148A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685" y="3446799"/>
                        <a:ext cx="30099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Text Box 1060">
            <a:extLst>
              <a:ext uri="{FF2B5EF4-FFF2-40B4-BE49-F238E27FC236}">
                <a16:creationId xmlns:a16="http://schemas.microsoft.com/office/drawing/2014/main" id="{0E86BB61-0B5E-4B21-B4A0-B063DA075F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321" y="3801026"/>
            <a:ext cx="1828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33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“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偶倍奇零”</a:t>
            </a:r>
          </a:p>
        </p:txBody>
      </p:sp>
    </p:spTree>
    <p:extLst>
      <p:ext uri="{BB962C8B-B14F-4D97-AF65-F5344CB8AC3E}">
        <p14:creationId xmlns:p14="http://schemas.microsoft.com/office/powerpoint/2010/main" val="1603575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utoUpdateAnimBg="0"/>
      <p:bldP spid="38" grpId="0" build="p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ACE2B60-226B-41E4-9616-77A600999EA7}"/>
              </a:ext>
            </a:extLst>
          </p:cNvPr>
          <p:cNvSpPr/>
          <p:nvPr/>
        </p:nvSpPr>
        <p:spPr>
          <a:xfrm>
            <a:off x="755576" y="699542"/>
            <a:ext cx="128950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3366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作业</a:t>
            </a:r>
            <a:endParaRPr lang="zh-CN" altLang="en-US" sz="24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Text Box 14">
            <a:extLst>
              <a:ext uri="{FF2B5EF4-FFF2-40B4-BE49-F238E27FC236}">
                <a16:creationId xmlns:a16="http://schemas.microsoft.com/office/drawing/2014/main" id="{613E804D-2D74-4F28-88F0-30B5B89B81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033" y="1275606"/>
            <a:ext cx="709933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kumimoji="1"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1.</a:t>
            </a:r>
            <a:r>
              <a:rPr kumimoji="1"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练习册</a:t>
            </a:r>
            <a:r>
              <a:rPr kumimoji="1"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第六章 第三节</a:t>
            </a:r>
            <a:r>
              <a:rPr kumimoji="1"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kumimoji="1"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定积分在物理上的应用</a:t>
            </a:r>
            <a:r>
              <a:rPr kumimoji="1"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4" name="Text Box 14">
            <a:extLst>
              <a:ext uri="{FF2B5EF4-FFF2-40B4-BE49-F238E27FC236}">
                <a16:creationId xmlns:a16="http://schemas.microsoft.com/office/drawing/2014/main" id="{58B4A379-5741-41A7-9DCC-A42AB136E9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033" y="1906538"/>
            <a:ext cx="472307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kumimoji="1"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2.</a:t>
            </a:r>
            <a:r>
              <a:rPr kumimoji="1"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课后习题：</a:t>
            </a:r>
            <a:r>
              <a:rPr kumimoji="1"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P345 </a:t>
            </a:r>
            <a:r>
              <a:rPr kumimoji="1"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总习题六</a:t>
            </a:r>
            <a:r>
              <a:rPr kumimoji="1"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7564139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23C8CA5B-682D-49CD-89F9-E80319BD1BC4}"/>
              </a:ext>
            </a:extLst>
          </p:cNvPr>
          <p:cNvSpPr txBox="1">
            <a:spLocks/>
          </p:cNvSpPr>
          <p:nvPr/>
        </p:nvSpPr>
        <p:spPr>
          <a:xfrm>
            <a:off x="4788024" y="2139702"/>
            <a:ext cx="3933258" cy="1135443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 w="9525">
                  <a:noFill/>
                  <a:round/>
                  <a:headEnd/>
                  <a:tailEnd/>
                </a:ln>
                <a:gradFill rotWithShape="0">
                  <a:gsLst>
                    <a:gs pos="0">
                      <a:srgbClr val="CC0099">
                        <a:gamma/>
                        <a:shade val="46275"/>
                        <a:invGamma/>
                      </a:srgbClr>
                    </a:gs>
                    <a:gs pos="50000">
                      <a:srgbClr val="CC0099"/>
                    </a:gs>
                    <a:gs pos="100000">
                      <a:srgbClr val="CC0099">
                        <a:gamma/>
                        <a:shade val="46275"/>
                        <a:invGamma/>
                      </a:srgbClr>
                    </a:gs>
                  </a:gsLst>
                  <a:lin ang="0" scaled="1"/>
                </a:gradFill>
                <a:effectLst>
                  <a:outerShdw dist="53882" dir="2700000" algn="ctr" rotWithShape="0">
                    <a:srgbClr val="C0C0C0"/>
                  </a:outerShdw>
                </a:effectLst>
                <a:uLnTx/>
                <a:uFillTx/>
                <a:latin typeface="隶书"/>
                <a:ea typeface="隶书"/>
                <a:cs typeface="+mn-cs"/>
              </a:rPr>
              <a:t>谢  谢 ！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698CABC-5B77-4811-BA55-0DE365D931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143" y="627534"/>
            <a:ext cx="3742857" cy="37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8861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>
          <a:solidFill>
            <a:schemeClr val="accent2"/>
          </a:solidFill>
          <a:miter lim="800000"/>
          <a:headEnd/>
          <a:tailEnd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</a:extLst>
      </a:spPr>
      <a:bodyPr/>
      <a:lstStyle>
        <a:defPPr algn="l">
          <a:defRPr sz="2400" dirty="0">
            <a:solidFill>
              <a:srgbClr val="FF0000"/>
            </a:solidFill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4205</TotalTime>
  <Words>1582</Words>
  <Application>Microsoft Office PowerPoint</Application>
  <PresentationFormat>全屏显示(16:9)</PresentationFormat>
  <Paragraphs>286</Paragraphs>
  <Slides>40</Slides>
  <Notes>6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40</vt:i4>
      </vt:variant>
    </vt:vector>
  </HeadingPairs>
  <TitlesOfParts>
    <vt:vector size="55" baseType="lpstr">
      <vt:lpstr>等线</vt:lpstr>
      <vt:lpstr>黑体</vt:lpstr>
      <vt:lpstr>楷体</vt:lpstr>
      <vt:lpstr>楷体_GB2312</vt:lpstr>
      <vt:lpstr>隶书</vt:lpstr>
      <vt:lpstr>宋体</vt:lpstr>
      <vt:lpstr>微软雅黑</vt:lpstr>
      <vt:lpstr>Arial</vt:lpstr>
      <vt:lpstr>Calibri</vt:lpstr>
      <vt:lpstr>Symbol</vt:lpstr>
      <vt:lpstr>Times New Roman</vt:lpstr>
      <vt:lpstr>Office 主题</vt:lpstr>
      <vt:lpstr>Equation</vt:lpstr>
      <vt:lpstr>MathType 6.0 Equation</vt:lpstr>
      <vt:lpstr>Microsoft 公式 3.0 中文版</vt:lpstr>
      <vt:lpstr>PowerPoint 演示文稿</vt:lpstr>
      <vt:lpstr>PowerPoint 演示文稿</vt:lpstr>
      <vt:lpstr>PowerPoint 演示文稿</vt:lpstr>
      <vt:lpstr>PowerPoint 演示文稿</vt:lpstr>
      <vt:lpstr>例1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例3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例6</vt:lpstr>
      <vt:lpstr>PowerPoint 演示文稿</vt:lpstr>
      <vt:lpstr>PowerPoint 演示文稿</vt:lpstr>
      <vt:lpstr>三、引力问题</vt:lpstr>
      <vt:lpstr>例8</vt:lpstr>
      <vt:lpstr>PowerPoint 演示文稿</vt:lpstr>
      <vt:lpstr>PowerPoint 演示文稿</vt:lpstr>
      <vt:lpstr>说明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李宏</dc:creator>
  <cp:lastModifiedBy>郭 晓峰</cp:lastModifiedBy>
  <cp:revision>328</cp:revision>
  <cp:lastPrinted>2019-07-22T12:21:14Z</cp:lastPrinted>
  <dcterms:created xsi:type="dcterms:W3CDTF">2019-07-22T11:45:41Z</dcterms:created>
  <dcterms:modified xsi:type="dcterms:W3CDTF">2023-12-14T13:05:08Z</dcterms:modified>
</cp:coreProperties>
</file>