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485" r:id="rId2"/>
    <p:sldId id="510" r:id="rId3"/>
    <p:sldId id="468" r:id="rId4"/>
    <p:sldId id="421" r:id="rId5"/>
    <p:sldId id="420" r:id="rId6"/>
    <p:sldId id="422" r:id="rId7"/>
    <p:sldId id="423" r:id="rId8"/>
    <p:sldId id="462" r:id="rId9"/>
    <p:sldId id="425" r:id="rId10"/>
    <p:sldId id="465" r:id="rId11"/>
    <p:sldId id="378" r:id="rId12"/>
    <p:sldId id="379" r:id="rId13"/>
    <p:sldId id="380" r:id="rId14"/>
    <p:sldId id="487" r:id="rId15"/>
    <p:sldId id="488" r:id="rId16"/>
    <p:sldId id="489" r:id="rId17"/>
    <p:sldId id="490" r:id="rId18"/>
    <p:sldId id="499" r:id="rId19"/>
    <p:sldId id="500" r:id="rId20"/>
    <p:sldId id="455" r:id="rId21"/>
    <p:sldId id="477" r:id="rId22"/>
    <p:sldId id="467" r:id="rId23"/>
    <p:sldId id="495" r:id="rId24"/>
    <p:sldId id="503" r:id="rId25"/>
    <p:sldId id="505" r:id="rId26"/>
    <p:sldId id="517" r:id="rId27"/>
    <p:sldId id="518" r:id="rId28"/>
    <p:sldId id="519" r:id="rId29"/>
    <p:sldId id="520" r:id="rId30"/>
    <p:sldId id="512" r:id="rId31"/>
    <p:sldId id="513" r:id="rId32"/>
    <p:sldId id="515" r:id="rId33"/>
    <p:sldId id="523" r:id="rId34"/>
    <p:sldId id="521" r:id="rId35"/>
    <p:sldId id="524" r:id="rId36"/>
    <p:sldId id="525" r:id="rId37"/>
    <p:sldId id="526" r:id="rId38"/>
    <p:sldId id="516" r:id="rId39"/>
    <p:sldId id="486" r:id="rId4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pos="23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F5D86F"/>
    <a:srgbClr val="19C3FF"/>
    <a:srgbClr val="6666FF"/>
    <a:srgbClr val="D4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90" autoAdjust="0"/>
    <p:restoredTop sz="90717" autoAdjust="0"/>
  </p:normalViewPr>
  <p:slideViewPr>
    <p:cSldViewPr>
      <p:cViewPr varScale="1">
        <p:scale>
          <a:sx n="128" d="100"/>
          <a:sy n="128" d="100"/>
        </p:scale>
        <p:origin x="126" y="180"/>
      </p:cViewPr>
      <p:guideLst>
        <p:guide orient="horz" pos="1801"/>
        <p:guide pos="2336"/>
      </p:guideLst>
    </p:cSldViewPr>
  </p:slideViewPr>
  <p:outlineViewPr>
    <p:cViewPr>
      <p:scale>
        <a:sx n="33" d="100"/>
        <a:sy n="33" d="100"/>
      </p:scale>
      <p:origin x="0" y="10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32.wmf"/><Relationship Id="rId3" Type="http://schemas.openxmlformats.org/officeDocument/2006/relationships/image" Target="../media/image25.wmf"/><Relationship Id="rId7" Type="http://schemas.openxmlformats.org/officeDocument/2006/relationships/image" Target="../media/image26.wmf"/><Relationship Id="rId12" Type="http://schemas.openxmlformats.org/officeDocument/2006/relationships/image" Target="../media/image31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3.wmf"/><Relationship Id="rId11" Type="http://schemas.openxmlformats.org/officeDocument/2006/relationships/image" Target="../media/image30.wmf"/><Relationship Id="rId5" Type="http://schemas.openxmlformats.org/officeDocument/2006/relationships/image" Target="../media/image2.wmf"/><Relationship Id="rId15" Type="http://schemas.openxmlformats.org/officeDocument/2006/relationships/image" Target="../media/image34.wmf"/><Relationship Id="rId10" Type="http://schemas.openxmlformats.org/officeDocument/2006/relationships/image" Target="../media/image29.wmf"/><Relationship Id="rId4" Type="http://schemas.openxmlformats.org/officeDocument/2006/relationships/image" Target="../media/image10.wmf"/><Relationship Id="rId9" Type="http://schemas.openxmlformats.org/officeDocument/2006/relationships/image" Target="../media/image28.wmf"/><Relationship Id="rId14" Type="http://schemas.openxmlformats.org/officeDocument/2006/relationships/image" Target="../media/image3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18" Type="http://schemas.openxmlformats.org/officeDocument/2006/relationships/image" Target="../media/image5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wmf"/><Relationship Id="rId17" Type="http://schemas.openxmlformats.org/officeDocument/2006/relationships/image" Target="../media/image53.wmf"/><Relationship Id="rId2" Type="http://schemas.openxmlformats.org/officeDocument/2006/relationships/image" Target="../media/image38.wmf"/><Relationship Id="rId16" Type="http://schemas.openxmlformats.org/officeDocument/2006/relationships/image" Target="../media/image52.wmf"/><Relationship Id="rId20" Type="http://schemas.openxmlformats.org/officeDocument/2006/relationships/image" Target="../media/image56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5" Type="http://schemas.openxmlformats.org/officeDocument/2006/relationships/image" Target="../media/image51.wmf"/><Relationship Id="rId10" Type="http://schemas.openxmlformats.org/officeDocument/2006/relationships/image" Target="../media/image46.wmf"/><Relationship Id="rId19" Type="http://schemas.openxmlformats.org/officeDocument/2006/relationships/image" Target="../media/image55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Relationship Id="rId14" Type="http://schemas.openxmlformats.org/officeDocument/2006/relationships/image" Target="../media/image50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image" Target="../media/image68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12" Type="http://schemas.openxmlformats.org/officeDocument/2006/relationships/image" Target="../media/image67.wmf"/><Relationship Id="rId2" Type="http://schemas.openxmlformats.org/officeDocument/2006/relationships/image" Target="../media/image58.wmf"/><Relationship Id="rId16" Type="http://schemas.openxmlformats.org/officeDocument/2006/relationships/image" Target="../media/image71.wmf"/><Relationship Id="rId1" Type="http://schemas.openxmlformats.org/officeDocument/2006/relationships/image" Target="../media/image57.wmf"/><Relationship Id="rId6" Type="http://schemas.openxmlformats.org/officeDocument/2006/relationships/image" Target="../media/image62.wmf"/><Relationship Id="rId11" Type="http://schemas.openxmlformats.org/officeDocument/2006/relationships/image" Target="../media/image66.wmf"/><Relationship Id="rId5" Type="http://schemas.openxmlformats.org/officeDocument/2006/relationships/image" Target="../media/image61.wmf"/><Relationship Id="rId15" Type="http://schemas.openxmlformats.org/officeDocument/2006/relationships/image" Target="../media/image70.wmf"/><Relationship Id="rId10" Type="http://schemas.openxmlformats.org/officeDocument/2006/relationships/image" Target="../media/image65.wmf"/><Relationship Id="rId4" Type="http://schemas.openxmlformats.org/officeDocument/2006/relationships/image" Target="../media/image60.wmf"/><Relationship Id="rId9" Type="http://schemas.openxmlformats.org/officeDocument/2006/relationships/image" Target="../media/image64.wmf"/><Relationship Id="rId14" Type="http://schemas.openxmlformats.org/officeDocument/2006/relationships/image" Target="../media/image6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image" Target="../media/image83.wmf"/><Relationship Id="rId3" Type="http://schemas.openxmlformats.org/officeDocument/2006/relationships/image" Target="../media/image74.wmf"/><Relationship Id="rId7" Type="http://schemas.openxmlformats.org/officeDocument/2006/relationships/image" Target="../media/image78.wmf"/><Relationship Id="rId12" Type="http://schemas.openxmlformats.org/officeDocument/2006/relationships/image" Target="../media/image46.wmf"/><Relationship Id="rId2" Type="http://schemas.openxmlformats.org/officeDocument/2006/relationships/image" Target="../media/image73.wmf"/><Relationship Id="rId16" Type="http://schemas.openxmlformats.org/officeDocument/2006/relationships/image" Target="../media/image86.wmf"/><Relationship Id="rId1" Type="http://schemas.openxmlformats.org/officeDocument/2006/relationships/image" Target="../media/image72.wmf"/><Relationship Id="rId6" Type="http://schemas.openxmlformats.org/officeDocument/2006/relationships/image" Target="../media/image77.wmf"/><Relationship Id="rId11" Type="http://schemas.openxmlformats.org/officeDocument/2006/relationships/image" Target="../media/image82.wmf"/><Relationship Id="rId5" Type="http://schemas.openxmlformats.org/officeDocument/2006/relationships/image" Target="../media/image76.wmf"/><Relationship Id="rId15" Type="http://schemas.openxmlformats.org/officeDocument/2006/relationships/image" Target="../media/image85.wmf"/><Relationship Id="rId10" Type="http://schemas.openxmlformats.org/officeDocument/2006/relationships/image" Target="../media/image81.wmf"/><Relationship Id="rId4" Type="http://schemas.openxmlformats.org/officeDocument/2006/relationships/image" Target="../media/image75.wmf"/><Relationship Id="rId9" Type="http://schemas.openxmlformats.org/officeDocument/2006/relationships/image" Target="../media/image80.wmf"/><Relationship Id="rId14" Type="http://schemas.openxmlformats.org/officeDocument/2006/relationships/image" Target="../media/image8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image" Target="../media/image98.wmf"/><Relationship Id="rId3" Type="http://schemas.openxmlformats.org/officeDocument/2006/relationships/image" Target="../media/image89.wmf"/><Relationship Id="rId7" Type="http://schemas.openxmlformats.org/officeDocument/2006/relationships/image" Target="../media/image92.wmf"/><Relationship Id="rId12" Type="http://schemas.openxmlformats.org/officeDocument/2006/relationships/image" Target="../media/image97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46.wmf"/><Relationship Id="rId11" Type="http://schemas.openxmlformats.org/officeDocument/2006/relationships/image" Target="../media/image96.wmf"/><Relationship Id="rId5" Type="http://schemas.openxmlformats.org/officeDocument/2006/relationships/image" Target="../media/image91.wmf"/><Relationship Id="rId15" Type="http://schemas.openxmlformats.org/officeDocument/2006/relationships/image" Target="../media/image100.wmf"/><Relationship Id="rId10" Type="http://schemas.openxmlformats.org/officeDocument/2006/relationships/image" Target="../media/image95.wmf"/><Relationship Id="rId4" Type="http://schemas.openxmlformats.org/officeDocument/2006/relationships/image" Target="../media/image90.wmf"/><Relationship Id="rId9" Type="http://schemas.openxmlformats.org/officeDocument/2006/relationships/image" Target="../media/image94.wmf"/><Relationship Id="rId14" Type="http://schemas.openxmlformats.org/officeDocument/2006/relationships/image" Target="../media/image9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image" Target="../media/image112.wmf"/><Relationship Id="rId3" Type="http://schemas.openxmlformats.org/officeDocument/2006/relationships/image" Target="../media/image103.wmf"/><Relationship Id="rId7" Type="http://schemas.openxmlformats.org/officeDocument/2006/relationships/image" Target="../media/image73.wmf"/><Relationship Id="rId12" Type="http://schemas.openxmlformats.org/officeDocument/2006/relationships/image" Target="../media/image111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Relationship Id="rId6" Type="http://schemas.openxmlformats.org/officeDocument/2006/relationships/image" Target="../media/image106.wmf"/><Relationship Id="rId11" Type="http://schemas.openxmlformats.org/officeDocument/2006/relationships/image" Target="../media/image110.wmf"/><Relationship Id="rId5" Type="http://schemas.openxmlformats.org/officeDocument/2006/relationships/image" Target="../media/image105.wmf"/><Relationship Id="rId10" Type="http://schemas.openxmlformats.org/officeDocument/2006/relationships/image" Target="../media/image109.wmf"/><Relationship Id="rId4" Type="http://schemas.openxmlformats.org/officeDocument/2006/relationships/image" Target="../media/image104.wmf"/><Relationship Id="rId9" Type="http://schemas.openxmlformats.org/officeDocument/2006/relationships/image" Target="../media/image108.wmf"/><Relationship Id="rId14" Type="http://schemas.openxmlformats.org/officeDocument/2006/relationships/image" Target="../media/image113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119.wmf"/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12" Type="http://schemas.openxmlformats.org/officeDocument/2006/relationships/image" Target="../media/image118.wmf"/><Relationship Id="rId2" Type="http://schemas.openxmlformats.org/officeDocument/2006/relationships/image" Target="../media/image115.wmf"/><Relationship Id="rId16" Type="http://schemas.openxmlformats.org/officeDocument/2006/relationships/image" Target="../media/image122.wmf"/><Relationship Id="rId1" Type="http://schemas.openxmlformats.org/officeDocument/2006/relationships/image" Target="../media/image114.wmf"/><Relationship Id="rId6" Type="http://schemas.openxmlformats.org/officeDocument/2006/relationships/image" Target="../media/image109.wmf"/><Relationship Id="rId11" Type="http://schemas.openxmlformats.org/officeDocument/2006/relationships/image" Target="../media/image117.wmf"/><Relationship Id="rId5" Type="http://schemas.openxmlformats.org/officeDocument/2006/relationships/image" Target="../media/image108.wmf"/><Relationship Id="rId15" Type="http://schemas.openxmlformats.org/officeDocument/2006/relationships/image" Target="../media/image121.wmf"/><Relationship Id="rId10" Type="http://schemas.openxmlformats.org/officeDocument/2006/relationships/image" Target="../media/image116.wmf"/><Relationship Id="rId4" Type="http://schemas.openxmlformats.org/officeDocument/2006/relationships/image" Target="../media/image73.wmf"/><Relationship Id="rId9" Type="http://schemas.openxmlformats.org/officeDocument/2006/relationships/image" Target="../media/image112.wmf"/><Relationship Id="rId14" Type="http://schemas.openxmlformats.org/officeDocument/2006/relationships/image" Target="../media/image12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image" Target="../media/image132.wmf"/><Relationship Id="rId3" Type="http://schemas.openxmlformats.org/officeDocument/2006/relationships/image" Target="../media/image125.wmf"/><Relationship Id="rId7" Type="http://schemas.openxmlformats.org/officeDocument/2006/relationships/image" Target="../media/image91.wmf"/><Relationship Id="rId12" Type="http://schemas.openxmlformats.org/officeDocument/2006/relationships/image" Target="../media/image131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Relationship Id="rId6" Type="http://schemas.openxmlformats.org/officeDocument/2006/relationships/image" Target="../media/image90.wmf"/><Relationship Id="rId11" Type="http://schemas.openxmlformats.org/officeDocument/2006/relationships/image" Target="../media/image130.wmf"/><Relationship Id="rId5" Type="http://schemas.openxmlformats.org/officeDocument/2006/relationships/image" Target="../media/image127.wmf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image" Target="../media/image12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image" Target="../media/image145.wmf"/><Relationship Id="rId18" Type="http://schemas.openxmlformats.org/officeDocument/2006/relationships/image" Target="../media/image150.wmf"/><Relationship Id="rId3" Type="http://schemas.openxmlformats.org/officeDocument/2006/relationships/image" Target="../media/image135.wmf"/><Relationship Id="rId7" Type="http://schemas.openxmlformats.org/officeDocument/2006/relationships/image" Target="../media/image139.wmf"/><Relationship Id="rId12" Type="http://schemas.openxmlformats.org/officeDocument/2006/relationships/image" Target="../media/image144.wmf"/><Relationship Id="rId17" Type="http://schemas.openxmlformats.org/officeDocument/2006/relationships/image" Target="../media/image149.wmf"/><Relationship Id="rId2" Type="http://schemas.openxmlformats.org/officeDocument/2006/relationships/image" Target="../media/image134.wmf"/><Relationship Id="rId16" Type="http://schemas.openxmlformats.org/officeDocument/2006/relationships/image" Target="../media/image148.wmf"/><Relationship Id="rId1" Type="http://schemas.openxmlformats.org/officeDocument/2006/relationships/image" Target="../media/image133.wmf"/><Relationship Id="rId6" Type="http://schemas.openxmlformats.org/officeDocument/2006/relationships/image" Target="../media/image138.wmf"/><Relationship Id="rId11" Type="http://schemas.openxmlformats.org/officeDocument/2006/relationships/image" Target="../media/image143.wmf"/><Relationship Id="rId5" Type="http://schemas.openxmlformats.org/officeDocument/2006/relationships/image" Target="../media/image137.wmf"/><Relationship Id="rId15" Type="http://schemas.openxmlformats.org/officeDocument/2006/relationships/image" Target="../media/image147.wmf"/><Relationship Id="rId10" Type="http://schemas.openxmlformats.org/officeDocument/2006/relationships/image" Target="../media/image142.wmf"/><Relationship Id="rId4" Type="http://schemas.openxmlformats.org/officeDocument/2006/relationships/image" Target="../media/image136.wmf"/><Relationship Id="rId9" Type="http://schemas.openxmlformats.org/officeDocument/2006/relationships/image" Target="../media/image141.wmf"/><Relationship Id="rId14" Type="http://schemas.openxmlformats.org/officeDocument/2006/relationships/image" Target="../media/image14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wmf"/><Relationship Id="rId13" Type="http://schemas.openxmlformats.org/officeDocument/2006/relationships/image" Target="../media/image158.wmf"/><Relationship Id="rId18" Type="http://schemas.openxmlformats.org/officeDocument/2006/relationships/image" Target="../media/image163.wmf"/><Relationship Id="rId3" Type="http://schemas.openxmlformats.org/officeDocument/2006/relationships/image" Target="../media/image135.wmf"/><Relationship Id="rId7" Type="http://schemas.openxmlformats.org/officeDocument/2006/relationships/image" Target="../media/image139.wmf"/><Relationship Id="rId12" Type="http://schemas.openxmlformats.org/officeDocument/2006/relationships/image" Target="../media/image157.wmf"/><Relationship Id="rId17" Type="http://schemas.openxmlformats.org/officeDocument/2006/relationships/image" Target="../media/image162.wmf"/><Relationship Id="rId2" Type="http://schemas.openxmlformats.org/officeDocument/2006/relationships/image" Target="../media/image134.wmf"/><Relationship Id="rId16" Type="http://schemas.openxmlformats.org/officeDocument/2006/relationships/image" Target="../media/image161.wmf"/><Relationship Id="rId20" Type="http://schemas.openxmlformats.org/officeDocument/2006/relationships/image" Target="../media/image165.wmf"/><Relationship Id="rId1" Type="http://schemas.openxmlformats.org/officeDocument/2006/relationships/image" Target="../media/image133.wmf"/><Relationship Id="rId6" Type="http://schemas.openxmlformats.org/officeDocument/2006/relationships/image" Target="../media/image138.wmf"/><Relationship Id="rId11" Type="http://schemas.openxmlformats.org/officeDocument/2006/relationships/image" Target="../media/image143.wmf"/><Relationship Id="rId5" Type="http://schemas.openxmlformats.org/officeDocument/2006/relationships/image" Target="../media/image137.wmf"/><Relationship Id="rId15" Type="http://schemas.openxmlformats.org/officeDocument/2006/relationships/image" Target="../media/image160.wmf"/><Relationship Id="rId10" Type="http://schemas.openxmlformats.org/officeDocument/2006/relationships/image" Target="../media/image142.wmf"/><Relationship Id="rId19" Type="http://schemas.openxmlformats.org/officeDocument/2006/relationships/image" Target="../media/image164.wmf"/><Relationship Id="rId4" Type="http://schemas.openxmlformats.org/officeDocument/2006/relationships/image" Target="../media/image136.wmf"/><Relationship Id="rId9" Type="http://schemas.openxmlformats.org/officeDocument/2006/relationships/image" Target="../media/image141.wmf"/><Relationship Id="rId14" Type="http://schemas.openxmlformats.org/officeDocument/2006/relationships/image" Target="../media/image159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3" Type="http://schemas.openxmlformats.org/officeDocument/2006/relationships/image" Target="../media/image168.wmf"/><Relationship Id="rId7" Type="http://schemas.openxmlformats.org/officeDocument/2006/relationships/image" Target="../media/image172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6" Type="http://schemas.openxmlformats.org/officeDocument/2006/relationships/image" Target="../media/image171.wmf"/><Relationship Id="rId5" Type="http://schemas.openxmlformats.org/officeDocument/2006/relationships/image" Target="../media/image170.wmf"/><Relationship Id="rId10" Type="http://schemas.openxmlformats.org/officeDocument/2006/relationships/image" Target="../media/image175.wmf"/><Relationship Id="rId4" Type="http://schemas.openxmlformats.org/officeDocument/2006/relationships/image" Target="../media/image169.wmf"/><Relationship Id="rId9" Type="http://schemas.openxmlformats.org/officeDocument/2006/relationships/image" Target="../media/image174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wmf"/><Relationship Id="rId13" Type="http://schemas.openxmlformats.org/officeDocument/2006/relationships/image" Target="../media/image188.wmf"/><Relationship Id="rId3" Type="http://schemas.openxmlformats.org/officeDocument/2006/relationships/image" Target="../media/image178.wmf"/><Relationship Id="rId7" Type="http://schemas.openxmlformats.org/officeDocument/2006/relationships/image" Target="../media/image182.wmf"/><Relationship Id="rId12" Type="http://schemas.openxmlformats.org/officeDocument/2006/relationships/image" Target="../media/image187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11" Type="http://schemas.openxmlformats.org/officeDocument/2006/relationships/image" Target="../media/image186.wmf"/><Relationship Id="rId5" Type="http://schemas.openxmlformats.org/officeDocument/2006/relationships/image" Target="../media/image180.wmf"/><Relationship Id="rId10" Type="http://schemas.openxmlformats.org/officeDocument/2006/relationships/image" Target="../media/image185.wmf"/><Relationship Id="rId4" Type="http://schemas.openxmlformats.org/officeDocument/2006/relationships/image" Target="../media/image179.wmf"/><Relationship Id="rId9" Type="http://schemas.openxmlformats.org/officeDocument/2006/relationships/image" Target="../media/image184.wmf"/><Relationship Id="rId14" Type="http://schemas.openxmlformats.org/officeDocument/2006/relationships/image" Target="../media/image18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3" Type="http://schemas.openxmlformats.org/officeDocument/2006/relationships/image" Target="../media/image192.wmf"/><Relationship Id="rId7" Type="http://schemas.openxmlformats.org/officeDocument/2006/relationships/image" Target="../media/image196.wmf"/><Relationship Id="rId2" Type="http://schemas.openxmlformats.org/officeDocument/2006/relationships/image" Target="../media/image191.wmf"/><Relationship Id="rId1" Type="http://schemas.openxmlformats.org/officeDocument/2006/relationships/image" Target="../media/image190.wmf"/><Relationship Id="rId6" Type="http://schemas.openxmlformats.org/officeDocument/2006/relationships/image" Target="../media/image195.wmf"/><Relationship Id="rId5" Type="http://schemas.openxmlformats.org/officeDocument/2006/relationships/image" Target="../media/image194.wmf"/><Relationship Id="rId4" Type="http://schemas.openxmlformats.org/officeDocument/2006/relationships/image" Target="../media/image19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199.wmf"/><Relationship Id="rId7" Type="http://schemas.openxmlformats.org/officeDocument/2006/relationships/image" Target="../media/image46.wmf"/><Relationship Id="rId2" Type="http://schemas.openxmlformats.org/officeDocument/2006/relationships/image" Target="../media/image88.wmf"/><Relationship Id="rId1" Type="http://schemas.openxmlformats.org/officeDocument/2006/relationships/image" Target="../media/image198.wmf"/><Relationship Id="rId6" Type="http://schemas.openxmlformats.org/officeDocument/2006/relationships/image" Target="../media/image91.wmf"/><Relationship Id="rId5" Type="http://schemas.openxmlformats.org/officeDocument/2006/relationships/image" Target="../media/image201.wmf"/><Relationship Id="rId4" Type="http://schemas.openxmlformats.org/officeDocument/2006/relationships/image" Target="../media/image20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13" Type="http://schemas.openxmlformats.org/officeDocument/2006/relationships/image" Target="../media/image205.wmf"/><Relationship Id="rId18" Type="http://schemas.openxmlformats.org/officeDocument/2006/relationships/image" Target="../media/image210.wmf"/><Relationship Id="rId3" Type="http://schemas.openxmlformats.org/officeDocument/2006/relationships/image" Target="../media/image46.wmf"/><Relationship Id="rId7" Type="http://schemas.openxmlformats.org/officeDocument/2006/relationships/image" Target="../media/image83.wmf"/><Relationship Id="rId12" Type="http://schemas.openxmlformats.org/officeDocument/2006/relationships/image" Target="../media/image204.wmf"/><Relationship Id="rId17" Type="http://schemas.openxmlformats.org/officeDocument/2006/relationships/image" Target="../media/image209.wmf"/><Relationship Id="rId2" Type="http://schemas.openxmlformats.org/officeDocument/2006/relationships/image" Target="../media/image91.wmf"/><Relationship Id="rId16" Type="http://schemas.openxmlformats.org/officeDocument/2006/relationships/image" Target="../media/image208.wmf"/><Relationship Id="rId1" Type="http://schemas.openxmlformats.org/officeDocument/2006/relationships/image" Target="../media/image90.wmf"/><Relationship Id="rId6" Type="http://schemas.openxmlformats.org/officeDocument/2006/relationships/image" Target="../media/image201.wmf"/><Relationship Id="rId11" Type="http://schemas.openxmlformats.org/officeDocument/2006/relationships/image" Target="../media/image203.wmf"/><Relationship Id="rId5" Type="http://schemas.openxmlformats.org/officeDocument/2006/relationships/image" Target="../media/image200.wmf"/><Relationship Id="rId15" Type="http://schemas.openxmlformats.org/officeDocument/2006/relationships/image" Target="../media/image207.wmf"/><Relationship Id="rId10" Type="http://schemas.openxmlformats.org/officeDocument/2006/relationships/image" Target="../media/image78.wmf"/><Relationship Id="rId4" Type="http://schemas.openxmlformats.org/officeDocument/2006/relationships/image" Target="../media/image199.wmf"/><Relationship Id="rId9" Type="http://schemas.openxmlformats.org/officeDocument/2006/relationships/image" Target="../media/image77.wmf"/><Relationship Id="rId14" Type="http://schemas.openxmlformats.org/officeDocument/2006/relationships/image" Target="../media/image206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image" Target="../media/image46.wmf"/><Relationship Id="rId3" Type="http://schemas.openxmlformats.org/officeDocument/2006/relationships/image" Target="../media/image213.wmf"/><Relationship Id="rId7" Type="http://schemas.openxmlformats.org/officeDocument/2006/relationships/image" Target="../media/image217.wmf"/><Relationship Id="rId12" Type="http://schemas.openxmlformats.org/officeDocument/2006/relationships/image" Target="../media/image91.wmf"/><Relationship Id="rId17" Type="http://schemas.openxmlformats.org/officeDocument/2006/relationships/image" Target="../media/image221.wmf"/><Relationship Id="rId2" Type="http://schemas.openxmlformats.org/officeDocument/2006/relationships/image" Target="../media/image212.wmf"/><Relationship Id="rId16" Type="http://schemas.openxmlformats.org/officeDocument/2006/relationships/image" Target="../media/image202.wmf"/><Relationship Id="rId1" Type="http://schemas.openxmlformats.org/officeDocument/2006/relationships/image" Target="../media/image211.wmf"/><Relationship Id="rId6" Type="http://schemas.openxmlformats.org/officeDocument/2006/relationships/image" Target="../media/image216.wmf"/><Relationship Id="rId11" Type="http://schemas.openxmlformats.org/officeDocument/2006/relationships/image" Target="../media/image90.wmf"/><Relationship Id="rId5" Type="http://schemas.openxmlformats.org/officeDocument/2006/relationships/image" Target="../media/image215.wmf"/><Relationship Id="rId15" Type="http://schemas.openxmlformats.org/officeDocument/2006/relationships/image" Target="../media/image83.wmf"/><Relationship Id="rId10" Type="http://schemas.openxmlformats.org/officeDocument/2006/relationships/image" Target="../media/image219.wmf"/><Relationship Id="rId4" Type="http://schemas.openxmlformats.org/officeDocument/2006/relationships/image" Target="../media/image214.wmf"/><Relationship Id="rId9" Type="http://schemas.openxmlformats.org/officeDocument/2006/relationships/image" Target="../media/image77.wmf"/><Relationship Id="rId14" Type="http://schemas.openxmlformats.org/officeDocument/2006/relationships/image" Target="../media/image220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wmf"/><Relationship Id="rId13" Type="http://schemas.openxmlformats.org/officeDocument/2006/relationships/image" Target="../media/image234.wmf"/><Relationship Id="rId18" Type="http://schemas.openxmlformats.org/officeDocument/2006/relationships/image" Target="../media/image239.wmf"/><Relationship Id="rId3" Type="http://schemas.openxmlformats.org/officeDocument/2006/relationships/image" Target="../media/image224.wmf"/><Relationship Id="rId7" Type="http://schemas.openxmlformats.org/officeDocument/2006/relationships/image" Target="../media/image228.wmf"/><Relationship Id="rId12" Type="http://schemas.openxmlformats.org/officeDocument/2006/relationships/image" Target="../media/image233.wmf"/><Relationship Id="rId17" Type="http://schemas.openxmlformats.org/officeDocument/2006/relationships/image" Target="../media/image238.wmf"/><Relationship Id="rId2" Type="http://schemas.openxmlformats.org/officeDocument/2006/relationships/image" Target="../media/image223.wmf"/><Relationship Id="rId16" Type="http://schemas.openxmlformats.org/officeDocument/2006/relationships/image" Target="../media/image237.wmf"/><Relationship Id="rId1" Type="http://schemas.openxmlformats.org/officeDocument/2006/relationships/image" Target="../media/image222.wmf"/><Relationship Id="rId6" Type="http://schemas.openxmlformats.org/officeDocument/2006/relationships/image" Target="../media/image227.wmf"/><Relationship Id="rId11" Type="http://schemas.openxmlformats.org/officeDocument/2006/relationships/image" Target="../media/image232.wmf"/><Relationship Id="rId5" Type="http://schemas.openxmlformats.org/officeDocument/2006/relationships/image" Target="../media/image226.wmf"/><Relationship Id="rId15" Type="http://schemas.openxmlformats.org/officeDocument/2006/relationships/image" Target="../media/image236.wmf"/><Relationship Id="rId10" Type="http://schemas.openxmlformats.org/officeDocument/2006/relationships/image" Target="../media/image231.wmf"/><Relationship Id="rId4" Type="http://schemas.openxmlformats.org/officeDocument/2006/relationships/image" Target="../media/image225.wmf"/><Relationship Id="rId9" Type="http://schemas.openxmlformats.org/officeDocument/2006/relationships/image" Target="../media/image230.wmf"/><Relationship Id="rId14" Type="http://schemas.openxmlformats.org/officeDocument/2006/relationships/image" Target="../media/image23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image" Target="../media/image252.wmf"/><Relationship Id="rId18" Type="http://schemas.openxmlformats.org/officeDocument/2006/relationships/image" Target="../media/image257.wmf"/><Relationship Id="rId3" Type="http://schemas.openxmlformats.org/officeDocument/2006/relationships/image" Target="../media/image242.wmf"/><Relationship Id="rId21" Type="http://schemas.openxmlformats.org/officeDocument/2006/relationships/image" Target="../media/image260.wmf"/><Relationship Id="rId7" Type="http://schemas.openxmlformats.org/officeDocument/2006/relationships/image" Target="../media/image246.wmf"/><Relationship Id="rId12" Type="http://schemas.openxmlformats.org/officeDocument/2006/relationships/image" Target="../media/image251.wmf"/><Relationship Id="rId17" Type="http://schemas.openxmlformats.org/officeDocument/2006/relationships/image" Target="../media/image256.wmf"/><Relationship Id="rId2" Type="http://schemas.openxmlformats.org/officeDocument/2006/relationships/image" Target="../media/image241.wmf"/><Relationship Id="rId16" Type="http://schemas.openxmlformats.org/officeDocument/2006/relationships/image" Target="../media/image255.wmf"/><Relationship Id="rId20" Type="http://schemas.openxmlformats.org/officeDocument/2006/relationships/image" Target="../media/image259.wmf"/><Relationship Id="rId1" Type="http://schemas.openxmlformats.org/officeDocument/2006/relationships/image" Target="../media/image240.wmf"/><Relationship Id="rId6" Type="http://schemas.openxmlformats.org/officeDocument/2006/relationships/image" Target="../media/image245.wmf"/><Relationship Id="rId11" Type="http://schemas.openxmlformats.org/officeDocument/2006/relationships/image" Target="../media/image250.wmf"/><Relationship Id="rId24" Type="http://schemas.openxmlformats.org/officeDocument/2006/relationships/image" Target="../media/image263.wmf"/><Relationship Id="rId5" Type="http://schemas.openxmlformats.org/officeDocument/2006/relationships/image" Target="../media/image244.wmf"/><Relationship Id="rId15" Type="http://schemas.openxmlformats.org/officeDocument/2006/relationships/image" Target="../media/image254.wmf"/><Relationship Id="rId23" Type="http://schemas.openxmlformats.org/officeDocument/2006/relationships/image" Target="../media/image262.wmf"/><Relationship Id="rId10" Type="http://schemas.openxmlformats.org/officeDocument/2006/relationships/image" Target="../media/image249.wmf"/><Relationship Id="rId19" Type="http://schemas.openxmlformats.org/officeDocument/2006/relationships/image" Target="../media/image258.wmf"/><Relationship Id="rId4" Type="http://schemas.openxmlformats.org/officeDocument/2006/relationships/image" Target="../media/image243.wmf"/><Relationship Id="rId9" Type="http://schemas.openxmlformats.org/officeDocument/2006/relationships/image" Target="../media/image248.wmf"/><Relationship Id="rId14" Type="http://schemas.openxmlformats.org/officeDocument/2006/relationships/image" Target="../media/image253.wmf"/><Relationship Id="rId22" Type="http://schemas.openxmlformats.org/officeDocument/2006/relationships/image" Target="../media/image26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13" Type="http://schemas.openxmlformats.org/officeDocument/2006/relationships/image" Target="../media/image276.wmf"/><Relationship Id="rId18" Type="http://schemas.openxmlformats.org/officeDocument/2006/relationships/image" Target="../media/image281.wmf"/><Relationship Id="rId3" Type="http://schemas.openxmlformats.org/officeDocument/2006/relationships/image" Target="../media/image266.wmf"/><Relationship Id="rId7" Type="http://schemas.openxmlformats.org/officeDocument/2006/relationships/image" Target="../media/image270.wmf"/><Relationship Id="rId12" Type="http://schemas.openxmlformats.org/officeDocument/2006/relationships/image" Target="../media/image275.wmf"/><Relationship Id="rId17" Type="http://schemas.openxmlformats.org/officeDocument/2006/relationships/image" Target="../media/image280.wmf"/><Relationship Id="rId2" Type="http://schemas.openxmlformats.org/officeDocument/2006/relationships/image" Target="../media/image265.wmf"/><Relationship Id="rId16" Type="http://schemas.openxmlformats.org/officeDocument/2006/relationships/image" Target="../media/image279.wmf"/><Relationship Id="rId1" Type="http://schemas.openxmlformats.org/officeDocument/2006/relationships/image" Target="../media/image264.wmf"/><Relationship Id="rId6" Type="http://schemas.openxmlformats.org/officeDocument/2006/relationships/image" Target="../media/image269.wmf"/><Relationship Id="rId11" Type="http://schemas.openxmlformats.org/officeDocument/2006/relationships/image" Target="../media/image274.wmf"/><Relationship Id="rId5" Type="http://schemas.openxmlformats.org/officeDocument/2006/relationships/image" Target="../media/image268.wmf"/><Relationship Id="rId15" Type="http://schemas.openxmlformats.org/officeDocument/2006/relationships/image" Target="../media/image278.wmf"/><Relationship Id="rId10" Type="http://schemas.openxmlformats.org/officeDocument/2006/relationships/image" Target="../media/image273.wmf"/><Relationship Id="rId4" Type="http://schemas.openxmlformats.org/officeDocument/2006/relationships/image" Target="../media/image267.wmf"/><Relationship Id="rId9" Type="http://schemas.openxmlformats.org/officeDocument/2006/relationships/image" Target="../media/image272.wmf"/><Relationship Id="rId14" Type="http://schemas.openxmlformats.org/officeDocument/2006/relationships/image" Target="../media/image27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9.wmf"/><Relationship Id="rId3" Type="http://schemas.openxmlformats.org/officeDocument/2006/relationships/image" Target="../media/image284.wmf"/><Relationship Id="rId7" Type="http://schemas.openxmlformats.org/officeDocument/2006/relationships/image" Target="../media/image288.wmf"/><Relationship Id="rId2" Type="http://schemas.openxmlformats.org/officeDocument/2006/relationships/image" Target="../media/image283.wmf"/><Relationship Id="rId1" Type="http://schemas.openxmlformats.org/officeDocument/2006/relationships/image" Target="../media/image282.wmf"/><Relationship Id="rId6" Type="http://schemas.openxmlformats.org/officeDocument/2006/relationships/image" Target="../media/image287.wmf"/><Relationship Id="rId11" Type="http://schemas.openxmlformats.org/officeDocument/2006/relationships/image" Target="../media/image292.wmf"/><Relationship Id="rId5" Type="http://schemas.openxmlformats.org/officeDocument/2006/relationships/image" Target="../media/image286.wmf"/><Relationship Id="rId10" Type="http://schemas.openxmlformats.org/officeDocument/2006/relationships/image" Target="../media/image291.wmf"/><Relationship Id="rId4" Type="http://schemas.openxmlformats.org/officeDocument/2006/relationships/image" Target="../media/image285.wmf"/><Relationship Id="rId9" Type="http://schemas.openxmlformats.org/officeDocument/2006/relationships/image" Target="../media/image290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image" Target="../media/image304.wmf"/><Relationship Id="rId18" Type="http://schemas.openxmlformats.org/officeDocument/2006/relationships/image" Target="../media/image309.wmf"/><Relationship Id="rId3" Type="http://schemas.openxmlformats.org/officeDocument/2006/relationships/image" Target="../media/image294.wmf"/><Relationship Id="rId21" Type="http://schemas.openxmlformats.org/officeDocument/2006/relationships/image" Target="../media/image312.wmf"/><Relationship Id="rId7" Type="http://schemas.openxmlformats.org/officeDocument/2006/relationships/image" Target="../media/image298.wmf"/><Relationship Id="rId12" Type="http://schemas.openxmlformats.org/officeDocument/2006/relationships/image" Target="../media/image303.wmf"/><Relationship Id="rId17" Type="http://schemas.openxmlformats.org/officeDocument/2006/relationships/image" Target="../media/image308.wmf"/><Relationship Id="rId2" Type="http://schemas.openxmlformats.org/officeDocument/2006/relationships/image" Target="../media/image293.wmf"/><Relationship Id="rId16" Type="http://schemas.openxmlformats.org/officeDocument/2006/relationships/image" Target="../media/image307.wmf"/><Relationship Id="rId20" Type="http://schemas.openxmlformats.org/officeDocument/2006/relationships/image" Target="../media/image311.wmf"/><Relationship Id="rId1" Type="http://schemas.openxmlformats.org/officeDocument/2006/relationships/image" Target="../media/image266.wmf"/><Relationship Id="rId6" Type="http://schemas.openxmlformats.org/officeDocument/2006/relationships/image" Target="../media/image297.wmf"/><Relationship Id="rId11" Type="http://schemas.openxmlformats.org/officeDocument/2006/relationships/image" Target="../media/image302.wmf"/><Relationship Id="rId5" Type="http://schemas.openxmlformats.org/officeDocument/2006/relationships/image" Target="../media/image296.wmf"/><Relationship Id="rId15" Type="http://schemas.openxmlformats.org/officeDocument/2006/relationships/image" Target="../media/image306.wmf"/><Relationship Id="rId10" Type="http://schemas.openxmlformats.org/officeDocument/2006/relationships/image" Target="../media/image301.wmf"/><Relationship Id="rId19" Type="http://schemas.openxmlformats.org/officeDocument/2006/relationships/image" Target="../media/image310.wmf"/><Relationship Id="rId4" Type="http://schemas.openxmlformats.org/officeDocument/2006/relationships/image" Target="../media/image295.wmf"/><Relationship Id="rId9" Type="http://schemas.openxmlformats.org/officeDocument/2006/relationships/image" Target="../media/image300.wmf"/><Relationship Id="rId14" Type="http://schemas.openxmlformats.org/officeDocument/2006/relationships/image" Target="../media/image305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5.wmf"/><Relationship Id="rId2" Type="http://schemas.openxmlformats.org/officeDocument/2006/relationships/image" Target="../media/image314.wmf"/><Relationship Id="rId1" Type="http://schemas.openxmlformats.org/officeDocument/2006/relationships/image" Target="../media/image313.wmf"/><Relationship Id="rId5" Type="http://schemas.openxmlformats.org/officeDocument/2006/relationships/image" Target="../media/image317.wmf"/><Relationship Id="rId4" Type="http://schemas.openxmlformats.org/officeDocument/2006/relationships/image" Target="../media/image31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3" Type="http://schemas.openxmlformats.org/officeDocument/2006/relationships/image" Target="../media/image320.wmf"/><Relationship Id="rId7" Type="http://schemas.openxmlformats.org/officeDocument/2006/relationships/image" Target="../media/image324.wmf"/><Relationship Id="rId2" Type="http://schemas.openxmlformats.org/officeDocument/2006/relationships/image" Target="../media/image319.wmf"/><Relationship Id="rId1" Type="http://schemas.openxmlformats.org/officeDocument/2006/relationships/image" Target="../media/image318.wmf"/><Relationship Id="rId6" Type="http://schemas.openxmlformats.org/officeDocument/2006/relationships/image" Target="../media/image323.wmf"/><Relationship Id="rId11" Type="http://schemas.openxmlformats.org/officeDocument/2006/relationships/image" Target="../media/image328.wmf"/><Relationship Id="rId5" Type="http://schemas.openxmlformats.org/officeDocument/2006/relationships/image" Target="../media/image322.wmf"/><Relationship Id="rId10" Type="http://schemas.openxmlformats.org/officeDocument/2006/relationships/image" Target="../media/image327.wmf"/><Relationship Id="rId4" Type="http://schemas.openxmlformats.org/officeDocument/2006/relationships/image" Target="../media/image321.wmf"/><Relationship Id="rId9" Type="http://schemas.openxmlformats.org/officeDocument/2006/relationships/image" Target="../media/image326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13" Type="http://schemas.openxmlformats.org/officeDocument/2006/relationships/image" Target="../media/image341.wmf"/><Relationship Id="rId3" Type="http://schemas.openxmlformats.org/officeDocument/2006/relationships/image" Target="../media/image331.wmf"/><Relationship Id="rId7" Type="http://schemas.openxmlformats.org/officeDocument/2006/relationships/image" Target="../media/image335.wmf"/><Relationship Id="rId12" Type="http://schemas.openxmlformats.org/officeDocument/2006/relationships/image" Target="../media/image340.wmf"/><Relationship Id="rId2" Type="http://schemas.openxmlformats.org/officeDocument/2006/relationships/image" Target="../media/image330.wmf"/><Relationship Id="rId1" Type="http://schemas.openxmlformats.org/officeDocument/2006/relationships/image" Target="../media/image329.wmf"/><Relationship Id="rId6" Type="http://schemas.openxmlformats.org/officeDocument/2006/relationships/image" Target="../media/image334.wmf"/><Relationship Id="rId11" Type="http://schemas.openxmlformats.org/officeDocument/2006/relationships/image" Target="../media/image339.wmf"/><Relationship Id="rId5" Type="http://schemas.openxmlformats.org/officeDocument/2006/relationships/image" Target="../media/image333.wmf"/><Relationship Id="rId10" Type="http://schemas.openxmlformats.org/officeDocument/2006/relationships/image" Target="../media/image338.wmf"/><Relationship Id="rId4" Type="http://schemas.openxmlformats.org/officeDocument/2006/relationships/image" Target="../media/image332.wmf"/><Relationship Id="rId9" Type="http://schemas.openxmlformats.org/officeDocument/2006/relationships/image" Target="../media/image337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wmf"/><Relationship Id="rId3" Type="http://schemas.openxmlformats.org/officeDocument/2006/relationships/image" Target="../media/image331.wmf"/><Relationship Id="rId7" Type="http://schemas.openxmlformats.org/officeDocument/2006/relationships/image" Target="../media/image335.wmf"/><Relationship Id="rId2" Type="http://schemas.openxmlformats.org/officeDocument/2006/relationships/image" Target="../media/image330.wmf"/><Relationship Id="rId1" Type="http://schemas.openxmlformats.org/officeDocument/2006/relationships/image" Target="../media/image329.wmf"/><Relationship Id="rId6" Type="http://schemas.openxmlformats.org/officeDocument/2006/relationships/image" Target="../media/image334.wmf"/><Relationship Id="rId5" Type="http://schemas.openxmlformats.org/officeDocument/2006/relationships/image" Target="../media/image333.wmf"/><Relationship Id="rId10" Type="http://schemas.openxmlformats.org/officeDocument/2006/relationships/image" Target="../media/image344.wmf"/><Relationship Id="rId4" Type="http://schemas.openxmlformats.org/officeDocument/2006/relationships/image" Target="../media/image332.wmf"/><Relationship Id="rId9" Type="http://schemas.openxmlformats.org/officeDocument/2006/relationships/image" Target="../media/image343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2.wmf"/><Relationship Id="rId13" Type="http://schemas.openxmlformats.org/officeDocument/2006/relationships/image" Target="../media/image357.wmf"/><Relationship Id="rId3" Type="http://schemas.openxmlformats.org/officeDocument/2006/relationships/image" Target="../media/image347.wmf"/><Relationship Id="rId7" Type="http://schemas.openxmlformats.org/officeDocument/2006/relationships/image" Target="../media/image351.wmf"/><Relationship Id="rId12" Type="http://schemas.openxmlformats.org/officeDocument/2006/relationships/image" Target="../media/image356.wmf"/><Relationship Id="rId2" Type="http://schemas.openxmlformats.org/officeDocument/2006/relationships/image" Target="../media/image346.wmf"/><Relationship Id="rId1" Type="http://schemas.openxmlformats.org/officeDocument/2006/relationships/image" Target="../media/image345.emf"/><Relationship Id="rId6" Type="http://schemas.openxmlformats.org/officeDocument/2006/relationships/image" Target="../media/image350.wmf"/><Relationship Id="rId11" Type="http://schemas.openxmlformats.org/officeDocument/2006/relationships/image" Target="../media/image355.wmf"/><Relationship Id="rId5" Type="http://schemas.openxmlformats.org/officeDocument/2006/relationships/image" Target="../media/image349.wmf"/><Relationship Id="rId10" Type="http://schemas.openxmlformats.org/officeDocument/2006/relationships/image" Target="../media/image354.wmf"/><Relationship Id="rId4" Type="http://schemas.openxmlformats.org/officeDocument/2006/relationships/image" Target="../media/image348.wmf"/><Relationship Id="rId9" Type="http://schemas.openxmlformats.org/officeDocument/2006/relationships/image" Target="../media/image353.wmf"/><Relationship Id="rId14" Type="http://schemas.openxmlformats.org/officeDocument/2006/relationships/image" Target="../media/image35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wmf"/><Relationship Id="rId7" Type="http://schemas.openxmlformats.org/officeDocument/2006/relationships/image" Target="../media/image365.wmf"/><Relationship Id="rId2" Type="http://schemas.openxmlformats.org/officeDocument/2006/relationships/image" Target="../media/image360.wmf"/><Relationship Id="rId1" Type="http://schemas.openxmlformats.org/officeDocument/2006/relationships/image" Target="../media/image359.wmf"/><Relationship Id="rId6" Type="http://schemas.openxmlformats.org/officeDocument/2006/relationships/image" Target="../media/image364.wmf"/><Relationship Id="rId5" Type="http://schemas.openxmlformats.org/officeDocument/2006/relationships/image" Target="../media/image363.wmf"/><Relationship Id="rId4" Type="http://schemas.openxmlformats.org/officeDocument/2006/relationships/image" Target="../media/image362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3.wmf"/><Relationship Id="rId13" Type="http://schemas.openxmlformats.org/officeDocument/2006/relationships/image" Target="../media/image378.wmf"/><Relationship Id="rId3" Type="http://schemas.openxmlformats.org/officeDocument/2006/relationships/image" Target="../media/image368.wmf"/><Relationship Id="rId7" Type="http://schemas.openxmlformats.org/officeDocument/2006/relationships/image" Target="../media/image372.wmf"/><Relationship Id="rId12" Type="http://schemas.openxmlformats.org/officeDocument/2006/relationships/image" Target="../media/image377.wmf"/><Relationship Id="rId2" Type="http://schemas.openxmlformats.org/officeDocument/2006/relationships/image" Target="../media/image367.wmf"/><Relationship Id="rId1" Type="http://schemas.openxmlformats.org/officeDocument/2006/relationships/image" Target="../media/image366.wmf"/><Relationship Id="rId6" Type="http://schemas.openxmlformats.org/officeDocument/2006/relationships/image" Target="../media/image371.wmf"/><Relationship Id="rId11" Type="http://schemas.openxmlformats.org/officeDocument/2006/relationships/image" Target="../media/image376.wmf"/><Relationship Id="rId5" Type="http://schemas.openxmlformats.org/officeDocument/2006/relationships/image" Target="../media/image370.wmf"/><Relationship Id="rId10" Type="http://schemas.openxmlformats.org/officeDocument/2006/relationships/image" Target="../media/image375.wmf"/><Relationship Id="rId4" Type="http://schemas.openxmlformats.org/officeDocument/2006/relationships/image" Target="../media/image369.wmf"/><Relationship Id="rId9" Type="http://schemas.openxmlformats.org/officeDocument/2006/relationships/image" Target="../media/image37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1.wmf"/><Relationship Id="rId2" Type="http://schemas.openxmlformats.org/officeDocument/2006/relationships/image" Target="../media/image380.wmf"/><Relationship Id="rId1" Type="http://schemas.openxmlformats.org/officeDocument/2006/relationships/image" Target="../media/image379.wmf"/><Relationship Id="rId5" Type="http://schemas.openxmlformats.org/officeDocument/2006/relationships/image" Target="../media/image383.wmf"/><Relationship Id="rId4" Type="http://schemas.openxmlformats.org/officeDocument/2006/relationships/image" Target="../media/image382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wmf"/><Relationship Id="rId7" Type="http://schemas.openxmlformats.org/officeDocument/2006/relationships/image" Target="../media/image387.wmf"/><Relationship Id="rId2" Type="http://schemas.openxmlformats.org/officeDocument/2006/relationships/image" Target="../media/image385.wmf"/><Relationship Id="rId1" Type="http://schemas.openxmlformats.org/officeDocument/2006/relationships/image" Target="../media/image384.wmf"/><Relationship Id="rId6" Type="http://schemas.openxmlformats.org/officeDocument/2006/relationships/image" Target="../media/image322.wmf"/><Relationship Id="rId5" Type="http://schemas.openxmlformats.org/officeDocument/2006/relationships/image" Target="../media/image320.wmf"/><Relationship Id="rId4" Type="http://schemas.openxmlformats.org/officeDocument/2006/relationships/image" Target="../media/image319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wmf"/><Relationship Id="rId2" Type="http://schemas.openxmlformats.org/officeDocument/2006/relationships/image" Target="../media/image385.wmf"/><Relationship Id="rId1" Type="http://schemas.openxmlformats.org/officeDocument/2006/relationships/image" Target="../media/image388.wmf"/><Relationship Id="rId5" Type="http://schemas.openxmlformats.org/officeDocument/2006/relationships/image" Target="../media/image391.wmf"/><Relationship Id="rId4" Type="http://schemas.openxmlformats.org/officeDocument/2006/relationships/image" Target="../media/image39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E8F89-29AA-4207-80CE-A0FD27CD4EDB}" type="datetimeFigureOut">
              <a:rPr lang="zh-CN" altLang="en-US" smtClean="0"/>
              <a:pPr/>
              <a:t>2023/12/12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0A5FD3-C07C-45FB-B711-A2361F2688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541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088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301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846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481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984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298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994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666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414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478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383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0A5FD3-C07C-45FB-B711-A2361F268822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71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42D57E-9747-45C1-A8E1-D76F1D0171A2}"/>
              </a:ext>
            </a:extLst>
          </p:cNvPr>
          <p:cNvSpPr txBox="1"/>
          <p:nvPr userDrawn="1"/>
        </p:nvSpPr>
        <p:spPr>
          <a:xfrm>
            <a:off x="4788024" y="-10423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29">
            <a:extLst>
              <a:ext uri="{FF2B5EF4-FFF2-40B4-BE49-F238E27FC236}">
                <a16:creationId xmlns:a16="http://schemas.microsoft.com/office/drawing/2014/main" id="{8F9B2AD0-C102-499B-9155-8F6AE2715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926" y="-16751"/>
            <a:ext cx="5891546" cy="27384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7200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2023/12/12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8.bin"/><Relationship Id="rId26" Type="http://schemas.openxmlformats.org/officeDocument/2006/relationships/image" Target="../media/image14.jpe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8.wmf"/><Relationship Id="rId25" Type="http://schemas.openxmlformats.org/officeDocument/2006/relationships/image" Target="../media/image13.jpeg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24" Type="http://schemas.openxmlformats.org/officeDocument/2006/relationships/image" Target="../media/image12.jpeg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9.wmf"/><Relationship Id="rId18" Type="http://schemas.openxmlformats.org/officeDocument/2006/relationships/image" Target="../media/image14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5.bin"/><Relationship Id="rId17" Type="http://schemas.openxmlformats.org/officeDocument/2006/relationships/image" Target="../media/image22.jpe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.jpe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.wmf"/><Relationship Id="rId18" Type="http://schemas.openxmlformats.org/officeDocument/2006/relationships/oleObject" Target="../embeddings/oleObject21.bin"/><Relationship Id="rId26" Type="http://schemas.openxmlformats.org/officeDocument/2006/relationships/oleObject" Target="../embeddings/oleObject25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28.wmf"/><Relationship Id="rId34" Type="http://schemas.openxmlformats.org/officeDocument/2006/relationships/image" Target="../media/image35.jpeg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1.bin"/><Relationship Id="rId17" Type="http://schemas.openxmlformats.org/officeDocument/2006/relationships/image" Target="../media/image26.wmf"/><Relationship Id="rId25" Type="http://schemas.openxmlformats.org/officeDocument/2006/relationships/image" Target="../media/image30.wmf"/><Relationship Id="rId33" Type="http://schemas.openxmlformats.org/officeDocument/2006/relationships/image" Target="../media/image34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0.bin"/><Relationship Id="rId20" Type="http://schemas.openxmlformats.org/officeDocument/2006/relationships/oleObject" Target="../embeddings/oleObject22.bin"/><Relationship Id="rId29" Type="http://schemas.openxmlformats.org/officeDocument/2006/relationships/image" Target="../media/image32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10.wmf"/><Relationship Id="rId24" Type="http://schemas.openxmlformats.org/officeDocument/2006/relationships/oleObject" Target="../embeddings/oleObject24.bin"/><Relationship Id="rId32" Type="http://schemas.openxmlformats.org/officeDocument/2006/relationships/oleObject" Target="../embeddings/oleObject28.bin"/><Relationship Id="rId5" Type="http://schemas.openxmlformats.org/officeDocument/2006/relationships/image" Target="../media/image23.wmf"/><Relationship Id="rId15" Type="http://schemas.openxmlformats.org/officeDocument/2006/relationships/image" Target="../media/image3.wmf"/><Relationship Id="rId23" Type="http://schemas.openxmlformats.org/officeDocument/2006/relationships/image" Target="../media/image29.wmf"/><Relationship Id="rId28" Type="http://schemas.openxmlformats.org/officeDocument/2006/relationships/oleObject" Target="../embeddings/oleObject26.bin"/><Relationship Id="rId36" Type="http://schemas.openxmlformats.org/officeDocument/2006/relationships/image" Target="../media/image14.jpeg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27.wmf"/><Relationship Id="rId31" Type="http://schemas.openxmlformats.org/officeDocument/2006/relationships/image" Target="../media/image33.w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5.wmf"/><Relationship Id="rId14" Type="http://schemas.openxmlformats.org/officeDocument/2006/relationships/oleObject" Target="../embeddings/oleObject2.bin"/><Relationship Id="rId22" Type="http://schemas.openxmlformats.org/officeDocument/2006/relationships/oleObject" Target="../embeddings/oleObject23.bin"/><Relationship Id="rId27" Type="http://schemas.openxmlformats.org/officeDocument/2006/relationships/image" Target="../media/image31.wmf"/><Relationship Id="rId30" Type="http://schemas.openxmlformats.org/officeDocument/2006/relationships/oleObject" Target="../embeddings/oleObject27.bin"/><Relationship Id="rId35" Type="http://schemas.openxmlformats.org/officeDocument/2006/relationships/image" Target="../media/image36.jpeg"/><Relationship Id="rId8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4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9" Type="http://schemas.openxmlformats.org/officeDocument/2006/relationships/oleObject" Target="../embeddings/oleObject47.bin"/><Relationship Id="rId21" Type="http://schemas.openxmlformats.org/officeDocument/2006/relationships/oleObject" Target="../embeddings/oleObject38.bin"/><Relationship Id="rId34" Type="http://schemas.openxmlformats.org/officeDocument/2006/relationships/image" Target="../media/image52.wmf"/><Relationship Id="rId42" Type="http://schemas.openxmlformats.org/officeDocument/2006/relationships/image" Target="../media/image56.wmf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29" Type="http://schemas.openxmlformats.org/officeDocument/2006/relationships/oleObject" Target="../embeddings/oleObject42.bin"/><Relationship Id="rId41" Type="http://schemas.openxmlformats.org/officeDocument/2006/relationships/oleObject" Target="../embeddings/oleObject48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3.bin"/><Relationship Id="rId24" Type="http://schemas.openxmlformats.org/officeDocument/2006/relationships/image" Target="../media/image47.wmf"/><Relationship Id="rId32" Type="http://schemas.openxmlformats.org/officeDocument/2006/relationships/image" Target="../media/image51.wmf"/><Relationship Id="rId37" Type="http://schemas.openxmlformats.org/officeDocument/2006/relationships/oleObject" Target="../embeddings/oleObject46.bin"/><Relationship Id="rId40" Type="http://schemas.openxmlformats.org/officeDocument/2006/relationships/image" Target="../media/image55.wmf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5.bin"/><Relationship Id="rId23" Type="http://schemas.openxmlformats.org/officeDocument/2006/relationships/oleObject" Target="../embeddings/oleObject39.bin"/><Relationship Id="rId28" Type="http://schemas.openxmlformats.org/officeDocument/2006/relationships/image" Target="../media/image49.wmf"/><Relationship Id="rId36" Type="http://schemas.openxmlformats.org/officeDocument/2006/relationships/image" Target="../media/image53.wmf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37.bin"/><Relationship Id="rId31" Type="http://schemas.openxmlformats.org/officeDocument/2006/relationships/oleObject" Target="../embeddings/oleObject43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Relationship Id="rId27" Type="http://schemas.openxmlformats.org/officeDocument/2006/relationships/oleObject" Target="../embeddings/oleObject41.bin"/><Relationship Id="rId30" Type="http://schemas.openxmlformats.org/officeDocument/2006/relationships/image" Target="../media/image50.wmf"/><Relationship Id="rId35" Type="http://schemas.openxmlformats.org/officeDocument/2006/relationships/oleObject" Target="../embeddings/oleObject45.bin"/><Relationship Id="rId8" Type="http://schemas.openxmlformats.org/officeDocument/2006/relationships/image" Target="../media/image39.wmf"/><Relationship Id="rId3" Type="http://schemas.openxmlformats.org/officeDocument/2006/relationships/oleObject" Target="../embeddings/oleObject29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36.bin"/><Relationship Id="rId25" Type="http://schemas.openxmlformats.org/officeDocument/2006/relationships/oleObject" Target="../embeddings/oleObject40.bin"/><Relationship Id="rId33" Type="http://schemas.openxmlformats.org/officeDocument/2006/relationships/oleObject" Target="../embeddings/oleObject44.bin"/><Relationship Id="rId38" Type="http://schemas.openxmlformats.org/officeDocument/2006/relationships/image" Target="../media/image54.wmf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4.bin"/><Relationship Id="rId18" Type="http://schemas.openxmlformats.org/officeDocument/2006/relationships/image" Target="../media/image46.wmf"/><Relationship Id="rId26" Type="http://schemas.openxmlformats.org/officeDocument/2006/relationships/image" Target="../media/image67.wmf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7.bin"/><Relationship Id="rId34" Type="http://schemas.openxmlformats.org/officeDocument/2006/relationships/image" Target="../media/image71.wmf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38.bin"/><Relationship Id="rId25" Type="http://schemas.openxmlformats.org/officeDocument/2006/relationships/oleObject" Target="../embeddings/oleObject59.bin"/><Relationship Id="rId33" Type="http://schemas.openxmlformats.org/officeDocument/2006/relationships/oleObject" Target="../embeddings/oleObject6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63.wmf"/><Relationship Id="rId20" Type="http://schemas.openxmlformats.org/officeDocument/2006/relationships/image" Target="../media/image64.wmf"/><Relationship Id="rId29" Type="http://schemas.openxmlformats.org/officeDocument/2006/relationships/oleObject" Target="../embeddings/oleObject61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66.wmf"/><Relationship Id="rId32" Type="http://schemas.openxmlformats.org/officeDocument/2006/relationships/image" Target="../media/image70.wmf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8.bin"/><Relationship Id="rId28" Type="http://schemas.openxmlformats.org/officeDocument/2006/relationships/image" Target="../media/image68.wmf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56.bin"/><Relationship Id="rId31" Type="http://schemas.openxmlformats.org/officeDocument/2006/relationships/oleObject" Target="../embeddings/oleObject62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62.wmf"/><Relationship Id="rId22" Type="http://schemas.openxmlformats.org/officeDocument/2006/relationships/image" Target="../media/image65.wmf"/><Relationship Id="rId27" Type="http://schemas.openxmlformats.org/officeDocument/2006/relationships/oleObject" Target="../embeddings/oleObject60.bin"/><Relationship Id="rId30" Type="http://schemas.openxmlformats.org/officeDocument/2006/relationships/image" Target="../media/image69.wmf"/><Relationship Id="rId8" Type="http://schemas.openxmlformats.org/officeDocument/2006/relationships/image" Target="../media/image59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9.wmf"/><Relationship Id="rId26" Type="http://schemas.openxmlformats.org/officeDocument/2006/relationships/image" Target="../media/image46.wmf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86.wmf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29" Type="http://schemas.openxmlformats.org/officeDocument/2006/relationships/oleObject" Target="../embeddings/oleObject77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82.wmf"/><Relationship Id="rId32" Type="http://schemas.openxmlformats.org/officeDocument/2006/relationships/image" Target="../media/image85.wmf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83.wmf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84.wmf"/><Relationship Id="rId8" Type="http://schemas.openxmlformats.org/officeDocument/2006/relationships/image" Target="../media/image7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93.wmf"/><Relationship Id="rId26" Type="http://schemas.openxmlformats.org/officeDocument/2006/relationships/image" Target="../media/image97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86.bin"/><Relationship Id="rId25" Type="http://schemas.openxmlformats.org/officeDocument/2006/relationships/oleObject" Target="../embeddings/oleObject9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2.wmf"/><Relationship Id="rId20" Type="http://schemas.openxmlformats.org/officeDocument/2006/relationships/image" Target="../media/image94.wmf"/><Relationship Id="rId29" Type="http://schemas.openxmlformats.org/officeDocument/2006/relationships/oleObject" Target="../embeddings/oleObject92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96.wmf"/><Relationship Id="rId32" Type="http://schemas.openxmlformats.org/officeDocument/2006/relationships/image" Target="../media/image100.w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5.bin"/><Relationship Id="rId23" Type="http://schemas.openxmlformats.org/officeDocument/2006/relationships/oleObject" Target="../embeddings/oleObject89.bin"/><Relationship Id="rId28" Type="http://schemas.openxmlformats.org/officeDocument/2006/relationships/image" Target="../media/image98.wmf"/><Relationship Id="rId10" Type="http://schemas.openxmlformats.org/officeDocument/2006/relationships/image" Target="../media/image90.wmf"/><Relationship Id="rId19" Type="http://schemas.openxmlformats.org/officeDocument/2006/relationships/oleObject" Target="../embeddings/oleObject87.bin"/><Relationship Id="rId31" Type="http://schemas.openxmlformats.org/officeDocument/2006/relationships/oleObject" Target="../embeddings/oleObject93.bin"/><Relationship Id="rId4" Type="http://schemas.openxmlformats.org/officeDocument/2006/relationships/image" Target="../media/image87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46.wmf"/><Relationship Id="rId22" Type="http://schemas.openxmlformats.org/officeDocument/2006/relationships/image" Target="../media/image95.wmf"/><Relationship Id="rId27" Type="http://schemas.openxmlformats.org/officeDocument/2006/relationships/oleObject" Target="../embeddings/oleObject91.bin"/><Relationship Id="rId30" Type="http://schemas.openxmlformats.org/officeDocument/2006/relationships/image" Target="../media/image9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07.wmf"/><Relationship Id="rId26" Type="http://schemas.openxmlformats.org/officeDocument/2006/relationships/oleObject" Target="../embeddings/oleObject105.bin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2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05.wmf"/><Relationship Id="rId17" Type="http://schemas.openxmlformats.org/officeDocument/2006/relationships/oleObject" Target="../embeddings/oleObject100.bin"/><Relationship Id="rId25" Type="http://schemas.openxmlformats.org/officeDocument/2006/relationships/image" Target="../media/image110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73.wmf"/><Relationship Id="rId20" Type="http://schemas.openxmlformats.org/officeDocument/2006/relationships/image" Target="../media/image108.wmf"/><Relationship Id="rId29" Type="http://schemas.openxmlformats.org/officeDocument/2006/relationships/image" Target="../media/image112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102.wmf"/><Relationship Id="rId11" Type="http://schemas.openxmlformats.org/officeDocument/2006/relationships/oleObject" Target="../embeddings/oleObject98.bin"/><Relationship Id="rId24" Type="http://schemas.openxmlformats.org/officeDocument/2006/relationships/oleObject" Target="../embeddings/oleObject104.bin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65.bin"/><Relationship Id="rId23" Type="http://schemas.openxmlformats.org/officeDocument/2006/relationships/oleObject" Target="../embeddings/oleObject103.bin"/><Relationship Id="rId28" Type="http://schemas.openxmlformats.org/officeDocument/2006/relationships/oleObject" Target="../embeddings/oleObject106.bin"/><Relationship Id="rId10" Type="http://schemas.openxmlformats.org/officeDocument/2006/relationships/image" Target="../media/image104.wmf"/><Relationship Id="rId19" Type="http://schemas.openxmlformats.org/officeDocument/2006/relationships/oleObject" Target="../embeddings/oleObject101.bin"/><Relationship Id="rId31" Type="http://schemas.openxmlformats.org/officeDocument/2006/relationships/image" Target="../media/image113.wmf"/><Relationship Id="rId4" Type="http://schemas.openxmlformats.org/officeDocument/2006/relationships/image" Target="../media/image101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06.wmf"/><Relationship Id="rId22" Type="http://schemas.openxmlformats.org/officeDocument/2006/relationships/image" Target="../media/image109.wmf"/><Relationship Id="rId27" Type="http://schemas.openxmlformats.org/officeDocument/2006/relationships/image" Target="../media/image111.wmf"/><Relationship Id="rId30" Type="http://schemas.openxmlformats.org/officeDocument/2006/relationships/oleObject" Target="../embeddings/oleObject107.bin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2.bin"/><Relationship Id="rId18" Type="http://schemas.openxmlformats.org/officeDocument/2006/relationships/oleObject" Target="../embeddings/oleObject110.bin"/><Relationship Id="rId26" Type="http://schemas.openxmlformats.org/officeDocument/2006/relationships/oleObject" Target="../embeddings/oleObject114.bin"/><Relationship Id="rId3" Type="http://schemas.openxmlformats.org/officeDocument/2006/relationships/oleObject" Target="../embeddings/oleObject108.bin"/><Relationship Id="rId21" Type="http://schemas.openxmlformats.org/officeDocument/2006/relationships/image" Target="../media/image112.wmf"/><Relationship Id="rId34" Type="http://schemas.openxmlformats.org/officeDocument/2006/relationships/oleObject" Target="../embeddings/oleObject118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108.wmf"/><Relationship Id="rId17" Type="http://schemas.openxmlformats.org/officeDocument/2006/relationships/image" Target="../media/image110.wmf"/><Relationship Id="rId25" Type="http://schemas.openxmlformats.org/officeDocument/2006/relationships/image" Target="../media/image117.wmf"/><Relationship Id="rId33" Type="http://schemas.openxmlformats.org/officeDocument/2006/relationships/image" Target="../media/image12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04.bin"/><Relationship Id="rId20" Type="http://schemas.openxmlformats.org/officeDocument/2006/relationships/oleObject" Target="../embeddings/oleObject111.bin"/><Relationship Id="rId29" Type="http://schemas.openxmlformats.org/officeDocument/2006/relationships/image" Target="../media/image119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01.bin"/><Relationship Id="rId24" Type="http://schemas.openxmlformats.org/officeDocument/2006/relationships/oleObject" Target="../embeddings/oleObject113.bin"/><Relationship Id="rId32" Type="http://schemas.openxmlformats.org/officeDocument/2006/relationships/oleObject" Target="../embeddings/oleObject117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03.bin"/><Relationship Id="rId23" Type="http://schemas.openxmlformats.org/officeDocument/2006/relationships/image" Target="../media/image116.wmf"/><Relationship Id="rId28" Type="http://schemas.openxmlformats.org/officeDocument/2006/relationships/oleObject" Target="../embeddings/oleObject115.bin"/><Relationship Id="rId10" Type="http://schemas.openxmlformats.org/officeDocument/2006/relationships/image" Target="../media/image73.wmf"/><Relationship Id="rId19" Type="http://schemas.openxmlformats.org/officeDocument/2006/relationships/image" Target="../media/image111.wmf"/><Relationship Id="rId31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109.wmf"/><Relationship Id="rId22" Type="http://schemas.openxmlformats.org/officeDocument/2006/relationships/oleObject" Target="../embeddings/oleObject112.bin"/><Relationship Id="rId27" Type="http://schemas.openxmlformats.org/officeDocument/2006/relationships/image" Target="../media/image118.wmf"/><Relationship Id="rId30" Type="http://schemas.openxmlformats.org/officeDocument/2006/relationships/oleObject" Target="../embeddings/oleObject116.bin"/><Relationship Id="rId35" Type="http://schemas.openxmlformats.org/officeDocument/2006/relationships/image" Target="../media/image122.wmf"/><Relationship Id="rId8" Type="http://schemas.openxmlformats.org/officeDocument/2006/relationships/image" Target="../media/image106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46.wmf"/><Relationship Id="rId26" Type="http://schemas.openxmlformats.org/officeDocument/2006/relationships/oleObject" Target="../embeddings/oleObject130.bin"/><Relationship Id="rId3" Type="http://schemas.openxmlformats.org/officeDocument/2006/relationships/oleObject" Target="../embeddings/oleObject119.bin"/><Relationship Id="rId21" Type="http://schemas.openxmlformats.org/officeDocument/2006/relationships/oleObject" Target="../embeddings/oleObject127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75.bin"/><Relationship Id="rId25" Type="http://schemas.openxmlformats.org/officeDocument/2006/relationships/oleObject" Target="../embeddings/oleObject12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1.wmf"/><Relationship Id="rId20" Type="http://schemas.openxmlformats.org/officeDocument/2006/relationships/image" Target="../media/image128.wmf"/><Relationship Id="rId29" Type="http://schemas.openxmlformats.org/officeDocument/2006/relationships/oleObject" Target="../embeddings/oleObject132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130.wmf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8.bin"/><Relationship Id="rId28" Type="http://schemas.openxmlformats.org/officeDocument/2006/relationships/oleObject" Target="../embeddings/oleObject131.bin"/><Relationship Id="rId10" Type="http://schemas.openxmlformats.org/officeDocument/2006/relationships/image" Target="../media/image126.wmf"/><Relationship Id="rId19" Type="http://schemas.openxmlformats.org/officeDocument/2006/relationships/oleObject" Target="../embeddings/oleObject126.bin"/><Relationship Id="rId31" Type="http://schemas.openxmlformats.org/officeDocument/2006/relationships/image" Target="../media/image132.wmf"/><Relationship Id="rId4" Type="http://schemas.openxmlformats.org/officeDocument/2006/relationships/image" Target="../media/image123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90.wmf"/><Relationship Id="rId22" Type="http://schemas.openxmlformats.org/officeDocument/2006/relationships/image" Target="../media/image129.wmf"/><Relationship Id="rId27" Type="http://schemas.openxmlformats.org/officeDocument/2006/relationships/image" Target="../media/image131.wmf"/><Relationship Id="rId30" Type="http://schemas.openxmlformats.org/officeDocument/2006/relationships/oleObject" Target="../embeddings/oleObject133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40.wmf"/><Relationship Id="rId26" Type="http://schemas.openxmlformats.org/officeDocument/2006/relationships/image" Target="../media/image144.wmf"/><Relationship Id="rId21" Type="http://schemas.openxmlformats.org/officeDocument/2006/relationships/oleObject" Target="../embeddings/oleObject143.bin"/><Relationship Id="rId34" Type="http://schemas.openxmlformats.org/officeDocument/2006/relationships/image" Target="../media/image148.wmf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37.wmf"/><Relationship Id="rId17" Type="http://schemas.openxmlformats.org/officeDocument/2006/relationships/oleObject" Target="../embeddings/oleObject141.bin"/><Relationship Id="rId25" Type="http://schemas.openxmlformats.org/officeDocument/2006/relationships/oleObject" Target="../embeddings/oleObject145.bin"/><Relationship Id="rId33" Type="http://schemas.openxmlformats.org/officeDocument/2006/relationships/oleObject" Target="../embeddings/oleObject149.bin"/><Relationship Id="rId38" Type="http://schemas.openxmlformats.org/officeDocument/2006/relationships/image" Target="../media/image150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9.wmf"/><Relationship Id="rId20" Type="http://schemas.openxmlformats.org/officeDocument/2006/relationships/image" Target="../media/image141.wmf"/><Relationship Id="rId29" Type="http://schemas.openxmlformats.org/officeDocument/2006/relationships/oleObject" Target="../embeddings/oleObject147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38.bin"/><Relationship Id="rId24" Type="http://schemas.openxmlformats.org/officeDocument/2006/relationships/image" Target="../media/image143.wmf"/><Relationship Id="rId32" Type="http://schemas.openxmlformats.org/officeDocument/2006/relationships/image" Target="../media/image147.wmf"/><Relationship Id="rId37" Type="http://schemas.openxmlformats.org/officeDocument/2006/relationships/oleObject" Target="../embeddings/oleObject151.bin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23" Type="http://schemas.openxmlformats.org/officeDocument/2006/relationships/oleObject" Target="../embeddings/oleObject144.bin"/><Relationship Id="rId28" Type="http://schemas.openxmlformats.org/officeDocument/2006/relationships/image" Target="../media/image145.wmf"/><Relationship Id="rId36" Type="http://schemas.openxmlformats.org/officeDocument/2006/relationships/image" Target="../media/image149.wmf"/><Relationship Id="rId10" Type="http://schemas.openxmlformats.org/officeDocument/2006/relationships/image" Target="../media/image136.wmf"/><Relationship Id="rId19" Type="http://schemas.openxmlformats.org/officeDocument/2006/relationships/oleObject" Target="../embeddings/oleObject142.bin"/><Relationship Id="rId31" Type="http://schemas.openxmlformats.org/officeDocument/2006/relationships/oleObject" Target="../embeddings/oleObject148.bin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38.wmf"/><Relationship Id="rId22" Type="http://schemas.openxmlformats.org/officeDocument/2006/relationships/image" Target="../media/image142.wmf"/><Relationship Id="rId27" Type="http://schemas.openxmlformats.org/officeDocument/2006/relationships/oleObject" Target="../embeddings/oleObject146.bin"/><Relationship Id="rId30" Type="http://schemas.openxmlformats.org/officeDocument/2006/relationships/image" Target="../media/image146.wmf"/><Relationship Id="rId35" Type="http://schemas.openxmlformats.org/officeDocument/2006/relationships/oleObject" Target="../embeddings/oleObject150.bin"/><Relationship Id="rId8" Type="http://schemas.openxmlformats.org/officeDocument/2006/relationships/image" Target="../media/image135.wmf"/><Relationship Id="rId3" Type="http://schemas.openxmlformats.org/officeDocument/2006/relationships/oleObject" Target="../embeddings/oleObject13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13" Type="http://schemas.openxmlformats.org/officeDocument/2006/relationships/oleObject" Target="../embeddings/oleObject157.bin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55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52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56.wmf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40.wmf"/><Relationship Id="rId26" Type="http://schemas.openxmlformats.org/officeDocument/2006/relationships/image" Target="../media/image157.wmf"/><Relationship Id="rId39" Type="http://schemas.openxmlformats.org/officeDocument/2006/relationships/oleObject" Target="../embeddings/oleObject176.bin"/><Relationship Id="rId21" Type="http://schemas.openxmlformats.org/officeDocument/2006/relationships/oleObject" Target="../embeddings/oleObject167.bin"/><Relationship Id="rId34" Type="http://schemas.openxmlformats.org/officeDocument/2006/relationships/image" Target="../media/image161.wmf"/><Relationship Id="rId42" Type="http://schemas.openxmlformats.org/officeDocument/2006/relationships/image" Target="../media/image165.wmf"/><Relationship Id="rId7" Type="http://schemas.openxmlformats.org/officeDocument/2006/relationships/oleObject" Target="../embeddings/oleObject160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39.wmf"/><Relationship Id="rId20" Type="http://schemas.openxmlformats.org/officeDocument/2006/relationships/image" Target="../media/image141.wmf"/><Relationship Id="rId29" Type="http://schemas.openxmlformats.org/officeDocument/2006/relationships/oleObject" Target="../embeddings/oleObject171.bin"/><Relationship Id="rId41" Type="http://schemas.openxmlformats.org/officeDocument/2006/relationships/oleObject" Target="../embeddings/oleObject177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4.wmf"/><Relationship Id="rId11" Type="http://schemas.openxmlformats.org/officeDocument/2006/relationships/oleObject" Target="../embeddings/oleObject162.bin"/><Relationship Id="rId24" Type="http://schemas.openxmlformats.org/officeDocument/2006/relationships/image" Target="../media/image143.wmf"/><Relationship Id="rId32" Type="http://schemas.openxmlformats.org/officeDocument/2006/relationships/image" Target="../media/image160.wmf"/><Relationship Id="rId37" Type="http://schemas.openxmlformats.org/officeDocument/2006/relationships/oleObject" Target="../embeddings/oleObject175.bin"/><Relationship Id="rId40" Type="http://schemas.openxmlformats.org/officeDocument/2006/relationships/image" Target="../media/image164.wmf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23" Type="http://schemas.openxmlformats.org/officeDocument/2006/relationships/oleObject" Target="../embeddings/oleObject168.bin"/><Relationship Id="rId28" Type="http://schemas.openxmlformats.org/officeDocument/2006/relationships/image" Target="../media/image158.wmf"/><Relationship Id="rId36" Type="http://schemas.openxmlformats.org/officeDocument/2006/relationships/image" Target="../media/image162.wmf"/><Relationship Id="rId10" Type="http://schemas.openxmlformats.org/officeDocument/2006/relationships/image" Target="../media/image136.wmf"/><Relationship Id="rId19" Type="http://schemas.openxmlformats.org/officeDocument/2006/relationships/oleObject" Target="../embeddings/oleObject166.bin"/><Relationship Id="rId31" Type="http://schemas.openxmlformats.org/officeDocument/2006/relationships/oleObject" Target="../embeddings/oleObject172.bin"/><Relationship Id="rId4" Type="http://schemas.openxmlformats.org/officeDocument/2006/relationships/image" Target="../media/image133.w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38.wmf"/><Relationship Id="rId22" Type="http://schemas.openxmlformats.org/officeDocument/2006/relationships/image" Target="../media/image142.wmf"/><Relationship Id="rId27" Type="http://schemas.openxmlformats.org/officeDocument/2006/relationships/oleObject" Target="../embeddings/oleObject170.bin"/><Relationship Id="rId30" Type="http://schemas.openxmlformats.org/officeDocument/2006/relationships/image" Target="../media/image159.wmf"/><Relationship Id="rId35" Type="http://schemas.openxmlformats.org/officeDocument/2006/relationships/oleObject" Target="../embeddings/oleObject174.bin"/><Relationship Id="rId8" Type="http://schemas.openxmlformats.org/officeDocument/2006/relationships/image" Target="../media/image135.wmf"/><Relationship Id="rId3" Type="http://schemas.openxmlformats.org/officeDocument/2006/relationships/oleObject" Target="../embeddings/oleObject158.bin"/><Relationship Id="rId12" Type="http://schemas.openxmlformats.org/officeDocument/2006/relationships/image" Target="../media/image137.wmf"/><Relationship Id="rId17" Type="http://schemas.openxmlformats.org/officeDocument/2006/relationships/oleObject" Target="../embeddings/oleObject165.bin"/><Relationship Id="rId25" Type="http://schemas.openxmlformats.org/officeDocument/2006/relationships/oleObject" Target="../embeddings/oleObject169.bin"/><Relationship Id="rId33" Type="http://schemas.openxmlformats.org/officeDocument/2006/relationships/oleObject" Target="../embeddings/oleObject173.bin"/><Relationship Id="rId38" Type="http://schemas.openxmlformats.org/officeDocument/2006/relationships/image" Target="../media/image16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13" Type="http://schemas.openxmlformats.org/officeDocument/2006/relationships/image" Target="../media/image170.wmf"/><Relationship Id="rId18" Type="http://schemas.openxmlformats.org/officeDocument/2006/relationships/oleObject" Target="../embeddings/oleObject185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74.wmf"/><Relationship Id="rId7" Type="http://schemas.openxmlformats.org/officeDocument/2006/relationships/image" Target="../media/image167.wmf"/><Relationship Id="rId12" Type="http://schemas.openxmlformats.org/officeDocument/2006/relationships/oleObject" Target="../embeddings/oleObject182.bin"/><Relationship Id="rId17" Type="http://schemas.openxmlformats.org/officeDocument/2006/relationships/image" Target="../media/image172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84.bin"/><Relationship Id="rId20" Type="http://schemas.openxmlformats.org/officeDocument/2006/relationships/oleObject" Target="../embeddings/oleObject186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9.bin"/><Relationship Id="rId11" Type="http://schemas.openxmlformats.org/officeDocument/2006/relationships/image" Target="../media/image169.wmf"/><Relationship Id="rId5" Type="http://schemas.openxmlformats.org/officeDocument/2006/relationships/image" Target="../media/image166.wmf"/><Relationship Id="rId15" Type="http://schemas.openxmlformats.org/officeDocument/2006/relationships/image" Target="../media/image171.wmf"/><Relationship Id="rId23" Type="http://schemas.openxmlformats.org/officeDocument/2006/relationships/image" Target="../media/image175.wmf"/><Relationship Id="rId10" Type="http://schemas.openxmlformats.org/officeDocument/2006/relationships/oleObject" Target="../embeddings/oleObject181.bin"/><Relationship Id="rId19" Type="http://schemas.openxmlformats.org/officeDocument/2006/relationships/image" Target="../media/image173.wmf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168.wmf"/><Relationship Id="rId14" Type="http://schemas.openxmlformats.org/officeDocument/2006/relationships/oleObject" Target="../embeddings/oleObject183.bin"/><Relationship Id="rId22" Type="http://schemas.openxmlformats.org/officeDocument/2006/relationships/oleObject" Target="../embeddings/oleObject18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13" Type="http://schemas.openxmlformats.org/officeDocument/2006/relationships/oleObject" Target="../embeddings/oleObject193.bin"/><Relationship Id="rId18" Type="http://schemas.openxmlformats.org/officeDocument/2006/relationships/image" Target="../media/image183.wmf"/><Relationship Id="rId26" Type="http://schemas.openxmlformats.org/officeDocument/2006/relationships/image" Target="../media/image187.wmf"/><Relationship Id="rId3" Type="http://schemas.openxmlformats.org/officeDocument/2006/relationships/oleObject" Target="../embeddings/oleObject188.bin"/><Relationship Id="rId21" Type="http://schemas.openxmlformats.org/officeDocument/2006/relationships/oleObject" Target="../embeddings/oleObject197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180.wmf"/><Relationship Id="rId17" Type="http://schemas.openxmlformats.org/officeDocument/2006/relationships/oleObject" Target="../embeddings/oleObject195.bin"/><Relationship Id="rId25" Type="http://schemas.openxmlformats.org/officeDocument/2006/relationships/oleObject" Target="../embeddings/oleObject199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82.wmf"/><Relationship Id="rId20" Type="http://schemas.openxmlformats.org/officeDocument/2006/relationships/image" Target="../media/image184.wmf"/><Relationship Id="rId29" Type="http://schemas.openxmlformats.org/officeDocument/2006/relationships/oleObject" Target="../embeddings/oleObject20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92.bin"/><Relationship Id="rId24" Type="http://schemas.openxmlformats.org/officeDocument/2006/relationships/image" Target="../media/image186.wmf"/><Relationship Id="rId5" Type="http://schemas.openxmlformats.org/officeDocument/2006/relationships/oleObject" Target="../embeddings/oleObject189.bin"/><Relationship Id="rId15" Type="http://schemas.openxmlformats.org/officeDocument/2006/relationships/oleObject" Target="../embeddings/oleObject194.bin"/><Relationship Id="rId23" Type="http://schemas.openxmlformats.org/officeDocument/2006/relationships/oleObject" Target="../embeddings/oleObject198.bin"/><Relationship Id="rId28" Type="http://schemas.openxmlformats.org/officeDocument/2006/relationships/image" Target="../media/image188.wmf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196.bin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181.wmf"/><Relationship Id="rId22" Type="http://schemas.openxmlformats.org/officeDocument/2006/relationships/image" Target="../media/image185.wmf"/><Relationship Id="rId27" Type="http://schemas.openxmlformats.org/officeDocument/2006/relationships/oleObject" Target="../embeddings/oleObject200.bin"/><Relationship Id="rId30" Type="http://schemas.openxmlformats.org/officeDocument/2006/relationships/image" Target="../media/image18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209.bin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206.bin"/><Relationship Id="rId17" Type="http://schemas.openxmlformats.org/officeDocument/2006/relationships/image" Target="../media/image19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08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03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5" Type="http://schemas.openxmlformats.org/officeDocument/2006/relationships/image" Target="../media/image195.wmf"/><Relationship Id="rId10" Type="http://schemas.openxmlformats.org/officeDocument/2006/relationships/oleObject" Target="../embeddings/oleObject205.bin"/><Relationship Id="rId19" Type="http://schemas.openxmlformats.org/officeDocument/2006/relationships/image" Target="../media/image197.wmf"/><Relationship Id="rId4" Type="http://schemas.openxmlformats.org/officeDocument/2006/relationships/oleObject" Target="../embeddings/oleObject202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20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image" Target="../media/image201.wmf"/><Relationship Id="rId18" Type="http://schemas.openxmlformats.org/officeDocument/2006/relationships/oleObject" Target="../embeddings/oleObject215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213.bin"/><Relationship Id="rId17" Type="http://schemas.openxmlformats.org/officeDocument/2006/relationships/image" Target="../media/image46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5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1.bin"/><Relationship Id="rId11" Type="http://schemas.openxmlformats.org/officeDocument/2006/relationships/image" Target="../media/image200.wmf"/><Relationship Id="rId5" Type="http://schemas.openxmlformats.org/officeDocument/2006/relationships/image" Target="../media/image198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212.bin"/><Relationship Id="rId19" Type="http://schemas.openxmlformats.org/officeDocument/2006/relationships/image" Target="../media/image90.wmf"/><Relationship Id="rId4" Type="http://schemas.openxmlformats.org/officeDocument/2006/relationships/oleObject" Target="../embeddings/oleObject210.bin"/><Relationship Id="rId9" Type="http://schemas.openxmlformats.org/officeDocument/2006/relationships/image" Target="../media/image199.wmf"/><Relationship Id="rId14" Type="http://schemas.openxmlformats.org/officeDocument/2006/relationships/oleObject" Target="../embeddings/oleObject214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0.wmf"/><Relationship Id="rId18" Type="http://schemas.openxmlformats.org/officeDocument/2006/relationships/oleObject" Target="../embeddings/oleObject219.bin"/><Relationship Id="rId26" Type="http://schemas.openxmlformats.org/officeDocument/2006/relationships/oleObject" Target="../embeddings/oleObject221.bin"/><Relationship Id="rId39" Type="http://schemas.openxmlformats.org/officeDocument/2006/relationships/image" Target="../media/image210.wmf"/><Relationship Id="rId21" Type="http://schemas.openxmlformats.org/officeDocument/2006/relationships/image" Target="../media/image77.wmf"/><Relationship Id="rId34" Type="http://schemas.openxmlformats.org/officeDocument/2006/relationships/oleObject" Target="../embeddings/oleObject225.bin"/><Relationship Id="rId7" Type="http://schemas.openxmlformats.org/officeDocument/2006/relationships/image" Target="../media/image91.wmf"/><Relationship Id="rId12" Type="http://schemas.openxmlformats.org/officeDocument/2006/relationships/oleObject" Target="../embeddings/oleObject217.bin"/><Relationship Id="rId17" Type="http://schemas.openxmlformats.org/officeDocument/2006/relationships/image" Target="../media/image83.wmf"/><Relationship Id="rId25" Type="http://schemas.openxmlformats.org/officeDocument/2006/relationships/image" Target="../media/image203.wmf"/><Relationship Id="rId33" Type="http://schemas.openxmlformats.org/officeDocument/2006/relationships/image" Target="../media/image207.wmf"/><Relationship Id="rId38" Type="http://schemas.openxmlformats.org/officeDocument/2006/relationships/oleObject" Target="../embeddings/oleObject227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69.bin"/><Relationship Id="rId29" Type="http://schemas.openxmlformats.org/officeDocument/2006/relationships/image" Target="../media/image205.wmf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14.bin"/><Relationship Id="rId11" Type="http://schemas.openxmlformats.org/officeDocument/2006/relationships/image" Target="../media/image199.wmf"/><Relationship Id="rId24" Type="http://schemas.openxmlformats.org/officeDocument/2006/relationships/oleObject" Target="../embeddings/oleObject220.bin"/><Relationship Id="rId32" Type="http://schemas.openxmlformats.org/officeDocument/2006/relationships/oleObject" Target="../embeddings/oleObject224.bin"/><Relationship Id="rId37" Type="http://schemas.openxmlformats.org/officeDocument/2006/relationships/image" Target="../media/image209.wmf"/><Relationship Id="rId5" Type="http://schemas.openxmlformats.org/officeDocument/2006/relationships/image" Target="../media/image90.wmf"/><Relationship Id="rId15" Type="http://schemas.openxmlformats.org/officeDocument/2006/relationships/image" Target="../media/image201.wmf"/><Relationship Id="rId23" Type="http://schemas.openxmlformats.org/officeDocument/2006/relationships/image" Target="../media/image78.wmf"/><Relationship Id="rId28" Type="http://schemas.openxmlformats.org/officeDocument/2006/relationships/oleObject" Target="../embeddings/oleObject222.bin"/><Relationship Id="rId36" Type="http://schemas.openxmlformats.org/officeDocument/2006/relationships/oleObject" Target="../embeddings/oleObject226.bin"/><Relationship Id="rId10" Type="http://schemas.openxmlformats.org/officeDocument/2006/relationships/oleObject" Target="../embeddings/oleObject216.bin"/><Relationship Id="rId19" Type="http://schemas.openxmlformats.org/officeDocument/2006/relationships/image" Target="../media/image202.wmf"/><Relationship Id="rId31" Type="http://schemas.openxmlformats.org/officeDocument/2006/relationships/image" Target="../media/image206.wmf"/><Relationship Id="rId4" Type="http://schemas.openxmlformats.org/officeDocument/2006/relationships/oleObject" Target="../embeddings/oleObject215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218.bin"/><Relationship Id="rId22" Type="http://schemas.openxmlformats.org/officeDocument/2006/relationships/oleObject" Target="../embeddings/oleObject70.bin"/><Relationship Id="rId27" Type="http://schemas.openxmlformats.org/officeDocument/2006/relationships/image" Target="../media/image204.wmf"/><Relationship Id="rId30" Type="http://schemas.openxmlformats.org/officeDocument/2006/relationships/oleObject" Target="../embeddings/oleObject223.bin"/><Relationship Id="rId35" Type="http://schemas.openxmlformats.org/officeDocument/2006/relationships/image" Target="../media/image208.wmf"/><Relationship Id="rId8" Type="http://schemas.openxmlformats.org/officeDocument/2006/relationships/oleObject" Target="../embeddings/oleObject75.bin"/><Relationship Id="rId3" Type="http://schemas.openxmlformats.org/officeDocument/2006/relationships/notesSlide" Target="../notesSlides/notesSlide7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3.bin"/><Relationship Id="rId18" Type="http://schemas.openxmlformats.org/officeDocument/2006/relationships/image" Target="../media/image218.wmf"/><Relationship Id="rId26" Type="http://schemas.openxmlformats.org/officeDocument/2006/relationships/image" Target="../media/image91.wmf"/><Relationship Id="rId21" Type="http://schemas.openxmlformats.org/officeDocument/2006/relationships/oleObject" Target="../embeddings/oleObject236.bin"/><Relationship Id="rId34" Type="http://schemas.openxmlformats.org/officeDocument/2006/relationships/oleObject" Target="../embeddings/oleObject219.bin"/><Relationship Id="rId7" Type="http://schemas.openxmlformats.org/officeDocument/2006/relationships/oleObject" Target="../embeddings/oleObject230.bin"/><Relationship Id="rId12" Type="http://schemas.openxmlformats.org/officeDocument/2006/relationships/image" Target="../media/image215.wmf"/><Relationship Id="rId17" Type="http://schemas.openxmlformats.org/officeDocument/2006/relationships/oleObject" Target="../embeddings/oleObject235.bin"/><Relationship Id="rId25" Type="http://schemas.openxmlformats.org/officeDocument/2006/relationships/oleObject" Target="../embeddings/oleObject214.bin"/><Relationship Id="rId33" Type="http://schemas.openxmlformats.org/officeDocument/2006/relationships/image" Target="../media/image83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17.wmf"/><Relationship Id="rId20" Type="http://schemas.openxmlformats.org/officeDocument/2006/relationships/image" Target="../media/image77.wmf"/><Relationship Id="rId29" Type="http://schemas.openxmlformats.org/officeDocument/2006/relationships/oleObject" Target="../embeddings/oleObject237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12.wmf"/><Relationship Id="rId11" Type="http://schemas.openxmlformats.org/officeDocument/2006/relationships/oleObject" Target="../embeddings/oleObject232.bin"/><Relationship Id="rId24" Type="http://schemas.openxmlformats.org/officeDocument/2006/relationships/image" Target="../media/image90.wmf"/><Relationship Id="rId32" Type="http://schemas.openxmlformats.org/officeDocument/2006/relationships/oleObject" Target="../embeddings/oleObject76.bin"/><Relationship Id="rId37" Type="http://schemas.openxmlformats.org/officeDocument/2006/relationships/image" Target="../media/image221.wmf"/><Relationship Id="rId5" Type="http://schemas.openxmlformats.org/officeDocument/2006/relationships/oleObject" Target="../embeddings/oleObject229.bin"/><Relationship Id="rId15" Type="http://schemas.openxmlformats.org/officeDocument/2006/relationships/oleObject" Target="../embeddings/oleObject234.bin"/><Relationship Id="rId23" Type="http://schemas.openxmlformats.org/officeDocument/2006/relationships/oleObject" Target="../embeddings/oleObject215.bin"/><Relationship Id="rId28" Type="http://schemas.openxmlformats.org/officeDocument/2006/relationships/image" Target="../media/image46.wmf"/><Relationship Id="rId36" Type="http://schemas.openxmlformats.org/officeDocument/2006/relationships/oleObject" Target="../embeddings/oleObject239.bin"/><Relationship Id="rId10" Type="http://schemas.openxmlformats.org/officeDocument/2006/relationships/image" Target="../media/image214.wmf"/><Relationship Id="rId19" Type="http://schemas.openxmlformats.org/officeDocument/2006/relationships/oleObject" Target="../embeddings/oleObject69.bin"/><Relationship Id="rId31" Type="http://schemas.openxmlformats.org/officeDocument/2006/relationships/oleObject" Target="../embeddings/oleObject238.bin"/><Relationship Id="rId4" Type="http://schemas.openxmlformats.org/officeDocument/2006/relationships/image" Target="../media/image211.wmf"/><Relationship Id="rId9" Type="http://schemas.openxmlformats.org/officeDocument/2006/relationships/oleObject" Target="../embeddings/oleObject231.bin"/><Relationship Id="rId14" Type="http://schemas.openxmlformats.org/officeDocument/2006/relationships/image" Target="../media/image216.wmf"/><Relationship Id="rId22" Type="http://schemas.openxmlformats.org/officeDocument/2006/relationships/image" Target="../media/image219.wmf"/><Relationship Id="rId27" Type="http://schemas.openxmlformats.org/officeDocument/2006/relationships/oleObject" Target="../embeddings/oleObject75.bin"/><Relationship Id="rId30" Type="http://schemas.openxmlformats.org/officeDocument/2006/relationships/image" Target="../media/image220.wmf"/><Relationship Id="rId35" Type="http://schemas.openxmlformats.org/officeDocument/2006/relationships/image" Target="../media/image202.wmf"/><Relationship Id="rId8" Type="http://schemas.openxmlformats.org/officeDocument/2006/relationships/image" Target="../media/image213.wmf"/><Relationship Id="rId3" Type="http://schemas.openxmlformats.org/officeDocument/2006/relationships/oleObject" Target="../embeddings/oleObject228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6.wmf"/><Relationship Id="rId18" Type="http://schemas.openxmlformats.org/officeDocument/2006/relationships/oleObject" Target="../embeddings/oleObject247.bin"/><Relationship Id="rId26" Type="http://schemas.openxmlformats.org/officeDocument/2006/relationships/oleObject" Target="../embeddings/oleObject251.bin"/><Relationship Id="rId39" Type="http://schemas.openxmlformats.org/officeDocument/2006/relationships/image" Target="../media/image239.wmf"/><Relationship Id="rId21" Type="http://schemas.openxmlformats.org/officeDocument/2006/relationships/image" Target="../media/image230.wmf"/><Relationship Id="rId34" Type="http://schemas.openxmlformats.org/officeDocument/2006/relationships/oleObject" Target="../embeddings/oleObject255.bin"/><Relationship Id="rId7" Type="http://schemas.openxmlformats.org/officeDocument/2006/relationships/image" Target="../media/image223.wmf"/><Relationship Id="rId12" Type="http://schemas.openxmlformats.org/officeDocument/2006/relationships/oleObject" Target="../embeddings/oleObject244.bin"/><Relationship Id="rId17" Type="http://schemas.openxmlformats.org/officeDocument/2006/relationships/image" Target="../media/image228.wmf"/><Relationship Id="rId25" Type="http://schemas.openxmlformats.org/officeDocument/2006/relationships/image" Target="../media/image232.wmf"/><Relationship Id="rId33" Type="http://schemas.openxmlformats.org/officeDocument/2006/relationships/image" Target="../media/image236.wmf"/><Relationship Id="rId38" Type="http://schemas.openxmlformats.org/officeDocument/2006/relationships/oleObject" Target="../embeddings/oleObject257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46.bin"/><Relationship Id="rId20" Type="http://schemas.openxmlformats.org/officeDocument/2006/relationships/oleObject" Target="../embeddings/oleObject248.bin"/><Relationship Id="rId29" Type="http://schemas.openxmlformats.org/officeDocument/2006/relationships/image" Target="../media/image234.wmf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41.bin"/><Relationship Id="rId11" Type="http://schemas.openxmlformats.org/officeDocument/2006/relationships/image" Target="../media/image225.wmf"/><Relationship Id="rId24" Type="http://schemas.openxmlformats.org/officeDocument/2006/relationships/oleObject" Target="../embeddings/oleObject250.bin"/><Relationship Id="rId32" Type="http://schemas.openxmlformats.org/officeDocument/2006/relationships/oleObject" Target="../embeddings/oleObject254.bin"/><Relationship Id="rId37" Type="http://schemas.openxmlformats.org/officeDocument/2006/relationships/image" Target="../media/image238.wmf"/><Relationship Id="rId5" Type="http://schemas.openxmlformats.org/officeDocument/2006/relationships/image" Target="../media/image222.wmf"/><Relationship Id="rId15" Type="http://schemas.openxmlformats.org/officeDocument/2006/relationships/image" Target="../media/image227.wmf"/><Relationship Id="rId23" Type="http://schemas.openxmlformats.org/officeDocument/2006/relationships/image" Target="../media/image231.wmf"/><Relationship Id="rId28" Type="http://schemas.openxmlformats.org/officeDocument/2006/relationships/oleObject" Target="../embeddings/oleObject252.bin"/><Relationship Id="rId36" Type="http://schemas.openxmlformats.org/officeDocument/2006/relationships/oleObject" Target="../embeddings/oleObject256.bin"/><Relationship Id="rId10" Type="http://schemas.openxmlformats.org/officeDocument/2006/relationships/oleObject" Target="../embeddings/oleObject243.bin"/><Relationship Id="rId19" Type="http://schemas.openxmlformats.org/officeDocument/2006/relationships/image" Target="../media/image229.wmf"/><Relationship Id="rId31" Type="http://schemas.openxmlformats.org/officeDocument/2006/relationships/image" Target="../media/image235.wmf"/><Relationship Id="rId4" Type="http://schemas.openxmlformats.org/officeDocument/2006/relationships/oleObject" Target="../embeddings/oleObject240.bin"/><Relationship Id="rId9" Type="http://schemas.openxmlformats.org/officeDocument/2006/relationships/image" Target="../media/image224.wmf"/><Relationship Id="rId14" Type="http://schemas.openxmlformats.org/officeDocument/2006/relationships/oleObject" Target="../embeddings/oleObject245.bin"/><Relationship Id="rId22" Type="http://schemas.openxmlformats.org/officeDocument/2006/relationships/oleObject" Target="../embeddings/oleObject249.bin"/><Relationship Id="rId27" Type="http://schemas.openxmlformats.org/officeDocument/2006/relationships/image" Target="../media/image233.wmf"/><Relationship Id="rId30" Type="http://schemas.openxmlformats.org/officeDocument/2006/relationships/oleObject" Target="../embeddings/oleObject253.bin"/><Relationship Id="rId35" Type="http://schemas.openxmlformats.org/officeDocument/2006/relationships/image" Target="../media/image237.wmf"/><Relationship Id="rId8" Type="http://schemas.openxmlformats.org/officeDocument/2006/relationships/oleObject" Target="../embeddings/oleObject242.bin"/><Relationship Id="rId3" Type="http://schemas.openxmlformats.org/officeDocument/2006/relationships/notesSlide" Target="../notesSlides/notesSlide8.xml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4.wmf"/><Relationship Id="rId18" Type="http://schemas.openxmlformats.org/officeDocument/2006/relationships/oleObject" Target="../embeddings/oleObject265.bin"/><Relationship Id="rId26" Type="http://schemas.openxmlformats.org/officeDocument/2006/relationships/oleObject" Target="../embeddings/oleObject269.bin"/><Relationship Id="rId39" Type="http://schemas.openxmlformats.org/officeDocument/2006/relationships/image" Target="../media/image257.wmf"/><Relationship Id="rId21" Type="http://schemas.openxmlformats.org/officeDocument/2006/relationships/image" Target="../media/image248.wmf"/><Relationship Id="rId34" Type="http://schemas.openxmlformats.org/officeDocument/2006/relationships/oleObject" Target="../embeddings/oleObject273.bin"/><Relationship Id="rId42" Type="http://schemas.openxmlformats.org/officeDocument/2006/relationships/oleObject" Target="../embeddings/oleObject277.bin"/><Relationship Id="rId47" Type="http://schemas.openxmlformats.org/officeDocument/2006/relationships/image" Target="../media/image261.wmf"/><Relationship Id="rId50" Type="http://schemas.openxmlformats.org/officeDocument/2006/relationships/oleObject" Target="../embeddings/oleObject281.bin"/><Relationship Id="rId7" Type="http://schemas.openxmlformats.org/officeDocument/2006/relationships/image" Target="../media/image241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64.bin"/><Relationship Id="rId29" Type="http://schemas.openxmlformats.org/officeDocument/2006/relationships/image" Target="../media/image252.wmf"/><Relationship Id="rId11" Type="http://schemas.openxmlformats.org/officeDocument/2006/relationships/image" Target="../media/image243.wmf"/><Relationship Id="rId24" Type="http://schemas.openxmlformats.org/officeDocument/2006/relationships/oleObject" Target="../embeddings/oleObject268.bin"/><Relationship Id="rId32" Type="http://schemas.openxmlformats.org/officeDocument/2006/relationships/oleObject" Target="../embeddings/oleObject272.bin"/><Relationship Id="rId37" Type="http://schemas.openxmlformats.org/officeDocument/2006/relationships/image" Target="../media/image256.wmf"/><Relationship Id="rId40" Type="http://schemas.openxmlformats.org/officeDocument/2006/relationships/oleObject" Target="../embeddings/oleObject276.bin"/><Relationship Id="rId45" Type="http://schemas.openxmlformats.org/officeDocument/2006/relationships/image" Target="../media/image260.wmf"/><Relationship Id="rId5" Type="http://schemas.openxmlformats.org/officeDocument/2006/relationships/image" Target="../media/image240.wmf"/><Relationship Id="rId15" Type="http://schemas.openxmlformats.org/officeDocument/2006/relationships/image" Target="../media/image245.wmf"/><Relationship Id="rId23" Type="http://schemas.openxmlformats.org/officeDocument/2006/relationships/image" Target="../media/image249.wmf"/><Relationship Id="rId28" Type="http://schemas.openxmlformats.org/officeDocument/2006/relationships/oleObject" Target="../embeddings/oleObject270.bin"/><Relationship Id="rId36" Type="http://schemas.openxmlformats.org/officeDocument/2006/relationships/oleObject" Target="../embeddings/oleObject274.bin"/><Relationship Id="rId49" Type="http://schemas.openxmlformats.org/officeDocument/2006/relationships/image" Target="../media/image262.wmf"/><Relationship Id="rId10" Type="http://schemas.openxmlformats.org/officeDocument/2006/relationships/oleObject" Target="../embeddings/oleObject261.bin"/><Relationship Id="rId19" Type="http://schemas.openxmlformats.org/officeDocument/2006/relationships/image" Target="../media/image247.wmf"/><Relationship Id="rId31" Type="http://schemas.openxmlformats.org/officeDocument/2006/relationships/image" Target="../media/image253.wmf"/><Relationship Id="rId44" Type="http://schemas.openxmlformats.org/officeDocument/2006/relationships/oleObject" Target="../embeddings/oleObject278.bin"/><Relationship Id="rId4" Type="http://schemas.openxmlformats.org/officeDocument/2006/relationships/oleObject" Target="../embeddings/oleObject258.bin"/><Relationship Id="rId9" Type="http://schemas.openxmlformats.org/officeDocument/2006/relationships/image" Target="../media/image242.wmf"/><Relationship Id="rId14" Type="http://schemas.openxmlformats.org/officeDocument/2006/relationships/oleObject" Target="../embeddings/oleObject263.bin"/><Relationship Id="rId22" Type="http://schemas.openxmlformats.org/officeDocument/2006/relationships/oleObject" Target="../embeddings/oleObject267.bin"/><Relationship Id="rId27" Type="http://schemas.openxmlformats.org/officeDocument/2006/relationships/image" Target="../media/image251.wmf"/><Relationship Id="rId30" Type="http://schemas.openxmlformats.org/officeDocument/2006/relationships/oleObject" Target="../embeddings/oleObject271.bin"/><Relationship Id="rId35" Type="http://schemas.openxmlformats.org/officeDocument/2006/relationships/image" Target="../media/image255.wmf"/><Relationship Id="rId43" Type="http://schemas.openxmlformats.org/officeDocument/2006/relationships/image" Target="../media/image259.wmf"/><Relationship Id="rId48" Type="http://schemas.openxmlformats.org/officeDocument/2006/relationships/oleObject" Target="../embeddings/oleObject280.bin"/><Relationship Id="rId8" Type="http://schemas.openxmlformats.org/officeDocument/2006/relationships/oleObject" Target="../embeddings/oleObject260.bin"/><Relationship Id="rId51" Type="http://schemas.openxmlformats.org/officeDocument/2006/relationships/image" Target="../media/image263.wmf"/><Relationship Id="rId3" Type="http://schemas.openxmlformats.org/officeDocument/2006/relationships/notesSlide" Target="../notesSlides/notesSlide9.xml"/><Relationship Id="rId12" Type="http://schemas.openxmlformats.org/officeDocument/2006/relationships/oleObject" Target="../embeddings/oleObject262.bin"/><Relationship Id="rId17" Type="http://schemas.openxmlformats.org/officeDocument/2006/relationships/image" Target="../media/image246.wmf"/><Relationship Id="rId25" Type="http://schemas.openxmlformats.org/officeDocument/2006/relationships/image" Target="../media/image250.wmf"/><Relationship Id="rId33" Type="http://schemas.openxmlformats.org/officeDocument/2006/relationships/image" Target="../media/image254.wmf"/><Relationship Id="rId38" Type="http://schemas.openxmlformats.org/officeDocument/2006/relationships/oleObject" Target="../embeddings/oleObject275.bin"/><Relationship Id="rId46" Type="http://schemas.openxmlformats.org/officeDocument/2006/relationships/oleObject" Target="../embeddings/oleObject279.bin"/><Relationship Id="rId20" Type="http://schemas.openxmlformats.org/officeDocument/2006/relationships/oleObject" Target="../embeddings/oleObject266.bin"/><Relationship Id="rId41" Type="http://schemas.openxmlformats.org/officeDocument/2006/relationships/image" Target="../media/image258.w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59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8.wmf"/><Relationship Id="rId18" Type="http://schemas.openxmlformats.org/officeDocument/2006/relationships/oleObject" Target="../embeddings/oleObject289.bin"/><Relationship Id="rId26" Type="http://schemas.openxmlformats.org/officeDocument/2006/relationships/oleObject" Target="../embeddings/oleObject293.bin"/><Relationship Id="rId39" Type="http://schemas.openxmlformats.org/officeDocument/2006/relationships/image" Target="../media/image281.wmf"/><Relationship Id="rId21" Type="http://schemas.openxmlformats.org/officeDocument/2006/relationships/image" Target="../media/image272.wmf"/><Relationship Id="rId34" Type="http://schemas.openxmlformats.org/officeDocument/2006/relationships/oleObject" Target="../embeddings/oleObject297.bin"/><Relationship Id="rId7" Type="http://schemas.openxmlformats.org/officeDocument/2006/relationships/image" Target="../media/image265.wmf"/><Relationship Id="rId12" Type="http://schemas.openxmlformats.org/officeDocument/2006/relationships/oleObject" Target="../embeddings/oleObject286.bin"/><Relationship Id="rId17" Type="http://schemas.openxmlformats.org/officeDocument/2006/relationships/image" Target="../media/image270.wmf"/><Relationship Id="rId25" Type="http://schemas.openxmlformats.org/officeDocument/2006/relationships/image" Target="../media/image274.wmf"/><Relationship Id="rId33" Type="http://schemas.openxmlformats.org/officeDocument/2006/relationships/image" Target="../media/image278.wmf"/><Relationship Id="rId38" Type="http://schemas.openxmlformats.org/officeDocument/2006/relationships/oleObject" Target="../embeddings/oleObject299.bin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88.bin"/><Relationship Id="rId20" Type="http://schemas.openxmlformats.org/officeDocument/2006/relationships/oleObject" Target="../embeddings/oleObject290.bin"/><Relationship Id="rId29" Type="http://schemas.openxmlformats.org/officeDocument/2006/relationships/image" Target="../media/image276.wmf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83.bin"/><Relationship Id="rId11" Type="http://schemas.openxmlformats.org/officeDocument/2006/relationships/image" Target="../media/image267.wmf"/><Relationship Id="rId24" Type="http://schemas.openxmlformats.org/officeDocument/2006/relationships/oleObject" Target="../embeddings/oleObject292.bin"/><Relationship Id="rId32" Type="http://schemas.openxmlformats.org/officeDocument/2006/relationships/oleObject" Target="../embeddings/oleObject296.bin"/><Relationship Id="rId37" Type="http://schemas.openxmlformats.org/officeDocument/2006/relationships/image" Target="../media/image280.wmf"/><Relationship Id="rId5" Type="http://schemas.openxmlformats.org/officeDocument/2006/relationships/image" Target="../media/image264.wmf"/><Relationship Id="rId15" Type="http://schemas.openxmlformats.org/officeDocument/2006/relationships/image" Target="../media/image269.wmf"/><Relationship Id="rId23" Type="http://schemas.openxmlformats.org/officeDocument/2006/relationships/image" Target="../media/image273.wmf"/><Relationship Id="rId28" Type="http://schemas.openxmlformats.org/officeDocument/2006/relationships/oleObject" Target="../embeddings/oleObject294.bin"/><Relationship Id="rId36" Type="http://schemas.openxmlformats.org/officeDocument/2006/relationships/oleObject" Target="../embeddings/oleObject298.bin"/><Relationship Id="rId10" Type="http://schemas.openxmlformats.org/officeDocument/2006/relationships/oleObject" Target="../embeddings/oleObject285.bin"/><Relationship Id="rId19" Type="http://schemas.openxmlformats.org/officeDocument/2006/relationships/image" Target="../media/image271.wmf"/><Relationship Id="rId31" Type="http://schemas.openxmlformats.org/officeDocument/2006/relationships/image" Target="../media/image277.wmf"/><Relationship Id="rId4" Type="http://schemas.openxmlformats.org/officeDocument/2006/relationships/oleObject" Target="../embeddings/oleObject282.bin"/><Relationship Id="rId9" Type="http://schemas.openxmlformats.org/officeDocument/2006/relationships/image" Target="../media/image266.wmf"/><Relationship Id="rId14" Type="http://schemas.openxmlformats.org/officeDocument/2006/relationships/oleObject" Target="../embeddings/oleObject287.bin"/><Relationship Id="rId22" Type="http://schemas.openxmlformats.org/officeDocument/2006/relationships/oleObject" Target="../embeddings/oleObject291.bin"/><Relationship Id="rId27" Type="http://schemas.openxmlformats.org/officeDocument/2006/relationships/image" Target="../media/image275.wmf"/><Relationship Id="rId30" Type="http://schemas.openxmlformats.org/officeDocument/2006/relationships/oleObject" Target="../embeddings/oleObject295.bin"/><Relationship Id="rId35" Type="http://schemas.openxmlformats.org/officeDocument/2006/relationships/image" Target="../media/image279.wmf"/><Relationship Id="rId8" Type="http://schemas.openxmlformats.org/officeDocument/2006/relationships/oleObject" Target="../embeddings/oleObject284.bin"/><Relationship Id="rId3" Type="http://schemas.openxmlformats.org/officeDocument/2006/relationships/notesSlide" Target="../notesSlides/notesSlide1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wmf"/><Relationship Id="rId13" Type="http://schemas.openxmlformats.org/officeDocument/2006/relationships/oleObject" Target="../embeddings/oleObject305.bin"/><Relationship Id="rId18" Type="http://schemas.openxmlformats.org/officeDocument/2006/relationships/image" Target="../media/image289.wmf"/><Relationship Id="rId3" Type="http://schemas.openxmlformats.org/officeDocument/2006/relationships/oleObject" Target="../embeddings/oleObject300.bin"/><Relationship Id="rId21" Type="http://schemas.openxmlformats.org/officeDocument/2006/relationships/oleObject" Target="../embeddings/oleObject309.bin"/><Relationship Id="rId7" Type="http://schemas.openxmlformats.org/officeDocument/2006/relationships/oleObject" Target="../embeddings/oleObject302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30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88.wmf"/><Relationship Id="rId20" Type="http://schemas.openxmlformats.org/officeDocument/2006/relationships/image" Target="../media/image29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83.wmf"/><Relationship Id="rId11" Type="http://schemas.openxmlformats.org/officeDocument/2006/relationships/oleObject" Target="../embeddings/oleObject304.bin"/><Relationship Id="rId24" Type="http://schemas.openxmlformats.org/officeDocument/2006/relationships/image" Target="../media/image292.wmf"/><Relationship Id="rId5" Type="http://schemas.openxmlformats.org/officeDocument/2006/relationships/oleObject" Target="../embeddings/oleObject301.bin"/><Relationship Id="rId15" Type="http://schemas.openxmlformats.org/officeDocument/2006/relationships/oleObject" Target="../embeddings/oleObject306.bin"/><Relationship Id="rId23" Type="http://schemas.openxmlformats.org/officeDocument/2006/relationships/oleObject" Target="../embeddings/oleObject310.bin"/><Relationship Id="rId10" Type="http://schemas.openxmlformats.org/officeDocument/2006/relationships/image" Target="../media/image285.wmf"/><Relationship Id="rId19" Type="http://schemas.openxmlformats.org/officeDocument/2006/relationships/oleObject" Target="../embeddings/oleObject308.bin"/><Relationship Id="rId4" Type="http://schemas.openxmlformats.org/officeDocument/2006/relationships/image" Target="../media/image282.wmf"/><Relationship Id="rId9" Type="http://schemas.openxmlformats.org/officeDocument/2006/relationships/oleObject" Target="../embeddings/oleObject303.bin"/><Relationship Id="rId14" Type="http://schemas.openxmlformats.org/officeDocument/2006/relationships/image" Target="../media/image287.wmf"/><Relationship Id="rId22" Type="http://schemas.openxmlformats.org/officeDocument/2006/relationships/image" Target="../media/image291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6.wmf"/><Relationship Id="rId18" Type="http://schemas.openxmlformats.org/officeDocument/2006/relationships/oleObject" Target="../embeddings/oleObject317.bin"/><Relationship Id="rId26" Type="http://schemas.openxmlformats.org/officeDocument/2006/relationships/oleObject" Target="../embeddings/oleObject321.bin"/><Relationship Id="rId39" Type="http://schemas.openxmlformats.org/officeDocument/2006/relationships/image" Target="../media/image309.wmf"/><Relationship Id="rId21" Type="http://schemas.openxmlformats.org/officeDocument/2006/relationships/image" Target="../media/image300.wmf"/><Relationship Id="rId34" Type="http://schemas.openxmlformats.org/officeDocument/2006/relationships/oleObject" Target="../embeddings/oleObject325.bin"/><Relationship Id="rId42" Type="http://schemas.openxmlformats.org/officeDocument/2006/relationships/oleObject" Target="../embeddings/oleObject329.bin"/><Relationship Id="rId7" Type="http://schemas.openxmlformats.org/officeDocument/2006/relationships/image" Target="../media/image29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316.bin"/><Relationship Id="rId29" Type="http://schemas.openxmlformats.org/officeDocument/2006/relationships/image" Target="../media/image304.wmf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311.bin"/><Relationship Id="rId11" Type="http://schemas.openxmlformats.org/officeDocument/2006/relationships/image" Target="../media/image295.wmf"/><Relationship Id="rId24" Type="http://schemas.openxmlformats.org/officeDocument/2006/relationships/oleObject" Target="../embeddings/oleObject320.bin"/><Relationship Id="rId32" Type="http://schemas.openxmlformats.org/officeDocument/2006/relationships/oleObject" Target="../embeddings/oleObject324.bin"/><Relationship Id="rId37" Type="http://schemas.openxmlformats.org/officeDocument/2006/relationships/image" Target="../media/image308.wmf"/><Relationship Id="rId40" Type="http://schemas.openxmlformats.org/officeDocument/2006/relationships/oleObject" Target="../embeddings/oleObject328.bin"/><Relationship Id="rId45" Type="http://schemas.openxmlformats.org/officeDocument/2006/relationships/image" Target="../media/image312.wmf"/><Relationship Id="rId5" Type="http://schemas.openxmlformats.org/officeDocument/2006/relationships/image" Target="../media/image266.wmf"/><Relationship Id="rId15" Type="http://schemas.openxmlformats.org/officeDocument/2006/relationships/image" Target="../media/image297.wmf"/><Relationship Id="rId23" Type="http://schemas.openxmlformats.org/officeDocument/2006/relationships/image" Target="../media/image301.wmf"/><Relationship Id="rId28" Type="http://schemas.openxmlformats.org/officeDocument/2006/relationships/oleObject" Target="../embeddings/oleObject322.bin"/><Relationship Id="rId36" Type="http://schemas.openxmlformats.org/officeDocument/2006/relationships/oleObject" Target="../embeddings/oleObject326.bin"/><Relationship Id="rId10" Type="http://schemas.openxmlformats.org/officeDocument/2006/relationships/oleObject" Target="../embeddings/oleObject313.bin"/><Relationship Id="rId19" Type="http://schemas.openxmlformats.org/officeDocument/2006/relationships/image" Target="../media/image299.wmf"/><Relationship Id="rId31" Type="http://schemas.openxmlformats.org/officeDocument/2006/relationships/image" Target="../media/image305.wmf"/><Relationship Id="rId44" Type="http://schemas.openxmlformats.org/officeDocument/2006/relationships/oleObject" Target="../embeddings/oleObject330.bin"/><Relationship Id="rId4" Type="http://schemas.openxmlformats.org/officeDocument/2006/relationships/oleObject" Target="../embeddings/oleObject284.bin"/><Relationship Id="rId9" Type="http://schemas.openxmlformats.org/officeDocument/2006/relationships/image" Target="../media/image294.wmf"/><Relationship Id="rId14" Type="http://schemas.openxmlformats.org/officeDocument/2006/relationships/oleObject" Target="../embeddings/oleObject315.bin"/><Relationship Id="rId22" Type="http://schemas.openxmlformats.org/officeDocument/2006/relationships/oleObject" Target="../embeddings/oleObject319.bin"/><Relationship Id="rId27" Type="http://schemas.openxmlformats.org/officeDocument/2006/relationships/image" Target="../media/image303.wmf"/><Relationship Id="rId30" Type="http://schemas.openxmlformats.org/officeDocument/2006/relationships/oleObject" Target="../embeddings/oleObject323.bin"/><Relationship Id="rId35" Type="http://schemas.openxmlformats.org/officeDocument/2006/relationships/image" Target="../media/image307.wmf"/><Relationship Id="rId43" Type="http://schemas.openxmlformats.org/officeDocument/2006/relationships/image" Target="../media/image311.wmf"/><Relationship Id="rId8" Type="http://schemas.openxmlformats.org/officeDocument/2006/relationships/oleObject" Target="../embeddings/oleObject312.bin"/><Relationship Id="rId3" Type="http://schemas.openxmlformats.org/officeDocument/2006/relationships/notesSlide" Target="../notesSlides/notesSlide11.xml"/><Relationship Id="rId12" Type="http://schemas.openxmlformats.org/officeDocument/2006/relationships/oleObject" Target="../embeddings/oleObject314.bin"/><Relationship Id="rId17" Type="http://schemas.openxmlformats.org/officeDocument/2006/relationships/image" Target="../media/image298.wmf"/><Relationship Id="rId25" Type="http://schemas.openxmlformats.org/officeDocument/2006/relationships/image" Target="../media/image302.wmf"/><Relationship Id="rId33" Type="http://schemas.openxmlformats.org/officeDocument/2006/relationships/image" Target="../media/image306.wmf"/><Relationship Id="rId38" Type="http://schemas.openxmlformats.org/officeDocument/2006/relationships/oleObject" Target="../embeddings/oleObject327.bin"/><Relationship Id="rId20" Type="http://schemas.openxmlformats.org/officeDocument/2006/relationships/oleObject" Target="../embeddings/oleObject318.bin"/><Relationship Id="rId41" Type="http://schemas.openxmlformats.org/officeDocument/2006/relationships/image" Target="../media/image31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5.wmf"/><Relationship Id="rId3" Type="http://schemas.openxmlformats.org/officeDocument/2006/relationships/oleObject" Target="../embeddings/oleObject331.bin"/><Relationship Id="rId7" Type="http://schemas.openxmlformats.org/officeDocument/2006/relationships/oleObject" Target="../embeddings/oleObject333.bin"/><Relationship Id="rId12" Type="http://schemas.openxmlformats.org/officeDocument/2006/relationships/image" Target="../media/image31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314.wmf"/><Relationship Id="rId11" Type="http://schemas.openxmlformats.org/officeDocument/2006/relationships/oleObject" Target="../embeddings/oleObject335.bin"/><Relationship Id="rId5" Type="http://schemas.openxmlformats.org/officeDocument/2006/relationships/oleObject" Target="../embeddings/oleObject332.bin"/><Relationship Id="rId10" Type="http://schemas.openxmlformats.org/officeDocument/2006/relationships/image" Target="../media/image316.wmf"/><Relationship Id="rId4" Type="http://schemas.openxmlformats.org/officeDocument/2006/relationships/image" Target="../media/image313.wmf"/><Relationship Id="rId9" Type="http://schemas.openxmlformats.org/officeDocument/2006/relationships/oleObject" Target="../embeddings/oleObject33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wmf"/><Relationship Id="rId13" Type="http://schemas.openxmlformats.org/officeDocument/2006/relationships/oleObject" Target="../embeddings/oleObject341.bin"/><Relationship Id="rId18" Type="http://schemas.openxmlformats.org/officeDocument/2006/relationships/image" Target="../media/image325.wmf"/><Relationship Id="rId3" Type="http://schemas.openxmlformats.org/officeDocument/2006/relationships/oleObject" Target="../embeddings/oleObject336.bin"/><Relationship Id="rId21" Type="http://schemas.openxmlformats.org/officeDocument/2006/relationships/oleObject" Target="../embeddings/oleObject345.bin"/><Relationship Id="rId7" Type="http://schemas.openxmlformats.org/officeDocument/2006/relationships/oleObject" Target="../embeddings/oleObject338.bin"/><Relationship Id="rId12" Type="http://schemas.openxmlformats.org/officeDocument/2006/relationships/image" Target="../media/image322.wmf"/><Relationship Id="rId17" Type="http://schemas.openxmlformats.org/officeDocument/2006/relationships/oleObject" Target="../embeddings/oleObject343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24.wmf"/><Relationship Id="rId20" Type="http://schemas.openxmlformats.org/officeDocument/2006/relationships/image" Target="../media/image326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319.wmf"/><Relationship Id="rId11" Type="http://schemas.openxmlformats.org/officeDocument/2006/relationships/oleObject" Target="../embeddings/oleObject340.bin"/><Relationship Id="rId24" Type="http://schemas.openxmlformats.org/officeDocument/2006/relationships/image" Target="../media/image328.wmf"/><Relationship Id="rId5" Type="http://schemas.openxmlformats.org/officeDocument/2006/relationships/oleObject" Target="../embeddings/oleObject337.bin"/><Relationship Id="rId15" Type="http://schemas.openxmlformats.org/officeDocument/2006/relationships/oleObject" Target="../embeddings/oleObject342.bin"/><Relationship Id="rId23" Type="http://schemas.openxmlformats.org/officeDocument/2006/relationships/oleObject" Target="../embeddings/oleObject346.bin"/><Relationship Id="rId10" Type="http://schemas.openxmlformats.org/officeDocument/2006/relationships/image" Target="../media/image321.wmf"/><Relationship Id="rId19" Type="http://schemas.openxmlformats.org/officeDocument/2006/relationships/oleObject" Target="../embeddings/oleObject344.bin"/><Relationship Id="rId4" Type="http://schemas.openxmlformats.org/officeDocument/2006/relationships/image" Target="../media/image318.wmf"/><Relationship Id="rId9" Type="http://schemas.openxmlformats.org/officeDocument/2006/relationships/oleObject" Target="../embeddings/oleObject339.bin"/><Relationship Id="rId14" Type="http://schemas.openxmlformats.org/officeDocument/2006/relationships/image" Target="../media/image323.wmf"/><Relationship Id="rId22" Type="http://schemas.openxmlformats.org/officeDocument/2006/relationships/image" Target="../media/image327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13" Type="http://schemas.openxmlformats.org/officeDocument/2006/relationships/oleObject" Target="../embeddings/oleObject352.bin"/><Relationship Id="rId18" Type="http://schemas.openxmlformats.org/officeDocument/2006/relationships/image" Target="../media/image336.wmf"/><Relationship Id="rId26" Type="http://schemas.openxmlformats.org/officeDocument/2006/relationships/image" Target="../media/image340.wmf"/><Relationship Id="rId3" Type="http://schemas.openxmlformats.org/officeDocument/2006/relationships/oleObject" Target="../embeddings/oleObject347.bin"/><Relationship Id="rId21" Type="http://schemas.openxmlformats.org/officeDocument/2006/relationships/oleObject" Target="../embeddings/oleObject356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33.wmf"/><Relationship Id="rId17" Type="http://schemas.openxmlformats.org/officeDocument/2006/relationships/oleObject" Target="../embeddings/oleObject354.bin"/><Relationship Id="rId25" Type="http://schemas.openxmlformats.org/officeDocument/2006/relationships/oleObject" Target="../embeddings/oleObject358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35.wmf"/><Relationship Id="rId20" Type="http://schemas.openxmlformats.org/officeDocument/2006/relationships/image" Target="../media/image337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330.wmf"/><Relationship Id="rId11" Type="http://schemas.openxmlformats.org/officeDocument/2006/relationships/oleObject" Target="../embeddings/oleObject351.bin"/><Relationship Id="rId24" Type="http://schemas.openxmlformats.org/officeDocument/2006/relationships/image" Target="../media/image339.wmf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23" Type="http://schemas.openxmlformats.org/officeDocument/2006/relationships/oleObject" Target="../embeddings/oleObject357.bin"/><Relationship Id="rId28" Type="http://schemas.openxmlformats.org/officeDocument/2006/relationships/image" Target="../media/image341.wmf"/><Relationship Id="rId10" Type="http://schemas.openxmlformats.org/officeDocument/2006/relationships/image" Target="../media/image332.wmf"/><Relationship Id="rId19" Type="http://schemas.openxmlformats.org/officeDocument/2006/relationships/oleObject" Target="../embeddings/oleObject355.bin"/><Relationship Id="rId4" Type="http://schemas.openxmlformats.org/officeDocument/2006/relationships/image" Target="../media/image329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34.wmf"/><Relationship Id="rId22" Type="http://schemas.openxmlformats.org/officeDocument/2006/relationships/image" Target="../media/image338.wmf"/><Relationship Id="rId27" Type="http://schemas.openxmlformats.org/officeDocument/2006/relationships/oleObject" Target="../embeddings/oleObject359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13" Type="http://schemas.openxmlformats.org/officeDocument/2006/relationships/oleObject" Target="../embeddings/oleObject365.bin"/><Relationship Id="rId18" Type="http://schemas.openxmlformats.org/officeDocument/2006/relationships/image" Target="../media/image342.wmf"/><Relationship Id="rId3" Type="http://schemas.openxmlformats.org/officeDocument/2006/relationships/oleObject" Target="../embeddings/oleObject360.bin"/><Relationship Id="rId21" Type="http://schemas.openxmlformats.org/officeDocument/2006/relationships/oleObject" Target="../embeddings/oleObject369.bin"/><Relationship Id="rId7" Type="http://schemas.openxmlformats.org/officeDocument/2006/relationships/oleObject" Target="../embeddings/oleObject362.bin"/><Relationship Id="rId12" Type="http://schemas.openxmlformats.org/officeDocument/2006/relationships/image" Target="../media/image333.wmf"/><Relationship Id="rId17" Type="http://schemas.openxmlformats.org/officeDocument/2006/relationships/oleObject" Target="../embeddings/oleObject367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35.wmf"/><Relationship Id="rId20" Type="http://schemas.openxmlformats.org/officeDocument/2006/relationships/image" Target="../media/image343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330.wmf"/><Relationship Id="rId11" Type="http://schemas.openxmlformats.org/officeDocument/2006/relationships/oleObject" Target="../embeddings/oleObject364.bin"/><Relationship Id="rId5" Type="http://schemas.openxmlformats.org/officeDocument/2006/relationships/oleObject" Target="../embeddings/oleObject361.bin"/><Relationship Id="rId15" Type="http://schemas.openxmlformats.org/officeDocument/2006/relationships/oleObject" Target="../embeddings/oleObject366.bin"/><Relationship Id="rId10" Type="http://schemas.openxmlformats.org/officeDocument/2006/relationships/image" Target="../media/image332.wmf"/><Relationship Id="rId19" Type="http://schemas.openxmlformats.org/officeDocument/2006/relationships/oleObject" Target="../embeddings/oleObject368.bin"/><Relationship Id="rId4" Type="http://schemas.openxmlformats.org/officeDocument/2006/relationships/image" Target="../media/image329.wmf"/><Relationship Id="rId9" Type="http://schemas.openxmlformats.org/officeDocument/2006/relationships/oleObject" Target="../embeddings/oleObject363.bin"/><Relationship Id="rId14" Type="http://schemas.openxmlformats.org/officeDocument/2006/relationships/image" Target="../media/image334.wmf"/><Relationship Id="rId22" Type="http://schemas.openxmlformats.org/officeDocument/2006/relationships/image" Target="../media/image34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13" Type="http://schemas.openxmlformats.org/officeDocument/2006/relationships/oleObject" Target="../embeddings/oleObject375.bin"/><Relationship Id="rId18" Type="http://schemas.openxmlformats.org/officeDocument/2006/relationships/image" Target="../media/image352.wmf"/><Relationship Id="rId26" Type="http://schemas.openxmlformats.org/officeDocument/2006/relationships/image" Target="../media/image356.wmf"/><Relationship Id="rId3" Type="http://schemas.openxmlformats.org/officeDocument/2006/relationships/oleObject" Target="../embeddings/oleObject370.bin"/><Relationship Id="rId21" Type="http://schemas.openxmlformats.org/officeDocument/2006/relationships/oleObject" Target="../embeddings/oleObject379.bin"/><Relationship Id="rId7" Type="http://schemas.openxmlformats.org/officeDocument/2006/relationships/oleObject" Target="../embeddings/oleObject372.bin"/><Relationship Id="rId12" Type="http://schemas.openxmlformats.org/officeDocument/2006/relationships/image" Target="../media/image349.wmf"/><Relationship Id="rId17" Type="http://schemas.openxmlformats.org/officeDocument/2006/relationships/oleObject" Target="../embeddings/oleObject377.bin"/><Relationship Id="rId25" Type="http://schemas.openxmlformats.org/officeDocument/2006/relationships/oleObject" Target="../embeddings/oleObject381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51.wmf"/><Relationship Id="rId20" Type="http://schemas.openxmlformats.org/officeDocument/2006/relationships/image" Target="../media/image353.wmf"/><Relationship Id="rId29" Type="http://schemas.openxmlformats.org/officeDocument/2006/relationships/oleObject" Target="../embeddings/oleObject383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46.wmf"/><Relationship Id="rId11" Type="http://schemas.openxmlformats.org/officeDocument/2006/relationships/oleObject" Target="../embeddings/oleObject374.bin"/><Relationship Id="rId24" Type="http://schemas.openxmlformats.org/officeDocument/2006/relationships/image" Target="../media/image355.wmf"/><Relationship Id="rId5" Type="http://schemas.openxmlformats.org/officeDocument/2006/relationships/oleObject" Target="../embeddings/oleObject371.bin"/><Relationship Id="rId15" Type="http://schemas.openxmlformats.org/officeDocument/2006/relationships/oleObject" Target="../embeddings/oleObject376.bin"/><Relationship Id="rId23" Type="http://schemas.openxmlformats.org/officeDocument/2006/relationships/oleObject" Target="../embeddings/oleObject380.bin"/><Relationship Id="rId28" Type="http://schemas.openxmlformats.org/officeDocument/2006/relationships/image" Target="../media/image357.wmf"/><Relationship Id="rId10" Type="http://schemas.openxmlformats.org/officeDocument/2006/relationships/image" Target="../media/image348.wmf"/><Relationship Id="rId19" Type="http://schemas.openxmlformats.org/officeDocument/2006/relationships/oleObject" Target="../embeddings/oleObject378.bin"/><Relationship Id="rId4" Type="http://schemas.openxmlformats.org/officeDocument/2006/relationships/image" Target="../media/image345.emf"/><Relationship Id="rId9" Type="http://schemas.openxmlformats.org/officeDocument/2006/relationships/oleObject" Target="../embeddings/oleObject373.bin"/><Relationship Id="rId14" Type="http://schemas.openxmlformats.org/officeDocument/2006/relationships/image" Target="../media/image350.wmf"/><Relationship Id="rId22" Type="http://schemas.openxmlformats.org/officeDocument/2006/relationships/image" Target="../media/image354.wmf"/><Relationship Id="rId27" Type="http://schemas.openxmlformats.org/officeDocument/2006/relationships/oleObject" Target="../embeddings/oleObject382.bin"/><Relationship Id="rId30" Type="http://schemas.openxmlformats.org/officeDocument/2006/relationships/image" Target="../media/image35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1.wmf"/><Relationship Id="rId13" Type="http://schemas.openxmlformats.org/officeDocument/2006/relationships/oleObject" Target="../embeddings/oleObject389.bin"/><Relationship Id="rId3" Type="http://schemas.openxmlformats.org/officeDocument/2006/relationships/oleObject" Target="../embeddings/oleObject384.bin"/><Relationship Id="rId7" Type="http://schemas.openxmlformats.org/officeDocument/2006/relationships/oleObject" Target="../embeddings/oleObject386.bin"/><Relationship Id="rId12" Type="http://schemas.openxmlformats.org/officeDocument/2006/relationships/image" Target="../media/image363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65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60.wmf"/><Relationship Id="rId11" Type="http://schemas.openxmlformats.org/officeDocument/2006/relationships/oleObject" Target="../embeddings/oleObject388.bin"/><Relationship Id="rId5" Type="http://schemas.openxmlformats.org/officeDocument/2006/relationships/oleObject" Target="../embeddings/oleObject385.bin"/><Relationship Id="rId15" Type="http://schemas.openxmlformats.org/officeDocument/2006/relationships/oleObject" Target="../embeddings/oleObject390.bin"/><Relationship Id="rId10" Type="http://schemas.openxmlformats.org/officeDocument/2006/relationships/image" Target="../media/image362.wmf"/><Relationship Id="rId4" Type="http://schemas.openxmlformats.org/officeDocument/2006/relationships/image" Target="../media/image359.wmf"/><Relationship Id="rId9" Type="http://schemas.openxmlformats.org/officeDocument/2006/relationships/oleObject" Target="../embeddings/oleObject387.bin"/><Relationship Id="rId14" Type="http://schemas.openxmlformats.org/officeDocument/2006/relationships/image" Target="../media/image364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wmf"/><Relationship Id="rId13" Type="http://schemas.openxmlformats.org/officeDocument/2006/relationships/oleObject" Target="../embeddings/oleObject396.bin"/><Relationship Id="rId18" Type="http://schemas.openxmlformats.org/officeDocument/2006/relationships/image" Target="../media/image373.wmf"/><Relationship Id="rId26" Type="http://schemas.openxmlformats.org/officeDocument/2006/relationships/image" Target="../media/image377.wmf"/><Relationship Id="rId3" Type="http://schemas.openxmlformats.org/officeDocument/2006/relationships/oleObject" Target="../embeddings/oleObject391.bin"/><Relationship Id="rId21" Type="http://schemas.openxmlformats.org/officeDocument/2006/relationships/oleObject" Target="../embeddings/oleObject400.bin"/><Relationship Id="rId7" Type="http://schemas.openxmlformats.org/officeDocument/2006/relationships/oleObject" Target="../embeddings/oleObject393.bin"/><Relationship Id="rId12" Type="http://schemas.openxmlformats.org/officeDocument/2006/relationships/image" Target="../media/image370.wmf"/><Relationship Id="rId17" Type="http://schemas.openxmlformats.org/officeDocument/2006/relationships/oleObject" Target="../embeddings/oleObject398.bin"/><Relationship Id="rId25" Type="http://schemas.openxmlformats.org/officeDocument/2006/relationships/oleObject" Target="../embeddings/oleObject402.bin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72.wmf"/><Relationship Id="rId20" Type="http://schemas.openxmlformats.org/officeDocument/2006/relationships/image" Target="../media/image374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67.wmf"/><Relationship Id="rId11" Type="http://schemas.openxmlformats.org/officeDocument/2006/relationships/oleObject" Target="../embeddings/oleObject395.bin"/><Relationship Id="rId24" Type="http://schemas.openxmlformats.org/officeDocument/2006/relationships/image" Target="../media/image376.wmf"/><Relationship Id="rId5" Type="http://schemas.openxmlformats.org/officeDocument/2006/relationships/oleObject" Target="../embeddings/oleObject392.bin"/><Relationship Id="rId15" Type="http://schemas.openxmlformats.org/officeDocument/2006/relationships/oleObject" Target="../embeddings/oleObject397.bin"/><Relationship Id="rId23" Type="http://schemas.openxmlformats.org/officeDocument/2006/relationships/oleObject" Target="../embeddings/oleObject401.bin"/><Relationship Id="rId28" Type="http://schemas.openxmlformats.org/officeDocument/2006/relationships/image" Target="../media/image378.wmf"/><Relationship Id="rId10" Type="http://schemas.openxmlformats.org/officeDocument/2006/relationships/image" Target="../media/image369.wmf"/><Relationship Id="rId19" Type="http://schemas.openxmlformats.org/officeDocument/2006/relationships/oleObject" Target="../embeddings/oleObject399.bin"/><Relationship Id="rId4" Type="http://schemas.openxmlformats.org/officeDocument/2006/relationships/image" Target="../media/image366.wmf"/><Relationship Id="rId9" Type="http://schemas.openxmlformats.org/officeDocument/2006/relationships/oleObject" Target="../embeddings/oleObject394.bin"/><Relationship Id="rId14" Type="http://schemas.openxmlformats.org/officeDocument/2006/relationships/image" Target="../media/image371.wmf"/><Relationship Id="rId22" Type="http://schemas.openxmlformats.org/officeDocument/2006/relationships/image" Target="../media/image375.wmf"/><Relationship Id="rId27" Type="http://schemas.openxmlformats.org/officeDocument/2006/relationships/oleObject" Target="../embeddings/oleObject40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1.wmf"/><Relationship Id="rId3" Type="http://schemas.openxmlformats.org/officeDocument/2006/relationships/oleObject" Target="../embeddings/oleObject404.bin"/><Relationship Id="rId7" Type="http://schemas.openxmlformats.org/officeDocument/2006/relationships/oleObject" Target="../embeddings/oleObject406.bin"/><Relationship Id="rId12" Type="http://schemas.openxmlformats.org/officeDocument/2006/relationships/image" Target="../media/image383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380.wmf"/><Relationship Id="rId11" Type="http://schemas.openxmlformats.org/officeDocument/2006/relationships/oleObject" Target="../embeddings/oleObject408.bin"/><Relationship Id="rId5" Type="http://schemas.openxmlformats.org/officeDocument/2006/relationships/oleObject" Target="../embeddings/oleObject405.bin"/><Relationship Id="rId10" Type="http://schemas.openxmlformats.org/officeDocument/2006/relationships/image" Target="../media/image382.wmf"/><Relationship Id="rId4" Type="http://schemas.openxmlformats.org/officeDocument/2006/relationships/image" Target="../media/image379.wmf"/><Relationship Id="rId9" Type="http://schemas.openxmlformats.org/officeDocument/2006/relationships/oleObject" Target="../embeddings/oleObject40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6.wmf"/><Relationship Id="rId13" Type="http://schemas.openxmlformats.org/officeDocument/2006/relationships/oleObject" Target="../embeddings/oleObject340.bin"/><Relationship Id="rId3" Type="http://schemas.openxmlformats.org/officeDocument/2006/relationships/oleObject" Target="../embeddings/oleObject409.bin"/><Relationship Id="rId7" Type="http://schemas.openxmlformats.org/officeDocument/2006/relationships/oleObject" Target="../embeddings/oleObject411.bin"/><Relationship Id="rId12" Type="http://schemas.openxmlformats.org/officeDocument/2006/relationships/image" Target="../media/image320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387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85.wmf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410.bin"/><Relationship Id="rId15" Type="http://schemas.openxmlformats.org/officeDocument/2006/relationships/oleObject" Target="../embeddings/oleObject412.bin"/><Relationship Id="rId10" Type="http://schemas.openxmlformats.org/officeDocument/2006/relationships/image" Target="../media/image319.wmf"/><Relationship Id="rId4" Type="http://schemas.openxmlformats.org/officeDocument/2006/relationships/image" Target="../media/image384.w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32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3" Type="http://schemas.openxmlformats.org/officeDocument/2006/relationships/oleObject" Target="../embeddings/oleObject413.bin"/><Relationship Id="rId7" Type="http://schemas.openxmlformats.org/officeDocument/2006/relationships/oleObject" Target="../embeddings/oleObject415.bin"/><Relationship Id="rId12" Type="http://schemas.openxmlformats.org/officeDocument/2006/relationships/image" Target="../media/image39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85.wmf"/><Relationship Id="rId11" Type="http://schemas.openxmlformats.org/officeDocument/2006/relationships/oleObject" Target="../embeddings/oleObject417.bin"/><Relationship Id="rId5" Type="http://schemas.openxmlformats.org/officeDocument/2006/relationships/oleObject" Target="../embeddings/oleObject414.bin"/><Relationship Id="rId10" Type="http://schemas.openxmlformats.org/officeDocument/2006/relationships/image" Target="../media/image390.wmf"/><Relationship Id="rId4" Type="http://schemas.openxmlformats.org/officeDocument/2006/relationships/image" Target="../media/image388.wmf"/><Relationship Id="rId9" Type="http://schemas.openxmlformats.org/officeDocument/2006/relationships/oleObject" Target="../embeddings/oleObject416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FCD6A1-EE06-42BC-B559-F57301A73647}"/>
              </a:ext>
            </a:extLst>
          </p:cNvPr>
          <p:cNvSpPr txBox="1">
            <a:spLocks/>
          </p:cNvSpPr>
          <p:nvPr/>
        </p:nvSpPr>
        <p:spPr>
          <a:xfrm>
            <a:off x="685800" y="843558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第六章  定积分的应用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4ABED41-7CB2-4A47-A5FC-AEBD72EC5364}"/>
              </a:ext>
            </a:extLst>
          </p:cNvPr>
          <p:cNvSpPr txBox="1">
            <a:spLocks/>
          </p:cNvSpPr>
          <p:nvPr/>
        </p:nvSpPr>
        <p:spPr>
          <a:xfrm>
            <a:off x="1475656" y="2319722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第二节  定积分在几何学上的应用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2216A6B3-1351-4193-805C-E14C74469B0F}"/>
              </a:ext>
            </a:extLst>
          </p:cNvPr>
          <p:cNvSpPr txBox="1">
            <a:spLocks/>
          </p:cNvSpPr>
          <p:nvPr/>
        </p:nvSpPr>
        <p:spPr>
          <a:xfrm>
            <a:off x="1463261" y="3579862"/>
            <a:ext cx="640080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微软雅黑" panose="020B0503020204020204" charset="-122"/>
              </a:rPr>
              <a:t>数学与统计学院  郭晓峰</a:t>
            </a:r>
          </a:p>
        </p:txBody>
      </p:sp>
    </p:spTree>
    <p:extLst>
      <p:ext uri="{BB962C8B-B14F-4D97-AF65-F5344CB8AC3E}">
        <p14:creationId xmlns:p14="http://schemas.microsoft.com/office/powerpoint/2010/main" val="247378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DC926F5-9587-4183-B0D6-1149AEEF4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42" y="-20538"/>
            <a:ext cx="9144000" cy="6100763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11FAE6E-EA5C-4A28-995A-8A12AA7C54DA}"/>
              </a:ext>
            </a:extLst>
          </p:cNvPr>
          <p:cNvSpPr txBox="1">
            <a:spLocks noChangeArrowheads="1"/>
          </p:cNvSpPr>
          <p:nvPr/>
        </p:nvSpPr>
        <p:spPr>
          <a:xfrm>
            <a:off x="1907704" y="2283718"/>
            <a:ext cx="3456384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三、求体积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4F76058-E54B-457E-B349-3244618E3594}"/>
              </a:ext>
            </a:extLst>
          </p:cNvPr>
          <p:cNvSpPr txBox="1">
            <a:spLocks noChangeArrowheads="1"/>
          </p:cNvSpPr>
          <p:nvPr/>
        </p:nvSpPr>
        <p:spPr>
          <a:xfrm>
            <a:off x="1907704" y="3147814"/>
            <a:ext cx="5673413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四、求表面积（补充）</a:t>
            </a:r>
          </a:p>
        </p:txBody>
      </p:sp>
    </p:spTree>
    <p:extLst>
      <p:ext uri="{BB962C8B-B14F-4D97-AF65-F5344CB8AC3E}">
        <p14:creationId xmlns:p14="http://schemas.microsoft.com/office/powerpoint/2010/main" val="97167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0AF748FA-46FF-4043-8970-BEEBF6294030}"/>
              </a:ext>
            </a:extLst>
          </p:cNvPr>
          <p:cNvSpPr/>
          <p:nvPr/>
        </p:nvSpPr>
        <p:spPr>
          <a:xfrm>
            <a:off x="2224957" y="2298642"/>
            <a:ext cx="3794539" cy="1435652"/>
          </a:xfrm>
          <a:custGeom>
            <a:avLst/>
            <a:gdLst>
              <a:gd name="connsiteX0" fmla="*/ 106017 w 3794539"/>
              <a:gd name="connsiteY0" fmla="*/ 362226 h 1435652"/>
              <a:gd name="connsiteX1" fmla="*/ 313634 w 3794539"/>
              <a:gd name="connsiteY1" fmla="*/ 238539 h 1435652"/>
              <a:gd name="connsiteX2" fmla="*/ 459408 w 3794539"/>
              <a:gd name="connsiteY2" fmla="*/ 159026 h 1435652"/>
              <a:gd name="connsiteX3" fmla="*/ 671443 w 3794539"/>
              <a:gd name="connsiteY3" fmla="*/ 70678 h 1435652"/>
              <a:gd name="connsiteX4" fmla="*/ 799547 w 3794539"/>
              <a:gd name="connsiteY4" fmla="*/ 66260 h 1435652"/>
              <a:gd name="connsiteX5" fmla="*/ 905565 w 3794539"/>
              <a:gd name="connsiteY5" fmla="*/ 83930 h 1435652"/>
              <a:gd name="connsiteX6" fmla="*/ 1016000 w 3794539"/>
              <a:gd name="connsiteY6" fmla="*/ 145774 h 1435652"/>
              <a:gd name="connsiteX7" fmla="*/ 1099930 w 3794539"/>
              <a:gd name="connsiteY7" fmla="*/ 225287 h 1435652"/>
              <a:gd name="connsiteX8" fmla="*/ 1188278 w 3794539"/>
              <a:gd name="connsiteY8" fmla="*/ 295965 h 1435652"/>
              <a:gd name="connsiteX9" fmla="*/ 1303130 w 3794539"/>
              <a:gd name="connsiteY9" fmla="*/ 366643 h 1435652"/>
              <a:gd name="connsiteX10" fmla="*/ 1382643 w 3794539"/>
              <a:gd name="connsiteY10" fmla="*/ 406400 h 1435652"/>
              <a:gd name="connsiteX11" fmla="*/ 1479826 w 3794539"/>
              <a:gd name="connsiteY11" fmla="*/ 424069 h 1435652"/>
              <a:gd name="connsiteX12" fmla="*/ 1559339 w 3794539"/>
              <a:gd name="connsiteY12" fmla="*/ 424069 h 1435652"/>
              <a:gd name="connsiteX13" fmla="*/ 1669773 w 3794539"/>
              <a:gd name="connsiteY13" fmla="*/ 419652 h 1435652"/>
              <a:gd name="connsiteX14" fmla="*/ 1762539 w 3794539"/>
              <a:gd name="connsiteY14" fmla="*/ 388730 h 1435652"/>
              <a:gd name="connsiteX15" fmla="*/ 1859721 w 3794539"/>
              <a:gd name="connsiteY15" fmla="*/ 362226 h 1435652"/>
              <a:gd name="connsiteX16" fmla="*/ 2080591 w 3794539"/>
              <a:gd name="connsiteY16" fmla="*/ 273878 h 1435652"/>
              <a:gd name="connsiteX17" fmla="*/ 2323547 w 3794539"/>
              <a:gd name="connsiteY17" fmla="*/ 181113 h 1435652"/>
              <a:gd name="connsiteX18" fmla="*/ 2504660 w 3794539"/>
              <a:gd name="connsiteY18" fmla="*/ 110434 h 1435652"/>
              <a:gd name="connsiteX19" fmla="*/ 2796208 w 3794539"/>
              <a:gd name="connsiteY19" fmla="*/ 30921 h 1435652"/>
              <a:gd name="connsiteX20" fmla="*/ 2919895 w 3794539"/>
              <a:gd name="connsiteY20" fmla="*/ 0 h 1435652"/>
              <a:gd name="connsiteX21" fmla="*/ 3030330 w 3794539"/>
              <a:gd name="connsiteY21" fmla="*/ 0 h 1435652"/>
              <a:gd name="connsiteX22" fmla="*/ 3180521 w 3794539"/>
              <a:gd name="connsiteY22" fmla="*/ 26504 h 1435652"/>
              <a:gd name="connsiteX23" fmla="*/ 3308626 w 3794539"/>
              <a:gd name="connsiteY23" fmla="*/ 83930 h 1435652"/>
              <a:gd name="connsiteX24" fmla="*/ 3427895 w 3794539"/>
              <a:gd name="connsiteY24" fmla="*/ 159026 h 1435652"/>
              <a:gd name="connsiteX25" fmla="*/ 3542747 w 3794539"/>
              <a:gd name="connsiteY25" fmla="*/ 273878 h 1435652"/>
              <a:gd name="connsiteX26" fmla="*/ 3679687 w 3794539"/>
              <a:gd name="connsiteY26" fmla="*/ 424069 h 1435652"/>
              <a:gd name="connsiteX27" fmla="*/ 3723860 w 3794539"/>
              <a:gd name="connsiteY27" fmla="*/ 463826 h 1435652"/>
              <a:gd name="connsiteX28" fmla="*/ 3772452 w 3794539"/>
              <a:gd name="connsiteY28" fmla="*/ 547756 h 1435652"/>
              <a:gd name="connsiteX29" fmla="*/ 3794539 w 3794539"/>
              <a:gd name="connsiteY29" fmla="*/ 653774 h 1435652"/>
              <a:gd name="connsiteX30" fmla="*/ 3794539 w 3794539"/>
              <a:gd name="connsiteY30" fmla="*/ 759791 h 1435652"/>
              <a:gd name="connsiteX31" fmla="*/ 3759200 w 3794539"/>
              <a:gd name="connsiteY31" fmla="*/ 892313 h 1435652"/>
              <a:gd name="connsiteX32" fmla="*/ 3719443 w 3794539"/>
              <a:gd name="connsiteY32" fmla="*/ 967408 h 1435652"/>
              <a:gd name="connsiteX33" fmla="*/ 3692939 w 3794539"/>
              <a:gd name="connsiteY33" fmla="*/ 989495 h 1435652"/>
              <a:gd name="connsiteX34" fmla="*/ 3662017 w 3794539"/>
              <a:gd name="connsiteY34" fmla="*/ 985078 h 1435652"/>
              <a:gd name="connsiteX35" fmla="*/ 3595756 w 3794539"/>
              <a:gd name="connsiteY35" fmla="*/ 1073426 h 1435652"/>
              <a:gd name="connsiteX36" fmla="*/ 3476487 w 3794539"/>
              <a:gd name="connsiteY36" fmla="*/ 1214782 h 1435652"/>
              <a:gd name="connsiteX37" fmla="*/ 3348382 w 3794539"/>
              <a:gd name="connsiteY37" fmla="*/ 1325217 h 1435652"/>
              <a:gd name="connsiteX38" fmla="*/ 3242365 w 3794539"/>
              <a:gd name="connsiteY38" fmla="*/ 1382643 h 1435652"/>
              <a:gd name="connsiteX39" fmla="*/ 3171687 w 3794539"/>
              <a:gd name="connsiteY39" fmla="*/ 1404730 h 1435652"/>
              <a:gd name="connsiteX40" fmla="*/ 3065669 w 3794539"/>
              <a:gd name="connsiteY40" fmla="*/ 1422400 h 1435652"/>
              <a:gd name="connsiteX41" fmla="*/ 2893391 w 3794539"/>
              <a:gd name="connsiteY41" fmla="*/ 1435652 h 1435652"/>
              <a:gd name="connsiteX42" fmla="*/ 2734365 w 3794539"/>
              <a:gd name="connsiteY42" fmla="*/ 1387060 h 1435652"/>
              <a:gd name="connsiteX43" fmla="*/ 2615095 w 3794539"/>
              <a:gd name="connsiteY43" fmla="*/ 1356139 h 1435652"/>
              <a:gd name="connsiteX44" fmla="*/ 2266121 w 3794539"/>
              <a:gd name="connsiteY44" fmla="*/ 1223617 h 1435652"/>
              <a:gd name="connsiteX45" fmla="*/ 1762539 w 3794539"/>
              <a:gd name="connsiteY45" fmla="*/ 1020417 h 1435652"/>
              <a:gd name="connsiteX46" fmla="*/ 1625600 w 3794539"/>
              <a:gd name="connsiteY46" fmla="*/ 993913 h 1435652"/>
              <a:gd name="connsiteX47" fmla="*/ 1519582 w 3794539"/>
              <a:gd name="connsiteY47" fmla="*/ 985078 h 1435652"/>
              <a:gd name="connsiteX48" fmla="*/ 1448904 w 3794539"/>
              <a:gd name="connsiteY48" fmla="*/ 989495 h 1435652"/>
              <a:gd name="connsiteX49" fmla="*/ 1360556 w 3794539"/>
              <a:gd name="connsiteY49" fmla="*/ 998330 h 1435652"/>
              <a:gd name="connsiteX50" fmla="*/ 1210365 w 3794539"/>
              <a:gd name="connsiteY50" fmla="*/ 1069008 h 1435652"/>
              <a:gd name="connsiteX51" fmla="*/ 1091095 w 3794539"/>
              <a:gd name="connsiteY51" fmla="*/ 1170608 h 1435652"/>
              <a:gd name="connsiteX52" fmla="*/ 932069 w 3794539"/>
              <a:gd name="connsiteY52" fmla="*/ 1303130 h 1435652"/>
              <a:gd name="connsiteX53" fmla="*/ 821634 w 3794539"/>
              <a:gd name="connsiteY53" fmla="*/ 1338469 h 1435652"/>
              <a:gd name="connsiteX54" fmla="*/ 689113 w 3794539"/>
              <a:gd name="connsiteY54" fmla="*/ 1338469 h 1435652"/>
              <a:gd name="connsiteX55" fmla="*/ 477078 w 3794539"/>
              <a:gd name="connsiteY55" fmla="*/ 1289878 h 1435652"/>
              <a:gd name="connsiteX56" fmla="*/ 260626 w 3794539"/>
              <a:gd name="connsiteY56" fmla="*/ 1175026 h 1435652"/>
              <a:gd name="connsiteX57" fmla="*/ 97182 w 3794539"/>
              <a:gd name="connsiteY57" fmla="*/ 1073426 h 1435652"/>
              <a:gd name="connsiteX58" fmla="*/ 22087 w 3794539"/>
              <a:gd name="connsiteY58" fmla="*/ 962991 h 1435652"/>
              <a:gd name="connsiteX59" fmla="*/ 4417 w 3794539"/>
              <a:gd name="connsiteY59" fmla="*/ 839304 h 1435652"/>
              <a:gd name="connsiteX60" fmla="*/ 0 w 3794539"/>
              <a:gd name="connsiteY60" fmla="*/ 746539 h 1435652"/>
              <a:gd name="connsiteX61" fmla="*/ 0 w 3794539"/>
              <a:gd name="connsiteY61" fmla="*/ 614017 h 1435652"/>
              <a:gd name="connsiteX62" fmla="*/ 39756 w 3794539"/>
              <a:gd name="connsiteY62" fmla="*/ 454991 h 1435652"/>
              <a:gd name="connsiteX63" fmla="*/ 48591 w 3794539"/>
              <a:gd name="connsiteY63" fmla="*/ 397565 h 1435652"/>
              <a:gd name="connsiteX64" fmla="*/ 106017 w 3794539"/>
              <a:gd name="connsiteY64" fmla="*/ 362226 h 143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3794539" h="1435652">
                <a:moveTo>
                  <a:pt x="106017" y="362226"/>
                </a:moveTo>
                <a:lnTo>
                  <a:pt x="313634" y="238539"/>
                </a:lnTo>
                <a:lnTo>
                  <a:pt x="459408" y="159026"/>
                </a:lnTo>
                <a:lnTo>
                  <a:pt x="671443" y="70678"/>
                </a:lnTo>
                <a:lnTo>
                  <a:pt x="799547" y="66260"/>
                </a:lnTo>
                <a:lnTo>
                  <a:pt x="905565" y="83930"/>
                </a:lnTo>
                <a:lnTo>
                  <a:pt x="1016000" y="145774"/>
                </a:lnTo>
                <a:lnTo>
                  <a:pt x="1099930" y="225287"/>
                </a:lnTo>
                <a:lnTo>
                  <a:pt x="1188278" y="295965"/>
                </a:lnTo>
                <a:lnTo>
                  <a:pt x="1303130" y="366643"/>
                </a:lnTo>
                <a:lnTo>
                  <a:pt x="1382643" y="406400"/>
                </a:lnTo>
                <a:lnTo>
                  <a:pt x="1479826" y="424069"/>
                </a:lnTo>
                <a:lnTo>
                  <a:pt x="1559339" y="424069"/>
                </a:lnTo>
                <a:lnTo>
                  <a:pt x="1669773" y="419652"/>
                </a:lnTo>
                <a:lnTo>
                  <a:pt x="1762539" y="388730"/>
                </a:lnTo>
                <a:lnTo>
                  <a:pt x="1859721" y="362226"/>
                </a:lnTo>
                <a:lnTo>
                  <a:pt x="2080591" y="273878"/>
                </a:lnTo>
                <a:lnTo>
                  <a:pt x="2323547" y="181113"/>
                </a:lnTo>
                <a:lnTo>
                  <a:pt x="2504660" y="110434"/>
                </a:lnTo>
                <a:lnTo>
                  <a:pt x="2796208" y="30921"/>
                </a:lnTo>
                <a:lnTo>
                  <a:pt x="2919895" y="0"/>
                </a:lnTo>
                <a:lnTo>
                  <a:pt x="3030330" y="0"/>
                </a:lnTo>
                <a:lnTo>
                  <a:pt x="3180521" y="26504"/>
                </a:lnTo>
                <a:lnTo>
                  <a:pt x="3308626" y="83930"/>
                </a:lnTo>
                <a:lnTo>
                  <a:pt x="3427895" y="159026"/>
                </a:lnTo>
                <a:lnTo>
                  <a:pt x="3542747" y="273878"/>
                </a:lnTo>
                <a:lnTo>
                  <a:pt x="3679687" y="424069"/>
                </a:lnTo>
                <a:lnTo>
                  <a:pt x="3723860" y="463826"/>
                </a:lnTo>
                <a:lnTo>
                  <a:pt x="3772452" y="547756"/>
                </a:lnTo>
                <a:lnTo>
                  <a:pt x="3794539" y="653774"/>
                </a:lnTo>
                <a:lnTo>
                  <a:pt x="3794539" y="759791"/>
                </a:lnTo>
                <a:lnTo>
                  <a:pt x="3759200" y="892313"/>
                </a:lnTo>
                <a:lnTo>
                  <a:pt x="3719443" y="967408"/>
                </a:lnTo>
                <a:lnTo>
                  <a:pt x="3692939" y="989495"/>
                </a:lnTo>
                <a:lnTo>
                  <a:pt x="3662017" y="985078"/>
                </a:lnTo>
                <a:lnTo>
                  <a:pt x="3595756" y="1073426"/>
                </a:lnTo>
                <a:lnTo>
                  <a:pt x="3476487" y="1214782"/>
                </a:lnTo>
                <a:lnTo>
                  <a:pt x="3348382" y="1325217"/>
                </a:lnTo>
                <a:lnTo>
                  <a:pt x="3242365" y="1382643"/>
                </a:lnTo>
                <a:lnTo>
                  <a:pt x="3171687" y="1404730"/>
                </a:lnTo>
                <a:lnTo>
                  <a:pt x="3065669" y="1422400"/>
                </a:lnTo>
                <a:lnTo>
                  <a:pt x="2893391" y="1435652"/>
                </a:lnTo>
                <a:lnTo>
                  <a:pt x="2734365" y="1387060"/>
                </a:lnTo>
                <a:lnTo>
                  <a:pt x="2615095" y="1356139"/>
                </a:lnTo>
                <a:lnTo>
                  <a:pt x="2266121" y="1223617"/>
                </a:lnTo>
                <a:lnTo>
                  <a:pt x="1762539" y="1020417"/>
                </a:lnTo>
                <a:lnTo>
                  <a:pt x="1625600" y="993913"/>
                </a:lnTo>
                <a:lnTo>
                  <a:pt x="1519582" y="985078"/>
                </a:lnTo>
                <a:lnTo>
                  <a:pt x="1448904" y="989495"/>
                </a:lnTo>
                <a:lnTo>
                  <a:pt x="1360556" y="998330"/>
                </a:lnTo>
                <a:lnTo>
                  <a:pt x="1210365" y="1069008"/>
                </a:lnTo>
                <a:lnTo>
                  <a:pt x="1091095" y="1170608"/>
                </a:lnTo>
                <a:lnTo>
                  <a:pt x="932069" y="1303130"/>
                </a:lnTo>
                <a:lnTo>
                  <a:pt x="821634" y="1338469"/>
                </a:lnTo>
                <a:lnTo>
                  <a:pt x="689113" y="1338469"/>
                </a:lnTo>
                <a:lnTo>
                  <a:pt x="477078" y="1289878"/>
                </a:lnTo>
                <a:lnTo>
                  <a:pt x="260626" y="1175026"/>
                </a:lnTo>
                <a:lnTo>
                  <a:pt x="97182" y="1073426"/>
                </a:lnTo>
                <a:lnTo>
                  <a:pt x="22087" y="962991"/>
                </a:lnTo>
                <a:lnTo>
                  <a:pt x="4417" y="839304"/>
                </a:lnTo>
                <a:lnTo>
                  <a:pt x="0" y="746539"/>
                </a:lnTo>
                <a:lnTo>
                  <a:pt x="0" y="614017"/>
                </a:lnTo>
                <a:lnTo>
                  <a:pt x="39756" y="454991"/>
                </a:lnTo>
                <a:lnTo>
                  <a:pt x="48591" y="397565"/>
                </a:lnTo>
                <a:lnTo>
                  <a:pt x="106017" y="362226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5B92039-3140-4BC9-86A0-F7FB5F458E22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95486"/>
            <a:ext cx="3138488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三、求体积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50B2D44-F421-428C-AD96-20F8A924204E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769387"/>
            <a:ext cx="5472608" cy="400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1.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求平行截面面积为已知的立体体积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2D65237E-1DA1-49C7-864B-2C2DDE98B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710" y="1827734"/>
            <a:ext cx="1922899" cy="453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求立体体积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E0ADC348-E34D-4A31-8A99-EA7D1C4E1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2519" y="1265584"/>
            <a:ext cx="12689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上连续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560E9C1-CF66-4858-966D-D7CB6EBAD213}"/>
              </a:ext>
            </a:extLst>
          </p:cNvPr>
          <p:cNvGrpSpPr/>
          <p:nvPr/>
        </p:nvGrpSpPr>
        <p:grpSpPr>
          <a:xfrm>
            <a:off x="5952289" y="1287212"/>
            <a:ext cx="1566727" cy="461665"/>
            <a:chOff x="5757034" y="1675064"/>
            <a:chExt cx="1566727" cy="461665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1B7130E3-DD09-4ADD-B9C9-37CC180492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5822782"/>
                </p:ext>
              </p:extLst>
            </p:nvPr>
          </p:nvGraphicFramePr>
          <p:xfrm>
            <a:off x="6704636" y="1746850"/>
            <a:ext cx="6191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31" name="MathType 6.0 Equation" r:id="rId4" imgW="685800" imgH="342720" progId="Equation.DSMT4">
                    <p:embed/>
                  </p:oleObj>
                </mc:Choice>
                <mc:Fallback>
                  <p:oleObj name="MathType 6.0 Equation" r:id="rId4" imgW="685800" imgH="342720" progId="Equation.DSMT4">
                    <p:embed/>
                    <p:pic>
                      <p:nvPicPr>
                        <p:cNvPr id="40966" name="Object 5">
                          <a:extLst>
                            <a:ext uri="{FF2B5EF4-FFF2-40B4-BE49-F238E27FC236}">
                              <a16:creationId xmlns:a16="http://schemas.microsoft.com/office/drawing/2014/main" id="{9298C87E-2714-49C1-A563-D70E48E6C7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04636" y="1746850"/>
                          <a:ext cx="619125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5">
              <a:extLst>
                <a:ext uri="{FF2B5EF4-FFF2-40B4-BE49-F238E27FC236}">
                  <a16:creationId xmlns:a16="http://schemas.microsoft.com/office/drawing/2014/main" id="{D62F3D8A-69B8-4FAB-B7BD-84C2B47107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5285779"/>
                </p:ext>
              </p:extLst>
            </p:nvPr>
          </p:nvGraphicFramePr>
          <p:xfrm>
            <a:off x="5757034" y="1755428"/>
            <a:ext cx="557212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32" name="MathType 6.0 Equation" r:id="rId6" imgW="609480" imgH="342720" progId="Equation.DSMT4">
                    <p:embed/>
                  </p:oleObj>
                </mc:Choice>
                <mc:Fallback>
                  <p:oleObj name="MathType 6.0 Equation" r:id="rId6" imgW="609480" imgH="342720" progId="Equation.DSMT4">
                    <p:embed/>
                    <p:pic>
                      <p:nvPicPr>
                        <p:cNvPr id="11" name="Object 5">
                          <a:extLst>
                            <a:ext uri="{FF2B5EF4-FFF2-40B4-BE49-F238E27FC236}">
                              <a16:creationId xmlns:a16="http://schemas.microsoft.com/office/drawing/2014/main" id="{A813FC7B-3EE1-4FD2-88B0-B2C228E67E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57034" y="1755428"/>
                          <a:ext cx="557212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Text Box 31">
              <a:extLst>
                <a:ext uri="{FF2B5EF4-FFF2-40B4-BE49-F238E27FC236}">
                  <a16:creationId xmlns:a16="http://schemas.microsoft.com/office/drawing/2014/main" id="{D95DEBFE-B631-4EE7-BC07-96150A511A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3422" y="1675064"/>
              <a:ext cx="52155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8DBFDF46-8FD7-47E1-BD1E-683FC2945E37}"/>
              </a:ext>
            </a:extLst>
          </p:cNvPr>
          <p:cNvGrpSpPr/>
          <p:nvPr/>
        </p:nvGrpSpPr>
        <p:grpSpPr>
          <a:xfrm>
            <a:off x="1632878" y="4064532"/>
            <a:ext cx="4745062" cy="242673"/>
            <a:chOff x="1763688" y="4354727"/>
            <a:chExt cx="4745062" cy="242673"/>
          </a:xfrm>
        </p:grpSpPr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BBCB3EE7-F0A2-453D-9B69-035EE8A58E96}"/>
                </a:ext>
              </a:extLst>
            </p:cNvPr>
            <p:cNvCxnSpPr>
              <a:cxnSpLocks/>
            </p:cNvCxnSpPr>
            <p:nvPr/>
          </p:nvCxnSpPr>
          <p:spPr>
            <a:xfrm>
              <a:off x="1763688" y="4354727"/>
              <a:ext cx="46559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0" name="Object 7">
              <a:extLst>
                <a:ext uri="{FF2B5EF4-FFF2-40B4-BE49-F238E27FC236}">
                  <a16:creationId xmlns:a16="http://schemas.microsoft.com/office/drawing/2014/main" id="{C99CD549-3548-4CD1-AA3D-F08B80D294D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578243"/>
                </p:ext>
              </p:extLst>
            </p:nvPr>
          </p:nvGraphicFramePr>
          <p:xfrm>
            <a:off x="6330950" y="440690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33" name="Equation" r:id="rId8" imgW="177480" imgH="190440" progId="Equation.DSMT4">
                    <p:embed/>
                  </p:oleObj>
                </mc:Choice>
                <mc:Fallback>
                  <p:oleObj name="Equation" r:id="rId8" imgW="177480" imgH="190440" progId="Equation.DSMT4">
                    <p:embed/>
                    <p:pic>
                      <p:nvPicPr>
                        <p:cNvPr id="4" name="Object 7">
                          <a:extLst>
                            <a:ext uri="{FF2B5EF4-FFF2-40B4-BE49-F238E27FC236}">
                              <a16:creationId xmlns:a16="http://schemas.microsoft.com/office/drawing/2014/main" id="{39E9AB7B-4071-4193-B7BC-B28D02A5E1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0950" y="4406900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2DCE53EE-F027-4583-8AC2-8F0C1D907CE4}"/>
              </a:ext>
            </a:extLst>
          </p:cNvPr>
          <p:cNvGrpSpPr/>
          <p:nvPr/>
        </p:nvGrpSpPr>
        <p:grpSpPr>
          <a:xfrm>
            <a:off x="2147209" y="3077210"/>
            <a:ext cx="195306" cy="1245870"/>
            <a:chOff x="2262434" y="3367405"/>
            <a:chExt cx="195306" cy="1245870"/>
          </a:xfrm>
        </p:grpSpPr>
        <p:graphicFrame>
          <p:nvGraphicFramePr>
            <p:cNvPr id="21" name="Object 7">
              <a:extLst>
                <a:ext uri="{FF2B5EF4-FFF2-40B4-BE49-F238E27FC236}">
                  <a16:creationId xmlns:a16="http://schemas.microsoft.com/office/drawing/2014/main" id="{72CCA534-4D75-427F-B389-6DA0ECDB93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3790194"/>
                </p:ext>
              </p:extLst>
            </p:nvPr>
          </p:nvGraphicFramePr>
          <p:xfrm>
            <a:off x="2279940" y="442277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34" name="Equation" r:id="rId10" imgW="177480" imgH="190440" progId="Equation.DSMT4">
                    <p:embed/>
                  </p:oleObj>
                </mc:Choice>
                <mc:Fallback>
                  <p:oleObj name="Equation" r:id="rId10" imgW="177480" imgH="190440" progId="Equation.DSMT4">
                    <p:embed/>
                    <p:pic>
                      <p:nvPicPr>
                        <p:cNvPr id="5" name="Object 7">
                          <a:extLst>
                            <a:ext uri="{FF2B5EF4-FFF2-40B4-BE49-F238E27FC236}">
                              <a16:creationId xmlns:a16="http://schemas.microsoft.com/office/drawing/2014/main" id="{332D11D6-2B40-4021-8DEA-32D0F31F70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9940" y="4422775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F27EACD-3542-4367-A6BC-DB51CD654F6E}"/>
                </a:ext>
              </a:extLst>
            </p:cNvPr>
            <p:cNvCxnSpPr>
              <a:cxnSpLocks/>
              <a:endCxn id="32" idx="0"/>
            </p:cNvCxnSpPr>
            <p:nvPr/>
          </p:nvCxnSpPr>
          <p:spPr>
            <a:xfrm flipV="1">
              <a:off x="2262434" y="3367405"/>
              <a:ext cx="0" cy="697127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499BAE5-6515-4517-A769-7405A8BFBFED}"/>
              </a:ext>
            </a:extLst>
          </p:cNvPr>
          <p:cNvGrpSpPr/>
          <p:nvPr/>
        </p:nvGrpSpPr>
        <p:grpSpPr>
          <a:xfrm>
            <a:off x="5796915" y="3285243"/>
            <a:ext cx="165100" cy="1031487"/>
            <a:chOff x="5917335" y="3570243"/>
            <a:chExt cx="165100" cy="1081677"/>
          </a:xfrm>
        </p:grpSpPr>
        <p:graphicFrame>
          <p:nvGraphicFramePr>
            <p:cNvPr id="22" name="Object 7">
              <a:extLst>
                <a:ext uri="{FF2B5EF4-FFF2-40B4-BE49-F238E27FC236}">
                  <a16:creationId xmlns:a16="http://schemas.microsoft.com/office/drawing/2014/main" id="{E31C3B11-C934-4679-A898-0C3061E896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1354504"/>
                </p:ext>
              </p:extLst>
            </p:nvPr>
          </p:nvGraphicFramePr>
          <p:xfrm>
            <a:off x="5917335" y="4398879"/>
            <a:ext cx="165100" cy="2530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35" name="Equation" r:id="rId12" imgW="164880" imgH="253800" progId="Equation.DSMT4">
                    <p:embed/>
                  </p:oleObj>
                </mc:Choice>
                <mc:Fallback>
                  <p:oleObj name="Equation" r:id="rId12" imgW="164880" imgH="253800" progId="Equation.DSMT4">
                    <p:embed/>
                    <p:pic>
                      <p:nvPicPr>
                        <p:cNvPr id="8" name="Object 7">
                          <a:extLst>
                            <a:ext uri="{FF2B5EF4-FFF2-40B4-BE49-F238E27FC236}">
                              <a16:creationId xmlns:a16="http://schemas.microsoft.com/office/drawing/2014/main" id="{6F8AAFE9-263E-4BEA-8B5C-7EF9786C01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7335" y="4398879"/>
                          <a:ext cx="165100" cy="2530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65464793-4E7E-4971-9E70-EF9120AADB02}"/>
                </a:ext>
              </a:extLst>
            </p:cNvPr>
            <p:cNvCxnSpPr>
              <a:cxnSpLocks/>
            </p:cNvCxnSpPr>
            <p:nvPr/>
          </p:nvCxnSpPr>
          <p:spPr>
            <a:xfrm>
              <a:off x="6002353" y="3570243"/>
              <a:ext cx="10545" cy="795311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D689C299-B1FE-4192-890D-83F2DF9CE6FB}"/>
              </a:ext>
            </a:extLst>
          </p:cNvPr>
          <p:cNvGrpSpPr/>
          <p:nvPr/>
        </p:nvGrpSpPr>
        <p:grpSpPr>
          <a:xfrm>
            <a:off x="4577715" y="3639066"/>
            <a:ext cx="177800" cy="711002"/>
            <a:chOff x="5911143" y="3570243"/>
            <a:chExt cx="177800" cy="711002"/>
          </a:xfrm>
        </p:grpSpPr>
        <p:graphicFrame>
          <p:nvGraphicFramePr>
            <p:cNvPr id="55" name="Object 7">
              <a:extLst>
                <a:ext uri="{FF2B5EF4-FFF2-40B4-BE49-F238E27FC236}">
                  <a16:creationId xmlns:a16="http://schemas.microsoft.com/office/drawing/2014/main" id="{6D4F5841-BE4C-4AA0-A7AB-16066ADA55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981338"/>
                </p:ext>
              </p:extLst>
            </p:nvPr>
          </p:nvGraphicFramePr>
          <p:xfrm>
            <a:off x="5911143" y="409074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36" name="Equation" r:id="rId14" imgW="177480" imgH="190440" progId="Equation.DSMT4">
                    <p:embed/>
                  </p:oleObj>
                </mc:Choice>
                <mc:Fallback>
                  <p:oleObj name="Equation" r:id="rId14" imgW="177480" imgH="190440" progId="Equation.DSMT4">
                    <p:embed/>
                    <p:pic>
                      <p:nvPicPr>
                        <p:cNvPr id="22" name="Object 7">
                          <a:extLst>
                            <a:ext uri="{FF2B5EF4-FFF2-40B4-BE49-F238E27FC236}">
                              <a16:creationId xmlns:a16="http://schemas.microsoft.com/office/drawing/2014/main" id="{E31C3B11-C934-4679-A898-0C3061E896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1143" y="4090745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9F5BFE6-5483-4483-B5B7-5EBFB97CC19C}"/>
                </a:ext>
              </a:extLst>
            </p:cNvPr>
            <p:cNvCxnSpPr>
              <a:cxnSpLocks/>
            </p:cNvCxnSpPr>
            <p:nvPr/>
          </p:nvCxnSpPr>
          <p:spPr>
            <a:xfrm>
              <a:off x="6002353" y="3570243"/>
              <a:ext cx="0" cy="425466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C3B14FB-29FB-4083-8366-33A0B19D4178}"/>
              </a:ext>
            </a:extLst>
          </p:cNvPr>
          <p:cNvGrpSpPr/>
          <p:nvPr/>
        </p:nvGrpSpPr>
        <p:grpSpPr>
          <a:xfrm>
            <a:off x="4761865" y="1913255"/>
            <a:ext cx="700088" cy="846579"/>
            <a:chOff x="4892675" y="2203450"/>
            <a:chExt cx="700088" cy="846579"/>
          </a:xfrm>
        </p:grpSpPr>
        <p:graphicFrame>
          <p:nvGraphicFramePr>
            <p:cNvPr id="64" name="Object 5">
              <a:extLst>
                <a:ext uri="{FF2B5EF4-FFF2-40B4-BE49-F238E27FC236}">
                  <a16:creationId xmlns:a16="http://schemas.microsoft.com/office/drawing/2014/main" id="{EDCF1BDE-677F-4CA1-B210-60920B780D1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7456660"/>
                </p:ext>
              </p:extLst>
            </p:nvPr>
          </p:nvGraphicFramePr>
          <p:xfrm>
            <a:off x="5118100" y="2203450"/>
            <a:ext cx="474663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37" name="Equation" r:id="rId16" imgW="520560" imgH="304560" progId="Equation.DSMT4">
                    <p:embed/>
                  </p:oleObj>
                </mc:Choice>
                <mc:Fallback>
                  <p:oleObj name="Equation" r:id="rId16" imgW="520560" imgH="304560" progId="Equation.DSMT4">
                    <p:embed/>
                    <p:pic>
                      <p:nvPicPr>
                        <p:cNvPr id="12" name="Object 5">
                          <a:extLst>
                            <a:ext uri="{FF2B5EF4-FFF2-40B4-BE49-F238E27FC236}">
                              <a16:creationId xmlns:a16="http://schemas.microsoft.com/office/drawing/2014/main" id="{D62F3D8A-69B8-4FAB-B7BD-84C2B47107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8100" y="2203450"/>
                          <a:ext cx="474663" cy="303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28D9D2D5-00E6-49CF-8717-B1A00C18E549}"/>
                </a:ext>
              </a:extLst>
            </p:cNvPr>
            <p:cNvCxnSpPr/>
            <p:nvPr/>
          </p:nvCxnSpPr>
          <p:spPr>
            <a:xfrm flipH="1">
              <a:off x="4892675" y="2489585"/>
              <a:ext cx="382827" cy="560444"/>
            </a:xfrm>
            <a:prstGeom prst="straightConnector1">
              <a:avLst/>
            </a:prstGeom>
            <a:ln w="19050">
              <a:solidFill>
                <a:srgbClr val="33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0BA72D56-4CA0-41C4-97F6-57425AA05B10}"/>
              </a:ext>
            </a:extLst>
          </p:cNvPr>
          <p:cNvGrpSpPr/>
          <p:nvPr/>
        </p:nvGrpSpPr>
        <p:grpSpPr>
          <a:xfrm rot="10800000">
            <a:off x="4492807" y="2415772"/>
            <a:ext cx="364589" cy="1188000"/>
            <a:chOff x="2695637" y="2881223"/>
            <a:chExt cx="302908" cy="768889"/>
          </a:xfrm>
          <a:solidFill>
            <a:schemeClr val="accent1">
              <a:lumMod val="20000"/>
              <a:lumOff val="80000"/>
              <a:alpha val="50000"/>
            </a:schemeClr>
          </a:solidFill>
        </p:grpSpPr>
        <p:sp>
          <p:nvSpPr>
            <p:cNvPr id="58" name="弧形 57">
              <a:extLst>
                <a:ext uri="{FF2B5EF4-FFF2-40B4-BE49-F238E27FC236}">
                  <a16:creationId xmlns:a16="http://schemas.microsoft.com/office/drawing/2014/main" id="{F565868C-4B17-43F1-8D33-307899D50CBC}"/>
                </a:ext>
              </a:extLst>
            </p:cNvPr>
            <p:cNvSpPr/>
            <p:nvPr/>
          </p:nvSpPr>
          <p:spPr>
            <a:xfrm>
              <a:off x="2695637" y="2881223"/>
              <a:ext cx="300848" cy="765934"/>
            </a:xfrm>
            <a:prstGeom prst="arc">
              <a:avLst>
                <a:gd name="adj1" fmla="val 16199991"/>
                <a:gd name="adj2" fmla="val 5427283"/>
              </a:avLst>
            </a:prstGeom>
            <a:grpFill/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弧形 59">
              <a:extLst>
                <a:ext uri="{FF2B5EF4-FFF2-40B4-BE49-F238E27FC236}">
                  <a16:creationId xmlns:a16="http://schemas.microsoft.com/office/drawing/2014/main" id="{8A671820-22F7-44D0-8929-2D938226EF4B}"/>
                </a:ext>
              </a:extLst>
            </p:cNvPr>
            <p:cNvSpPr/>
            <p:nvPr/>
          </p:nvSpPr>
          <p:spPr>
            <a:xfrm rot="16200000">
              <a:off x="2464254" y="3115821"/>
              <a:ext cx="767735" cy="300847"/>
            </a:xfrm>
            <a:prstGeom prst="arc">
              <a:avLst>
                <a:gd name="adj1" fmla="val 10814432"/>
                <a:gd name="adj2" fmla="val 0"/>
              </a:avLst>
            </a:prstGeom>
            <a:grpFill/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1FF38153-B4D5-48E3-A605-61465E284AD9}"/>
              </a:ext>
            </a:extLst>
          </p:cNvPr>
          <p:cNvGrpSpPr/>
          <p:nvPr/>
        </p:nvGrpSpPr>
        <p:grpSpPr>
          <a:xfrm>
            <a:off x="2177347" y="2298562"/>
            <a:ext cx="3812504" cy="1435732"/>
            <a:chOff x="2308157" y="2588757"/>
            <a:chExt cx="3812504" cy="1435732"/>
          </a:xfrm>
        </p:grpSpPr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AC39A786-9C81-4A17-8A59-6BB77900732F}"/>
                </a:ext>
              </a:extLst>
            </p:cNvPr>
            <p:cNvSpPr/>
            <p:nvPr/>
          </p:nvSpPr>
          <p:spPr>
            <a:xfrm>
              <a:off x="2430091" y="2588757"/>
              <a:ext cx="3584222" cy="440273"/>
            </a:xfrm>
            <a:custGeom>
              <a:avLst/>
              <a:gdLst>
                <a:gd name="connsiteX0" fmla="*/ 0 w 3584222"/>
                <a:gd name="connsiteY0" fmla="*/ 366895 h 440273"/>
                <a:gd name="connsiteX1" fmla="*/ 722489 w 3584222"/>
                <a:gd name="connsiteY1" fmla="*/ 67740 h 440273"/>
                <a:gd name="connsiteX2" fmla="*/ 1439334 w 3584222"/>
                <a:gd name="connsiteY2" fmla="*/ 428984 h 440273"/>
                <a:gd name="connsiteX3" fmla="*/ 2873022 w 3584222"/>
                <a:gd name="connsiteY3" fmla="*/ 6 h 440273"/>
                <a:gd name="connsiteX4" fmla="*/ 3584222 w 3584222"/>
                <a:gd name="connsiteY4" fmla="*/ 440273 h 440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4222" h="440273">
                  <a:moveTo>
                    <a:pt x="0" y="366895"/>
                  </a:moveTo>
                  <a:cubicBezTo>
                    <a:pt x="241300" y="212143"/>
                    <a:pt x="482600" y="57392"/>
                    <a:pt x="722489" y="67740"/>
                  </a:cubicBezTo>
                  <a:cubicBezTo>
                    <a:pt x="962378" y="78088"/>
                    <a:pt x="1080912" y="440273"/>
                    <a:pt x="1439334" y="428984"/>
                  </a:cubicBezTo>
                  <a:cubicBezTo>
                    <a:pt x="1797756" y="417695"/>
                    <a:pt x="2515541" y="-1875"/>
                    <a:pt x="2873022" y="6"/>
                  </a:cubicBezTo>
                  <a:cubicBezTo>
                    <a:pt x="3230503" y="1887"/>
                    <a:pt x="3407362" y="221080"/>
                    <a:pt x="3584222" y="44027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A48953FD-8787-4B3B-96BA-612E96622DD5}"/>
                </a:ext>
              </a:extLst>
            </p:cNvPr>
            <p:cNvSpPr/>
            <p:nvPr/>
          </p:nvSpPr>
          <p:spPr>
            <a:xfrm>
              <a:off x="2393244" y="3572477"/>
              <a:ext cx="3612445" cy="452012"/>
            </a:xfrm>
            <a:custGeom>
              <a:avLst/>
              <a:gdLst>
                <a:gd name="connsiteX0" fmla="*/ 0 w 3612445"/>
                <a:gd name="connsiteY0" fmla="*/ 85123 h 452012"/>
                <a:gd name="connsiteX1" fmla="*/ 739423 w 3612445"/>
                <a:gd name="connsiteY1" fmla="*/ 361701 h 452012"/>
                <a:gd name="connsiteX2" fmla="*/ 1456267 w 3612445"/>
                <a:gd name="connsiteY2" fmla="*/ 456 h 452012"/>
                <a:gd name="connsiteX3" fmla="*/ 2895600 w 3612445"/>
                <a:gd name="connsiteY3" fmla="*/ 452012 h 452012"/>
                <a:gd name="connsiteX4" fmla="*/ 3612445 w 3612445"/>
                <a:gd name="connsiteY4" fmla="*/ 456 h 452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2445" h="452012">
                  <a:moveTo>
                    <a:pt x="0" y="85123"/>
                  </a:moveTo>
                  <a:cubicBezTo>
                    <a:pt x="248356" y="230467"/>
                    <a:pt x="496712" y="375812"/>
                    <a:pt x="739423" y="361701"/>
                  </a:cubicBezTo>
                  <a:cubicBezTo>
                    <a:pt x="982134" y="347590"/>
                    <a:pt x="1096904" y="-14596"/>
                    <a:pt x="1456267" y="456"/>
                  </a:cubicBezTo>
                  <a:cubicBezTo>
                    <a:pt x="1815630" y="15508"/>
                    <a:pt x="2536237" y="452012"/>
                    <a:pt x="2895600" y="452012"/>
                  </a:cubicBezTo>
                  <a:cubicBezTo>
                    <a:pt x="3254963" y="452012"/>
                    <a:pt x="3433704" y="226234"/>
                    <a:pt x="3612445" y="456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46457AFC-6466-493A-9EE3-BFB97EA02633}"/>
                </a:ext>
              </a:extLst>
            </p:cNvPr>
            <p:cNvSpPr/>
            <p:nvPr/>
          </p:nvSpPr>
          <p:spPr>
            <a:xfrm>
              <a:off x="2308157" y="2959212"/>
              <a:ext cx="232602" cy="70357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6939B463-54B4-443F-9A15-20154A8260A2}"/>
                </a:ext>
              </a:extLst>
            </p:cNvPr>
            <p:cNvGrpSpPr/>
            <p:nvPr/>
          </p:nvGrpSpPr>
          <p:grpSpPr>
            <a:xfrm rot="10800000">
              <a:off x="5861226" y="3024471"/>
              <a:ext cx="259435" cy="560423"/>
              <a:chOff x="2693382" y="2881222"/>
              <a:chExt cx="303103" cy="768890"/>
            </a:xfrm>
          </p:grpSpPr>
          <p:sp>
            <p:nvSpPr>
              <p:cNvPr id="69" name="弧形 68">
                <a:extLst>
                  <a:ext uri="{FF2B5EF4-FFF2-40B4-BE49-F238E27FC236}">
                    <a16:creationId xmlns:a16="http://schemas.microsoft.com/office/drawing/2014/main" id="{A9E7A2EB-1558-4116-A7F3-D866082D0566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弧形 69">
                <a:extLst>
                  <a:ext uri="{FF2B5EF4-FFF2-40B4-BE49-F238E27FC236}">
                    <a16:creationId xmlns:a16="http://schemas.microsoft.com/office/drawing/2014/main" id="{110AB8D4-627E-4D4F-B64B-C28310591F7C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536040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39F117C8-0F17-4F09-9D5B-75AC5366FC0E}"/>
                </a:ext>
              </a:extLst>
            </p:cNvPr>
            <p:cNvGrpSpPr/>
            <p:nvPr/>
          </p:nvGrpSpPr>
          <p:grpSpPr>
            <a:xfrm rot="10800000">
              <a:off x="3702601" y="3022913"/>
              <a:ext cx="303103" cy="547330"/>
              <a:chOff x="2693382" y="2881222"/>
              <a:chExt cx="303103" cy="768890"/>
            </a:xfrm>
          </p:grpSpPr>
          <p:sp>
            <p:nvSpPr>
              <p:cNvPr id="72" name="弧形 71">
                <a:extLst>
                  <a:ext uri="{FF2B5EF4-FFF2-40B4-BE49-F238E27FC236}">
                    <a16:creationId xmlns:a16="http://schemas.microsoft.com/office/drawing/2014/main" id="{710792BE-8041-4944-B509-AE70185767B4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弧形 72">
                <a:extLst>
                  <a:ext uri="{FF2B5EF4-FFF2-40B4-BE49-F238E27FC236}">
                    <a16:creationId xmlns:a16="http://schemas.microsoft.com/office/drawing/2014/main" id="{662FC55A-D831-481E-8740-ADF081829AF0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536040"/>
                  <a:gd name="adj2" fmla="val 0"/>
                </a:avLst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3C7034D-52CC-4E62-BF5B-9CA7AFE74084}"/>
              </a:ext>
            </a:extLst>
          </p:cNvPr>
          <p:cNvGrpSpPr/>
          <p:nvPr/>
        </p:nvGrpSpPr>
        <p:grpSpPr>
          <a:xfrm>
            <a:off x="671784" y="1273900"/>
            <a:ext cx="5197450" cy="473903"/>
            <a:chOff x="802594" y="1564095"/>
            <a:chExt cx="5197450" cy="47390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042B7BD-260F-4092-9742-324FB870E968}"/>
                </a:ext>
              </a:extLst>
            </p:cNvPr>
            <p:cNvGrpSpPr/>
            <p:nvPr/>
          </p:nvGrpSpPr>
          <p:grpSpPr>
            <a:xfrm>
              <a:off x="802594" y="1564095"/>
              <a:ext cx="5197450" cy="473903"/>
              <a:chOff x="874031" y="1626992"/>
              <a:chExt cx="5197450" cy="473903"/>
            </a:xfrm>
          </p:grpSpPr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FC236C02-9D60-4D73-B9A2-33116FC4B4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74031" y="1639230"/>
                <a:ext cx="23292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已知立体</a:t>
                </a: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垂直于</a:t>
                </a:r>
                <a:endParaRPr kumimoji="1" lang="en-US" altLang="zh-CN" sz="2400" b="1" dirty="0">
                  <a:solidFill>
                    <a:srgbClr val="FF0000"/>
                  </a:solidFill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Text Box 4">
                <a:extLst>
                  <a:ext uri="{FF2B5EF4-FFF2-40B4-BE49-F238E27FC236}">
                    <a16:creationId xmlns:a16="http://schemas.microsoft.com/office/drawing/2014/main" id="{231A5853-6981-4FBB-A60C-DDFAAD980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3277" y="1626992"/>
                <a:ext cx="2382127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zh-CN" altLang="en-US" sz="2400" b="1" dirty="0">
                    <a:solidFill>
                      <a:srgbClr val="FF0000"/>
                    </a:solidFill>
                    <a:latin typeface="+mn-ea"/>
                    <a:ea typeface="+mn-ea"/>
                    <a:cs typeface="Times New Roman" panose="02020603050405020304" pitchFamily="18" charset="0"/>
                  </a:rPr>
                  <a:t>轴</a:t>
                </a:r>
                <a:r>
                  <a:rPr kumimoji="1" lang="zh-CN" altLang="en-US" sz="2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的截面面积为</a:t>
                </a:r>
                <a:endPara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0" name="Object 11">
                <a:extLst>
                  <a:ext uri="{FF2B5EF4-FFF2-40B4-BE49-F238E27FC236}">
                    <a16:creationId xmlns:a16="http://schemas.microsoft.com/office/drawing/2014/main" id="{D9CFF1A5-4C39-4B06-ACC3-DD88D88775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66294576"/>
                  </p:ext>
                </p:extLst>
              </p:nvPr>
            </p:nvGraphicFramePr>
            <p:xfrm>
              <a:off x="3119437" y="1747235"/>
              <a:ext cx="177800" cy="3063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4338" name="Equation" r:id="rId18" imgW="177480" imgH="291960" progId="Equation.DSMT4">
                      <p:embed/>
                    </p:oleObj>
                  </mc:Choice>
                  <mc:Fallback>
                    <p:oleObj name="Equation" r:id="rId18" imgW="177480" imgH="291960" progId="Equation.DSMT4">
                      <p:embed/>
                      <p:pic>
                        <p:nvPicPr>
                          <p:cNvPr id="179211" name="Object 11">
                            <a:extLst>
                              <a:ext uri="{FF2B5EF4-FFF2-40B4-BE49-F238E27FC236}">
                                <a16:creationId xmlns:a16="http://schemas.microsoft.com/office/drawing/2014/main" id="{89DF5A00-1E67-4C64-8893-FFD669C4AF5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19437" y="1747235"/>
                            <a:ext cx="177800" cy="3063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" name="Object 5">
                <a:extLst>
                  <a:ext uri="{FF2B5EF4-FFF2-40B4-BE49-F238E27FC236}">
                    <a16:creationId xmlns:a16="http://schemas.microsoft.com/office/drawing/2014/main" id="{A813FC7B-3EE1-4FD2-88B0-B2C228E67E5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4672973"/>
                  </p:ext>
                </p:extLst>
              </p:nvPr>
            </p:nvGraphicFramePr>
            <p:xfrm>
              <a:off x="5446006" y="1735375"/>
              <a:ext cx="625475" cy="341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4339" name="MathType 6.0 Equation" r:id="rId20" imgW="685800" imgH="342720" progId="Equation.DSMT4">
                      <p:embed/>
                    </p:oleObj>
                  </mc:Choice>
                  <mc:Fallback>
                    <p:oleObj name="MathType 6.0 Equation" r:id="rId20" imgW="685800" imgH="342720" progId="Equation.DSMT4">
                      <p:embed/>
                      <p:pic>
                        <p:nvPicPr>
                          <p:cNvPr id="179205" name="Object 5">
                            <a:extLst>
                              <a:ext uri="{FF2B5EF4-FFF2-40B4-BE49-F238E27FC236}">
                                <a16:creationId xmlns:a16="http://schemas.microsoft.com/office/drawing/2014/main" id="{E582299B-4E28-4871-B448-0B20EA81B93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46006" y="1735375"/>
                            <a:ext cx="625475" cy="341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3D60FC09-9FEA-4A21-847B-56894B5AB8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3268263"/>
                </p:ext>
              </p:extLst>
            </p:nvPr>
          </p:nvGraphicFramePr>
          <p:xfrm>
            <a:off x="2984606" y="1725891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4340" name="Equation" r:id="rId22" imgW="190440" imgH="203040" progId="Equation.DSMT4">
                    <p:embed/>
                  </p:oleObj>
                </mc:Choice>
                <mc:Fallback>
                  <p:oleObj name="Equation" r:id="rId22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2984606" y="1725891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1D8A35D-79FC-49D5-B374-96D7B636B795}"/>
              </a:ext>
            </a:extLst>
          </p:cNvPr>
          <p:cNvGrpSpPr/>
          <p:nvPr/>
        </p:nvGrpSpPr>
        <p:grpSpPr>
          <a:xfrm>
            <a:off x="2547258" y="2629028"/>
            <a:ext cx="3070696" cy="684024"/>
            <a:chOff x="2678068" y="2919223"/>
            <a:chExt cx="3070696" cy="684024"/>
          </a:xfrm>
        </p:grpSpPr>
        <p:pic>
          <p:nvPicPr>
            <p:cNvPr id="268898" name="Picture 3682" descr="https://img1.baidu.com/it/u=2204916706,524643446&amp;fm=26&amp;fmt=auto">
              <a:extLst>
                <a:ext uri="{FF2B5EF4-FFF2-40B4-BE49-F238E27FC236}">
                  <a16:creationId xmlns:a16="http://schemas.microsoft.com/office/drawing/2014/main" id="{F44E93DA-7948-45AE-8385-3E7688D439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5708" y="2930590"/>
              <a:ext cx="653056" cy="6713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3682" descr="https://img1.baidu.com/it/u=2204916706,524643446&amp;fm=26&amp;fmt=auto">
              <a:extLst>
                <a:ext uri="{FF2B5EF4-FFF2-40B4-BE49-F238E27FC236}">
                  <a16:creationId xmlns:a16="http://schemas.microsoft.com/office/drawing/2014/main" id="{DAFF24B5-9ED8-4F34-A1E2-E28BDFF94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8068" y="2919223"/>
              <a:ext cx="665393" cy="6840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2" name="Picture 3682" descr="https://img1.baidu.com/it/u=2204916706,524643446&amp;fm=26&amp;fmt=auto">
            <a:extLst>
              <a:ext uri="{FF2B5EF4-FFF2-40B4-BE49-F238E27FC236}">
                <a16:creationId xmlns:a16="http://schemas.microsoft.com/office/drawing/2014/main" id="{92E23204-C2AB-481F-BF62-50EE84A71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987" y="2771272"/>
            <a:ext cx="449090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39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8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>
            <a:extLst>
              <a:ext uri="{FF2B5EF4-FFF2-40B4-BE49-F238E27FC236}">
                <a16:creationId xmlns:a16="http://schemas.microsoft.com/office/drawing/2014/main" id="{73D964C4-D358-4742-8C7D-10961F595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53" y="1166431"/>
            <a:ext cx="489503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采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用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切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片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法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求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体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1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积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72E617A-6532-44FA-867C-9CB137446CFC}"/>
              </a:ext>
            </a:extLst>
          </p:cNvPr>
          <p:cNvGrpSpPr/>
          <p:nvPr/>
        </p:nvGrpSpPr>
        <p:grpSpPr>
          <a:xfrm>
            <a:off x="5222875" y="2542958"/>
            <a:ext cx="177800" cy="711417"/>
            <a:chOff x="5910968" y="3570243"/>
            <a:chExt cx="177800" cy="711417"/>
          </a:xfrm>
        </p:grpSpPr>
        <p:graphicFrame>
          <p:nvGraphicFramePr>
            <p:cNvPr id="52" name="Object 7">
              <a:extLst>
                <a:ext uri="{FF2B5EF4-FFF2-40B4-BE49-F238E27FC236}">
                  <a16:creationId xmlns:a16="http://schemas.microsoft.com/office/drawing/2014/main" id="{C5AF4E5F-25A7-4A35-BA1C-16E0276C5E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5170688"/>
                </p:ext>
              </p:extLst>
            </p:nvPr>
          </p:nvGraphicFramePr>
          <p:xfrm>
            <a:off x="5910968" y="4091160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020" name="Equation" r:id="rId4" imgW="177480" imgH="190440" progId="Equation.DSMT4">
                    <p:embed/>
                  </p:oleObj>
                </mc:Choice>
                <mc:Fallback>
                  <p:oleObj name="Equation" r:id="rId4" imgW="177480" imgH="190440" progId="Equation.DSMT4">
                    <p:embed/>
                    <p:pic>
                      <p:nvPicPr>
                        <p:cNvPr id="13" name="Object 7">
                          <a:extLst>
                            <a:ext uri="{FF2B5EF4-FFF2-40B4-BE49-F238E27FC236}">
                              <a16:creationId xmlns:a16="http://schemas.microsoft.com/office/drawing/2014/main" id="{D2D9B77B-5203-43B2-8D95-20A90784C82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0968" y="4091160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1D44E051-C690-49FC-80D9-5BDC4553E672}"/>
                </a:ext>
              </a:extLst>
            </p:cNvPr>
            <p:cNvCxnSpPr>
              <a:cxnSpLocks/>
            </p:cNvCxnSpPr>
            <p:nvPr/>
          </p:nvCxnSpPr>
          <p:spPr>
            <a:xfrm>
              <a:off x="6002353" y="3570243"/>
              <a:ext cx="0" cy="425466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D84DF1F-6F78-43B2-ADA4-F37DE430BD1E}"/>
              </a:ext>
            </a:extLst>
          </p:cNvPr>
          <p:cNvGrpSpPr/>
          <p:nvPr/>
        </p:nvGrpSpPr>
        <p:grpSpPr>
          <a:xfrm>
            <a:off x="2267744" y="1222868"/>
            <a:ext cx="4744244" cy="2025157"/>
            <a:chOff x="1763688" y="2588622"/>
            <a:chExt cx="4744244" cy="2025157"/>
          </a:xfrm>
        </p:grpSpPr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5B74283-2222-45D3-8183-263F775BE5E8}"/>
                </a:ext>
              </a:extLst>
            </p:cNvPr>
            <p:cNvSpPr/>
            <p:nvPr/>
          </p:nvSpPr>
          <p:spPr>
            <a:xfrm>
              <a:off x="2313875" y="2588622"/>
              <a:ext cx="3794539" cy="1435652"/>
            </a:xfrm>
            <a:custGeom>
              <a:avLst/>
              <a:gdLst>
                <a:gd name="connsiteX0" fmla="*/ 106017 w 3794539"/>
                <a:gd name="connsiteY0" fmla="*/ 362226 h 1435652"/>
                <a:gd name="connsiteX1" fmla="*/ 313634 w 3794539"/>
                <a:gd name="connsiteY1" fmla="*/ 238539 h 1435652"/>
                <a:gd name="connsiteX2" fmla="*/ 459408 w 3794539"/>
                <a:gd name="connsiteY2" fmla="*/ 159026 h 1435652"/>
                <a:gd name="connsiteX3" fmla="*/ 671443 w 3794539"/>
                <a:gd name="connsiteY3" fmla="*/ 70678 h 1435652"/>
                <a:gd name="connsiteX4" fmla="*/ 799547 w 3794539"/>
                <a:gd name="connsiteY4" fmla="*/ 66260 h 1435652"/>
                <a:gd name="connsiteX5" fmla="*/ 905565 w 3794539"/>
                <a:gd name="connsiteY5" fmla="*/ 83930 h 1435652"/>
                <a:gd name="connsiteX6" fmla="*/ 1016000 w 3794539"/>
                <a:gd name="connsiteY6" fmla="*/ 145774 h 1435652"/>
                <a:gd name="connsiteX7" fmla="*/ 1099930 w 3794539"/>
                <a:gd name="connsiteY7" fmla="*/ 225287 h 1435652"/>
                <a:gd name="connsiteX8" fmla="*/ 1188278 w 3794539"/>
                <a:gd name="connsiteY8" fmla="*/ 295965 h 1435652"/>
                <a:gd name="connsiteX9" fmla="*/ 1303130 w 3794539"/>
                <a:gd name="connsiteY9" fmla="*/ 366643 h 1435652"/>
                <a:gd name="connsiteX10" fmla="*/ 1382643 w 3794539"/>
                <a:gd name="connsiteY10" fmla="*/ 406400 h 1435652"/>
                <a:gd name="connsiteX11" fmla="*/ 1479826 w 3794539"/>
                <a:gd name="connsiteY11" fmla="*/ 424069 h 1435652"/>
                <a:gd name="connsiteX12" fmla="*/ 1559339 w 3794539"/>
                <a:gd name="connsiteY12" fmla="*/ 424069 h 1435652"/>
                <a:gd name="connsiteX13" fmla="*/ 1669773 w 3794539"/>
                <a:gd name="connsiteY13" fmla="*/ 419652 h 1435652"/>
                <a:gd name="connsiteX14" fmla="*/ 1762539 w 3794539"/>
                <a:gd name="connsiteY14" fmla="*/ 388730 h 1435652"/>
                <a:gd name="connsiteX15" fmla="*/ 1859721 w 3794539"/>
                <a:gd name="connsiteY15" fmla="*/ 362226 h 1435652"/>
                <a:gd name="connsiteX16" fmla="*/ 2080591 w 3794539"/>
                <a:gd name="connsiteY16" fmla="*/ 273878 h 1435652"/>
                <a:gd name="connsiteX17" fmla="*/ 2323547 w 3794539"/>
                <a:gd name="connsiteY17" fmla="*/ 181113 h 1435652"/>
                <a:gd name="connsiteX18" fmla="*/ 2504660 w 3794539"/>
                <a:gd name="connsiteY18" fmla="*/ 110434 h 1435652"/>
                <a:gd name="connsiteX19" fmla="*/ 2796208 w 3794539"/>
                <a:gd name="connsiteY19" fmla="*/ 30921 h 1435652"/>
                <a:gd name="connsiteX20" fmla="*/ 2919895 w 3794539"/>
                <a:gd name="connsiteY20" fmla="*/ 0 h 1435652"/>
                <a:gd name="connsiteX21" fmla="*/ 3030330 w 3794539"/>
                <a:gd name="connsiteY21" fmla="*/ 0 h 1435652"/>
                <a:gd name="connsiteX22" fmla="*/ 3180521 w 3794539"/>
                <a:gd name="connsiteY22" fmla="*/ 26504 h 1435652"/>
                <a:gd name="connsiteX23" fmla="*/ 3308626 w 3794539"/>
                <a:gd name="connsiteY23" fmla="*/ 83930 h 1435652"/>
                <a:gd name="connsiteX24" fmla="*/ 3427895 w 3794539"/>
                <a:gd name="connsiteY24" fmla="*/ 159026 h 1435652"/>
                <a:gd name="connsiteX25" fmla="*/ 3542747 w 3794539"/>
                <a:gd name="connsiteY25" fmla="*/ 273878 h 1435652"/>
                <a:gd name="connsiteX26" fmla="*/ 3679687 w 3794539"/>
                <a:gd name="connsiteY26" fmla="*/ 424069 h 1435652"/>
                <a:gd name="connsiteX27" fmla="*/ 3723860 w 3794539"/>
                <a:gd name="connsiteY27" fmla="*/ 463826 h 1435652"/>
                <a:gd name="connsiteX28" fmla="*/ 3772452 w 3794539"/>
                <a:gd name="connsiteY28" fmla="*/ 547756 h 1435652"/>
                <a:gd name="connsiteX29" fmla="*/ 3794539 w 3794539"/>
                <a:gd name="connsiteY29" fmla="*/ 653774 h 1435652"/>
                <a:gd name="connsiteX30" fmla="*/ 3794539 w 3794539"/>
                <a:gd name="connsiteY30" fmla="*/ 759791 h 1435652"/>
                <a:gd name="connsiteX31" fmla="*/ 3759200 w 3794539"/>
                <a:gd name="connsiteY31" fmla="*/ 892313 h 1435652"/>
                <a:gd name="connsiteX32" fmla="*/ 3719443 w 3794539"/>
                <a:gd name="connsiteY32" fmla="*/ 967408 h 1435652"/>
                <a:gd name="connsiteX33" fmla="*/ 3692939 w 3794539"/>
                <a:gd name="connsiteY33" fmla="*/ 989495 h 1435652"/>
                <a:gd name="connsiteX34" fmla="*/ 3662017 w 3794539"/>
                <a:gd name="connsiteY34" fmla="*/ 985078 h 1435652"/>
                <a:gd name="connsiteX35" fmla="*/ 3595756 w 3794539"/>
                <a:gd name="connsiteY35" fmla="*/ 1073426 h 1435652"/>
                <a:gd name="connsiteX36" fmla="*/ 3476487 w 3794539"/>
                <a:gd name="connsiteY36" fmla="*/ 1214782 h 1435652"/>
                <a:gd name="connsiteX37" fmla="*/ 3348382 w 3794539"/>
                <a:gd name="connsiteY37" fmla="*/ 1325217 h 1435652"/>
                <a:gd name="connsiteX38" fmla="*/ 3242365 w 3794539"/>
                <a:gd name="connsiteY38" fmla="*/ 1382643 h 1435652"/>
                <a:gd name="connsiteX39" fmla="*/ 3171687 w 3794539"/>
                <a:gd name="connsiteY39" fmla="*/ 1404730 h 1435652"/>
                <a:gd name="connsiteX40" fmla="*/ 3065669 w 3794539"/>
                <a:gd name="connsiteY40" fmla="*/ 1422400 h 1435652"/>
                <a:gd name="connsiteX41" fmla="*/ 2893391 w 3794539"/>
                <a:gd name="connsiteY41" fmla="*/ 1435652 h 1435652"/>
                <a:gd name="connsiteX42" fmla="*/ 2734365 w 3794539"/>
                <a:gd name="connsiteY42" fmla="*/ 1387060 h 1435652"/>
                <a:gd name="connsiteX43" fmla="*/ 2615095 w 3794539"/>
                <a:gd name="connsiteY43" fmla="*/ 1356139 h 1435652"/>
                <a:gd name="connsiteX44" fmla="*/ 2266121 w 3794539"/>
                <a:gd name="connsiteY44" fmla="*/ 1223617 h 1435652"/>
                <a:gd name="connsiteX45" fmla="*/ 1762539 w 3794539"/>
                <a:gd name="connsiteY45" fmla="*/ 1020417 h 1435652"/>
                <a:gd name="connsiteX46" fmla="*/ 1625600 w 3794539"/>
                <a:gd name="connsiteY46" fmla="*/ 993913 h 1435652"/>
                <a:gd name="connsiteX47" fmla="*/ 1519582 w 3794539"/>
                <a:gd name="connsiteY47" fmla="*/ 985078 h 1435652"/>
                <a:gd name="connsiteX48" fmla="*/ 1448904 w 3794539"/>
                <a:gd name="connsiteY48" fmla="*/ 989495 h 1435652"/>
                <a:gd name="connsiteX49" fmla="*/ 1360556 w 3794539"/>
                <a:gd name="connsiteY49" fmla="*/ 998330 h 1435652"/>
                <a:gd name="connsiteX50" fmla="*/ 1210365 w 3794539"/>
                <a:gd name="connsiteY50" fmla="*/ 1069008 h 1435652"/>
                <a:gd name="connsiteX51" fmla="*/ 1091095 w 3794539"/>
                <a:gd name="connsiteY51" fmla="*/ 1170608 h 1435652"/>
                <a:gd name="connsiteX52" fmla="*/ 932069 w 3794539"/>
                <a:gd name="connsiteY52" fmla="*/ 1303130 h 1435652"/>
                <a:gd name="connsiteX53" fmla="*/ 821634 w 3794539"/>
                <a:gd name="connsiteY53" fmla="*/ 1338469 h 1435652"/>
                <a:gd name="connsiteX54" fmla="*/ 689113 w 3794539"/>
                <a:gd name="connsiteY54" fmla="*/ 1338469 h 1435652"/>
                <a:gd name="connsiteX55" fmla="*/ 477078 w 3794539"/>
                <a:gd name="connsiteY55" fmla="*/ 1289878 h 1435652"/>
                <a:gd name="connsiteX56" fmla="*/ 260626 w 3794539"/>
                <a:gd name="connsiteY56" fmla="*/ 1175026 h 1435652"/>
                <a:gd name="connsiteX57" fmla="*/ 97182 w 3794539"/>
                <a:gd name="connsiteY57" fmla="*/ 1073426 h 1435652"/>
                <a:gd name="connsiteX58" fmla="*/ 22087 w 3794539"/>
                <a:gd name="connsiteY58" fmla="*/ 962991 h 1435652"/>
                <a:gd name="connsiteX59" fmla="*/ 4417 w 3794539"/>
                <a:gd name="connsiteY59" fmla="*/ 839304 h 1435652"/>
                <a:gd name="connsiteX60" fmla="*/ 0 w 3794539"/>
                <a:gd name="connsiteY60" fmla="*/ 746539 h 1435652"/>
                <a:gd name="connsiteX61" fmla="*/ 0 w 3794539"/>
                <a:gd name="connsiteY61" fmla="*/ 614017 h 1435652"/>
                <a:gd name="connsiteX62" fmla="*/ 39756 w 3794539"/>
                <a:gd name="connsiteY62" fmla="*/ 454991 h 1435652"/>
                <a:gd name="connsiteX63" fmla="*/ 48591 w 3794539"/>
                <a:gd name="connsiteY63" fmla="*/ 397565 h 1435652"/>
                <a:gd name="connsiteX64" fmla="*/ 106017 w 3794539"/>
                <a:gd name="connsiteY64" fmla="*/ 362226 h 143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794539" h="1435652">
                  <a:moveTo>
                    <a:pt x="106017" y="362226"/>
                  </a:moveTo>
                  <a:lnTo>
                    <a:pt x="313634" y="238539"/>
                  </a:lnTo>
                  <a:lnTo>
                    <a:pt x="459408" y="159026"/>
                  </a:lnTo>
                  <a:lnTo>
                    <a:pt x="671443" y="70678"/>
                  </a:lnTo>
                  <a:lnTo>
                    <a:pt x="799547" y="66260"/>
                  </a:lnTo>
                  <a:lnTo>
                    <a:pt x="905565" y="83930"/>
                  </a:lnTo>
                  <a:lnTo>
                    <a:pt x="1016000" y="145774"/>
                  </a:lnTo>
                  <a:lnTo>
                    <a:pt x="1099930" y="225287"/>
                  </a:lnTo>
                  <a:lnTo>
                    <a:pt x="1188278" y="295965"/>
                  </a:lnTo>
                  <a:lnTo>
                    <a:pt x="1303130" y="366643"/>
                  </a:lnTo>
                  <a:lnTo>
                    <a:pt x="1382643" y="406400"/>
                  </a:lnTo>
                  <a:lnTo>
                    <a:pt x="1479826" y="424069"/>
                  </a:lnTo>
                  <a:lnTo>
                    <a:pt x="1559339" y="424069"/>
                  </a:lnTo>
                  <a:lnTo>
                    <a:pt x="1669773" y="419652"/>
                  </a:lnTo>
                  <a:lnTo>
                    <a:pt x="1762539" y="388730"/>
                  </a:lnTo>
                  <a:lnTo>
                    <a:pt x="1859721" y="362226"/>
                  </a:lnTo>
                  <a:lnTo>
                    <a:pt x="2080591" y="273878"/>
                  </a:lnTo>
                  <a:lnTo>
                    <a:pt x="2323547" y="181113"/>
                  </a:lnTo>
                  <a:lnTo>
                    <a:pt x="2504660" y="110434"/>
                  </a:lnTo>
                  <a:lnTo>
                    <a:pt x="2796208" y="30921"/>
                  </a:lnTo>
                  <a:lnTo>
                    <a:pt x="2919895" y="0"/>
                  </a:lnTo>
                  <a:lnTo>
                    <a:pt x="3030330" y="0"/>
                  </a:lnTo>
                  <a:lnTo>
                    <a:pt x="3180521" y="26504"/>
                  </a:lnTo>
                  <a:lnTo>
                    <a:pt x="3308626" y="83930"/>
                  </a:lnTo>
                  <a:lnTo>
                    <a:pt x="3427895" y="159026"/>
                  </a:lnTo>
                  <a:lnTo>
                    <a:pt x="3542747" y="273878"/>
                  </a:lnTo>
                  <a:lnTo>
                    <a:pt x="3679687" y="424069"/>
                  </a:lnTo>
                  <a:lnTo>
                    <a:pt x="3723860" y="463826"/>
                  </a:lnTo>
                  <a:lnTo>
                    <a:pt x="3772452" y="547756"/>
                  </a:lnTo>
                  <a:lnTo>
                    <a:pt x="3794539" y="653774"/>
                  </a:lnTo>
                  <a:lnTo>
                    <a:pt x="3794539" y="759791"/>
                  </a:lnTo>
                  <a:lnTo>
                    <a:pt x="3759200" y="892313"/>
                  </a:lnTo>
                  <a:lnTo>
                    <a:pt x="3719443" y="967408"/>
                  </a:lnTo>
                  <a:lnTo>
                    <a:pt x="3692939" y="989495"/>
                  </a:lnTo>
                  <a:lnTo>
                    <a:pt x="3662017" y="985078"/>
                  </a:lnTo>
                  <a:lnTo>
                    <a:pt x="3595756" y="1073426"/>
                  </a:lnTo>
                  <a:lnTo>
                    <a:pt x="3476487" y="1214782"/>
                  </a:lnTo>
                  <a:lnTo>
                    <a:pt x="3348382" y="1325217"/>
                  </a:lnTo>
                  <a:lnTo>
                    <a:pt x="3242365" y="1382643"/>
                  </a:lnTo>
                  <a:lnTo>
                    <a:pt x="3171687" y="1404730"/>
                  </a:lnTo>
                  <a:lnTo>
                    <a:pt x="3065669" y="1422400"/>
                  </a:lnTo>
                  <a:lnTo>
                    <a:pt x="2893391" y="1435652"/>
                  </a:lnTo>
                  <a:lnTo>
                    <a:pt x="2734365" y="1387060"/>
                  </a:lnTo>
                  <a:lnTo>
                    <a:pt x="2615095" y="1356139"/>
                  </a:lnTo>
                  <a:lnTo>
                    <a:pt x="2266121" y="1223617"/>
                  </a:lnTo>
                  <a:lnTo>
                    <a:pt x="1762539" y="1020417"/>
                  </a:lnTo>
                  <a:lnTo>
                    <a:pt x="1625600" y="993913"/>
                  </a:lnTo>
                  <a:lnTo>
                    <a:pt x="1519582" y="985078"/>
                  </a:lnTo>
                  <a:lnTo>
                    <a:pt x="1448904" y="989495"/>
                  </a:lnTo>
                  <a:lnTo>
                    <a:pt x="1360556" y="998330"/>
                  </a:lnTo>
                  <a:lnTo>
                    <a:pt x="1210365" y="1069008"/>
                  </a:lnTo>
                  <a:lnTo>
                    <a:pt x="1091095" y="1170608"/>
                  </a:lnTo>
                  <a:lnTo>
                    <a:pt x="932069" y="1303130"/>
                  </a:lnTo>
                  <a:lnTo>
                    <a:pt x="821634" y="1338469"/>
                  </a:lnTo>
                  <a:lnTo>
                    <a:pt x="689113" y="1338469"/>
                  </a:lnTo>
                  <a:lnTo>
                    <a:pt x="477078" y="1289878"/>
                  </a:lnTo>
                  <a:lnTo>
                    <a:pt x="260626" y="1175026"/>
                  </a:lnTo>
                  <a:lnTo>
                    <a:pt x="97182" y="1073426"/>
                  </a:lnTo>
                  <a:lnTo>
                    <a:pt x="22087" y="962991"/>
                  </a:lnTo>
                  <a:lnTo>
                    <a:pt x="4417" y="839304"/>
                  </a:lnTo>
                  <a:lnTo>
                    <a:pt x="0" y="746539"/>
                  </a:lnTo>
                  <a:lnTo>
                    <a:pt x="0" y="614017"/>
                  </a:lnTo>
                  <a:lnTo>
                    <a:pt x="39756" y="454991"/>
                  </a:lnTo>
                  <a:lnTo>
                    <a:pt x="48591" y="397565"/>
                  </a:lnTo>
                  <a:lnTo>
                    <a:pt x="106017" y="36222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3BB3F54A-DEB2-4E27-9445-3044FD3CB6CF}"/>
                </a:ext>
              </a:extLst>
            </p:cNvPr>
            <p:cNvGrpSpPr/>
            <p:nvPr/>
          </p:nvGrpSpPr>
          <p:grpSpPr>
            <a:xfrm>
              <a:off x="1763688" y="4354727"/>
              <a:ext cx="4744244" cy="241590"/>
              <a:chOff x="1763688" y="4354727"/>
              <a:chExt cx="4744244" cy="241590"/>
            </a:xfrm>
          </p:grpSpPr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1CA04ABA-0D99-46B7-A1AC-E198F4AADE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3688" y="4354727"/>
                <a:ext cx="465593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44" name="Object 7">
                <a:extLst>
                  <a:ext uri="{FF2B5EF4-FFF2-40B4-BE49-F238E27FC236}">
                    <a16:creationId xmlns:a16="http://schemas.microsoft.com/office/drawing/2014/main" id="{8ADE6A5D-3F72-4427-A8B5-61E7FE51ABE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0396012"/>
                  </p:ext>
                </p:extLst>
              </p:nvPr>
            </p:nvGraphicFramePr>
            <p:xfrm>
              <a:off x="6330132" y="4405817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4021" name="Equation" r:id="rId6" imgW="177480" imgH="190440" progId="Equation.DSMT4">
                      <p:embed/>
                    </p:oleObj>
                  </mc:Choice>
                  <mc:Fallback>
                    <p:oleObj name="Equation" r:id="rId6" imgW="177480" imgH="190440" progId="Equation.DSMT4">
                      <p:embed/>
                      <p:pic>
                        <p:nvPicPr>
                          <p:cNvPr id="5" name="Object 7">
                            <a:extLst>
                              <a:ext uri="{FF2B5EF4-FFF2-40B4-BE49-F238E27FC236}">
                                <a16:creationId xmlns:a16="http://schemas.microsoft.com/office/drawing/2014/main" id="{5C7DE922-B58F-46F7-B2D7-6C10AA70CE9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30132" y="4405817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B0B85ACF-74C2-423A-9AF5-2F6BF7E0CD3F}"/>
                </a:ext>
              </a:extLst>
            </p:cNvPr>
            <p:cNvGrpSpPr/>
            <p:nvPr/>
          </p:nvGrpSpPr>
          <p:grpSpPr>
            <a:xfrm>
              <a:off x="2280419" y="3657600"/>
              <a:ext cx="177800" cy="956179"/>
              <a:chOff x="2280419" y="3657600"/>
              <a:chExt cx="177800" cy="956179"/>
            </a:xfrm>
          </p:grpSpPr>
          <p:graphicFrame>
            <p:nvGraphicFramePr>
              <p:cNvPr id="46" name="Object 7">
                <a:extLst>
                  <a:ext uri="{FF2B5EF4-FFF2-40B4-BE49-F238E27FC236}">
                    <a16:creationId xmlns:a16="http://schemas.microsoft.com/office/drawing/2014/main" id="{70E7556D-4673-4DF9-BF7D-6336AE5511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30900192"/>
                  </p:ext>
                </p:extLst>
              </p:nvPr>
            </p:nvGraphicFramePr>
            <p:xfrm>
              <a:off x="2280419" y="4423279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4022" name="Equation" r:id="rId8" imgW="177480" imgH="190440" progId="Equation.DSMT4">
                      <p:embed/>
                    </p:oleObj>
                  </mc:Choice>
                  <mc:Fallback>
                    <p:oleObj name="Equation" r:id="rId8" imgW="177480" imgH="190440" progId="Equation.DSMT4">
                      <p:embed/>
                      <p:pic>
                        <p:nvPicPr>
                          <p:cNvPr id="7" name="Object 7">
                            <a:extLst>
                              <a:ext uri="{FF2B5EF4-FFF2-40B4-BE49-F238E27FC236}">
                                <a16:creationId xmlns:a16="http://schemas.microsoft.com/office/drawing/2014/main" id="{57C48434-BE70-4195-BCDA-1D8393C160B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0419" y="4423279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1D5A2CA2-81B8-406F-944A-5F154D57084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08829" y="3657600"/>
                <a:ext cx="0" cy="697127"/>
              </a:xfrm>
              <a:prstGeom prst="line">
                <a:avLst/>
              </a:prstGeom>
              <a:ln w="19050">
                <a:solidFill>
                  <a:srgbClr val="33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694B41FE-F32B-41C6-9C01-A458C7F402FF}"/>
                </a:ext>
              </a:extLst>
            </p:cNvPr>
            <p:cNvGrpSpPr/>
            <p:nvPr/>
          </p:nvGrpSpPr>
          <p:grpSpPr>
            <a:xfrm>
              <a:off x="5917819" y="3565048"/>
              <a:ext cx="165100" cy="1046835"/>
              <a:chOff x="5917819" y="3565048"/>
              <a:chExt cx="165100" cy="1046835"/>
            </a:xfrm>
          </p:grpSpPr>
          <p:graphicFrame>
            <p:nvGraphicFramePr>
              <p:cNvPr id="49" name="Object 7">
                <a:extLst>
                  <a:ext uri="{FF2B5EF4-FFF2-40B4-BE49-F238E27FC236}">
                    <a16:creationId xmlns:a16="http://schemas.microsoft.com/office/drawing/2014/main" id="{D8D404EE-0C20-431B-8A20-5CDFEEE2E37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6801692"/>
                  </p:ext>
                </p:extLst>
              </p:nvPr>
            </p:nvGraphicFramePr>
            <p:xfrm>
              <a:off x="5917819" y="4357883"/>
              <a:ext cx="165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74023" name="Equation" r:id="rId10" imgW="164880" imgH="253800" progId="Equation.DSMT4">
                      <p:embed/>
                    </p:oleObj>
                  </mc:Choice>
                  <mc:Fallback>
                    <p:oleObj name="Equation" r:id="rId10" imgW="164880" imgH="253800" progId="Equation.DSMT4">
                      <p:embed/>
                      <p:pic>
                        <p:nvPicPr>
                          <p:cNvPr id="10" name="Object 7">
                            <a:extLst>
                              <a:ext uri="{FF2B5EF4-FFF2-40B4-BE49-F238E27FC236}">
                                <a16:creationId xmlns:a16="http://schemas.microsoft.com/office/drawing/2014/main" id="{19134E5D-BDAC-47E5-8F6B-A80B63045350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17819" y="4357883"/>
                            <a:ext cx="165100" cy="254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2D07CED-D886-4598-AD86-9DB339DAC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2743" y="3565048"/>
                <a:ext cx="10545" cy="795311"/>
              </a:xfrm>
              <a:prstGeom prst="line">
                <a:avLst/>
              </a:prstGeom>
              <a:ln w="19050">
                <a:solidFill>
                  <a:srgbClr val="33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70521F8F-ECA8-40F5-AD57-0E6FDEC3E577}"/>
                </a:ext>
              </a:extLst>
            </p:cNvPr>
            <p:cNvGrpSpPr/>
            <p:nvPr/>
          </p:nvGrpSpPr>
          <p:grpSpPr>
            <a:xfrm>
              <a:off x="2297767" y="2588757"/>
              <a:ext cx="3831354" cy="1430537"/>
              <a:chOff x="2297767" y="2588757"/>
              <a:chExt cx="3831354" cy="1430537"/>
            </a:xfrm>
          </p:grpSpPr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DD75774D-FC8E-412E-A536-5DDB521C8B58}"/>
                  </a:ext>
                </a:extLst>
              </p:cNvPr>
              <p:cNvSpPr/>
              <p:nvPr/>
            </p:nvSpPr>
            <p:spPr>
              <a:xfrm>
                <a:off x="2393244" y="3567282"/>
                <a:ext cx="3612445" cy="452012"/>
              </a:xfrm>
              <a:custGeom>
                <a:avLst/>
                <a:gdLst>
                  <a:gd name="connsiteX0" fmla="*/ 0 w 3612445"/>
                  <a:gd name="connsiteY0" fmla="*/ 85123 h 452012"/>
                  <a:gd name="connsiteX1" fmla="*/ 739423 w 3612445"/>
                  <a:gd name="connsiteY1" fmla="*/ 361701 h 452012"/>
                  <a:gd name="connsiteX2" fmla="*/ 1456267 w 3612445"/>
                  <a:gd name="connsiteY2" fmla="*/ 456 h 452012"/>
                  <a:gd name="connsiteX3" fmla="*/ 2895600 w 3612445"/>
                  <a:gd name="connsiteY3" fmla="*/ 452012 h 452012"/>
                  <a:gd name="connsiteX4" fmla="*/ 3612445 w 3612445"/>
                  <a:gd name="connsiteY4" fmla="*/ 456 h 452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2445" h="452012">
                    <a:moveTo>
                      <a:pt x="0" y="85123"/>
                    </a:moveTo>
                    <a:cubicBezTo>
                      <a:pt x="248356" y="230467"/>
                      <a:pt x="496712" y="375812"/>
                      <a:pt x="739423" y="361701"/>
                    </a:cubicBezTo>
                    <a:cubicBezTo>
                      <a:pt x="982134" y="347590"/>
                      <a:pt x="1096904" y="-14596"/>
                      <a:pt x="1456267" y="456"/>
                    </a:cubicBezTo>
                    <a:cubicBezTo>
                      <a:pt x="1815630" y="15508"/>
                      <a:pt x="2536237" y="452012"/>
                      <a:pt x="2895600" y="452012"/>
                    </a:cubicBezTo>
                    <a:cubicBezTo>
                      <a:pt x="3254963" y="452012"/>
                      <a:pt x="3433704" y="226234"/>
                      <a:pt x="3612445" y="456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任意多边形: 形状 57">
                <a:extLst>
                  <a:ext uri="{FF2B5EF4-FFF2-40B4-BE49-F238E27FC236}">
                    <a16:creationId xmlns:a16="http://schemas.microsoft.com/office/drawing/2014/main" id="{9EE47B32-77DA-412F-B930-382C0E1E132C}"/>
                  </a:ext>
                </a:extLst>
              </p:cNvPr>
              <p:cNvSpPr/>
              <p:nvPr/>
            </p:nvSpPr>
            <p:spPr>
              <a:xfrm>
                <a:off x="2430091" y="2588757"/>
                <a:ext cx="3584222" cy="440273"/>
              </a:xfrm>
              <a:custGeom>
                <a:avLst/>
                <a:gdLst>
                  <a:gd name="connsiteX0" fmla="*/ 0 w 3584222"/>
                  <a:gd name="connsiteY0" fmla="*/ 366895 h 440273"/>
                  <a:gd name="connsiteX1" fmla="*/ 722489 w 3584222"/>
                  <a:gd name="connsiteY1" fmla="*/ 67740 h 440273"/>
                  <a:gd name="connsiteX2" fmla="*/ 1439334 w 3584222"/>
                  <a:gd name="connsiteY2" fmla="*/ 428984 h 440273"/>
                  <a:gd name="connsiteX3" fmla="*/ 2873022 w 3584222"/>
                  <a:gd name="connsiteY3" fmla="*/ 6 h 440273"/>
                  <a:gd name="connsiteX4" fmla="*/ 3584222 w 3584222"/>
                  <a:gd name="connsiteY4" fmla="*/ 440273 h 44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84222" h="440273">
                    <a:moveTo>
                      <a:pt x="0" y="366895"/>
                    </a:moveTo>
                    <a:cubicBezTo>
                      <a:pt x="241300" y="212143"/>
                      <a:pt x="482600" y="57392"/>
                      <a:pt x="722489" y="67740"/>
                    </a:cubicBezTo>
                    <a:cubicBezTo>
                      <a:pt x="962378" y="78088"/>
                      <a:pt x="1080912" y="440273"/>
                      <a:pt x="1439334" y="428984"/>
                    </a:cubicBezTo>
                    <a:cubicBezTo>
                      <a:pt x="1797756" y="417695"/>
                      <a:pt x="2515541" y="-1875"/>
                      <a:pt x="2873022" y="6"/>
                    </a:cubicBezTo>
                    <a:cubicBezTo>
                      <a:pt x="3230503" y="1887"/>
                      <a:pt x="3407362" y="221080"/>
                      <a:pt x="3584222" y="44027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3C10D864-B74C-4A10-8D7C-E4297D9AD14B}"/>
                  </a:ext>
                </a:extLst>
              </p:cNvPr>
              <p:cNvSpPr/>
              <p:nvPr/>
            </p:nvSpPr>
            <p:spPr>
              <a:xfrm>
                <a:off x="2297767" y="2959212"/>
                <a:ext cx="232602" cy="70357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E383F0CC-2463-42D2-92CB-D07B1EDC5260}"/>
                  </a:ext>
                </a:extLst>
              </p:cNvPr>
              <p:cNvGrpSpPr/>
              <p:nvPr/>
            </p:nvGrpSpPr>
            <p:grpSpPr>
              <a:xfrm rot="10800000">
                <a:off x="5863157" y="3016236"/>
                <a:ext cx="265964" cy="567816"/>
                <a:chOff x="2683498" y="2882377"/>
                <a:chExt cx="310731" cy="779033"/>
              </a:xfrm>
            </p:grpSpPr>
            <p:sp>
              <p:nvSpPr>
                <p:cNvPr id="65" name="弧形 64">
                  <a:extLst>
                    <a:ext uri="{FF2B5EF4-FFF2-40B4-BE49-F238E27FC236}">
                      <a16:creationId xmlns:a16="http://schemas.microsoft.com/office/drawing/2014/main" id="{BF2E4912-BFAE-44A5-9B8B-FF96DA721CFD}"/>
                    </a:ext>
                  </a:extLst>
                </p:cNvPr>
                <p:cNvSpPr/>
                <p:nvPr/>
              </p:nvSpPr>
              <p:spPr>
                <a:xfrm>
                  <a:off x="2683498" y="2895477"/>
                  <a:ext cx="300847" cy="765933"/>
                </a:xfrm>
                <a:prstGeom prst="arc">
                  <a:avLst>
                    <a:gd name="adj1" fmla="val 16199991"/>
                    <a:gd name="adj2" fmla="val 5459382"/>
                  </a:avLst>
                </a:prstGeom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弧形 65">
                  <a:extLst>
                    <a:ext uri="{FF2B5EF4-FFF2-40B4-BE49-F238E27FC236}">
                      <a16:creationId xmlns:a16="http://schemas.microsoft.com/office/drawing/2014/main" id="{7182047E-B2C5-4CB8-A64C-1D6E84831C38}"/>
                    </a:ext>
                  </a:extLst>
                </p:cNvPr>
                <p:cNvSpPr/>
                <p:nvPr/>
              </p:nvSpPr>
              <p:spPr>
                <a:xfrm rot="16200000">
                  <a:off x="2459938" y="3115821"/>
                  <a:ext cx="767735" cy="300847"/>
                </a:xfrm>
                <a:prstGeom prst="arc">
                  <a:avLst>
                    <a:gd name="adj1" fmla="val 10536040"/>
                    <a:gd name="adj2" fmla="val 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12A919B-9B99-4449-A1F7-585C2DE7DE02}"/>
                  </a:ext>
                </a:extLst>
              </p:cNvPr>
              <p:cNvGrpSpPr/>
              <p:nvPr/>
            </p:nvGrpSpPr>
            <p:grpSpPr>
              <a:xfrm rot="10800000">
                <a:off x="3702601" y="3022913"/>
                <a:ext cx="303103" cy="547330"/>
                <a:chOff x="2693382" y="2881222"/>
                <a:chExt cx="303103" cy="768890"/>
              </a:xfrm>
            </p:grpSpPr>
            <p:sp>
              <p:nvSpPr>
                <p:cNvPr id="63" name="弧形 62">
                  <a:extLst>
                    <a:ext uri="{FF2B5EF4-FFF2-40B4-BE49-F238E27FC236}">
                      <a16:creationId xmlns:a16="http://schemas.microsoft.com/office/drawing/2014/main" id="{83AE3D86-B374-48C6-88E1-1878F37CA8A7}"/>
                    </a:ext>
                  </a:extLst>
                </p:cNvPr>
                <p:cNvSpPr/>
                <p:nvPr/>
              </p:nvSpPr>
              <p:spPr>
                <a:xfrm>
                  <a:off x="2695637" y="2881222"/>
                  <a:ext cx="300848" cy="765934"/>
                </a:xfrm>
                <a:prstGeom prst="arc">
                  <a:avLst>
                    <a:gd name="adj1" fmla="val 16199991"/>
                    <a:gd name="adj2" fmla="val 5459382"/>
                  </a:avLst>
                </a:prstGeom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弧形 63">
                  <a:extLst>
                    <a:ext uri="{FF2B5EF4-FFF2-40B4-BE49-F238E27FC236}">
                      <a16:creationId xmlns:a16="http://schemas.microsoft.com/office/drawing/2014/main" id="{B7F315CD-AAC0-44B5-87A2-B7F6C280CD98}"/>
                    </a:ext>
                  </a:extLst>
                </p:cNvPr>
                <p:cNvSpPr/>
                <p:nvPr/>
              </p:nvSpPr>
              <p:spPr>
                <a:xfrm rot="16200000">
                  <a:off x="2459938" y="3115821"/>
                  <a:ext cx="767735" cy="300847"/>
                </a:xfrm>
                <a:prstGeom prst="arc">
                  <a:avLst>
                    <a:gd name="adj1" fmla="val 10536040"/>
                    <a:gd name="adj2" fmla="val 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1742F2D-CA6C-446B-81E1-6A8D3CAF9342}"/>
              </a:ext>
            </a:extLst>
          </p:cNvPr>
          <p:cNvGrpSpPr/>
          <p:nvPr/>
        </p:nvGrpSpPr>
        <p:grpSpPr>
          <a:xfrm>
            <a:off x="5572125" y="2618523"/>
            <a:ext cx="647700" cy="629502"/>
            <a:chOff x="5876905" y="3544904"/>
            <a:chExt cx="647700" cy="629502"/>
          </a:xfrm>
        </p:grpSpPr>
        <p:graphicFrame>
          <p:nvGraphicFramePr>
            <p:cNvPr id="68" name="Object 7">
              <a:extLst>
                <a:ext uri="{FF2B5EF4-FFF2-40B4-BE49-F238E27FC236}">
                  <a16:creationId xmlns:a16="http://schemas.microsoft.com/office/drawing/2014/main" id="{594F2312-1120-43C6-8451-2D022EB2EC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042776"/>
                </p:ext>
              </p:extLst>
            </p:nvPr>
          </p:nvGraphicFramePr>
          <p:xfrm>
            <a:off x="5876905" y="3920406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024" name="Equation" r:id="rId12" imgW="647640" imgH="253800" progId="Equation.DSMT4">
                    <p:embed/>
                  </p:oleObj>
                </mc:Choice>
                <mc:Fallback>
                  <p:oleObj name="Equation" r:id="rId12" imgW="647640" imgH="253800" progId="Equation.DSMT4">
                    <p:embed/>
                    <p:pic>
                      <p:nvPicPr>
                        <p:cNvPr id="32" name="Object 7">
                          <a:extLst>
                            <a:ext uri="{FF2B5EF4-FFF2-40B4-BE49-F238E27FC236}">
                              <a16:creationId xmlns:a16="http://schemas.microsoft.com/office/drawing/2014/main" id="{F4050F81-AA78-43C7-9C74-AA5288A4C8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6905" y="3920406"/>
                          <a:ext cx="6477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0DF1AF2C-C6AF-494E-A7EA-58CD72933E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2305" y="3544904"/>
              <a:ext cx="2310" cy="356016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1FDE6AF5-79AE-4498-B40C-69577D73304F}"/>
              </a:ext>
            </a:extLst>
          </p:cNvPr>
          <p:cNvGrpSpPr/>
          <p:nvPr/>
        </p:nvGrpSpPr>
        <p:grpSpPr>
          <a:xfrm>
            <a:off x="4302125" y="2281143"/>
            <a:ext cx="977384" cy="1227232"/>
            <a:chOff x="1115050" y="2729703"/>
            <a:chExt cx="977384" cy="1227232"/>
          </a:xfrm>
        </p:grpSpPr>
        <p:graphicFrame>
          <p:nvGraphicFramePr>
            <p:cNvPr id="74" name="Object 5">
              <a:extLst>
                <a:ext uri="{FF2B5EF4-FFF2-40B4-BE49-F238E27FC236}">
                  <a16:creationId xmlns:a16="http://schemas.microsoft.com/office/drawing/2014/main" id="{EAE1F22B-3E31-4AA5-8FFA-0F5ECFE806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11161587"/>
                </p:ext>
              </p:extLst>
            </p:nvPr>
          </p:nvGraphicFramePr>
          <p:xfrm>
            <a:off x="1115050" y="3653723"/>
            <a:ext cx="474663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025" name="Equation" r:id="rId14" imgW="520560" imgH="304560" progId="Equation.DSMT4">
                    <p:embed/>
                  </p:oleObj>
                </mc:Choice>
                <mc:Fallback>
                  <p:oleObj name="Equation" r:id="rId14" imgW="520560" imgH="304560" progId="Equation.DSMT4">
                    <p:embed/>
                    <p:pic>
                      <p:nvPicPr>
                        <p:cNvPr id="38" name="Object 5">
                          <a:extLst>
                            <a:ext uri="{FF2B5EF4-FFF2-40B4-BE49-F238E27FC236}">
                              <a16:creationId xmlns:a16="http://schemas.microsoft.com/office/drawing/2014/main" id="{D0384088-6087-43C1-931E-6B200B7162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5050" y="3653723"/>
                          <a:ext cx="474663" cy="303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9EB663C-DA6C-4D8D-BDDE-BBE23A809C3E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V="1">
              <a:off x="1352785" y="2729703"/>
              <a:ext cx="739649" cy="904576"/>
            </a:xfrm>
            <a:prstGeom prst="straightConnector1">
              <a:avLst/>
            </a:prstGeom>
            <a:ln w="19050">
              <a:solidFill>
                <a:srgbClr val="33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490E1515-FB7B-45CD-B076-CD24566C6CC3}"/>
              </a:ext>
            </a:extLst>
          </p:cNvPr>
          <p:cNvGrpSpPr/>
          <p:nvPr/>
        </p:nvGrpSpPr>
        <p:grpSpPr>
          <a:xfrm rot="10800000">
            <a:off x="5127673" y="1358213"/>
            <a:ext cx="364589" cy="1170000"/>
            <a:chOff x="2695637" y="2881223"/>
            <a:chExt cx="302908" cy="768889"/>
          </a:xfrm>
          <a:solidFill>
            <a:schemeClr val="tx2">
              <a:lumMod val="20000"/>
              <a:lumOff val="80000"/>
              <a:alpha val="50000"/>
            </a:schemeClr>
          </a:solidFill>
        </p:grpSpPr>
        <p:sp>
          <p:nvSpPr>
            <p:cNvPr id="77" name="弧形 76">
              <a:extLst>
                <a:ext uri="{FF2B5EF4-FFF2-40B4-BE49-F238E27FC236}">
                  <a16:creationId xmlns:a16="http://schemas.microsoft.com/office/drawing/2014/main" id="{E9E995E3-3C73-46DE-9551-1050806FFA0A}"/>
                </a:ext>
              </a:extLst>
            </p:cNvPr>
            <p:cNvSpPr/>
            <p:nvPr/>
          </p:nvSpPr>
          <p:spPr>
            <a:xfrm>
              <a:off x="2695637" y="2881223"/>
              <a:ext cx="300848" cy="765934"/>
            </a:xfrm>
            <a:prstGeom prst="arc">
              <a:avLst>
                <a:gd name="adj1" fmla="val 16199991"/>
                <a:gd name="adj2" fmla="val 5427283"/>
              </a:avLst>
            </a:prstGeom>
            <a:grpFill/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弧形 77">
              <a:extLst>
                <a:ext uri="{FF2B5EF4-FFF2-40B4-BE49-F238E27FC236}">
                  <a16:creationId xmlns:a16="http://schemas.microsoft.com/office/drawing/2014/main" id="{FBACF99E-6B15-4000-96BA-38586DC308AF}"/>
                </a:ext>
              </a:extLst>
            </p:cNvPr>
            <p:cNvSpPr/>
            <p:nvPr/>
          </p:nvSpPr>
          <p:spPr>
            <a:xfrm rot="16200000">
              <a:off x="2464254" y="3115821"/>
              <a:ext cx="767735" cy="300847"/>
            </a:xfrm>
            <a:prstGeom prst="arc">
              <a:avLst>
                <a:gd name="adj1" fmla="val 10814432"/>
                <a:gd name="adj2" fmla="val 0"/>
              </a:avLst>
            </a:prstGeom>
            <a:grpFill/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C3A1F49-AF23-41D5-999F-7D8D3293FEE7}"/>
              </a:ext>
            </a:extLst>
          </p:cNvPr>
          <p:cNvGrpSpPr/>
          <p:nvPr/>
        </p:nvGrpSpPr>
        <p:grpSpPr>
          <a:xfrm rot="10800000">
            <a:off x="5465355" y="1247891"/>
            <a:ext cx="372356" cy="1402522"/>
            <a:chOff x="2682076" y="2873558"/>
            <a:chExt cx="309361" cy="772039"/>
          </a:xfrm>
          <a:solidFill>
            <a:schemeClr val="tx2">
              <a:lumMod val="20000"/>
              <a:lumOff val="80000"/>
              <a:alpha val="50000"/>
            </a:schemeClr>
          </a:solidFill>
        </p:grpSpPr>
        <p:sp>
          <p:nvSpPr>
            <p:cNvPr id="80" name="弧形 79">
              <a:extLst>
                <a:ext uri="{FF2B5EF4-FFF2-40B4-BE49-F238E27FC236}">
                  <a16:creationId xmlns:a16="http://schemas.microsoft.com/office/drawing/2014/main" id="{6A3CE32F-A319-4362-84E8-FD456F9B7BD6}"/>
                </a:ext>
              </a:extLst>
            </p:cNvPr>
            <p:cNvSpPr/>
            <p:nvPr/>
          </p:nvSpPr>
          <p:spPr>
            <a:xfrm>
              <a:off x="2682076" y="2873558"/>
              <a:ext cx="300848" cy="765934"/>
            </a:xfrm>
            <a:prstGeom prst="arc">
              <a:avLst>
                <a:gd name="adj1" fmla="val 16199991"/>
                <a:gd name="adj2" fmla="val 5428142"/>
              </a:avLst>
            </a:prstGeom>
            <a:grpFill/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弧形 80">
              <a:extLst>
                <a:ext uri="{FF2B5EF4-FFF2-40B4-BE49-F238E27FC236}">
                  <a16:creationId xmlns:a16="http://schemas.microsoft.com/office/drawing/2014/main" id="{A9BD3BD0-A706-4EAA-9A98-163F3A06AA9B}"/>
                </a:ext>
              </a:extLst>
            </p:cNvPr>
            <p:cNvSpPr/>
            <p:nvPr/>
          </p:nvSpPr>
          <p:spPr>
            <a:xfrm rot="16200000">
              <a:off x="2457146" y="3111306"/>
              <a:ext cx="767735" cy="300847"/>
            </a:xfrm>
            <a:prstGeom prst="arc">
              <a:avLst>
                <a:gd name="adj1" fmla="val 10814432"/>
                <a:gd name="adj2" fmla="val 0"/>
              </a:avLst>
            </a:prstGeom>
            <a:grpFill/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89A9878B-4803-4AE0-90A2-2793C1FCEECE}"/>
              </a:ext>
            </a:extLst>
          </p:cNvPr>
          <p:cNvGrpSpPr/>
          <p:nvPr/>
        </p:nvGrpSpPr>
        <p:grpSpPr>
          <a:xfrm>
            <a:off x="3291308" y="1635990"/>
            <a:ext cx="3067444" cy="640374"/>
            <a:chOff x="3291308" y="1635990"/>
            <a:chExt cx="3067444" cy="640374"/>
          </a:xfrm>
        </p:grpSpPr>
        <p:pic>
          <p:nvPicPr>
            <p:cNvPr id="39" name="Picture 3682" descr="https://img1.baidu.com/it/u=2204916706,524643446&amp;fm=26&amp;fmt=auto">
              <a:extLst>
                <a:ext uri="{FF2B5EF4-FFF2-40B4-BE49-F238E27FC236}">
                  <a16:creationId xmlns:a16="http://schemas.microsoft.com/office/drawing/2014/main" id="{730C1C2F-EC77-432F-A430-1C2C36A314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91308" y="1635990"/>
              <a:ext cx="577666" cy="6154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3682" descr="https://img1.baidu.com/it/u=2204916706,524643446&amp;fm=26&amp;fmt=auto">
              <a:extLst>
                <a:ext uri="{FF2B5EF4-FFF2-40B4-BE49-F238E27FC236}">
                  <a16:creationId xmlns:a16="http://schemas.microsoft.com/office/drawing/2014/main" id="{91E027D7-EF35-4926-9EFE-E6E04B46FD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7322" y="1716781"/>
              <a:ext cx="491430" cy="5595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4" name="Picture 3682" descr="https://img1.baidu.com/it/u=2204916706,524643446&amp;fm=26&amp;fmt=auto">
            <a:extLst>
              <a:ext uri="{FF2B5EF4-FFF2-40B4-BE49-F238E27FC236}">
                <a16:creationId xmlns:a16="http://schemas.microsoft.com/office/drawing/2014/main" id="{5375A5FC-7F58-4C30-8A5F-CA91DBAF8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14409"/>
            <a:ext cx="449090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60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0F46FCC6-40F4-41D3-A395-CC4481D12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730" y="3735070"/>
            <a:ext cx="1997869" cy="702469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sp>
        <p:nvSpPr>
          <p:cNvPr id="190472" name="Text Box 8">
            <a:extLst>
              <a:ext uri="{FF2B5EF4-FFF2-40B4-BE49-F238E27FC236}">
                <a16:creationId xmlns:a16="http://schemas.microsoft.com/office/drawing/2014/main" id="{55570A79-A1A6-4843-ABB4-3180B13B5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64" y="1944063"/>
            <a:ext cx="4523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对应的小薄片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近似看作小柱体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190473" name="Object 9">
            <a:extLst>
              <a:ext uri="{FF2B5EF4-FFF2-40B4-BE49-F238E27FC236}">
                <a16:creationId xmlns:a16="http://schemas.microsoft.com/office/drawing/2014/main" id="{066FFDDB-6D16-40E8-B6D4-448E97C87C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5778181"/>
              </p:ext>
            </p:extLst>
          </p:nvPr>
        </p:nvGraphicFramePr>
        <p:xfrm>
          <a:off x="2212975" y="2662238"/>
          <a:ext cx="17002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844" name="Equation" r:id="rId4" imgW="1701720" imgH="342720" progId="Equation.DSMT4">
                  <p:embed/>
                </p:oleObj>
              </mc:Choice>
              <mc:Fallback>
                <p:oleObj name="Equation" r:id="rId4" imgW="1701720" imgH="34272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2662238"/>
                        <a:ext cx="1700213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4" name="Text Box 10">
            <a:extLst>
              <a:ext uri="{FF2B5EF4-FFF2-40B4-BE49-F238E27FC236}">
                <a16:creationId xmlns:a16="http://schemas.microsoft.com/office/drawing/2014/main" id="{1C1DB987-80F0-46F5-A929-D79E1D8A7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63" y="3139099"/>
            <a:ext cx="1475922" cy="389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立体体积</a:t>
            </a:r>
          </a:p>
        </p:txBody>
      </p:sp>
      <p:graphicFrame>
        <p:nvGraphicFramePr>
          <p:cNvPr id="190475" name="Object 11">
            <a:extLst>
              <a:ext uri="{FF2B5EF4-FFF2-40B4-BE49-F238E27FC236}">
                <a16:creationId xmlns:a16="http://schemas.microsoft.com/office/drawing/2014/main" id="{66D8869A-806B-4227-A9D5-B34E08D79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8546167"/>
              </p:ext>
            </p:extLst>
          </p:nvPr>
        </p:nvGraphicFramePr>
        <p:xfrm>
          <a:off x="1101976" y="3737935"/>
          <a:ext cx="17526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845" name="MathType 6.0 Equation" r:id="rId6" imgW="1752480" imgH="634680" progId="Equation.DSMT4">
                  <p:embed/>
                </p:oleObj>
              </mc:Choice>
              <mc:Fallback>
                <p:oleObj name="MathType 6.0 Equation" r:id="rId6" imgW="1752480" imgH="6346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976" y="3737935"/>
                        <a:ext cx="1752600" cy="668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8">
            <a:extLst>
              <a:ext uri="{FF2B5EF4-FFF2-40B4-BE49-F238E27FC236}">
                <a16:creationId xmlns:a16="http://schemas.microsoft.com/office/drawing/2014/main" id="{B3982B2F-4AE1-4DB5-BF23-EDA416891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64" y="2541581"/>
            <a:ext cx="1475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体积元素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BD9AEA5-EFBF-43E4-8FE1-4F7016131F3F}"/>
              </a:ext>
            </a:extLst>
          </p:cNvPr>
          <p:cNvGrpSpPr/>
          <p:nvPr/>
        </p:nvGrpSpPr>
        <p:grpSpPr>
          <a:xfrm>
            <a:off x="709384" y="111505"/>
            <a:ext cx="4715557" cy="469781"/>
            <a:chOff x="874031" y="1639230"/>
            <a:chExt cx="4715557" cy="469781"/>
          </a:xfrm>
        </p:grpSpPr>
        <p:sp>
          <p:nvSpPr>
            <p:cNvPr id="20" name="Text Box 4">
              <a:extLst>
                <a:ext uri="{FF2B5EF4-FFF2-40B4-BE49-F238E27FC236}">
                  <a16:creationId xmlns:a16="http://schemas.microsoft.com/office/drawing/2014/main" id="{41F315A3-0CE1-47C3-8AD2-D2B69FEE1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031" y="1639230"/>
              <a:ext cx="17537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已知垂直于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4">
              <a:extLst>
                <a:ext uri="{FF2B5EF4-FFF2-40B4-BE49-F238E27FC236}">
                  <a16:creationId xmlns:a16="http://schemas.microsoft.com/office/drawing/2014/main" id="{9A789786-FD00-4B2A-9147-B41CA9F26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5189" y="1647346"/>
              <a:ext cx="238212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轴的截面面积为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Object 11">
              <a:extLst>
                <a:ext uri="{FF2B5EF4-FFF2-40B4-BE49-F238E27FC236}">
                  <a16:creationId xmlns:a16="http://schemas.microsoft.com/office/drawing/2014/main" id="{9549E78E-863D-4EA8-BACF-62B6E0C365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7814892"/>
                </p:ext>
              </p:extLst>
            </p:nvPr>
          </p:nvGraphicFramePr>
          <p:xfrm>
            <a:off x="2532534" y="1806883"/>
            <a:ext cx="190500" cy="21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46" name="MathType 6.0 Equation" r:id="rId8" imgW="190440" imgH="203040" progId="Equation.DSMT4">
                    <p:embed/>
                  </p:oleObj>
                </mc:Choice>
                <mc:Fallback>
                  <p:oleObj name="MathType 6.0 Equation" r:id="rId8" imgW="190440" imgH="203040" progId="Equation.DSMT4">
                    <p:embed/>
                    <p:pic>
                      <p:nvPicPr>
                        <p:cNvPr id="10" name="Object 11">
                          <a:extLst>
                            <a:ext uri="{FF2B5EF4-FFF2-40B4-BE49-F238E27FC236}">
                              <a16:creationId xmlns:a16="http://schemas.microsoft.com/office/drawing/2014/main" id="{D9CFF1A5-4C39-4B06-ACC3-DD88D88775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2534" y="1806883"/>
                          <a:ext cx="190500" cy="212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5">
              <a:extLst>
                <a:ext uri="{FF2B5EF4-FFF2-40B4-BE49-F238E27FC236}">
                  <a16:creationId xmlns:a16="http://schemas.microsoft.com/office/drawing/2014/main" id="{7F3B68EB-F3DC-4B19-A9C1-6913446889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9830797"/>
                </p:ext>
              </p:extLst>
            </p:nvPr>
          </p:nvGraphicFramePr>
          <p:xfrm>
            <a:off x="4964113" y="1735138"/>
            <a:ext cx="625475" cy="341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47" name="MathType 6.0 Equation" r:id="rId10" imgW="685800" imgH="342720" progId="Equation.DSMT4">
                    <p:embed/>
                  </p:oleObj>
                </mc:Choice>
                <mc:Fallback>
                  <p:oleObj name="MathType 6.0 Equation" r:id="rId10" imgW="685800" imgH="342720" progId="Equation.DSMT4">
                    <p:embed/>
                    <p:pic>
                      <p:nvPicPr>
                        <p:cNvPr id="11" name="Object 5">
                          <a:extLst>
                            <a:ext uri="{FF2B5EF4-FFF2-40B4-BE49-F238E27FC236}">
                              <a16:creationId xmlns:a16="http://schemas.microsoft.com/office/drawing/2014/main" id="{A813FC7B-3EE1-4FD2-88B0-B2C228E67E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4113" y="1735138"/>
                          <a:ext cx="625475" cy="341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Text Box 10">
            <a:extLst>
              <a:ext uri="{FF2B5EF4-FFF2-40B4-BE49-F238E27FC236}">
                <a16:creationId xmlns:a16="http://schemas.microsoft.com/office/drawing/2014/main" id="{AD0B0A50-EAC6-4F40-BCD3-88F54411B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60" y="639928"/>
            <a:ext cx="1922899" cy="453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求立体体积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24F5D3D-4EA1-4A5A-A112-E170D826EA69}"/>
              </a:ext>
            </a:extLst>
          </p:cNvPr>
          <p:cNvGrpSpPr/>
          <p:nvPr/>
        </p:nvGrpSpPr>
        <p:grpSpPr>
          <a:xfrm>
            <a:off x="5517248" y="103686"/>
            <a:ext cx="1563087" cy="461665"/>
            <a:chOff x="5741150" y="1622236"/>
            <a:chExt cx="1563087" cy="461665"/>
          </a:xfrm>
        </p:grpSpPr>
        <p:graphicFrame>
          <p:nvGraphicFramePr>
            <p:cNvPr id="30" name="Object 5">
              <a:extLst>
                <a:ext uri="{FF2B5EF4-FFF2-40B4-BE49-F238E27FC236}">
                  <a16:creationId xmlns:a16="http://schemas.microsoft.com/office/drawing/2014/main" id="{49D9CF7A-E61A-47A3-822B-AE787AFD2B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4497736"/>
                </p:ext>
              </p:extLst>
            </p:nvPr>
          </p:nvGraphicFramePr>
          <p:xfrm>
            <a:off x="6685112" y="1706728"/>
            <a:ext cx="619125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48" name="MathType 6.0 Equation" r:id="rId12" imgW="685800" imgH="342720" progId="Equation.DSMT4">
                    <p:embed/>
                  </p:oleObj>
                </mc:Choice>
                <mc:Fallback>
                  <p:oleObj name="MathType 6.0 Equation" r:id="rId12" imgW="685800" imgH="342720" progId="Equation.DSMT4">
                    <p:embed/>
                    <p:pic>
                      <p:nvPicPr>
                        <p:cNvPr id="6" name="Object 5">
                          <a:extLst>
                            <a:ext uri="{FF2B5EF4-FFF2-40B4-BE49-F238E27FC236}">
                              <a16:creationId xmlns:a16="http://schemas.microsoft.com/office/drawing/2014/main" id="{1B7130E3-DD09-4ADD-B9C9-37CC180492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5112" y="1706728"/>
                          <a:ext cx="619125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5">
              <a:extLst>
                <a:ext uri="{FF2B5EF4-FFF2-40B4-BE49-F238E27FC236}">
                  <a16:creationId xmlns:a16="http://schemas.microsoft.com/office/drawing/2014/main" id="{26293E19-F34F-48A8-9C90-F93F8CABF9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6523338"/>
                </p:ext>
              </p:extLst>
            </p:nvPr>
          </p:nvGraphicFramePr>
          <p:xfrm>
            <a:off x="5741150" y="1742588"/>
            <a:ext cx="557212" cy="341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49" name="MathType 6.0 Equation" r:id="rId14" imgW="609480" imgH="342720" progId="Equation.DSMT4">
                    <p:embed/>
                  </p:oleObj>
                </mc:Choice>
                <mc:Fallback>
                  <p:oleObj name="MathType 6.0 Equation" r:id="rId14" imgW="609480" imgH="342720" progId="Equation.DSMT4">
                    <p:embed/>
                    <p:pic>
                      <p:nvPicPr>
                        <p:cNvPr id="12" name="Object 5">
                          <a:extLst>
                            <a:ext uri="{FF2B5EF4-FFF2-40B4-BE49-F238E27FC236}">
                              <a16:creationId xmlns:a16="http://schemas.microsoft.com/office/drawing/2014/main" id="{D62F3D8A-69B8-4FAB-B7BD-84C2B471071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41150" y="1742588"/>
                          <a:ext cx="557212" cy="341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Text Box 31">
              <a:extLst>
                <a:ext uri="{FF2B5EF4-FFF2-40B4-BE49-F238E27FC236}">
                  <a16:creationId xmlns:a16="http://schemas.microsoft.com/office/drawing/2014/main" id="{B7EE24EC-63FD-4C3F-9C45-0BCDB5B16C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1918" y="1622236"/>
              <a:ext cx="521551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  <a:endParaRPr kumimoji="1" lang="en-US" altLang="zh-CN" sz="2400" b="1" dirty="0">
                <a:latin typeface="+mn-ea"/>
                <a:ea typeface="+mn-ea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2D7878E0-B556-4373-9982-4D7B11135988}"/>
              </a:ext>
            </a:extLst>
          </p:cNvPr>
          <p:cNvGrpSpPr/>
          <p:nvPr/>
        </p:nvGrpSpPr>
        <p:grpSpPr>
          <a:xfrm>
            <a:off x="649963" y="1426742"/>
            <a:ext cx="4280812" cy="461665"/>
            <a:chOff x="592189" y="1471150"/>
            <a:chExt cx="4280812" cy="461665"/>
          </a:xfrm>
        </p:grpSpPr>
        <p:sp>
          <p:nvSpPr>
            <p:cNvPr id="190470" name="Text Box 6">
              <a:extLst>
                <a:ext uri="{FF2B5EF4-FFF2-40B4-BE49-F238E27FC236}">
                  <a16:creationId xmlns:a16="http://schemas.microsoft.com/office/drawing/2014/main" id="{98E14F70-E1B1-479C-BB02-D36AC17A21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452" y="1471150"/>
              <a:ext cx="23860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</a:p>
          </p:txBody>
        </p:sp>
        <p:graphicFrame>
          <p:nvGraphicFramePr>
            <p:cNvPr id="190471" name="Object 7">
              <a:extLst>
                <a:ext uri="{FF2B5EF4-FFF2-40B4-BE49-F238E27FC236}">
                  <a16:creationId xmlns:a16="http://schemas.microsoft.com/office/drawing/2014/main" id="{023C073F-69DB-45CE-8B52-A4600DD291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2499124"/>
                </p:ext>
              </p:extLst>
            </p:nvPr>
          </p:nvGraphicFramePr>
          <p:xfrm>
            <a:off x="3579189" y="1522371"/>
            <a:ext cx="1293812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50" name="Equation" r:id="rId16" imgW="1295280" imgH="342720" progId="Equation.DSMT4">
                    <p:embed/>
                  </p:oleObj>
                </mc:Choice>
                <mc:Fallback>
                  <p:oleObj name="Equation" r:id="rId16" imgW="1295280" imgH="34272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9189" y="1522371"/>
                          <a:ext cx="1293812" cy="3857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5">
              <a:extLst>
                <a:ext uri="{FF2B5EF4-FFF2-40B4-BE49-F238E27FC236}">
                  <a16:creationId xmlns:a16="http://schemas.microsoft.com/office/drawing/2014/main" id="{75F27708-4CA9-47A6-ABAA-2F12427C39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2830336"/>
                </p:ext>
              </p:extLst>
            </p:nvPr>
          </p:nvGraphicFramePr>
          <p:xfrm>
            <a:off x="1037346" y="1544638"/>
            <a:ext cx="636588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51" name="MathType 6.0 Equation" r:id="rId18" imgW="634680" imgH="330120" progId="Equation.DSMT4">
                    <p:embed/>
                  </p:oleObj>
                </mc:Choice>
                <mc:Fallback>
                  <p:oleObj name="MathType 6.0 Equation" r:id="rId18" imgW="634680" imgH="33012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7346" y="1544638"/>
                          <a:ext cx="636588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Text Box 6">
              <a:extLst>
                <a:ext uri="{FF2B5EF4-FFF2-40B4-BE49-F238E27FC236}">
                  <a16:creationId xmlns:a16="http://schemas.microsoft.com/office/drawing/2014/main" id="{8721B3A6-520F-4D7B-A745-AA7C25A1E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189" y="1471150"/>
              <a:ext cx="51068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B062095-3F54-4016-BF33-9DBF62240849}"/>
              </a:ext>
            </a:extLst>
          </p:cNvPr>
          <p:cNvCxnSpPr>
            <a:cxnSpLocks/>
          </p:cNvCxnSpPr>
          <p:nvPr/>
        </p:nvCxnSpPr>
        <p:spPr>
          <a:xfrm>
            <a:off x="193242" y="1076986"/>
            <a:ext cx="8651512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Object 5">
            <a:extLst>
              <a:ext uri="{FF2B5EF4-FFF2-40B4-BE49-F238E27FC236}">
                <a16:creationId xmlns:a16="http://schemas.microsoft.com/office/drawing/2014/main" id="{55948A1B-0D24-4ADE-B80C-51199E5089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9604750"/>
              </p:ext>
            </p:extLst>
          </p:nvPr>
        </p:nvGraphicFramePr>
        <p:xfrm>
          <a:off x="6932613" y="3902075"/>
          <a:ext cx="25558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852" name="Equation" r:id="rId20" imgW="279360" imgH="253800" progId="Equation.DSMT4">
                  <p:embed/>
                </p:oleObj>
              </mc:Choice>
              <mc:Fallback>
                <p:oleObj name="Equation" r:id="rId20" imgW="279360" imgH="253800" progId="Equation.DSMT4">
                  <p:embed/>
                  <p:pic>
                    <p:nvPicPr>
                      <p:cNvPr id="31" name="Object 5">
                        <a:extLst>
                          <a:ext uri="{FF2B5EF4-FFF2-40B4-BE49-F238E27FC236}">
                            <a16:creationId xmlns:a16="http://schemas.microsoft.com/office/drawing/2014/main" id="{26293E19-F34F-48A8-9C90-F93F8CABF9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2613" y="3902075"/>
                        <a:ext cx="255587" cy="25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4" name="组合 63">
            <a:extLst>
              <a:ext uri="{FF2B5EF4-FFF2-40B4-BE49-F238E27FC236}">
                <a16:creationId xmlns:a16="http://schemas.microsoft.com/office/drawing/2014/main" id="{D3E5F93B-3F4C-452C-8D06-1937F40EF5B6}"/>
              </a:ext>
            </a:extLst>
          </p:cNvPr>
          <p:cNvGrpSpPr/>
          <p:nvPr/>
        </p:nvGrpSpPr>
        <p:grpSpPr>
          <a:xfrm>
            <a:off x="6807200" y="3891705"/>
            <a:ext cx="177800" cy="710458"/>
            <a:chOff x="5911117" y="3570243"/>
            <a:chExt cx="177800" cy="710458"/>
          </a:xfrm>
        </p:grpSpPr>
        <p:graphicFrame>
          <p:nvGraphicFramePr>
            <p:cNvPr id="65" name="Object 7">
              <a:extLst>
                <a:ext uri="{FF2B5EF4-FFF2-40B4-BE49-F238E27FC236}">
                  <a16:creationId xmlns:a16="http://schemas.microsoft.com/office/drawing/2014/main" id="{0FB3C210-75C2-4291-A440-66EA6AE168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19436395"/>
                </p:ext>
              </p:extLst>
            </p:nvPr>
          </p:nvGraphicFramePr>
          <p:xfrm>
            <a:off x="5911117" y="4090201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53" name="Equation" r:id="rId22" imgW="177480" imgH="190440" progId="Equation.DSMT4">
                    <p:embed/>
                  </p:oleObj>
                </mc:Choice>
                <mc:Fallback>
                  <p:oleObj name="Equation" r:id="rId22" imgW="177480" imgH="190440" progId="Equation.DSMT4">
                    <p:embed/>
                    <p:pic>
                      <p:nvPicPr>
                        <p:cNvPr id="52" name="Object 7">
                          <a:extLst>
                            <a:ext uri="{FF2B5EF4-FFF2-40B4-BE49-F238E27FC236}">
                              <a16:creationId xmlns:a16="http://schemas.microsoft.com/office/drawing/2014/main" id="{C5AF4E5F-25A7-4A35-BA1C-16E0276C5E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1117" y="4090201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C6F663C0-16C9-4048-9B42-33DFC2CBF704}"/>
                </a:ext>
              </a:extLst>
            </p:cNvPr>
            <p:cNvCxnSpPr>
              <a:cxnSpLocks/>
            </p:cNvCxnSpPr>
            <p:nvPr/>
          </p:nvCxnSpPr>
          <p:spPr>
            <a:xfrm>
              <a:off x="6002353" y="3570243"/>
              <a:ext cx="0" cy="425466"/>
            </a:xfrm>
            <a:prstGeom prst="line">
              <a:avLst/>
            </a:prstGeom>
            <a:ln w="15875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324BEEC1-E5F4-43C3-99AB-5779D95A48D0}"/>
              </a:ext>
            </a:extLst>
          </p:cNvPr>
          <p:cNvGrpSpPr/>
          <p:nvPr/>
        </p:nvGrpSpPr>
        <p:grpSpPr>
          <a:xfrm>
            <a:off x="3851920" y="2571750"/>
            <a:ext cx="4744393" cy="2063750"/>
            <a:chOff x="1763688" y="2588757"/>
            <a:chExt cx="4744393" cy="2063750"/>
          </a:xfrm>
        </p:grpSpPr>
        <p:sp>
          <p:nvSpPr>
            <p:cNvPr id="68" name="任意多边形: 形状 67">
              <a:extLst>
                <a:ext uri="{FF2B5EF4-FFF2-40B4-BE49-F238E27FC236}">
                  <a16:creationId xmlns:a16="http://schemas.microsoft.com/office/drawing/2014/main" id="{BBFF08D2-68C2-40BE-ABEE-18DC4ADF1CAD}"/>
                </a:ext>
              </a:extLst>
            </p:cNvPr>
            <p:cNvSpPr/>
            <p:nvPr/>
          </p:nvSpPr>
          <p:spPr>
            <a:xfrm>
              <a:off x="2339850" y="2614597"/>
              <a:ext cx="3794539" cy="1435652"/>
            </a:xfrm>
            <a:custGeom>
              <a:avLst/>
              <a:gdLst>
                <a:gd name="connsiteX0" fmla="*/ 106017 w 3794539"/>
                <a:gd name="connsiteY0" fmla="*/ 362226 h 1435652"/>
                <a:gd name="connsiteX1" fmla="*/ 313634 w 3794539"/>
                <a:gd name="connsiteY1" fmla="*/ 238539 h 1435652"/>
                <a:gd name="connsiteX2" fmla="*/ 459408 w 3794539"/>
                <a:gd name="connsiteY2" fmla="*/ 159026 h 1435652"/>
                <a:gd name="connsiteX3" fmla="*/ 671443 w 3794539"/>
                <a:gd name="connsiteY3" fmla="*/ 70678 h 1435652"/>
                <a:gd name="connsiteX4" fmla="*/ 799547 w 3794539"/>
                <a:gd name="connsiteY4" fmla="*/ 66260 h 1435652"/>
                <a:gd name="connsiteX5" fmla="*/ 905565 w 3794539"/>
                <a:gd name="connsiteY5" fmla="*/ 83930 h 1435652"/>
                <a:gd name="connsiteX6" fmla="*/ 1016000 w 3794539"/>
                <a:gd name="connsiteY6" fmla="*/ 145774 h 1435652"/>
                <a:gd name="connsiteX7" fmla="*/ 1099930 w 3794539"/>
                <a:gd name="connsiteY7" fmla="*/ 225287 h 1435652"/>
                <a:gd name="connsiteX8" fmla="*/ 1188278 w 3794539"/>
                <a:gd name="connsiteY8" fmla="*/ 295965 h 1435652"/>
                <a:gd name="connsiteX9" fmla="*/ 1303130 w 3794539"/>
                <a:gd name="connsiteY9" fmla="*/ 366643 h 1435652"/>
                <a:gd name="connsiteX10" fmla="*/ 1382643 w 3794539"/>
                <a:gd name="connsiteY10" fmla="*/ 406400 h 1435652"/>
                <a:gd name="connsiteX11" fmla="*/ 1479826 w 3794539"/>
                <a:gd name="connsiteY11" fmla="*/ 424069 h 1435652"/>
                <a:gd name="connsiteX12" fmla="*/ 1559339 w 3794539"/>
                <a:gd name="connsiteY12" fmla="*/ 424069 h 1435652"/>
                <a:gd name="connsiteX13" fmla="*/ 1669773 w 3794539"/>
                <a:gd name="connsiteY13" fmla="*/ 419652 h 1435652"/>
                <a:gd name="connsiteX14" fmla="*/ 1762539 w 3794539"/>
                <a:gd name="connsiteY14" fmla="*/ 388730 h 1435652"/>
                <a:gd name="connsiteX15" fmla="*/ 1859721 w 3794539"/>
                <a:gd name="connsiteY15" fmla="*/ 362226 h 1435652"/>
                <a:gd name="connsiteX16" fmla="*/ 2080591 w 3794539"/>
                <a:gd name="connsiteY16" fmla="*/ 273878 h 1435652"/>
                <a:gd name="connsiteX17" fmla="*/ 2323547 w 3794539"/>
                <a:gd name="connsiteY17" fmla="*/ 181113 h 1435652"/>
                <a:gd name="connsiteX18" fmla="*/ 2504660 w 3794539"/>
                <a:gd name="connsiteY18" fmla="*/ 110434 h 1435652"/>
                <a:gd name="connsiteX19" fmla="*/ 2796208 w 3794539"/>
                <a:gd name="connsiteY19" fmla="*/ 30921 h 1435652"/>
                <a:gd name="connsiteX20" fmla="*/ 2919895 w 3794539"/>
                <a:gd name="connsiteY20" fmla="*/ 0 h 1435652"/>
                <a:gd name="connsiteX21" fmla="*/ 3030330 w 3794539"/>
                <a:gd name="connsiteY21" fmla="*/ 0 h 1435652"/>
                <a:gd name="connsiteX22" fmla="*/ 3180521 w 3794539"/>
                <a:gd name="connsiteY22" fmla="*/ 26504 h 1435652"/>
                <a:gd name="connsiteX23" fmla="*/ 3308626 w 3794539"/>
                <a:gd name="connsiteY23" fmla="*/ 83930 h 1435652"/>
                <a:gd name="connsiteX24" fmla="*/ 3427895 w 3794539"/>
                <a:gd name="connsiteY24" fmla="*/ 159026 h 1435652"/>
                <a:gd name="connsiteX25" fmla="*/ 3542747 w 3794539"/>
                <a:gd name="connsiteY25" fmla="*/ 273878 h 1435652"/>
                <a:gd name="connsiteX26" fmla="*/ 3679687 w 3794539"/>
                <a:gd name="connsiteY26" fmla="*/ 424069 h 1435652"/>
                <a:gd name="connsiteX27" fmla="*/ 3723860 w 3794539"/>
                <a:gd name="connsiteY27" fmla="*/ 463826 h 1435652"/>
                <a:gd name="connsiteX28" fmla="*/ 3772452 w 3794539"/>
                <a:gd name="connsiteY28" fmla="*/ 547756 h 1435652"/>
                <a:gd name="connsiteX29" fmla="*/ 3794539 w 3794539"/>
                <a:gd name="connsiteY29" fmla="*/ 653774 h 1435652"/>
                <a:gd name="connsiteX30" fmla="*/ 3794539 w 3794539"/>
                <a:gd name="connsiteY30" fmla="*/ 759791 h 1435652"/>
                <a:gd name="connsiteX31" fmla="*/ 3759200 w 3794539"/>
                <a:gd name="connsiteY31" fmla="*/ 892313 h 1435652"/>
                <a:gd name="connsiteX32" fmla="*/ 3719443 w 3794539"/>
                <a:gd name="connsiteY32" fmla="*/ 967408 h 1435652"/>
                <a:gd name="connsiteX33" fmla="*/ 3692939 w 3794539"/>
                <a:gd name="connsiteY33" fmla="*/ 989495 h 1435652"/>
                <a:gd name="connsiteX34" fmla="*/ 3662017 w 3794539"/>
                <a:gd name="connsiteY34" fmla="*/ 985078 h 1435652"/>
                <a:gd name="connsiteX35" fmla="*/ 3595756 w 3794539"/>
                <a:gd name="connsiteY35" fmla="*/ 1073426 h 1435652"/>
                <a:gd name="connsiteX36" fmla="*/ 3476487 w 3794539"/>
                <a:gd name="connsiteY36" fmla="*/ 1214782 h 1435652"/>
                <a:gd name="connsiteX37" fmla="*/ 3348382 w 3794539"/>
                <a:gd name="connsiteY37" fmla="*/ 1325217 h 1435652"/>
                <a:gd name="connsiteX38" fmla="*/ 3242365 w 3794539"/>
                <a:gd name="connsiteY38" fmla="*/ 1382643 h 1435652"/>
                <a:gd name="connsiteX39" fmla="*/ 3171687 w 3794539"/>
                <a:gd name="connsiteY39" fmla="*/ 1404730 h 1435652"/>
                <a:gd name="connsiteX40" fmla="*/ 3065669 w 3794539"/>
                <a:gd name="connsiteY40" fmla="*/ 1422400 h 1435652"/>
                <a:gd name="connsiteX41" fmla="*/ 2893391 w 3794539"/>
                <a:gd name="connsiteY41" fmla="*/ 1435652 h 1435652"/>
                <a:gd name="connsiteX42" fmla="*/ 2734365 w 3794539"/>
                <a:gd name="connsiteY42" fmla="*/ 1387060 h 1435652"/>
                <a:gd name="connsiteX43" fmla="*/ 2615095 w 3794539"/>
                <a:gd name="connsiteY43" fmla="*/ 1356139 h 1435652"/>
                <a:gd name="connsiteX44" fmla="*/ 2266121 w 3794539"/>
                <a:gd name="connsiteY44" fmla="*/ 1223617 h 1435652"/>
                <a:gd name="connsiteX45" fmla="*/ 1762539 w 3794539"/>
                <a:gd name="connsiteY45" fmla="*/ 1020417 h 1435652"/>
                <a:gd name="connsiteX46" fmla="*/ 1625600 w 3794539"/>
                <a:gd name="connsiteY46" fmla="*/ 993913 h 1435652"/>
                <a:gd name="connsiteX47" fmla="*/ 1519582 w 3794539"/>
                <a:gd name="connsiteY47" fmla="*/ 985078 h 1435652"/>
                <a:gd name="connsiteX48" fmla="*/ 1448904 w 3794539"/>
                <a:gd name="connsiteY48" fmla="*/ 989495 h 1435652"/>
                <a:gd name="connsiteX49" fmla="*/ 1360556 w 3794539"/>
                <a:gd name="connsiteY49" fmla="*/ 998330 h 1435652"/>
                <a:gd name="connsiteX50" fmla="*/ 1210365 w 3794539"/>
                <a:gd name="connsiteY50" fmla="*/ 1069008 h 1435652"/>
                <a:gd name="connsiteX51" fmla="*/ 1091095 w 3794539"/>
                <a:gd name="connsiteY51" fmla="*/ 1170608 h 1435652"/>
                <a:gd name="connsiteX52" fmla="*/ 932069 w 3794539"/>
                <a:gd name="connsiteY52" fmla="*/ 1303130 h 1435652"/>
                <a:gd name="connsiteX53" fmla="*/ 821634 w 3794539"/>
                <a:gd name="connsiteY53" fmla="*/ 1338469 h 1435652"/>
                <a:gd name="connsiteX54" fmla="*/ 689113 w 3794539"/>
                <a:gd name="connsiteY54" fmla="*/ 1338469 h 1435652"/>
                <a:gd name="connsiteX55" fmla="*/ 477078 w 3794539"/>
                <a:gd name="connsiteY55" fmla="*/ 1289878 h 1435652"/>
                <a:gd name="connsiteX56" fmla="*/ 260626 w 3794539"/>
                <a:gd name="connsiteY56" fmla="*/ 1175026 h 1435652"/>
                <a:gd name="connsiteX57" fmla="*/ 97182 w 3794539"/>
                <a:gd name="connsiteY57" fmla="*/ 1073426 h 1435652"/>
                <a:gd name="connsiteX58" fmla="*/ 22087 w 3794539"/>
                <a:gd name="connsiteY58" fmla="*/ 962991 h 1435652"/>
                <a:gd name="connsiteX59" fmla="*/ 4417 w 3794539"/>
                <a:gd name="connsiteY59" fmla="*/ 839304 h 1435652"/>
                <a:gd name="connsiteX60" fmla="*/ 0 w 3794539"/>
                <a:gd name="connsiteY60" fmla="*/ 746539 h 1435652"/>
                <a:gd name="connsiteX61" fmla="*/ 0 w 3794539"/>
                <a:gd name="connsiteY61" fmla="*/ 614017 h 1435652"/>
                <a:gd name="connsiteX62" fmla="*/ 39756 w 3794539"/>
                <a:gd name="connsiteY62" fmla="*/ 454991 h 1435652"/>
                <a:gd name="connsiteX63" fmla="*/ 48591 w 3794539"/>
                <a:gd name="connsiteY63" fmla="*/ 397565 h 1435652"/>
                <a:gd name="connsiteX64" fmla="*/ 106017 w 3794539"/>
                <a:gd name="connsiteY64" fmla="*/ 362226 h 1435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3794539" h="1435652">
                  <a:moveTo>
                    <a:pt x="106017" y="362226"/>
                  </a:moveTo>
                  <a:lnTo>
                    <a:pt x="313634" y="238539"/>
                  </a:lnTo>
                  <a:lnTo>
                    <a:pt x="459408" y="159026"/>
                  </a:lnTo>
                  <a:lnTo>
                    <a:pt x="671443" y="70678"/>
                  </a:lnTo>
                  <a:lnTo>
                    <a:pt x="799547" y="66260"/>
                  </a:lnTo>
                  <a:lnTo>
                    <a:pt x="905565" y="83930"/>
                  </a:lnTo>
                  <a:lnTo>
                    <a:pt x="1016000" y="145774"/>
                  </a:lnTo>
                  <a:lnTo>
                    <a:pt x="1099930" y="225287"/>
                  </a:lnTo>
                  <a:lnTo>
                    <a:pt x="1188278" y="295965"/>
                  </a:lnTo>
                  <a:lnTo>
                    <a:pt x="1303130" y="366643"/>
                  </a:lnTo>
                  <a:lnTo>
                    <a:pt x="1382643" y="406400"/>
                  </a:lnTo>
                  <a:lnTo>
                    <a:pt x="1479826" y="424069"/>
                  </a:lnTo>
                  <a:lnTo>
                    <a:pt x="1559339" y="424069"/>
                  </a:lnTo>
                  <a:lnTo>
                    <a:pt x="1669773" y="419652"/>
                  </a:lnTo>
                  <a:lnTo>
                    <a:pt x="1762539" y="388730"/>
                  </a:lnTo>
                  <a:lnTo>
                    <a:pt x="1859721" y="362226"/>
                  </a:lnTo>
                  <a:lnTo>
                    <a:pt x="2080591" y="273878"/>
                  </a:lnTo>
                  <a:lnTo>
                    <a:pt x="2323547" y="181113"/>
                  </a:lnTo>
                  <a:lnTo>
                    <a:pt x="2504660" y="110434"/>
                  </a:lnTo>
                  <a:lnTo>
                    <a:pt x="2796208" y="30921"/>
                  </a:lnTo>
                  <a:lnTo>
                    <a:pt x="2919895" y="0"/>
                  </a:lnTo>
                  <a:lnTo>
                    <a:pt x="3030330" y="0"/>
                  </a:lnTo>
                  <a:lnTo>
                    <a:pt x="3180521" y="26504"/>
                  </a:lnTo>
                  <a:lnTo>
                    <a:pt x="3308626" y="83930"/>
                  </a:lnTo>
                  <a:lnTo>
                    <a:pt x="3427895" y="159026"/>
                  </a:lnTo>
                  <a:lnTo>
                    <a:pt x="3542747" y="273878"/>
                  </a:lnTo>
                  <a:lnTo>
                    <a:pt x="3679687" y="424069"/>
                  </a:lnTo>
                  <a:lnTo>
                    <a:pt x="3723860" y="463826"/>
                  </a:lnTo>
                  <a:lnTo>
                    <a:pt x="3772452" y="547756"/>
                  </a:lnTo>
                  <a:lnTo>
                    <a:pt x="3794539" y="653774"/>
                  </a:lnTo>
                  <a:lnTo>
                    <a:pt x="3794539" y="759791"/>
                  </a:lnTo>
                  <a:lnTo>
                    <a:pt x="3759200" y="892313"/>
                  </a:lnTo>
                  <a:lnTo>
                    <a:pt x="3719443" y="967408"/>
                  </a:lnTo>
                  <a:lnTo>
                    <a:pt x="3692939" y="989495"/>
                  </a:lnTo>
                  <a:lnTo>
                    <a:pt x="3662017" y="985078"/>
                  </a:lnTo>
                  <a:lnTo>
                    <a:pt x="3595756" y="1073426"/>
                  </a:lnTo>
                  <a:lnTo>
                    <a:pt x="3476487" y="1214782"/>
                  </a:lnTo>
                  <a:lnTo>
                    <a:pt x="3348382" y="1325217"/>
                  </a:lnTo>
                  <a:lnTo>
                    <a:pt x="3242365" y="1382643"/>
                  </a:lnTo>
                  <a:lnTo>
                    <a:pt x="3171687" y="1404730"/>
                  </a:lnTo>
                  <a:lnTo>
                    <a:pt x="3065669" y="1422400"/>
                  </a:lnTo>
                  <a:lnTo>
                    <a:pt x="2893391" y="1435652"/>
                  </a:lnTo>
                  <a:lnTo>
                    <a:pt x="2734365" y="1387060"/>
                  </a:lnTo>
                  <a:lnTo>
                    <a:pt x="2615095" y="1356139"/>
                  </a:lnTo>
                  <a:lnTo>
                    <a:pt x="2266121" y="1223617"/>
                  </a:lnTo>
                  <a:lnTo>
                    <a:pt x="1762539" y="1020417"/>
                  </a:lnTo>
                  <a:lnTo>
                    <a:pt x="1625600" y="993913"/>
                  </a:lnTo>
                  <a:lnTo>
                    <a:pt x="1519582" y="985078"/>
                  </a:lnTo>
                  <a:lnTo>
                    <a:pt x="1448904" y="989495"/>
                  </a:lnTo>
                  <a:lnTo>
                    <a:pt x="1360556" y="998330"/>
                  </a:lnTo>
                  <a:lnTo>
                    <a:pt x="1210365" y="1069008"/>
                  </a:lnTo>
                  <a:lnTo>
                    <a:pt x="1091095" y="1170608"/>
                  </a:lnTo>
                  <a:lnTo>
                    <a:pt x="932069" y="1303130"/>
                  </a:lnTo>
                  <a:lnTo>
                    <a:pt x="821634" y="1338469"/>
                  </a:lnTo>
                  <a:lnTo>
                    <a:pt x="689113" y="1338469"/>
                  </a:lnTo>
                  <a:lnTo>
                    <a:pt x="477078" y="1289878"/>
                  </a:lnTo>
                  <a:lnTo>
                    <a:pt x="260626" y="1175026"/>
                  </a:lnTo>
                  <a:lnTo>
                    <a:pt x="97182" y="1073426"/>
                  </a:lnTo>
                  <a:lnTo>
                    <a:pt x="22087" y="962991"/>
                  </a:lnTo>
                  <a:lnTo>
                    <a:pt x="4417" y="839304"/>
                  </a:lnTo>
                  <a:lnTo>
                    <a:pt x="0" y="746539"/>
                  </a:lnTo>
                  <a:lnTo>
                    <a:pt x="0" y="614017"/>
                  </a:lnTo>
                  <a:lnTo>
                    <a:pt x="39756" y="454991"/>
                  </a:lnTo>
                  <a:lnTo>
                    <a:pt x="48591" y="397565"/>
                  </a:lnTo>
                  <a:lnTo>
                    <a:pt x="106017" y="362226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7FFF1CF2-5006-4F7A-8723-6A2C21309AC3}"/>
                </a:ext>
              </a:extLst>
            </p:cNvPr>
            <p:cNvGrpSpPr/>
            <p:nvPr/>
          </p:nvGrpSpPr>
          <p:grpSpPr>
            <a:xfrm>
              <a:off x="1763688" y="4354727"/>
              <a:ext cx="4744393" cy="242218"/>
              <a:chOff x="1763688" y="4354727"/>
              <a:chExt cx="4744393" cy="242218"/>
            </a:xfrm>
          </p:grpSpPr>
          <p:cxnSp>
            <p:nvCxnSpPr>
              <p:cNvPr id="123" name="直接箭头连接符 122">
                <a:extLst>
                  <a:ext uri="{FF2B5EF4-FFF2-40B4-BE49-F238E27FC236}">
                    <a16:creationId xmlns:a16="http://schemas.microsoft.com/office/drawing/2014/main" id="{D3A28BEA-F4B2-4C56-B1C5-4CEB20E266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63688" y="4354727"/>
                <a:ext cx="465593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124" name="Object 7">
                <a:extLst>
                  <a:ext uri="{FF2B5EF4-FFF2-40B4-BE49-F238E27FC236}">
                    <a16:creationId xmlns:a16="http://schemas.microsoft.com/office/drawing/2014/main" id="{D82AA06B-8549-43CE-B00F-57873F18528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9985078"/>
                  </p:ext>
                </p:extLst>
              </p:nvPr>
            </p:nvGraphicFramePr>
            <p:xfrm>
              <a:off x="6330281" y="4406445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4854" name="Equation" r:id="rId24" imgW="177480" imgH="190440" progId="Equation.DSMT4">
                      <p:embed/>
                    </p:oleObj>
                  </mc:Choice>
                  <mc:Fallback>
                    <p:oleObj name="Equation" r:id="rId24" imgW="177480" imgH="190440" progId="Equation.DSMT4">
                      <p:embed/>
                      <p:pic>
                        <p:nvPicPr>
                          <p:cNvPr id="44" name="Object 7">
                            <a:extLst>
                              <a:ext uri="{FF2B5EF4-FFF2-40B4-BE49-F238E27FC236}">
                                <a16:creationId xmlns:a16="http://schemas.microsoft.com/office/drawing/2014/main" id="{8ADE6A5D-3F72-4427-A8B5-61E7FE51ABE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30281" y="4406445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7E04D09C-8DD5-44F3-BC8C-7430A1ECB8A3}"/>
                </a:ext>
              </a:extLst>
            </p:cNvPr>
            <p:cNvGrpSpPr/>
            <p:nvPr/>
          </p:nvGrpSpPr>
          <p:grpSpPr>
            <a:xfrm>
              <a:off x="2280568" y="3657600"/>
              <a:ext cx="177800" cy="955220"/>
              <a:chOff x="2280568" y="3657600"/>
              <a:chExt cx="177800" cy="955220"/>
            </a:xfrm>
          </p:grpSpPr>
          <p:graphicFrame>
            <p:nvGraphicFramePr>
              <p:cNvPr id="121" name="Object 7">
                <a:extLst>
                  <a:ext uri="{FF2B5EF4-FFF2-40B4-BE49-F238E27FC236}">
                    <a16:creationId xmlns:a16="http://schemas.microsoft.com/office/drawing/2014/main" id="{E9AC431A-25C9-4CEB-902F-28B3A8CF34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7403902"/>
                  </p:ext>
                </p:extLst>
              </p:nvPr>
            </p:nvGraphicFramePr>
            <p:xfrm>
              <a:off x="2280568" y="4422320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4855" name="Equation" r:id="rId26" imgW="177480" imgH="190440" progId="Equation.DSMT4">
                      <p:embed/>
                    </p:oleObj>
                  </mc:Choice>
                  <mc:Fallback>
                    <p:oleObj name="Equation" r:id="rId26" imgW="177480" imgH="190440" progId="Equation.DSMT4">
                      <p:embed/>
                      <p:pic>
                        <p:nvPicPr>
                          <p:cNvPr id="46" name="Object 7">
                            <a:extLst>
                              <a:ext uri="{FF2B5EF4-FFF2-40B4-BE49-F238E27FC236}">
                                <a16:creationId xmlns:a16="http://schemas.microsoft.com/office/drawing/2014/main" id="{70E7556D-4673-4DF9-BF7D-6336AE55112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80568" y="4422320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22" name="直接连接符 121">
                <a:extLst>
                  <a:ext uri="{FF2B5EF4-FFF2-40B4-BE49-F238E27FC236}">
                    <a16:creationId xmlns:a16="http://schemas.microsoft.com/office/drawing/2014/main" id="{B4BDF9E3-69B7-42FD-A5A6-7626980DC258}"/>
                  </a:ext>
                </a:extLst>
              </p:cNvPr>
              <p:cNvCxnSpPr>
                <a:cxnSpLocks/>
                <a:endCxn id="111" idx="0"/>
              </p:cNvCxnSpPr>
              <p:nvPr/>
            </p:nvCxnSpPr>
            <p:spPr>
              <a:xfrm flipV="1">
                <a:off x="2393244" y="3657600"/>
                <a:ext cx="0" cy="697127"/>
              </a:xfrm>
              <a:prstGeom prst="line">
                <a:avLst/>
              </a:prstGeom>
              <a:ln w="19050">
                <a:solidFill>
                  <a:srgbClr val="33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16343D69-7590-41FA-8EEC-6FF5BC92EFE4}"/>
                </a:ext>
              </a:extLst>
            </p:cNvPr>
            <p:cNvGrpSpPr/>
            <p:nvPr/>
          </p:nvGrpSpPr>
          <p:grpSpPr>
            <a:xfrm>
              <a:off x="5917531" y="3570243"/>
              <a:ext cx="165100" cy="1082264"/>
              <a:chOff x="5917531" y="3570243"/>
              <a:chExt cx="165100" cy="1082264"/>
            </a:xfrm>
          </p:grpSpPr>
          <p:graphicFrame>
            <p:nvGraphicFramePr>
              <p:cNvPr id="119" name="Object 7">
                <a:extLst>
                  <a:ext uri="{FF2B5EF4-FFF2-40B4-BE49-F238E27FC236}">
                    <a16:creationId xmlns:a16="http://schemas.microsoft.com/office/drawing/2014/main" id="{6BB1C6F3-F1D0-4D17-B8A5-E465D99E6B5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69489762"/>
                  </p:ext>
                </p:extLst>
              </p:nvPr>
            </p:nvGraphicFramePr>
            <p:xfrm>
              <a:off x="5917531" y="4398507"/>
              <a:ext cx="165100" cy="2540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4856" name="Equation" r:id="rId28" imgW="164880" imgH="253800" progId="Equation.DSMT4">
                      <p:embed/>
                    </p:oleObj>
                  </mc:Choice>
                  <mc:Fallback>
                    <p:oleObj name="Equation" r:id="rId28" imgW="164880" imgH="253800" progId="Equation.DSMT4">
                      <p:embed/>
                      <p:pic>
                        <p:nvPicPr>
                          <p:cNvPr id="49" name="Object 7">
                            <a:extLst>
                              <a:ext uri="{FF2B5EF4-FFF2-40B4-BE49-F238E27FC236}">
                                <a16:creationId xmlns:a16="http://schemas.microsoft.com/office/drawing/2014/main" id="{D8D404EE-0C20-431B-8A20-5CDFEEE2E37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917531" y="4398507"/>
                            <a:ext cx="165100" cy="2540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20" name="直接连接符 119">
                <a:extLst>
                  <a:ext uri="{FF2B5EF4-FFF2-40B4-BE49-F238E27FC236}">
                    <a16:creationId xmlns:a16="http://schemas.microsoft.com/office/drawing/2014/main" id="{50CF708B-8827-4AB1-AC65-08E36C0274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02353" y="3570243"/>
                <a:ext cx="10545" cy="795311"/>
              </a:xfrm>
              <a:prstGeom prst="line">
                <a:avLst/>
              </a:prstGeom>
              <a:ln w="19050">
                <a:solidFill>
                  <a:srgbClr val="33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61852EB4-1B3A-4007-B2C3-6BBC080EF0C4}"/>
                </a:ext>
              </a:extLst>
            </p:cNvPr>
            <p:cNvGrpSpPr/>
            <p:nvPr/>
          </p:nvGrpSpPr>
          <p:grpSpPr>
            <a:xfrm>
              <a:off x="2323742" y="2588757"/>
              <a:ext cx="3796919" cy="1435732"/>
              <a:chOff x="2323742" y="2588757"/>
              <a:chExt cx="3796919" cy="1435732"/>
            </a:xfrm>
          </p:grpSpPr>
          <p:sp>
            <p:nvSpPr>
              <p:cNvPr id="110" name="任意多边形: 形状 109">
                <a:extLst>
                  <a:ext uri="{FF2B5EF4-FFF2-40B4-BE49-F238E27FC236}">
                    <a16:creationId xmlns:a16="http://schemas.microsoft.com/office/drawing/2014/main" id="{A11754B7-E61C-4798-9FA9-EDFB0A77CFA3}"/>
                  </a:ext>
                </a:extLst>
              </p:cNvPr>
              <p:cNvSpPr/>
              <p:nvPr/>
            </p:nvSpPr>
            <p:spPr>
              <a:xfrm>
                <a:off x="2430091" y="2588757"/>
                <a:ext cx="3584222" cy="440273"/>
              </a:xfrm>
              <a:custGeom>
                <a:avLst/>
                <a:gdLst>
                  <a:gd name="connsiteX0" fmla="*/ 0 w 3584222"/>
                  <a:gd name="connsiteY0" fmla="*/ 366895 h 440273"/>
                  <a:gd name="connsiteX1" fmla="*/ 722489 w 3584222"/>
                  <a:gd name="connsiteY1" fmla="*/ 67740 h 440273"/>
                  <a:gd name="connsiteX2" fmla="*/ 1439334 w 3584222"/>
                  <a:gd name="connsiteY2" fmla="*/ 428984 h 440273"/>
                  <a:gd name="connsiteX3" fmla="*/ 2873022 w 3584222"/>
                  <a:gd name="connsiteY3" fmla="*/ 6 h 440273"/>
                  <a:gd name="connsiteX4" fmla="*/ 3584222 w 3584222"/>
                  <a:gd name="connsiteY4" fmla="*/ 440273 h 440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84222" h="440273">
                    <a:moveTo>
                      <a:pt x="0" y="366895"/>
                    </a:moveTo>
                    <a:cubicBezTo>
                      <a:pt x="241300" y="212143"/>
                      <a:pt x="482600" y="57392"/>
                      <a:pt x="722489" y="67740"/>
                    </a:cubicBezTo>
                    <a:cubicBezTo>
                      <a:pt x="962378" y="78088"/>
                      <a:pt x="1080912" y="440273"/>
                      <a:pt x="1439334" y="428984"/>
                    </a:cubicBezTo>
                    <a:cubicBezTo>
                      <a:pt x="1797756" y="417695"/>
                      <a:pt x="2515541" y="-1875"/>
                      <a:pt x="2873022" y="6"/>
                    </a:cubicBezTo>
                    <a:cubicBezTo>
                      <a:pt x="3230503" y="1887"/>
                      <a:pt x="3407362" y="221080"/>
                      <a:pt x="3584222" y="44027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任意多边形: 形状 110">
                <a:extLst>
                  <a:ext uri="{FF2B5EF4-FFF2-40B4-BE49-F238E27FC236}">
                    <a16:creationId xmlns:a16="http://schemas.microsoft.com/office/drawing/2014/main" id="{B11422CC-496D-450D-9A61-6AA2D6314D65}"/>
                  </a:ext>
                </a:extLst>
              </p:cNvPr>
              <p:cNvSpPr/>
              <p:nvPr/>
            </p:nvSpPr>
            <p:spPr>
              <a:xfrm>
                <a:off x="2393244" y="3572477"/>
                <a:ext cx="3612445" cy="452012"/>
              </a:xfrm>
              <a:custGeom>
                <a:avLst/>
                <a:gdLst>
                  <a:gd name="connsiteX0" fmla="*/ 0 w 3612445"/>
                  <a:gd name="connsiteY0" fmla="*/ 85123 h 452012"/>
                  <a:gd name="connsiteX1" fmla="*/ 739423 w 3612445"/>
                  <a:gd name="connsiteY1" fmla="*/ 361701 h 452012"/>
                  <a:gd name="connsiteX2" fmla="*/ 1456267 w 3612445"/>
                  <a:gd name="connsiteY2" fmla="*/ 456 h 452012"/>
                  <a:gd name="connsiteX3" fmla="*/ 2895600 w 3612445"/>
                  <a:gd name="connsiteY3" fmla="*/ 452012 h 452012"/>
                  <a:gd name="connsiteX4" fmla="*/ 3612445 w 3612445"/>
                  <a:gd name="connsiteY4" fmla="*/ 456 h 4520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2445" h="452012">
                    <a:moveTo>
                      <a:pt x="0" y="85123"/>
                    </a:moveTo>
                    <a:cubicBezTo>
                      <a:pt x="248356" y="230467"/>
                      <a:pt x="496712" y="375812"/>
                      <a:pt x="739423" y="361701"/>
                    </a:cubicBezTo>
                    <a:cubicBezTo>
                      <a:pt x="982134" y="347590"/>
                      <a:pt x="1096904" y="-14596"/>
                      <a:pt x="1456267" y="456"/>
                    </a:cubicBezTo>
                    <a:cubicBezTo>
                      <a:pt x="1815630" y="15508"/>
                      <a:pt x="2536237" y="452012"/>
                      <a:pt x="2895600" y="452012"/>
                    </a:cubicBezTo>
                    <a:cubicBezTo>
                      <a:pt x="3254963" y="452012"/>
                      <a:pt x="3433704" y="226234"/>
                      <a:pt x="3612445" y="456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A18CBE62-5B1D-4188-BA61-9FD3C6293E2D}"/>
                  </a:ext>
                </a:extLst>
              </p:cNvPr>
              <p:cNvSpPr/>
              <p:nvPr/>
            </p:nvSpPr>
            <p:spPr>
              <a:xfrm>
                <a:off x="2323742" y="2954017"/>
                <a:ext cx="232602" cy="70357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113" name="组合 112">
                <a:extLst>
                  <a:ext uri="{FF2B5EF4-FFF2-40B4-BE49-F238E27FC236}">
                    <a16:creationId xmlns:a16="http://schemas.microsoft.com/office/drawing/2014/main" id="{5FDB7045-4033-4E0D-991F-7EDE0DC06BC3}"/>
                  </a:ext>
                </a:extLst>
              </p:cNvPr>
              <p:cNvGrpSpPr/>
              <p:nvPr/>
            </p:nvGrpSpPr>
            <p:grpSpPr>
              <a:xfrm rot="10800000">
                <a:off x="5861226" y="3024471"/>
                <a:ext cx="259435" cy="560423"/>
                <a:chOff x="2693382" y="2881222"/>
                <a:chExt cx="303103" cy="768890"/>
              </a:xfrm>
            </p:grpSpPr>
            <p:sp>
              <p:nvSpPr>
                <p:cNvPr id="117" name="弧形 116">
                  <a:extLst>
                    <a:ext uri="{FF2B5EF4-FFF2-40B4-BE49-F238E27FC236}">
                      <a16:creationId xmlns:a16="http://schemas.microsoft.com/office/drawing/2014/main" id="{E7B0E6BA-6ACF-4418-9781-394846017893}"/>
                    </a:ext>
                  </a:extLst>
                </p:cNvPr>
                <p:cNvSpPr/>
                <p:nvPr/>
              </p:nvSpPr>
              <p:spPr>
                <a:xfrm>
                  <a:off x="2695637" y="2881222"/>
                  <a:ext cx="300848" cy="765934"/>
                </a:xfrm>
                <a:prstGeom prst="arc">
                  <a:avLst>
                    <a:gd name="adj1" fmla="val 16199991"/>
                    <a:gd name="adj2" fmla="val 5459382"/>
                  </a:avLst>
                </a:prstGeom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8" name="弧形 117">
                  <a:extLst>
                    <a:ext uri="{FF2B5EF4-FFF2-40B4-BE49-F238E27FC236}">
                      <a16:creationId xmlns:a16="http://schemas.microsoft.com/office/drawing/2014/main" id="{DDED5FA4-6220-4AE8-9044-0BCDA41BF1BC}"/>
                    </a:ext>
                  </a:extLst>
                </p:cNvPr>
                <p:cNvSpPr/>
                <p:nvPr/>
              </p:nvSpPr>
              <p:spPr>
                <a:xfrm rot="16200000">
                  <a:off x="2459938" y="3115821"/>
                  <a:ext cx="767735" cy="300847"/>
                </a:xfrm>
                <a:prstGeom prst="arc">
                  <a:avLst>
                    <a:gd name="adj1" fmla="val 10536040"/>
                    <a:gd name="adj2" fmla="val 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058DB58C-F514-42CF-82A1-8FFF555EF5AE}"/>
                  </a:ext>
                </a:extLst>
              </p:cNvPr>
              <p:cNvGrpSpPr/>
              <p:nvPr/>
            </p:nvGrpSpPr>
            <p:grpSpPr>
              <a:xfrm rot="10800000">
                <a:off x="3702601" y="3022913"/>
                <a:ext cx="303103" cy="547330"/>
                <a:chOff x="2693382" y="2881222"/>
                <a:chExt cx="303103" cy="768890"/>
              </a:xfrm>
            </p:grpSpPr>
            <p:sp>
              <p:nvSpPr>
                <p:cNvPr id="115" name="弧形 114">
                  <a:extLst>
                    <a:ext uri="{FF2B5EF4-FFF2-40B4-BE49-F238E27FC236}">
                      <a16:creationId xmlns:a16="http://schemas.microsoft.com/office/drawing/2014/main" id="{44E7FB9B-2981-4FA6-AF0D-3A67B4CEDAC9}"/>
                    </a:ext>
                  </a:extLst>
                </p:cNvPr>
                <p:cNvSpPr/>
                <p:nvPr/>
              </p:nvSpPr>
              <p:spPr>
                <a:xfrm>
                  <a:off x="2695637" y="2881222"/>
                  <a:ext cx="300848" cy="765934"/>
                </a:xfrm>
                <a:prstGeom prst="arc">
                  <a:avLst>
                    <a:gd name="adj1" fmla="val 16199991"/>
                    <a:gd name="adj2" fmla="val 5459382"/>
                  </a:avLst>
                </a:prstGeom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弧形 115">
                  <a:extLst>
                    <a:ext uri="{FF2B5EF4-FFF2-40B4-BE49-F238E27FC236}">
                      <a16:creationId xmlns:a16="http://schemas.microsoft.com/office/drawing/2014/main" id="{E0C8B481-08D3-4988-853F-FAB6F2D7D162}"/>
                    </a:ext>
                  </a:extLst>
                </p:cNvPr>
                <p:cNvSpPr/>
                <p:nvPr/>
              </p:nvSpPr>
              <p:spPr>
                <a:xfrm rot="16200000">
                  <a:off x="2459938" y="3115821"/>
                  <a:ext cx="767735" cy="300847"/>
                </a:xfrm>
                <a:prstGeom prst="arc">
                  <a:avLst>
                    <a:gd name="adj1" fmla="val 10536040"/>
                    <a:gd name="adj2" fmla="val 0"/>
                  </a:avLst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67B5F0FC-7B7C-4ECA-AE67-415F700893D3}"/>
              </a:ext>
            </a:extLst>
          </p:cNvPr>
          <p:cNvGrpSpPr/>
          <p:nvPr/>
        </p:nvGrpSpPr>
        <p:grpSpPr>
          <a:xfrm>
            <a:off x="7156450" y="3967270"/>
            <a:ext cx="647700" cy="628543"/>
            <a:chOff x="5877054" y="3544904"/>
            <a:chExt cx="647700" cy="628543"/>
          </a:xfrm>
        </p:grpSpPr>
        <p:graphicFrame>
          <p:nvGraphicFramePr>
            <p:cNvPr id="126" name="Object 7">
              <a:extLst>
                <a:ext uri="{FF2B5EF4-FFF2-40B4-BE49-F238E27FC236}">
                  <a16:creationId xmlns:a16="http://schemas.microsoft.com/office/drawing/2014/main" id="{E9FA2B99-AFF9-46BB-B569-8269320C80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0793319"/>
                </p:ext>
              </p:extLst>
            </p:nvPr>
          </p:nvGraphicFramePr>
          <p:xfrm>
            <a:off x="5877054" y="3919447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57" name="Equation" r:id="rId30" imgW="647640" imgH="253800" progId="Equation.DSMT4">
                    <p:embed/>
                  </p:oleObj>
                </mc:Choice>
                <mc:Fallback>
                  <p:oleObj name="Equation" r:id="rId30" imgW="647640" imgH="253800" progId="Equation.DSMT4">
                    <p:embed/>
                    <p:pic>
                      <p:nvPicPr>
                        <p:cNvPr id="68" name="Object 7">
                          <a:extLst>
                            <a:ext uri="{FF2B5EF4-FFF2-40B4-BE49-F238E27FC236}">
                              <a16:creationId xmlns:a16="http://schemas.microsoft.com/office/drawing/2014/main" id="{594F2312-1120-43C6-8451-2D022EB2EC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7054" y="3919447"/>
                          <a:ext cx="6477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14E0D32A-7B07-4C06-9007-47D78D7810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2305" y="3544904"/>
              <a:ext cx="2310" cy="356016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C723C37C-E6DB-435F-BEA8-1A35FD1C1C97}"/>
              </a:ext>
            </a:extLst>
          </p:cNvPr>
          <p:cNvGrpSpPr/>
          <p:nvPr/>
        </p:nvGrpSpPr>
        <p:grpSpPr>
          <a:xfrm rot="10800000">
            <a:off x="7062813" y="2607291"/>
            <a:ext cx="316122" cy="1349153"/>
            <a:chOff x="2693382" y="2881222"/>
            <a:chExt cx="303103" cy="768890"/>
          </a:xfrm>
          <a:solidFill>
            <a:schemeClr val="tx2">
              <a:lumMod val="20000"/>
              <a:lumOff val="80000"/>
              <a:alpha val="50000"/>
            </a:schemeClr>
          </a:solidFill>
        </p:grpSpPr>
        <p:sp>
          <p:nvSpPr>
            <p:cNvPr id="129" name="弧形 128">
              <a:extLst>
                <a:ext uri="{FF2B5EF4-FFF2-40B4-BE49-F238E27FC236}">
                  <a16:creationId xmlns:a16="http://schemas.microsoft.com/office/drawing/2014/main" id="{AD76FDC3-A0F0-41F4-9D4A-3C4EA4A66BC6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弧形 129">
              <a:extLst>
                <a:ext uri="{FF2B5EF4-FFF2-40B4-BE49-F238E27FC236}">
                  <a16:creationId xmlns:a16="http://schemas.microsoft.com/office/drawing/2014/main" id="{E8197F41-EEB1-434A-ADE1-20FEC8535AE6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grpFill/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E7BDBBE5-123E-4D01-83F6-B3FAF142FB65}"/>
              </a:ext>
            </a:extLst>
          </p:cNvPr>
          <p:cNvGrpSpPr/>
          <p:nvPr/>
        </p:nvGrpSpPr>
        <p:grpSpPr>
          <a:xfrm>
            <a:off x="5884863" y="3629890"/>
            <a:ext cx="978822" cy="1226273"/>
            <a:chOff x="1113612" y="2729703"/>
            <a:chExt cx="978822" cy="1226273"/>
          </a:xfrm>
        </p:grpSpPr>
        <p:graphicFrame>
          <p:nvGraphicFramePr>
            <p:cNvPr id="132" name="Object 5">
              <a:extLst>
                <a:ext uri="{FF2B5EF4-FFF2-40B4-BE49-F238E27FC236}">
                  <a16:creationId xmlns:a16="http://schemas.microsoft.com/office/drawing/2014/main" id="{345A3C80-C04C-469C-B3CC-00FF50F708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6107853"/>
                </p:ext>
              </p:extLst>
            </p:nvPr>
          </p:nvGraphicFramePr>
          <p:xfrm>
            <a:off x="1113612" y="3652763"/>
            <a:ext cx="476250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858" name="Equation" r:id="rId32" imgW="520560" imgH="304560" progId="Equation.DSMT4">
                    <p:embed/>
                  </p:oleObj>
                </mc:Choice>
                <mc:Fallback>
                  <p:oleObj name="Equation" r:id="rId32" imgW="520560" imgH="304560" progId="Equation.DSMT4">
                    <p:embed/>
                    <p:pic>
                      <p:nvPicPr>
                        <p:cNvPr id="74" name="Object 5">
                          <a:extLst>
                            <a:ext uri="{FF2B5EF4-FFF2-40B4-BE49-F238E27FC236}">
                              <a16:creationId xmlns:a16="http://schemas.microsoft.com/office/drawing/2014/main" id="{EAE1F22B-3E31-4AA5-8FFA-0F5ECFE806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3612" y="3652763"/>
                          <a:ext cx="476250" cy="303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4B8D1BB7-EF47-4CAC-AE5B-0B9D32C68757}"/>
                </a:ext>
              </a:extLst>
            </p:cNvPr>
            <p:cNvCxnSpPr>
              <a:cxnSpLocks/>
              <a:stCxn id="132" idx="0"/>
            </p:cNvCxnSpPr>
            <p:nvPr/>
          </p:nvCxnSpPr>
          <p:spPr>
            <a:xfrm flipV="1">
              <a:off x="1352785" y="2729703"/>
              <a:ext cx="739649" cy="904576"/>
            </a:xfrm>
            <a:prstGeom prst="straightConnector1">
              <a:avLst/>
            </a:prstGeom>
            <a:ln w="19050">
              <a:solidFill>
                <a:srgbClr val="33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C4EE2A9F-11A7-4EB8-987E-998AE805D84D}"/>
              </a:ext>
            </a:extLst>
          </p:cNvPr>
          <p:cNvGrpSpPr/>
          <p:nvPr/>
        </p:nvGrpSpPr>
        <p:grpSpPr>
          <a:xfrm rot="10800000">
            <a:off x="6766788" y="2714002"/>
            <a:ext cx="234000" cy="1159200"/>
            <a:chOff x="2693382" y="2881222"/>
            <a:chExt cx="303103" cy="768890"/>
          </a:xfrm>
          <a:solidFill>
            <a:schemeClr val="bg1">
              <a:alpha val="50000"/>
            </a:schemeClr>
          </a:solidFill>
        </p:grpSpPr>
        <p:sp>
          <p:nvSpPr>
            <p:cNvPr id="135" name="弧形 134">
              <a:extLst>
                <a:ext uri="{FF2B5EF4-FFF2-40B4-BE49-F238E27FC236}">
                  <a16:creationId xmlns:a16="http://schemas.microsoft.com/office/drawing/2014/main" id="{566121CE-A81E-43DE-B56A-9665193220DF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chemeClr val="tx2">
                  <a:lumMod val="20000"/>
                  <a:lumOff val="8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弧形 135">
              <a:extLst>
                <a:ext uri="{FF2B5EF4-FFF2-40B4-BE49-F238E27FC236}">
                  <a16:creationId xmlns:a16="http://schemas.microsoft.com/office/drawing/2014/main" id="{2EB5193F-F687-46C6-A269-81AD2B0E0D31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grpFill/>
            <a:ln w="19050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5" name="流程图: 直接访问存储器 4">
            <a:extLst>
              <a:ext uri="{FF2B5EF4-FFF2-40B4-BE49-F238E27FC236}">
                <a16:creationId xmlns:a16="http://schemas.microsoft.com/office/drawing/2014/main" id="{6F913FA8-B062-46A9-896E-05D5E2461099}"/>
              </a:ext>
            </a:extLst>
          </p:cNvPr>
          <p:cNvSpPr/>
          <p:nvPr/>
        </p:nvSpPr>
        <p:spPr>
          <a:xfrm rot="10800000">
            <a:off x="6787539" y="2715259"/>
            <a:ext cx="603967" cy="1159200"/>
          </a:xfrm>
          <a:prstGeom prst="flowChartMagneticDrum">
            <a:avLst/>
          </a:prstGeom>
          <a:solidFill>
            <a:schemeClr val="tx2">
              <a:lumMod val="20000"/>
              <a:lumOff val="80000"/>
              <a:alpha val="50000"/>
            </a:schemeClr>
          </a:solidFill>
          <a:ln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9" name="Text Box 31">
            <a:extLst>
              <a:ext uri="{FF2B5EF4-FFF2-40B4-BE49-F238E27FC236}">
                <a16:creationId xmlns:a16="http://schemas.microsoft.com/office/drawing/2014/main" id="{0A91F6DB-3762-4ABA-A354-8A6FC4532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48" y="119167"/>
            <a:ext cx="12689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上连续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pic>
        <p:nvPicPr>
          <p:cNvPr id="63" name="Picture 3682" descr="https://img1.baidu.com/it/u=2204916706,524643446&amp;fm=26&amp;fmt=auto">
            <a:extLst>
              <a:ext uri="{FF2B5EF4-FFF2-40B4-BE49-F238E27FC236}">
                <a16:creationId xmlns:a16="http://schemas.microsoft.com/office/drawing/2014/main" id="{D0FD6E90-8FA5-4E7C-AD8F-B32781059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5235" y="2983318"/>
            <a:ext cx="569706" cy="585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3682" descr="https://img1.baidu.com/it/u=2204916706,524643446&amp;fm=26&amp;fmt=auto">
            <a:extLst>
              <a:ext uri="{FF2B5EF4-FFF2-40B4-BE49-F238E27FC236}">
                <a16:creationId xmlns:a16="http://schemas.microsoft.com/office/drawing/2014/main" id="{D58EC94E-6BAE-4F26-BF5C-E29BB0156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897" y="2983318"/>
            <a:ext cx="512697" cy="52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3682" descr="https://img1.baidu.com/it/u=2204916706,524643446&amp;fm=26&amp;fmt=auto">
            <a:extLst>
              <a:ext uri="{FF2B5EF4-FFF2-40B4-BE49-F238E27FC236}">
                <a16:creationId xmlns:a16="http://schemas.microsoft.com/office/drawing/2014/main" id="{E95339B5-6CBE-4AE7-8105-ED12EF267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8330" y="3048706"/>
            <a:ext cx="449090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14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190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190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19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19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6" grpId="0" animBg="1"/>
      <p:bldP spid="190472" grpId="0" autoUpdateAnimBg="0"/>
      <p:bldP spid="190474" grpId="0" autoUpdateAnimBg="0"/>
      <p:bldP spid="24" grpId="0" autoUpdateAnimBg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6">
            <a:extLst>
              <a:ext uri="{FF2B5EF4-FFF2-40B4-BE49-F238E27FC236}">
                <a16:creationId xmlns:a16="http://schemas.microsoft.com/office/drawing/2014/main" id="{E7A7F432-E758-4671-BD80-F499E74423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66087" y="99634"/>
            <a:ext cx="865599" cy="457200"/>
          </a:xfrm>
        </p:spPr>
        <p:txBody>
          <a:bodyPr>
            <a:noAutofit/>
          </a:bodyPr>
          <a:lstStyle/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200716" name="Object 12">
            <a:extLst>
              <a:ext uri="{FF2B5EF4-FFF2-40B4-BE49-F238E27FC236}">
                <a16:creationId xmlns:a16="http://schemas.microsoft.com/office/drawing/2014/main" id="{192DE1FF-C8DE-4451-A46C-29EE40845B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597398"/>
              </p:ext>
            </p:extLst>
          </p:nvPr>
        </p:nvGraphicFramePr>
        <p:xfrm>
          <a:off x="2261811" y="1557144"/>
          <a:ext cx="15875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7" name="Equation" r:id="rId3" imgW="1587240" imgH="406080" progId="Equation.DSMT4">
                  <p:embed/>
                </p:oleObj>
              </mc:Choice>
              <mc:Fallback>
                <p:oleObj name="Equation" r:id="rId3" imgW="1587240" imgH="406080" progId="Equation.DSMT4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1811" y="1557144"/>
                        <a:ext cx="1587500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17" name="Text Box 13">
            <a:extLst>
              <a:ext uri="{FF2B5EF4-FFF2-40B4-BE49-F238E27FC236}">
                <a16:creationId xmlns:a16="http://schemas.microsoft.com/office/drawing/2014/main" id="{397BBE99-C0A3-4D6D-B963-81C069744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241" y="1058893"/>
            <a:ext cx="5216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  <a:endParaRPr kumimoji="1" lang="en-US" altLang="zh-CN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200718" name="Text Box 14">
            <a:extLst>
              <a:ext uri="{FF2B5EF4-FFF2-40B4-BE49-F238E27FC236}">
                <a16:creationId xmlns:a16="http://schemas.microsoft.com/office/drawing/2014/main" id="{0A543C35-D208-4DBE-8A3B-C901FF5B5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807" y="1479393"/>
            <a:ext cx="19389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底圆方程</a:t>
            </a:r>
          </a:p>
        </p:txBody>
      </p:sp>
      <p:sp>
        <p:nvSpPr>
          <p:cNvPr id="200720" name="Text Box 16">
            <a:extLst>
              <a:ext uri="{FF2B5EF4-FFF2-40B4-BE49-F238E27FC236}">
                <a16:creationId xmlns:a16="http://schemas.microsoft.com/office/drawing/2014/main" id="{6FEA180D-D95D-4377-88B9-FF034D655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554" y="2584865"/>
            <a:ext cx="16397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截面面积</a:t>
            </a:r>
          </a:p>
        </p:txBody>
      </p:sp>
      <p:graphicFrame>
        <p:nvGraphicFramePr>
          <p:cNvPr id="200721" name="Object 17">
            <a:extLst>
              <a:ext uri="{FF2B5EF4-FFF2-40B4-BE49-F238E27FC236}">
                <a16:creationId xmlns:a16="http://schemas.microsoft.com/office/drawing/2014/main" id="{ECDA2F65-05EB-43A2-95D6-0A0DF4A51E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18614"/>
              </p:ext>
            </p:extLst>
          </p:nvPr>
        </p:nvGraphicFramePr>
        <p:xfrm>
          <a:off x="2084685" y="2435281"/>
          <a:ext cx="2220913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8" name="Equation" r:id="rId5" imgW="2222280" imgH="723600" progId="Equation.DSMT4">
                  <p:embed/>
                </p:oleObj>
              </mc:Choice>
              <mc:Fallback>
                <p:oleObj name="Equation" r:id="rId5" imgW="2222280" imgH="72360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685" y="2435281"/>
                        <a:ext cx="2220913" cy="760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22" name="Object 18">
            <a:extLst>
              <a:ext uri="{FF2B5EF4-FFF2-40B4-BE49-F238E27FC236}">
                <a16:creationId xmlns:a16="http://schemas.microsoft.com/office/drawing/2014/main" id="{1C7A8615-3A24-4276-AEF7-6948A844A7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53782"/>
              </p:ext>
            </p:extLst>
          </p:nvPr>
        </p:nvGraphicFramePr>
        <p:xfrm>
          <a:off x="5407495" y="3320019"/>
          <a:ext cx="15113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49" name="Equation" r:id="rId7" imgW="1511280" imgH="317160" progId="Equation.DSMT4">
                  <p:embed/>
                </p:oleObj>
              </mc:Choice>
              <mc:Fallback>
                <p:oleObj name="Equation" r:id="rId7" imgW="1511280" imgH="31716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495" y="3320019"/>
                        <a:ext cx="15113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23" name="Object 19">
            <a:extLst>
              <a:ext uri="{FF2B5EF4-FFF2-40B4-BE49-F238E27FC236}">
                <a16:creationId xmlns:a16="http://schemas.microsoft.com/office/drawing/2014/main" id="{ABF43168-0330-4A3E-A710-0F4D19496B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982233"/>
              </p:ext>
            </p:extLst>
          </p:nvPr>
        </p:nvGraphicFramePr>
        <p:xfrm>
          <a:off x="1318942" y="4070578"/>
          <a:ext cx="23749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0" name="MathType 6.0 Equation" r:id="rId9" imgW="2374560" imgH="723600" progId="Equation.DSMT4">
                  <p:embed/>
                </p:oleObj>
              </mc:Choice>
              <mc:Fallback>
                <p:oleObj name="MathType 6.0 Equation" r:id="rId9" imgW="2374560" imgH="72360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8942" y="4070578"/>
                        <a:ext cx="2374900" cy="749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24" name="Object 20">
            <a:extLst>
              <a:ext uri="{FF2B5EF4-FFF2-40B4-BE49-F238E27FC236}">
                <a16:creationId xmlns:a16="http://schemas.microsoft.com/office/drawing/2014/main" id="{7EB5577C-D87D-41C5-A180-2865F5B4E9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830139"/>
              </p:ext>
            </p:extLst>
          </p:nvPr>
        </p:nvGraphicFramePr>
        <p:xfrm>
          <a:off x="3693842" y="4074200"/>
          <a:ext cx="3238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1" name="Equation" r:id="rId11" imgW="3238200" imgH="736560" progId="Equation.DSMT4">
                  <p:embed/>
                </p:oleObj>
              </mc:Choice>
              <mc:Fallback>
                <p:oleObj name="Equation" r:id="rId11" imgW="3238200" imgH="736560" progId="Equation.DSMT4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3842" y="4074200"/>
                        <a:ext cx="32385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26" name="Object 22">
            <a:extLst>
              <a:ext uri="{FF2B5EF4-FFF2-40B4-BE49-F238E27FC236}">
                <a16:creationId xmlns:a16="http://schemas.microsoft.com/office/drawing/2014/main" id="{C3032750-FE1B-4756-B87C-EAFDA4F05D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572625"/>
              </p:ext>
            </p:extLst>
          </p:nvPr>
        </p:nvGraphicFramePr>
        <p:xfrm>
          <a:off x="7029867" y="4020643"/>
          <a:ext cx="149701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2" name="Equation" r:id="rId13" imgW="1549080" imgH="736560" progId="Equation.DSMT4">
                  <p:embed/>
                </p:oleObj>
              </mc:Choice>
              <mc:Fallback>
                <p:oleObj name="Equation" r:id="rId13" imgW="1549080" imgH="73656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9867" y="4020643"/>
                        <a:ext cx="1497013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Text Box 16">
            <a:extLst>
              <a:ext uri="{FF2B5EF4-FFF2-40B4-BE49-F238E27FC236}">
                <a16:creationId xmlns:a16="http://schemas.microsoft.com/office/drawing/2014/main" id="{5172A10B-EC1F-4AF6-B7D2-DDEB727AD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021" y="3690582"/>
            <a:ext cx="1264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体积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1A36AF3-F3D1-4404-8089-49EA1923E781}"/>
              </a:ext>
            </a:extLst>
          </p:cNvPr>
          <p:cNvGrpSpPr/>
          <p:nvPr/>
        </p:nvGrpSpPr>
        <p:grpSpPr>
          <a:xfrm>
            <a:off x="1331640" y="123478"/>
            <a:ext cx="7323926" cy="474986"/>
            <a:chOff x="1447813" y="403564"/>
            <a:chExt cx="7323926" cy="474986"/>
          </a:xfrm>
        </p:grpSpPr>
        <p:sp>
          <p:nvSpPr>
            <p:cNvPr id="37" name="Rectangle 6">
              <a:extLst>
                <a:ext uri="{FF2B5EF4-FFF2-40B4-BE49-F238E27FC236}">
                  <a16:creationId xmlns:a16="http://schemas.microsoft.com/office/drawing/2014/main" id="{9DD00AFC-D045-43EE-99F6-56D67196FE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323972" y="421350"/>
              <a:ext cx="4447767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的圆柱体的底圆中心</a:t>
              </a:r>
              <a:r>
                <a:rPr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</a:t>
              </a:r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并</a:t>
              </a: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与底面</a:t>
              </a:r>
              <a:endParaRPr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BA30E48C-BF57-4080-A72A-AB4B8776F86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47813" y="403564"/>
              <a:ext cx="2643406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一平面经过半径为</a:t>
              </a:r>
              <a:endParaRPr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Object 12">
              <a:extLst>
                <a:ext uri="{FF2B5EF4-FFF2-40B4-BE49-F238E27FC236}">
                  <a16:creationId xmlns:a16="http://schemas.microsoft.com/office/drawing/2014/main" id="{EC6F83E0-AE30-4FFD-8E68-071804D84FE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78938281"/>
                </p:ext>
              </p:extLst>
            </p:nvPr>
          </p:nvGraphicFramePr>
          <p:xfrm>
            <a:off x="4091219" y="524736"/>
            <a:ext cx="241300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53" name="MathType 6.0 Equation" r:id="rId15" imgW="241200" imgH="266400" progId="Equation.DSMT4">
                    <p:embed/>
                  </p:oleObj>
                </mc:Choice>
                <mc:Fallback>
                  <p:oleObj name="MathType 6.0 Equation" r:id="rId15" imgW="241200" imgH="266400" progId="Equation.DSMT4">
                    <p:embed/>
                    <p:pic>
                      <p:nvPicPr>
                        <p:cNvPr id="200716" name="Object 12">
                          <a:extLst>
                            <a:ext uri="{FF2B5EF4-FFF2-40B4-BE49-F238E27FC236}">
                              <a16:creationId xmlns:a16="http://schemas.microsoft.com/office/drawing/2014/main" id="{192DE1FF-C8DE-4451-A46C-29EE40845B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1219" y="524736"/>
                          <a:ext cx="241300" cy="290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0728" name="Text Box 24">
            <a:extLst>
              <a:ext uri="{FF2B5EF4-FFF2-40B4-BE49-F238E27FC236}">
                <a16:creationId xmlns:a16="http://schemas.microsoft.com/office/drawing/2014/main" id="{FF192833-7608-4910-8EB5-7D8A029AF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92" y="607998"/>
            <a:ext cx="83964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交成  角，计算该平面截圆柱体所得立体的体积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41" name="Object 12">
            <a:extLst>
              <a:ext uri="{FF2B5EF4-FFF2-40B4-BE49-F238E27FC236}">
                <a16:creationId xmlns:a16="http://schemas.microsoft.com/office/drawing/2014/main" id="{E49BE72E-9DF0-494F-86CB-FF53C6A29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776274"/>
              </p:ext>
            </p:extLst>
          </p:nvPr>
        </p:nvGraphicFramePr>
        <p:xfrm>
          <a:off x="797441" y="748704"/>
          <a:ext cx="271207" cy="23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4" name="MathType 6.0 Equation" r:id="rId17" imgW="241200" imgH="215640" progId="Equation.DSMT4">
                  <p:embed/>
                </p:oleObj>
              </mc:Choice>
              <mc:Fallback>
                <p:oleObj name="MathType 6.0 Equation" r:id="rId17" imgW="241200" imgH="215640" progId="Equation.DSMT4">
                  <p:embed/>
                  <p:pic>
                    <p:nvPicPr>
                      <p:cNvPr id="40" name="Object 12">
                        <a:extLst>
                          <a:ext uri="{FF2B5EF4-FFF2-40B4-BE49-F238E27FC236}">
                            <a16:creationId xmlns:a16="http://schemas.microsoft.com/office/drawing/2014/main" id="{EC6F83E0-AE30-4FFD-8E68-071804D84F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441" y="748704"/>
                        <a:ext cx="271207" cy="234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 Box 13">
            <a:extLst>
              <a:ext uri="{FF2B5EF4-FFF2-40B4-BE49-F238E27FC236}">
                <a16:creationId xmlns:a16="http://schemas.microsoft.com/office/drawing/2014/main" id="{7B6DABF9-9A19-4D24-B44E-151C973B5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928" y="1072453"/>
            <a:ext cx="2565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如图建立坐标系</a:t>
            </a:r>
            <a:r>
              <a:rPr kumimoji="1" lang="en-US" altLang="zh-CN" sz="2400" b="1" dirty="0">
                <a:latin typeface="+mn-ea"/>
                <a:ea typeface="+mn-ea"/>
              </a:rPr>
              <a:t>,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B800CC6-97F8-4107-8B34-3493FB69A70C}"/>
              </a:ext>
            </a:extLst>
          </p:cNvPr>
          <p:cNvGrpSpPr/>
          <p:nvPr/>
        </p:nvGrpSpPr>
        <p:grpSpPr>
          <a:xfrm>
            <a:off x="611777" y="1945409"/>
            <a:ext cx="4731421" cy="469076"/>
            <a:chOff x="848691" y="2186903"/>
            <a:chExt cx="4731421" cy="469076"/>
          </a:xfrm>
        </p:grpSpPr>
        <p:sp>
          <p:nvSpPr>
            <p:cNvPr id="200719" name="Text Box 15">
              <a:extLst>
                <a:ext uri="{FF2B5EF4-FFF2-40B4-BE49-F238E27FC236}">
                  <a16:creationId xmlns:a16="http://schemas.microsoft.com/office/drawing/2014/main" id="{19B7E08F-9AB8-4EE1-916D-167F4965A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8691" y="2186903"/>
              <a:ext cx="11310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垂直于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4" name="Text Box 15">
              <a:extLst>
                <a:ext uri="{FF2B5EF4-FFF2-40B4-BE49-F238E27FC236}">
                  <a16:creationId xmlns:a16="http://schemas.microsoft.com/office/drawing/2014/main" id="{B8CF4BA2-ED52-4C1D-A12F-CED20934D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8476" y="2194314"/>
              <a:ext cx="347163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轴的截面是直角三角形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45" name="Object 12">
              <a:extLst>
                <a:ext uri="{FF2B5EF4-FFF2-40B4-BE49-F238E27FC236}">
                  <a16:creationId xmlns:a16="http://schemas.microsoft.com/office/drawing/2014/main" id="{75D21F7D-0AD0-4FCE-A9CE-F7C84926B01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0528218"/>
                </p:ext>
              </p:extLst>
            </p:nvPr>
          </p:nvGraphicFramePr>
          <p:xfrm>
            <a:off x="1939925" y="2346325"/>
            <a:ext cx="190500" cy="222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55" name="MathType 6.0 Equation" r:id="rId19" imgW="190440" imgH="203040" progId="Equation.DSMT4">
                    <p:embed/>
                  </p:oleObj>
                </mc:Choice>
                <mc:Fallback>
                  <p:oleObj name="MathType 6.0 Equation" r:id="rId19" imgW="190440" imgH="203040" progId="Equation.DSMT4">
                    <p:embed/>
                    <p:pic>
                      <p:nvPicPr>
                        <p:cNvPr id="41" name="Object 12">
                          <a:extLst>
                            <a:ext uri="{FF2B5EF4-FFF2-40B4-BE49-F238E27FC236}">
                              <a16:creationId xmlns:a16="http://schemas.microsoft.com/office/drawing/2014/main" id="{E49BE72E-9DF0-494F-86CB-FF53C6A295D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925" y="2346325"/>
                          <a:ext cx="190500" cy="222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E00F800-8F02-4B6C-B621-AE4E51AAAC3B}"/>
              </a:ext>
            </a:extLst>
          </p:cNvPr>
          <p:cNvGrpSpPr/>
          <p:nvPr/>
        </p:nvGrpSpPr>
        <p:grpSpPr>
          <a:xfrm>
            <a:off x="5910017" y="2016115"/>
            <a:ext cx="2028301" cy="1338079"/>
            <a:chOff x="5714200" y="1424403"/>
            <a:chExt cx="2046926" cy="1338079"/>
          </a:xfrm>
        </p:grpSpPr>
        <p:sp>
          <p:nvSpPr>
            <p:cNvPr id="32" name="弦形 31">
              <a:extLst>
                <a:ext uri="{FF2B5EF4-FFF2-40B4-BE49-F238E27FC236}">
                  <a16:creationId xmlns:a16="http://schemas.microsoft.com/office/drawing/2014/main" id="{60941B83-8A99-453C-BDD2-EC2699553380}"/>
                </a:ext>
              </a:extLst>
            </p:cNvPr>
            <p:cNvSpPr/>
            <p:nvPr/>
          </p:nvSpPr>
          <p:spPr>
            <a:xfrm rot="16949311" flipH="1">
              <a:off x="6146311" y="992292"/>
              <a:ext cx="1182703" cy="2046926"/>
            </a:xfrm>
            <a:prstGeom prst="chord">
              <a:avLst>
                <a:gd name="adj1" fmla="val 3006575"/>
                <a:gd name="adj2" fmla="val 1544578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33" name="Object 7">
              <a:extLst>
                <a:ext uri="{FF2B5EF4-FFF2-40B4-BE49-F238E27FC236}">
                  <a16:creationId xmlns:a16="http://schemas.microsoft.com/office/drawing/2014/main" id="{B5CB944B-DE5C-4846-BB46-A1EFC686A9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9704277"/>
                </p:ext>
              </p:extLst>
            </p:nvPr>
          </p:nvGraphicFramePr>
          <p:xfrm>
            <a:off x="6320829" y="20746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56" name="MathType 6.0 Equation" r:id="rId21" imgW="190440" imgH="203040" progId="Equation.DSMT4">
                    <p:embed/>
                  </p:oleObj>
                </mc:Choice>
                <mc:Fallback>
                  <p:oleObj name="MathType 6.0 Equation" r:id="rId21" imgW="190440" imgH="203040" progId="Equation.DSMT4">
                    <p:embed/>
                    <p:pic>
                      <p:nvPicPr>
                        <p:cNvPr id="32" name="Object 7">
                          <a:extLst>
                            <a:ext uri="{FF2B5EF4-FFF2-40B4-BE49-F238E27FC236}">
                              <a16:creationId xmlns:a16="http://schemas.microsoft.com/office/drawing/2014/main" id="{D1B8D2BF-EA81-499E-90D6-C7B2565CA4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0829" y="2074654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7">
              <a:extLst>
                <a:ext uri="{FF2B5EF4-FFF2-40B4-BE49-F238E27FC236}">
                  <a16:creationId xmlns:a16="http://schemas.microsoft.com/office/drawing/2014/main" id="{AA6F3A31-BDFA-4BB5-BB67-AEE7995035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2024700"/>
                </p:ext>
              </p:extLst>
            </p:nvPr>
          </p:nvGraphicFramePr>
          <p:xfrm>
            <a:off x="6904412" y="2533882"/>
            <a:ext cx="21628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57" name="Equation" r:id="rId23" imgW="215640" imgH="228600" progId="Equation.DSMT4">
                    <p:embed/>
                  </p:oleObj>
                </mc:Choice>
                <mc:Fallback>
                  <p:oleObj name="Equation" r:id="rId23" imgW="215640" imgH="228600" progId="Equation.DSMT4">
                    <p:embed/>
                    <p:pic>
                      <p:nvPicPr>
                        <p:cNvPr id="39" name="Object 7">
                          <a:extLst>
                            <a:ext uri="{FF2B5EF4-FFF2-40B4-BE49-F238E27FC236}">
                              <a16:creationId xmlns:a16="http://schemas.microsoft.com/office/drawing/2014/main" id="{E440602B-1A8C-498C-8A9E-293DC4CEFA1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4412" y="2533882"/>
                          <a:ext cx="21628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7138D3B-A76C-4733-AC94-0BB65C7E5E0F}"/>
              </a:ext>
            </a:extLst>
          </p:cNvPr>
          <p:cNvGrpSpPr/>
          <p:nvPr/>
        </p:nvGrpSpPr>
        <p:grpSpPr>
          <a:xfrm>
            <a:off x="5951853" y="1172666"/>
            <a:ext cx="1983600" cy="2880000"/>
            <a:chOff x="5578539" y="653219"/>
            <a:chExt cx="1981471" cy="2880000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0B56D90-EF58-4510-BF14-F16ADE0BC4AC}"/>
                </a:ext>
              </a:extLst>
            </p:cNvPr>
            <p:cNvCxnSpPr>
              <a:cxnSpLocks/>
            </p:cNvCxnSpPr>
            <p:nvPr/>
          </p:nvCxnSpPr>
          <p:spPr>
            <a:xfrm>
              <a:off x="7349507" y="1002978"/>
              <a:ext cx="0" cy="828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B0BB4103-1C2D-4071-B457-CA0C8FDD4459}"/>
                </a:ext>
              </a:extLst>
            </p:cNvPr>
            <p:cNvCxnSpPr>
              <a:cxnSpLocks/>
            </p:cNvCxnSpPr>
            <p:nvPr/>
          </p:nvCxnSpPr>
          <p:spPr>
            <a:xfrm rot="180000">
              <a:off x="7560010" y="1601119"/>
              <a:ext cx="0" cy="633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弧形 46">
              <a:extLst>
                <a:ext uri="{FF2B5EF4-FFF2-40B4-BE49-F238E27FC236}">
                  <a16:creationId xmlns:a16="http://schemas.microsoft.com/office/drawing/2014/main" id="{0C1F8506-A374-4DA5-9092-0BD182599EEE}"/>
                </a:ext>
              </a:extLst>
            </p:cNvPr>
            <p:cNvSpPr/>
            <p:nvPr/>
          </p:nvSpPr>
          <p:spPr>
            <a:xfrm rot="18700883">
              <a:off x="4984539" y="1247219"/>
              <a:ext cx="2880000" cy="1692000"/>
            </a:xfrm>
            <a:prstGeom prst="arc">
              <a:avLst>
                <a:gd name="adj1" fmla="val 15399841"/>
                <a:gd name="adj2" fmla="val 5653484"/>
              </a:avLst>
            </a:prstGeom>
            <a:solidFill>
              <a:schemeClr val="accent3">
                <a:lumMod val="20000"/>
                <a:lumOff val="80000"/>
                <a:alpha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aphicFrame>
        <p:nvGraphicFramePr>
          <p:cNvPr id="51" name="Object 7">
            <a:extLst>
              <a:ext uri="{FF2B5EF4-FFF2-40B4-BE49-F238E27FC236}">
                <a16:creationId xmlns:a16="http://schemas.microsoft.com/office/drawing/2014/main" id="{7CB7F48B-78CA-4BBA-9325-0C7E40CA97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3898862"/>
              </p:ext>
            </p:extLst>
          </p:nvPr>
        </p:nvGraphicFramePr>
        <p:xfrm>
          <a:off x="6841749" y="2396931"/>
          <a:ext cx="215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58" name="Equation" r:id="rId25" imgW="215640" imgH="190440" progId="Equation.DSMT4">
                  <p:embed/>
                </p:oleObj>
              </mc:Choice>
              <mc:Fallback>
                <p:oleObj name="Equation" r:id="rId25" imgW="215640" imgH="190440" progId="Equation.DSMT4">
                  <p:embed/>
                  <p:pic>
                    <p:nvPicPr>
                      <p:cNvPr id="43" name="Object 7">
                        <a:extLst>
                          <a:ext uri="{FF2B5EF4-FFF2-40B4-BE49-F238E27FC236}">
                            <a16:creationId xmlns:a16="http://schemas.microsoft.com/office/drawing/2014/main" id="{E0D511B2-BE90-48A5-BBCE-0BC905F352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1749" y="2396931"/>
                        <a:ext cx="2159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" name="组合 51">
            <a:extLst>
              <a:ext uri="{FF2B5EF4-FFF2-40B4-BE49-F238E27FC236}">
                <a16:creationId xmlns:a16="http://schemas.microsoft.com/office/drawing/2014/main" id="{E9A1A54B-DB74-4ACE-8BE0-3835BE190F7E}"/>
              </a:ext>
            </a:extLst>
          </p:cNvPr>
          <p:cNvGrpSpPr/>
          <p:nvPr/>
        </p:nvGrpSpPr>
        <p:grpSpPr>
          <a:xfrm>
            <a:off x="5809076" y="2019568"/>
            <a:ext cx="1993183" cy="1704513"/>
            <a:chOff x="5613259" y="1427856"/>
            <a:chExt cx="1993183" cy="1704513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8E8D4299-7D7F-4781-BC3F-99E5E2652349}"/>
                </a:ext>
              </a:extLst>
            </p:cNvPr>
            <p:cNvCxnSpPr>
              <a:cxnSpLocks/>
            </p:cNvCxnSpPr>
            <p:nvPr/>
          </p:nvCxnSpPr>
          <p:spPr>
            <a:xfrm>
              <a:off x="5613259" y="1427856"/>
              <a:ext cx="1993183" cy="15012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4" name="Object 7">
              <a:extLst>
                <a:ext uri="{FF2B5EF4-FFF2-40B4-BE49-F238E27FC236}">
                  <a16:creationId xmlns:a16="http://schemas.microsoft.com/office/drawing/2014/main" id="{2A179755-ECCA-4973-95FE-05FD99A29F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5234940"/>
                </p:ext>
              </p:extLst>
            </p:nvPr>
          </p:nvGraphicFramePr>
          <p:xfrm>
            <a:off x="7404757" y="2941869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59" name="Equation" r:id="rId27" imgW="177480" imgH="190440" progId="Equation.DSMT4">
                    <p:embed/>
                  </p:oleObj>
                </mc:Choice>
                <mc:Fallback>
                  <p:oleObj name="Equation" r:id="rId27" imgW="177480" imgH="190440" progId="Equation.DSMT4">
                    <p:embed/>
                    <p:pic>
                      <p:nvPicPr>
                        <p:cNvPr id="44" name="Object 7">
                          <a:extLst>
                            <a:ext uri="{FF2B5EF4-FFF2-40B4-BE49-F238E27FC236}">
                              <a16:creationId xmlns:a16="http://schemas.microsoft.com/office/drawing/2014/main" id="{E1A6BBC5-20CA-4AC0-A98E-3871A879FE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4757" y="2941869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6D3DCDC-58D5-4C49-B29F-FBEA125D0C27}"/>
              </a:ext>
            </a:extLst>
          </p:cNvPr>
          <p:cNvGrpSpPr/>
          <p:nvPr/>
        </p:nvGrpSpPr>
        <p:grpSpPr>
          <a:xfrm>
            <a:off x="6296336" y="2164865"/>
            <a:ext cx="2129738" cy="605384"/>
            <a:chOff x="6100519" y="1573153"/>
            <a:chExt cx="2129738" cy="605384"/>
          </a:xfrm>
        </p:grpSpPr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CE7C01CF-FD80-403D-BF45-E12915B8F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0519" y="1573153"/>
              <a:ext cx="2039994" cy="60538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7" name="Object 7">
              <a:extLst>
                <a:ext uri="{FF2B5EF4-FFF2-40B4-BE49-F238E27FC236}">
                  <a16:creationId xmlns:a16="http://schemas.microsoft.com/office/drawing/2014/main" id="{7861533F-8C8D-4CBD-9BA6-4944CA3B20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7376772"/>
                </p:ext>
              </p:extLst>
            </p:nvPr>
          </p:nvGraphicFramePr>
          <p:xfrm>
            <a:off x="8039757" y="1587732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60" name="Equation" r:id="rId29" imgW="190440" imgH="241200" progId="Equation.DSMT4">
                    <p:embed/>
                  </p:oleObj>
                </mc:Choice>
                <mc:Fallback>
                  <p:oleObj name="Equation" r:id="rId29" imgW="190440" imgH="241200" progId="Equation.DSMT4">
                    <p:embed/>
                    <p:pic>
                      <p:nvPicPr>
                        <p:cNvPr id="45" name="Object 7">
                          <a:extLst>
                            <a:ext uri="{FF2B5EF4-FFF2-40B4-BE49-F238E27FC236}">
                              <a16:creationId xmlns:a16="http://schemas.microsoft.com/office/drawing/2014/main" id="{D3DBCFAB-FB73-417B-82F5-5DD9C7FDE6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39757" y="1587732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" name="Object 7">
            <a:extLst>
              <a:ext uri="{FF2B5EF4-FFF2-40B4-BE49-F238E27FC236}">
                <a16:creationId xmlns:a16="http://schemas.microsoft.com/office/drawing/2014/main" id="{CE675273-FC13-4C0C-8EB2-34E43FFF6F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725589"/>
              </p:ext>
            </p:extLst>
          </p:nvPr>
        </p:nvGraphicFramePr>
        <p:xfrm>
          <a:off x="5665411" y="2166744"/>
          <a:ext cx="355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1" name="Equation" r:id="rId31" imgW="355320" imgH="228600" progId="Equation.DSMT4">
                  <p:embed/>
                </p:oleObj>
              </mc:Choice>
              <mc:Fallback>
                <p:oleObj name="Equation" r:id="rId31" imgW="355320" imgH="228600" progId="Equation.DSMT4">
                  <p:embed/>
                  <p:pic>
                    <p:nvPicPr>
                      <p:cNvPr id="35" name="Object 7">
                        <a:extLst>
                          <a:ext uri="{FF2B5EF4-FFF2-40B4-BE49-F238E27FC236}">
                            <a16:creationId xmlns:a16="http://schemas.microsoft.com/office/drawing/2014/main" id="{AA6F3A31-BDFA-4BB5-BB67-AEE7995035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411" y="2166744"/>
                        <a:ext cx="355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7">
            <a:extLst>
              <a:ext uri="{FF2B5EF4-FFF2-40B4-BE49-F238E27FC236}">
                <a16:creationId xmlns:a16="http://schemas.microsoft.com/office/drawing/2014/main" id="{19C7330A-942E-4C80-84E9-B2856E394D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696302"/>
              </p:ext>
            </p:extLst>
          </p:nvPr>
        </p:nvGraphicFramePr>
        <p:xfrm>
          <a:off x="6136899" y="2420744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2" name="Equation" r:id="rId33" imgW="177480" imgH="190440" progId="Equation.DSMT4">
                  <p:embed/>
                </p:oleObj>
              </mc:Choice>
              <mc:Fallback>
                <p:oleObj name="Equation" r:id="rId33" imgW="177480" imgH="190440" progId="Equation.DSMT4">
                  <p:embed/>
                  <p:pic>
                    <p:nvPicPr>
                      <p:cNvPr id="54" name="Object 7">
                        <a:extLst>
                          <a:ext uri="{FF2B5EF4-FFF2-40B4-BE49-F238E27FC236}">
                            <a16:creationId xmlns:a16="http://schemas.microsoft.com/office/drawing/2014/main" id="{2A179755-ECCA-4973-95FE-05FD99A29F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6899" y="2420744"/>
                        <a:ext cx="1778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0E492BC-0B36-4CC9-A8FE-5BE0A63338B4}"/>
              </a:ext>
            </a:extLst>
          </p:cNvPr>
          <p:cNvSpPr/>
          <p:nvPr/>
        </p:nvSpPr>
        <p:spPr>
          <a:xfrm>
            <a:off x="6340699" y="1405900"/>
            <a:ext cx="1010151" cy="1050340"/>
          </a:xfrm>
          <a:custGeom>
            <a:avLst/>
            <a:gdLst>
              <a:gd name="connsiteX0" fmla="*/ 0 w 982554"/>
              <a:gd name="connsiteY0" fmla="*/ 1045029 h 1045029"/>
              <a:gd name="connsiteX1" fmla="*/ 982554 w 982554"/>
              <a:gd name="connsiteY1" fmla="*/ 0 h 1045029"/>
              <a:gd name="connsiteX2" fmla="*/ 976874 w 982554"/>
              <a:gd name="connsiteY2" fmla="*/ 732656 h 1045029"/>
              <a:gd name="connsiteX3" fmla="*/ 0 w 982554"/>
              <a:gd name="connsiteY3" fmla="*/ 1045029 h 1045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2554" h="1045029">
                <a:moveTo>
                  <a:pt x="0" y="1045029"/>
                </a:moveTo>
                <a:lnTo>
                  <a:pt x="982554" y="0"/>
                </a:lnTo>
                <a:cubicBezTo>
                  <a:pt x="980661" y="244219"/>
                  <a:pt x="978767" y="488437"/>
                  <a:pt x="976874" y="732656"/>
                </a:cubicBezTo>
                <a:lnTo>
                  <a:pt x="0" y="1045029"/>
                </a:lnTo>
                <a:close/>
              </a:path>
            </a:pathLst>
          </a:custGeom>
          <a:solidFill>
            <a:schemeClr val="tx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DC2B18A-25D3-413B-8C71-2A222BD1F7A2}"/>
              </a:ext>
            </a:extLst>
          </p:cNvPr>
          <p:cNvGrpSpPr/>
          <p:nvPr/>
        </p:nvGrpSpPr>
        <p:grpSpPr>
          <a:xfrm>
            <a:off x="6356475" y="1392272"/>
            <a:ext cx="1012239" cy="1045265"/>
            <a:chOff x="6593389" y="1633766"/>
            <a:chExt cx="1012239" cy="1045265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D09040C8-728D-4C69-B0FC-F8F73F0BB1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10138" y="2379024"/>
              <a:ext cx="995490" cy="2977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B9B1ACA6-1B5A-4651-AB59-67E435FAA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3389" y="1644822"/>
              <a:ext cx="980346" cy="103420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EAA6260B-830D-4453-9074-5059C5A9A5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7764" y="1633766"/>
              <a:ext cx="4208" cy="754955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1" name="Object 7">
            <a:extLst>
              <a:ext uri="{FF2B5EF4-FFF2-40B4-BE49-F238E27FC236}">
                <a16:creationId xmlns:a16="http://schemas.microsoft.com/office/drawing/2014/main" id="{E26F65A8-0C12-4C27-8CDB-30561B980E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542934"/>
              </p:ext>
            </p:extLst>
          </p:nvPr>
        </p:nvGraphicFramePr>
        <p:xfrm>
          <a:off x="6543299" y="2165156"/>
          <a:ext cx="2159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3" name="Equation" r:id="rId35" imgW="215640" imgH="190440" progId="Equation.DSMT4">
                  <p:embed/>
                </p:oleObj>
              </mc:Choice>
              <mc:Fallback>
                <p:oleObj name="Equation" r:id="rId35" imgW="215640" imgH="190440" progId="Equation.DSMT4">
                  <p:embed/>
                  <p:pic>
                    <p:nvPicPr>
                      <p:cNvPr id="51" name="Object 7">
                        <a:extLst>
                          <a:ext uri="{FF2B5EF4-FFF2-40B4-BE49-F238E27FC236}">
                            <a16:creationId xmlns:a16="http://schemas.microsoft.com/office/drawing/2014/main" id="{7CB7F48B-78CA-4BBA-9325-0C7E40CA97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3299" y="2165156"/>
                        <a:ext cx="2159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9">
            <a:extLst>
              <a:ext uri="{FF2B5EF4-FFF2-40B4-BE49-F238E27FC236}">
                <a16:creationId xmlns:a16="http://schemas.microsoft.com/office/drawing/2014/main" id="{38B826EF-7804-4DC9-B703-C1DC5D15D6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299899"/>
              </p:ext>
            </p:extLst>
          </p:nvPr>
        </p:nvGraphicFramePr>
        <p:xfrm>
          <a:off x="406239" y="4154061"/>
          <a:ext cx="10160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4" name="MathType 6.0 Equation" r:id="rId37" imgW="1015920" imgH="634680" progId="Equation.DSMT4">
                  <p:embed/>
                </p:oleObj>
              </mc:Choice>
              <mc:Fallback>
                <p:oleObj name="MathType 6.0 Equation" r:id="rId37" imgW="1015920" imgH="634680" progId="Equation.DSMT4">
                  <p:embed/>
                  <p:pic>
                    <p:nvPicPr>
                      <p:cNvPr id="200723" name="Object 19">
                        <a:extLst>
                          <a:ext uri="{FF2B5EF4-FFF2-40B4-BE49-F238E27FC236}">
                            <a16:creationId xmlns:a16="http://schemas.microsoft.com/office/drawing/2014/main" id="{ABF43168-0330-4A3E-A710-0F4D19496B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39" y="4154061"/>
                        <a:ext cx="1016000" cy="657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弧形 11">
            <a:extLst>
              <a:ext uri="{FF2B5EF4-FFF2-40B4-BE49-F238E27FC236}">
                <a16:creationId xmlns:a16="http://schemas.microsoft.com/office/drawing/2014/main" id="{B850F4E1-CCD2-4D72-97F7-5848ED4CBB1A}"/>
              </a:ext>
            </a:extLst>
          </p:cNvPr>
          <p:cNvSpPr/>
          <p:nvPr/>
        </p:nvSpPr>
        <p:spPr>
          <a:xfrm rot="21160251">
            <a:off x="6723514" y="2410133"/>
            <a:ext cx="1202400" cy="800592"/>
          </a:xfrm>
          <a:prstGeom prst="arc">
            <a:avLst>
              <a:gd name="adj1" fmla="val 10094"/>
              <a:gd name="adj2" fmla="val 512176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C348A66-EB86-489B-8B62-F82C1C2D6D9C}"/>
              </a:ext>
            </a:extLst>
          </p:cNvPr>
          <p:cNvGrpSpPr/>
          <p:nvPr/>
        </p:nvGrpSpPr>
        <p:grpSpPr>
          <a:xfrm>
            <a:off x="6364777" y="2138962"/>
            <a:ext cx="1010463" cy="303262"/>
            <a:chOff x="7318901" y="6259350"/>
            <a:chExt cx="1010463" cy="303262"/>
          </a:xfrm>
        </p:grpSpPr>
        <p:graphicFrame>
          <p:nvGraphicFramePr>
            <p:cNvPr id="62" name="Object 7">
              <a:extLst>
                <a:ext uri="{FF2B5EF4-FFF2-40B4-BE49-F238E27FC236}">
                  <a16:creationId xmlns:a16="http://schemas.microsoft.com/office/drawing/2014/main" id="{54C3D757-FC59-41ED-8AB7-0A308097CB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3630029"/>
                </p:ext>
              </p:extLst>
            </p:nvPr>
          </p:nvGraphicFramePr>
          <p:xfrm>
            <a:off x="8062573" y="6298244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365" name="Equation" r:id="rId39" imgW="190440" imgH="241200" progId="Equation.DSMT4">
                    <p:embed/>
                  </p:oleObj>
                </mc:Choice>
                <mc:Fallback>
                  <p:oleObj name="Equation" r:id="rId39" imgW="190440" imgH="241200" progId="Equation.DSMT4">
                    <p:embed/>
                    <p:pic>
                      <p:nvPicPr>
                        <p:cNvPr id="57" name="Object 7">
                          <a:extLst>
                            <a:ext uri="{FF2B5EF4-FFF2-40B4-BE49-F238E27FC236}">
                              <a16:creationId xmlns:a16="http://schemas.microsoft.com/office/drawing/2014/main" id="{7861533F-8C8D-4CBD-9BA6-4944CA3B20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62573" y="6298244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AB19EF0-98A2-4C16-9A0B-027B64E084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8901" y="6259350"/>
              <a:ext cx="1010463" cy="303262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97DC324-98B4-4B31-A517-AFA996A5E16D}"/>
              </a:ext>
            </a:extLst>
          </p:cNvPr>
          <p:cNvGrpSpPr/>
          <p:nvPr/>
        </p:nvGrpSpPr>
        <p:grpSpPr>
          <a:xfrm>
            <a:off x="6650634" y="1505216"/>
            <a:ext cx="1082048" cy="1159949"/>
            <a:chOff x="6463669" y="909147"/>
            <a:chExt cx="1069511" cy="1157901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C71DD34D-9BB3-4275-8B49-C31F1BD697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7436" y="1748133"/>
              <a:ext cx="1060658" cy="3189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BC4550E2-74BD-4D01-8CF2-B47540AD90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3669" y="909147"/>
              <a:ext cx="1069511" cy="11550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43D00BA-2AB9-42C0-882C-9009D4E190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321461"/>
              </p:ext>
            </p:extLst>
          </p:nvPr>
        </p:nvGraphicFramePr>
        <p:xfrm>
          <a:off x="2701258" y="3255969"/>
          <a:ext cx="233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66" name="Equation" r:id="rId41" imgW="2336760" imgH="723600" progId="Equation.DSMT4">
                  <p:embed/>
                </p:oleObj>
              </mc:Choice>
              <mc:Fallback>
                <p:oleObj name="Equation" r:id="rId41" imgW="23367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701258" y="3255969"/>
                        <a:ext cx="2336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992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0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200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3000"/>
                                        <p:tgtEl>
                                          <p:spTgt spid="20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2000"/>
                                        <p:tgtEl>
                                          <p:spTgt spid="20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000"/>
                                        <p:tgtEl>
                                          <p:spTgt spid="20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3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3000"/>
                                        <p:tgtEl>
                                          <p:spTgt spid="20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2000"/>
                                        <p:tgtEl>
                                          <p:spTgt spid="20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7" grpId="0" autoUpdateAnimBg="0"/>
      <p:bldP spid="200718" grpId="0" autoUpdateAnimBg="0"/>
      <p:bldP spid="200720" grpId="0" autoUpdateAnimBg="0"/>
      <p:bldP spid="39" grpId="0" autoUpdateAnimBg="0"/>
      <p:bldP spid="42" grpId="0" autoUpdateAnimBg="0"/>
      <p:bldP spid="17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4" name="Rectangle 14">
            <a:extLst>
              <a:ext uri="{FF2B5EF4-FFF2-40B4-BE49-F238E27FC236}">
                <a16:creationId xmlns:a16="http://schemas.microsoft.com/office/drawing/2014/main" id="{E1CEF711-B174-4D49-8DBC-9E9B5793FE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67270" y="250826"/>
            <a:ext cx="1061382" cy="45720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  <a:cs typeface="Times New Roman" panose="02020603050405020304" pitchFamily="18" charset="0"/>
              </a:rPr>
              <a:t>思考</a:t>
            </a:r>
            <a:endParaRPr lang="en-US" altLang="zh-CN" sz="2400" b="1" dirty="0">
              <a:solidFill>
                <a:srgbClr val="3366FF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01746" name="Object 18">
            <a:extLst>
              <a:ext uri="{FF2B5EF4-FFF2-40B4-BE49-F238E27FC236}">
                <a16:creationId xmlns:a16="http://schemas.microsoft.com/office/drawing/2014/main" id="{050E3E43-82A2-488C-BE10-A5CA32203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2460"/>
              </p:ext>
            </p:extLst>
          </p:nvPr>
        </p:nvGraphicFramePr>
        <p:xfrm>
          <a:off x="2222889" y="2165868"/>
          <a:ext cx="223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21" name="Equation" r:id="rId3" imgW="2234880" imgH="342720" progId="Equation.DSMT4">
                  <p:embed/>
                </p:oleObj>
              </mc:Choice>
              <mc:Fallback>
                <p:oleObj name="Equation" r:id="rId3" imgW="2234880" imgH="34272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889" y="2165868"/>
                        <a:ext cx="22352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0" name="Object 22">
            <a:extLst>
              <a:ext uri="{FF2B5EF4-FFF2-40B4-BE49-F238E27FC236}">
                <a16:creationId xmlns:a16="http://schemas.microsoft.com/office/drawing/2014/main" id="{5149775B-E81C-4ACB-A8C0-A208A9066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900743"/>
              </p:ext>
            </p:extLst>
          </p:nvPr>
        </p:nvGraphicFramePr>
        <p:xfrm>
          <a:off x="2811463" y="2481263"/>
          <a:ext cx="25781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22" name="Equation" r:id="rId5" imgW="2577960" imgH="495000" progId="Equation.DSMT4">
                  <p:embed/>
                </p:oleObj>
              </mc:Choice>
              <mc:Fallback>
                <p:oleObj name="Equation" r:id="rId5" imgW="2577960" imgH="49500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1463" y="2481263"/>
                        <a:ext cx="257810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751" name="Object 23">
            <a:extLst>
              <a:ext uri="{FF2B5EF4-FFF2-40B4-BE49-F238E27FC236}">
                <a16:creationId xmlns:a16="http://schemas.microsoft.com/office/drawing/2014/main" id="{0A94161A-9CAA-46D9-95F6-AF5E8E0C7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964236"/>
              </p:ext>
            </p:extLst>
          </p:nvPr>
        </p:nvGraphicFramePr>
        <p:xfrm>
          <a:off x="1710050" y="3123369"/>
          <a:ext cx="952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23" name="MathType 6.0 Equation" r:id="rId7" imgW="952200" imgH="634680" progId="Equation.DSMT4">
                  <p:embed/>
                </p:oleObj>
              </mc:Choice>
              <mc:Fallback>
                <p:oleObj name="MathType 6.0 Equation" r:id="rId7" imgW="952200" imgH="634680" progId="Equation.DSMT4">
                  <p:embed/>
                  <p:pic>
                    <p:nvPicPr>
                      <p:cNvPr id="0" name="Picture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050" y="3123369"/>
                        <a:ext cx="9525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6">
            <a:extLst>
              <a:ext uri="{FF2B5EF4-FFF2-40B4-BE49-F238E27FC236}">
                <a16:creationId xmlns:a16="http://schemas.microsoft.com/office/drawing/2014/main" id="{A247709E-D15D-45B1-AD7A-BAEE3C059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81" y="2095789"/>
            <a:ext cx="143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截面面积</a:t>
            </a:r>
            <a:endParaRPr kumimoji="1" lang="zh-CN" altLang="en-US" sz="21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37" name="Text Box 16">
            <a:extLst>
              <a:ext uri="{FF2B5EF4-FFF2-40B4-BE49-F238E27FC236}">
                <a16:creationId xmlns:a16="http://schemas.microsoft.com/office/drawing/2014/main" id="{099AE226-2F16-4880-9CED-6A17D893F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81" y="3203909"/>
            <a:ext cx="1264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体积</a:t>
            </a:r>
          </a:p>
        </p:txBody>
      </p:sp>
      <p:graphicFrame>
        <p:nvGraphicFramePr>
          <p:cNvPr id="38" name="Object 22">
            <a:extLst>
              <a:ext uri="{FF2B5EF4-FFF2-40B4-BE49-F238E27FC236}">
                <a16:creationId xmlns:a16="http://schemas.microsoft.com/office/drawing/2014/main" id="{89BF8A79-6425-46D9-9BEA-C98523F61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898116"/>
              </p:ext>
            </p:extLst>
          </p:nvPr>
        </p:nvGraphicFramePr>
        <p:xfrm>
          <a:off x="1970088" y="3744913"/>
          <a:ext cx="1547812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24" name="Equation" r:id="rId9" imgW="1549080" imgH="736560" progId="Equation.DSMT4">
                  <p:embed/>
                </p:oleObj>
              </mc:Choice>
              <mc:Fallback>
                <p:oleObj name="Equation" r:id="rId9" imgW="1549080" imgH="736560" progId="Equation.DSMT4">
                  <p:embed/>
                  <p:pic>
                    <p:nvPicPr>
                      <p:cNvPr id="0" name="Picture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3744913"/>
                        <a:ext cx="1547812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D30A356E-B428-4346-BAB6-D3EF843F5F94}"/>
              </a:ext>
            </a:extLst>
          </p:cNvPr>
          <p:cNvGrpSpPr/>
          <p:nvPr/>
        </p:nvGrpSpPr>
        <p:grpSpPr>
          <a:xfrm>
            <a:off x="2093950" y="703526"/>
            <a:ext cx="3844752" cy="464016"/>
            <a:chOff x="1444827" y="404884"/>
            <a:chExt cx="3844752" cy="464016"/>
          </a:xfrm>
        </p:grpSpPr>
        <p:sp>
          <p:nvSpPr>
            <p:cNvPr id="39" name="Rectangle 14">
              <a:extLst>
                <a:ext uri="{FF2B5EF4-FFF2-40B4-BE49-F238E27FC236}">
                  <a16:creationId xmlns:a16="http://schemas.microsoft.com/office/drawing/2014/main" id="{F7800699-BA5A-4368-893E-E08AC53B1BD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444827" y="404884"/>
              <a:ext cx="1787127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即可否选择</a:t>
              </a:r>
              <a:endParaRPr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14">
              <a:extLst>
                <a:ext uri="{FF2B5EF4-FFF2-40B4-BE49-F238E27FC236}">
                  <a16:creationId xmlns:a16="http://schemas.microsoft.com/office/drawing/2014/main" id="{4BD484D8-EEC6-4505-8865-0CC95F958652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304146" y="411700"/>
              <a:ext cx="1985433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作积分变量？</a:t>
              </a:r>
              <a:endParaRPr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" name="Object 22">
              <a:extLst>
                <a:ext uri="{FF2B5EF4-FFF2-40B4-BE49-F238E27FC236}">
                  <a16:creationId xmlns:a16="http://schemas.microsoft.com/office/drawing/2014/main" id="{31CEF71E-BD00-4589-9330-EB93B9599A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9057441"/>
                </p:ext>
              </p:extLst>
            </p:nvPr>
          </p:nvGraphicFramePr>
          <p:xfrm>
            <a:off x="3124999" y="535182"/>
            <a:ext cx="215900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25" name="MathType 6.0 Equation" r:id="rId11" imgW="215640" imgH="266400" progId="Equation.DSMT4">
                    <p:embed/>
                  </p:oleObj>
                </mc:Choice>
                <mc:Fallback>
                  <p:oleObj name="MathType 6.0 Equation" r:id="rId11" imgW="215640" imgH="266400" progId="Equation.DSMT4">
                    <p:embed/>
                    <p:pic>
                      <p:nvPicPr>
                        <p:cNvPr id="201750" name="Object 22">
                          <a:extLst>
                            <a:ext uri="{FF2B5EF4-FFF2-40B4-BE49-F238E27FC236}">
                              <a16:creationId xmlns:a16="http://schemas.microsoft.com/office/drawing/2014/main" id="{5149775B-E81C-4ACB-A8C0-A208A90661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4999" y="535182"/>
                          <a:ext cx="215900" cy="290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B4DA0A7C-A5E7-450B-9460-49AE24172E5A}"/>
              </a:ext>
            </a:extLst>
          </p:cNvPr>
          <p:cNvGrpSpPr/>
          <p:nvPr/>
        </p:nvGrpSpPr>
        <p:grpSpPr>
          <a:xfrm>
            <a:off x="2065844" y="226670"/>
            <a:ext cx="3586165" cy="457200"/>
            <a:chOff x="3799073" y="4043289"/>
            <a:chExt cx="3586165" cy="457200"/>
          </a:xfrm>
        </p:grpSpPr>
        <p:sp>
          <p:nvSpPr>
            <p:cNvPr id="43" name="Rectangle 14">
              <a:extLst>
                <a:ext uri="{FF2B5EF4-FFF2-40B4-BE49-F238E27FC236}">
                  <a16:creationId xmlns:a16="http://schemas.microsoft.com/office/drawing/2014/main" id="{9E7990C7-1BEB-479A-B8EA-209479C4769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3799073" y="4043289"/>
              <a:ext cx="2072142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可否垂直于</a:t>
              </a:r>
              <a:endParaRPr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14">
              <a:extLst>
                <a:ext uri="{FF2B5EF4-FFF2-40B4-BE49-F238E27FC236}">
                  <a16:creationId xmlns:a16="http://schemas.microsoft.com/office/drawing/2014/main" id="{C54E5DB2-9433-4A65-A9AD-D5FE4C15222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682574" y="4043289"/>
              <a:ext cx="1702664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轴切薄片？</a:t>
              </a:r>
              <a:endParaRPr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5" name="Object 22">
              <a:extLst>
                <a:ext uri="{FF2B5EF4-FFF2-40B4-BE49-F238E27FC236}">
                  <a16:creationId xmlns:a16="http://schemas.microsoft.com/office/drawing/2014/main" id="{78B5C4F1-53B0-4BD2-B117-2C2031A1D5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5932529"/>
                </p:ext>
              </p:extLst>
            </p:nvPr>
          </p:nvGraphicFramePr>
          <p:xfrm>
            <a:off x="5466674" y="4186590"/>
            <a:ext cx="215900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26" name="MathType 6.0 Equation" r:id="rId13" imgW="215640" imgH="266400" progId="Equation.DSMT4">
                    <p:embed/>
                  </p:oleObj>
                </mc:Choice>
                <mc:Fallback>
                  <p:oleObj name="MathType 6.0 Equation" r:id="rId13" imgW="215640" imgH="266400" progId="Equation.DSMT4">
                    <p:embed/>
                    <p:pic>
                      <p:nvPicPr>
                        <p:cNvPr id="41" name="Object 22">
                          <a:extLst>
                            <a:ext uri="{FF2B5EF4-FFF2-40B4-BE49-F238E27FC236}">
                              <a16:creationId xmlns:a16="http://schemas.microsoft.com/office/drawing/2014/main" id="{31CEF71E-BD00-4589-9330-EB93B9599A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6674" y="4186590"/>
                          <a:ext cx="215900" cy="290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BCC5C02-74EA-450D-9ADB-ADB9C5BAD082}"/>
              </a:ext>
            </a:extLst>
          </p:cNvPr>
          <p:cNvGrpSpPr/>
          <p:nvPr/>
        </p:nvGrpSpPr>
        <p:grpSpPr>
          <a:xfrm>
            <a:off x="770748" y="1526410"/>
            <a:ext cx="3801252" cy="469076"/>
            <a:chOff x="848691" y="2186903"/>
            <a:chExt cx="3801252" cy="469076"/>
          </a:xfrm>
        </p:grpSpPr>
        <p:sp>
          <p:nvSpPr>
            <p:cNvPr id="50" name="Text Box 15">
              <a:extLst>
                <a:ext uri="{FF2B5EF4-FFF2-40B4-BE49-F238E27FC236}">
                  <a16:creationId xmlns:a16="http://schemas.microsoft.com/office/drawing/2014/main" id="{F3686626-7EE5-4750-8F0D-E602ADA98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8691" y="2186903"/>
              <a:ext cx="113102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垂直于</a:t>
              </a:r>
              <a:endParaRPr kumimoji="1" lang="en-US" altLang="zh-CN" sz="24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2A85172D-BEB3-4390-B0F8-835E45CC1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8476" y="2194314"/>
              <a:ext cx="254146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轴的截面是矩形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53" name="Object 12">
              <a:extLst>
                <a:ext uri="{FF2B5EF4-FFF2-40B4-BE49-F238E27FC236}">
                  <a16:creationId xmlns:a16="http://schemas.microsoft.com/office/drawing/2014/main" id="{039C8DC8-B29B-42AC-B89C-E3D12551A2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7927528"/>
                </p:ext>
              </p:extLst>
            </p:nvPr>
          </p:nvGraphicFramePr>
          <p:xfrm>
            <a:off x="1927887" y="2310727"/>
            <a:ext cx="2159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27" name="MathType 6.0 Equation" r:id="rId15" imgW="215640" imgH="266400" progId="Equation.DSMT4">
                    <p:embed/>
                  </p:oleObj>
                </mc:Choice>
                <mc:Fallback>
                  <p:oleObj name="MathType 6.0 Equation" r:id="rId15" imgW="215640" imgH="266400" progId="Equation.DSMT4">
                    <p:embed/>
                    <p:pic>
                      <p:nvPicPr>
                        <p:cNvPr id="45" name="Object 12">
                          <a:extLst>
                            <a:ext uri="{FF2B5EF4-FFF2-40B4-BE49-F238E27FC236}">
                              <a16:creationId xmlns:a16="http://schemas.microsoft.com/office/drawing/2014/main" id="{75D21F7D-0AD0-4FCE-A9CE-F7C84926B0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887" y="2310727"/>
                          <a:ext cx="215900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3ABFEC5-44D6-4857-A0E1-056F385C06EA}"/>
              </a:ext>
            </a:extLst>
          </p:cNvPr>
          <p:cNvCxnSpPr>
            <a:cxnSpLocks/>
          </p:cNvCxnSpPr>
          <p:nvPr/>
        </p:nvCxnSpPr>
        <p:spPr>
          <a:xfrm flipV="1">
            <a:off x="-113911" y="1261324"/>
            <a:ext cx="9144000" cy="106788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1575D0E7-041D-480D-A584-9909B640C165}"/>
              </a:ext>
            </a:extLst>
          </p:cNvPr>
          <p:cNvGrpSpPr/>
          <p:nvPr/>
        </p:nvGrpSpPr>
        <p:grpSpPr>
          <a:xfrm>
            <a:off x="6146931" y="2257609"/>
            <a:ext cx="2028301" cy="1338079"/>
            <a:chOff x="5714200" y="1424403"/>
            <a:chExt cx="2046926" cy="1338079"/>
          </a:xfrm>
        </p:grpSpPr>
        <p:sp>
          <p:nvSpPr>
            <p:cNvPr id="59" name="弦形 58">
              <a:extLst>
                <a:ext uri="{FF2B5EF4-FFF2-40B4-BE49-F238E27FC236}">
                  <a16:creationId xmlns:a16="http://schemas.microsoft.com/office/drawing/2014/main" id="{6CB1038C-F8EB-4498-9340-707324FA2DE3}"/>
                </a:ext>
              </a:extLst>
            </p:cNvPr>
            <p:cNvSpPr/>
            <p:nvPr/>
          </p:nvSpPr>
          <p:spPr>
            <a:xfrm rot="16949311" flipH="1">
              <a:off x="6146311" y="992292"/>
              <a:ext cx="1182703" cy="2046926"/>
            </a:xfrm>
            <a:prstGeom prst="chord">
              <a:avLst>
                <a:gd name="adj1" fmla="val 3006575"/>
                <a:gd name="adj2" fmla="val 1544578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60" name="Object 7">
              <a:extLst>
                <a:ext uri="{FF2B5EF4-FFF2-40B4-BE49-F238E27FC236}">
                  <a16:creationId xmlns:a16="http://schemas.microsoft.com/office/drawing/2014/main" id="{E3BCE7DC-22AB-4EE2-A19C-66C92622A1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2077964"/>
                </p:ext>
              </p:extLst>
            </p:nvPr>
          </p:nvGraphicFramePr>
          <p:xfrm>
            <a:off x="6320829" y="207465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28" name="MathType 6.0 Equation" r:id="rId17" imgW="190440" imgH="203040" progId="Equation.DSMT4">
                    <p:embed/>
                  </p:oleObj>
                </mc:Choice>
                <mc:Fallback>
                  <p:oleObj name="MathType 6.0 Equation" r:id="rId17" imgW="190440" imgH="203040" progId="Equation.DSMT4">
                    <p:embed/>
                    <p:pic>
                      <p:nvPicPr>
                        <p:cNvPr id="31" name="Object 7">
                          <a:extLst>
                            <a:ext uri="{FF2B5EF4-FFF2-40B4-BE49-F238E27FC236}">
                              <a16:creationId xmlns:a16="http://schemas.microsoft.com/office/drawing/2014/main" id="{6ABC4CCC-77F3-4AAB-A1E2-04313893F9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0829" y="2074654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7">
              <a:extLst>
                <a:ext uri="{FF2B5EF4-FFF2-40B4-BE49-F238E27FC236}">
                  <a16:creationId xmlns:a16="http://schemas.microsoft.com/office/drawing/2014/main" id="{3E0D7609-945B-4E44-88B4-4FBC6092CB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9931987"/>
                </p:ext>
              </p:extLst>
            </p:nvPr>
          </p:nvGraphicFramePr>
          <p:xfrm>
            <a:off x="6904412" y="2533882"/>
            <a:ext cx="21628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29" name="Equation" r:id="rId19" imgW="215640" imgH="228600" progId="Equation.DSMT4">
                    <p:embed/>
                  </p:oleObj>
                </mc:Choice>
                <mc:Fallback>
                  <p:oleObj name="Equation" r:id="rId19" imgW="215640" imgH="228600" progId="Equation.DSMT4">
                    <p:embed/>
                    <p:pic>
                      <p:nvPicPr>
                        <p:cNvPr id="32" name="Object 7">
                          <a:extLst>
                            <a:ext uri="{FF2B5EF4-FFF2-40B4-BE49-F238E27FC236}">
                              <a16:creationId xmlns:a16="http://schemas.microsoft.com/office/drawing/2014/main" id="{C38E6F1F-2243-4884-99CF-2780337847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4412" y="2533882"/>
                          <a:ext cx="21628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" name="任意多边形: 形状 62">
            <a:extLst>
              <a:ext uri="{FF2B5EF4-FFF2-40B4-BE49-F238E27FC236}">
                <a16:creationId xmlns:a16="http://schemas.microsoft.com/office/drawing/2014/main" id="{68A89B8F-6344-4966-8486-B54F89A92F0F}"/>
              </a:ext>
            </a:extLst>
          </p:cNvPr>
          <p:cNvSpPr/>
          <p:nvPr/>
        </p:nvSpPr>
        <p:spPr>
          <a:xfrm>
            <a:off x="6681901" y="2027713"/>
            <a:ext cx="1352417" cy="1218134"/>
          </a:xfrm>
          <a:custGeom>
            <a:avLst/>
            <a:gdLst>
              <a:gd name="connsiteX0" fmla="*/ 6394 w 1352417"/>
              <a:gd name="connsiteY0" fmla="*/ 0 h 1218134"/>
              <a:gd name="connsiteX1" fmla="*/ 0 w 1352417"/>
              <a:gd name="connsiteY1" fmla="*/ 227001 h 1218134"/>
              <a:gd name="connsiteX2" fmla="*/ 1349220 w 1352417"/>
              <a:gd name="connsiteY2" fmla="*/ 1218134 h 1218134"/>
              <a:gd name="connsiteX3" fmla="*/ 1352417 w 1352417"/>
              <a:gd name="connsiteY3" fmla="*/ 872836 h 1218134"/>
              <a:gd name="connsiteX4" fmla="*/ 6394 w 1352417"/>
              <a:gd name="connsiteY4" fmla="*/ 0 h 1218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2417" h="1218134">
                <a:moveTo>
                  <a:pt x="6394" y="0"/>
                </a:moveTo>
                <a:lnTo>
                  <a:pt x="0" y="227001"/>
                </a:lnTo>
                <a:lnTo>
                  <a:pt x="1349220" y="1218134"/>
                </a:lnTo>
                <a:cubicBezTo>
                  <a:pt x="1350286" y="1103035"/>
                  <a:pt x="1351351" y="987935"/>
                  <a:pt x="1352417" y="872836"/>
                </a:cubicBezTo>
                <a:lnTo>
                  <a:pt x="6394" y="0"/>
                </a:lnTo>
                <a:close/>
              </a:path>
            </a:pathLst>
          </a:custGeom>
          <a:solidFill>
            <a:srgbClr val="F5D8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1B8297D-EA20-4C7C-AA0C-074CE35DE191}"/>
              </a:ext>
            </a:extLst>
          </p:cNvPr>
          <p:cNvGrpSpPr/>
          <p:nvPr/>
        </p:nvGrpSpPr>
        <p:grpSpPr>
          <a:xfrm>
            <a:off x="6665225" y="2013215"/>
            <a:ext cx="1369093" cy="1247130"/>
            <a:chOff x="6677366" y="2011814"/>
            <a:chExt cx="1369093" cy="1247130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D195DE66-9400-4AF2-9E1C-33D6B88D595C}"/>
                </a:ext>
              </a:extLst>
            </p:cNvPr>
            <p:cNvCxnSpPr>
              <a:cxnSpLocks/>
            </p:cNvCxnSpPr>
            <p:nvPr/>
          </p:nvCxnSpPr>
          <p:spPr>
            <a:xfrm>
              <a:off x="6677366" y="2244497"/>
              <a:ext cx="1369093" cy="1014447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D824B9F8-BB1A-46AB-8CE7-91F2BA1090F5}"/>
                </a:ext>
              </a:extLst>
            </p:cNvPr>
            <p:cNvCxnSpPr/>
            <p:nvPr/>
          </p:nvCxnSpPr>
          <p:spPr>
            <a:xfrm>
              <a:off x="6688898" y="2012998"/>
              <a:ext cx="0" cy="2340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30BA08FF-87A6-4277-8A0F-740CDF7C2484}"/>
                </a:ext>
              </a:extLst>
            </p:cNvPr>
            <p:cNvCxnSpPr/>
            <p:nvPr/>
          </p:nvCxnSpPr>
          <p:spPr>
            <a:xfrm>
              <a:off x="8038513" y="2872286"/>
              <a:ext cx="0" cy="37080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B2F63FC2-3755-4039-8DC0-6C7E2E90CC17}"/>
                </a:ext>
              </a:extLst>
            </p:cNvPr>
            <p:cNvCxnSpPr>
              <a:cxnSpLocks/>
            </p:cNvCxnSpPr>
            <p:nvPr/>
          </p:nvCxnSpPr>
          <p:spPr>
            <a:xfrm>
              <a:off x="6688191" y="2011814"/>
              <a:ext cx="1337278" cy="864798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2B92DE35-2ACF-41C9-B8D2-3AA6148DBE53}"/>
              </a:ext>
            </a:extLst>
          </p:cNvPr>
          <p:cNvGrpSpPr/>
          <p:nvPr/>
        </p:nvGrpSpPr>
        <p:grpSpPr>
          <a:xfrm>
            <a:off x="6045990" y="2261062"/>
            <a:ext cx="1993183" cy="1710648"/>
            <a:chOff x="5613259" y="1427856"/>
            <a:chExt cx="1993183" cy="1710648"/>
          </a:xfrm>
        </p:grpSpPr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AEC649F7-B047-4269-A963-B2E986B13D67}"/>
                </a:ext>
              </a:extLst>
            </p:cNvPr>
            <p:cNvCxnSpPr>
              <a:cxnSpLocks/>
            </p:cNvCxnSpPr>
            <p:nvPr/>
          </p:nvCxnSpPr>
          <p:spPr>
            <a:xfrm>
              <a:off x="5613259" y="1427856"/>
              <a:ext cx="1993183" cy="15012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5" name="Object 7">
              <a:extLst>
                <a:ext uri="{FF2B5EF4-FFF2-40B4-BE49-F238E27FC236}">
                  <a16:creationId xmlns:a16="http://schemas.microsoft.com/office/drawing/2014/main" id="{090290C2-346D-4CB4-8A6F-08A0FB0553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5531571"/>
                </p:ext>
              </p:extLst>
            </p:nvPr>
          </p:nvGraphicFramePr>
          <p:xfrm>
            <a:off x="7398854" y="293530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30" name="MathType 6.0 Equation" r:id="rId21" imgW="190440" imgH="203040" progId="Equation.DSMT4">
                    <p:embed/>
                  </p:oleObj>
                </mc:Choice>
                <mc:Fallback>
                  <p:oleObj name="MathType 6.0 Equation" r:id="rId21" imgW="190440" imgH="203040" progId="Equation.DSMT4">
                    <p:embed/>
                    <p:pic>
                      <p:nvPicPr>
                        <p:cNvPr id="40" name="Object 7">
                          <a:extLst>
                            <a:ext uri="{FF2B5EF4-FFF2-40B4-BE49-F238E27FC236}">
                              <a16:creationId xmlns:a16="http://schemas.microsoft.com/office/drawing/2014/main" id="{35BD9A54-FF24-40A8-BB87-0E14191957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8854" y="2935304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E97236A2-8117-4ACC-912D-59505F86BCB0}"/>
              </a:ext>
            </a:extLst>
          </p:cNvPr>
          <p:cNvGrpSpPr/>
          <p:nvPr/>
        </p:nvGrpSpPr>
        <p:grpSpPr>
          <a:xfrm>
            <a:off x="6533250" y="2406359"/>
            <a:ext cx="2129738" cy="605384"/>
            <a:chOff x="6100519" y="1573153"/>
            <a:chExt cx="2129738" cy="605384"/>
          </a:xfrm>
        </p:grpSpPr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5E21BF9B-C7D0-41B0-8488-77261A4940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0519" y="1573153"/>
              <a:ext cx="2039994" cy="60538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8" name="Object 7">
              <a:extLst>
                <a:ext uri="{FF2B5EF4-FFF2-40B4-BE49-F238E27FC236}">
                  <a16:creationId xmlns:a16="http://schemas.microsoft.com/office/drawing/2014/main" id="{5537A134-9A0B-4114-8AAE-B8D8DD30D77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3377038"/>
                </p:ext>
              </p:extLst>
            </p:nvPr>
          </p:nvGraphicFramePr>
          <p:xfrm>
            <a:off x="8039757" y="1587732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31" name="Equation" r:id="rId23" imgW="190440" imgH="241200" progId="Equation.DSMT4">
                    <p:embed/>
                  </p:oleObj>
                </mc:Choice>
                <mc:Fallback>
                  <p:oleObj name="Equation" r:id="rId23" imgW="190440" imgH="241200" progId="Equation.DSMT4">
                    <p:embed/>
                    <p:pic>
                      <p:nvPicPr>
                        <p:cNvPr id="43" name="Object 7">
                          <a:extLst>
                            <a:ext uri="{FF2B5EF4-FFF2-40B4-BE49-F238E27FC236}">
                              <a16:creationId xmlns:a16="http://schemas.microsoft.com/office/drawing/2014/main" id="{8CE64595-DDFA-41B7-AF51-1D364E1733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39757" y="1587732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" name="Object 7">
            <a:extLst>
              <a:ext uri="{FF2B5EF4-FFF2-40B4-BE49-F238E27FC236}">
                <a16:creationId xmlns:a16="http://schemas.microsoft.com/office/drawing/2014/main" id="{5CFD167F-3DA7-46CE-A294-C17973D736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8823848"/>
              </p:ext>
            </p:extLst>
          </p:nvPr>
        </p:nvGraphicFramePr>
        <p:xfrm>
          <a:off x="5902325" y="2408238"/>
          <a:ext cx="355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32" name="Equation" r:id="rId25" imgW="355320" imgH="228600" progId="Equation.DSMT4">
                  <p:embed/>
                </p:oleObj>
              </mc:Choice>
              <mc:Fallback>
                <p:oleObj name="Equation" r:id="rId25" imgW="355320" imgH="228600" progId="Equation.DSMT4">
                  <p:embed/>
                  <p:pic>
                    <p:nvPicPr>
                      <p:cNvPr id="44" name="Object 7">
                        <a:extLst>
                          <a:ext uri="{FF2B5EF4-FFF2-40B4-BE49-F238E27FC236}">
                            <a16:creationId xmlns:a16="http://schemas.microsoft.com/office/drawing/2014/main" id="{7F5D9330-187E-4DC9-BE16-B2D65A6ACE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2325" y="2408238"/>
                        <a:ext cx="3556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弧形 80">
            <a:extLst>
              <a:ext uri="{FF2B5EF4-FFF2-40B4-BE49-F238E27FC236}">
                <a16:creationId xmlns:a16="http://schemas.microsoft.com/office/drawing/2014/main" id="{EB3E691B-124C-4891-B008-31B1BA56C4EC}"/>
              </a:ext>
            </a:extLst>
          </p:cNvPr>
          <p:cNvSpPr/>
          <p:nvPr/>
        </p:nvSpPr>
        <p:spPr>
          <a:xfrm rot="21160251">
            <a:off x="6960428" y="2651627"/>
            <a:ext cx="1202400" cy="800592"/>
          </a:xfrm>
          <a:prstGeom prst="arc">
            <a:avLst>
              <a:gd name="adj1" fmla="val 10094"/>
              <a:gd name="adj2" fmla="val 512176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EAF2097-2285-46C9-8E14-1E3C36E6D902}"/>
              </a:ext>
            </a:extLst>
          </p:cNvPr>
          <p:cNvGrpSpPr/>
          <p:nvPr/>
        </p:nvGrpSpPr>
        <p:grpSpPr>
          <a:xfrm>
            <a:off x="6886251" y="1743339"/>
            <a:ext cx="1069511" cy="1165507"/>
            <a:chOff x="6463669" y="909147"/>
            <a:chExt cx="1069511" cy="1165507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234B08C8-FB18-4877-93C6-071624DA29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3670" y="1755739"/>
              <a:ext cx="1060658" cy="3189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0437B751-BFA0-4C10-B343-2E6FE37787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3669" y="909147"/>
              <a:ext cx="1069511" cy="11550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12D95FBC-C2DC-4E21-B026-9B819527B25D}"/>
              </a:ext>
            </a:extLst>
          </p:cNvPr>
          <p:cNvCxnSpPr>
            <a:cxnSpLocks/>
          </p:cNvCxnSpPr>
          <p:nvPr/>
        </p:nvCxnSpPr>
        <p:spPr>
          <a:xfrm>
            <a:off x="7371284" y="2459685"/>
            <a:ext cx="0" cy="28800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A49F15B0-D1AB-4A76-89A1-4524F5217E0B}"/>
              </a:ext>
            </a:extLst>
          </p:cNvPr>
          <p:cNvGrpSpPr/>
          <p:nvPr/>
        </p:nvGrpSpPr>
        <p:grpSpPr>
          <a:xfrm>
            <a:off x="6269006" y="2636917"/>
            <a:ext cx="1117517" cy="964323"/>
            <a:chOff x="6215920" y="2618733"/>
            <a:chExt cx="1117517" cy="964323"/>
          </a:xfrm>
        </p:grpSpPr>
        <p:graphicFrame>
          <p:nvGraphicFramePr>
            <p:cNvPr id="84" name="Object 18">
              <a:extLst>
                <a:ext uri="{FF2B5EF4-FFF2-40B4-BE49-F238E27FC236}">
                  <a16:creationId xmlns:a16="http://schemas.microsoft.com/office/drawing/2014/main" id="{089546F1-B3E8-43FB-A9CD-75E4CAD5AD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901368"/>
                </p:ext>
              </p:extLst>
            </p:nvPr>
          </p:nvGraphicFramePr>
          <p:xfrm>
            <a:off x="6215920" y="3271906"/>
            <a:ext cx="736600" cy="311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33" name="Equation" r:id="rId27" imgW="736560" imgH="279360" progId="Equation.DSMT4">
                    <p:embed/>
                  </p:oleObj>
                </mc:Choice>
                <mc:Fallback>
                  <p:oleObj name="Equation" r:id="rId27" imgW="736560" imgH="279360" progId="Equation.DSMT4">
                    <p:embed/>
                    <p:pic>
                      <p:nvPicPr>
                        <p:cNvPr id="83" name="Object 18">
                          <a:extLst>
                            <a:ext uri="{FF2B5EF4-FFF2-40B4-BE49-F238E27FC236}">
                              <a16:creationId xmlns:a16="http://schemas.microsoft.com/office/drawing/2014/main" id="{0B7F4AA4-88FF-4AB3-B1BD-422220CF27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15920" y="3271906"/>
                          <a:ext cx="736600" cy="311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EF097D33-485B-4778-B389-5C7333C10D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53560" y="2618733"/>
              <a:ext cx="579877" cy="651875"/>
            </a:xfrm>
            <a:prstGeom prst="straightConnector1">
              <a:avLst/>
            </a:prstGeom>
            <a:ln w="19050">
              <a:solidFill>
                <a:srgbClr val="3366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7" name="Object 7">
            <a:extLst>
              <a:ext uri="{FF2B5EF4-FFF2-40B4-BE49-F238E27FC236}">
                <a16:creationId xmlns:a16="http://schemas.microsoft.com/office/drawing/2014/main" id="{FB821671-47AE-42C4-8401-5AD7F54E35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140555"/>
              </p:ext>
            </p:extLst>
          </p:nvPr>
        </p:nvGraphicFramePr>
        <p:xfrm>
          <a:off x="7065456" y="2625732"/>
          <a:ext cx="241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34" name="MathType 6.0 Equation" r:id="rId29" imgW="241200" imgH="215640" progId="Equation.DSMT4">
                  <p:embed/>
                </p:oleObj>
              </mc:Choice>
              <mc:Fallback>
                <p:oleObj name="MathType 6.0 Equation" r:id="rId29" imgW="241200" imgH="215640" progId="Equation.DSMT4">
                  <p:embed/>
                  <p:pic>
                    <p:nvPicPr>
                      <p:cNvPr id="51" name="Object 7">
                        <a:extLst>
                          <a:ext uri="{FF2B5EF4-FFF2-40B4-BE49-F238E27FC236}">
                            <a16:creationId xmlns:a16="http://schemas.microsoft.com/office/drawing/2014/main" id="{7CB7F48B-78CA-4BBA-9325-0C7E40CA97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5456" y="2625732"/>
                        <a:ext cx="241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2">
            <a:extLst>
              <a:ext uri="{FF2B5EF4-FFF2-40B4-BE49-F238E27FC236}">
                <a16:creationId xmlns:a16="http://schemas.microsoft.com/office/drawing/2014/main" id="{D86DAC7B-E53E-458B-B143-E4D0C45D8E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239951"/>
              </p:ext>
            </p:extLst>
          </p:nvPr>
        </p:nvGraphicFramePr>
        <p:xfrm>
          <a:off x="7476402" y="2961912"/>
          <a:ext cx="190500" cy="22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35" name="MathType 6.0 Equation" r:id="rId31" imgW="190440" imgH="203040" progId="Equation.DSMT4">
                  <p:embed/>
                </p:oleObj>
              </mc:Choice>
              <mc:Fallback>
                <p:oleObj name="MathType 6.0 Equation" r:id="rId31" imgW="190440" imgH="203040" progId="Equation.DSMT4">
                  <p:embed/>
                  <p:pic>
                    <p:nvPicPr>
                      <p:cNvPr id="53" name="Object 12">
                        <a:extLst>
                          <a:ext uri="{FF2B5EF4-FFF2-40B4-BE49-F238E27FC236}">
                            <a16:creationId xmlns:a16="http://schemas.microsoft.com/office/drawing/2014/main" id="{039C8DC8-B29B-42AC-B89C-E3D12551A2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6402" y="2961912"/>
                        <a:ext cx="190500" cy="222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23">
            <a:extLst>
              <a:ext uri="{FF2B5EF4-FFF2-40B4-BE49-F238E27FC236}">
                <a16:creationId xmlns:a16="http://schemas.microsoft.com/office/drawing/2014/main" id="{88F3C11D-10AA-4E97-84E5-D1B0E9BE01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0039572"/>
              </p:ext>
            </p:extLst>
          </p:nvPr>
        </p:nvGraphicFramePr>
        <p:xfrm>
          <a:off x="2547938" y="3179763"/>
          <a:ext cx="26162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36" name="Equation" r:id="rId33" imgW="2616120" imgH="495000" progId="Equation.DSMT4">
                  <p:embed/>
                </p:oleObj>
              </mc:Choice>
              <mc:Fallback>
                <p:oleObj name="Equation" r:id="rId33" imgW="2616120" imgH="495000" progId="Equation.DSMT4">
                  <p:embed/>
                  <p:pic>
                    <p:nvPicPr>
                      <p:cNvPr id="201751" name="Object 23">
                        <a:extLst>
                          <a:ext uri="{FF2B5EF4-FFF2-40B4-BE49-F238E27FC236}">
                            <a16:creationId xmlns:a16="http://schemas.microsoft.com/office/drawing/2014/main" id="{0A94161A-9CAA-46D9-95F6-AF5E8E0C7E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938" y="3179763"/>
                        <a:ext cx="2616200" cy="534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" name="组合 68">
            <a:extLst>
              <a:ext uri="{FF2B5EF4-FFF2-40B4-BE49-F238E27FC236}">
                <a16:creationId xmlns:a16="http://schemas.microsoft.com/office/drawing/2014/main" id="{449E1A6A-8149-4A9F-94D1-7DF6D63EED40}"/>
              </a:ext>
            </a:extLst>
          </p:cNvPr>
          <p:cNvGrpSpPr/>
          <p:nvPr/>
        </p:nvGrpSpPr>
        <p:grpSpPr>
          <a:xfrm>
            <a:off x="6211298" y="1401632"/>
            <a:ext cx="1953821" cy="2880000"/>
            <a:chOff x="5608286" y="656879"/>
            <a:chExt cx="1951724" cy="2880000"/>
          </a:xfrm>
        </p:grpSpPr>
        <p:sp>
          <p:nvSpPr>
            <p:cNvPr id="72" name="弧形 71">
              <a:extLst>
                <a:ext uri="{FF2B5EF4-FFF2-40B4-BE49-F238E27FC236}">
                  <a16:creationId xmlns:a16="http://schemas.microsoft.com/office/drawing/2014/main" id="{AA6CD047-4429-433E-BFB9-A85D4B2BCD50}"/>
                </a:ext>
              </a:extLst>
            </p:cNvPr>
            <p:cNvSpPr/>
            <p:nvPr/>
          </p:nvSpPr>
          <p:spPr>
            <a:xfrm rot="18700883">
              <a:off x="5014286" y="1250879"/>
              <a:ext cx="2880000" cy="1692000"/>
            </a:xfrm>
            <a:prstGeom prst="arc">
              <a:avLst>
                <a:gd name="adj1" fmla="val 15399841"/>
                <a:gd name="adj2" fmla="val 5653484"/>
              </a:avLst>
            </a:prstGeom>
            <a:solidFill>
              <a:schemeClr val="accent3">
                <a:lumMod val="20000"/>
                <a:lumOff val="80000"/>
                <a:alpha val="46000"/>
              </a:schemeClr>
            </a:solidFill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8E2AEDEB-CF3E-4337-B9B0-1B84577DF6D1}"/>
                </a:ext>
              </a:extLst>
            </p:cNvPr>
            <p:cNvCxnSpPr>
              <a:cxnSpLocks/>
            </p:cNvCxnSpPr>
            <p:nvPr/>
          </p:nvCxnSpPr>
          <p:spPr>
            <a:xfrm>
              <a:off x="7349507" y="1002978"/>
              <a:ext cx="0" cy="828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ED7996CA-B56D-4E18-BD91-F46D21D129FE}"/>
                </a:ext>
              </a:extLst>
            </p:cNvPr>
            <p:cNvCxnSpPr>
              <a:cxnSpLocks/>
            </p:cNvCxnSpPr>
            <p:nvPr/>
          </p:nvCxnSpPr>
          <p:spPr>
            <a:xfrm rot="180000">
              <a:off x="7560010" y="1601119"/>
              <a:ext cx="0" cy="6336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671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0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0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0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  <p:bldP spid="37" grpId="0" autoUpdateAnimBg="0"/>
      <p:bldP spid="6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D27B8379-CA39-4DF2-AC3F-A1EDE0DBCF25}"/>
              </a:ext>
            </a:extLst>
          </p:cNvPr>
          <p:cNvSpPr/>
          <p:nvPr/>
        </p:nvSpPr>
        <p:spPr>
          <a:xfrm>
            <a:off x="2844303" y="1902402"/>
            <a:ext cx="2420749" cy="852055"/>
          </a:xfrm>
          <a:custGeom>
            <a:avLst/>
            <a:gdLst>
              <a:gd name="connsiteX0" fmla="*/ 3464 w 2403764"/>
              <a:gd name="connsiteY0" fmla="*/ 322118 h 852055"/>
              <a:gd name="connsiteX1" fmla="*/ 93519 w 2403764"/>
              <a:gd name="connsiteY1" fmla="*/ 356755 h 852055"/>
              <a:gd name="connsiteX2" fmla="*/ 252846 w 2403764"/>
              <a:gd name="connsiteY2" fmla="*/ 422564 h 852055"/>
              <a:gd name="connsiteX3" fmla="*/ 401782 w 2403764"/>
              <a:gd name="connsiteY3" fmla="*/ 471055 h 852055"/>
              <a:gd name="connsiteX4" fmla="*/ 498764 w 2403764"/>
              <a:gd name="connsiteY4" fmla="*/ 495300 h 852055"/>
              <a:gd name="connsiteX5" fmla="*/ 640773 w 2403764"/>
              <a:gd name="connsiteY5" fmla="*/ 519546 h 852055"/>
              <a:gd name="connsiteX6" fmla="*/ 723900 w 2403764"/>
              <a:gd name="connsiteY6" fmla="*/ 519546 h 852055"/>
              <a:gd name="connsiteX7" fmla="*/ 852055 w 2403764"/>
              <a:gd name="connsiteY7" fmla="*/ 502227 h 852055"/>
              <a:gd name="connsiteX8" fmla="*/ 997528 w 2403764"/>
              <a:gd name="connsiteY8" fmla="*/ 436418 h 852055"/>
              <a:gd name="connsiteX9" fmla="*/ 1070264 w 2403764"/>
              <a:gd name="connsiteY9" fmla="*/ 367146 h 852055"/>
              <a:gd name="connsiteX10" fmla="*/ 1160319 w 2403764"/>
              <a:gd name="connsiteY10" fmla="*/ 297873 h 852055"/>
              <a:gd name="connsiteX11" fmla="*/ 1219200 w 2403764"/>
              <a:gd name="connsiteY11" fmla="*/ 238991 h 852055"/>
              <a:gd name="connsiteX12" fmla="*/ 1291937 w 2403764"/>
              <a:gd name="connsiteY12" fmla="*/ 169718 h 852055"/>
              <a:gd name="connsiteX13" fmla="*/ 1340428 w 2403764"/>
              <a:gd name="connsiteY13" fmla="*/ 131618 h 852055"/>
              <a:gd name="connsiteX14" fmla="*/ 1423555 w 2403764"/>
              <a:gd name="connsiteY14" fmla="*/ 79664 h 852055"/>
              <a:gd name="connsiteX15" fmla="*/ 1475510 w 2403764"/>
              <a:gd name="connsiteY15" fmla="*/ 45027 h 852055"/>
              <a:gd name="connsiteX16" fmla="*/ 1544782 w 2403764"/>
              <a:gd name="connsiteY16" fmla="*/ 13855 h 852055"/>
              <a:gd name="connsiteX17" fmla="*/ 1614055 w 2403764"/>
              <a:gd name="connsiteY17" fmla="*/ 3464 h 852055"/>
              <a:gd name="connsiteX18" fmla="*/ 1683328 w 2403764"/>
              <a:gd name="connsiteY18" fmla="*/ 0 h 852055"/>
              <a:gd name="connsiteX19" fmla="*/ 1790700 w 2403764"/>
              <a:gd name="connsiteY19" fmla="*/ 20782 h 852055"/>
              <a:gd name="connsiteX20" fmla="*/ 1908464 w 2403764"/>
              <a:gd name="connsiteY20" fmla="*/ 48491 h 852055"/>
              <a:gd name="connsiteX21" fmla="*/ 1991591 w 2403764"/>
              <a:gd name="connsiteY21" fmla="*/ 72736 h 852055"/>
              <a:gd name="connsiteX22" fmla="*/ 2071255 w 2403764"/>
              <a:gd name="connsiteY22" fmla="*/ 103909 h 852055"/>
              <a:gd name="connsiteX23" fmla="*/ 2182091 w 2403764"/>
              <a:gd name="connsiteY23" fmla="*/ 145473 h 852055"/>
              <a:gd name="connsiteX24" fmla="*/ 2240973 w 2403764"/>
              <a:gd name="connsiteY24" fmla="*/ 173182 h 852055"/>
              <a:gd name="connsiteX25" fmla="*/ 2320637 w 2403764"/>
              <a:gd name="connsiteY25" fmla="*/ 211282 h 852055"/>
              <a:gd name="connsiteX26" fmla="*/ 2386446 w 2403764"/>
              <a:gd name="connsiteY26" fmla="*/ 245918 h 852055"/>
              <a:gd name="connsiteX27" fmla="*/ 2396837 w 2403764"/>
              <a:gd name="connsiteY27" fmla="*/ 249382 h 852055"/>
              <a:gd name="connsiteX28" fmla="*/ 2403764 w 2403764"/>
              <a:gd name="connsiteY28" fmla="*/ 838200 h 852055"/>
              <a:gd name="connsiteX29" fmla="*/ 0 w 2403764"/>
              <a:gd name="connsiteY29" fmla="*/ 852055 h 852055"/>
              <a:gd name="connsiteX30" fmla="*/ 3464 w 2403764"/>
              <a:gd name="connsiteY30" fmla="*/ 322118 h 85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03764" h="852055">
                <a:moveTo>
                  <a:pt x="3464" y="322118"/>
                </a:moveTo>
                <a:lnTo>
                  <a:pt x="93519" y="356755"/>
                </a:lnTo>
                <a:lnTo>
                  <a:pt x="252846" y="422564"/>
                </a:lnTo>
                <a:lnTo>
                  <a:pt x="401782" y="471055"/>
                </a:lnTo>
                <a:lnTo>
                  <a:pt x="498764" y="495300"/>
                </a:lnTo>
                <a:lnTo>
                  <a:pt x="640773" y="519546"/>
                </a:lnTo>
                <a:lnTo>
                  <a:pt x="723900" y="519546"/>
                </a:lnTo>
                <a:lnTo>
                  <a:pt x="852055" y="502227"/>
                </a:lnTo>
                <a:lnTo>
                  <a:pt x="997528" y="436418"/>
                </a:lnTo>
                <a:lnTo>
                  <a:pt x="1070264" y="367146"/>
                </a:lnTo>
                <a:lnTo>
                  <a:pt x="1160319" y="297873"/>
                </a:lnTo>
                <a:lnTo>
                  <a:pt x="1219200" y="238991"/>
                </a:lnTo>
                <a:lnTo>
                  <a:pt x="1291937" y="169718"/>
                </a:lnTo>
                <a:lnTo>
                  <a:pt x="1340428" y="131618"/>
                </a:lnTo>
                <a:lnTo>
                  <a:pt x="1423555" y="79664"/>
                </a:lnTo>
                <a:lnTo>
                  <a:pt x="1475510" y="45027"/>
                </a:lnTo>
                <a:lnTo>
                  <a:pt x="1544782" y="13855"/>
                </a:lnTo>
                <a:lnTo>
                  <a:pt x="1614055" y="3464"/>
                </a:lnTo>
                <a:lnTo>
                  <a:pt x="1683328" y="0"/>
                </a:lnTo>
                <a:lnTo>
                  <a:pt x="1790700" y="20782"/>
                </a:lnTo>
                <a:lnTo>
                  <a:pt x="1908464" y="48491"/>
                </a:lnTo>
                <a:lnTo>
                  <a:pt x="1991591" y="72736"/>
                </a:lnTo>
                <a:lnTo>
                  <a:pt x="2071255" y="103909"/>
                </a:lnTo>
                <a:lnTo>
                  <a:pt x="2182091" y="145473"/>
                </a:lnTo>
                <a:lnTo>
                  <a:pt x="2240973" y="173182"/>
                </a:lnTo>
                <a:lnTo>
                  <a:pt x="2320637" y="211282"/>
                </a:lnTo>
                <a:lnTo>
                  <a:pt x="2386446" y="245918"/>
                </a:lnTo>
                <a:lnTo>
                  <a:pt x="2396837" y="249382"/>
                </a:lnTo>
                <a:lnTo>
                  <a:pt x="2403764" y="838200"/>
                </a:lnTo>
                <a:lnTo>
                  <a:pt x="0" y="852055"/>
                </a:lnTo>
                <a:cubicBezTo>
                  <a:pt x="1155" y="675409"/>
                  <a:pt x="2309" y="498764"/>
                  <a:pt x="3464" y="32211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4BE5D831-1F2E-46A6-A297-862999A8A975}"/>
              </a:ext>
            </a:extLst>
          </p:cNvPr>
          <p:cNvSpPr/>
          <p:nvPr/>
        </p:nvSpPr>
        <p:spPr>
          <a:xfrm rot="926615">
            <a:off x="2875437" y="2983583"/>
            <a:ext cx="2343832" cy="578699"/>
          </a:xfrm>
          <a:custGeom>
            <a:avLst/>
            <a:gdLst>
              <a:gd name="connsiteX0" fmla="*/ 0 w 1786410"/>
              <a:gd name="connsiteY0" fmla="*/ 690342 h 690342"/>
              <a:gd name="connsiteX1" fmla="*/ 569229 w 1786410"/>
              <a:gd name="connsiteY1" fmla="*/ 205891 h 690342"/>
              <a:gd name="connsiteX2" fmla="*/ 1241404 w 1786410"/>
              <a:gd name="connsiteY2" fmla="*/ 538951 h 690342"/>
              <a:gd name="connsiteX3" fmla="*/ 1786410 w 1786410"/>
              <a:gd name="connsiteY3" fmla="*/ 0 h 690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6410" h="690342">
                <a:moveTo>
                  <a:pt x="0" y="690342"/>
                </a:moveTo>
                <a:cubicBezTo>
                  <a:pt x="181164" y="460732"/>
                  <a:pt x="362328" y="231123"/>
                  <a:pt x="569229" y="205891"/>
                </a:cubicBezTo>
                <a:cubicBezTo>
                  <a:pt x="776130" y="180659"/>
                  <a:pt x="1038541" y="573266"/>
                  <a:pt x="1241404" y="538951"/>
                </a:cubicBezTo>
                <a:cubicBezTo>
                  <a:pt x="1444267" y="504636"/>
                  <a:pt x="1786410" y="0"/>
                  <a:pt x="1786410" y="0"/>
                </a:cubicBezTo>
              </a:path>
            </a:pathLst>
          </a:custGeom>
          <a:noFill/>
          <a:ln w="190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2BFB9657-A04F-4FDB-9228-89E920800C3D}"/>
              </a:ext>
            </a:extLst>
          </p:cNvPr>
          <p:cNvGrpSpPr/>
          <p:nvPr/>
        </p:nvGrpSpPr>
        <p:grpSpPr>
          <a:xfrm>
            <a:off x="2835830" y="1897897"/>
            <a:ext cx="2432826" cy="864180"/>
            <a:chOff x="2943990" y="2276314"/>
            <a:chExt cx="2432826" cy="864180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2764D5C7-BC7F-4B53-A373-8A1E5406B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44275" y="2595147"/>
              <a:ext cx="14670" cy="540525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98BAEB8C-7085-480D-97E5-037DB1346FEA}"/>
                </a:ext>
              </a:extLst>
            </p:cNvPr>
            <p:cNvCxnSpPr>
              <a:cxnSpLocks/>
            </p:cNvCxnSpPr>
            <p:nvPr/>
          </p:nvCxnSpPr>
          <p:spPr>
            <a:xfrm>
              <a:off x="5373219" y="2545446"/>
              <a:ext cx="0" cy="560792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任意多边形: 形状 82">
              <a:extLst>
                <a:ext uri="{FF2B5EF4-FFF2-40B4-BE49-F238E27FC236}">
                  <a16:creationId xmlns:a16="http://schemas.microsoft.com/office/drawing/2014/main" id="{DB8EBE6E-EC74-4413-9113-1A226961229C}"/>
                </a:ext>
              </a:extLst>
            </p:cNvPr>
            <p:cNvSpPr/>
            <p:nvPr/>
          </p:nvSpPr>
          <p:spPr>
            <a:xfrm rot="20673385" flipV="1">
              <a:off x="3009419" y="2276314"/>
              <a:ext cx="2328610" cy="579998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/>
            </a:p>
          </p:txBody>
        </p: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C8E03619-AC92-4DCC-8CA9-CF2B467330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3990" y="3131620"/>
              <a:ext cx="2432826" cy="88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3">
            <a:extLst>
              <a:ext uri="{FF2B5EF4-FFF2-40B4-BE49-F238E27FC236}">
                <a16:creationId xmlns:a16="http://schemas.microsoft.com/office/drawing/2014/main" id="{52EC470F-96D2-471A-8063-8AF3C048EF1F}"/>
              </a:ext>
            </a:extLst>
          </p:cNvPr>
          <p:cNvSpPr txBox="1">
            <a:spLocks noChangeArrowheads="1"/>
          </p:cNvSpPr>
          <p:nvPr/>
        </p:nvSpPr>
        <p:spPr>
          <a:xfrm>
            <a:off x="722331" y="0"/>
            <a:ext cx="2986069" cy="6286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2.</a:t>
            </a:r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旋转体的体积</a:t>
            </a:r>
          </a:p>
        </p:txBody>
      </p:sp>
      <p:sp>
        <p:nvSpPr>
          <p:cNvPr id="3" name="Text Box 16">
            <a:extLst>
              <a:ext uri="{FF2B5EF4-FFF2-40B4-BE49-F238E27FC236}">
                <a16:creationId xmlns:a16="http://schemas.microsoft.com/office/drawing/2014/main" id="{C6577951-0556-4279-A6F5-4320534BA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40" y="613609"/>
            <a:ext cx="9414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定义</a:t>
            </a:r>
          </a:p>
        </p:txBody>
      </p:sp>
      <p:sp>
        <p:nvSpPr>
          <p:cNvPr id="4" name="Text Box 16">
            <a:extLst>
              <a:ext uri="{FF2B5EF4-FFF2-40B4-BE49-F238E27FC236}">
                <a16:creationId xmlns:a16="http://schemas.microsoft.com/office/drawing/2014/main" id="{7D1DA022-C85D-421A-8ACB-C629B58AF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921" y="605413"/>
            <a:ext cx="69932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一个平面图形绕这平面内一条直线旋转一周而成的</a:t>
            </a:r>
          </a:p>
        </p:txBody>
      </p:sp>
      <p:sp>
        <p:nvSpPr>
          <p:cNvPr id="5" name="Text Box 16">
            <a:extLst>
              <a:ext uri="{FF2B5EF4-FFF2-40B4-BE49-F238E27FC236}">
                <a16:creationId xmlns:a16="http://schemas.microsoft.com/office/drawing/2014/main" id="{7A3269A5-61C3-4248-837F-337AB64B0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10" y="1156048"/>
            <a:ext cx="258397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立体称为旋转体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A95F47BC-76E7-4FE8-A247-1FDDC2C69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7082" y="1144284"/>
            <a:ext cx="32758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这条直线称为旋转轴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sp>
        <p:nvSpPr>
          <p:cNvPr id="24" name="Text Box 16">
            <a:extLst>
              <a:ext uri="{FF2B5EF4-FFF2-40B4-BE49-F238E27FC236}">
                <a16:creationId xmlns:a16="http://schemas.microsoft.com/office/drawing/2014/main" id="{DD6B70E1-8613-4ACF-B91B-C6FF0F1D7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515" y="3863904"/>
            <a:ext cx="22109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常见的旋转体</a:t>
            </a:r>
          </a:p>
        </p:txBody>
      </p:sp>
      <p:sp>
        <p:nvSpPr>
          <p:cNvPr id="25" name="Text Box 16">
            <a:extLst>
              <a:ext uri="{FF2B5EF4-FFF2-40B4-BE49-F238E27FC236}">
                <a16:creationId xmlns:a16="http://schemas.microsoft.com/office/drawing/2014/main" id="{BEC26A59-96C4-42D0-8B50-C9FAF2022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330" y="3890951"/>
            <a:ext cx="38164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宋体" panose="02010600030101010101" pitchFamily="2" charset="-122"/>
              </a:rPr>
              <a:t>圆柱，圆锥，圆台，球体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1192FA9-D29E-424C-B231-A1400F4AEA6C}"/>
              </a:ext>
            </a:extLst>
          </p:cNvPr>
          <p:cNvGrpSpPr/>
          <p:nvPr/>
        </p:nvGrpSpPr>
        <p:grpSpPr>
          <a:xfrm>
            <a:off x="2670422" y="2216365"/>
            <a:ext cx="360000" cy="1018800"/>
            <a:chOff x="2693382" y="2882377"/>
            <a:chExt cx="303103" cy="767735"/>
          </a:xfrm>
        </p:grpSpPr>
        <p:sp>
          <p:nvSpPr>
            <p:cNvPr id="60" name="弧形 59">
              <a:extLst>
                <a:ext uri="{FF2B5EF4-FFF2-40B4-BE49-F238E27FC236}">
                  <a16:creationId xmlns:a16="http://schemas.microsoft.com/office/drawing/2014/main" id="{76EBA09C-9810-4182-9C4E-5E0C9F6CB027}"/>
                </a:ext>
              </a:extLst>
            </p:cNvPr>
            <p:cNvSpPr/>
            <p:nvPr/>
          </p:nvSpPr>
          <p:spPr>
            <a:xfrm>
              <a:off x="2695637" y="2884020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弧形 60">
              <a:extLst>
                <a:ext uri="{FF2B5EF4-FFF2-40B4-BE49-F238E27FC236}">
                  <a16:creationId xmlns:a16="http://schemas.microsoft.com/office/drawing/2014/main" id="{A8893DFC-520F-43FD-84F5-6D1C1A028642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62" name="椭圆 61">
            <a:extLst>
              <a:ext uri="{FF2B5EF4-FFF2-40B4-BE49-F238E27FC236}">
                <a16:creationId xmlns:a16="http://schemas.microsoft.com/office/drawing/2014/main" id="{04CDDAC4-DA38-46D4-A598-E8AA59B1F987}"/>
              </a:ext>
            </a:extLst>
          </p:cNvPr>
          <p:cNvSpPr/>
          <p:nvPr/>
        </p:nvSpPr>
        <p:spPr>
          <a:xfrm rot="5400000">
            <a:off x="4690623" y="2551909"/>
            <a:ext cx="1144800" cy="360000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7800B3BA-7BCE-4232-AEC7-CDA7F8102213}"/>
              </a:ext>
            </a:extLst>
          </p:cNvPr>
          <p:cNvGrpSpPr/>
          <p:nvPr/>
        </p:nvGrpSpPr>
        <p:grpSpPr>
          <a:xfrm>
            <a:off x="3992508" y="2083107"/>
            <a:ext cx="362632" cy="1303363"/>
            <a:chOff x="2692947" y="2882377"/>
            <a:chExt cx="301282" cy="767735"/>
          </a:xfrm>
          <a:solidFill>
            <a:schemeClr val="bg1">
              <a:lumMod val="50000"/>
              <a:alpha val="50000"/>
            </a:schemeClr>
          </a:solidFill>
        </p:grpSpPr>
        <p:sp>
          <p:nvSpPr>
            <p:cNvPr id="70" name="弧形 69">
              <a:extLst>
                <a:ext uri="{FF2B5EF4-FFF2-40B4-BE49-F238E27FC236}">
                  <a16:creationId xmlns:a16="http://schemas.microsoft.com/office/drawing/2014/main" id="{E69ED76C-2DDD-48DB-AD83-6E225F0F9A34}"/>
                </a:ext>
              </a:extLst>
            </p:cNvPr>
            <p:cNvSpPr/>
            <p:nvPr/>
          </p:nvSpPr>
          <p:spPr>
            <a:xfrm>
              <a:off x="2692947" y="2882496"/>
              <a:ext cx="300848" cy="765934"/>
            </a:xfrm>
            <a:prstGeom prst="arc">
              <a:avLst>
                <a:gd name="adj1" fmla="val 16199991"/>
                <a:gd name="adj2" fmla="val 5347423"/>
              </a:avLst>
            </a:prstGeom>
            <a:grpFill/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弧形 70">
              <a:extLst>
                <a:ext uri="{FF2B5EF4-FFF2-40B4-BE49-F238E27FC236}">
                  <a16:creationId xmlns:a16="http://schemas.microsoft.com/office/drawing/2014/main" id="{C5B202D0-408E-4821-ACAD-60677BFE65C9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747629"/>
                <a:gd name="adj2" fmla="val 0"/>
              </a:avLst>
            </a:prstGeom>
            <a:grpFill/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54F35FB-ABFE-4048-9EA7-84FE439B0E6F}"/>
              </a:ext>
            </a:extLst>
          </p:cNvPr>
          <p:cNvCxnSpPr>
            <a:cxnSpLocks/>
          </p:cNvCxnSpPr>
          <p:nvPr/>
        </p:nvCxnSpPr>
        <p:spPr>
          <a:xfrm flipV="1">
            <a:off x="1692176" y="2745673"/>
            <a:ext cx="4896544" cy="1811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Box 16">
            <a:extLst>
              <a:ext uri="{FF2B5EF4-FFF2-40B4-BE49-F238E27FC236}">
                <a16:creationId xmlns:a16="http://schemas.microsoft.com/office/drawing/2014/main" id="{56558057-007A-4FA5-A43D-39642F626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1450" y="2531244"/>
            <a:ext cx="13403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旋转轴</a:t>
            </a:r>
          </a:p>
        </p:txBody>
      </p:sp>
    </p:spTree>
    <p:extLst>
      <p:ext uri="{BB962C8B-B14F-4D97-AF65-F5344CB8AC3E}">
        <p14:creationId xmlns:p14="http://schemas.microsoft.com/office/powerpoint/2010/main" val="374981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85" grpId="0" animBg="1"/>
      <p:bldP spid="3" grpId="0" autoUpdateAnimBg="0"/>
      <p:bldP spid="4" grpId="0" autoUpdateAnimBg="0"/>
      <p:bldP spid="5" grpId="0" autoUpdateAnimBg="0"/>
      <p:bldP spid="6" grpId="0" autoUpdateAnimBg="0"/>
      <p:bldP spid="24" grpId="0" autoUpdateAnimBg="0"/>
      <p:bldP spid="25" grpId="0" autoUpdateAnimBg="0"/>
      <p:bldP spid="62" grpId="0" animBg="1"/>
      <p:bldP spid="2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32BAAD85-1C7D-4113-9249-B19AC4BDDE2F}"/>
              </a:ext>
            </a:extLst>
          </p:cNvPr>
          <p:cNvSpPr/>
          <p:nvPr/>
        </p:nvSpPr>
        <p:spPr>
          <a:xfrm>
            <a:off x="5888521" y="1244582"/>
            <a:ext cx="2403764" cy="820703"/>
          </a:xfrm>
          <a:custGeom>
            <a:avLst/>
            <a:gdLst>
              <a:gd name="connsiteX0" fmla="*/ 3464 w 2403764"/>
              <a:gd name="connsiteY0" fmla="*/ 322118 h 852055"/>
              <a:gd name="connsiteX1" fmla="*/ 93519 w 2403764"/>
              <a:gd name="connsiteY1" fmla="*/ 356755 h 852055"/>
              <a:gd name="connsiteX2" fmla="*/ 252846 w 2403764"/>
              <a:gd name="connsiteY2" fmla="*/ 422564 h 852055"/>
              <a:gd name="connsiteX3" fmla="*/ 401782 w 2403764"/>
              <a:gd name="connsiteY3" fmla="*/ 471055 h 852055"/>
              <a:gd name="connsiteX4" fmla="*/ 498764 w 2403764"/>
              <a:gd name="connsiteY4" fmla="*/ 495300 h 852055"/>
              <a:gd name="connsiteX5" fmla="*/ 640773 w 2403764"/>
              <a:gd name="connsiteY5" fmla="*/ 519546 h 852055"/>
              <a:gd name="connsiteX6" fmla="*/ 723900 w 2403764"/>
              <a:gd name="connsiteY6" fmla="*/ 519546 h 852055"/>
              <a:gd name="connsiteX7" fmla="*/ 852055 w 2403764"/>
              <a:gd name="connsiteY7" fmla="*/ 502227 h 852055"/>
              <a:gd name="connsiteX8" fmla="*/ 997528 w 2403764"/>
              <a:gd name="connsiteY8" fmla="*/ 436418 h 852055"/>
              <a:gd name="connsiteX9" fmla="*/ 1070264 w 2403764"/>
              <a:gd name="connsiteY9" fmla="*/ 367146 h 852055"/>
              <a:gd name="connsiteX10" fmla="*/ 1160319 w 2403764"/>
              <a:gd name="connsiteY10" fmla="*/ 297873 h 852055"/>
              <a:gd name="connsiteX11" fmla="*/ 1219200 w 2403764"/>
              <a:gd name="connsiteY11" fmla="*/ 238991 h 852055"/>
              <a:gd name="connsiteX12" fmla="*/ 1291937 w 2403764"/>
              <a:gd name="connsiteY12" fmla="*/ 169718 h 852055"/>
              <a:gd name="connsiteX13" fmla="*/ 1340428 w 2403764"/>
              <a:gd name="connsiteY13" fmla="*/ 131618 h 852055"/>
              <a:gd name="connsiteX14" fmla="*/ 1423555 w 2403764"/>
              <a:gd name="connsiteY14" fmla="*/ 79664 h 852055"/>
              <a:gd name="connsiteX15" fmla="*/ 1475510 w 2403764"/>
              <a:gd name="connsiteY15" fmla="*/ 45027 h 852055"/>
              <a:gd name="connsiteX16" fmla="*/ 1544782 w 2403764"/>
              <a:gd name="connsiteY16" fmla="*/ 13855 h 852055"/>
              <a:gd name="connsiteX17" fmla="*/ 1614055 w 2403764"/>
              <a:gd name="connsiteY17" fmla="*/ 3464 h 852055"/>
              <a:gd name="connsiteX18" fmla="*/ 1683328 w 2403764"/>
              <a:gd name="connsiteY18" fmla="*/ 0 h 852055"/>
              <a:gd name="connsiteX19" fmla="*/ 1790700 w 2403764"/>
              <a:gd name="connsiteY19" fmla="*/ 20782 h 852055"/>
              <a:gd name="connsiteX20" fmla="*/ 1908464 w 2403764"/>
              <a:gd name="connsiteY20" fmla="*/ 48491 h 852055"/>
              <a:gd name="connsiteX21" fmla="*/ 1991591 w 2403764"/>
              <a:gd name="connsiteY21" fmla="*/ 72736 h 852055"/>
              <a:gd name="connsiteX22" fmla="*/ 2071255 w 2403764"/>
              <a:gd name="connsiteY22" fmla="*/ 103909 h 852055"/>
              <a:gd name="connsiteX23" fmla="*/ 2182091 w 2403764"/>
              <a:gd name="connsiteY23" fmla="*/ 145473 h 852055"/>
              <a:gd name="connsiteX24" fmla="*/ 2240973 w 2403764"/>
              <a:gd name="connsiteY24" fmla="*/ 173182 h 852055"/>
              <a:gd name="connsiteX25" fmla="*/ 2320637 w 2403764"/>
              <a:gd name="connsiteY25" fmla="*/ 211282 h 852055"/>
              <a:gd name="connsiteX26" fmla="*/ 2386446 w 2403764"/>
              <a:gd name="connsiteY26" fmla="*/ 245918 h 852055"/>
              <a:gd name="connsiteX27" fmla="*/ 2396837 w 2403764"/>
              <a:gd name="connsiteY27" fmla="*/ 249382 h 852055"/>
              <a:gd name="connsiteX28" fmla="*/ 2403764 w 2403764"/>
              <a:gd name="connsiteY28" fmla="*/ 838200 h 852055"/>
              <a:gd name="connsiteX29" fmla="*/ 0 w 2403764"/>
              <a:gd name="connsiteY29" fmla="*/ 852055 h 852055"/>
              <a:gd name="connsiteX30" fmla="*/ 3464 w 2403764"/>
              <a:gd name="connsiteY30" fmla="*/ 322118 h 852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403764" h="852055">
                <a:moveTo>
                  <a:pt x="3464" y="322118"/>
                </a:moveTo>
                <a:lnTo>
                  <a:pt x="93519" y="356755"/>
                </a:lnTo>
                <a:lnTo>
                  <a:pt x="252846" y="422564"/>
                </a:lnTo>
                <a:lnTo>
                  <a:pt x="401782" y="471055"/>
                </a:lnTo>
                <a:lnTo>
                  <a:pt x="498764" y="495300"/>
                </a:lnTo>
                <a:lnTo>
                  <a:pt x="640773" y="519546"/>
                </a:lnTo>
                <a:lnTo>
                  <a:pt x="723900" y="519546"/>
                </a:lnTo>
                <a:lnTo>
                  <a:pt x="852055" y="502227"/>
                </a:lnTo>
                <a:lnTo>
                  <a:pt x="997528" y="436418"/>
                </a:lnTo>
                <a:lnTo>
                  <a:pt x="1070264" y="367146"/>
                </a:lnTo>
                <a:lnTo>
                  <a:pt x="1160319" y="297873"/>
                </a:lnTo>
                <a:lnTo>
                  <a:pt x="1219200" y="238991"/>
                </a:lnTo>
                <a:lnTo>
                  <a:pt x="1291937" y="169718"/>
                </a:lnTo>
                <a:lnTo>
                  <a:pt x="1340428" y="131618"/>
                </a:lnTo>
                <a:lnTo>
                  <a:pt x="1423555" y="79664"/>
                </a:lnTo>
                <a:lnTo>
                  <a:pt x="1475510" y="45027"/>
                </a:lnTo>
                <a:lnTo>
                  <a:pt x="1544782" y="13855"/>
                </a:lnTo>
                <a:lnTo>
                  <a:pt x="1614055" y="3464"/>
                </a:lnTo>
                <a:lnTo>
                  <a:pt x="1683328" y="0"/>
                </a:lnTo>
                <a:lnTo>
                  <a:pt x="1790700" y="20782"/>
                </a:lnTo>
                <a:lnTo>
                  <a:pt x="1908464" y="48491"/>
                </a:lnTo>
                <a:lnTo>
                  <a:pt x="1991591" y="72736"/>
                </a:lnTo>
                <a:lnTo>
                  <a:pt x="2071255" y="103909"/>
                </a:lnTo>
                <a:lnTo>
                  <a:pt x="2182091" y="145473"/>
                </a:lnTo>
                <a:lnTo>
                  <a:pt x="2240973" y="173182"/>
                </a:lnTo>
                <a:lnTo>
                  <a:pt x="2320637" y="211282"/>
                </a:lnTo>
                <a:lnTo>
                  <a:pt x="2386446" y="245918"/>
                </a:lnTo>
                <a:lnTo>
                  <a:pt x="2396837" y="249382"/>
                </a:lnTo>
                <a:lnTo>
                  <a:pt x="2403764" y="838200"/>
                </a:lnTo>
                <a:lnTo>
                  <a:pt x="0" y="852055"/>
                </a:lnTo>
                <a:cubicBezTo>
                  <a:pt x="1155" y="675409"/>
                  <a:pt x="2309" y="498764"/>
                  <a:pt x="3464" y="322118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27675668-1E5A-49DF-B018-368BF017CBBF}"/>
              </a:ext>
            </a:extLst>
          </p:cNvPr>
          <p:cNvSpPr/>
          <p:nvPr/>
        </p:nvSpPr>
        <p:spPr>
          <a:xfrm rot="926615">
            <a:off x="5966942" y="2322655"/>
            <a:ext cx="2307059" cy="602938"/>
          </a:xfrm>
          <a:custGeom>
            <a:avLst/>
            <a:gdLst>
              <a:gd name="connsiteX0" fmla="*/ 0 w 1786410"/>
              <a:gd name="connsiteY0" fmla="*/ 690342 h 690342"/>
              <a:gd name="connsiteX1" fmla="*/ 569229 w 1786410"/>
              <a:gd name="connsiteY1" fmla="*/ 205891 h 690342"/>
              <a:gd name="connsiteX2" fmla="*/ 1241404 w 1786410"/>
              <a:gd name="connsiteY2" fmla="*/ 538951 h 690342"/>
              <a:gd name="connsiteX3" fmla="*/ 1786410 w 1786410"/>
              <a:gd name="connsiteY3" fmla="*/ 0 h 690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6410" h="690342">
                <a:moveTo>
                  <a:pt x="0" y="690342"/>
                </a:moveTo>
                <a:cubicBezTo>
                  <a:pt x="181164" y="460732"/>
                  <a:pt x="362328" y="231123"/>
                  <a:pt x="569229" y="205891"/>
                </a:cubicBezTo>
                <a:cubicBezTo>
                  <a:pt x="776130" y="180659"/>
                  <a:pt x="1038541" y="573266"/>
                  <a:pt x="1241404" y="538951"/>
                </a:cubicBezTo>
                <a:cubicBezTo>
                  <a:pt x="1444267" y="504636"/>
                  <a:pt x="1786410" y="0"/>
                  <a:pt x="1786410" y="0"/>
                </a:cubicBezTo>
              </a:path>
            </a:pathLst>
          </a:custGeom>
          <a:noFill/>
          <a:ln w="190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/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0770238F-4270-4E22-8D43-D7E9DEC09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135" y="475599"/>
            <a:ext cx="8771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求由</a:t>
            </a:r>
          </a:p>
        </p:txBody>
      </p:sp>
      <p:graphicFrame>
        <p:nvGraphicFramePr>
          <p:cNvPr id="11" name="Object 22">
            <a:extLst>
              <a:ext uri="{FF2B5EF4-FFF2-40B4-BE49-F238E27FC236}">
                <a16:creationId xmlns:a16="http://schemas.microsoft.com/office/drawing/2014/main" id="{B55268DD-46D6-48C9-B3CC-90C4A9634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846461"/>
              </p:ext>
            </p:extLst>
          </p:nvPr>
        </p:nvGraphicFramePr>
        <p:xfrm>
          <a:off x="1509621" y="561903"/>
          <a:ext cx="32893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352" name="Equation" r:id="rId3" imgW="3288960" imgH="342720" progId="Equation.DSMT4">
                  <p:embed/>
                </p:oleObj>
              </mc:Choice>
              <mc:Fallback>
                <p:oleObj name="Equation" r:id="rId3" imgW="3288960" imgH="342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9621" y="561903"/>
                        <a:ext cx="3289300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6">
            <a:extLst>
              <a:ext uri="{FF2B5EF4-FFF2-40B4-BE49-F238E27FC236}">
                <a16:creationId xmlns:a16="http://schemas.microsoft.com/office/drawing/2014/main" id="{8513F7BA-2610-45BB-8D28-7109B4A2F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5" y="1013749"/>
            <a:ext cx="38365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一周而成的旋转体的体积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298C0C8-1886-43E5-947C-D8D99E59AE07}"/>
              </a:ext>
            </a:extLst>
          </p:cNvPr>
          <p:cNvGrpSpPr/>
          <p:nvPr/>
        </p:nvGrpSpPr>
        <p:grpSpPr>
          <a:xfrm>
            <a:off x="4793161" y="471159"/>
            <a:ext cx="3056941" cy="466105"/>
            <a:chOff x="4683412" y="455276"/>
            <a:chExt cx="3056941" cy="466105"/>
          </a:xfrm>
        </p:grpSpPr>
        <p:sp>
          <p:nvSpPr>
            <p:cNvPr id="9" name="Text Box 16">
              <a:extLst>
                <a:ext uri="{FF2B5EF4-FFF2-40B4-BE49-F238E27FC236}">
                  <a16:creationId xmlns:a16="http://schemas.microsoft.com/office/drawing/2014/main" id="{61CE9648-20F6-458C-8916-81B467419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3412" y="455276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所围图形绕</a:t>
              </a:r>
            </a:p>
          </p:txBody>
        </p:sp>
        <p:graphicFrame>
          <p:nvGraphicFramePr>
            <p:cNvPr id="14" name="Object 22">
              <a:extLst>
                <a:ext uri="{FF2B5EF4-FFF2-40B4-BE49-F238E27FC236}">
                  <a16:creationId xmlns:a16="http://schemas.microsoft.com/office/drawing/2014/main" id="{C1FADA1E-5F6B-441A-9C2D-C89D148BB0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2119022"/>
                </p:ext>
              </p:extLst>
            </p:nvPr>
          </p:nvGraphicFramePr>
          <p:xfrm>
            <a:off x="6413376" y="62674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53" name="MathType 6.0 Equation" r:id="rId5" imgW="190440" imgH="203040" progId="Equation.DSMT4">
                    <p:embed/>
                  </p:oleObj>
                </mc:Choice>
                <mc:Fallback>
                  <p:oleObj name="MathType 6.0 Equation" r:id="rId5" imgW="190440" imgH="203040" progId="Equation.DSMT4">
                    <p:embed/>
                    <p:pic>
                      <p:nvPicPr>
                        <p:cNvPr id="11" name="Object 22">
                          <a:extLst>
                            <a:ext uri="{FF2B5EF4-FFF2-40B4-BE49-F238E27FC236}">
                              <a16:creationId xmlns:a16="http://schemas.microsoft.com/office/drawing/2014/main" id="{B55268DD-46D6-48C9-B3CC-90C4A96346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3376" y="626747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7BC33D36-6A4E-44C9-B99B-287EF52B3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53201" y="459716"/>
              <a:ext cx="11871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轴旋转</a:t>
              </a:r>
            </a:p>
          </p:txBody>
        </p:sp>
      </p:grpSp>
      <p:sp>
        <p:nvSpPr>
          <p:cNvPr id="43" name="Text Box 8">
            <a:extLst>
              <a:ext uri="{FF2B5EF4-FFF2-40B4-BE49-F238E27FC236}">
                <a16:creationId xmlns:a16="http://schemas.microsoft.com/office/drawing/2014/main" id="{CB5AB4FE-922C-441A-8608-F0834B4BD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85" y="2144023"/>
            <a:ext cx="45111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对应的小薄片近似看作小圆柱体，</a:t>
            </a:r>
          </a:p>
        </p:txBody>
      </p:sp>
      <p:sp>
        <p:nvSpPr>
          <p:cNvPr id="44" name="Text Box 10">
            <a:extLst>
              <a:ext uri="{FF2B5EF4-FFF2-40B4-BE49-F238E27FC236}">
                <a16:creationId xmlns:a16="http://schemas.microsoft.com/office/drawing/2014/main" id="{07E6DC79-156D-4393-81C2-039738CE3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599" y="3912826"/>
            <a:ext cx="1766309" cy="389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旋转体体积：</a:t>
            </a:r>
          </a:p>
        </p:txBody>
      </p:sp>
      <p:sp>
        <p:nvSpPr>
          <p:cNvPr id="46" name="Text Box 8">
            <a:extLst>
              <a:ext uri="{FF2B5EF4-FFF2-40B4-BE49-F238E27FC236}">
                <a16:creationId xmlns:a16="http://schemas.microsoft.com/office/drawing/2014/main" id="{E8D42AC2-B7D4-4C85-B5B0-1D0A2453A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279" y="2691360"/>
            <a:ext cx="1475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体积元素</a:t>
            </a:r>
            <a:r>
              <a:rPr kumimoji="1" lang="zh-CN" altLang="en-US" sz="2400" b="1" dirty="0">
                <a:latin typeface="+mn-ea"/>
                <a:ea typeface="+mn-ea"/>
              </a:rPr>
              <a:t>：</a:t>
            </a:r>
          </a:p>
        </p:txBody>
      </p:sp>
      <p:graphicFrame>
        <p:nvGraphicFramePr>
          <p:cNvPr id="47" name="Object 9">
            <a:extLst>
              <a:ext uri="{FF2B5EF4-FFF2-40B4-BE49-F238E27FC236}">
                <a16:creationId xmlns:a16="http://schemas.microsoft.com/office/drawing/2014/main" id="{2E6EDF19-C681-4328-8301-5F95FACB7E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166526"/>
              </p:ext>
            </p:extLst>
          </p:nvPr>
        </p:nvGraphicFramePr>
        <p:xfrm>
          <a:off x="2567420" y="3220124"/>
          <a:ext cx="163671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354" name="MathType 6.0 Equation" r:id="rId7" imgW="1638000" imgH="406080" progId="Equation.DSMT4">
                  <p:embed/>
                </p:oleObj>
              </mc:Choice>
              <mc:Fallback>
                <p:oleObj name="MathType 6.0 Equation" r:id="rId7" imgW="1638000" imgH="406080" progId="Equation.DSMT4">
                  <p:embed/>
                  <p:pic>
                    <p:nvPicPr>
                      <p:cNvPr id="25" name="Object 9">
                        <a:extLst>
                          <a:ext uri="{FF2B5EF4-FFF2-40B4-BE49-F238E27FC236}">
                            <a16:creationId xmlns:a16="http://schemas.microsoft.com/office/drawing/2014/main" id="{F314BEA7-5122-4766-9D9E-148FC67002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420" y="3220124"/>
                        <a:ext cx="1636713" cy="44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Rectangle 3">
            <a:extLst>
              <a:ext uri="{FF2B5EF4-FFF2-40B4-BE49-F238E27FC236}">
                <a16:creationId xmlns:a16="http://schemas.microsoft.com/office/drawing/2014/main" id="{4211CA5E-22C9-408D-B3AD-7C9771143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9648" y="3787169"/>
            <a:ext cx="2579275" cy="701278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49" name="Object 30">
            <a:extLst>
              <a:ext uri="{FF2B5EF4-FFF2-40B4-BE49-F238E27FC236}">
                <a16:creationId xmlns:a16="http://schemas.microsoft.com/office/drawing/2014/main" id="{1537EA57-347A-430E-ABA0-B1366DCCDF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684116"/>
              </p:ext>
            </p:extLst>
          </p:nvPr>
        </p:nvGraphicFramePr>
        <p:xfrm>
          <a:off x="2607064" y="3823494"/>
          <a:ext cx="2284412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355" name="MathType 6.0 Equation" r:id="rId9" imgW="2286000" imgH="634680" progId="Equation.DSMT4">
                  <p:embed/>
                </p:oleObj>
              </mc:Choice>
              <mc:Fallback>
                <p:oleObj name="MathType 6.0 Equation" r:id="rId9" imgW="2286000" imgH="634680" progId="Equation.DSMT4">
                  <p:embed/>
                  <p:pic>
                    <p:nvPicPr>
                      <p:cNvPr id="29" name="Object 30">
                        <a:extLst>
                          <a:ext uri="{FF2B5EF4-FFF2-40B4-BE49-F238E27FC236}">
                            <a16:creationId xmlns:a16="http://schemas.microsoft.com/office/drawing/2014/main" id="{789B0810-FDA8-44ED-BE58-69C3365B4F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7064" y="3823494"/>
                        <a:ext cx="2284412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7">
            <a:extLst>
              <a:ext uri="{FF2B5EF4-FFF2-40B4-BE49-F238E27FC236}">
                <a16:creationId xmlns:a16="http://schemas.microsoft.com/office/drawing/2014/main" id="{68396716-E0BE-4D9F-A212-89381C631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002751"/>
              </p:ext>
            </p:extLst>
          </p:nvPr>
        </p:nvGraphicFramePr>
        <p:xfrm>
          <a:off x="2111764" y="2744133"/>
          <a:ext cx="14366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356" name="MathType 6.0 Equation" r:id="rId11" imgW="1434960" imgH="406080" progId="Equation.DSMT4">
                  <p:embed/>
                </p:oleObj>
              </mc:Choice>
              <mc:Fallback>
                <p:oleObj name="MathType 6.0 Equation" r:id="rId11" imgW="1434960" imgH="406080" progId="Equation.DSMT4">
                  <p:embed/>
                  <p:pic>
                    <p:nvPicPr>
                      <p:cNvPr id="24" name="Object 7">
                        <a:extLst>
                          <a:ext uri="{FF2B5EF4-FFF2-40B4-BE49-F238E27FC236}">
                            <a16:creationId xmlns:a16="http://schemas.microsoft.com/office/drawing/2014/main" id="{A81D86A9-91F9-426D-A3D2-9957DDA8EB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764" y="2744133"/>
                        <a:ext cx="1436687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A2B7DD2B-FFFC-4ECF-805A-CCA04A5FE40F}"/>
              </a:ext>
            </a:extLst>
          </p:cNvPr>
          <p:cNvGrpSpPr/>
          <p:nvPr/>
        </p:nvGrpSpPr>
        <p:grpSpPr>
          <a:xfrm>
            <a:off x="406279" y="1569015"/>
            <a:ext cx="4196559" cy="461666"/>
            <a:chOff x="486853" y="1554546"/>
            <a:chExt cx="4196559" cy="461666"/>
          </a:xfrm>
        </p:grpSpPr>
        <p:sp>
          <p:nvSpPr>
            <p:cNvPr id="41" name="Text Box 6">
              <a:extLst>
                <a:ext uri="{FF2B5EF4-FFF2-40B4-BE49-F238E27FC236}">
                  <a16:creationId xmlns:a16="http://schemas.microsoft.com/office/drawing/2014/main" id="{647B7EA2-B016-402E-A0C7-B3BDD1533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2328" y="1554546"/>
              <a:ext cx="23860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</a:p>
          </p:txBody>
        </p:sp>
        <p:graphicFrame>
          <p:nvGraphicFramePr>
            <p:cNvPr id="42" name="Object 7">
              <a:extLst>
                <a:ext uri="{FF2B5EF4-FFF2-40B4-BE49-F238E27FC236}">
                  <a16:creationId xmlns:a16="http://schemas.microsoft.com/office/drawing/2014/main" id="{17DC7A03-164E-45BF-A21D-765C6A61A8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4985521"/>
                </p:ext>
              </p:extLst>
            </p:nvPr>
          </p:nvGraphicFramePr>
          <p:xfrm>
            <a:off x="3453099" y="1626069"/>
            <a:ext cx="1230313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57" name="Equation" r:id="rId13" imgW="1231560" imgH="342720" progId="Equation.DSMT4">
                    <p:embed/>
                  </p:oleObj>
                </mc:Choice>
                <mc:Fallback>
                  <p:oleObj name="Equation" r:id="rId13" imgW="1231560" imgH="342720" progId="Equation.DSMT4">
                    <p:embed/>
                    <p:pic>
                      <p:nvPicPr>
                        <p:cNvPr id="16" name="Object 7">
                          <a:extLst>
                            <a:ext uri="{FF2B5EF4-FFF2-40B4-BE49-F238E27FC236}">
                              <a16:creationId xmlns:a16="http://schemas.microsoft.com/office/drawing/2014/main" id="{E89812D4-AD94-4F76-A36A-8A29D4AAAE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3099" y="1626069"/>
                          <a:ext cx="1230313" cy="3889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5">
              <a:extLst>
                <a:ext uri="{FF2B5EF4-FFF2-40B4-BE49-F238E27FC236}">
                  <a16:creationId xmlns:a16="http://schemas.microsoft.com/office/drawing/2014/main" id="{319938D8-67A4-42ED-A3FE-28A21AC09E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0392279"/>
                </p:ext>
              </p:extLst>
            </p:nvPr>
          </p:nvGraphicFramePr>
          <p:xfrm>
            <a:off x="909154" y="1626069"/>
            <a:ext cx="636588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58" name="MathType 6.0 Equation" r:id="rId15" imgW="634680" imgH="330120" progId="Equation.DSMT4">
                    <p:embed/>
                  </p:oleObj>
                </mc:Choice>
                <mc:Fallback>
                  <p:oleObj name="MathType 6.0 Equation" r:id="rId15" imgW="634680" imgH="330120" progId="Equation.DSMT4">
                    <p:embed/>
                    <p:pic>
                      <p:nvPicPr>
                        <p:cNvPr id="21" name="Object 5">
                          <a:extLst>
                            <a:ext uri="{FF2B5EF4-FFF2-40B4-BE49-F238E27FC236}">
                              <a16:creationId xmlns:a16="http://schemas.microsoft.com/office/drawing/2014/main" id="{533FE21A-FDF5-44AE-AEB5-839247491C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154" y="1626069"/>
                          <a:ext cx="636588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Text Box 16">
              <a:extLst>
                <a:ext uri="{FF2B5EF4-FFF2-40B4-BE49-F238E27FC236}">
                  <a16:creationId xmlns:a16="http://schemas.microsoft.com/office/drawing/2014/main" id="{ED0B11C4-FDDD-4168-B763-D45FD0830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53" y="1554547"/>
              <a:ext cx="5246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7854FB30-5CC6-4A3A-84C4-7474DAA1FD64}"/>
              </a:ext>
            </a:extLst>
          </p:cNvPr>
          <p:cNvGrpSpPr/>
          <p:nvPr/>
        </p:nvGrpSpPr>
        <p:grpSpPr>
          <a:xfrm>
            <a:off x="5758538" y="1555827"/>
            <a:ext cx="297989" cy="1045641"/>
            <a:chOff x="2693382" y="2882377"/>
            <a:chExt cx="303103" cy="767962"/>
          </a:xfrm>
        </p:grpSpPr>
        <p:sp>
          <p:nvSpPr>
            <p:cNvPr id="76" name="弧形 75">
              <a:extLst>
                <a:ext uri="{FF2B5EF4-FFF2-40B4-BE49-F238E27FC236}">
                  <a16:creationId xmlns:a16="http://schemas.microsoft.com/office/drawing/2014/main" id="{C5111DA4-585C-44A9-8C0C-163CC4E3EB1F}"/>
                </a:ext>
              </a:extLst>
            </p:cNvPr>
            <p:cNvSpPr/>
            <p:nvPr/>
          </p:nvSpPr>
          <p:spPr>
            <a:xfrm>
              <a:off x="2695637" y="2884405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弧形 76">
              <a:extLst>
                <a:ext uri="{FF2B5EF4-FFF2-40B4-BE49-F238E27FC236}">
                  <a16:creationId xmlns:a16="http://schemas.microsoft.com/office/drawing/2014/main" id="{61596065-2DDD-4361-AF45-26826D1A4051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8" name="椭圆 77">
            <a:extLst>
              <a:ext uri="{FF2B5EF4-FFF2-40B4-BE49-F238E27FC236}">
                <a16:creationId xmlns:a16="http://schemas.microsoft.com/office/drawing/2014/main" id="{6380D875-CE4F-4D9E-B2F8-D07C24C47837}"/>
              </a:ext>
            </a:extLst>
          </p:cNvPr>
          <p:cNvSpPr/>
          <p:nvPr/>
        </p:nvSpPr>
        <p:spPr>
          <a:xfrm rot="5400000">
            <a:off x="7717887" y="1865139"/>
            <a:ext cx="1155181" cy="403784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4B1CADB8-25CA-4ADD-AF14-D7BDA70CC9AA}"/>
              </a:ext>
            </a:extLst>
          </p:cNvPr>
          <p:cNvGrpSpPr/>
          <p:nvPr/>
        </p:nvGrpSpPr>
        <p:grpSpPr>
          <a:xfrm>
            <a:off x="5793176" y="1575608"/>
            <a:ext cx="177800" cy="711186"/>
            <a:chOff x="5645925" y="1914093"/>
            <a:chExt cx="177800" cy="711186"/>
          </a:xfrm>
        </p:grpSpPr>
        <p:graphicFrame>
          <p:nvGraphicFramePr>
            <p:cNvPr id="80" name="对象 79">
              <a:extLst>
                <a:ext uri="{FF2B5EF4-FFF2-40B4-BE49-F238E27FC236}">
                  <a16:creationId xmlns:a16="http://schemas.microsoft.com/office/drawing/2014/main" id="{E2FEE582-843A-4DE4-BA6E-0581A1E6AF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7560714"/>
                </p:ext>
              </p:extLst>
            </p:nvPr>
          </p:nvGraphicFramePr>
          <p:xfrm>
            <a:off x="5645925" y="2434779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59" name="Equation" r:id="rId17" imgW="177480" imgH="190440" progId="Equation.DSMT4">
                    <p:embed/>
                  </p:oleObj>
                </mc:Choice>
                <mc:Fallback>
                  <p:oleObj name="Equation" r:id="rId17" imgW="177480" imgH="19044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AF468987-E0CF-4F46-AC04-D7CAD21C15C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645925" y="2434779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A35BAD0A-A01C-44D0-B873-296187D64E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37699" y="1914093"/>
              <a:ext cx="14670" cy="509173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F0460B4B-D925-46B2-92CB-DE576A2E4E55}"/>
              </a:ext>
            </a:extLst>
          </p:cNvPr>
          <p:cNvGrpSpPr/>
          <p:nvPr/>
        </p:nvGrpSpPr>
        <p:grpSpPr>
          <a:xfrm>
            <a:off x="8250626" y="1498515"/>
            <a:ext cx="165100" cy="816854"/>
            <a:chOff x="8091287" y="1454660"/>
            <a:chExt cx="165100" cy="816854"/>
          </a:xfrm>
        </p:grpSpPr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17B3A9A-775D-4440-B1D8-D758492CE593}"/>
                </a:ext>
              </a:extLst>
            </p:cNvPr>
            <p:cNvCxnSpPr>
              <a:cxnSpLocks/>
            </p:cNvCxnSpPr>
            <p:nvPr/>
          </p:nvCxnSpPr>
          <p:spPr>
            <a:xfrm>
              <a:off x="8144617" y="1454660"/>
              <a:ext cx="0" cy="560792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84" name="对象 83">
              <a:extLst>
                <a:ext uri="{FF2B5EF4-FFF2-40B4-BE49-F238E27FC236}">
                  <a16:creationId xmlns:a16="http://schemas.microsoft.com/office/drawing/2014/main" id="{5C65B75A-0181-4657-A3F8-A75722D34B0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8959077"/>
                </p:ext>
              </p:extLst>
            </p:nvPr>
          </p:nvGraphicFramePr>
          <p:xfrm>
            <a:off x="8091287" y="2017514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60" name="Equation" r:id="rId19" imgW="164880" imgH="253800" progId="Equation.DSMT4">
                    <p:embed/>
                  </p:oleObj>
                </mc:Choice>
                <mc:Fallback>
                  <p:oleObj name="Equation" r:id="rId19" imgW="164880" imgH="25380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BEA4BA1A-BA0F-46DE-9A90-B2D48AA2F66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091287" y="2017514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A44A6D44-AF39-4DFA-B74F-A74A1EDC3767}"/>
              </a:ext>
            </a:extLst>
          </p:cNvPr>
          <p:cNvGrpSpPr/>
          <p:nvPr/>
        </p:nvGrpSpPr>
        <p:grpSpPr>
          <a:xfrm flipV="1">
            <a:off x="7402690" y="1232488"/>
            <a:ext cx="337861" cy="1675684"/>
            <a:chOff x="2692657" y="2881222"/>
            <a:chExt cx="301572" cy="766858"/>
          </a:xfrm>
          <a:solidFill>
            <a:srgbClr val="FFC000">
              <a:alpha val="50000"/>
            </a:srgbClr>
          </a:solidFill>
        </p:grpSpPr>
        <p:sp>
          <p:nvSpPr>
            <p:cNvPr id="89" name="弧形 88">
              <a:extLst>
                <a:ext uri="{FF2B5EF4-FFF2-40B4-BE49-F238E27FC236}">
                  <a16:creationId xmlns:a16="http://schemas.microsoft.com/office/drawing/2014/main" id="{7B8EABF4-F322-4882-A49F-934EF5EF31AF}"/>
                </a:ext>
              </a:extLst>
            </p:cNvPr>
            <p:cNvSpPr/>
            <p:nvPr/>
          </p:nvSpPr>
          <p:spPr>
            <a:xfrm>
              <a:off x="2692657" y="2881222"/>
              <a:ext cx="300848" cy="765934"/>
            </a:xfrm>
            <a:prstGeom prst="arc">
              <a:avLst>
                <a:gd name="adj1" fmla="val 16218077"/>
                <a:gd name="adj2" fmla="val 5459382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弧形 89">
              <a:extLst>
                <a:ext uri="{FF2B5EF4-FFF2-40B4-BE49-F238E27FC236}">
                  <a16:creationId xmlns:a16="http://schemas.microsoft.com/office/drawing/2014/main" id="{76ABD5C6-B45B-4254-A2D8-F925F3563617}"/>
                </a:ext>
              </a:extLst>
            </p:cNvPr>
            <p:cNvSpPr/>
            <p:nvPr/>
          </p:nvSpPr>
          <p:spPr>
            <a:xfrm rot="16200000">
              <a:off x="2460762" y="3114612"/>
              <a:ext cx="766088" cy="300847"/>
            </a:xfrm>
            <a:prstGeom prst="arc">
              <a:avLst>
                <a:gd name="adj1" fmla="val 10800519"/>
                <a:gd name="adj2" fmla="val 36192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A1C08A4C-8402-45CE-992F-702773512217}"/>
              </a:ext>
            </a:extLst>
          </p:cNvPr>
          <p:cNvGrpSpPr/>
          <p:nvPr/>
        </p:nvGrpSpPr>
        <p:grpSpPr>
          <a:xfrm>
            <a:off x="7077220" y="1434711"/>
            <a:ext cx="234000" cy="1276080"/>
            <a:chOff x="2692036" y="2879769"/>
            <a:chExt cx="302193" cy="767735"/>
          </a:xfrm>
          <a:solidFill>
            <a:srgbClr val="FFC000">
              <a:alpha val="50000"/>
            </a:srgbClr>
          </a:solidFill>
        </p:grpSpPr>
        <p:sp>
          <p:nvSpPr>
            <p:cNvPr id="86" name="弧形 85">
              <a:extLst>
                <a:ext uri="{FF2B5EF4-FFF2-40B4-BE49-F238E27FC236}">
                  <a16:creationId xmlns:a16="http://schemas.microsoft.com/office/drawing/2014/main" id="{1E45513D-1A22-4DBC-9064-D4816D06175C}"/>
                </a:ext>
              </a:extLst>
            </p:cNvPr>
            <p:cNvSpPr/>
            <p:nvPr/>
          </p:nvSpPr>
          <p:spPr>
            <a:xfrm>
              <a:off x="2692036" y="2881222"/>
              <a:ext cx="300848" cy="765934"/>
            </a:xfrm>
            <a:prstGeom prst="arc">
              <a:avLst>
                <a:gd name="adj1" fmla="val 16199991"/>
                <a:gd name="adj2" fmla="val 5412737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弧形 86">
              <a:extLst>
                <a:ext uri="{FF2B5EF4-FFF2-40B4-BE49-F238E27FC236}">
                  <a16:creationId xmlns:a16="http://schemas.microsoft.com/office/drawing/2014/main" id="{0921C7EF-2497-4BCF-88D7-0218EAFB4D1B}"/>
                </a:ext>
              </a:extLst>
            </p:cNvPr>
            <p:cNvSpPr/>
            <p:nvPr/>
          </p:nvSpPr>
          <p:spPr>
            <a:xfrm rot="16200000">
              <a:off x="2459938" y="3113213"/>
              <a:ext cx="767735" cy="300847"/>
            </a:xfrm>
            <a:prstGeom prst="arc">
              <a:avLst>
                <a:gd name="adj1" fmla="val 10824764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A48B4A1D-7A9C-44AF-BD8B-0B0DB445DC46}"/>
              </a:ext>
            </a:extLst>
          </p:cNvPr>
          <p:cNvGrpSpPr/>
          <p:nvPr/>
        </p:nvGrpSpPr>
        <p:grpSpPr>
          <a:xfrm>
            <a:off x="5182254" y="1024583"/>
            <a:ext cx="3641460" cy="1882874"/>
            <a:chOff x="5004048" y="976908"/>
            <a:chExt cx="3641460" cy="1882874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6EB84363-7BB9-45EF-88B5-D14E78FE39B2}"/>
                </a:ext>
              </a:extLst>
            </p:cNvPr>
            <p:cNvGrpSpPr/>
            <p:nvPr/>
          </p:nvGrpSpPr>
          <p:grpSpPr>
            <a:xfrm>
              <a:off x="5004048" y="2015452"/>
              <a:ext cx="3641460" cy="237955"/>
              <a:chOff x="2659272" y="2824255"/>
              <a:chExt cx="3641460" cy="237955"/>
            </a:xfrm>
          </p:grpSpPr>
          <p:cxnSp>
            <p:nvCxnSpPr>
              <p:cNvPr id="96" name="直接箭头连接符 95">
                <a:extLst>
                  <a:ext uri="{FF2B5EF4-FFF2-40B4-BE49-F238E27FC236}">
                    <a16:creationId xmlns:a16="http://schemas.microsoft.com/office/drawing/2014/main" id="{C67C00B8-ACDC-4007-B00C-B5C8E00128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59272" y="2824255"/>
                <a:ext cx="3600400" cy="76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97" name="Object 22">
                <a:extLst>
                  <a:ext uri="{FF2B5EF4-FFF2-40B4-BE49-F238E27FC236}">
                    <a16:creationId xmlns:a16="http://schemas.microsoft.com/office/drawing/2014/main" id="{9FCF9A59-8454-45D8-8250-BE387DFF48B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05507368"/>
                  </p:ext>
                </p:extLst>
              </p:nvPr>
            </p:nvGraphicFramePr>
            <p:xfrm>
              <a:off x="6122932" y="2870122"/>
              <a:ext cx="177800" cy="1920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3361" name="Equation" r:id="rId21" imgW="177480" imgH="190440" progId="Equation.DSMT4">
                      <p:embed/>
                    </p:oleObj>
                  </mc:Choice>
                  <mc:Fallback>
                    <p:oleObj name="Equation" r:id="rId21" imgW="177480" imgH="190440" progId="Equation.DSMT4">
                      <p:embed/>
                      <p:pic>
                        <p:nvPicPr>
                          <p:cNvPr id="49" name="Object 22">
                            <a:extLst>
                              <a:ext uri="{FF2B5EF4-FFF2-40B4-BE49-F238E27FC236}">
                                <a16:creationId xmlns:a16="http://schemas.microsoft.com/office/drawing/2014/main" id="{8EC9DE7C-86A9-4813-BD4F-368D38C2B83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122932" y="2870122"/>
                            <a:ext cx="177800" cy="192088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53A1DE9A-5E28-4510-AC55-F59DD30FA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077" y="976908"/>
              <a:ext cx="0" cy="188287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4" name="Object 7">
              <a:extLst>
                <a:ext uri="{FF2B5EF4-FFF2-40B4-BE49-F238E27FC236}">
                  <a16:creationId xmlns:a16="http://schemas.microsoft.com/office/drawing/2014/main" id="{42CEC661-C6CE-4601-84AB-A6E4567424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8172391"/>
                </p:ext>
              </p:extLst>
            </p:nvPr>
          </p:nvGraphicFramePr>
          <p:xfrm>
            <a:off x="5100620" y="1088182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62" name="Equation" r:id="rId23" imgW="190440" imgH="241200" progId="Equation.DSMT4">
                    <p:embed/>
                  </p:oleObj>
                </mc:Choice>
                <mc:Fallback>
                  <p:oleObj name="Equation" r:id="rId23" imgW="190440" imgH="241200" progId="Equation.DSMT4">
                    <p:embed/>
                    <p:pic>
                      <p:nvPicPr>
                        <p:cNvPr id="46" name="Object 7">
                          <a:extLst>
                            <a:ext uri="{FF2B5EF4-FFF2-40B4-BE49-F238E27FC236}">
                              <a16:creationId xmlns:a16="http://schemas.microsoft.com/office/drawing/2014/main" id="{395C3509-3CCB-4D09-A49B-4D19691850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0620" y="1088182"/>
                          <a:ext cx="1905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Object 7">
              <a:extLst>
                <a:ext uri="{FF2B5EF4-FFF2-40B4-BE49-F238E27FC236}">
                  <a16:creationId xmlns:a16="http://schemas.microsoft.com/office/drawing/2014/main" id="{30BE8CFD-3D97-4F3E-A36D-A7995ED0ED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8591974"/>
                </p:ext>
              </p:extLst>
            </p:nvPr>
          </p:nvGraphicFramePr>
          <p:xfrm>
            <a:off x="5146103" y="202855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63" name="MathType 6.0 Equation" r:id="rId25" imgW="190440" imgH="203040" progId="Equation.DSMT4">
                    <p:embed/>
                  </p:oleObj>
                </mc:Choice>
                <mc:Fallback>
                  <p:oleObj name="MathType 6.0 Equation" r:id="rId25" imgW="190440" imgH="203040" progId="Equation.DSMT4">
                    <p:embed/>
                    <p:pic>
                      <p:nvPicPr>
                        <p:cNvPr id="47" name="Object 7">
                          <a:extLst>
                            <a:ext uri="{FF2B5EF4-FFF2-40B4-BE49-F238E27FC236}">
                              <a16:creationId xmlns:a16="http://schemas.microsoft.com/office/drawing/2014/main" id="{0C27B3A6-6AAE-4703-9313-5F2FD217A7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6103" y="2028557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D6591D2D-8E42-47DF-B601-359ED08D2527}"/>
              </a:ext>
            </a:extLst>
          </p:cNvPr>
          <p:cNvGrpSpPr/>
          <p:nvPr/>
        </p:nvGrpSpPr>
        <p:grpSpPr>
          <a:xfrm>
            <a:off x="7098364" y="1425318"/>
            <a:ext cx="190500" cy="894661"/>
            <a:chOff x="5952420" y="3399329"/>
            <a:chExt cx="190500" cy="894661"/>
          </a:xfrm>
        </p:grpSpPr>
        <p:graphicFrame>
          <p:nvGraphicFramePr>
            <p:cNvPr id="103" name="Object 7">
              <a:extLst>
                <a:ext uri="{FF2B5EF4-FFF2-40B4-BE49-F238E27FC236}">
                  <a16:creationId xmlns:a16="http://schemas.microsoft.com/office/drawing/2014/main" id="{F956D73A-1E87-4C97-BAA1-9EF0EC768C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4239170"/>
                </p:ext>
              </p:extLst>
            </p:nvPr>
          </p:nvGraphicFramePr>
          <p:xfrm>
            <a:off x="5952420" y="409079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64" name="MathType 6.0 Equation" r:id="rId27" imgW="190440" imgH="203040" progId="Equation.DSMT4">
                    <p:embed/>
                  </p:oleObj>
                </mc:Choice>
                <mc:Fallback>
                  <p:oleObj name="MathType 6.0 Equation" r:id="rId27" imgW="190440" imgH="203040" progId="Equation.DSMT4">
                    <p:embed/>
                    <p:pic>
                      <p:nvPicPr>
                        <p:cNvPr id="72" name="Object 7">
                          <a:extLst>
                            <a:ext uri="{FF2B5EF4-FFF2-40B4-BE49-F238E27FC236}">
                              <a16:creationId xmlns:a16="http://schemas.microsoft.com/office/drawing/2014/main" id="{0952504F-A9A6-4868-A457-5184163760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2420" y="409079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3D0C8ECC-B24B-45EC-B644-3546526A496A}"/>
                </a:ext>
              </a:extLst>
            </p:cNvPr>
            <p:cNvCxnSpPr>
              <a:cxnSpLocks/>
            </p:cNvCxnSpPr>
            <p:nvPr/>
          </p:nvCxnSpPr>
          <p:spPr>
            <a:xfrm>
              <a:off x="6050558" y="3399329"/>
              <a:ext cx="8212" cy="633699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E8FD2F15-2A4B-478D-B08A-7A2F953F53BA}"/>
              </a:ext>
            </a:extLst>
          </p:cNvPr>
          <p:cNvGrpSpPr/>
          <p:nvPr/>
        </p:nvGrpSpPr>
        <p:grpSpPr>
          <a:xfrm>
            <a:off x="7415601" y="1244582"/>
            <a:ext cx="647700" cy="1091425"/>
            <a:chOff x="5921476" y="3084552"/>
            <a:chExt cx="647700" cy="1091425"/>
          </a:xfrm>
        </p:grpSpPr>
        <p:graphicFrame>
          <p:nvGraphicFramePr>
            <p:cNvPr id="106" name="Object 7">
              <a:extLst>
                <a:ext uri="{FF2B5EF4-FFF2-40B4-BE49-F238E27FC236}">
                  <a16:creationId xmlns:a16="http://schemas.microsoft.com/office/drawing/2014/main" id="{81ACEFAB-4C46-45FD-8F9F-20D571D0ED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5364214"/>
                </p:ext>
              </p:extLst>
            </p:nvPr>
          </p:nvGraphicFramePr>
          <p:xfrm>
            <a:off x="5921476" y="3921977"/>
            <a:ext cx="647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65" name="Equation" r:id="rId29" imgW="647640" imgH="253800" progId="Equation.DSMT4">
                    <p:embed/>
                  </p:oleObj>
                </mc:Choice>
                <mc:Fallback>
                  <p:oleObj name="Equation" r:id="rId29" imgW="647640" imgH="253800" progId="Equation.DSMT4">
                    <p:embed/>
                    <p:pic>
                      <p:nvPicPr>
                        <p:cNvPr id="75" name="Object 7">
                          <a:extLst>
                            <a:ext uri="{FF2B5EF4-FFF2-40B4-BE49-F238E27FC236}">
                              <a16:creationId xmlns:a16="http://schemas.microsoft.com/office/drawing/2014/main" id="{2CF0E661-AA1E-4C71-829C-84898CDD31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1476" y="3921977"/>
                          <a:ext cx="647700" cy="254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1871CA7B-910A-49B8-9A25-532F0A768ADC}"/>
                </a:ext>
              </a:extLst>
            </p:cNvPr>
            <p:cNvCxnSpPr>
              <a:cxnSpLocks/>
            </p:cNvCxnSpPr>
            <p:nvPr/>
          </p:nvCxnSpPr>
          <p:spPr>
            <a:xfrm>
              <a:off x="6073390" y="3084552"/>
              <a:ext cx="0" cy="838845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47B07F2-2CC6-4F5F-A522-6CC5DD7E11A7}"/>
              </a:ext>
            </a:extLst>
          </p:cNvPr>
          <p:cNvGrpSpPr/>
          <p:nvPr/>
        </p:nvGrpSpPr>
        <p:grpSpPr>
          <a:xfrm>
            <a:off x="5940156" y="1080089"/>
            <a:ext cx="2328610" cy="729292"/>
            <a:chOff x="5780817" y="1036234"/>
            <a:chExt cx="2328610" cy="729292"/>
          </a:xfrm>
        </p:grpSpPr>
        <p:graphicFrame>
          <p:nvGraphicFramePr>
            <p:cNvPr id="100" name="Object 22">
              <a:extLst>
                <a:ext uri="{FF2B5EF4-FFF2-40B4-BE49-F238E27FC236}">
                  <a16:creationId xmlns:a16="http://schemas.microsoft.com/office/drawing/2014/main" id="{29525B50-3165-4AB3-B849-65654536B3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4387787"/>
                </p:ext>
              </p:extLst>
            </p:nvPr>
          </p:nvGraphicFramePr>
          <p:xfrm>
            <a:off x="6290901" y="1036234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66" name="Equation" r:id="rId31" imgW="927000" imgH="304560" progId="Equation.DSMT4">
                    <p:embed/>
                  </p:oleObj>
                </mc:Choice>
                <mc:Fallback>
                  <p:oleObj name="Equation" r:id="rId31" imgW="927000" imgH="304560" progId="Equation.DSMT4">
                    <p:embed/>
                    <p:pic>
                      <p:nvPicPr>
                        <p:cNvPr id="53" name="Object 22">
                          <a:extLst>
                            <a:ext uri="{FF2B5EF4-FFF2-40B4-BE49-F238E27FC236}">
                              <a16:creationId xmlns:a16="http://schemas.microsoft.com/office/drawing/2014/main" id="{4C542BA7-9A31-4327-A168-B8218730EA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0901" y="1036234"/>
                          <a:ext cx="927100" cy="304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62D77171-464A-402C-A89C-85EA71CF8CFD}"/>
                </a:ext>
              </a:extLst>
            </p:cNvPr>
            <p:cNvSpPr/>
            <p:nvPr/>
          </p:nvSpPr>
          <p:spPr>
            <a:xfrm rot="20673385" flipV="1">
              <a:off x="5780817" y="1185528"/>
              <a:ext cx="2328610" cy="579998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/>
            </a:p>
          </p:txBody>
        </p:sp>
      </p:grpSp>
      <p:sp>
        <p:nvSpPr>
          <p:cNvPr id="61" name="Rectangle 18">
            <a:extLst>
              <a:ext uri="{FF2B5EF4-FFF2-40B4-BE49-F238E27FC236}">
                <a16:creationId xmlns:a16="http://schemas.microsoft.com/office/drawing/2014/main" id="{C425CD22-84F1-48D6-BBD6-C42489803010}"/>
              </a:ext>
            </a:extLst>
          </p:cNvPr>
          <p:cNvSpPr txBox="1">
            <a:spLocks noChangeArrowheads="1"/>
          </p:cNvSpPr>
          <p:nvPr/>
        </p:nvSpPr>
        <p:spPr>
          <a:xfrm>
            <a:off x="2915816" y="51470"/>
            <a:ext cx="2143108" cy="400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切片法求体积</a:t>
            </a:r>
          </a:p>
        </p:txBody>
      </p:sp>
      <p:sp>
        <p:nvSpPr>
          <p:cNvPr id="71" name="流程图: 直接访问存储器 70">
            <a:extLst>
              <a:ext uri="{FF2B5EF4-FFF2-40B4-BE49-F238E27FC236}">
                <a16:creationId xmlns:a16="http://schemas.microsoft.com/office/drawing/2014/main" id="{4963CC0A-52EF-400D-806D-D3B489164367}"/>
              </a:ext>
            </a:extLst>
          </p:cNvPr>
          <p:cNvSpPr/>
          <p:nvPr/>
        </p:nvSpPr>
        <p:spPr>
          <a:xfrm>
            <a:off x="7077219" y="1445477"/>
            <a:ext cx="606123" cy="1270278"/>
          </a:xfrm>
          <a:prstGeom prst="flowChartMagneticDrum">
            <a:avLst/>
          </a:prstGeom>
          <a:solidFill>
            <a:srgbClr val="00B0F0">
              <a:alpha val="54000"/>
            </a:srgb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9083DDA-26A5-41E2-BD0B-33AAEA67F31E}"/>
              </a:ext>
            </a:extLst>
          </p:cNvPr>
          <p:cNvGrpSpPr/>
          <p:nvPr/>
        </p:nvGrpSpPr>
        <p:grpSpPr>
          <a:xfrm>
            <a:off x="6032889" y="2374855"/>
            <a:ext cx="1073829" cy="796177"/>
            <a:chOff x="6113463" y="2732836"/>
            <a:chExt cx="1073829" cy="796177"/>
          </a:xfrm>
        </p:grpSpPr>
        <p:graphicFrame>
          <p:nvGraphicFramePr>
            <p:cNvPr id="72" name="Object 5">
              <a:extLst>
                <a:ext uri="{FF2B5EF4-FFF2-40B4-BE49-F238E27FC236}">
                  <a16:creationId xmlns:a16="http://schemas.microsoft.com/office/drawing/2014/main" id="{11E9BF0A-1268-478B-881E-25405B20659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957561"/>
                </p:ext>
              </p:extLst>
            </p:nvPr>
          </p:nvGraphicFramePr>
          <p:xfrm>
            <a:off x="6113463" y="3186113"/>
            <a:ext cx="102235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3367" name="Equation" r:id="rId33" imgW="1117440" imgH="342720" progId="Equation.DSMT4">
                    <p:embed/>
                  </p:oleObj>
                </mc:Choice>
                <mc:Fallback>
                  <p:oleObj name="Equation" r:id="rId33" imgW="1117440" imgH="342720" progId="Equation.DSMT4">
                    <p:embed/>
                    <p:pic>
                      <p:nvPicPr>
                        <p:cNvPr id="75" name="Object 5">
                          <a:extLst>
                            <a:ext uri="{FF2B5EF4-FFF2-40B4-BE49-F238E27FC236}">
                              <a16:creationId xmlns:a16="http://schemas.microsoft.com/office/drawing/2014/main" id="{B29CA435-BD9F-4A15-B811-87AF80744D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13463" y="3186113"/>
                          <a:ext cx="102235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0BF503C7-2A33-40E6-9136-312E29D50F24}"/>
                </a:ext>
              </a:extLst>
            </p:cNvPr>
            <p:cNvCxnSpPr/>
            <p:nvPr/>
          </p:nvCxnSpPr>
          <p:spPr>
            <a:xfrm flipV="1">
              <a:off x="6574092" y="2732836"/>
              <a:ext cx="613200" cy="4765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587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101" grpId="0" animBg="1"/>
      <p:bldP spid="10" grpId="0" autoUpdateAnimBg="0"/>
      <p:bldP spid="13" grpId="0" autoUpdateAnimBg="0"/>
      <p:bldP spid="43" grpId="0" autoUpdateAnimBg="0"/>
      <p:bldP spid="44" grpId="0" autoUpdateAnimBg="0"/>
      <p:bldP spid="46" grpId="0" autoUpdateAnimBg="0"/>
      <p:bldP spid="48" grpId="0" animBg="1"/>
      <p:bldP spid="78" grpId="0" animBg="1"/>
      <p:bldP spid="7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8724453B-24FC-42B0-ABED-1A49656267E2}"/>
              </a:ext>
            </a:extLst>
          </p:cNvPr>
          <p:cNvSpPr/>
          <p:nvPr/>
        </p:nvSpPr>
        <p:spPr>
          <a:xfrm rot="16699824" flipH="1" flipV="1">
            <a:off x="5837145" y="2070241"/>
            <a:ext cx="1313844" cy="271974"/>
          </a:xfrm>
          <a:custGeom>
            <a:avLst/>
            <a:gdLst>
              <a:gd name="connsiteX0" fmla="*/ 0 w 1786410"/>
              <a:gd name="connsiteY0" fmla="*/ 690342 h 690342"/>
              <a:gd name="connsiteX1" fmla="*/ 569229 w 1786410"/>
              <a:gd name="connsiteY1" fmla="*/ 205891 h 690342"/>
              <a:gd name="connsiteX2" fmla="*/ 1241404 w 1786410"/>
              <a:gd name="connsiteY2" fmla="*/ 538951 h 690342"/>
              <a:gd name="connsiteX3" fmla="*/ 1786410 w 1786410"/>
              <a:gd name="connsiteY3" fmla="*/ 0 h 690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6410" h="690342">
                <a:moveTo>
                  <a:pt x="0" y="690342"/>
                </a:moveTo>
                <a:cubicBezTo>
                  <a:pt x="181164" y="460732"/>
                  <a:pt x="362328" y="231123"/>
                  <a:pt x="569229" y="205891"/>
                </a:cubicBezTo>
                <a:cubicBezTo>
                  <a:pt x="776130" y="180659"/>
                  <a:pt x="1038541" y="573266"/>
                  <a:pt x="1241404" y="538951"/>
                </a:cubicBezTo>
                <a:cubicBezTo>
                  <a:pt x="1444267" y="504636"/>
                  <a:pt x="1786410" y="0"/>
                  <a:pt x="1786410" y="0"/>
                </a:cubicBezTo>
              </a:path>
            </a:pathLst>
          </a:custGeom>
          <a:noFill/>
          <a:ln w="190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="1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2B45D2A-3568-44FD-946E-89DE2CB49D7A}"/>
              </a:ext>
            </a:extLst>
          </p:cNvPr>
          <p:cNvSpPr/>
          <p:nvPr/>
        </p:nvSpPr>
        <p:spPr>
          <a:xfrm>
            <a:off x="7069414" y="1540977"/>
            <a:ext cx="682487" cy="1318592"/>
          </a:xfrm>
          <a:custGeom>
            <a:avLst/>
            <a:gdLst>
              <a:gd name="connsiteX0" fmla="*/ 0 w 682487"/>
              <a:gd name="connsiteY0" fmla="*/ 0 h 1318592"/>
              <a:gd name="connsiteX1" fmla="*/ 583095 w 682487"/>
              <a:gd name="connsiteY1" fmla="*/ 0 h 1318592"/>
              <a:gd name="connsiteX2" fmla="*/ 563217 w 682487"/>
              <a:gd name="connsiteY2" fmla="*/ 66261 h 1318592"/>
              <a:gd name="connsiteX3" fmla="*/ 523461 w 682487"/>
              <a:gd name="connsiteY3" fmla="*/ 185531 h 1318592"/>
              <a:gd name="connsiteX4" fmla="*/ 490330 w 682487"/>
              <a:gd name="connsiteY4" fmla="*/ 284922 h 1318592"/>
              <a:gd name="connsiteX5" fmla="*/ 477078 w 682487"/>
              <a:gd name="connsiteY5" fmla="*/ 351183 h 1318592"/>
              <a:gd name="connsiteX6" fmla="*/ 477078 w 682487"/>
              <a:gd name="connsiteY6" fmla="*/ 437322 h 1318592"/>
              <a:gd name="connsiteX7" fmla="*/ 516834 w 682487"/>
              <a:gd name="connsiteY7" fmla="*/ 543339 h 1318592"/>
              <a:gd name="connsiteX8" fmla="*/ 583095 w 682487"/>
              <a:gd name="connsiteY8" fmla="*/ 675861 h 1318592"/>
              <a:gd name="connsiteX9" fmla="*/ 662608 w 682487"/>
              <a:gd name="connsiteY9" fmla="*/ 781879 h 1318592"/>
              <a:gd name="connsiteX10" fmla="*/ 682487 w 682487"/>
              <a:gd name="connsiteY10" fmla="*/ 901148 h 1318592"/>
              <a:gd name="connsiteX11" fmla="*/ 662608 w 682487"/>
              <a:gd name="connsiteY11" fmla="*/ 1027044 h 1318592"/>
              <a:gd name="connsiteX12" fmla="*/ 609600 w 682487"/>
              <a:gd name="connsiteY12" fmla="*/ 1172818 h 1318592"/>
              <a:gd name="connsiteX13" fmla="*/ 543339 w 682487"/>
              <a:gd name="connsiteY13" fmla="*/ 1311966 h 1318592"/>
              <a:gd name="connsiteX14" fmla="*/ 0 w 682487"/>
              <a:gd name="connsiteY14" fmla="*/ 1318592 h 1318592"/>
              <a:gd name="connsiteX15" fmla="*/ 0 w 682487"/>
              <a:gd name="connsiteY15" fmla="*/ 0 h 1318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2487" h="1318592">
                <a:moveTo>
                  <a:pt x="0" y="0"/>
                </a:moveTo>
                <a:lnTo>
                  <a:pt x="583095" y="0"/>
                </a:lnTo>
                <a:lnTo>
                  <a:pt x="563217" y="66261"/>
                </a:lnTo>
                <a:lnTo>
                  <a:pt x="523461" y="185531"/>
                </a:lnTo>
                <a:lnTo>
                  <a:pt x="490330" y="284922"/>
                </a:lnTo>
                <a:lnTo>
                  <a:pt x="477078" y="351183"/>
                </a:lnTo>
                <a:lnTo>
                  <a:pt x="477078" y="437322"/>
                </a:lnTo>
                <a:lnTo>
                  <a:pt x="516834" y="543339"/>
                </a:lnTo>
                <a:lnTo>
                  <a:pt x="583095" y="675861"/>
                </a:lnTo>
                <a:lnTo>
                  <a:pt x="662608" y="781879"/>
                </a:lnTo>
                <a:lnTo>
                  <a:pt x="682487" y="901148"/>
                </a:lnTo>
                <a:lnTo>
                  <a:pt x="662608" y="1027044"/>
                </a:lnTo>
                <a:lnTo>
                  <a:pt x="609600" y="1172818"/>
                </a:lnTo>
                <a:lnTo>
                  <a:pt x="543339" y="1311966"/>
                </a:lnTo>
                <a:lnTo>
                  <a:pt x="0" y="1318592"/>
                </a:lnTo>
                <a:cubicBezTo>
                  <a:pt x="2209" y="876853"/>
                  <a:pt x="4417" y="435113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 Box 16">
            <a:extLst>
              <a:ext uri="{FF2B5EF4-FFF2-40B4-BE49-F238E27FC236}">
                <a16:creationId xmlns:a16="http://schemas.microsoft.com/office/drawing/2014/main" id="{0770238F-4270-4E22-8D43-D7E9DEC093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896" y="441811"/>
            <a:ext cx="8057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求由</a:t>
            </a:r>
          </a:p>
        </p:txBody>
      </p:sp>
      <p:graphicFrame>
        <p:nvGraphicFramePr>
          <p:cNvPr id="11" name="Object 22">
            <a:extLst>
              <a:ext uri="{FF2B5EF4-FFF2-40B4-BE49-F238E27FC236}">
                <a16:creationId xmlns:a16="http://schemas.microsoft.com/office/drawing/2014/main" id="{B55268DD-46D6-48C9-B3CC-90C4A9634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217719"/>
              </p:ext>
            </p:extLst>
          </p:nvPr>
        </p:nvGraphicFramePr>
        <p:xfrm>
          <a:off x="1562044" y="512821"/>
          <a:ext cx="32893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03" name="Equation" r:id="rId3" imgW="3288960" imgH="342720" progId="Equation.DSMT4">
                  <p:embed/>
                </p:oleObj>
              </mc:Choice>
              <mc:Fallback>
                <p:oleObj name="Equation" r:id="rId3" imgW="3288960" imgH="3427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044" y="512821"/>
                        <a:ext cx="3289300" cy="34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6">
            <a:extLst>
              <a:ext uri="{FF2B5EF4-FFF2-40B4-BE49-F238E27FC236}">
                <a16:creationId xmlns:a16="http://schemas.microsoft.com/office/drawing/2014/main" id="{8513F7BA-2610-45BB-8D28-7109B4A2F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12" y="942844"/>
            <a:ext cx="37444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一周而成的旋转体的体积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9993331-3239-4A93-A481-103170B04CC9}"/>
              </a:ext>
            </a:extLst>
          </p:cNvPr>
          <p:cNvGrpSpPr/>
          <p:nvPr/>
        </p:nvGrpSpPr>
        <p:grpSpPr>
          <a:xfrm>
            <a:off x="4878858" y="427581"/>
            <a:ext cx="3115687" cy="462589"/>
            <a:chOff x="4599514" y="427737"/>
            <a:chExt cx="3115687" cy="462589"/>
          </a:xfrm>
        </p:grpSpPr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6C35F493-7CF6-48AD-9705-CA0A59425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9514" y="428661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所围图形绕</a:t>
              </a:r>
            </a:p>
          </p:txBody>
        </p:sp>
        <p:graphicFrame>
          <p:nvGraphicFramePr>
            <p:cNvPr id="16" name="Object 22">
              <a:extLst>
                <a:ext uri="{FF2B5EF4-FFF2-40B4-BE49-F238E27FC236}">
                  <a16:creationId xmlns:a16="http://schemas.microsoft.com/office/drawing/2014/main" id="{5BCE13AB-7C57-49F9-AD06-E13BF6E35F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2689318"/>
                </p:ext>
              </p:extLst>
            </p:nvPr>
          </p:nvGraphicFramePr>
          <p:xfrm>
            <a:off x="6319838" y="546100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04" name="MathType 6.0 Equation" r:id="rId5" imgW="215640" imgH="266400" progId="Equation.DSMT4">
                    <p:embed/>
                  </p:oleObj>
                </mc:Choice>
                <mc:Fallback>
                  <p:oleObj name="MathType 6.0 Equation" r:id="rId5" imgW="215640" imgH="266400" progId="Equation.DSMT4">
                    <p:embed/>
                    <p:pic>
                      <p:nvPicPr>
                        <p:cNvPr id="14" name="Object 22">
                          <a:extLst>
                            <a:ext uri="{FF2B5EF4-FFF2-40B4-BE49-F238E27FC236}">
                              <a16:creationId xmlns:a16="http://schemas.microsoft.com/office/drawing/2014/main" id="{C1FADA1E-5F6B-441A-9C2D-C89D148BB0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9838" y="546100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A859F012-660E-4E18-881B-07E8C5D24B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3805" y="427737"/>
              <a:ext cx="11713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轴旋转</a:t>
              </a:r>
            </a:p>
          </p:txBody>
        </p:sp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19B139B-25BD-4672-B451-E4F4056579F4}"/>
              </a:ext>
            </a:extLst>
          </p:cNvPr>
          <p:cNvCxnSpPr>
            <a:cxnSpLocks/>
          </p:cNvCxnSpPr>
          <p:nvPr/>
        </p:nvCxnSpPr>
        <p:spPr>
          <a:xfrm flipV="1">
            <a:off x="7277251" y="1960635"/>
            <a:ext cx="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8614298-3404-49F3-8A1B-62D1849D6631}"/>
              </a:ext>
            </a:extLst>
          </p:cNvPr>
          <p:cNvGrpSpPr/>
          <p:nvPr/>
        </p:nvGrpSpPr>
        <p:grpSpPr>
          <a:xfrm>
            <a:off x="7484540" y="1544814"/>
            <a:ext cx="1110402" cy="1313844"/>
            <a:chOff x="6964320" y="2009654"/>
            <a:chExt cx="1110402" cy="1313844"/>
          </a:xfrm>
        </p:grpSpPr>
        <p:graphicFrame>
          <p:nvGraphicFramePr>
            <p:cNvPr id="19" name="Object 7">
              <a:extLst>
                <a:ext uri="{FF2B5EF4-FFF2-40B4-BE49-F238E27FC236}">
                  <a16:creationId xmlns:a16="http://schemas.microsoft.com/office/drawing/2014/main" id="{0165BDBF-8F23-48F0-A7BF-89CE5B88445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113691"/>
                </p:ext>
              </p:extLst>
            </p:nvPr>
          </p:nvGraphicFramePr>
          <p:xfrm>
            <a:off x="7084122" y="2084639"/>
            <a:ext cx="990600" cy="317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05" name="MathType 6.0 Equation" r:id="rId7" imgW="990360" imgH="317160" progId="Equation.DSMT4">
                    <p:embed/>
                  </p:oleObj>
                </mc:Choice>
                <mc:Fallback>
                  <p:oleObj name="MathType 6.0 Equation" r:id="rId7" imgW="990360" imgH="317160" progId="Equation.DSMT4">
                    <p:embed/>
                    <p:pic>
                      <p:nvPicPr>
                        <p:cNvPr id="27" name="Object 7">
                          <a:extLst>
                            <a:ext uri="{FF2B5EF4-FFF2-40B4-BE49-F238E27FC236}">
                              <a16:creationId xmlns:a16="http://schemas.microsoft.com/office/drawing/2014/main" id="{2A01AA2B-A362-4E28-87B3-B9797CD3C1D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4122" y="2084639"/>
                          <a:ext cx="990600" cy="317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413E2699-D34D-4BE4-8C4A-AFC19CD47F37}"/>
                </a:ext>
              </a:extLst>
            </p:cNvPr>
            <p:cNvSpPr/>
            <p:nvPr/>
          </p:nvSpPr>
          <p:spPr>
            <a:xfrm rot="4900176" flipV="1">
              <a:off x="6443385" y="2530589"/>
              <a:ext cx="1313844" cy="271974"/>
            </a:xfrm>
            <a:custGeom>
              <a:avLst/>
              <a:gdLst>
                <a:gd name="connsiteX0" fmla="*/ 0 w 1786410"/>
                <a:gd name="connsiteY0" fmla="*/ 690342 h 690342"/>
                <a:gd name="connsiteX1" fmla="*/ 569229 w 1786410"/>
                <a:gd name="connsiteY1" fmla="*/ 205891 h 690342"/>
                <a:gd name="connsiteX2" fmla="*/ 1241404 w 1786410"/>
                <a:gd name="connsiteY2" fmla="*/ 538951 h 690342"/>
                <a:gd name="connsiteX3" fmla="*/ 1786410 w 1786410"/>
                <a:gd name="connsiteY3" fmla="*/ 0 h 690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6410" h="690342">
                  <a:moveTo>
                    <a:pt x="0" y="690342"/>
                  </a:moveTo>
                  <a:cubicBezTo>
                    <a:pt x="181164" y="460732"/>
                    <a:pt x="362328" y="231123"/>
                    <a:pt x="569229" y="205891"/>
                  </a:cubicBezTo>
                  <a:cubicBezTo>
                    <a:pt x="776130" y="180659"/>
                    <a:pt x="1038541" y="573266"/>
                    <a:pt x="1241404" y="538951"/>
                  </a:cubicBezTo>
                  <a:cubicBezTo>
                    <a:pt x="1444267" y="504636"/>
                    <a:pt x="1786410" y="0"/>
                    <a:pt x="1786410" y="0"/>
                  </a:cubicBezTo>
                </a:path>
              </a:pathLst>
            </a:custGeom>
            <a:noFill/>
            <a:ln w="190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="1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C1AA6A3-A61F-47DC-ADDF-50B480291753}"/>
              </a:ext>
            </a:extLst>
          </p:cNvPr>
          <p:cNvGrpSpPr/>
          <p:nvPr/>
        </p:nvGrpSpPr>
        <p:grpSpPr>
          <a:xfrm>
            <a:off x="5981107" y="932757"/>
            <a:ext cx="2569284" cy="2833832"/>
            <a:chOff x="4601927" y="-54355"/>
            <a:chExt cx="2569284" cy="2833832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9F41EA80-B779-4FCE-8039-0A5EDEAB4511}"/>
                </a:ext>
              </a:extLst>
            </p:cNvPr>
            <p:cNvCxnSpPr>
              <a:cxnSpLocks/>
            </p:cNvCxnSpPr>
            <p:nvPr/>
          </p:nvCxnSpPr>
          <p:spPr>
            <a:xfrm>
              <a:off x="4601927" y="2298500"/>
              <a:ext cx="2377477" cy="330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472DD023-02C2-4B58-B3F6-F5272E85F7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2358" y="-10241"/>
              <a:ext cx="0" cy="278971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" name="Object 7">
              <a:extLst>
                <a:ext uri="{FF2B5EF4-FFF2-40B4-BE49-F238E27FC236}">
                  <a16:creationId xmlns:a16="http://schemas.microsoft.com/office/drawing/2014/main" id="{2C8AA9DF-A3BE-4724-9012-C80884B1170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093985"/>
                </p:ext>
              </p:extLst>
            </p:nvPr>
          </p:nvGraphicFramePr>
          <p:xfrm>
            <a:off x="5455303" y="-54355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06" name="MathType 6.0 Equation" r:id="rId9" imgW="215640" imgH="266400" progId="Equation.DSMT4">
                    <p:embed/>
                  </p:oleObj>
                </mc:Choice>
                <mc:Fallback>
                  <p:oleObj name="MathType 6.0 Equation" r:id="rId9" imgW="215640" imgH="266400" progId="Equation.DSMT4">
                    <p:embed/>
                    <p:pic>
                      <p:nvPicPr>
                        <p:cNvPr id="37" name="Object 7">
                          <a:extLst>
                            <a:ext uri="{FF2B5EF4-FFF2-40B4-BE49-F238E27FC236}">
                              <a16:creationId xmlns:a16="http://schemas.microsoft.com/office/drawing/2014/main" id="{1DB90026-4C9A-4F85-A14D-94ED2B63AD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55303" y="-54355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7">
              <a:extLst>
                <a:ext uri="{FF2B5EF4-FFF2-40B4-BE49-F238E27FC236}">
                  <a16:creationId xmlns:a16="http://schemas.microsoft.com/office/drawing/2014/main" id="{D9A1BF1C-845B-45CC-AAE1-2FBBF613A2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9155405"/>
                </p:ext>
              </p:extLst>
            </p:nvPr>
          </p:nvGraphicFramePr>
          <p:xfrm>
            <a:off x="6980711" y="230591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07" name="MathType 6.0 Equation" r:id="rId11" imgW="190440" imgH="203040" progId="Equation.DSMT4">
                    <p:embed/>
                  </p:oleObj>
                </mc:Choice>
                <mc:Fallback>
                  <p:oleObj name="MathType 6.0 Equation" r:id="rId11" imgW="190440" imgH="203040" progId="Equation.DSMT4">
                    <p:embed/>
                    <p:pic>
                      <p:nvPicPr>
                        <p:cNvPr id="38" name="Object 7">
                          <a:extLst>
                            <a:ext uri="{FF2B5EF4-FFF2-40B4-BE49-F238E27FC236}">
                              <a16:creationId xmlns:a16="http://schemas.microsoft.com/office/drawing/2014/main" id="{5C23BE03-2286-4D72-94AD-3CC510D49B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0711" y="2305917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7">
              <a:extLst>
                <a:ext uri="{FF2B5EF4-FFF2-40B4-BE49-F238E27FC236}">
                  <a16:creationId xmlns:a16="http://schemas.microsoft.com/office/drawing/2014/main" id="{91F3DBE6-6A47-4936-AE21-EE123FD18D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5899916"/>
                </p:ext>
              </p:extLst>
            </p:nvPr>
          </p:nvGraphicFramePr>
          <p:xfrm>
            <a:off x="5420647" y="238112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08" name="MathType 6.0 Equation" r:id="rId13" imgW="190440" imgH="203040" progId="Equation.DSMT4">
                    <p:embed/>
                  </p:oleObj>
                </mc:Choice>
                <mc:Fallback>
                  <p:oleObj name="MathType 6.0 Equation" r:id="rId13" imgW="190440" imgH="203040" progId="Equation.DSMT4">
                    <p:embed/>
                    <p:pic>
                      <p:nvPicPr>
                        <p:cNvPr id="39" name="Object 7">
                          <a:extLst>
                            <a:ext uri="{FF2B5EF4-FFF2-40B4-BE49-F238E27FC236}">
                              <a16:creationId xmlns:a16="http://schemas.microsoft.com/office/drawing/2014/main" id="{BBB4B532-31A6-4403-BF06-AEB6ED94AF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647" y="238112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33BE04EE-A217-4D6E-A25A-376F51E80B15}"/>
              </a:ext>
            </a:extLst>
          </p:cNvPr>
          <p:cNvGrpSpPr/>
          <p:nvPr/>
        </p:nvGrpSpPr>
        <p:grpSpPr>
          <a:xfrm rot="16200000">
            <a:off x="6898832" y="2338437"/>
            <a:ext cx="303103" cy="1048768"/>
            <a:chOff x="2693382" y="2881222"/>
            <a:chExt cx="303103" cy="768890"/>
          </a:xfrm>
        </p:grpSpPr>
        <p:sp>
          <p:nvSpPr>
            <p:cNvPr id="40" name="弧形 39">
              <a:extLst>
                <a:ext uri="{FF2B5EF4-FFF2-40B4-BE49-F238E27FC236}">
                  <a16:creationId xmlns:a16="http://schemas.microsoft.com/office/drawing/2014/main" id="{E86A675F-92ED-43F7-83A6-EEB001B9D20E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A9A24FED-C1E0-4014-81C3-83A97B94A3C9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4" name="椭圆 43">
            <a:extLst>
              <a:ext uri="{FF2B5EF4-FFF2-40B4-BE49-F238E27FC236}">
                <a16:creationId xmlns:a16="http://schemas.microsoft.com/office/drawing/2014/main" id="{1F5B0242-A7D2-4555-A787-7EA4BA797FEF}"/>
              </a:ext>
            </a:extLst>
          </p:cNvPr>
          <p:cNvSpPr/>
          <p:nvPr/>
        </p:nvSpPr>
        <p:spPr>
          <a:xfrm>
            <a:off x="6458192" y="1354523"/>
            <a:ext cx="1195200" cy="332617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64B54792-DB7C-4A7D-A8BF-25EA08A6DD9D}"/>
              </a:ext>
            </a:extLst>
          </p:cNvPr>
          <p:cNvGrpSpPr/>
          <p:nvPr/>
        </p:nvGrpSpPr>
        <p:grpSpPr>
          <a:xfrm>
            <a:off x="6884405" y="2790302"/>
            <a:ext cx="680156" cy="203200"/>
            <a:chOff x="6338181" y="2862449"/>
            <a:chExt cx="680156" cy="203200"/>
          </a:xfrm>
        </p:grpSpPr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CA84B2DB-E558-477E-B329-63F29D21F8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14337" y="2945881"/>
              <a:ext cx="504000" cy="0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6227AB6B-5CBF-44A5-AC70-BAD8D4A487A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2523052"/>
                </p:ext>
              </p:extLst>
            </p:nvPr>
          </p:nvGraphicFramePr>
          <p:xfrm>
            <a:off x="6338181" y="2862449"/>
            <a:ext cx="177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09" name="MathType 6.0 Equation" r:id="rId15" imgW="177480" imgH="203040" progId="Equation.DSMT4">
                    <p:embed/>
                  </p:oleObj>
                </mc:Choice>
                <mc:Fallback>
                  <p:oleObj name="MathType 6.0 Equation" r:id="rId15" imgW="177480" imgH="20304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AE959EA5-6A8A-45CC-93FE-3FAF5853F9D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338181" y="2862449"/>
                          <a:ext cx="1778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FA08ABCB-C77B-49C8-8769-0A9B1441F79F}"/>
              </a:ext>
            </a:extLst>
          </p:cNvPr>
          <p:cNvGrpSpPr/>
          <p:nvPr/>
        </p:nvGrpSpPr>
        <p:grpSpPr>
          <a:xfrm>
            <a:off x="6854536" y="1413181"/>
            <a:ext cx="778598" cy="279400"/>
            <a:chOff x="6308312" y="1541596"/>
            <a:chExt cx="778598" cy="279400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081C06F9-476F-4ED3-8788-3504E51C01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10910" y="1664300"/>
              <a:ext cx="576000" cy="1250"/>
            </a:xfrm>
            <a:prstGeom prst="line">
              <a:avLst/>
            </a:prstGeom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95AEE48F-89CD-4908-97E8-D342BF161B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1549615"/>
                </p:ext>
              </p:extLst>
            </p:nvPr>
          </p:nvGraphicFramePr>
          <p:xfrm>
            <a:off x="6308312" y="1541596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10" name="MathType 6.0 Equation" r:id="rId17" imgW="228600" imgH="279360" progId="Equation.DSMT4">
                    <p:embed/>
                  </p:oleObj>
                </mc:Choice>
                <mc:Fallback>
                  <p:oleObj name="MathType 6.0 Equation" r:id="rId17" imgW="228600" imgH="27936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6227AB6B-5CBF-44A5-AC70-BAD8D4A487A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308312" y="1541596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8C059BE8-D931-4B26-8171-23919F4340C0}"/>
              </a:ext>
            </a:extLst>
          </p:cNvPr>
          <p:cNvGrpSpPr/>
          <p:nvPr/>
        </p:nvGrpSpPr>
        <p:grpSpPr>
          <a:xfrm rot="16200000">
            <a:off x="6950449" y="1791722"/>
            <a:ext cx="209194" cy="1353600"/>
            <a:chOff x="2693381" y="2882377"/>
            <a:chExt cx="303104" cy="767735"/>
          </a:xfrm>
          <a:solidFill>
            <a:srgbClr val="FFC000">
              <a:alpha val="50000"/>
            </a:srgbClr>
          </a:solidFill>
        </p:grpSpPr>
        <p:sp>
          <p:nvSpPr>
            <p:cNvPr id="64" name="弧形 63">
              <a:extLst>
                <a:ext uri="{FF2B5EF4-FFF2-40B4-BE49-F238E27FC236}">
                  <a16:creationId xmlns:a16="http://schemas.microsoft.com/office/drawing/2014/main" id="{022CB7A5-F01F-46E3-BB11-D7A3A909E927}"/>
                </a:ext>
              </a:extLst>
            </p:cNvPr>
            <p:cNvSpPr/>
            <p:nvPr/>
          </p:nvSpPr>
          <p:spPr>
            <a:xfrm>
              <a:off x="2695637" y="2883641"/>
              <a:ext cx="300848" cy="765934"/>
            </a:xfrm>
            <a:prstGeom prst="arc">
              <a:avLst>
                <a:gd name="adj1" fmla="val 16199991"/>
                <a:gd name="adj2" fmla="val 5417037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CC9A08C8-3F52-4F35-8E00-6C6B8F5B461E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728221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E451F1C7-389C-4DFC-A9D4-0C524E0115E7}"/>
              </a:ext>
            </a:extLst>
          </p:cNvPr>
          <p:cNvGrpSpPr/>
          <p:nvPr/>
        </p:nvGrpSpPr>
        <p:grpSpPr>
          <a:xfrm rot="16200000">
            <a:off x="6960613" y="1599681"/>
            <a:ext cx="190360" cy="1092836"/>
            <a:chOff x="2693382" y="2881222"/>
            <a:chExt cx="303103" cy="768890"/>
          </a:xfrm>
          <a:solidFill>
            <a:srgbClr val="FFC000">
              <a:alpha val="50000"/>
            </a:srgbClr>
          </a:solidFill>
        </p:grpSpPr>
        <p:sp>
          <p:nvSpPr>
            <p:cNvPr id="67" name="弧形 66">
              <a:extLst>
                <a:ext uri="{FF2B5EF4-FFF2-40B4-BE49-F238E27FC236}">
                  <a16:creationId xmlns:a16="http://schemas.microsoft.com/office/drawing/2014/main" id="{B54C7D47-FD41-4074-9177-20AB888850E3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弧形 67">
              <a:extLst>
                <a:ext uri="{FF2B5EF4-FFF2-40B4-BE49-F238E27FC236}">
                  <a16:creationId xmlns:a16="http://schemas.microsoft.com/office/drawing/2014/main" id="{889BF6D7-012B-45E0-9307-0EA63EF3DCEC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818110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73" name="Text Box 8">
            <a:extLst>
              <a:ext uri="{FF2B5EF4-FFF2-40B4-BE49-F238E27FC236}">
                <a16:creationId xmlns:a16="http://schemas.microsoft.com/office/drawing/2014/main" id="{E70DDFB4-2FBA-4436-95CB-BDA9A2F33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860" y="2051101"/>
            <a:ext cx="266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对应的小薄片近似</a:t>
            </a:r>
          </a:p>
        </p:txBody>
      </p:sp>
      <p:sp>
        <p:nvSpPr>
          <p:cNvPr id="74" name="Text Box 10">
            <a:extLst>
              <a:ext uri="{FF2B5EF4-FFF2-40B4-BE49-F238E27FC236}">
                <a16:creationId xmlns:a16="http://schemas.microsoft.com/office/drawing/2014/main" id="{AFD7A8E5-FE9F-461A-BAA3-91150B07D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463" y="3338078"/>
            <a:ext cx="2011686" cy="389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旋转体体积</a:t>
            </a:r>
          </a:p>
        </p:txBody>
      </p:sp>
      <p:sp>
        <p:nvSpPr>
          <p:cNvPr id="76" name="Text Box 8">
            <a:extLst>
              <a:ext uri="{FF2B5EF4-FFF2-40B4-BE49-F238E27FC236}">
                <a16:creationId xmlns:a16="http://schemas.microsoft.com/office/drawing/2014/main" id="{01BDA48D-CDE8-4641-B9C6-8813F40BA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90" y="2610803"/>
            <a:ext cx="1475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体积元素</a:t>
            </a:r>
          </a:p>
        </p:txBody>
      </p:sp>
      <p:sp>
        <p:nvSpPr>
          <p:cNvPr id="77" name="Text Box 8">
            <a:extLst>
              <a:ext uri="{FF2B5EF4-FFF2-40B4-BE49-F238E27FC236}">
                <a16:creationId xmlns:a16="http://schemas.microsoft.com/office/drawing/2014/main" id="{449B3980-71A9-4342-A900-C69044995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238" y="2035675"/>
            <a:ext cx="25717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看作小圆柱体</a:t>
            </a:r>
          </a:p>
        </p:txBody>
      </p:sp>
      <p:graphicFrame>
        <p:nvGraphicFramePr>
          <p:cNvPr id="78" name="Object 9">
            <a:extLst>
              <a:ext uri="{FF2B5EF4-FFF2-40B4-BE49-F238E27FC236}">
                <a16:creationId xmlns:a16="http://schemas.microsoft.com/office/drawing/2014/main" id="{D27E685A-8C59-46B5-8809-103A4269F9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630844"/>
              </p:ext>
            </p:extLst>
          </p:nvPr>
        </p:nvGraphicFramePr>
        <p:xfrm>
          <a:off x="2400300" y="2665413"/>
          <a:ext cx="3173413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11" name="Equation" r:id="rId19" imgW="3174840" imgH="406080" progId="Equation.DSMT4">
                  <p:embed/>
                </p:oleObj>
              </mc:Choice>
              <mc:Fallback>
                <p:oleObj name="Equation" r:id="rId19" imgW="3174840" imgH="406080" progId="Equation.DSMT4">
                  <p:embed/>
                  <p:pic>
                    <p:nvPicPr>
                      <p:cNvPr id="25" name="Object 9">
                        <a:extLst>
                          <a:ext uri="{FF2B5EF4-FFF2-40B4-BE49-F238E27FC236}">
                            <a16:creationId xmlns:a16="http://schemas.microsoft.com/office/drawing/2014/main" id="{F314BEA7-5122-4766-9D9E-148FC67002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665413"/>
                        <a:ext cx="3173413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ctangle 3">
            <a:extLst>
              <a:ext uri="{FF2B5EF4-FFF2-40B4-BE49-F238E27FC236}">
                <a16:creationId xmlns:a16="http://schemas.microsoft.com/office/drawing/2014/main" id="{3E57EA7D-8CEB-4337-BC43-2CBA7E642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279" y="3552594"/>
            <a:ext cx="2591313" cy="701278"/>
          </a:xfrm>
          <a:prstGeom prst="rect">
            <a:avLst/>
          </a:prstGeom>
          <a:solidFill>
            <a:srgbClr val="FFFF00"/>
          </a:solidFill>
          <a:ln w="19050">
            <a:solidFill>
              <a:srgbClr val="FFC00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+mn-ea"/>
              <a:ea typeface="+mn-ea"/>
            </a:endParaRPr>
          </a:p>
        </p:txBody>
      </p:sp>
      <p:graphicFrame>
        <p:nvGraphicFramePr>
          <p:cNvPr id="80" name="Object 30">
            <a:extLst>
              <a:ext uri="{FF2B5EF4-FFF2-40B4-BE49-F238E27FC236}">
                <a16:creationId xmlns:a16="http://schemas.microsoft.com/office/drawing/2014/main" id="{B94F5907-CA44-4345-9C31-28B52E20D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816830"/>
              </p:ext>
            </p:extLst>
          </p:nvPr>
        </p:nvGraphicFramePr>
        <p:xfrm>
          <a:off x="2725738" y="3611563"/>
          <a:ext cx="23622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12" name="Equation" r:id="rId21" imgW="2361960" imgH="634680" progId="Equation.DSMT4">
                  <p:embed/>
                </p:oleObj>
              </mc:Choice>
              <mc:Fallback>
                <p:oleObj name="Equation" r:id="rId21" imgW="2361960" imgH="634680" progId="Equation.DSMT4">
                  <p:embed/>
                  <p:pic>
                    <p:nvPicPr>
                      <p:cNvPr id="29" name="Object 30">
                        <a:extLst>
                          <a:ext uri="{FF2B5EF4-FFF2-40B4-BE49-F238E27FC236}">
                            <a16:creationId xmlns:a16="http://schemas.microsoft.com/office/drawing/2014/main" id="{789B0810-FDA8-44ED-BE58-69C3365B4F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738" y="3611563"/>
                        <a:ext cx="236220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9" name="组合 68">
            <a:extLst>
              <a:ext uri="{FF2B5EF4-FFF2-40B4-BE49-F238E27FC236}">
                <a16:creationId xmlns:a16="http://schemas.microsoft.com/office/drawing/2014/main" id="{68C0FBEB-B8BC-4E6C-A944-7A9E1C9F1BED}"/>
              </a:ext>
            </a:extLst>
          </p:cNvPr>
          <p:cNvGrpSpPr/>
          <p:nvPr/>
        </p:nvGrpSpPr>
        <p:grpSpPr>
          <a:xfrm>
            <a:off x="797787" y="1465090"/>
            <a:ext cx="4304555" cy="475550"/>
            <a:chOff x="491573" y="1461748"/>
            <a:chExt cx="4304555" cy="475550"/>
          </a:xfrm>
        </p:grpSpPr>
        <p:graphicFrame>
          <p:nvGraphicFramePr>
            <p:cNvPr id="72" name="Object 7">
              <a:extLst>
                <a:ext uri="{FF2B5EF4-FFF2-40B4-BE49-F238E27FC236}">
                  <a16:creationId xmlns:a16="http://schemas.microsoft.com/office/drawing/2014/main" id="{796A76DC-14D5-49D2-AE5C-470B495043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2919265"/>
                </p:ext>
              </p:extLst>
            </p:nvPr>
          </p:nvGraphicFramePr>
          <p:xfrm>
            <a:off x="3515016" y="1539386"/>
            <a:ext cx="1281112" cy="3730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13" name="Equation" r:id="rId23" imgW="1282680" imgH="342720" progId="Equation.DSMT4">
                    <p:embed/>
                  </p:oleObj>
                </mc:Choice>
                <mc:Fallback>
                  <p:oleObj name="Equation" r:id="rId23" imgW="1282680" imgH="342720" progId="Equation.DSMT4">
                    <p:embed/>
                    <p:pic>
                      <p:nvPicPr>
                        <p:cNvPr id="16" name="Object 7">
                          <a:extLst>
                            <a:ext uri="{FF2B5EF4-FFF2-40B4-BE49-F238E27FC236}">
                              <a16:creationId xmlns:a16="http://schemas.microsoft.com/office/drawing/2014/main" id="{E89812D4-AD94-4F76-A36A-8A29D4AAAE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016" y="1539386"/>
                          <a:ext cx="1281112" cy="3730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Object 5">
              <a:extLst>
                <a:ext uri="{FF2B5EF4-FFF2-40B4-BE49-F238E27FC236}">
                  <a16:creationId xmlns:a16="http://schemas.microsoft.com/office/drawing/2014/main" id="{80F142A6-FB24-43D3-9F79-E717EEA35F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9782549"/>
                </p:ext>
              </p:extLst>
            </p:nvPr>
          </p:nvGraphicFramePr>
          <p:xfrm>
            <a:off x="948981" y="1563866"/>
            <a:ext cx="647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14" name="MathType 6.0 Equation" r:id="rId25" imgW="647640" imgH="330120" progId="Equation.DSMT4">
                    <p:embed/>
                  </p:oleObj>
                </mc:Choice>
                <mc:Fallback>
                  <p:oleObj name="MathType 6.0 Equation" r:id="rId25" imgW="647640" imgH="330120" progId="Equation.DSMT4">
                    <p:embed/>
                    <p:pic>
                      <p:nvPicPr>
                        <p:cNvPr id="21" name="Object 5">
                          <a:extLst>
                            <a:ext uri="{FF2B5EF4-FFF2-40B4-BE49-F238E27FC236}">
                              <a16:creationId xmlns:a16="http://schemas.microsoft.com/office/drawing/2014/main" id="{533FE21A-FDF5-44AE-AEB5-839247491C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8981" y="1563866"/>
                          <a:ext cx="6477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Text Box 16">
              <a:extLst>
                <a:ext uri="{FF2B5EF4-FFF2-40B4-BE49-F238E27FC236}">
                  <a16:creationId xmlns:a16="http://schemas.microsoft.com/office/drawing/2014/main" id="{2799E635-E6A9-48E4-B0B0-500A88B73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573" y="1475633"/>
              <a:ext cx="5246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sp>
          <p:nvSpPr>
            <p:cNvPr id="82" name="Text Box 6">
              <a:extLst>
                <a:ext uri="{FF2B5EF4-FFF2-40B4-BE49-F238E27FC236}">
                  <a16:creationId xmlns:a16="http://schemas.microsoft.com/office/drawing/2014/main" id="{47036CE1-89A6-4391-A376-BAEEF8D5D0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1289" y="1461748"/>
              <a:ext cx="20409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None/>
              </a:pPr>
              <a:r>
                <a:rPr kumimoji="1"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上任取小区间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</p:grpSp>
      <p:graphicFrame>
        <p:nvGraphicFramePr>
          <p:cNvPr id="87" name="Object 5">
            <a:extLst>
              <a:ext uri="{FF2B5EF4-FFF2-40B4-BE49-F238E27FC236}">
                <a16:creationId xmlns:a16="http://schemas.microsoft.com/office/drawing/2014/main" id="{261C939C-7DC9-40A2-96B2-72A05AE03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436209"/>
              </p:ext>
            </p:extLst>
          </p:nvPr>
        </p:nvGraphicFramePr>
        <p:xfrm>
          <a:off x="7769996" y="2635327"/>
          <a:ext cx="12303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5215" name="MathType 6.0 Equation" r:id="rId27" imgW="1346040" imgH="406080" progId="Equation.DSMT4">
                  <p:embed/>
                </p:oleObj>
              </mc:Choice>
              <mc:Fallback>
                <p:oleObj name="MathType 6.0 Equation" r:id="rId27" imgW="1346040" imgH="406080" progId="Equation.DSMT4">
                  <p:embed/>
                  <p:pic>
                    <p:nvPicPr>
                      <p:cNvPr id="72" name="Object 5">
                        <a:extLst>
                          <a:ext uri="{FF2B5EF4-FFF2-40B4-BE49-F238E27FC236}">
                            <a16:creationId xmlns:a16="http://schemas.microsoft.com/office/drawing/2014/main" id="{11E9BF0A-1268-478B-881E-25405B2065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9996" y="2635327"/>
                        <a:ext cx="1230313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>
            <a:extLst>
              <a:ext uri="{FF2B5EF4-FFF2-40B4-BE49-F238E27FC236}">
                <a16:creationId xmlns:a16="http://schemas.microsoft.com/office/drawing/2014/main" id="{85B2514C-433A-49A5-81A9-28D5A3C2DF92}"/>
              </a:ext>
            </a:extLst>
          </p:cNvPr>
          <p:cNvGrpSpPr/>
          <p:nvPr/>
        </p:nvGrpSpPr>
        <p:grpSpPr>
          <a:xfrm>
            <a:off x="6293888" y="1971683"/>
            <a:ext cx="1435568" cy="643118"/>
            <a:chOff x="5303172" y="1400324"/>
            <a:chExt cx="1435568" cy="643118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E825F8A5-A718-4876-821B-4940FAF634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65306" y="1887665"/>
              <a:ext cx="673434" cy="10584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9A3639F-3860-4847-9D91-7EF6E592D6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57900" y="1563638"/>
              <a:ext cx="554090" cy="8046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35" name="对象 34">
              <a:extLst>
                <a:ext uri="{FF2B5EF4-FFF2-40B4-BE49-F238E27FC236}">
                  <a16:creationId xmlns:a16="http://schemas.microsoft.com/office/drawing/2014/main" id="{79AC0709-B453-4DE0-8DB3-B4347DC9AE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7451999"/>
                </p:ext>
              </p:extLst>
            </p:nvPr>
          </p:nvGraphicFramePr>
          <p:xfrm>
            <a:off x="5303172" y="1400324"/>
            <a:ext cx="77436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16" name="MathType 6.0 Equation" r:id="rId29" imgW="774360" imgH="342720" progId="Equation.DSMT4">
                    <p:embed/>
                  </p:oleObj>
                </mc:Choice>
                <mc:Fallback>
                  <p:oleObj name="MathType 6.0 Equation" r:id="rId29" imgW="774360" imgH="342720" progId="Equation.DSMT4">
                    <p:embed/>
                    <p:pic>
                      <p:nvPicPr>
                        <p:cNvPr id="43" name="对象 42">
                          <a:extLst>
                            <a:ext uri="{FF2B5EF4-FFF2-40B4-BE49-F238E27FC236}">
                              <a16:creationId xmlns:a16="http://schemas.microsoft.com/office/drawing/2014/main" id="{9FA6C4F0-E135-494B-9CC2-573E1DCA345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303172" y="1400324"/>
                          <a:ext cx="774360" cy="34272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AE959EA5-6A8A-45CC-93FE-3FAF5853F9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1280018"/>
                </p:ext>
              </p:extLst>
            </p:nvPr>
          </p:nvGraphicFramePr>
          <p:xfrm>
            <a:off x="5823753" y="1777042"/>
            <a:ext cx="215640" cy="26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5217" name="MathType 6.0 Equation" r:id="rId31" imgW="215640" imgH="266400" progId="Equation.DSMT4">
                    <p:embed/>
                  </p:oleObj>
                </mc:Choice>
                <mc:Fallback>
                  <p:oleObj name="MathType 6.0 Equation" r:id="rId31" imgW="215640" imgH="266400" progId="Equation.DSMT4">
                    <p:embed/>
                    <p:pic>
                      <p:nvPicPr>
                        <p:cNvPr id="44" name="对象 43">
                          <a:extLst>
                            <a:ext uri="{FF2B5EF4-FFF2-40B4-BE49-F238E27FC236}">
                              <a16:creationId xmlns:a16="http://schemas.microsoft.com/office/drawing/2014/main" id="{56C9BD8F-7B76-499A-91C9-8103BC8008B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823753" y="1777042"/>
                          <a:ext cx="215640" cy="26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60687181-0FC6-44F9-A53C-FB0F46404C47}"/>
              </a:ext>
            </a:extLst>
          </p:cNvPr>
          <p:cNvGrpSpPr/>
          <p:nvPr/>
        </p:nvGrpSpPr>
        <p:grpSpPr>
          <a:xfrm>
            <a:off x="6377299" y="1992829"/>
            <a:ext cx="1356079" cy="591587"/>
            <a:chOff x="4725451" y="4352814"/>
            <a:chExt cx="1356079" cy="591587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FE3D1C1-F6F0-44FA-AC9C-4FF0A4173FE7}"/>
                </a:ext>
              </a:extLst>
            </p:cNvPr>
            <p:cNvSpPr/>
            <p:nvPr/>
          </p:nvSpPr>
          <p:spPr>
            <a:xfrm>
              <a:off x="4730712" y="4352814"/>
              <a:ext cx="1350818" cy="585354"/>
            </a:xfrm>
            <a:custGeom>
              <a:avLst/>
              <a:gdLst>
                <a:gd name="connsiteX0" fmla="*/ 0 w 1350818"/>
                <a:gd name="connsiteY0" fmla="*/ 166254 h 585354"/>
                <a:gd name="connsiteX1" fmla="*/ 0 w 1350818"/>
                <a:gd name="connsiteY1" fmla="*/ 491836 h 585354"/>
                <a:gd name="connsiteX2" fmla="*/ 76200 w 1350818"/>
                <a:gd name="connsiteY2" fmla="*/ 529936 h 585354"/>
                <a:gd name="connsiteX3" fmla="*/ 155863 w 1350818"/>
                <a:gd name="connsiteY3" fmla="*/ 547254 h 585354"/>
                <a:gd name="connsiteX4" fmla="*/ 318654 w 1350818"/>
                <a:gd name="connsiteY4" fmla="*/ 571500 h 585354"/>
                <a:gd name="connsiteX5" fmla="*/ 519545 w 1350818"/>
                <a:gd name="connsiteY5" fmla="*/ 578427 h 585354"/>
                <a:gd name="connsiteX6" fmla="*/ 755072 w 1350818"/>
                <a:gd name="connsiteY6" fmla="*/ 585354 h 585354"/>
                <a:gd name="connsiteX7" fmla="*/ 886691 w 1350818"/>
                <a:gd name="connsiteY7" fmla="*/ 578427 h 585354"/>
                <a:gd name="connsiteX8" fmla="*/ 1063336 w 1350818"/>
                <a:gd name="connsiteY8" fmla="*/ 568036 h 585354"/>
                <a:gd name="connsiteX9" fmla="*/ 1243445 w 1350818"/>
                <a:gd name="connsiteY9" fmla="*/ 536863 h 585354"/>
                <a:gd name="connsiteX10" fmla="*/ 1347354 w 1350818"/>
                <a:gd name="connsiteY10" fmla="*/ 491836 h 585354"/>
                <a:gd name="connsiteX11" fmla="*/ 1350818 w 1350818"/>
                <a:gd name="connsiteY11" fmla="*/ 481445 h 585354"/>
                <a:gd name="connsiteX12" fmla="*/ 1350818 w 1350818"/>
                <a:gd name="connsiteY12" fmla="*/ 155863 h 585354"/>
                <a:gd name="connsiteX13" fmla="*/ 1336963 w 1350818"/>
                <a:gd name="connsiteY13" fmla="*/ 117763 h 585354"/>
                <a:gd name="connsiteX14" fmla="*/ 1260763 w 1350818"/>
                <a:gd name="connsiteY14" fmla="*/ 83127 h 585354"/>
                <a:gd name="connsiteX15" fmla="*/ 1191491 w 1350818"/>
                <a:gd name="connsiteY15" fmla="*/ 58882 h 585354"/>
                <a:gd name="connsiteX16" fmla="*/ 1108363 w 1350818"/>
                <a:gd name="connsiteY16" fmla="*/ 38100 h 585354"/>
                <a:gd name="connsiteX17" fmla="*/ 980209 w 1350818"/>
                <a:gd name="connsiteY17" fmla="*/ 20782 h 585354"/>
                <a:gd name="connsiteX18" fmla="*/ 869372 w 1350818"/>
                <a:gd name="connsiteY18" fmla="*/ 6927 h 585354"/>
                <a:gd name="connsiteX19" fmla="*/ 723900 w 1350818"/>
                <a:gd name="connsiteY19" fmla="*/ 0 h 585354"/>
                <a:gd name="connsiteX20" fmla="*/ 543791 w 1350818"/>
                <a:gd name="connsiteY20" fmla="*/ 0 h 585354"/>
                <a:gd name="connsiteX21" fmla="*/ 325581 w 1350818"/>
                <a:gd name="connsiteY21" fmla="*/ 24245 h 585354"/>
                <a:gd name="connsiteX22" fmla="*/ 176645 w 1350818"/>
                <a:gd name="connsiteY22" fmla="*/ 62345 h 585354"/>
                <a:gd name="connsiteX23" fmla="*/ 58881 w 1350818"/>
                <a:gd name="connsiteY23" fmla="*/ 103909 h 585354"/>
                <a:gd name="connsiteX24" fmla="*/ 0 w 1350818"/>
                <a:gd name="connsiteY24" fmla="*/ 166254 h 585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50818" h="585354">
                  <a:moveTo>
                    <a:pt x="0" y="166254"/>
                  </a:moveTo>
                  <a:lnTo>
                    <a:pt x="0" y="491836"/>
                  </a:lnTo>
                  <a:lnTo>
                    <a:pt x="76200" y="529936"/>
                  </a:lnTo>
                  <a:lnTo>
                    <a:pt x="155863" y="547254"/>
                  </a:lnTo>
                  <a:lnTo>
                    <a:pt x="318654" y="571500"/>
                  </a:lnTo>
                  <a:lnTo>
                    <a:pt x="519545" y="578427"/>
                  </a:lnTo>
                  <a:lnTo>
                    <a:pt x="755072" y="585354"/>
                  </a:lnTo>
                  <a:lnTo>
                    <a:pt x="886691" y="578427"/>
                  </a:lnTo>
                  <a:lnTo>
                    <a:pt x="1063336" y="568036"/>
                  </a:lnTo>
                  <a:lnTo>
                    <a:pt x="1243445" y="536863"/>
                  </a:lnTo>
                  <a:lnTo>
                    <a:pt x="1347354" y="491836"/>
                  </a:lnTo>
                  <a:lnTo>
                    <a:pt x="1350818" y="481445"/>
                  </a:lnTo>
                  <a:lnTo>
                    <a:pt x="1350818" y="155863"/>
                  </a:lnTo>
                  <a:lnTo>
                    <a:pt x="1336963" y="117763"/>
                  </a:lnTo>
                  <a:lnTo>
                    <a:pt x="1260763" y="83127"/>
                  </a:lnTo>
                  <a:lnTo>
                    <a:pt x="1191491" y="58882"/>
                  </a:lnTo>
                  <a:lnTo>
                    <a:pt x="1108363" y="38100"/>
                  </a:lnTo>
                  <a:lnTo>
                    <a:pt x="980209" y="20782"/>
                  </a:lnTo>
                  <a:lnTo>
                    <a:pt x="869372" y="6927"/>
                  </a:lnTo>
                  <a:lnTo>
                    <a:pt x="723900" y="0"/>
                  </a:lnTo>
                  <a:lnTo>
                    <a:pt x="543791" y="0"/>
                  </a:lnTo>
                  <a:lnTo>
                    <a:pt x="325581" y="24245"/>
                  </a:lnTo>
                  <a:lnTo>
                    <a:pt x="176645" y="62345"/>
                  </a:lnTo>
                  <a:lnTo>
                    <a:pt x="58881" y="103909"/>
                  </a:lnTo>
                  <a:lnTo>
                    <a:pt x="0" y="166254"/>
                  </a:lnTo>
                  <a:close/>
                </a:path>
              </a:pathLst>
            </a:custGeom>
            <a:solidFill>
              <a:schemeClr val="bg1">
                <a:lumMod val="50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C112946-5BB4-44C9-9AD2-50B19543794F}"/>
                </a:ext>
              </a:extLst>
            </p:cNvPr>
            <p:cNvGrpSpPr/>
            <p:nvPr/>
          </p:nvGrpSpPr>
          <p:grpSpPr>
            <a:xfrm>
              <a:off x="4725451" y="4358290"/>
              <a:ext cx="1354715" cy="586111"/>
              <a:chOff x="4272931" y="4416768"/>
              <a:chExt cx="1354715" cy="586111"/>
            </a:xfrm>
            <a:noFill/>
          </p:grpSpPr>
          <p:sp>
            <p:nvSpPr>
              <p:cNvPr id="61" name="弧形 60">
                <a:extLst>
                  <a:ext uri="{FF2B5EF4-FFF2-40B4-BE49-F238E27FC236}">
                    <a16:creationId xmlns:a16="http://schemas.microsoft.com/office/drawing/2014/main" id="{6C5598B1-2E9A-46BD-A5EB-FBCC8F4CF52E}"/>
                  </a:ext>
                </a:extLst>
              </p:cNvPr>
              <p:cNvSpPr/>
              <p:nvPr/>
            </p:nvSpPr>
            <p:spPr>
              <a:xfrm rot="10800000">
                <a:off x="4272931" y="4795243"/>
                <a:ext cx="1353600" cy="207636"/>
              </a:xfrm>
              <a:prstGeom prst="arc">
                <a:avLst>
                  <a:gd name="adj1" fmla="val 10728221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id="{EE5FFFFB-CD94-423C-9AF3-E38B249A61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273973" y="4569661"/>
                <a:ext cx="3176" cy="325896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83596CA5-F3E1-4F92-AE49-3F1C0D6EEE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4470" y="4569661"/>
                <a:ext cx="3176" cy="325896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BE0CBA1F-F9B3-406B-A243-1BA8B15D9394}"/>
                  </a:ext>
                </a:extLst>
              </p:cNvPr>
              <p:cNvGrpSpPr/>
              <p:nvPr/>
            </p:nvGrpSpPr>
            <p:grpSpPr>
              <a:xfrm rot="16200000">
                <a:off x="4786783" y="3902916"/>
                <a:ext cx="325896" cy="1353600"/>
                <a:chOff x="2693381" y="2882377"/>
                <a:chExt cx="303105" cy="767735"/>
              </a:xfrm>
              <a:grpFill/>
            </p:grpSpPr>
            <p:sp>
              <p:nvSpPr>
                <p:cNvPr id="84" name="弧形 83">
                  <a:extLst>
                    <a:ext uri="{FF2B5EF4-FFF2-40B4-BE49-F238E27FC236}">
                      <a16:creationId xmlns:a16="http://schemas.microsoft.com/office/drawing/2014/main" id="{D736B61F-2FEB-4F8D-8184-B9D863400F0A}"/>
                    </a:ext>
                  </a:extLst>
                </p:cNvPr>
                <p:cNvSpPr/>
                <p:nvPr/>
              </p:nvSpPr>
              <p:spPr>
                <a:xfrm>
                  <a:off x="2695638" y="2883641"/>
                  <a:ext cx="300848" cy="765934"/>
                </a:xfrm>
                <a:prstGeom prst="arc">
                  <a:avLst>
                    <a:gd name="adj1" fmla="val 16199991"/>
                    <a:gd name="adj2" fmla="val 5417037"/>
                  </a:avLst>
                </a:prstGeom>
                <a:grpFill/>
                <a:ln w="19050">
                  <a:solidFill>
                    <a:srgbClr val="FF0000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弧形 84">
                  <a:extLst>
                    <a:ext uri="{FF2B5EF4-FFF2-40B4-BE49-F238E27FC236}">
                      <a16:creationId xmlns:a16="http://schemas.microsoft.com/office/drawing/2014/main" id="{4C7C2B75-F315-42FB-9761-EEDEA63D8FF7}"/>
                    </a:ext>
                  </a:extLst>
                </p:cNvPr>
                <p:cNvSpPr/>
                <p:nvPr/>
              </p:nvSpPr>
              <p:spPr>
                <a:xfrm rot="16200000">
                  <a:off x="2459937" y="3115821"/>
                  <a:ext cx="767735" cy="300847"/>
                </a:xfrm>
                <a:prstGeom prst="arc">
                  <a:avLst>
                    <a:gd name="adj1" fmla="val 10728221"/>
                    <a:gd name="adj2" fmla="val 0"/>
                  </a:avLst>
                </a:prstGeom>
                <a:grpFill/>
                <a:ln w="1905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B7F3845-932D-409D-A66F-5C1D26EF2519}"/>
              </a:ext>
            </a:extLst>
          </p:cNvPr>
          <p:cNvCxnSpPr/>
          <p:nvPr/>
        </p:nvCxnSpPr>
        <p:spPr>
          <a:xfrm flipH="1" flipV="1">
            <a:off x="7454805" y="2578183"/>
            <a:ext cx="395450" cy="2595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848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6" grpId="0" animBg="1"/>
      <p:bldP spid="10" grpId="0" autoUpdateAnimBg="0"/>
      <p:bldP spid="13" grpId="0" autoUpdateAnimBg="0"/>
      <p:bldP spid="44" grpId="0" animBg="1"/>
      <p:bldP spid="73" grpId="0" autoUpdateAnimBg="0"/>
      <p:bldP spid="74" grpId="0" autoUpdateAnimBg="0"/>
      <p:bldP spid="76" grpId="0" autoUpdateAnimBg="0"/>
      <p:bldP spid="77" grpId="0" autoUpdateAnimBg="0"/>
      <p:bldP spid="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4" name="Rectangle 18">
            <a:extLst>
              <a:ext uri="{FF2B5EF4-FFF2-40B4-BE49-F238E27FC236}">
                <a16:creationId xmlns:a16="http://schemas.microsoft.com/office/drawing/2014/main" id="{89DD6120-E1F3-4E08-9F2D-FA910D43E45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77546" y="351651"/>
            <a:ext cx="827584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2</a:t>
            </a:r>
            <a:endParaRPr lang="zh-CN" altLang="en-US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48137" name="Text Box 21">
            <a:extLst>
              <a:ext uri="{FF2B5EF4-FFF2-40B4-BE49-F238E27FC236}">
                <a16:creationId xmlns:a16="http://schemas.microsoft.com/office/drawing/2014/main" id="{329ADA2B-9F28-4772-88DB-A329E6274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31" y="918012"/>
            <a:ext cx="37740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而成的旋转椭球体的体积</a:t>
            </a:r>
            <a:r>
              <a:rPr kumimoji="1" lang="en-US" altLang="zh-CN" sz="2400" b="1" dirty="0">
                <a:latin typeface="+mn-ea"/>
                <a:ea typeface="+mn-ea"/>
              </a:rPr>
              <a:t>. </a:t>
            </a:r>
            <a:endParaRPr kumimoji="1" lang="en-US" altLang="zh-CN" sz="24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92534" name="Text Box 22">
            <a:extLst>
              <a:ext uri="{FF2B5EF4-FFF2-40B4-BE49-F238E27FC236}">
                <a16:creationId xmlns:a16="http://schemas.microsoft.com/office/drawing/2014/main" id="{0573A5D2-F9F3-4C43-A9BE-19893E6F8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159" y="1392402"/>
            <a:ext cx="5425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192535" name="Object 23">
            <a:extLst>
              <a:ext uri="{FF2B5EF4-FFF2-40B4-BE49-F238E27FC236}">
                <a16:creationId xmlns:a16="http://schemas.microsoft.com/office/drawing/2014/main" id="{ECEA3117-E1E2-432E-B60F-C899D3AF8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309736"/>
              </p:ext>
            </p:extLst>
          </p:nvPr>
        </p:nvGraphicFramePr>
        <p:xfrm>
          <a:off x="2595359" y="1418052"/>
          <a:ext cx="13954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19" name="Equation" r:id="rId3" imgW="1396800" imgH="406080" progId="Equation.DSMT4">
                  <p:embed/>
                </p:oleObj>
              </mc:Choice>
              <mc:Fallback>
                <p:oleObj name="Equation" r:id="rId3" imgW="1396800" imgH="406080" progId="Equation.DSMT4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359" y="1418052"/>
                        <a:ext cx="1395412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36" name="Text Box 24">
            <a:extLst>
              <a:ext uri="{FF2B5EF4-FFF2-40B4-BE49-F238E27FC236}">
                <a16:creationId xmlns:a16="http://schemas.microsoft.com/office/drawing/2014/main" id="{FC0BA666-11A4-4FC6-8BDB-D578FABCA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075" y="2516753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192537" name="Object 25">
            <a:extLst>
              <a:ext uri="{FF2B5EF4-FFF2-40B4-BE49-F238E27FC236}">
                <a16:creationId xmlns:a16="http://schemas.microsoft.com/office/drawing/2014/main" id="{E0581571-C685-4C80-B2FD-B10E1436D6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325200"/>
              </p:ext>
            </p:extLst>
          </p:nvPr>
        </p:nvGraphicFramePr>
        <p:xfrm>
          <a:off x="1690484" y="3016665"/>
          <a:ext cx="2716212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20" name="MathType 6.0 Equation" r:id="rId5" imgW="2717640" imgH="774360" progId="Equation.DSMT4">
                  <p:embed/>
                </p:oleObj>
              </mc:Choice>
              <mc:Fallback>
                <p:oleObj name="MathType 6.0 Equation" r:id="rId5" imgW="2717640" imgH="774360" progId="Equation.DSMT4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484" y="3016665"/>
                        <a:ext cx="2716212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38" name="Text Box 26">
            <a:extLst>
              <a:ext uri="{FF2B5EF4-FFF2-40B4-BE49-F238E27FC236}">
                <a16:creationId xmlns:a16="http://schemas.microsoft.com/office/drawing/2014/main" id="{4021C591-8711-4472-AF9B-23DE0FB5D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9718" y="2516753"/>
            <a:ext cx="19716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(</a:t>
            </a: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利用对称性</a:t>
            </a:r>
            <a:r>
              <a:rPr kumimoji="1"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)</a:t>
            </a:r>
          </a:p>
        </p:txBody>
      </p:sp>
      <p:graphicFrame>
        <p:nvGraphicFramePr>
          <p:cNvPr id="192539" name="Object 27">
            <a:extLst>
              <a:ext uri="{FF2B5EF4-FFF2-40B4-BE49-F238E27FC236}">
                <a16:creationId xmlns:a16="http://schemas.microsoft.com/office/drawing/2014/main" id="{4A7749F9-EB0A-4DE5-9063-5C7225E8CE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310050"/>
              </p:ext>
            </p:extLst>
          </p:nvPr>
        </p:nvGraphicFramePr>
        <p:xfrm>
          <a:off x="1680959" y="3824702"/>
          <a:ext cx="257651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21" name="MathType 6.0 Equation" r:id="rId7" imgW="2577960" imgH="888840" progId="Equation.DSMT4">
                  <p:embed/>
                </p:oleObj>
              </mc:Choice>
              <mc:Fallback>
                <p:oleObj name="MathType 6.0 Equation" r:id="rId7" imgW="2577960" imgH="888840" progId="Equation.DSMT4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0959" y="3824702"/>
                        <a:ext cx="2576512" cy="920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41" name="Object 29">
            <a:extLst>
              <a:ext uri="{FF2B5EF4-FFF2-40B4-BE49-F238E27FC236}">
                <a16:creationId xmlns:a16="http://schemas.microsoft.com/office/drawing/2014/main" id="{2727C6D6-68C6-459C-AFC4-21572B9BA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45051"/>
              </p:ext>
            </p:extLst>
          </p:nvPr>
        </p:nvGraphicFramePr>
        <p:xfrm>
          <a:off x="4360659" y="3846927"/>
          <a:ext cx="11938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22" name="Equation" r:id="rId9" imgW="1193760" imgH="736560" progId="Equation.DSMT4">
                  <p:embed/>
                </p:oleObj>
              </mc:Choice>
              <mc:Fallback>
                <p:oleObj name="Equation" r:id="rId9" imgW="1193760" imgH="736560" progId="Equation.DSMT4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659" y="3846927"/>
                        <a:ext cx="1193800" cy="752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43" name="Object 31">
            <a:extLst>
              <a:ext uri="{FF2B5EF4-FFF2-40B4-BE49-F238E27FC236}">
                <a16:creationId xmlns:a16="http://schemas.microsoft.com/office/drawing/2014/main" id="{9E75C9D8-26B8-4E04-A404-58150CE3F2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822706"/>
              </p:ext>
            </p:extLst>
          </p:nvPr>
        </p:nvGraphicFramePr>
        <p:xfrm>
          <a:off x="1433953" y="2520166"/>
          <a:ext cx="10668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23" name="MathType 6.0 Equation" r:id="rId11" imgW="1066680" imgH="634680" progId="Equation.DSMT4">
                  <p:embed/>
                </p:oleObj>
              </mc:Choice>
              <mc:Fallback>
                <p:oleObj name="MathType 6.0 Equation" r:id="rId11" imgW="1066680" imgH="634680" progId="Equation.DSMT4">
                  <p:embed/>
                  <p:pic>
                    <p:nvPicPr>
                      <p:cNvPr id="0" name="Picture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953" y="2520166"/>
                        <a:ext cx="1066800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905197C0-6EC3-4E96-B18F-1B7A3A9E3D8F}"/>
              </a:ext>
            </a:extLst>
          </p:cNvPr>
          <p:cNvGrpSpPr/>
          <p:nvPr/>
        </p:nvGrpSpPr>
        <p:grpSpPr>
          <a:xfrm>
            <a:off x="1259632" y="123478"/>
            <a:ext cx="3170484" cy="796925"/>
            <a:chOff x="1310636" y="324676"/>
            <a:chExt cx="3170484" cy="796925"/>
          </a:xfrm>
        </p:grpSpPr>
        <p:graphicFrame>
          <p:nvGraphicFramePr>
            <p:cNvPr id="48135" name="Object 19">
              <a:extLst>
                <a:ext uri="{FF2B5EF4-FFF2-40B4-BE49-F238E27FC236}">
                  <a16:creationId xmlns:a16="http://schemas.microsoft.com/office/drawing/2014/main" id="{34AE1085-404C-4720-9EA8-8D367E44E9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9113265"/>
                </p:ext>
              </p:extLst>
            </p:nvPr>
          </p:nvGraphicFramePr>
          <p:xfrm>
            <a:off x="3069832" y="324676"/>
            <a:ext cx="1411288" cy="796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424" name="Equation" r:id="rId13" imgW="1409400" imgH="774360" progId="Equation.DSMT4">
                    <p:embed/>
                  </p:oleObj>
                </mc:Choice>
                <mc:Fallback>
                  <p:oleObj name="Equation" r:id="rId13" imgW="1409400" imgH="774360" progId="Equation.DSMT4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9832" y="324676"/>
                          <a:ext cx="1411288" cy="796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Rectangle 18">
              <a:extLst>
                <a:ext uri="{FF2B5EF4-FFF2-40B4-BE49-F238E27FC236}">
                  <a16:creationId xmlns:a16="http://schemas.microsoft.com/office/drawing/2014/main" id="{C77FC444-657A-456F-8E68-0885AA6B4979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310636" y="559863"/>
              <a:ext cx="1759196" cy="40005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计算由椭圆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10B4208B-AC7E-4138-8A93-266479974D64}"/>
              </a:ext>
            </a:extLst>
          </p:cNvPr>
          <p:cNvGrpSpPr/>
          <p:nvPr/>
        </p:nvGrpSpPr>
        <p:grpSpPr>
          <a:xfrm>
            <a:off x="4396623" y="290036"/>
            <a:ext cx="3630750" cy="483323"/>
            <a:chOff x="4447627" y="491234"/>
            <a:chExt cx="3630750" cy="483323"/>
          </a:xfrm>
        </p:grpSpPr>
        <p:sp>
          <p:nvSpPr>
            <p:cNvPr id="48136" name="Text Box 20">
              <a:extLst>
                <a:ext uri="{FF2B5EF4-FFF2-40B4-BE49-F238E27FC236}">
                  <a16:creationId xmlns:a16="http://schemas.microsoft.com/office/drawing/2014/main" id="{CE0050A7-B7BD-470D-BFB0-DC1E056E8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7627" y="512892"/>
              <a:ext cx="18324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所围图形绕</a:t>
              </a:r>
            </a:p>
          </p:txBody>
        </p:sp>
        <p:graphicFrame>
          <p:nvGraphicFramePr>
            <p:cNvPr id="40" name="Object 22">
              <a:extLst>
                <a:ext uri="{FF2B5EF4-FFF2-40B4-BE49-F238E27FC236}">
                  <a16:creationId xmlns:a16="http://schemas.microsoft.com/office/drawing/2014/main" id="{09234AD7-8281-46C9-804F-991E0379F8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3916844"/>
                </p:ext>
              </p:extLst>
            </p:nvPr>
          </p:nvGraphicFramePr>
          <p:xfrm>
            <a:off x="6177544" y="65828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425" name="MathType 6.0 Equation" r:id="rId15" imgW="190440" imgH="203040" progId="Equation.DSMT4">
                    <p:embed/>
                  </p:oleObj>
                </mc:Choice>
                <mc:Fallback>
                  <p:oleObj name="MathType 6.0 Equation" r:id="rId15" imgW="190440" imgH="203040" progId="Equation.DSMT4">
                    <p:embed/>
                    <p:pic>
                      <p:nvPicPr>
                        <p:cNvPr id="14" name="Object 22">
                          <a:extLst>
                            <a:ext uri="{FF2B5EF4-FFF2-40B4-BE49-F238E27FC236}">
                              <a16:creationId xmlns:a16="http://schemas.microsoft.com/office/drawing/2014/main" id="{C1FADA1E-5F6B-441A-9C2D-C89D148BB0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7544" y="658288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FB79F37A-ACE2-4D03-A817-AAE54AAC2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7263" y="491234"/>
              <a:ext cx="17411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轴旋转一周</a:t>
              </a:r>
            </a:p>
          </p:txBody>
        </p:sp>
      </p:grpSp>
      <p:graphicFrame>
        <p:nvGraphicFramePr>
          <p:cNvPr id="46" name="Object 23">
            <a:extLst>
              <a:ext uri="{FF2B5EF4-FFF2-40B4-BE49-F238E27FC236}">
                <a16:creationId xmlns:a16="http://schemas.microsoft.com/office/drawing/2014/main" id="{10EA34D6-0784-4A43-9D3D-47C4FC58D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099912"/>
              </p:ext>
            </p:extLst>
          </p:nvPr>
        </p:nvGraphicFramePr>
        <p:xfrm>
          <a:off x="1058659" y="1814927"/>
          <a:ext cx="36417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26" name="Equation" r:id="rId17" imgW="3644640" imgH="736560" progId="Equation.DSMT4">
                  <p:embed/>
                </p:oleObj>
              </mc:Choice>
              <mc:Fallback>
                <p:oleObj name="Equation" r:id="rId17" imgW="3644640" imgH="736560" progId="Equation.DSMT4">
                  <p:embed/>
                  <p:pic>
                    <p:nvPicPr>
                      <p:cNvPr id="192535" name="Object 23">
                        <a:extLst>
                          <a:ext uri="{FF2B5EF4-FFF2-40B4-BE49-F238E27FC236}">
                            <a16:creationId xmlns:a16="http://schemas.microsoft.com/office/drawing/2014/main" id="{ECEA3117-E1E2-432E-B60F-C899D3AF85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659" y="1814927"/>
                        <a:ext cx="3641725" cy="776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Text Box 24">
            <a:extLst>
              <a:ext uri="{FF2B5EF4-FFF2-40B4-BE49-F238E27FC236}">
                <a16:creationId xmlns:a16="http://schemas.microsoft.com/office/drawing/2014/main" id="{CB752968-B9CC-494E-A688-CD5C5F52A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4443" y="1399955"/>
            <a:ext cx="16231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截面面积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C690967-D371-4C22-A9B3-E4140FA860DF}"/>
              </a:ext>
            </a:extLst>
          </p:cNvPr>
          <p:cNvGrpSpPr/>
          <p:nvPr/>
        </p:nvGrpSpPr>
        <p:grpSpPr>
          <a:xfrm>
            <a:off x="7148377" y="1564735"/>
            <a:ext cx="461392" cy="1245600"/>
            <a:chOff x="7515521" y="3116564"/>
            <a:chExt cx="737970" cy="1219565"/>
          </a:xfrm>
          <a:noFill/>
        </p:grpSpPr>
        <p:sp>
          <p:nvSpPr>
            <p:cNvPr id="49" name="弧形 48">
              <a:extLst>
                <a:ext uri="{FF2B5EF4-FFF2-40B4-BE49-F238E27FC236}">
                  <a16:creationId xmlns:a16="http://schemas.microsoft.com/office/drawing/2014/main" id="{386CD616-007A-47A0-BFB9-55F3AEFF5AB5}"/>
                </a:ext>
              </a:extLst>
            </p:cNvPr>
            <p:cNvSpPr/>
            <p:nvPr/>
          </p:nvSpPr>
          <p:spPr>
            <a:xfrm rot="16200000">
              <a:off x="7275166" y="3357803"/>
              <a:ext cx="1219564" cy="737087"/>
            </a:xfrm>
            <a:prstGeom prst="arc">
              <a:avLst>
                <a:gd name="adj1" fmla="val 10695271"/>
                <a:gd name="adj2" fmla="val 3"/>
              </a:avLst>
            </a:prstGeom>
            <a:grpFill/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弧形 49">
              <a:extLst>
                <a:ext uri="{FF2B5EF4-FFF2-40B4-BE49-F238E27FC236}">
                  <a16:creationId xmlns:a16="http://schemas.microsoft.com/office/drawing/2014/main" id="{27E62711-8618-4916-A0F2-4C20F5C21598}"/>
                </a:ext>
              </a:extLst>
            </p:cNvPr>
            <p:cNvSpPr/>
            <p:nvPr/>
          </p:nvSpPr>
          <p:spPr>
            <a:xfrm rot="5400000" flipH="1">
              <a:off x="7274283" y="3357802"/>
              <a:ext cx="1219564" cy="737087"/>
            </a:xfrm>
            <a:prstGeom prst="arc">
              <a:avLst>
                <a:gd name="adj1" fmla="val 10887464"/>
                <a:gd name="adj2" fmla="val 3"/>
              </a:avLst>
            </a:prstGeom>
            <a:grpFill/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1" name="椭圆 50">
            <a:extLst>
              <a:ext uri="{FF2B5EF4-FFF2-40B4-BE49-F238E27FC236}">
                <a16:creationId xmlns:a16="http://schemas.microsoft.com/office/drawing/2014/main" id="{2CD55D86-D102-4A96-953C-68E8B117F9D3}"/>
              </a:ext>
            </a:extLst>
          </p:cNvPr>
          <p:cNvSpPr/>
          <p:nvPr/>
        </p:nvSpPr>
        <p:spPr>
          <a:xfrm>
            <a:off x="5327751" y="1421278"/>
            <a:ext cx="2662197" cy="148730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4D90BE7-C5B8-45B3-8D90-08ABFDE54BB7}"/>
              </a:ext>
            </a:extLst>
          </p:cNvPr>
          <p:cNvGrpSpPr/>
          <p:nvPr/>
        </p:nvGrpSpPr>
        <p:grpSpPr>
          <a:xfrm>
            <a:off x="6556719" y="858384"/>
            <a:ext cx="1974594" cy="1571718"/>
            <a:chOff x="6632054" y="932797"/>
            <a:chExt cx="1974594" cy="1571718"/>
          </a:xfrm>
        </p:grpSpPr>
        <p:sp>
          <p:nvSpPr>
            <p:cNvPr id="53" name="TextBox 5">
              <a:extLst>
                <a:ext uri="{FF2B5EF4-FFF2-40B4-BE49-F238E27FC236}">
                  <a16:creationId xmlns:a16="http://schemas.microsoft.com/office/drawing/2014/main" id="{B57927D4-AA10-4D74-8D33-83254E0FB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2054" y="1947879"/>
              <a:ext cx="309563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b="1" i="1" dirty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zh-CN" altLang="en-US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174A49A5-8CBC-4DA8-A75B-62F30A545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074" y="997983"/>
              <a:ext cx="0" cy="4930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A7663FEA-B534-4A2D-80AE-A16E57651105}"/>
                </a:ext>
              </a:extLst>
            </p:cNvPr>
            <p:cNvCxnSpPr>
              <a:cxnSpLocks/>
            </p:cNvCxnSpPr>
            <p:nvPr/>
          </p:nvCxnSpPr>
          <p:spPr>
            <a:xfrm>
              <a:off x="8043126" y="2248266"/>
              <a:ext cx="56352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24B286C-78D5-4BE1-9E69-8867F68068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3206" y="1491010"/>
              <a:ext cx="1383" cy="754026"/>
            </a:xfrm>
            <a:prstGeom prst="line">
              <a:avLst/>
            </a:prstGeom>
            <a:ln w="19050">
              <a:solidFill>
                <a:srgbClr val="0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7" name="Object 21">
              <a:extLst>
                <a:ext uri="{FF2B5EF4-FFF2-40B4-BE49-F238E27FC236}">
                  <a16:creationId xmlns:a16="http://schemas.microsoft.com/office/drawing/2014/main" id="{A992D634-A35D-4092-9EF3-24CFC5A4F3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8243032"/>
                </p:ext>
              </p:extLst>
            </p:nvPr>
          </p:nvGraphicFramePr>
          <p:xfrm>
            <a:off x="6725645" y="932797"/>
            <a:ext cx="214313" cy="277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427" name="MathType 6.0 Equation" r:id="rId19" imgW="215640" imgH="266400" progId="Equation.DSMT4">
                    <p:embed/>
                  </p:oleObj>
                </mc:Choice>
                <mc:Fallback>
                  <p:oleObj name="MathType 6.0 Equation" r:id="rId19" imgW="215640" imgH="266400" progId="Equation.DSMT4">
                    <p:embed/>
                    <p:pic>
                      <p:nvPicPr>
                        <p:cNvPr id="14" name="Object 21">
                          <a:extLst>
                            <a:ext uri="{FF2B5EF4-FFF2-40B4-BE49-F238E27FC236}">
                              <a16:creationId xmlns:a16="http://schemas.microsoft.com/office/drawing/2014/main" id="{75A15117-D79C-4631-B126-52C2C4AE3F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5645" y="932797"/>
                          <a:ext cx="214313" cy="2778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6D1D69C-F7F8-4BBF-9912-C1245A04AC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4516" y="2239342"/>
              <a:ext cx="1331755" cy="8924"/>
            </a:xfrm>
            <a:prstGeom prst="line">
              <a:avLst/>
            </a:prstGeom>
            <a:ln w="19050">
              <a:solidFill>
                <a:srgbClr val="00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9" name="Object 21">
              <a:extLst>
                <a:ext uri="{FF2B5EF4-FFF2-40B4-BE49-F238E27FC236}">
                  <a16:creationId xmlns:a16="http://schemas.microsoft.com/office/drawing/2014/main" id="{40429D0D-5F82-4DA4-9236-D1C2A159FE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06666428"/>
                </p:ext>
              </p:extLst>
            </p:nvPr>
          </p:nvGraphicFramePr>
          <p:xfrm>
            <a:off x="8400042" y="2293377"/>
            <a:ext cx="188912" cy="21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428" name="MathType 6.0 Equation" r:id="rId21" imgW="190440" imgH="203040" progId="Equation.DSMT4">
                    <p:embed/>
                  </p:oleObj>
                </mc:Choice>
                <mc:Fallback>
                  <p:oleObj name="MathType 6.0 Equation" r:id="rId21" imgW="190440" imgH="203040" progId="Equation.DSMT4">
                    <p:embed/>
                    <p:pic>
                      <p:nvPicPr>
                        <p:cNvPr id="19" name="Object 21">
                          <a:extLst>
                            <a:ext uri="{FF2B5EF4-FFF2-40B4-BE49-F238E27FC236}">
                              <a16:creationId xmlns:a16="http://schemas.microsoft.com/office/drawing/2014/main" id="{3BEC5A65-C60F-4430-ADB1-83105556D8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00042" y="2293377"/>
                          <a:ext cx="188912" cy="211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5145478B-764F-46F6-B246-D115C2ABA337}"/>
              </a:ext>
            </a:extLst>
          </p:cNvPr>
          <p:cNvGrpSpPr/>
          <p:nvPr/>
        </p:nvGrpSpPr>
        <p:grpSpPr>
          <a:xfrm>
            <a:off x="7384615" y="1550879"/>
            <a:ext cx="205913" cy="876652"/>
            <a:chOff x="7422513" y="1582698"/>
            <a:chExt cx="205913" cy="876652"/>
          </a:xfrm>
        </p:grpSpPr>
        <p:graphicFrame>
          <p:nvGraphicFramePr>
            <p:cNvPr id="61" name="Object 21">
              <a:extLst>
                <a:ext uri="{FF2B5EF4-FFF2-40B4-BE49-F238E27FC236}">
                  <a16:creationId xmlns:a16="http://schemas.microsoft.com/office/drawing/2014/main" id="{17A15BC8-0FB4-4FF5-8F31-4569BCB0FAA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8468065"/>
                </p:ext>
              </p:extLst>
            </p:nvPr>
          </p:nvGraphicFramePr>
          <p:xfrm>
            <a:off x="7446799" y="2248212"/>
            <a:ext cx="181627" cy="21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429" name="MathType 6.0 Equation" r:id="rId23" imgW="190440" imgH="203040" progId="Equation.DSMT4">
                    <p:embed/>
                  </p:oleObj>
                </mc:Choice>
                <mc:Fallback>
                  <p:oleObj name="MathType 6.0 Equation" r:id="rId23" imgW="190440" imgH="203040" progId="Equation.DSMT4">
                    <p:embed/>
                    <p:pic>
                      <p:nvPicPr>
                        <p:cNvPr id="24" name="Object 21">
                          <a:extLst>
                            <a:ext uri="{FF2B5EF4-FFF2-40B4-BE49-F238E27FC236}">
                              <a16:creationId xmlns:a16="http://schemas.microsoft.com/office/drawing/2014/main" id="{8184CB3D-6FFA-4DDE-8145-69D5BAA590A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6799" y="2248212"/>
                          <a:ext cx="181627" cy="211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4037CD02-A104-42F7-86B8-84FEE69AA7ED}"/>
                </a:ext>
              </a:extLst>
            </p:cNvPr>
            <p:cNvSpPr/>
            <p:nvPr/>
          </p:nvSpPr>
          <p:spPr>
            <a:xfrm>
              <a:off x="7422513" y="2201895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4E722D23-9C02-41A8-8E7F-6EC6FAE643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9522" y="1582698"/>
              <a:ext cx="1" cy="636656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4" name="Object 25">
            <a:extLst>
              <a:ext uri="{FF2B5EF4-FFF2-40B4-BE49-F238E27FC236}">
                <a16:creationId xmlns:a16="http://schemas.microsoft.com/office/drawing/2014/main" id="{4028ACCD-14BC-402F-905F-FD4972A456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462766"/>
              </p:ext>
            </p:extLst>
          </p:nvPr>
        </p:nvGraphicFramePr>
        <p:xfrm>
          <a:off x="7234298" y="2939281"/>
          <a:ext cx="15113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30" name="Equation" r:id="rId24" imgW="1511280" imgH="342720" progId="Equation.DSMT4">
                  <p:embed/>
                </p:oleObj>
              </mc:Choice>
              <mc:Fallback>
                <p:oleObj name="Equation" r:id="rId24" imgW="1511280" imgH="342720" progId="Equation.DSMT4">
                  <p:embed/>
                  <p:pic>
                    <p:nvPicPr>
                      <p:cNvPr id="27" name="Object 25">
                        <a:extLst>
                          <a:ext uri="{FF2B5EF4-FFF2-40B4-BE49-F238E27FC236}">
                            <a16:creationId xmlns:a16="http://schemas.microsoft.com/office/drawing/2014/main" id="{E63494F1-7F04-4DE1-ADAD-3124F09EF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4298" y="2939281"/>
                        <a:ext cx="15113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" name="组合 64">
            <a:extLst>
              <a:ext uri="{FF2B5EF4-FFF2-40B4-BE49-F238E27FC236}">
                <a16:creationId xmlns:a16="http://schemas.microsoft.com/office/drawing/2014/main" id="{42027F2C-6AAE-41E8-B8D8-05CE7DDD6D1B}"/>
              </a:ext>
            </a:extLst>
          </p:cNvPr>
          <p:cNvGrpSpPr/>
          <p:nvPr/>
        </p:nvGrpSpPr>
        <p:grpSpPr>
          <a:xfrm>
            <a:off x="5337187" y="1430009"/>
            <a:ext cx="2654613" cy="1477356"/>
            <a:chOff x="5434998" y="1466582"/>
            <a:chExt cx="2654613" cy="1477356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4B69D31-2BF9-4663-8F36-3813A4839268}"/>
                </a:ext>
              </a:extLst>
            </p:cNvPr>
            <p:cNvGrpSpPr/>
            <p:nvPr/>
          </p:nvGrpSpPr>
          <p:grpSpPr>
            <a:xfrm>
              <a:off x="6363084" y="1466582"/>
              <a:ext cx="720000" cy="1477356"/>
              <a:chOff x="6340269" y="1435703"/>
              <a:chExt cx="751417" cy="1489390"/>
            </a:xfrm>
          </p:grpSpPr>
          <p:sp>
            <p:nvSpPr>
              <p:cNvPr id="96" name="弧形 95">
                <a:extLst>
                  <a:ext uri="{FF2B5EF4-FFF2-40B4-BE49-F238E27FC236}">
                    <a16:creationId xmlns:a16="http://schemas.microsoft.com/office/drawing/2014/main" id="{1B0976BA-E470-44C7-8E1E-B2814E651009}"/>
                  </a:ext>
                </a:extLst>
              </p:cNvPr>
              <p:cNvSpPr/>
              <p:nvPr/>
            </p:nvSpPr>
            <p:spPr>
              <a:xfrm rot="16200000">
                <a:off x="5937587" y="1892409"/>
                <a:ext cx="1484889" cy="571478"/>
              </a:xfrm>
              <a:prstGeom prst="arc">
                <a:avLst>
                  <a:gd name="adj1" fmla="val 10566454"/>
                  <a:gd name="adj2" fmla="val 90712"/>
                </a:avLst>
              </a:prstGeom>
              <a:ln w="19050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" name="弧形 96">
                <a:extLst>
                  <a:ext uri="{FF2B5EF4-FFF2-40B4-BE49-F238E27FC236}">
                    <a16:creationId xmlns:a16="http://schemas.microsoft.com/office/drawing/2014/main" id="{493CA210-411F-436E-88FF-0C695623C648}"/>
                  </a:ext>
                </a:extLst>
              </p:cNvPr>
              <p:cNvSpPr/>
              <p:nvPr/>
            </p:nvSpPr>
            <p:spPr>
              <a:xfrm rot="5400000" flipH="1">
                <a:off x="5971966" y="1805373"/>
                <a:ext cx="1488023" cy="751417"/>
              </a:xfrm>
              <a:prstGeom prst="arc">
                <a:avLst>
                  <a:gd name="adj1" fmla="val 11168994"/>
                  <a:gd name="adj2" fmla="val 45363"/>
                </a:avLst>
              </a:prstGeom>
              <a:ln w="19050">
                <a:solidFill>
                  <a:srgbClr val="33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29205D5F-9DCF-4667-AE40-66F0A9C8CCBE}"/>
                </a:ext>
              </a:extLst>
            </p:cNvPr>
            <p:cNvGrpSpPr/>
            <p:nvPr/>
          </p:nvGrpSpPr>
          <p:grpSpPr>
            <a:xfrm>
              <a:off x="5434998" y="1839415"/>
              <a:ext cx="2654613" cy="842688"/>
              <a:chOff x="5434998" y="1839415"/>
              <a:chExt cx="2654613" cy="842688"/>
            </a:xfrm>
          </p:grpSpPr>
          <p:sp>
            <p:nvSpPr>
              <p:cNvPr id="68" name="弧形 67">
                <a:extLst>
                  <a:ext uri="{FF2B5EF4-FFF2-40B4-BE49-F238E27FC236}">
                    <a16:creationId xmlns:a16="http://schemas.microsoft.com/office/drawing/2014/main" id="{BE9BA664-7DB1-481D-BDFA-2D57B36C1FD3}"/>
                  </a:ext>
                </a:extLst>
              </p:cNvPr>
              <p:cNvSpPr/>
              <p:nvPr/>
            </p:nvSpPr>
            <p:spPr>
              <a:xfrm rot="5400000">
                <a:off x="6368096" y="909899"/>
                <a:ext cx="792000" cy="2651031"/>
              </a:xfrm>
              <a:prstGeom prst="arc">
                <a:avLst>
                  <a:gd name="adj1" fmla="val 16122008"/>
                  <a:gd name="adj2" fmla="val 5428150"/>
                </a:avLst>
              </a:prstGeom>
              <a:ln w="19050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5" name="弧形 94">
                <a:extLst>
                  <a:ext uri="{FF2B5EF4-FFF2-40B4-BE49-F238E27FC236}">
                    <a16:creationId xmlns:a16="http://schemas.microsoft.com/office/drawing/2014/main" id="{87373381-52CC-4798-A3CC-39547CCB7BB6}"/>
                  </a:ext>
                </a:extLst>
              </p:cNvPr>
              <p:cNvSpPr/>
              <p:nvPr/>
            </p:nvSpPr>
            <p:spPr>
              <a:xfrm rot="5400000" flipH="1" flipV="1">
                <a:off x="6346505" y="938996"/>
                <a:ext cx="831600" cy="2654613"/>
              </a:xfrm>
              <a:prstGeom prst="arc">
                <a:avLst>
                  <a:gd name="adj1" fmla="val 16370588"/>
                  <a:gd name="adj2" fmla="val 5329393"/>
                </a:avLst>
              </a:prstGeom>
              <a:ln w="19050">
                <a:solidFill>
                  <a:srgbClr val="33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aphicFrame>
        <p:nvGraphicFramePr>
          <p:cNvPr id="98" name="Object 25">
            <a:extLst>
              <a:ext uri="{FF2B5EF4-FFF2-40B4-BE49-F238E27FC236}">
                <a16:creationId xmlns:a16="http://schemas.microsoft.com/office/drawing/2014/main" id="{17168714-1E64-4279-82C7-E26A97E2D4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419365"/>
              </p:ext>
            </p:extLst>
          </p:nvPr>
        </p:nvGraphicFramePr>
        <p:xfrm>
          <a:off x="7984859" y="2173678"/>
          <a:ext cx="203200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31" name="MathType 6.0 Equation" r:id="rId26" imgW="203040" imgH="203040" progId="Equation.DSMT4">
                  <p:embed/>
                </p:oleObj>
              </mc:Choice>
              <mc:Fallback>
                <p:oleObj name="MathType 6.0 Equation" r:id="rId26" imgW="203040" imgH="203040" progId="Equation.DSMT4">
                  <p:embed/>
                  <p:pic>
                    <p:nvPicPr>
                      <p:cNvPr id="64" name="Object 25">
                        <a:extLst>
                          <a:ext uri="{FF2B5EF4-FFF2-40B4-BE49-F238E27FC236}">
                            <a16:creationId xmlns:a16="http://schemas.microsoft.com/office/drawing/2014/main" id="{4028ACCD-14BC-402F-905F-FD4972A456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4859" y="2173678"/>
                        <a:ext cx="203200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21">
            <a:extLst>
              <a:ext uri="{FF2B5EF4-FFF2-40B4-BE49-F238E27FC236}">
                <a16:creationId xmlns:a16="http://schemas.microsoft.com/office/drawing/2014/main" id="{63383932-46A1-4D83-B683-C940DF1FD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670406"/>
              </p:ext>
            </p:extLst>
          </p:nvPr>
        </p:nvGraphicFramePr>
        <p:xfrm>
          <a:off x="7363142" y="1745048"/>
          <a:ext cx="214312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32" name="MathType 6.0 Equation" r:id="rId28" imgW="215640" imgH="266400" progId="Equation.DSMT4">
                  <p:embed/>
                </p:oleObj>
              </mc:Choice>
              <mc:Fallback>
                <p:oleObj name="MathType 6.0 Equation" r:id="rId28" imgW="215640" imgH="266400" progId="Equation.DSMT4">
                  <p:embed/>
                  <p:pic>
                    <p:nvPicPr>
                      <p:cNvPr id="59" name="Object 21">
                        <a:extLst>
                          <a:ext uri="{FF2B5EF4-FFF2-40B4-BE49-F238E27FC236}">
                            <a16:creationId xmlns:a16="http://schemas.microsoft.com/office/drawing/2014/main" id="{40429D0D-5F82-4DA4-9236-D1C2A159FE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3142" y="1745048"/>
                        <a:ext cx="214312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31">
            <a:extLst>
              <a:ext uri="{FF2B5EF4-FFF2-40B4-BE49-F238E27FC236}">
                <a16:creationId xmlns:a16="http://schemas.microsoft.com/office/drawing/2014/main" id="{FE5FDEEA-8A11-4C02-9DBF-B21CED030E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5989868"/>
              </p:ext>
            </p:extLst>
          </p:nvPr>
        </p:nvGraphicFramePr>
        <p:xfrm>
          <a:off x="2457160" y="2583204"/>
          <a:ext cx="87630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33" name="MathType 6.0 Equation" r:id="rId30" imgW="876240" imgH="406080" progId="Equation.DSMT4">
                  <p:embed/>
                </p:oleObj>
              </mc:Choice>
              <mc:Fallback>
                <p:oleObj name="MathType 6.0 Equation" r:id="rId30" imgW="876240" imgH="406080" progId="Equation.DSMT4">
                  <p:embed/>
                  <p:pic>
                    <p:nvPicPr>
                      <p:cNvPr id="192543" name="Object 31">
                        <a:extLst>
                          <a:ext uri="{FF2B5EF4-FFF2-40B4-BE49-F238E27FC236}">
                            <a16:creationId xmlns:a16="http://schemas.microsoft.com/office/drawing/2014/main" id="{9E75C9D8-26B8-4E04-A404-58150CE3F2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160" y="2583204"/>
                        <a:ext cx="876300" cy="414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0616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9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2000"/>
                                        <p:tgtEl>
                                          <p:spTgt spid="19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19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19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19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2000"/>
                                        <p:tgtEl>
                                          <p:spTgt spid="19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2000"/>
                                        <p:tgtEl>
                                          <p:spTgt spid="19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19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7" grpId="0"/>
      <p:bldP spid="192534" grpId="0" autoUpdateAnimBg="0"/>
      <p:bldP spid="192536" grpId="0" autoUpdateAnimBg="0"/>
      <p:bldP spid="192538" grpId="0" autoUpdateAnimBg="0"/>
      <p:bldP spid="47" grpId="0" autoUpdateAnimBg="0"/>
      <p:bldP spid="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539" name="Object 3">
            <a:extLst>
              <a:ext uri="{FF2B5EF4-FFF2-40B4-BE49-F238E27FC236}">
                <a16:creationId xmlns:a16="http://schemas.microsoft.com/office/drawing/2014/main" id="{BBC1AD6E-5DA8-4B42-9679-CF1DADCDA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8607544"/>
              </p:ext>
            </p:extLst>
          </p:nvPr>
        </p:nvGraphicFramePr>
        <p:xfrm>
          <a:off x="2631399" y="1653055"/>
          <a:ext cx="146208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837" name="Equation" r:id="rId3" imgW="1460160" imgH="863280" progId="Equation.DSMT4">
                  <p:embed/>
                </p:oleObj>
              </mc:Choice>
              <mc:Fallback>
                <p:oleObj name="Equation" r:id="rId3" imgW="1460160" imgH="86328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1399" y="1653055"/>
                        <a:ext cx="1462087" cy="88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541" name="Object 5">
            <a:extLst>
              <a:ext uri="{FF2B5EF4-FFF2-40B4-BE49-F238E27FC236}">
                <a16:creationId xmlns:a16="http://schemas.microsoft.com/office/drawing/2014/main" id="{A1468D12-ED69-47BA-B25B-BBD9BAE965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545807"/>
              </p:ext>
            </p:extLst>
          </p:nvPr>
        </p:nvGraphicFramePr>
        <p:xfrm>
          <a:off x="726399" y="1033930"/>
          <a:ext cx="1916112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838" name="Equation" r:id="rId5" imgW="1917360" imgH="634680" progId="Equation.DSMT4">
                  <p:embed/>
                </p:oleObj>
              </mc:Choice>
              <mc:Fallback>
                <p:oleObj name="Equation" r:id="rId5" imgW="1917360" imgH="63468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399" y="1033930"/>
                        <a:ext cx="1916112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3158336-73D7-4755-AB63-494BFEFE8BA8}"/>
              </a:ext>
            </a:extLst>
          </p:cNvPr>
          <p:cNvSpPr txBox="1"/>
          <p:nvPr/>
        </p:nvSpPr>
        <p:spPr>
          <a:xfrm>
            <a:off x="379564" y="1864594"/>
            <a:ext cx="2040943" cy="461665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>
              <a:spcBef>
                <a:spcPct val="0"/>
              </a:spcBef>
              <a:buNone/>
              <a:defRPr sz="2400" b="1">
                <a:solidFill>
                  <a:srgbClr val="FF0000"/>
                </a:solidFill>
                <a:latin typeface="+mn-ea"/>
                <a:cs typeface="+mj-cs"/>
              </a:defRPr>
            </a:lvl1pPr>
          </a:lstStyle>
          <a:p>
            <a:r>
              <a:rPr lang="zh-CN" altLang="en-US" dirty="0">
                <a:solidFill>
                  <a:schemeClr val="tx1"/>
                </a:solidFill>
              </a:rPr>
              <a:t>椭圆参数方程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05CCCA1-3CDA-4AB2-B6E7-921CA9C60AB9}"/>
              </a:ext>
            </a:extLst>
          </p:cNvPr>
          <p:cNvGrpSpPr/>
          <p:nvPr/>
        </p:nvGrpSpPr>
        <p:grpSpPr>
          <a:xfrm>
            <a:off x="507807" y="194158"/>
            <a:ext cx="2224168" cy="796925"/>
            <a:chOff x="766919" y="336641"/>
            <a:chExt cx="2224168" cy="796925"/>
          </a:xfrm>
        </p:grpSpPr>
        <p:graphicFrame>
          <p:nvGraphicFramePr>
            <p:cNvPr id="20" name="Object 19">
              <a:extLst>
                <a:ext uri="{FF2B5EF4-FFF2-40B4-BE49-F238E27FC236}">
                  <a16:creationId xmlns:a16="http://schemas.microsoft.com/office/drawing/2014/main" id="{0F89CED2-43CC-4E74-800E-7535C822B0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2174575"/>
                </p:ext>
              </p:extLst>
            </p:nvPr>
          </p:nvGraphicFramePr>
          <p:xfrm>
            <a:off x="1579799" y="336641"/>
            <a:ext cx="1411288" cy="796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1839" name="Equation" r:id="rId7" imgW="1409400" imgH="774360" progId="Equation.DSMT4">
                    <p:embed/>
                  </p:oleObj>
                </mc:Choice>
                <mc:Fallback>
                  <p:oleObj name="Equation" r:id="rId7" imgW="1409400" imgH="774360" progId="Equation.DSMT4">
                    <p:embed/>
                    <p:pic>
                      <p:nvPicPr>
                        <p:cNvPr id="48135" name="Object 19">
                          <a:extLst>
                            <a:ext uri="{FF2B5EF4-FFF2-40B4-BE49-F238E27FC236}">
                              <a16:creationId xmlns:a16="http://schemas.microsoft.com/office/drawing/2014/main" id="{34AE1085-404C-4720-9EA8-8D367E44E9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9799" y="336641"/>
                          <a:ext cx="1411288" cy="7969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1A1860F1-6350-485D-BC33-CFBAACA10E1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66919" y="552693"/>
              <a:ext cx="856016" cy="40005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椭圆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A3405D0-AD5A-41B5-92DD-D607859C117A}"/>
              </a:ext>
            </a:extLst>
          </p:cNvPr>
          <p:cNvGrpSpPr/>
          <p:nvPr/>
        </p:nvGrpSpPr>
        <p:grpSpPr>
          <a:xfrm>
            <a:off x="2731975" y="337078"/>
            <a:ext cx="5832648" cy="483323"/>
            <a:chOff x="4447627" y="491234"/>
            <a:chExt cx="5832648" cy="483323"/>
          </a:xfrm>
        </p:grpSpPr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4767B0CF-F43A-4DFF-826B-D4D29D83B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7627" y="512892"/>
              <a:ext cx="18324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所围图形绕</a:t>
              </a:r>
            </a:p>
          </p:txBody>
        </p:sp>
        <p:graphicFrame>
          <p:nvGraphicFramePr>
            <p:cNvPr id="24" name="Object 22">
              <a:extLst>
                <a:ext uri="{FF2B5EF4-FFF2-40B4-BE49-F238E27FC236}">
                  <a16:creationId xmlns:a16="http://schemas.microsoft.com/office/drawing/2014/main" id="{C8ADE582-53D2-4B0B-B12F-CA9A89ED67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6173017"/>
                </p:ext>
              </p:extLst>
            </p:nvPr>
          </p:nvGraphicFramePr>
          <p:xfrm>
            <a:off x="6177544" y="65828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328" name="MathType 6.0 Equation" r:id="rId9" imgW="190440" imgH="203040" progId="Equation.DSMT4">
                    <p:embed/>
                  </p:oleObj>
                </mc:Choice>
                <mc:Fallback>
                  <p:oleObj name="MathType 6.0 Equation" r:id="rId9" imgW="190440" imgH="203040" progId="Equation.DSMT4">
                    <p:embed/>
                    <p:pic>
                      <p:nvPicPr>
                        <p:cNvPr id="40" name="Object 22">
                          <a:extLst>
                            <a:ext uri="{FF2B5EF4-FFF2-40B4-BE49-F238E27FC236}">
                              <a16:creationId xmlns:a16="http://schemas.microsoft.com/office/drawing/2014/main" id="{09234AD7-8281-46C9-804F-991E0379F8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7544" y="658288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Text Box 16">
              <a:extLst>
                <a:ext uri="{FF2B5EF4-FFF2-40B4-BE49-F238E27FC236}">
                  <a16:creationId xmlns:a16="http://schemas.microsoft.com/office/drawing/2014/main" id="{F43FEA4E-FFEE-4EBD-B5C9-A2740F792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7262" y="491234"/>
              <a:ext cx="39430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轴旋转一周的椭球体的体积</a:t>
              </a:r>
              <a:r>
                <a:rPr kumimoji="1" lang="en-US" altLang="zh-CN" sz="2400" b="1" dirty="0">
                  <a:latin typeface="+mn-ea"/>
                  <a:ea typeface="+mn-ea"/>
                </a:rPr>
                <a:t>.</a:t>
              </a:r>
              <a:endParaRPr kumimoji="1" lang="zh-CN" altLang="en-US" sz="2400" b="1" dirty="0">
                <a:latin typeface="+mn-ea"/>
                <a:ea typeface="+mn-ea"/>
              </a:endParaRPr>
            </a:p>
          </p:txBody>
        </p:sp>
      </p:grp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DE75166-605E-43F5-94F4-329A6DFF880B}"/>
              </a:ext>
            </a:extLst>
          </p:cNvPr>
          <p:cNvCxnSpPr>
            <a:cxnSpLocks/>
          </p:cNvCxnSpPr>
          <p:nvPr/>
        </p:nvCxnSpPr>
        <p:spPr>
          <a:xfrm>
            <a:off x="404140" y="984586"/>
            <a:ext cx="7930349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7586381-FA39-4B1A-9BDF-49B463BE9B65}"/>
              </a:ext>
            </a:extLst>
          </p:cNvPr>
          <p:cNvGrpSpPr/>
          <p:nvPr/>
        </p:nvGrpSpPr>
        <p:grpSpPr>
          <a:xfrm>
            <a:off x="7250192" y="1752077"/>
            <a:ext cx="496502" cy="1245600"/>
            <a:chOff x="7515521" y="3116564"/>
            <a:chExt cx="737970" cy="1219565"/>
          </a:xfrm>
        </p:grpSpPr>
        <p:sp>
          <p:nvSpPr>
            <p:cNvPr id="54" name="弧形 53">
              <a:extLst>
                <a:ext uri="{FF2B5EF4-FFF2-40B4-BE49-F238E27FC236}">
                  <a16:creationId xmlns:a16="http://schemas.microsoft.com/office/drawing/2014/main" id="{B2E11663-2AE6-4957-B83C-3B2595103ACC}"/>
                </a:ext>
              </a:extLst>
            </p:cNvPr>
            <p:cNvSpPr/>
            <p:nvPr/>
          </p:nvSpPr>
          <p:spPr>
            <a:xfrm rot="16200000">
              <a:off x="7275166" y="3357803"/>
              <a:ext cx="1219564" cy="737087"/>
            </a:xfrm>
            <a:prstGeom prst="arc">
              <a:avLst>
                <a:gd name="adj1" fmla="val 10695271"/>
                <a:gd name="adj2" fmla="val 3"/>
              </a:avLst>
            </a:prstGeom>
            <a:solidFill>
              <a:schemeClr val="tx2">
                <a:lumMod val="60000"/>
                <a:lumOff val="40000"/>
                <a:alpha val="35000"/>
              </a:schemeClr>
            </a:solidFill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D83521FA-05CD-4EC1-8665-0E63D7D863A1}"/>
                </a:ext>
              </a:extLst>
            </p:cNvPr>
            <p:cNvSpPr/>
            <p:nvPr/>
          </p:nvSpPr>
          <p:spPr>
            <a:xfrm rot="5400000" flipH="1">
              <a:off x="7274283" y="3357802"/>
              <a:ext cx="1219564" cy="737087"/>
            </a:xfrm>
            <a:prstGeom prst="arc">
              <a:avLst>
                <a:gd name="adj1" fmla="val 10887464"/>
                <a:gd name="adj2" fmla="val 3"/>
              </a:avLst>
            </a:prstGeom>
            <a:solidFill>
              <a:schemeClr val="tx2">
                <a:lumMod val="60000"/>
                <a:lumOff val="40000"/>
                <a:alpha val="35000"/>
              </a:schemeClr>
            </a:solidFill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6" name="椭圆 55">
            <a:extLst>
              <a:ext uri="{FF2B5EF4-FFF2-40B4-BE49-F238E27FC236}">
                <a16:creationId xmlns:a16="http://schemas.microsoft.com/office/drawing/2014/main" id="{0B3F7A74-9DD5-4BA8-BEE7-6AB9B1F233DA}"/>
              </a:ext>
            </a:extLst>
          </p:cNvPr>
          <p:cNvSpPr/>
          <p:nvPr/>
        </p:nvSpPr>
        <p:spPr>
          <a:xfrm>
            <a:off x="5378755" y="1622476"/>
            <a:ext cx="2662197" cy="1487302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49B1783D-C3D8-40E0-ACB8-62E83A1E8273}"/>
              </a:ext>
            </a:extLst>
          </p:cNvPr>
          <p:cNvGrpSpPr/>
          <p:nvPr/>
        </p:nvGrpSpPr>
        <p:grpSpPr>
          <a:xfrm>
            <a:off x="6607723" y="1059582"/>
            <a:ext cx="1974594" cy="1571718"/>
            <a:chOff x="6632054" y="932797"/>
            <a:chExt cx="1974594" cy="1571718"/>
          </a:xfrm>
        </p:grpSpPr>
        <p:sp>
          <p:nvSpPr>
            <p:cNvPr id="58" name="TextBox 5">
              <a:extLst>
                <a:ext uri="{FF2B5EF4-FFF2-40B4-BE49-F238E27FC236}">
                  <a16:creationId xmlns:a16="http://schemas.microsoft.com/office/drawing/2014/main" id="{7C468658-ECB3-426C-9883-778DA84BE7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2054" y="1947879"/>
              <a:ext cx="309563" cy="369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US" altLang="zh-CN" b="1" i="1" dirty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zh-CN" altLang="en-US" b="1" i="1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0AAD4F6C-65BE-4119-A97F-44801164DC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21074" y="997983"/>
              <a:ext cx="0" cy="49302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97F02231-7A29-495B-AE48-DB81C2D0DB53}"/>
                </a:ext>
              </a:extLst>
            </p:cNvPr>
            <p:cNvCxnSpPr>
              <a:cxnSpLocks/>
            </p:cNvCxnSpPr>
            <p:nvPr/>
          </p:nvCxnSpPr>
          <p:spPr>
            <a:xfrm>
              <a:off x="8043126" y="2248266"/>
              <a:ext cx="56352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BD6DCF86-8EF4-4C94-A79E-9B4FA9BD12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3206" y="1491010"/>
              <a:ext cx="1383" cy="754026"/>
            </a:xfrm>
            <a:prstGeom prst="line">
              <a:avLst/>
            </a:prstGeom>
            <a:ln w="19050">
              <a:solidFill>
                <a:srgbClr val="00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2" name="Object 21">
              <a:extLst>
                <a:ext uri="{FF2B5EF4-FFF2-40B4-BE49-F238E27FC236}">
                  <a16:creationId xmlns:a16="http://schemas.microsoft.com/office/drawing/2014/main" id="{855E869F-3EA2-4912-AC59-047CEC885D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4137387"/>
                </p:ext>
              </p:extLst>
            </p:nvPr>
          </p:nvGraphicFramePr>
          <p:xfrm>
            <a:off x="6725645" y="932797"/>
            <a:ext cx="214313" cy="2778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329" name="MathType 6.0 Equation" r:id="rId11" imgW="215640" imgH="266400" progId="Equation.DSMT4">
                    <p:embed/>
                  </p:oleObj>
                </mc:Choice>
                <mc:Fallback>
                  <p:oleObj name="MathType 6.0 Equation" r:id="rId11" imgW="215640" imgH="266400" progId="Equation.DSMT4">
                    <p:embed/>
                    <p:pic>
                      <p:nvPicPr>
                        <p:cNvPr id="57" name="Object 21">
                          <a:extLst>
                            <a:ext uri="{FF2B5EF4-FFF2-40B4-BE49-F238E27FC236}">
                              <a16:creationId xmlns:a16="http://schemas.microsoft.com/office/drawing/2014/main" id="{A992D634-A35D-4092-9EF3-24CFC5A4F3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5645" y="932797"/>
                          <a:ext cx="214313" cy="2778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B06C1B45-F206-476B-962B-39717B85D1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4516" y="2239342"/>
              <a:ext cx="1331755" cy="8924"/>
            </a:xfrm>
            <a:prstGeom prst="line">
              <a:avLst/>
            </a:prstGeom>
            <a:ln w="19050">
              <a:solidFill>
                <a:srgbClr val="00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4" name="Object 21">
              <a:extLst>
                <a:ext uri="{FF2B5EF4-FFF2-40B4-BE49-F238E27FC236}">
                  <a16:creationId xmlns:a16="http://schemas.microsoft.com/office/drawing/2014/main" id="{3270C568-2471-47E0-9E1E-B8D49815B3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7063765"/>
                </p:ext>
              </p:extLst>
            </p:nvPr>
          </p:nvGraphicFramePr>
          <p:xfrm>
            <a:off x="8400042" y="2293377"/>
            <a:ext cx="188912" cy="21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330" name="MathType 6.0 Equation" r:id="rId13" imgW="190440" imgH="203040" progId="Equation.DSMT4">
                    <p:embed/>
                  </p:oleObj>
                </mc:Choice>
                <mc:Fallback>
                  <p:oleObj name="MathType 6.0 Equation" r:id="rId13" imgW="190440" imgH="203040" progId="Equation.DSMT4">
                    <p:embed/>
                    <p:pic>
                      <p:nvPicPr>
                        <p:cNvPr id="59" name="Object 21">
                          <a:extLst>
                            <a:ext uri="{FF2B5EF4-FFF2-40B4-BE49-F238E27FC236}">
                              <a16:creationId xmlns:a16="http://schemas.microsoft.com/office/drawing/2014/main" id="{40429D0D-5F82-4DA4-9236-D1C2A159FE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00042" y="2293377"/>
                          <a:ext cx="188912" cy="2111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6D10FB79-3E19-478C-A0BF-72DA629F6180}"/>
              </a:ext>
            </a:extLst>
          </p:cNvPr>
          <p:cNvGrpSpPr/>
          <p:nvPr/>
        </p:nvGrpSpPr>
        <p:grpSpPr>
          <a:xfrm>
            <a:off x="7435619" y="1752077"/>
            <a:ext cx="205913" cy="876652"/>
            <a:chOff x="7422513" y="1582698"/>
            <a:chExt cx="205913" cy="876652"/>
          </a:xfrm>
        </p:grpSpPr>
        <p:graphicFrame>
          <p:nvGraphicFramePr>
            <p:cNvPr id="66" name="Object 21">
              <a:extLst>
                <a:ext uri="{FF2B5EF4-FFF2-40B4-BE49-F238E27FC236}">
                  <a16:creationId xmlns:a16="http://schemas.microsoft.com/office/drawing/2014/main" id="{B5A878CB-A91C-4040-B5C2-CEAD5EE328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3135381"/>
                </p:ext>
              </p:extLst>
            </p:nvPr>
          </p:nvGraphicFramePr>
          <p:xfrm>
            <a:off x="7446799" y="2248212"/>
            <a:ext cx="181627" cy="211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331" name="MathType 6.0 Equation" r:id="rId15" imgW="190440" imgH="203040" progId="Equation.DSMT4">
                    <p:embed/>
                  </p:oleObj>
                </mc:Choice>
                <mc:Fallback>
                  <p:oleObj name="MathType 6.0 Equation" r:id="rId15" imgW="190440" imgH="203040" progId="Equation.DSMT4">
                    <p:embed/>
                    <p:pic>
                      <p:nvPicPr>
                        <p:cNvPr id="61" name="Object 21">
                          <a:extLst>
                            <a:ext uri="{FF2B5EF4-FFF2-40B4-BE49-F238E27FC236}">
                              <a16:creationId xmlns:a16="http://schemas.microsoft.com/office/drawing/2014/main" id="{17A15BC8-0FB4-4FF5-8F31-4569BCB0FAA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6799" y="2248212"/>
                          <a:ext cx="181627" cy="211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852A6217-321D-4860-A48D-CE37D658BB8D}"/>
                </a:ext>
              </a:extLst>
            </p:cNvPr>
            <p:cNvSpPr/>
            <p:nvPr/>
          </p:nvSpPr>
          <p:spPr>
            <a:xfrm>
              <a:off x="7422513" y="2201895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0C9BCDE5-0B2D-4075-9EED-29ECD59574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49522" y="1582698"/>
              <a:ext cx="1" cy="636656"/>
            </a:xfrm>
            <a:prstGeom prst="line">
              <a:avLst/>
            </a:prstGeom>
            <a:ln w="19050">
              <a:solidFill>
                <a:srgbClr val="00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69" name="Object 25">
            <a:extLst>
              <a:ext uri="{FF2B5EF4-FFF2-40B4-BE49-F238E27FC236}">
                <a16:creationId xmlns:a16="http://schemas.microsoft.com/office/drawing/2014/main" id="{2125C518-617E-4450-8649-6C08DF8F0B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914786"/>
              </p:ext>
            </p:extLst>
          </p:nvPr>
        </p:nvGraphicFramePr>
        <p:xfrm>
          <a:off x="7285302" y="3140479"/>
          <a:ext cx="15113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32" name="Equation" r:id="rId16" imgW="1511280" imgH="342720" progId="Equation.DSMT4">
                  <p:embed/>
                </p:oleObj>
              </mc:Choice>
              <mc:Fallback>
                <p:oleObj name="Equation" r:id="rId16" imgW="1511280" imgH="342720" progId="Equation.DSMT4">
                  <p:embed/>
                  <p:pic>
                    <p:nvPicPr>
                      <p:cNvPr id="64" name="Object 25">
                        <a:extLst>
                          <a:ext uri="{FF2B5EF4-FFF2-40B4-BE49-F238E27FC236}">
                            <a16:creationId xmlns:a16="http://schemas.microsoft.com/office/drawing/2014/main" id="{4028ACCD-14BC-402F-905F-FD4972A456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5302" y="3140479"/>
                        <a:ext cx="15113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组合 69">
            <a:extLst>
              <a:ext uri="{FF2B5EF4-FFF2-40B4-BE49-F238E27FC236}">
                <a16:creationId xmlns:a16="http://schemas.microsoft.com/office/drawing/2014/main" id="{FB221789-AC59-4101-BE47-39C1107D5062}"/>
              </a:ext>
            </a:extLst>
          </p:cNvPr>
          <p:cNvGrpSpPr/>
          <p:nvPr/>
        </p:nvGrpSpPr>
        <p:grpSpPr>
          <a:xfrm>
            <a:off x="5388191" y="1631209"/>
            <a:ext cx="2654613" cy="1477353"/>
            <a:chOff x="5434998" y="1466584"/>
            <a:chExt cx="2654613" cy="1477353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A7878FB5-1BEF-448A-9605-E5CB751982BE}"/>
                </a:ext>
              </a:extLst>
            </p:cNvPr>
            <p:cNvGrpSpPr/>
            <p:nvPr/>
          </p:nvGrpSpPr>
          <p:grpSpPr>
            <a:xfrm>
              <a:off x="6363082" y="1466584"/>
              <a:ext cx="776003" cy="1477353"/>
              <a:chOff x="6340269" y="1435705"/>
              <a:chExt cx="809864" cy="1489387"/>
            </a:xfrm>
          </p:grpSpPr>
          <p:sp>
            <p:nvSpPr>
              <p:cNvPr id="75" name="弧形 74">
                <a:extLst>
                  <a:ext uri="{FF2B5EF4-FFF2-40B4-BE49-F238E27FC236}">
                    <a16:creationId xmlns:a16="http://schemas.microsoft.com/office/drawing/2014/main" id="{5B694F4A-50EE-40EE-9716-E4BD45ACF14B}"/>
                  </a:ext>
                </a:extLst>
              </p:cNvPr>
              <p:cNvSpPr/>
              <p:nvPr/>
            </p:nvSpPr>
            <p:spPr>
              <a:xfrm rot="16200000">
                <a:off x="6031254" y="1878232"/>
                <a:ext cx="1484889" cy="599835"/>
              </a:xfrm>
              <a:prstGeom prst="arc">
                <a:avLst>
                  <a:gd name="adj1" fmla="val 10566454"/>
                  <a:gd name="adj2" fmla="val 90712"/>
                </a:avLst>
              </a:prstGeom>
              <a:ln w="19050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弧形 75">
                <a:extLst>
                  <a:ext uri="{FF2B5EF4-FFF2-40B4-BE49-F238E27FC236}">
                    <a16:creationId xmlns:a16="http://schemas.microsoft.com/office/drawing/2014/main" id="{4F5B28E5-6FD9-4B9B-AD18-E89B113A06EA}"/>
                  </a:ext>
                </a:extLst>
              </p:cNvPr>
              <p:cNvSpPr/>
              <p:nvPr/>
            </p:nvSpPr>
            <p:spPr>
              <a:xfrm rot="5400000" flipH="1">
                <a:off x="6001189" y="1776149"/>
                <a:ext cx="1488023" cy="809864"/>
              </a:xfrm>
              <a:prstGeom prst="arc">
                <a:avLst>
                  <a:gd name="adj1" fmla="val 11168994"/>
                  <a:gd name="adj2" fmla="val 45363"/>
                </a:avLst>
              </a:prstGeom>
              <a:ln w="19050">
                <a:solidFill>
                  <a:srgbClr val="33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33633B22-03EC-4327-B3EF-C1F5B1A41FAD}"/>
                </a:ext>
              </a:extLst>
            </p:cNvPr>
            <p:cNvGrpSpPr/>
            <p:nvPr/>
          </p:nvGrpSpPr>
          <p:grpSpPr>
            <a:xfrm>
              <a:off x="5434998" y="1839415"/>
              <a:ext cx="2654613" cy="842688"/>
              <a:chOff x="5434998" y="1839415"/>
              <a:chExt cx="2654613" cy="842688"/>
            </a:xfrm>
          </p:grpSpPr>
          <p:sp>
            <p:nvSpPr>
              <p:cNvPr id="73" name="弧形 72">
                <a:extLst>
                  <a:ext uri="{FF2B5EF4-FFF2-40B4-BE49-F238E27FC236}">
                    <a16:creationId xmlns:a16="http://schemas.microsoft.com/office/drawing/2014/main" id="{A7A5C24B-C9C0-474C-A00B-CE1A25762937}"/>
                  </a:ext>
                </a:extLst>
              </p:cNvPr>
              <p:cNvSpPr/>
              <p:nvPr/>
            </p:nvSpPr>
            <p:spPr>
              <a:xfrm rot="5400000">
                <a:off x="6368096" y="909899"/>
                <a:ext cx="792000" cy="2651031"/>
              </a:xfrm>
              <a:prstGeom prst="arc">
                <a:avLst>
                  <a:gd name="adj1" fmla="val 16122008"/>
                  <a:gd name="adj2" fmla="val 5428150"/>
                </a:avLst>
              </a:prstGeom>
              <a:ln w="19050">
                <a:solidFill>
                  <a:srgbClr val="3366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弧形 73">
                <a:extLst>
                  <a:ext uri="{FF2B5EF4-FFF2-40B4-BE49-F238E27FC236}">
                    <a16:creationId xmlns:a16="http://schemas.microsoft.com/office/drawing/2014/main" id="{F520CAF7-6E47-4DEF-BABA-CD2A883A0A96}"/>
                  </a:ext>
                </a:extLst>
              </p:cNvPr>
              <p:cNvSpPr/>
              <p:nvPr/>
            </p:nvSpPr>
            <p:spPr>
              <a:xfrm rot="5400000" flipH="1" flipV="1">
                <a:off x="6346505" y="938996"/>
                <a:ext cx="831600" cy="2654613"/>
              </a:xfrm>
              <a:prstGeom prst="arc">
                <a:avLst>
                  <a:gd name="adj1" fmla="val 16370588"/>
                  <a:gd name="adj2" fmla="val 5329393"/>
                </a:avLst>
              </a:prstGeom>
              <a:ln w="19050">
                <a:solidFill>
                  <a:srgbClr val="3366FF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aphicFrame>
        <p:nvGraphicFramePr>
          <p:cNvPr id="77" name="Object 25">
            <a:extLst>
              <a:ext uri="{FF2B5EF4-FFF2-40B4-BE49-F238E27FC236}">
                <a16:creationId xmlns:a16="http://schemas.microsoft.com/office/drawing/2014/main" id="{ABD7D6CF-1E8F-44B1-9F42-F651B8BA9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023670"/>
              </p:ext>
            </p:extLst>
          </p:nvPr>
        </p:nvGraphicFramePr>
        <p:xfrm>
          <a:off x="8035863" y="2374876"/>
          <a:ext cx="203200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33" name="MathType 6.0 Equation" r:id="rId18" imgW="203040" imgH="203040" progId="Equation.DSMT4">
                  <p:embed/>
                </p:oleObj>
              </mc:Choice>
              <mc:Fallback>
                <p:oleObj name="MathType 6.0 Equation" r:id="rId18" imgW="203040" imgH="203040" progId="Equation.DSMT4">
                  <p:embed/>
                  <p:pic>
                    <p:nvPicPr>
                      <p:cNvPr id="98" name="Object 25">
                        <a:extLst>
                          <a:ext uri="{FF2B5EF4-FFF2-40B4-BE49-F238E27FC236}">
                            <a16:creationId xmlns:a16="http://schemas.microsoft.com/office/drawing/2014/main" id="{17168714-1E64-4279-82C7-E26A97E2D4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863" y="2374876"/>
                        <a:ext cx="203200" cy="214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1">
            <a:extLst>
              <a:ext uri="{FF2B5EF4-FFF2-40B4-BE49-F238E27FC236}">
                <a16:creationId xmlns:a16="http://schemas.microsoft.com/office/drawing/2014/main" id="{59115C28-B0BF-49A4-8E98-24E697B5F5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891939"/>
              </p:ext>
            </p:extLst>
          </p:nvPr>
        </p:nvGraphicFramePr>
        <p:xfrm>
          <a:off x="7414146" y="1946246"/>
          <a:ext cx="214312" cy="27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34" name="MathType 6.0 Equation" r:id="rId20" imgW="215640" imgH="266400" progId="Equation.DSMT4">
                  <p:embed/>
                </p:oleObj>
              </mc:Choice>
              <mc:Fallback>
                <p:oleObj name="MathType 6.0 Equation" r:id="rId20" imgW="215640" imgH="266400" progId="Equation.DSMT4">
                  <p:embed/>
                  <p:pic>
                    <p:nvPicPr>
                      <p:cNvPr id="99" name="Object 21">
                        <a:extLst>
                          <a:ext uri="{FF2B5EF4-FFF2-40B4-BE49-F238E27FC236}">
                            <a16:creationId xmlns:a16="http://schemas.microsoft.com/office/drawing/2014/main" id="{63383932-46A1-4D83-B683-C940DF1FDB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4146" y="1946246"/>
                        <a:ext cx="214312" cy="27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6">
            <a:extLst>
              <a:ext uri="{FF2B5EF4-FFF2-40B4-BE49-F238E27FC236}">
                <a16:creationId xmlns:a16="http://schemas.microsoft.com/office/drawing/2014/main" id="{3F36CBC2-802A-48D4-9F8E-CA750AA984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0405113"/>
              </p:ext>
            </p:extLst>
          </p:nvPr>
        </p:nvGraphicFramePr>
        <p:xfrm>
          <a:off x="670989" y="2636282"/>
          <a:ext cx="323850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35" name="Equation" r:id="rId22" imgW="3238200" imgH="723600" progId="Equation.DSMT4">
                  <p:embed/>
                </p:oleObj>
              </mc:Choice>
              <mc:Fallback>
                <p:oleObj name="Equation" r:id="rId22" imgW="3238200" imgH="723600" progId="Equation.DSMT4">
                  <p:embed/>
                  <p:pic>
                    <p:nvPicPr>
                      <p:cNvPr id="193542" name="Object 6">
                        <a:extLst>
                          <a:ext uri="{FF2B5EF4-FFF2-40B4-BE49-F238E27FC236}">
                            <a16:creationId xmlns:a16="http://schemas.microsoft.com/office/drawing/2014/main" id="{70C3ACCA-AB64-4C82-A5CD-E6DABB3702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989" y="2636282"/>
                        <a:ext cx="3238500" cy="7572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B3C6D31-A222-442B-8E83-D7A6C0F19A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890997"/>
              </p:ext>
            </p:extLst>
          </p:nvPr>
        </p:nvGraphicFramePr>
        <p:xfrm>
          <a:off x="960346" y="3353377"/>
          <a:ext cx="22860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36" name="Equation" r:id="rId24" imgW="2286000" imgH="749160" progId="Equation.DSMT4">
                  <p:embed/>
                </p:oleObj>
              </mc:Choice>
              <mc:Fallback>
                <p:oleObj name="Equation" r:id="rId24" imgW="228600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960346" y="3353377"/>
                        <a:ext cx="22860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E8B6046-ACA9-42F3-AFBA-5223DF4C8F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123782"/>
              </p:ext>
            </p:extLst>
          </p:nvPr>
        </p:nvGraphicFramePr>
        <p:xfrm>
          <a:off x="3261636" y="3384600"/>
          <a:ext cx="166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37" name="Equation" r:id="rId26" imgW="1663560" imgH="736560" progId="Equation.DSMT4">
                  <p:embed/>
                </p:oleObj>
              </mc:Choice>
              <mc:Fallback>
                <p:oleObj name="Equation" r:id="rId26" imgW="1663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261636" y="3384600"/>
                        <a:ext cx="1663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9">
            <a:extLst>
              <a:ext uri="{FF2B5EF4-FFF2-40B4-BE49-F238E27FC236}">
                <a16:creationId xmlns:a16="http://schemas.microsoft.com/office/drawing/2014/main" id="{73679886-9447-4905-9A76-0C9720A47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654436"/>
              </p:ext>
            </p:extLst>
          </p:nvPr>
        </p:nvGraphicFramePr>
        <p:xfrm>
          <a:off x="4945137" y="3348614"/>
          <a:ext cx="11938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338" name="Equation" r:id="rId28" imgW="1193760" imgH="736560" progId="Equation.DSMT4">
                  <p:embed/>
                </p:oleObj>
              </mc:Choice>
              <mc:Fallback>
                <p:oleObj name="Equation" r:id="rId28" imgW="1193760" imgH="736560" progId="Equation.DSMT4">
                  <p:embed/>
                  <p:pic>
                    <p:nvPicPr>
                      <p:cNvPr id="3" name="Object 9">
                        <a:extLst>
                          <a:ext uri="{FF2B5EF4-FFF2-40B4-BE49-F238E27FC236}">
                            <a16:creationId xmlns:a16="http://schemas.microsoft.com/office/drawing/2014/main" id="{645FF162-3A24-4AF7-A338-210EFB2F1D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5137" y="3348614"/>
                        <a:ext cx="1193800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DBE73867-9752-4098-8845-626D7F8AEA86}"/>
              </a:ext>
            </a:extLst>
          </p:cNvPr>
          <p:cNvGrpSpPr/>
          <p:nvPr/>
        </p:nvGrpSpPr>
        <p:grpSpPr>
          <a:xfrm>
            <a:off x="633445" y="4092755"/>
            <a:ext cx="7236172" cy="754063"/>
            <a:chOff x="748395" y="4257231"/>
            <a:chExt cx="7236172" cy="754063"/>
          </a:xfrm>
        </p:grpSpPr>
        <p:sp>
          <p:nvSpPr>
            <p:cNvPr id="79" name="Text Box 12">
              <a:extLst>
                <a:ext uri="{FF2B5EF4-FFF2-40B4-BE49-F238E27FC236}">
                  <a16:creationId xmlns:a16="http://schemas.microsoft.com/office/drawing/2014/main" id="{2A3CF44F-C892-4EA2-9280-C3BC06C23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395" y="4403284"/>
              <a:ext cx="12294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特别当</a:t>
              </a:r>
              <a:endParaRPr kumimoji="1" lang="zh-CN" altLang="en-US" sz="2400" b="1" i="1" dirty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0" name="Object 13">
              <a:extLst>
                <a:ext uri="{FF2B5EF4-FFF2-40B4-BE49-F238E27FC236}">
                  <a16:creationId xmlns:a16="http://schemas.microsoft.com/office/drawing/2014/main" id="{823AC2BC-27A8-44AB-ACA8-B52A7ED020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0270788"/>
                </p:ext>
              </p:extLst>
            </p:nvPr>
          </p:nvGraphicFramePr>
          <p:xfrm>
            <a:off x="7159067" y="4257231"/>
            <a:ext cx="825500" cy="7540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339" name="MathType 6.0 Equation" r:id="rId30" imgW="825480" imgH="736560" progId="Equation.DSMT4">
                    <p:embed/>
                  </p:oleObj>
                </mc:Choice>
                <mc:Fallback>
                  <p:oleObj name="MathType 6.0 Equation" r:id="rId30" imgW="825480" imgH="736560" progId="Equation.DSMT4">
                    <p:embed/>
                    <p:pic>
                      <p:nvPicPr>
                        <p:cNvPr id="5" name="Object 13">
                          <a:extLst>
                            <a:ext uri="{FF2B5EF4-FFF2-40B4-BE49-F238E27FC236}">
                              <a16:creationId xmlns:a16="http://schemas.microsoft.com/office/drawing/2014/main" id="{15A75232-DD21-409B-A8BF-DA343704730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9067" y="4257231"/>
                          <a:ext cx="825500" cy="7540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Text Box 12">
              <a:extLst>
                <a:ext uri="{FF2B5EF4-FFF2-40B4-BE49-F238E27FC236}">
                  <a16:creationId xmlns:a16="http://schemas.microsoft.com/office/drawing/2014/main" id="{70A0CBEA-289F-4A30-8DAA-84D1916C7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3985" y="4403283"/>
              <a:ext cx="23762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时</a:t>
              </a:r>
              <a:r>
                <a:rPr kumimoji="1" lang="en-US" altLang="zh-CN" sz="2400" b="1" dirty="0">
                  <a:latin typeface="+mn-ea"/>
                  <a:ea typeface="+mn-ea"/>
                  <a:cs typeface="Times New Roman" panose="02020603050405020304" pitchFamily="18" charset="0"/>
                </a:rPr>
                <a:t>, </a:t>
              </a: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就得半径为</a:t>
              </a:r>
              <a:endParaRPr kumimoji="1" lang="zh-CN" altLang="en-US" sz="2400" b="1" i="1" dirty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2" name="Object 9">
              <a:extLst>
                <a:ext uri="{FF2B5EF4-FFF2-40B4-BE49-F238E27FC236}">
                  <a16:creationId xmlns:a16="http://schemas.microsoft.com/office/drawing/2014/main" id="{50D35498-8945-4B68-AE24-825B3E76811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2771343"/>
                </p:ext>
              </p:extLst>
            </p:nvPr>
          </p:nvGraphicFramePr>
          <p:xfrm>
            <a:off x="1870513" y="4527858"/>
            <a:ext cx="647700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340" name="MathType 6.0 Equation" r:id="rId32" imgW="647640" imgH="279360" progId="Equation.DSMT4">
                    <p:embed/>
                  </p:oleObj>
                </mc:Choice>
                <mc:Fallback>
                  <p:oleObj name="MathType 6.0 Equation" r:id="rId32" imgW="647640" imgH="279360" progId="Equation.DSMT4">
                    <p:embed/>
                    <p:pic>
                      <p:nvPicPr>
                        <p:cNvPr id="7" name="Object 9">
                          <a:extLst>
                            <a:ext uri="{FF2B5EF4-FFF2-40B4-BE49-F238E27FC236}">
                              <a16:creationId xmlns:a16="http://schemas.microsoft.com/office/drawing/2014/main" id="{C1FE6754-3204-4F1E-B9C9-73674919FED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0513" y="4527858"/>
                          <a:ext cx="647700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Text Box 12">
              <a:extLst>
                <a:ext uri="{FF2B5EF4-FFF2-40B4-BE49-F238E27FC236}">
                  <a16:creationId xmlns:a16="http://schemas.microsoft.com/office/drawing/2014/main" id="{9CEAC447-7560-49BE-875E-5620DD61F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2781" y="4403282"/>
              <a:ext cx="213360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  <a:cs typeface="Times New Roman" panose="02020603050405020304" pitchFamily="18" charset="0"/>
                </a:rPr>
                <a:t>的球体的体积</a:t>
              </a:r>
              <a:endParaRPr kumimoji="1" lang="zh-CN" altLang="en-US" sz="2400" b="1" i="1" dirty="0">
                <a:solidFill>
                  <a:schemeClr val="tx2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4" name="Object 9">
              <a:extLst>
                <a:ext uri="{FF2B5EF4-FFF2-40B4-BE49-F238E27FC236}">
                  <a16:creationId xmlns:a16="http://schemas.microsoft.com/office/drawing/2014/main" id="{47C72F52-E7A0-4E40-95EF-8BF1F38BA0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1890514"/>
                </p:ext>
              </p:extLst>
            </p:nvPr>
          </p:nvGraphicFramePr>
          <p:xfrm>
            <a:off x="4939581" y="4566752"/>
            <a:ext cx="203200" cy="207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5341" name="MathType 6.0 Equation" r:id="rId34" imgW="203040" imgH="203040" progId="Equation.DSMT4">
                    <p:embed/>
                  </p:oleObj>
                </mc:Choice>
                <mc:Fallback>
                  <p:oleObj name="MathType 6.0 Equation" r:id="rId34" imgW="203040" imgH="203040" progId="Equation.DSMT4">
                    <p:embed/>
                    <p:pic>
                      <p:nvPicPr>
                        <p:cNvPr id="9" name="Object 9">
                          <a:extLst>
                            <a:ext uri="{FF2B5EF4-FFF2-40B4-BE49-F238E27FC236}">
                              <a16:creationId xmlns:a16="http://schemas.microsoft.com/office/drawing/2014/main" id="{E960754D-8836-43B9-A808-C5B38BBAB9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9581" y="4566752"/>
                          <a:ext cx="203200" cy="207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25AFA961-ED82-4264-B21A-D1343BD1422F}"/>
              </a:ext>
            </a:extLst>
          </p:cNvPr>
          <p:cNvSpPr txBox="1"/>
          <p:nvPr/>
        </p:nvSpPr>
        <p:spPr>
          <a:xfrm>
            <a:off x="3909489" y="2902755"/>
            <a:ext cx="1733167" cy="4001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>
              <a:spcBef>
                <a:spcPct val="0"/>
              </a:spcBef>
              <a:buNone/>
              <a:defRPr sz="2400" b="1">
                <a:solidFill>
                  <a:srgbClr val="FF0000"/>
                </a:solidFill>
                <a:latin typeface="+mn-ea"/>
                <a:cs typeface="+mj-cs"/>
              </a:defRPr>
            </a:lvl1pPr>
          </a:lstStyle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定积分换元法</a:t>
            </a:r>
          </a:p>
        </p:txBody>
      </p:sp>
    </p:spTree>
    <p:extLst>
      <p:ext uri="{BB962C8B-B14F-4D97-AF65-F5344CB8AC3E}">
        <p14:creationId xmlns:p14="http://schemas.microsoft.com/office/powerpoint/2010/main" val="210774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3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3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弧形 46">
            <a:extLst>
              <a:ext uri="{FF2B5EF4-FFF2-40B4-BE49-F238E27FC236}">
                <a16:creationId xmlns:a16="http://schemas.microsoft.com/office/drawing/2014/main" id="{782331E2-FA37-40CE-A1A9-8B265CBF1D8B}"/>
              </a:ext>
            </a:extLst>
          </p:cNvPr>
          <p:cNvSpPr/>
          <p:nvPr/>
        </p:nvSpPr>
        <p:spPr>
          <a:xfrm>
            <a:off x="6397015" y="2097142"/>
            <a:ext cx="2340945" cy="2033283"/>
          </a:xfrm>
          <a:prstGeom prst="arc">
            <a:avLst>
              <a:gd name="adj1" fmla="val 10829904"/>
              <a:gd name="adj2" fmla="val 16033914"/>
            </a:avLst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570" name="Rectangle 10">
            <a:extLst>
              <a:ext uri="{FF2B5EF4-FFF2-40B4-BE49-F238E27FC236}">
                <a16:creationId xmlns:a16="http://schemas.microsoft.com/office/drawing/2014/main" id="{587FFF5F-9299-4987-8FD9-359BBC8B1B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71910" y="151309"/>
            <a:ext cx="817491" cy="457200"/>
          </a:xfrm>
        </p:spPr>
        <p:txBody>
          <a:bodyPr>
            <a:noAutofit/>
          </a:bodyPr>
          <a:lstStyle/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3</a:t>
            </a:r>
            <a:endParaRPr lang="zh-CN" altLang="en-US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194575" name="Text Box 15">
            <a:extLst>
              <a:ext uri="{FF2B5EF4-FFF2-40B4-BE49-F238E27FC236}">
                <a16:creationId xmlns:a16="http://schemas.microsoft.com/office/drawing/2014/main" id="{0D730C13-8668-479E-82E3-153D9D47A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523" y="1374799"/>
            <a:ext cx="5333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</a:rPr>
              <a:t>解</a:t>
            </a:r>
          </a:p>
        </p:txBody>
      </p:sp>
      <p:graphicFrame>
        <p:nvGraphicFramePr>
          <p:cNvPr id="194576" name="Object 16">
            <a:extLst>
              <a:ext uri="{FF2B5EF4-FFF2-40B4-BE49-F238E27FC236}">
                <a16:creationId xmlns:a16="http://schemas.microsoft.com/office/drawing/2014/main" id="{EF8B6F30-7920-444A-A0BC-5F8794E328C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12298" y="2139950"/>
          <a:ext cx="9652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90" name="MathType 6.0 Equation" r:id="rId3" imgW="965160" imgH="634680" progId="Equation.DSMT4">
                  <p:embed/>
                </p:oleObj>
              </mc:Choice>
              <mc:Fallback>
                <p:oleObj name="MathType 6.0 Equation" r:id="rId3" imgW="965160" imgH="634680" progId="Equation.DSMT4">
                  <p:embed/>
                  <p:pic>
                    <p:nvPicPr>
                      <p:cNvPr id="194576" name="Object 16">
                        <a:extLst>
                          <a:ext uri="{FF2B5EF4-FFF2-40B4-BE49-F238E27FC236}">
                            <a16:creationId xmlns:a16="http://schemas.microsoft.com/office/drawing/2014/main" id="{EF8B6F30-7920-444A-A0BC-5F8794E328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298" y="2139950"/>
                        <a:ext cx="9652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78" name="Object 18">
            <a:extLst>
              <a:ext uri="{FF2B5EF4-FFF2-40B4-BE49-F238E27FC236}">
                <a16:creationId xmlns:a16="http://schemas.microsoft.com/office/drawing/2014/main" id="{C34023DD-6A03-4B24-AC1B-ACA0592ED61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482884" y="2814418"/>
          <a:ext cx="13589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91" name="MathType 6.0 Equation" r:id="rId5" imgW="1358640" imgH="634680" progId="Equation.DSMT4">
                  <p:embed/>
                </p:oleObj>
              </mc:Choice>
              <mc:Fallback>
                <p:oleObj name="MathType 6.0 Equation" r:id="rId5" imgW="1358640" imgH="634680" progId="Equation.DSMT4">
                  <p:embed/>
                  <p:pic>
                    <p:nvPicPr>
                      <p:cNvPr id="194578" name="Object 18">
                        <a:extLst>
                          <a:ext uri="{FF2B5EF4-FFF2-40B4-BE49-F238E27FC236}">
                            <a16:creationId xmlns:a16="http://schemas.microsoft.com/office/drawing/2014/main" id="{C34023DD-6A03-4B24-AC1B-ACA0592ED6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884" y="2814418"/>
                        <a:ext cx="1358900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82" name="Object 22">
            <a:extLst>
              <a:ext uri="{FF2B5EF4-FFF2-40B4-BE49-F238E27FC236}">
                <a16:creationId xmlns:a16="http://schemas.microsoft.com/office/drawing/2014/main" id="{46AF3C81-CA85-4AB3-B743-B67E329231F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502229" y="3492172"/>
          <a:ext cx="13716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92" name="MathType 6.0 Equation" r:id="rId7" imgW="1371600" imgH="736560" progId="Equation.DSMT4">
                  <p:embed/>
                </p:oleObj>
              </mc:Choice>
              <mc:Fallback>
                <p:oleObj name="MathType 6.0 Equation" r:id="rId7" imgW="1371600" imgH="736560" progId="Equation.DSMT4">
                  <p:embed/>
                  <p:pic>
                    <p:nvPicPr>
                      <p:cNvPr id="194582" name="Object 22">
                        <a:extLst>
                          <a:ext uri="{FF2B5EF4-FFF2-40B4-BE49-F238E27FC236}">
                            <a16:creationId xmlns:a16="http://schemas.microsoft.com/office/drawing/2014/main" id="{46AF3C81-CA85-4AB3-B743-B67E329231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2229" y="3492172"/>
                        <a:ext cx="1371600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88" name="Object 28">
            <a:extLst>
              <a:ext uri="{FF2B5EF4-FFF2-40B4-BE49-F238E27FC236}">
                <a16:creationId xmlns:a16="http://schemas.microsoft.com/office/drawing/2014/main" id="{B388FA85-EB59-478F-BCF3-6BB881378A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31081"/>
              </p:ext>
            </p:extLst>
          </p:nvPr>
        </p:nvGraphicFramePr>
        <p:xfrm>
          <a:off x="2898775" y="3502025"/>
          <a:ext cx="573088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93" name="Equation" r:id="rId9" imgW="571320" imgH="736560" progId="Equation.DSMT4">
                  <p:embed/>
                </p:oleObj>
              </mc:Choice>
              <mc:Fallback>
                <p:oleObj name="Equation" r:id="rId9" imgW="571320" imgH="736560" progId="Equation.DSMT4">
                  <p:embed/>
                  <p:pic>
                    <p:nvPicPr>
                      <p:cNvPr id="194588" name="Object 28">
                        <a:extLst>
                          <a:ext uri="{FF2B5EF4-FFF2-40B4-BE49-F238E27FC236}">
                            <a16:creationId xmlns:a16="http://schemas.microsoft.com/office/drawing/2014/main" id="{B388FA85-EB59-478F-BCF3-6BB881378A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3502025"/>
                        <a:ext cx="573088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D5CCE542-1F8B-41DC-BE00-33EE9EE29610}"/>
              </a:ext>
            </a:extLst>
          </p:cNvPr>
          <p:cNvGrpSpPr/>
          <p:nvPr/>
        </p:nvGrpSpPr>
        <p:grpSpPr>
          <a:xfrm>
            <a:off x="1285665" y="1367914"/>
            <a:ext cx="2323545" cy="468551"/>
            <a:chOff x="827583" y="1877448"/>
            <a:chExt cx="2323545" cy="468551"/>
          </a:xfrm>
        </p:grpSpPr>
        <p:sp>
          <p:nvSpPr>
            <p:cNvPr id="36" name="Text Box 15">
              <a:extLst>
                <a:ext uri="{FF2B5EF4-FFF2-40B4-BE49-F238E27FC236}">
                  <a16:creationId xmlns:a16="http://schemas.microsoft.com/office/drawing/2014/main" id="{3888BDFC-E907-4BE9-98A9-3FCCAB7EB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3" y="1884334"/>
              <a:ext cx="5333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选</a:t>
              </a:r>
            </a:p>
          </p:txBody>
        </p:sp>
        <p:sp>
          <p:nvSpPr>
            <p:cNvPr id="37" name="Text Box 15">
              <a:extLst>
                <a:ext uri="{FF2B5EF4-FFF2-40B4-BE49-F238E27FC236}">
                  <a16:creationId xmlns:a16="http://schemas.microsoft.com/office/drawing/2014/main" id="{8D3BA74F-F73C-4086-A827-6232C2260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6672" y="1877448"/>
              <a:ext cx="17344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为积分变量</a:t>
              </a:r>
            </a:p>
          </p:txBody>
        </p:sp>
        <p:graphicFrame>
          <p:nvGraphicFramePr>
            <p:cNvPr id="38" name="Object 28">
              <a:extLst>
                <a:ext uri="{FF2B5EF4-FFF2-40B4-BE49-F238E27FC236}">
                  <a16:creationId xmlns:a16="http://schemas.microsoft.com/office/drawing/2014/main" id="{D90FC45E-58E2-4446-AE1A-0CB69B6AFA0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244470" y="2005057"/>
            <a:ext cx="215900" cy="271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94" name="MathType 6.0 Equation" r:id="rId11" imgW="215640" imgH="266400" progId="Equation.DSMT4">
                    <p:embed/>
                  </p:oleObj>
                </mc:Choice>
                <mc:Fallback>
                  <p:oleObj name="MathType 6.0 Equation" r:id="rId11" imgW="215640" imgH="266400" progId="Equation.DSMT4">
                    <p:embed/>
                    <p:pic>
                      <p:nvPicPr>
                        <p:cNvPr id="38" name="Object 28">
                          <a:extLst>
                            <a:ext uri="{FF2B5EF4-FFF2-40B4-BE49-F238E27FC236}">
                              <a16:creationId xmlns:a16="http://schemas.microsoft.com/office/drawing/2014/main" id="{D90FC45E-58E2-4446-AE1A-0CB69B6AFA0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4470" y="2005057"/>
                          <a:ext cx="215900" cy="2714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394DB3D-21F6-4FAE-95DB-EC0D5573C491}"/>
              </a:ext>
            </a:extLst>
          </p:cNvPr>
          <p:cNvGrpSpPr/>
          <p:nvPr/>
        </p:nvGrpSpPr>
        <p:grpSpPr>
          <a:xfrm>
            <a:off x="5032113" y="1641448"/>
            <a:ext cx="2982861" cy="1860603"/>
            <a:chOff x="4297522" y="875840"/>
            <a:chExt cx="2982861" cy="1860603"/>
          </a:xfrm>
        </p:grpSpPr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CDA1CCFE-9A35-475A-9FE3-AF62E115E523}"/>
                </a:ext>
              </a:extLst>
            </p:cNvPr>
            <p:cNvCxnSpPr>
              <a:cxnSpLocks/>
            </p:cNvCxnSpPr>
            <p:nvPr/>
          </p:nvCxnSpPr>
          <p:spPr>
            <a:xfrm>
              <a:off x="4297522" y="2348176"/>
              <a:ext cx="29828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4CC79052-3F04-4916-859C-C140269201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6753" y="892481"/>
              <a:ext cx="0" cy="184396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3" name="Object 7">
              <a:extLst>
                <a:ext uri="{FF2B5EF4-FFF2-40B4-BE49-F238E27FC236}">
                  <a16:creationId xmlns:a16="http://schemas.microsoft.com/office/drawing/2014/main" id="{2CDF4C04-58F6-4B82-80B6-494F8CF864B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369072" y="875840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95" name="MathType 6.0 Equation" r:id="rId13" imgW="215640" imgH="266400" progId="Equation.DSMT4">
                    <p:embed/>
                  </p:oleObj>
                </mc:Choice>
                <mc:Fallback>
                  <p:oleObj name="MathType 6.0 Equation" r:id="rId13" imgW="215640" imgH="266400" progId="Equation.DSMT4">
                    <p:embed/>
                    <p:pic>
                      <p:nvPicPr>
                        <p:cNvPr id="43" name="Object 7">
                          <a:extLst>
                            <a:ext uri="{FF2B5EF4-FFF2-40B4-BE49-F238E27FC236}">
                              <a16:creationId xmlns:a16="http://schemas.microsoft.com/office/drawing/2014/main" id="{2CDF4C04-58F6-4B82-80B6-494F8CF864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69072" y="875840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" name="Object 7">
              <a:extLst>
                <a:ext uri="{FF2B5EF4-FFF2-40B4-BE49-F238E27FC236}">
                  <a16:creationId xmlns:a16="http://schemas.microsoft.com/office/drawing/2014/main" id="{1A5FF228-A2D0-440C-8B1F-963A20075F4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7089883" y="238806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96" name="MathType 6.0 Equation" r:id="rId15" imgW="190440" imgH="203040" progId="Equation.DSMT4">
                    <p:embed/>
                  </p:oleObj>
                </mc:Choice>
                <mc:Fallback>
                  <p:oleObj name="MathType 6.0 Equation" r:id="rId15" imgW="190440" imgH="203040" progId="Equation.DSMT4">
                    <p:embed/>
                    <p:pic>
                      <p:nvPicPr>
                        <p:cNvPr id="44" name="Object 7">
                          <a:extLst>
                            <a:ext uri="{FF2B5EF4-FFF2-40B4-BE49-F238E27FC236}">
                              <a16:creationId xmlns:a16="http://schemas.microsoft.com/office/drawing/2014/main" id="{1A5FF228-A2D0-440C-8B1F-963A20075F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9883" y="2388068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Object 7">
              <a:extLst>
                <a:ext uri="{FF2B5EF4-FFF2-40B4-BE49-F238E27FC236}">
                  <a16:creationId xmlns:a16="http://schemas.microsoft.com/office/drawing/2014/main" id="{181474EF-8C2F-45B7-824C-3DCD6045F56C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420647" y="238112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97" name="MathType 6.0 Equation" r:id="rId17" imgW="190440" imgH="203040" progId="Equation.DSMT4">
                    <p:embed/>
                  </p:oleObj>
                </mc:Choice>
                <mc:Fallback>
                  <p:oleObj name="MathType 6.0 Equation" r:id="rId17" imgW="190440" imgH="203040" progId="Equation.DSMT4">
                    <p:embed/>
                    <p:pic>
                      <p:nvPicPr>
                        <p:cNvPr id="45" name="Object 7">
                          <a:extLst>
                            <a:ext uri="{FF2B5EF4-FFF2-40B4-BE49-F238E27FC236}">
                              <a16:creationId xmlns:a16="http://schemas.microsoft.com/office/drawing/2014/main" id="{181474EF-8C2F-45B7-824C-3DCD6045F5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647" y="238112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6A7E2A74-21F1-4CAD-BCA1-1F4ECCE148B0}"/>
              </a:ext>
            </a:extLst>
          </p:cNvPr>
          <p:cNvGrpSpPr/>
          <p:nvPr/>
        </p:nvGrpSpPr>
        <p:grpSpPr>
          <a:xfrm>
            <a:off x="1301292" y="116883"/>
            <a:ext cx="7152379" cy="496091"/>
            <a:chOff x="1351561" y="483098"/>
            <a:chExt cx="7152379" cy="496091"/>
          </a:xfrm>
        </p:grpSpPr>
        <p:sp>
          <p:nvSpPr>
            <p:cNvPr id="194574" name="Text Box 14">
              <a:extLst>
                <a:ext uri="{FF2B5EF4-FFF2-40B4-BE49-F238E27FC236}">
                  <a16:creationId xmlns:a16="http://schemas.microsoft.com/office/drawing/2014/main" id="{BDD728D4-A1A7-4224-92D7-F42419ACD9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1561" y="517524"/>
              <a:ext cx="147455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求由曲线</a:t>
              </a:r>
              <a:endParaRPr kumimoji="1" lang="en-US" altLang="zh-CN" sz="2400" b="1" dirty="0">
                <a:latin typeface="+mn-ea"/>
              </a:endParaRPr>
            </a:p>
          </p:txBody>
        </p:sp>
        <p:sp>
          <p:nvSpPr>
            <p:cNvPr id="31" name="Text Box 14">
              <a:extLst>
                <a:ext uri="{FF2B5EF4-FFF2-40B4-BE49-F238E27FC236}">
                  <a16:creationId xmlns:a16="http://schemas.microsoft.com/office/drawing/2014/main" id="{71AB28BA-EFD3-4C33-9864-38806A43E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479" y="499151"/>
              <a:ext cx="82358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直线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33" name="Object 28">
              <a:extLst>
                <a:ext uri="{FF2B5EF4-FFF2-40B4-BE49-F238E27FC236}">
                  <a16:creationId xmlns:a16="http://schemas.microsoft.com/office/drawing/2014/main" id="{C99B679C-290D-42CC-8B82-1357283BE3A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702158" y="499621"/>
            <a:ext cx="977900" cy="438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98" name="MathType 6.0 Equation" r:id="rId19" imgW="977760" imgH="431640" progId="Equation.DSMT4">
                    <p:embed/>
                  </p:oleObj>
                </mc:Choice>
                <mc:Fallback>
                  <p:oleObj name="MathType 6.0 Equation" r:id="rId19" imgW="977760" imgH="431640" progId="Equation.DSMT4">
                    <p:embed/>
                    <p:pic>
                      <p:nvPicPr>
                        <p:cNvPr id="33" name="Object 28">
                          <a:extLst>
                            <a:ext uri="{FF2B5EF4-FFF2-40B4-BE49-F238E27FC236}">
                              <a16:creationId xmlns:a16="http://schemas.microsoft.com/office/drawing/2014/main" id="{C99B679C-290D-42CC-8B82-1357283BE3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2158" y="499621"/>
                          <a:ext cx="977900" cy="4381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28">
              <a:extLst>
                <a:ext uri="{FF2B5EF4-FFF2-40B4-BE49-F238E27FC236}">
                  <a16:creationId xmlns:a16="http://schemas.microsoft.com/office/drawing/2014/main" id="{68F0BF22-69E8-4EAC-9888-F4177BD6ACC1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4416494" y="585813"/>
            <a:ext cx="609600" cy="347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099" name="MathType 6.0 Equation" r:id="rId21" imgW="609480" imgH="342720" progId="Equation.DSMT4">
                    <p:embed/>
                  </p:oleObj>
                </mc:Choice>
                <mc:Fallback>
                  <p:oleObj name="MathType 6.0 Equation" r:id="rId21" imgW="609480" imgH="342720" progId="Equation.DSMT4">
                    <p:embed/>
                    <p:pic>
                      <p:nvPicPr>
                        <p:cNvPr id="39" name="Object 28">
                          <a:extLst>
                            <a:ext uri="{FF2B5EF4-FFF2-40B4-BE49-F238E27FC236}">
                              <a16:creationId xmlns:a16="http://schemas.microsoft.com/office/drawing/2014/main" id="{68F0BF22-69E8-4EAC-9888-F4177BD6AC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494" y="585813"/>
                          <a:ext cx="609600" cy="3476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 Box 14">
              <a:extLst>
                <a:ext uri="{FF2B5EF4-FFF2-40B4-BE49-F238E27FC236}">
                  <a16:creationId xmlns:a16="http://schemas.microsoft.com/office/drawing/2014/main" id="{4797DC8B-52C0-40FC-9F7E-52835D2CB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3394" y="483098"/>
              <a:ext cx="51765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及</a:t>
              </a:r>
              <a:endParaRPr kumimoji="1" lang="en-US" altLang="zh-CN" sz="2400" b="1" dirty="0">
                <a:latin typeface="+mn-ea"/>
              </a:endParaRPr>
            </a:p>
          </p:txBody>
        </p:sp>
        <p:graphicFrame>
          <p:nvGraphicFramePr>
            <p:cNvPr id="49" name="Object 28">
              <a:extLst>
                <a:ext uri="{FF2B5EF4-FFF2-40B4-BE49-F238E27FC236}">
                  <a16:creationId xmlns:a16="http://schemas.microsoft.com/office/drawing/2014/main" id="{A5F67A3E-5585-4C8D-AAE0-CD347E33B29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5399336" y="617621"/>
            <a:ext cx="215900" cy="26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00" name="MathType 6.0 Equation" r:id="rId23" imgW="215640" imgH="266400" progId="Equation.DSMT4">
                    <p:embed/>
                  </p:oleObj>
                </mc:Choice>
                <mc:Fallback>
                  <p:oleObj name="MathType 6.0 Equation" r:id="rId23" imgW="215640" imgH="266400" progId="Equation.DSMT4">
                    <p:embed/>
                    <p:pic>
                      <p:nvPicPr>
                        <p:cNvPr id="49" name="Object 28">
                          <a:extLst>
                            <a:ext uri="{FF2B5EF4-FFF2-40B4-BE49-F238E27FC236}">
                              <a16:creationId xmlns:a16="http://schemas.microsoft.com/office/drawing/2014/main" id="{A5F67A3E-5585-4C8D-AAE0-CD347E33B29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9336" y="617621"/>
                          <a:ext cx="215900" cy="2698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Text Box 14">
              <a:extLst>
                <a:ext uri="{FF2B5EF4-FFF2-40B4-BE49-F238E27FC236}">
                  <a16:creationId xmlns:a16="http://schemas.microsoft.com/office/drawing/2014/main" id="{C6A4C64B-CA5B-4567-B574-7DD1B269A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0870" y="485071"/>
              <a:ext cx="294307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轴所围成的图形绕</a:t>
              </a:r>
              <a:endParaRPr kumimoji="1" lang="en-US" altLang="zh-CN" sz="2400" b="1" dirty="0">
                <a:latin typeface="+mn-ea"/>
              </a:endParaRPr>
            </a:p>
          </p:txBody>
        </p:sp>
      </p:grpSp>
      <p:graphicFrame>
        <p:nvGraphicFramePr>
          <p:cNvPr id="53" name="Object 28">
            <a:extLst>
              <a:ext uri="{FF2B5EF4-FFF2-40B4-BE49-F238E27FC236}">
                <a16:creationId xmlns:a16="http://schemas.microsoft.com/office/drawing/2014/main" id="{18FFD9B9-47D4-4812-AFE8-DE5CB1E825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235352"/>
              </p:ext>
            </p:extLst>
          </p:nvPr>
        </p:nvGraphicFramePr>
        <p:xfrm>
          <a:off x="8172400" y="251406"/>
          <a:ext cx="2159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01" name="MathType 6.0 Equation" r:id="rId25" imgW="215640" imgH="266400" progId="Equation.DSMT4">
                  <p:embed/>
                </p:oleObj>
              </mc:Choice>
              <mc:Fallback>
                <p:oleObj name="MathType 6.0 Equation" r:id="rId25" imgW="215640" imgH="266400" progId="Equation.DSMT4">
                  <p:embed/>
                  <p:pic>
                    <p:nvPicPr>
                      <p:cNvPr id="53" name="Object 28">
                        <a:extLst>
                          <a:ext uri="{FF2B5EF4-FFF2-40B4-BE49-F238E27FC236}">
                            <a16:creationId xmlns:a16="http://schemas.microsoft.com/office/drawing/2014/main" id="{18FFD9B9-47D4-4812-AFE8-DE5CB1E825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2400" y="251406"/>
                        <a:ext cx="215900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14">
            <a:extLst>
              <a:ext uri="{FF2B5EF4-FFF2-40B4-BE49-F238E27FC236}">
                <a16:creationId xmlns:a16="http://schemas.microsoft.com/office/drawing/2014/main" id="{B5414D5D-E197-4048-A4B4-83F384BB7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035" y="647651"/>
            <a:ext cx="41947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轴旋转所生成的旋转体的体积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5A59D67-D893-49D5-B74B-28C52091EC98}"/>
              </a:ext>
            </a:extLst>
          </p:cNvPr>
          <p:cNvGrpSpPr/>
          <p:nvPr/>
        </p:nvGrpSpPr>
        <p:grpSpPr>
          <a:xfrm>
            <a:off x="6197536" y="1976389"/>
            <a:ext cx="1309878" cy="269875"/>
            <a:chOff x="6197536" y="1976389"/>
            <a:chExt cx="1309878" cy="269875"/>
          </a:xfrm>
        </p:grpSpPr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13724848-CE27-48EE-A6DA-CAD7C6DFBFD4}"/>
                </a:ext>
              </a:extLst>
            </p:cNvPr>
            <p:cNvCxnSpPr>
              <a:cxnSpLocks/>
            </p:cNvCxnSpPr>
            <p:nvPr/>
          </p:nvCxnSpPr>
          <p:spPr>
            <a:xfrm>
              <a:off x="6381344" y="2093298"/>
              <a:ext cx="112607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7" name="Object 28">
              <a:extLst>
                <a:ext uri="{FF2B5EF4-FFF2-40B4-BE49-F238E27FC236}">
                  <a16:creationId xmlns:a16="http://schemas.microsoft.com/office/drawing/2014/main" id="{D865A980-096C-4B6C-BA96-0DD1304F97E4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97536" y="1976389"/>
            <a:ext cx="128587" cy="269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02" name="MathType 6.0 Equation" r:id="rId26" imgW="126720" imgH="266400" progId="Equation.DSMT4">
                    <p:embed/>
                  </p:oleObj>
                </mc:Choice>
                <mc:Fallback>
                  <p:oleObj name="MathType 6.0 Equation" r:id="rId26" imgW="126720" imgH="266400" progId="Equation.DSMT4">
                    <p:embed/>
                    <p:pic>
                      <p:nvPicPr>
                        <p:cNvPr id="57" name="Object 28">
                          <a:extLst>
                            <a:ext uri="{FF2B5EF4-FFF2-40B4-BE49-F238E27FC236}">
                              <a16:creationId xmlns:a16="http://schemas.microsoft.com/office/drawing/2014/main" id="{D865A980-096C-4B6C-BA96-0DD1304F97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7536" y="1976389"/>
                          <a:ext cx="128587" cy="2698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25B779-1D50-41A5-8093-53814DE3F563}"/>
              </a:ext>
            </a:extLst>
          </p:cNvPr>
          <p:cNvGrpSpPr/>
          <p:nvPr/>
        </p:nvGrpSpPr>
        <p:grpSpPr>
          <a:xfrm>
            <a:off x="4024728" y="2093298"/>
            <a:ext cx="2349528" cy="2037126"/>
            <a:chOff x="4024728" y="2093298"/>
            <a:chExt cx="2349528" cy="2037126"/>
          </a:xfrm>
        </p:grpSpPr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5B2239F9-9ED1-446A-A6B2-10EF1735B880}"/>
                </a:ext>
              </a:extLst>
            </p:cNvPr>
            <p:cNvCxnSpPr>
              <a:cxnSpLocks/>
            </p:cNvCxnSpPr>
            <p:nvPr/>
          </p:nvCxnSpPr>
          <p:spPr>
            <a:xfrm>
              <a:off x="5248186" y="2093298"/>
              <a:ext cx="1126070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弧形 58">
              <a:extLst>
                <a:ext uri="{FF2B5EF4-FFF2-40B4-BE49-F238E27FC236}">
                  <a16:creationId xmlns:a16="http://schemas.microsoft.com/office/drawing/2014/main" id="{E6A464E9-A16D-44EE-A31D-DA95C9CA4F6D}"/>
                </a:ext>
              </a:extLst>
            </p:cNvPr>
            <p:cNvSpPr/>
            <p:nvPr/>
          </p:nvSpPr>
          <p:spPr>
            <a:xfrm flipH="1">
              <a:off x="4024728" y="2097141"/>
              <a:ext cx="2340945" cy="2033283"/>
            </a:xfrm>
            <a:prstGeom prst="arc">
              <a:avLst>
                <a:gd name="adj1" fmla="val 10829904"/>
                <a:gd name="adj2" fmla="val 16033914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 10">
            <a:extLst>
              <a:ext uri="{FF2B5EF4-FFF2-40B4-BE49-F238E27FC236}">
                <a16:creationId xmlns:a16="http://schemas.microsoft.com/office/drawing/2014/main" id="{FF383310-2A6F-449B-AE41-3E5CE8E24B73}"/>
              </a:ext>
            </a:extLst>
          </p:cNvPr>
          <p:cNvSpPr/>
          <p:nvPr/>
        </p:nvSpPr>
        <p:spPr>
          <a:xfrm>
            <a:off x="5237634" y="2018179"/>
            <a:ext cx="2266243" cy="158964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0ADE8FD-FFB9-48D8-B95E-D48FCCDFEFA7}"/>
              </a:ext>
            </a:extLst>
          </p:cNvPr>
          <p:cNvGrpSpPr/>
          <p:nvPr/>
        </p:nvGrpSpPr>
        <p:grpSpPr>
          <a:xfrm>
            <a:off x="6167070" y="2446044"/>
            <a:ext cx="434406" cy="266700"/>
            <a:chOff x="6167070" y="2446044"/>
            <a:chExt cx="434406" cy="266700"/>
          </a:xfrm>
        </p:grpSpPr>
        <p:graphicFrame>
          <p:nvGraphicFramePr>
            <p:cNvPr id="46" name="Object 7">
              <a:extLst>
                <a:ext uri="{FF2B5EF4-FFF2-40B4-BE49-F238E27FC236}">
                  <a16:creationId xmlns:a16="http://schemas.microsoft.com/office/drawing/2014/main" id="{57DBAA9A-125D-4B86-9F7E-7829B99B699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167070" y="2446044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03" name="MathType 6.0 Equation" r:id="rId28" imgW="215640" imgH="266400" progId="Equation.DSMT4">
                    <p:embed/>
                  </p:oleObj>
                </mc:Choice>
                <mc:Fallback>
                  <p:oleObj name="MathType 6.0 Equation" r:id="rId28" imgW="215640" imgH="266400" progId="Equation.DSMT4">
                    <p:embed/>
                    <p:pic>
                      <p:nvPicPr>
                        <p:cNvPr id="46" name="Object 7">
                          <a:extLst>
                            <a:ext uri="{FF2B5EF4-FFF2-40B4-BE49-F238E27FC236}">
                              <a16:creationId xmlns:a16="http://schemas.microsoft.com/office/drawing/2014/main" id="{57DBAA9A-125D-4B86-9F7E-7829B99B699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67070" y="2446044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1303FE3-B4E6-45A2-8FC1-9A0E12FAD8DA}"/>
                </a:ext>
              </a:extLst>
            </p:cNvPr>
            <p:cNvCxnSpPr>
              <a:cxnSpLocks/>
            </p:cNvCxnSpPr>
            <p:nvPr/>
          </p:nvCxnSpPr>
          <p:spPr>
            <a:xfrm>
              <a:off x="6387508" y="2522422"/>
              <a:ext cx="21396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89502A71-434E-4E0E-BCA5-61732DE253E1}"/>
              </a:ext>
            </a:extLst>
          </p:cNvPr>
          <p:cNvGrpSpPr/>
          <p:nvPr/>
        </p:nvGrpSpPr>
        <p:grpSpPr>
          <a:xfrm rot="16200000">
            <a:off x="6320961" y="2276302"/>
            <a:ext cx="152108" cy="472676"/>
            <a:chOff x="7515521" y="3116564"/>
            <a:chExt cx="737970" cy="1219565"/>
          </a:xfrm>
        </p:grpSpPr>
        <p:sp>
          <p:nvSpPr>
            <p:cNvPr id="60" name="弧形 59">
              <a:extLst>
                <a:ext uri="{FF2B5EF4-FFF2-40B4-BE49-F238E27FC236}">
                  <a16:creationId xmlns:a16="http://schemas.microsoft.com/office/drawing/2014/main" id="{7B319B5E-6E0E-4CC2-99EB-AADDE8717EF4}"/>
                </a:ext>
              </a:extLst>
            </p:cNvPr>
            <p:cNvSpPr/>
            <p:nvPr/>
          </p:nvSpPr>
          <p:spPr>
            <a:xfrm rot="16200000">
              <a:off x="7275166" y="3357803"/>
              <a:ext cx="1219564" cy="737087"/>
            </a:xfrm>
            <a:prstGeom prst="arc">
              <a:avLst>
                <a:gd name="adj1" fmla="val 10695271"/>
                <a:gd name="adj2" fmla="val 3"/>
              </a:avLst>
            </a:prstGeom>
            <a:solidFill>
              <a:srgbClr val="00B0F0">
                <a:alpha val="35000"/>
              </a:srgbClr>
            </a:solidFill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弧形 60">
              <a:extLst>
                <a:ext uri="{FF2B5EF4-FFF2-40B4-BE49-F238E27FC236}">
                  <a16:creationId xmlns:a16="http://schemas.microsoft.com/office/drawing/2014/main" id="{EA54D26A-4E74-4430-9C8C-986150B104AF}"/>
                </a:ext>
              </a:extLst>
            </p:cNvPr>
            <p:cNvSpPr/>
            <p:nvPr/>
          </p:nvSpPr>
          <p:spPr>
            <a:xfrm rot="5400000" flipH="1">
              <a:off x="7274283" y="3357802"/>
              <a:ext cx="1219564" cy="737087"/>
            </a:xfrm>
            <a:prstGeom prst="arc">
              <a:avLst>
                <a:gd name="adj1" fmla="val 10887464"/>
                <a:gd name="adj2" fmla="val 3"/>
              </a:avLst>
            </a:prstGeom>
            <a:solidFill>
              <a:srgbClr val="00B0F0">
                <a:alpha val="35000"/>
              </a:srgbClr>
            </a:solidFill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3D4645A-A19C-4366-9E32-76C2E37B9C1B}"/>
              </a:ext>
            </a:extLst>
          </p:cNvPr>
          <p:cNvGrpSpPr/>
          <p:nvPr/>
        </p:nvGrpSpPr>
        <p:grpSpPr>
          <a:xfrm>
            <a:off x="6494492" y="2537932"/>
            <a:ext cx="277209" cy="349623"/>
            <a:chOff x="6479312" y="2533271"/>
            <a:chExt cx="277209" cy="349623"/>
          </a:xfrm>
        </p:grpSpPr>
        <p:graphicFrame>
          <p:nvGraphicFramePr>
            <p:cNvPr id="62" name="Object 7">
              <a:extLst>
                <a:ext uri="{FF2B5EF4-FFF2-40B4-BE49-F238E27FC236}">
                  <a16:creationId xmlns:a16="http://schemas.microsoft.com/office/drawing/2014/main" id="{0D08AC62-28E7-44C2-831E-98B3FFC5303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6566021" y="267969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04" name="MathType 6.0 Equation" r:id="rId29" imgW="190440" imgH="203040" progId="Equation.DSMT4">
                    <p:embed/>
                  </p:oleObj>
                </mc:Choice>
                <mc:Fallback>
                  <p:oleObj name="MathType 6.0 Equation" r:id="rId29" imgW="190440" imgH="203040" progId="Equation.DSMT4">
                    <p:embed/>
                    <p:pic>
                      <p:nvPicPr>
                        <p:cNvPr id="62" name="Object 7">
                          <a:extLst>
                            <a:ext uri="{FF2B5EF4-FFF2-40B4-BE49-F238E27FC236}">
                              <a16:creationId xmlns:a16="http://schemas.microsoft.com/office/drawing/2014/main" id="{0D08AC62-28E7-44C2-831E-98B3FFC5303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66021" y="2679694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955C866A-A732-4F4B-B453-28D508AA66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79312" y="2533271"/>
              <a:ext cx="104757" cy="2322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Object 16">
            <a:extLst>
              <a:ext uri="{FF2B5EF4-FFF2-40B4-BE49-F238E27FC236}">
                <a16:creationId xmlns:a16="http://schemas.microsoft.com/office/drawing/2014/main" id="{CCB846B4-73CE-476B-9E0E-51BAD4D9907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34856" y="2232592"/>
          <a:ext cx="8382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05" name="MathType 6.0 Equation" r:id="rId30" imgW="838080" imgH="406080" progId="Equation.DSMT4">
                  <p:embed/>
                </p:oleObj>
              </mc:Choice>
              <mc:Fallback>
                <p:oleObj name="MathType 6.0 Equation" r:id="rId30" imgW="838080" imgH="406080" progId="Equation.DSMT4">
                  <p:embed/>
                  <p:pic>
                    <p:nvPicPr>
                      <p:cNvPr id="55" name="Object 16">
                        <a:extLst>
                          <a:ext uri="{FF2B5EF4-FFF2-40B4-BE49-F238E27FC236}">
                            <a16:creationId xmlns:a16="http://schemas.microsoft.com/office/drawing/2014/main" id="{CCB846B4-73CE-476B-9E0E-51BAD4D990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4856" y="2232592"/>
                        <a:ext cx="838200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375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94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19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9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9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194575" grpId="0" autoUpdateAnimBg="0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8638D12-C401-43F3-BD64-D0B7F492A421}"/>
              </a:ext>
            </a:extLst>
          </p:cNvPr>
          <p:cNvSpPr txBox="1">
            <a:spLocks noChangeArrowheads="1"/>
          </p:cNvSpPr>
          <p:nvPr/>
        </p:nvSpPr>
        <p:spPr>
          <a:xfrm>
            <a:off x="1000544" y="245891"/>
            <a:ext cx="26606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4 </a:t>
            </a:r>
            <a:r>
              <a:rPr lang="zh-CN" altLang="en-US" sz="2400" b="1" dirty="0">
                <a:latin typeface="+mj-ea"/>
              </a:rPr>
              <a:t>计算摆线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B0B3131D-8E46-44E7-BDC0-AA1192D4C8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005951"/>
              </p:ext>
            </p:extLst>
          </p:nvPr>
        </p:nvGraphicFramePr>
        <p:xfrm>
          <a:off x="2969440" y="115716"/>
          <a:ext cx="20510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89" name="Equation" r:id="rId3" imgW="2044440" imgH="863280" progId="Equation.DSMT4">
                  <p:embed/>
                </p:oleObj>
              </mc:Choice>
              <mc:Fallback>
                <p:oleObj name="Equation" r:id="rId3" imgW="2044440" imgH="863280" progId="Equation.DSMT4">
                  <p:embed/>
                  <p:pic>
                    <p:nvPicPr>
                      <p:cNvPr id="33797" name="Object 10">
                        <a:extLst>
                          <a:ext uri="{FF2B5EF4-FFF2-40B4-BE49-F238E27FC236}">
                            <a16:creationId xmlns:a16="http://schemas.microsoft.com/office/drawing/2014/main" id="{8FA6EA30-83E8-42B5-ABDA-1F3B243766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9440" y="115716"/>
                        <a:ext cx="20510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228F5356-1C55-417E-9530-2B0132E920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218356"/>
              </p:ext>
            </p:extLst>
          </p:nvPr>
        </p:nvGraphicFramePr>
        <p:xfrm>
          <a:off x="5171713" y="364010"/>
          <a:ext cx="87153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90" name="Equation" r:id="rId5" imgW="863280" imgH="342720" progId="Equation.DSMT4">
                  <p:embed/>
                </p:oleObj>
              </mc:Choice>
              <mc:Fallback>
                <p:oleObj name="Equation" r:id="rId5" imgW="863280" imgH="342720" progId="Equation.DSMT4">
                  <p:embed/>
                  <p:pic>
                    <p:nvPicPr>
                      <p:cNvPr id="33798" name="Object 11">
                        <a:extLst>
                          <a:ext uri="{FF2B5EF4-FFF2-40B4-BE49-F238E27FC236}">
                            <a16:creationId xmlns:a16="http://schemas.microsoft.com/office/drawing/2014/main" id="{0A059270-A3CB-4E02-B4D2-EC3A23B546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1713" y="364010"/>
                        <a:ext cx="87153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>
            <a:extLst>
              <a:ext uri="{FF2B5EF4-FFF2-40B4-BE49-F238E27FC236}">
                <a16:creationId xmlns:a16="http://schemas.microsoft.com/office/drawing/2014/main" id="{B1C157E1-09FC-45E2-A293-C3B771178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2866" y="22808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的一拱与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79B14FF-12DA-4342-B5DC-24FAE242DF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479664"/>
              </p:ext>
            </p:extLst>
          </p:nvPr>
        </p:nvGraphicFramePr>
        <p:xfrm>
          <a:off x="7558532" y="334320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91" name="Equation" r:id="rId7" imgW="660240" imgH="342720" progId="Equation.DSMT4">
                  <p:embed/>
                </p:oleObj>
              </mc:Choice>
              <mc:Fallback>
                <p:oleObj name="Equation" r:id="rId7" imgW="660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58532" y="334320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65A010BD-532D-4061-A662-E55C244EDC7D}"/>
              </a:ext>
            </a:extLst>
          </p:cNvPr>
          <p:cNvGrpSpPr/>
          <p:nvPr/>
        </p:nvGrpSpPr>
        <p:grpSpPr>
          <a:xfrm>
            <a:off x="340615" y="985666"/>
            <a:ext cx="7468890" cy="461665"/>
            <a:chOff x="271463" y="1219748"/>
            <a:chExt cx="7468890" cy="461665"/>
          </a:xfrm>
        </p:grpSpPr>
        <p:sp>
          <p:nvSpPr>
            <p:cNvPr id="6" name="Text Box 13">
              <a:extLst>
                <a:ext uri="{FF2B5EF4-FFF2-40B4-BE49-F238E27FC236}">
                  <a16:creationId xmlns:a16="http://schemas.microsoft.com/office/drawing/2014/main" id="{62E41AE6-1953-4086-A670-E88966120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63" y="1219748"/>
              <a:ext cx="74688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所围成的图形分别绕  轴</a:t>
              </a:r>
              <a:r>
                <a:rPr lang="en-US" altLang="zh-CN" sz="2400" b="1" dirty="0">
                  <a:latin typeface="+mj-ea"/>
                  <a:ea typeface="+mj-ea"/>
                </a:rPr>
                <a:t>, </a:t>
              </a:r>
              <a:r>
                <a:rPr lang="zh-CN" altLang="en-US" sz="2400" b="1" dirty="0">
                  <a:latin typeface="+mj-ea"/>
                  <a:ea typeface="+mj-ea"/>
                </a:rPr>
                <a:t> 轴旋转而成的立体体积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A09142B-0ACE-46C6-BB34-646B7FB0BE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4019171"/>
                </p:ext>
              </p:extLst>
            </p:nvPr>
          </p:nvGraphicFramePr>
          <p:xfrm>
            <a:off x="3203848" y="143309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92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03848" y="143309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38C89330-8808-41F7-AC11-AF3DF22877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7073305"/>
                </p:ext>
              </p:extLst>
            </p:nvPr>
          </p:nvGraphicFramePr>
          <p:xfrm>
            <a:off x="3976116" y="1391091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93" name="Equation" r:id="rId11" imgW="215640" imgH="266400" progId="Equation.DSMT4">
                    <p:embed/>
                  </p:oleObj>
                </mc:Choice>
                <mc:Fallback>
                  <p:oleObj name="Equation" r:id="rId11" imgW="2156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76116" y="1391091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416857C-4B3D-467C-913F-DDEEEFBC43C5}"/>
              </a:ext>
            </a:extLst>
          </p:cNvPr>
          <p:cNvGrpSpPr/>
          <p:nvPr/>
        </p:nvGrpSpPr>
        <p:grpSpPr>
          <a:xfrm>
            <a:off x="6043250" y="1810566"/>
            <a:ext cx="2874963" cy="1217612"/>
            <a:chOff x="6051550" y="2044701"/>
            <a:chExt cx="2874963" cy="1217612"/>
          </a:xfrm>
        </p:grpSpPr>
        <p:graphicFrame>
          <p:nvGraphicFramePr>
            <p:cNvPr id="11" name="Object 2">
              <a:extLst>
                <a:ext uri="{FF2B5EF4-FFF2-40B4-BE49-F238E27FC236}">
                  <a16:creationId xmlns:a16="http://schemas.microsoft.com/office/drawing/2014/main" id="{F4B7E5C3-45F8-47F8-8A12-BD20357C2C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9318325"/>
                </p:ext>
              </p:extLst>
            </p:nvPr>
          </p:nvGraphicFramePr>
          <p:xfrm>
            <a:off x="8137525" y="2962275"/>
            <a:ext cx="471488" cy="3000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94" name="Equation" r:id="rId13" imgW="545760" imgH="342720" progId="Equation.DSMT4">
                    <p:embed/>
                  </p:oleObj>
                </mc:Choice>
                <mc:Fallback>
                  <p:oleObj name="Equation" r:id="rId13" imgW="545760" imgH="342720" progId="Equation.DSMT4">
                    <p:embed/>
                    <p:pic>
                      <p:nvPicPr>
                        <p:cNvPr id="177154" name="Object 2">
                          <a:extLst>
                            <a:ext uri="{FF2B5EF4-FFF2-40B4-BE49-F238E27FC236}">
                              <a16:creationId xmlns:a16="http://schemas.microsoft.com/office/drawing/2014/main" id="{DEE01446-0765-497F-A47A-109377F7C2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37525" y="2962275"/>
                          <a:ext cx="471488" cy="3000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" name="Group 3">
              <a:extLst>
                <a:ext uri="{FF2B5EF4-FFF2-40B4-BE49-F238E27FC236}">
                  <a16:creationId xmlns:a16="http://schemas.microsoft.com/office/drawing/2014/main" id="{3D491FF3-3EA4-4417-AB5C-42DEFF6610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51550" y="2044701"/>
              <a:ext cx="2874963" cy="1192213"/>
              <a:chOff x="3812" y="1288"/>
              <a:chExt cx="1811" cy="751"/>
            </a:xfrm>
          </p:grpSpPr>
          <p:graphicFrame>
            <p:nvGraphicFramePr>
              <p:cNvPr id="13" name="Object 4">
                <a:extLst>
                  <a:ext uri="{FF2B5EF4-FFF2-40B4-BE49-F238E27FC236}">
                    <a16:creationId xmlns:a16="http://schemas.microsoft.com/office/drawing/2014/main" id="{E59D19C5-5D4B-42C8-B978-7AF8FAB86F6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1245757"/>
                  </p:ext>
                </p:extLst>
              </p:nvPr>
            </p:nvGraphicFramePr>
            <p:xfrm>
              <a:off x="5506" y="1906"/>
              <a:ext cx="117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495" name="Equation" r:id="rId15" imgW="177480" imgH="190440" progId="Equation.DSMT4">
                      <p:embed/>
                    </p:oleObj>
                  </mc:Choice>
                  <mc:Fallback>
                    <p:oleObj name="Equation" r:id="rId15" imgW="177480" imgH="190440" progId="Equation.DSMT4">
                      <p:embed/>
                      <p:pic>
                        <p:nvPicPr>
                          <p:cNvPr id="33823" name="Object 4">
                            <a:extLst>
                              <a:ext uri="{FF2B5EF4-FFF2-40B4-BE49-F238E27FC236}">
                                <a16:creationId xmlns:a16="http://schemas.microsoft.com/office/drawing/2014/main" id="{9C77EA6A-7F65-481C-B876-01EB81429ACC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506" y="1906"/>
                            <a:ext cx="117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5">
                <a:extLst>
                  <a:ext uri="{FF2B5EF4-FFF2-40B4-BE49-F238E27FC236}">
                    <a16:creationId xmlns:a16="http://schemas.microsoft.com/office/drawing/2014/main" id="{928D7112-7DB5-4CFA-830F-5D7699AC8F8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11248667"/>
                  </p:ext>
                </p:extLst>
              </p:nvPr>
            </p:nvGraphicFramePr>
            <p:xfrm>
              <a:off x="3812" y="1308"/>
              <a:ext cx="12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496" name="Equation" r:id="rId17" imgW="190440" imgH="241200" progId="Equation.DSMT4">
                      <p:embed/>
                    </p:oleObj>
                  </mc:Choice>
                  <mc:Fallback>
                    <p:oleObj name="Equation" r:id="rId17" imgW="190440" imgH="241200" progId="Equation.DSMT4">
                      <p:embed/>
                      <p:pic>
                        <p:nvPicPr>
                          <p:cNvPr id="33824" name="Object 5">
                            <a:extLst>
                              <a:ext uri="{FF2B5EF4-FFF2-40B4-BE49-F238E27FC236}">
                                <a16:creationId xmlns:a16="http://schemas.microsoft.com/office/drawing/2014/main" id="{CEB74746-99EA-4C48-A717-F0018EA4E44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2" y="1308"/>
                            <a:ext cx="12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Object 6">
                <a:extLst>
                  <a:ext uri="{FF2B5EF4-FFF2-40B4-BE49-F238E27FC236}">
                    <a16:creationId xmlns:a16="http://schemas.microsoft.com/office/drawing/2014/main" id="{F5CE197D-9BD8-4223-908F-814ED353F89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37370850"/>
                  </p:ext>
                </p:extLst>
              </p:nvPr>
            </p:nvGraphicFramePr>
            <p:xfrm>
              <a:off x="3814" y="1881"/>
              <a:ext cx="148" cy="1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1497" name="Equation" r:id="rId19" imgW="228600" imgH="241200" progId="Equation.DSMT4">
                      <p:embed/>
                    </p:oleObj>
                  </mc:Choice>
                  <mc:Fallback>
                    <p:oleObj name="Equation" r:id="rId19" imgW="228600" imgH="241200" progId="Equation.DSMT4">
                      <p:embed/>
                      <p:pic>
                        <p:nvPicPr>
                          <p:cNvPr id="33825" name="Object 6">
                            <a:extLst>
                              <a:ext uri="{FF2B5EF4-FFF2-40B4-BE49-F238E27FC236}">
                                <a16:creationId xmlns:a16="http://schemas.microsoft.com/office/drawing/2014/main" id="{C60CB220-535C-4C02-AEE6-EA177C9953E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4" y="1881"/>
                            <a:ext cx="148" cy="1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Line 7">
                <a:extLst>
                  <a:ext uri="{FF2B5EF4-FFF2-40B4-BE49-F238E27FC236}">
                    <a16:creationId xmlns:a16="http://schemas.microsoft.com/office/drawing/2014/main" id="{93166517-E238-4307-A6F0-2066A5939F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0" y="1853"/>
                <a:ext cx="169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8">
                <a:extLst>
                  <a:ext uri="{FF2B5EF4-FFF2-40B4-BE49-F238E27FC236}">
                    <a16:creationId xmlns:a16="http://schemas.microsoft.com/office/drawing/2014/main" id="{CE8F2F38-593C-4966-B392-61ABAAB9F9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1288"/>
                <a:ext cx="0" cy="69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" name="Line 28">
              <a:extLst>
                <a:ext uri="{FF2B5EF4-FFF2-40B4-BE49-F238E27FC236}">
                  <a16:creationId xmlns:a16="http://schemas.microsoft.com/office/drawing/2014/main" id="{696C8884-CB6A-467E-9AB4-7DC60049CF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91400" y="2266950"/>
              <a:ext cx="0" cy="6762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" name="Object 29">
              <a:extLst>
                <a:ext uri="{FF2B5EF4-FFF2-40B4-BE49-F238E27FC236}">
                  <a16:creationId xmlns:a16="http://schemas.microsoft.com/office/drawing/2014/main" id="{6F1D8EE6-EB35-4067-AB5D-131D648D7B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5827724"/>
                </p:ext>
              </p:extLst>
            </p:nvPr>
          </p:nvGraphicFramePr>
          <p:xfrm>
            <a:off x="7232650" y="3006725"/>
            <a:ext cx="325438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98" name="Equation" r:id="rId21" imgW="317160" imgH="241200" progId="Equation.DSMT4">
                    <p:embed/>
                  </p:oleObj>
                </mc:Choice>
                <mc:Fallback>
                  <p:oleObj name="Equation" r:id="rId21" imgW="317160" imgH="241200" progId="Equation.DSMT4">
                    <p:embed/>
                    <p:pic>
                      <p:nvPicPr>
                        <p:cNvPr id="177181" name="Object 29">
                          <a:extLst>
                            <a:ext uri="{FF2B5EF4-FFF2-40B4-BE49-F238E27FC236}">
                              <a16:creationId xmlns:a16="http://schemas.microsoft.com/office/drawing/2014/main" id="{F6B3EF4D-343E-456E-AAE5-D37276C59FA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2650" y="3006725"/>
                          <a:ext cx="325438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32">
              <a:extLst>
                <a:ext uri="{FF2B5EF4-FFF2-40B4-BE49-F238E27FC236}">
                  <a16:creationId xmlns:a16="http://schemas.microsoft.com/office/drawing/2014/main" id="{ED3BE7B7-DFDF-4BC3-A6F3-6D52FDC070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459517"/>
                </p:ext>
              </p:extLst>
            </p:nvPr>
          </p:nvGraphicFramePr>
          <p:xfrm>
            <a:off x="7092961" y="2516188"/>
            <a:ext cx="201613" cy="249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99" name="Equation" r:id="rId23" imgW="190440" imgH="241200" progId="Equation.DSMT4">
                    <p:embed/>
                  </p:oleObj>
                </mc:Choice>
                <mc:Fallback>
                  <p:oleObj name="Equation" r:id="rId23" imgW="190440" imgH="241200" progId="Equation.DSMT4">
                    <p:embed/>
                    <p:pic>
                      <p:nvPicPr>
                        <p:cNvPr id="33822" name="Object 32">
                          <a:extLst>
                            <a:ext uri="{FF2B5EF4-FFF2-40B4-BE49-F238E27FC236}">
                              <a16:creationId xmlns:a16="http://schemas.microsoft.com/office/drawing/2014/main" id="{F0AF4BB6-A2AA-4D1A-8E16-6E454102ADE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2961" y="2516188"/>
                          <a:ext cx="201613" cy="249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Freeform 34">
              <a:extLst>
                <a:ext uri="{FF2B5EF4-FFF2-40B4-BE49-F238E27FC236}">
                  <a16:creationId xmlns:a16="http://schemas.microsoft.com/office/drawing/2014/main" id="{C925403F-7694-422C-8CEE-64F72B833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4600" y="2266950"/>
              <a:ext cx="2133600" cy="685800"/>
            </a:xfrm>
            <a:custGeom>
              <a:avLst/>
              <a:gdLst>
                <a:gd name="T0" fmla="*/ 0 w 2004"/>
                <a:gd name="T1" fmla="*/ 685800 h 630"/>
                <a:gd name="T2" fmla="*/ 0 w 2004"/>
                <a:gd name="T3" fmla="*/ 685800 h 630"/>
                <a:gd name="T4" fmla="*/ 0 w 2004"/>
                <a:gd name="T5" fmla="*/ 679269 h 630"/>
                <a:gd name="T6" fmla="*/ 0 w 2004"/>
                <a:gd name="T7" fmla="*/ 672737 h 630"/>
                <a:gd name="T8" fmla="*/ 6388 w 2004"/>
                <a:gd name="T9" fmla="*/ 659674 h 630"/>
                <a:gd name="T10" fmla="*/ 6388 w 2004"/>
                <a:gd name="T11" fmla="*/ 640080 h 630"/>
                <a:gd name="T12" fmla="*/ 12776 w 2004"/>
                <a:gd name="T13" fmla="*/ 627017 h 630"/>
                <a:gd name="T14" fmla="*/ 19164 w 2004"/>
                <a:gd name="T15" fmla="*/ 607423 h 630"/>
                <a:gd name="T16" fmla="*/ 25552 w 2004"/>
                <a:gd name="T17" fmla="*/ 581297 h 630"/>
                <a:gd name="T18" fmla="*/ 38328 w 2004"/>
                <a:gd name="T19" fmla="*/ 555171 h 630"/>
                <a:gd name="T20" fmla="*/ 51104 w 2004"/>
                <a:gd name="T21" fmla="*/ 529046 h 630"/>
                <a:gd name="T22" fmla="*/ 70268 w 2004"/>
                <a:gd name="T23" fmla="*/ 496389 h 630"/>
                <a:gd name="T24" fmla="*/ 89432 w 2004"/>
                <a:gd name="T25" fmla="*/ 470263 h 630"/>
                <a:gd name="T26" fmla="*/ 114984 w 2004"/>
                <a:gd name="T27" fmla="*/ 437606 h 630"/>
                <a:gd name="T28" fmla="*/ 140537 w 2004"/>
                <a:gd name="T29" fmla="*/ 398417 h 630"/>
                <a:gd name="T30" fmla="*/ 172477 w 2004"/>
                <a:gd name="T31" fmla="*/ 365760 h 630"/>
                <a:gd name="T32" fmla="*/ 204417 w 2004"/>
                <a:gd name="T33" fmla="*/ 333103 h 630"/>
                <a:gd name="T34" fmla="*/ 242745 w 2004"/>
                <a:gd name="T35" fmla="*/ 300446 h 630"/>
                <a:gd name="T36" fmla="*/ 281073 w 2004"/>
                <a:gd name="T37" fmla="*/ 267789 h 630"/>
                <a:gd name="T38" fmla="*/ 325789 w 2004"/>
                <a:gd name="T39" fmla="*/ 235131 h 630"/>
                <a:gd name="T40" fmla="*/ 370505 w 2004"/>
                <a:gd name="T41" fmla="*/ 202474 h 630"/>
                <a:gd name="T42" fmla="*/ 421610 w 2004"/>
                <a:gd name="T43" fmla="*/ 169817 h 630"/>
                <a:gd name="T44" fmla="*/ 472714 w 2004"/>
                <a:gd name="T45" fmla="*/ 143691 h 630"/>
                <a:gd name="T46" fmla="*/ 530206 w 2004"/>
                <a:gd name="T47" fmla="*/ 117566 h 630"/>
                <a:gd name="T48" fmla="*/ 587698 w 2004"/>
                <a:gd name="T49" fmla="*/ 91440 h 630"/>
                <a:gd name="T50" fmla="*/ 645190 w 2004"/>
                <a:gd name="T51" fmla="*/ 71846 h 630"/>
                <a:gd name="T52" fmla="*/ 709071 w 2004"/>
                <a:gd name="T53" fmla="*/ 52251 h 630"/>
                <a:gd name="T54" fmla="*/ 772951 w 2004"/>
                <a:gd name="T55" fmla="*/ 32657 h 630"/>
                <a:gd name="T56" fmla="*/ 836831 w 2004"/>
                <a:gd name="T57" fmla="*/ 19594 h 630"/>
                <a:gd name="T58" fmla="*/ 907099 w 2004"/>
                <a:gd name="T59" fmla="*/ 13063 h 630"/>
                <a:gd name="T60" fmla="*/ 970980 w 2004"/>
                <a:gd name="T61" fmla="*/ 6531 h 630"/>
                <a:gd name="T62" fmla="*/ 1041248 w 2004"/>
                <a:gd name="T63" fmla="*/ 0 h 630"/>
                <a:gd name="T64" fmla="*/ 1105128 w 2004"/>
                <a:gd name="T65" fmla="*/ 0 h 630"/>
                <a:gd name="T66" fmla="*/ 1175396 w 2004"/>
                <a:gd name="T67" fmla="*/ 6531 h 630"/>
                <a:gd name="T68" fmla="*/ 1239277 w 2004"/>
                <a:gd name="T69" fmla="*/ 13063 h 630"/>
                <a:gd name="T70" fmla="*/ 1309545 w 2004"/>
                <a:gd name="T71" fmla="*/ 26126 h 630"/>
                <a:gd name="T72" fmla="*/ 1373425 w 2004"/>
                <a:gd name="T73" fmla="*/ 39189 h 630"/>
                <a:gd name="T74" fmla="*/ 1437305 w 2004"/>
                <a:gd name="T75" fmla="*/ 52251 h 630"/>
                <a:gd name="T76" fmla="*/ 1501186 w 2004"/>
                <a:gd name="T77" fmla="*/ 71846 h 630"/>
                <a:gd name="T78" fmla="*/ 1558678 w 2004"/>
                <a:gd name="T79" fmla="*/ 97971 h 630"/>
                <a:gd name="T80" fmla="*/ 1616170 w 2004"/>
                <a:gd name="T81" fmla="*/ 117566 h 630"/>
                <a:gd name="T82" fmla="*/ 1673662 w 2004"/>
                <a:gd name="T83" fmla="*/ 143691 h 630"/>
                <a:gd name="T84" fmla="*/ 1724766 w 2004"/>
                <a:gd name="T85" fmla="*/ 176349 h 630"/>
                <a:gd name="T86" fmla="*/ 1775871 w 2004"/>
                <a:gd name="T87" fmla="*/ 209006 h 630"/>
                <a:gd name="T88" fmla="*/ 1820587 w 2004"/>
                <a:gd name="T89" fmla="*/ 235131 h 630"/>
                <a:gd name="T90" fmla="*/ 1858915 w 2004"/>
                <a:gd name="T91" fmla="*/ 267789 h 630"/>
                <a:gd name="T92" fmla="*/ 1903631 w 2004"/>
                <a:gd name="T93" fmla="*/ 306977 h 630"/>
                <a:gd name="T94" fmla="*/ 1935571 w 2004"/>
                <a:gd name="T95" fmla="*/ 339634 h 630"/>
                <a:gd name="T96" fmla="*/ 1967511 w 2004"/>
                <a:gd name="T97" fmla="*/ 372291 h 630"/>
                <a:gd name="T98" fmla="*/ 1999451 w 2004"/>
                <a:gd name="T99" fmla="*/ 404949 h 630"/>
                <a:gd name="T100" fmla="*/ 2025004 w 2004"/>
                <a:gd name="T101" fmla="*/ 437606 h 630"/>
                <a:gd name="T102" fmla="*/ 2050556 w 2004"/>
                <a:gd name="T103" fmla="*/ 470263 h 630"/>
                <a:gd name="T104" fmla="*/ 2069720 w 2004"/>
                <a:gd name="T105" fmla="*/ 502920 h 630"/>
                <a:gd name="T106" fmla="*/ 2082496 w 2004"/>
                <a:gd name="T107" fmla="*/ 535577 h 630"/>
                <a:gd name="T108" fmla="*/ 2095272 w 2004"/>
                <a:gd name="T109" fmla="*/ 561703 h 630"/>
                <a:gd name="T110" fmla="*/ 2108048 w 2004"/>
                <a:gd name="T111" fmla="*/ 587829 h 630"/>
                <a:gd name="T112" fmla="*/ 2120824 w 2004"/>
                <a:gd name="T113" fmla="*/ 607423 h 630"/>
                <a:gd name="T114" fmla="*/ 2127212 w 2004"/>
                <a:gd name="T115" fmla="*/ 627017 h 630"/>
                <a:gd name="T116" fmla="*/ 2127212 w 2004"/>
                <a:gd name="T117" fmla="*/ 646611 h 630"/>
                <a:gd name="T118" fmla="*/ 2133600 w 2004"/>
                <a:gd name="T119" fmla="*/ 659674 h 630"/>
                <a:gd name="T120" fmla="*/ 2133600 w 2004"/>
                <a:gd name="T121" fmla="*/ 672737 h 630"/>
                <a:gd name="T122" fmla="*/ 2133600 w 2004"/>
                <a:gd name="T123" fmla="*/ 679269 h 630"/>
                <a:gd name="T124" fmla="*/ 2133600 w 2004"/>
                <a:gd name="T125" fmla="*/ 685800 h 6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04" h="630">
                  <a:moveTo>
                    <a:pt x="0" y="630"/>
                  </a:moveTo>
                  <a:lnTo>
                    <a:pt x="0" y="630"/>
                  </a:lnTo>
                  <a:lnTo>
                    <a:pt x="0" y="624"/>
                  </a:lnTo>
                  <a:lnTo>
                    <a:pt x="0" y="618"/>
                  </a:lnTo>
                  <a:lnTo>
                    <a:pt x="6" y="606"/>
                  </a:lnTo>
                  <a:lnTo>
                    <a:pt x="6" y="588"/>
                  </a:lnTo>
                  <a:lnTo>
                    <a:pt x="12" y="576"/>
                  </a:lnTo>
                  <a:lnTo>
                    <a:pt x="18" y="558"/>
                  </a:lnTo>
                  <a:lnTo>
                    <a:pt x="24" y="534"/>
                  </a:lnTo>
                  <a:lnTo>
                    <a:pt x="36" y="510"/>
                  </a:lnTo>
                  <a:lnTo>
                    <a:pt x="48" y="486"/>
                  </a:lnTo>
                  <a:lnTo>
                    <a:pt x="66" y="456"/>
                  </a:lnTo>
                  <a:lnTo>
                    <a:pt x="84" y="432"/>
                  </a:lnTo>
                  <a:lnTo>
                    <a:pt x="108" y="402"/>
                  </a:lnTo>
                  <a:lnTo>
                    <a:pt x="132" y="366"/>
                  </a:lnTo>
                  <a:lnTo>
                    <a:pt x="162" y="336"/>
                  </a:lnTo>
                  <a:lnTo>
                    <a:pt x="192" y="306"/>
                  </a:lnTo>
                  <a:lnTo>
                    <a:pt x="228" y="276"/>
                  </a:lnTo>
                  <a:lnTo>
                    <a:pt x="264" y="246"/>
                  </a:lnTo>
                  <a:lnTo>
                    <a:pt x="306" y="216"/>
                  </a:lnTo>
                  <a:lnTo>
                    <a:pt x="348" y="186"/>
                  </a:lnTo>
                  <a:lnTo>
                    <a:pt x="396" y="156"/>
                  </a:lnTo>
                  <a:lnTo>
                    <a:pt x="444" y="132"/>
                  </a:lnTo>
                  <a:lnTo>
                    <a:pt x="498" y="108"/>
                  </a:lnTo>
                  <a:lnTo>
                    <a:pt x="552" y="84"/>
                  </a:lnTo>
                  <a:lnTo>
                    <a:pt x="606" y="66"/>
                  </a:lnTo>
                  <a:lnTo>
                    <a:pt x="666" y="48"/>
                  </a:lnTo>
                  <a:lnTo>
                    <a:pt x="726" y="30"/>
                  </a:lnTo>
                  <a:lnTo>
                    <a:pt x="786" y="18"/>
                  </a:lnTo>
                  <a:lnTo>
                    <a:pt x="852" y="12"/>
                  </a:lnTo>
                  <a:lnTo>
                    <a:pt x="912" y="6"/>
                  </a:lnTo>
                  <a:lnTo>
                    <a:pt x="978" y="0"/>
                  </a:lnTo>
                  <a:lnTo>
                    <a:pt x="1038" y="0"/>
                  </a:lnTo>
                  <a:lnTo>
                    <a:pt x="1104" y="6"/>
                  </a:lnTo>
                  <a:lnTo>
                    <a:pt x="1164" y="12"/>
                  </a:lnTo>
                  <a:lnTo>
                    <a:pt x="1230" y="24"/>
                  </a:lnTo>
                  <a:lnTo>
                    <a:pt x="1290" y="36"/>
                  </a:lnTo>
                  <a:lnTo>
                    <a:pt x="1350" y="48"/>
                  </a:lnTo>
                  <a:lnTo>
                    <a:pt x="1410" y="66"/>
                  </a:lnTo>
                  <a:lnTo>
                    <a:pt x="1464" y="90"/>
                  </a:lnTo>
                  <a:lnTo>
                    <a:pt x="1518" y="108"/>
                  </a:lnTo>
                  <a:lnTo>
                    <a:pt x="1572" y="132"/>
                  </a:lnTo>
                  <a:lnTo>
                    <a:pt x="1620" y="162"/>
                  </a:lnTo>
                  <a:lnTo>
                    <a:pt x="1668" y="192"/>
                  </a:lnTo>
                  <a:lnTo>
                    <a:pt x="1710" y="216"/>
                  </a:lnTo>
                  <a:lnTo>
                    <a:pt x="1746" y="246"/>
                  </a:lnTo>
                  <a:lnTo>
                    <a:pt x="1788" y="282"/>
                  </a:lnTo>
                  <a:lnTo>
                    <a:pt x="1818" y="312"/>
                  </a:lnTo>
                  <a:lnTo>
                    <a:pt x="1848" y="342"/>
                  </a:lnTo>
                  <a:lnTo>
                    <a:pt x="1878" y="372"/>
                  </a:lnTo>
                  <a:lnTo>
                    <a:pt x="1902" y="402"/>
                  </a:lnTo>
                  <a:lnTo>
                    <a:pt x="1926" y="432"/>
                  </a:lnTo>
                  <a:lnTo>
                    <a:pt x="1944" y="462"/>
                  </a:lnTo>
                  <a:lnTo>
                    <a:pt x="1956" y="492"/>
                  </a:lnTo>
                  <a:lnTo>
                    <a:pt x="1968" y="516"/>
                  </a:lnTo>
                  <a:lnTo>
                    <a:pt x="1980" y="540"/>
                  </a:lnTo>
                  <a:lnTo>
                    <a:pt x="1992" y="558"/>
                  </a:lnTo>
                  <a:lnTo>
                    <a:pt x="1998" y="576"/>
                  </a:lnTo>
                  <a:lnTo>
                    <a:pt x="1998" y="594"/>
                  </a:lnTo>
                  <a:lnTo>
                    <a:pt x="2004" y="606"/>
                  </a:lnTo>
                  <a:lnTo>
                    <a:pt x="2004" y="618"/>
                  </a:lnTo>
                  <a:lnTo>
                    <a:pt x="2004" y="624"/>
                  </a:lnTo>
                  <a:lnTo>
                    <a:pt x="2004" y="63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" name="Object 15">
            <a:extLst>
              <a:ext uri="{FF2B5EF4-FFF2-40B4-BE49-F238E27FC236}">
                <a16:creationId xmlns:a16="http://schemas.microsoft.com/office/drawing/2014/main" id="{6A77EBBA-2861-43ED-BF86-C0FBA26EC8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108607"/>
              </p:ext>
            </p:extLst>
          </p:nvPr>
        </p:nvGraphicFramePr>
        <p:xfrm>
          <a:off x="860063" y="2211410"/>
          <a:ext cx="1963738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00" name="Equation" r:id="rId25" imgW="1955520" imgH="634680" progId="Equation.DSMT4">
                  <p:embed/>
                </p:oleObj>
              </mc:Choice>
              <mc:Fallback>
                <p:oleObj name="Equation" r:id="rId25" imgW="1955520" imgH="634680" progId="Equation.DSMT4">
                  <p:embed/>
                  <p:pic>
                    <p:nvPicPr>
                      <p:cNvPr id="177167" name="Object 15">
                        <a:extLst>
                          <a:ext uri="{FF2B5EF4-FFF2-40B4-BE49-F238E27FC236}">
                            <a16:creationId xmlns:a16="http://schemas.microsoft.com/office/drawing/2014/main" id="{9F7007BC-5A18-4990-833A-E6BF68BD4D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063" y="2211410"/>
                        <a:ext cx="1963738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5">
            <a:extLst>
              <a:ext uri="{FF2B5EF4-FFF2-40B4-BE49-F238E27FC236}">
                <a16:creationId xmlns:a16="http://schemas.microsoft.com/office/drawing/2014/main" id="{F124DBD6-0A67-49C7-A135-7B0A570F46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534385"/>
              </p:ext>
            </p:extLst>
          </p:nvPr>
        </p:nvGraphicFramePr>
        <p:xfrm>
          <a:off x="2850844" y="2207439"/>
          <a:ext cx="166846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01" name="Equation" r:id="rId27" imgW="1663560" imgH="634680" progId="Equation.DSMT4">
                  <p:embed/>
                </p:oleObj>
              </mc:Choice>
              <mc:Fallback>
                <p:oleObj name="Equation" r:id="rId27" imgW="1663560" imgH="634680" progId="Equation.DSMT4">
                  <p:embed/>
                  <p:pic>
                    <p:nvPicPr>
                      <p:cNvPr id="177187" name="Object 35">
                        <a:extLst>
                          <a:ext uri="{FF2B5EF4-FFF2-40B4-BE49-F238E27FC236}">
                            <a16:creationId xmlns:a16="http://schemas.microsoft.com/office/drawing/2014/main" id="{3A598AD1-1D41-42E9-8EA8-02CF6F953A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0844" y="2207439"/>
                        <a:ext cx="166846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" name="组合 38">
            <a:extLst>
              <a:ext uri="{FF2B5EF4-FFF2-40B4-BE49-F238E27FC236}">
                <a16:creationId xmlns:a16="http://schemas.microsoft.com/office/drawing/2014/main" id="{40897952-6EBC-45EA-9DFA-F17D427A376E}"/>
              </a:ext>
            </a:extLst>
          </p:cNvPr>
          <p:cNvGrpSpPr/>
          <p:nvPr/>
        </p:nvGrpSpPr>
        <p:grpSpPr>
          <a:xfrm>
            <a:off x="975157" y="1597046"/>
            <a:ext cx="4794250" cy="461665"/>
            <a:chOff x="983457" y="1831181"/>
            <a:chExt cx="4794250" cy="461665"/>
          </a:xfrm>
        </p:grpSpPr>
        <p:sp>
          <p:nvSpPr>
            <p:cNvPr id="24" name="Text Box 14">
              <a:extLst>
                <a:ext uri="{FF2B5EF4-FFF2-40B4-BE49-F238E27FC236}">
                  <a16:creationId xmlns:a16="http://schemas.microsoft.com/office/drawing/2014/main" id="{B6B3DC7D-E589-4875-88B5-7A731D6AD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3457" y="1831181"/>
              <a:ext cx="47942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  <a:latin typeface="+mj-ea"/>
                  <a:ea typeface="+mj-ea"/>
                </a:rPr>
                <a:t>解</a:t>
              </a:r>
              <a:r>
                <a:rPr lang="en-US" altLang="zh-CN" sz="2400" b="1" dirty="0">
                  <a:solidFill>
                    <a:schemeClr val="tx2"/>
                  </a:solidFill>
                  <a:latin typeface="+mj-ea"/>
                  <a:ea typeface="+mj-ea"/>
                </a:rPr>
                <a:t> </a:t>
              </a:r>
              <a:r>
                <a:rPr lang="zh-CN" altLang="en-US" sz="2400" b="1" dirty="0">
                  <a:latin typeface="+mj-ea"/>
                  <a:ea typeface="+mj-ea"/>
                </a:rPr>
                <a:t>绕  轴旋转而成的体积为</a:t>
              </a: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0FE5CEB5-1100-42DC-8AA6-B8E5376FE8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3334779"/>
                </p:ext>
              </p:extLst>
            </p:nvPr>
          </p:nvGraphicFramePr>
          <p:xfrm>
            <a:off x="1943101" y="201567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502" name="Equation" r:id="rId29" imgW="190440" imgH="203040" progId="Equation.DSMT4">
                    <p:embed/>
                  </p:oleObj>
                </mc:Choice>
                <mc:Fallback>
                  <p:oleObj name="Equation" r:id="rId2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943101" y="201567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Object 17">
            <a:extLst>
              <a:ext uri="{FF2B5EF4-FFF2-40B4-BE49-F238E27FC236}">
                <a16:creationId xmlns:a16="http://schemas.microsoft.com/office/drawing/2014/main" id="{41E91506-C768-4772-82BB-5CA9E109F5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379717"/>
              </p:ext>
            </p:extLst>
          </p:nvPr>
        </p:nvGraphicFramePr>
        <p:xfrm>
          <a:off x="1179324" y="3004966"/>
          <a:ext cx="260667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03" name="Equation" r:id="rId31" imgW="2603160" imgH="634680" progId="Equation.DSMT4">
                  <p:embed/>
                </p:oleObj>
              </mc:Choice>
              <mc:Fallback>
                <p:oleObj name="Equation" r:id="rId31" imgW="2603160" imgH="634680" progId="Equation.DSMT4">
                  <p:embed/>
                  <p:pic>
                    <p:nvPicPr>
                      <p:cNvPr id="177169" name="Object 17">
                        <a:extLst>
                          <a:ext uri="{FF2B5EF4-FFF2-40B4-BE49-F238E27FC236}">
                            <a16:creationId xmlns:a16="http://schemas.microsoft.com/office/drawing/2014/main" id="{C392A6D7-F0FB-4936-8BF3-1592A839FD3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324" y="3004966"/>
                        <a:ext cx="260667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8">
            <a:extLst>
              <a:ext uri="{FF2B5EF4-FFF2-40B4-BE49-F238E27FC236}">
                <a16:creationId xmlns:a16="http://schemas.microsoft.com/office/drawing/2014/main" id="{9D35F9D3-01C7-4ABF-9778-26D5461004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465255"/>
              </p:ext>
            </p:extLst>
          </p:nvPr>
        </p:nvGraphicFramePr>
        <p:xfrm>
          <a:off x="3843620" y="3142080"/>
          <a:ext cx="1598613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04" name="Equation" r:id="rId33" imgW="1587240" imgH="342720" progId="Equation.DSMT4">
                  <p:embed/>
                </p:oleObj>
              </mc:Choice>
              <mc:Fallback>
                <p:oleObj name="Equation" r:id="rId33" imgW="1587240" imgH="342720" progId="Equation.DSMT4">
                  <p:embed/>
                  <p:pic>
                    <p:nvPicPr>
                      <p:cNvPr id="177170" name="Object 18">
                        <a:extLst>
                          <a:ext uri="{FF2B5EF4-FFF2-40B4-BE49-F238E27FC236}">
                            <a16:creationId xmlns:a16="http://schemas.microsoft.com/office/drawing/2014/main" id="{68BBCF47-F3A4-4707-9DB1-4D76DC467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3620" y="3142080"/>
                        <a:ext cx="1598613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866A8334-3F0F-47F1-A045-B623A8A0CB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004836"/>
              </p:ext>
            </p:extLst>
          </p:nvPr>
        </p:nvGraphicFramePr>
        <p:xfrm>
          <a:off x="1243465" y="3771632"/>
          <a:ext cx="2743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05" name="Equation" r:id="rId35" imgW="2743200" imgH="634680" progId="Equation.DSMT4">
                  <p:embed/>
                </p:oleObj>
              </mc:Choice>
              <mc:Fallback>
                <p:oleObj name="Equation" r:id="rId35" imgW="27432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243465" y="3771632"/>
                        <a:ext cx="2743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B7DD6A4-6597-4A4D-B6F5-0600FB3A98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459114"/>
              </p:ext>
            </p:extLst>
          </p:nvPr>
        </p:nvGraphicFramePr>
        <p:xfrm>
          <a:off x="4064496" y="3698747"/>
          <a:ext cx="2425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506" name="Equation" r:id="rId37" imgW="2425680" imgH="723600" progId="Equation.DSMT4">
                  <p:embed/>
                </p:oleObj>
              </mc:Choice>
              <mc:Fallback>
                <p:oleObj name="Equation" r:id="rId37" imgW="24256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064496" y="3698747"/>
                        <a:ext cx="2425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>
            <a:extLst>
              <a:ext uri="{FF2B5EF4-FFF2-40B4-BE49-F238E27FC236}">
                <a16:creationId xmlns:a16="http://schemas.microsoft.com/office/drawing/2014/main" id="{ABB1AB87-A10B-405C-8F97-55DE49E949BF}"/>
              </a:ext>
            </a:extLst>
          </p:cNvPr>
          <p:cNvSpPr txBox="1"/>
          <p:nvPr/>
        </p:nvSpPr>
        <p:spPr>
          <a:xfrm>
            <a:off x="5623612" y="3064979"/>
            <a:ext cx="1733167" cy="4001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>
              <a:spcBef>
                <a:spcPct val="0"/>
              </a:spcBef>
              <a:buNone/>
              <a:defRPr sz="2400" b="1">
                <a:solidFill>
                  <a:srgbClr val="FF0000"/>
                </a:solidFill>
                <a:latin typeface="+mn-ea"/>
                <a:cs typeface="+mj-cs"/>
              </a:defRPr>
            </a:lvl1pPr>
          </a:lstStyle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定积分换元法</a:t>
            </a:r>
          </a:p>
        </p:txBody>
      </p:sp>
    </p:spTree>
    <p:extLst>
      <p:ext uri="{BB962C8B-B14F-4D97-AF65-F5344CB8AC3E}">
        <p14:creationId xmlns:p14="http://schemas.microsoft.com/office/powerpoint/2010/main" val="197166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28ED08F-D5D4-47B7-B4DD-58E7DB4C53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661364"/>
              </p:ext>
            </p:extLst>
          </p:nvPr>
        </p:nvGraphicFramePr>
        <p:xfrm>
          <a:off x="2699792" y="627534"/>
          <a:ext cx="2743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27" name="Equation" r:id="rId3" imgW="2743200" imgH="634680" progId="Equation.DSMT4">
                  <p:embed/>
                </p:oleObj>
              </mc:Choice>
              <mc:Fallback>
                <p:oleObj name="Equation" r:id="rId3" imgW="2743200" imgH="6346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866A8334-3F0F-47F1-A045-B623A8A0CB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99792" y="627534"/>
                        <a:ext cx="2743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FB4411B-E90A-4781-BD08-CDA31D0BB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296536"/>
              </p:ext>
            </p:extLst>
          </p:nvPr>
        </p:nvGraphicFramePr>
        <p:xfrm>
          <a:off x="2712536" y="1262534"/>
          <a:ext cx="2425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28" name="Equation" r:id="rId5" imgW="2425680" imgH="723600" progId="Equation.DSMT4">
                  <p:embed/>
                </p:oleObj>
              </mc:Choice>
              <mc:Fallback>
                <p:oleObj name="Equation" r:id="rId5" imgW="2425680" imgH="7236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6B7DD6A4-6597-4A4D-B6F5-0600FB3A98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2536" y="1262534"/>
                        <a:ext cx="2425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1">
            <a:extLst>
              <a:ext uri="{FF2B5EF4-FFF2-40B4-BE49-F238E27FC236}">
                <a16:creationId xmlns:a16="http://schemas.microsoft.com/office/drawing/2014/main" id="{96DCAF3E-41F1-40D6-AF89-A019FE1EDA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267976"/>
              </p:ext>
            </p:extLst>
          </p:nvPr>
        </p:nvGraphicFramePr>
        <p:xfrm>
          <a:off x="2691854" y="2101984"/>
          <a:ext cx="24828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29" name="Equation" r:id="rId7" imgW="2476440" imgH="660240" progId="Equation.DSMT4">
                  <p:embed/>
                </p:oleObj>
              </mc:Choice>
              <mc:Fallback>
                <p:oleObj name="Equation" r:id="rId7" imgW="2476440" imgH="660240" progId="Equation.DSMT4">
                  <p:embed/>
                  <p:pic>
                    <p:nvPicPr>
                      <p:cNvPr id="177173" name="Object 21">
                        <a:extLst>
                          <a:ext uri="{FF2B5EF4-FFF2-40B4-BE49-F238E27FC236}">
                            <a16:creationId xmlns:a16="http://schemas.microsoft.com/office/drawing/2014/main" id="{0F283E32-8444-422E-9CAF-B3A9772D5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1854" y="2101984"/>
                        <a:ext cx="248285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3">
            <a:extLst>
              <a:ext uri="{FF2B5EF4-FFF2-40B4-BE49-F238E27FC236}">
                <a16:creationId xmlns:a16="http://schemas.microsoft.com/office/drawing/2014/main" id="{9A554ADD-02EA-447E-BCB0-3915F8250A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372153"/>
              </p:ext>
            </p:extLst>
          </p:nvPr>
        </p:nvGraphicFramePr>
        <p:xfrm>
          <a:off x="1419498" y="1685841"/>
          <a:ext cx="12509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30" name="Equation" r:id="rId9" imgW="1244520" imgH="723600" progId="Equation.DSMT4">
                  <p:embed/>
                </p:oleObj>
              </mc:Choice>
              <mc:Fallback>
                <p:oleObj name="Equation" r:id="rId9" imgW="1244520" imgH="723600" progId="Equation.DSMT4">
                  <p:embed/>
                  <p:pic>
                    <p:nvPicPr>
                      <p:cNvPr id="177185" name="Object 33">
                        <a:extLst>
                          <a:ext uri="{FF2B5EF4-FFF2-40B4-BE49-F238E27FC236}">
                            <a16:creationId xmlns:a16="http://schemas.microsoft.com/office/drawing/2014/main" id="{7833866A-233F-4966-9579-548A3CEB4F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9498" y="1685841"/>
                        <a:ext cx="125095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>
            <a:extLst>
              <a:ext uri="{FF2B5EF4-FFF2-40B4-BE49-F238E27FC236}">
                <a16:creationId xmlns:a16="http://schemas.microsoft.com/office/drawing/2014/main" id="{E097E380-86F5-4739-B069-9EC876D3D6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7485634"/>
              </p:ext>
            </p:extLst>
          </p:nvPr>
        </p:nvGraphicFramePr>
        <p:xfrm>
          <a:off x="2683917" y="2858905"/>
          <a:ext cx="249872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31" name="Equation" r:id="rId11" imgW="2489040" imgH="736560" progId="Equation.DSMT4">
                  <p:embed/>
                </p:oleObj>
              </mc:Choice>
              <mc:Fallback>
                <p:oleObj name="Equation" r:id="rId11" imgW="2489040" imgH="736560" progId="Equation.DSMT4">
                  <p:embed/>
                  <p:pic>
                    <p:nvPicPr>
                      <p:cNvPr id="177174" name="Object 22">
                        <a:extLst>
                          <a:ext uri="{FF2B5EF4-FFF2-40B4-BE49-F238E27FC236}">
                            <a16:creationId xmlns:a16="http://schemas.microsoft.com/office/drawing/2014/main" id="{C7A24C84-8418-4B79-8E77-D049349CAB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3917" y="2858905"/>
                        <a:ext cx="249872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F83E6E7-88F6-45EE-984B-9B50B7AF19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66466"/>
              </p:ext>
            </p:extLst>
          </p:nvPr>
        </p:nvGraphicFramePr>
        <p:xfrm>
          <a:off x="2712536" y="3716322"/>
          <a:ext cx="1104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132" name="Equation" r:id="rId13" imgW="1104840" imgH="342720" progId="Equation.DSMT4">
                  <p:embed/>
                </p:oleObj>
              </mc:Choice>
              <mc:Fallback>
                <p:oleObj name="Equation" r:id="rId13" imgW="1104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12536" y="3716322"/>
                        <a:ext cx="1104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6497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8E6DB193-C3D6-44C5-A6C2-CAA5F7E6EFC3}"/>
              </a:ext>
            </a:extLst>
          </p:cNvPr>
          <p:cNvSpPr txBox="1">
            <a:spLocks noChangeArrowheads="1"/>
          </p:cNvSpPr>
          <p:nvPr/>
        </p:nvSpPr>
        <p:spPr>
          <a:xfrm>
            <a:off x="946920" y="253653"/>
            <a:ext cx="266065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4 </a:t>
            </a:r>
            <a:r>
              <a:rPr lang="zh-CN" altLang="en-US" sz="2400" b="1" dirty="0">
                <a:latin typeface="+mj-ea"/>
              </a:rPr>
              <a:t>计算摆线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9B3BF188-2F32-4C27-8FD5-D1385FAF53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3844145"/>
              </p:ext>
            </p:extLst>
          </p:nvPr>
        </p:nvGraphicFramePr>
        <p:xfrm>
          <a:off x="2915816" y="123478"/>
          <a:ext cx="205105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299" name="Equation" r:id="rId3" imgW="2044440" imgH="863280" progId="Equation.DSMT4">
                  <p:embed/>
                </p:oleObj>
              </mc:Choice>
              <mc:Fallback>
                <p:oleObj name="Equation" r:id="rId3" imgW="2044440" imgH="863280" progId="Equation.DSMT4">
                  <p:embed/>
                  <p:pic>
                    <p:nvPicPr>
                      <p:cNvPr id="3" name="Object 10">
                        <a:extLst>
                          <a:ext uri="{FF2B5EF4-FFF2-40B4-BE49-F238E27FC236}">
                            <a16:creationId xmlns:a16="http://schemas.microsoft.com/office/drawing/2014/main" id="{B0B3131D-8E46-44E7-BDC0-AA1192D4C8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123478"/>
                        <a:ext cx="205105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1">
            <a:extLst>
              <a:ext uri="{FF2B5EF4-FFF2-40B4-BE49-F238E27FC236}">
                <a16:creationId xmlns:a16="http://schemas.microsoft.com/office/drawing/2014/main" id="{01264C4F-936A-4D82-B50E-1BFDEA8F36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94962"/>
              </p:ext>
            </p:extLst>
          </p:nvPr>
        </p:nvGraphicFramePr>
        <p:xfrm>
          <a:off x="5118089" y="371772"/>
          <a:ext cx="87153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00" name="Equation" r:id="rId5" imgW="863280" imgH="342720" progId="Equation.DSMT4">
                  <p:embed/>
                </p:oleObj>
              </mc:Choice>
              <mc:Fallback>
                <p:oleObj name="Equation" r:id="rId5" imgW="863280" imgH="342720" progId="Equation.DSMT4">
                  <p:embed/>
                  <p:pic>
                    <p:nvPicPr>
                      <p:cNvPr id="4" name="Object 11">
                        <a:extLst>
                          <a:ext uri="{FF2B5EF4-FFF2-40B4-BE49-F238E27FC236}">
                            <a16:creationId xmlns:a16="http://schemas.microsoft.com/office/drawing/2014/main" id="{228F5356-1C55-417E-9530-2B0132E920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8089" y="371772"/>
                        <a:ext cx="87153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2">
            <a:extLst>
              <a:ext uri="{FF2B5EF4-FFF2-40B4-BE49-F238E27FC236}">
                <a16:creationId xmlns:a16="http://schemas.microsoft.com/office/drawing/2014/main" id="{DE49F2C2-7367-4221-84FB-5C6C01A8C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9242" y="235843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的一拱与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BA06967-36B8-4D17-8090-9CF75DE6B2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257763"/>
              </p:ext>
            </p:extLst>
          </p:nvPr>
        </p:nvGraphicFramePr>
        <p:xfrm>
          <a:off x="7504908" y="342082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01" name="Equation" r:id="rId7" imgW="660240" imgH="342720" progId="Equation.DSMT4">
                  <p:embed/>
                </p:oleObj>
              </mc:Choice>
              <mc:Fallback>
                <p:oleObj name="Equation" r:id="rId7" imgW="66024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79B14FF-12DA-4342-B5DC-24FAE242DF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504908" y="342082"/>
                        <a:ext cx="660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0A5F7E3B-5E07-49E6-8D74-C51198DE7C90}"/>
              </a:ext>
            </a:extLst>
          </p:cNvPr>
          <p:cNvGrpSpPr/>
          <p:nvPr/>
        </p:nvGrpSpPr>
        <p:grpSpPr>
          <a:xfrm>
            <a:off x="286991" y="993428"/>
            <a:ext cx="7468890" cy="461665"/>
            <a:chOff x="271463" y="1219748"/>
            <a:chExt cx="7468890" cy="461665"/>
          </a:xfrm>
        </p:grpSpPr>
        <p:sp>
          <p:nvSpPr>
            <p:cNvPr id="8" name="Text Box 13">
              <a:extLst>
                <a:ext uri="{FF2B5EF4-FFF2-40B4-BE49-F238E27FC236}">
                  <a16:creationId xmlns:a16="http://schemas.microsoft.com/office/drawing/2014/main" id="{93243283-7C46-445D-A709-3646E0F15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463" y="1219748"/>
              <a:ext cx="746889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所围成的图形分别绕  轴</a:t>
              </a:r>
              <a:r>
                <a:rPr lang="en-US" altLang="zh-CN" sz="2400" b="1" dirty="0">
                  <a:latin typeface="+mj-ea"/>
                  <a:ea typeface="+mj-ea"/>
                </a:rPr>
                <a:t>, </a:t>
              </a:r>
              <a:r>
                <a:rPr lang="zh-CN" altLang="en-US" sz="2400" b="1" dirty="0">
                  <a:latin typeface="+mj-ea"/>
                  <a:ea typeface="+mj-ea"/>
                </a:rPr>
                <a:t> 轴旋转而成的立体体积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C7B75C2-828C-4151-AEB7-6ECAC7AFE8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1301233"/>
                </p:ext>
              </p:extLst>
            </p:nvPr>
          </p:nvGraphicFramePr>
          <p:xfrm>
            <a:off x="3203848" y="143309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302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8" name="对象 7">
                          <a:extLst>
                            <a:ext uri="{FF2B5EF4-FFF2-40B4-BE49-F238E27FC236}">
                              <a16:creationId xmlns:a16="http://schemas.microsoft.com/office/drawing/2014/main" id="{CA09142B-0ACE-46C6-BB34-646B7FB0BED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203848" y="143309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7257438A-5763-4335-BB24-FA3D980004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7879593"/>
                </p:ext>
              </p:extLst>
            </p:nvPr>
          </p:nvGraphicFramePr>
          <p:xfrm>
            <a:off x="3976116" y="1391091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303" name="Equation" r:id="rId11" imgW="215640" imgH="266400" progId="Equation.DSMT4">
                    <p:embed/>
                  </p:oleObj>
                </mc:Choice>
                <mc:Fallback>
                  <p:oleObj name="Equation" r:id="rId11" imgW="215640" imgH="26640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38C89330-8808-41F7-AC11-AF3DF22877F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976116" y="1391091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Rectangle 10">
            <a:extLst>
              <a:ext uri="{FF2B5EF4-FFF2-40B4-BE49-F238E27FC236}">
                <a16:creationId xmlns:a16="http://schemas.microsoft.com/office/drawing/2014/main" id="{38001704-0AE6-41B4-9404-A7BF822355B6}"/>
              </a:ext>
            </a:extLst>
          </p:cNvPr>
          <p:cNvSpPr txBox="1">
            <a:spLocks noChangeArrowheads="1"/>
          </p:cNvSpPr>
          <p:nvPr/>
        </p:nvSpPr>
        <p:spPr>
          <a:xfrm>
            <a:off x="1464534" y="1597922"/>
            <a:ext cx="426085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绕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轴旋转而成的体积为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EE386EB-5CFF-4165-9A56-23A8421833F9}"/>
              </a:ext>
            </a:extLst>
          </p:cNvPr>
          <p:cNvSpPr/>
          <p:nvPr/>
        </p:nvSpPr>
        <p:spPr>
          <a:xfrm>
            <a:off x="991138" y="159838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解</a:t>
            </a:r>
            <a:endParaRPr lang="zh-CN" altLang="en-US" sz="2400" dirty="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D0F278C-EECD-4DEF-A9BB-8DCDEF7D4C54}"/>
              </a:ext>
            </a:extLst>
          </p:cNvPr>
          <p:cNvGrpSpPr/>
          <p:nvPr/>
        </p:nvGrpSpPr>
        <p:grpSpPr>
          <a:xfrm>
            <a:off x="5725384" y="1751013"/>
            <a:ext cx="2993497" cy="1435099"/>
            <a:chOff x="5821618" y="1795119"/>
            <a:chExt cx="2993497" cy="1435099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1570EF0D-8AFE-4A8A-8630-74591F2B8CB3}"/>
                </a:ext>
              </a:extLst>
            </p:cNvPr>
            <p:cNvGrpSpPr/>
            <p:nvPr/>
          </p:nvGrpSpPr>
          <p:grpSpPr>
            <a:xfrm>
              <a:off x="5943327" y="1795119"/>
              <a:ext cx="2871788" cy="1435099"/>
              <a:chOff x="5943327" y="1795119"/>
              <a:chExt cx="2871788" cy="1435099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37380754-CD04-4689-BDCA-23F6A61C76FA}"/>
                  </a:ext>
                </a:extLst>
              </p:cNvPr>
              <p:cNvGrpSpPr/>
              <p:nvPr/>
            </p:nvGrpSpPr>
            <p:grpSpPr>
              <a:xfrm>
                <a:off x="5943327" y="1795119"/>
                <a:ext cx="2871788" cy="1435099"/>
                <a:chOff x="6054725" y="1827214"/>
                <a:chExt cx="2871788" cy="1435099"/>
              </a:xfrm>
            </p:grpSpPr>
            <p:graphicFrame>
              <p:nvGraphicFramePr>
                <p:cNvPr id="12" name="Object 2">
                  <a:extLst>
                    <a:ext uri="{FF2B5EF4-FFF2-40B4-BE49-F238E27FC236}">
                      <a16:creationId xmlns:a16="http://schemas.microsoft.com/office/drawing/2014/main" id="{C59DF2DF-33B6-48C1-88EE-571C849E675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10961282"/>
                    </p:ext>
                  </p:extLst>
                </p:nvPr>
              </p:nvGraphicFramePr>
              <p:xfrm>
                <a:off x="8137525" y="2962275"/>
                <a:ext cx="471488" cy="3000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7304" name="Equation" r:id="rId13" imgW="545760" imgH="342720" progId="Equation.DSMT4">
                        <p:embed/>
                      </p:oleObj>
                    </mc:Choice>
                    <mc:Fallback>
                      <p:oleObj name="Equation" r:id="rId13" imgW="545760" imgH="342720" progId="Equation.DSMT4">
                        <p:embed/>
                        <p:pic>
                          <p:nvPicPr>
                            <p:cNvPr id="11" name="Object 2">
                              <a:extLst>
                                <a:ext uri="{FF2B5EF4-FFF2-40B4-BE49-F238E27FC236}">
                                  <a16:creationId xmlns:a16="http://schemas.microsoft.com/office/drawing/2014/main" id="{F4B7E5C3-45F8-47F8-8A12-BD20357C2C76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137525" y="2962275"/>
                              <a:ext cx="471488" cy="3000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3" name="Group 3">
                  <a:extLst>
                    <a:ext uri="{FF2B5EF4-FFF2-40B4-BE49-F238E27FC236}">
                      <a16:creationId xmlns:a16="http://schemas.microsoft.com/office/drawing/2014/main" id="{D256571B-3086-4003-BDEE-5D97649713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054725" y="1827214"/>
                  <a:ext cx="2871788" cy="1409701"/>
                  <a:chOff x="3814" y="1151"/>
                  <a:chExt cx="1809" cy="888"/>
                </a:xfrm>
              </p:grpSpPr>
              <p:graphicFrame>
                <p:nvGraphicFramePr>
                  <p:cNvPr id="18" name="Object 4">
                    <a:extLst>
                      <a:ext uri="{FF2B5EF4-FFF2-40B4-BE49-F238E27FC236}">
                        <a16:creationId xmlns:a16="http://schemas.microsoft.com/office/drawing/2014/main" id="{4F3D8244-4CA0-4F0C-A02E-4EFE0BA47BB3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63663299"/>
                      </p:ext>
                    </p:extLst>
                  </p:nvPr>
                </p:nvGraphicFramePr>
                <p:xfrm>
                  <a:off x="5506" y="1906"/>
                  <a:ext cx="117" cy="126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7305" name="Equation" r:id="rId15" imgW="177480" imgH="190440" progId="Equation.DSMT4">
                          <p:embed/>
                        </p:oleObj>
                      </mc:Choice>
                      <mc:Fallback>
                        <p:oleObj name="Equation" r:id="rId15" imgW="177480" imgH="190440" progId="Equation.DSMT4">
                          <p:embed/>
                          <p:pic>
                            <p:nvPicPr>
                              <p:cNvPr id="13" name="Object 4">
                                <a:extLst>
                                  <a:ext uri="{FF2B5EF4-FFF2-40B4-BE49-F238E27FC236}">
                                    <a16:creationId xmlns:a16="http://schemas.microsoft.com/office/drawing/2014/main" id="{E59D19C5-5D4B-42C8-B978-7AF8FAB86F6D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6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5506" y="1906"/>
                                <a:ext cx="117" cy="126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19" name="Object 5">
                    <a:extLst>
                      <a:ext uri="{FF2B5EF4-FFF2-40B4-BE49-F238E27FC236}">
                        <a16:creationId xmlns:a16="http://schemas.microsoft.com/office/drawing/2014/main" id="{6FB8E317-AEA6-4737-B5AB-69AC050816F8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4104178660"/>
                      </p:ext>
                    </p:extLst>
                  </p:nvPr>
                </p:nvGraphicFramePr>
                <p:xfrm>
                  <a:off x="3830" y="1187"/>
                  <a:ext cx="127" cy="159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7306" name="Equation" r:id="rId17" imgW="190440" imgH="241200" progId="Equation.DSMT4">
                          <p:embed/>
                        </p:oleObj>
                      </mc:Choice>
                      <mc:Fallback>
                        <p:oleObj name="Equation" r:id="rId17" imgW="190440" imgH="241200" progId="Equation.DSMT4">
                          <p:embed/>
                          <p:pic>
                            <p:nvPicPr>
                              <p:cNvPr id="14" name="Object 5">
                                <a:extLst>
                                  <a:ext uri="{FF2B5EF4-FFF2-40B4-BE49-F238E27FC236}">
                                    <a16:creationId xmlns:a16="http://schemas.microsoft.com/office/drawing/2014/main" id="{928D7112-7DB5-4CFA-830F-5D7699AC8F8A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8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830" y="1187"/>
                                <a:ext cx="127" cy="159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0" name="Object 6">
                    <a:extLst>
                      <a:ext uri="{FF2B5EF4-FFF2-40B4-BE49-F238E27FC236}">
                        <a16:creationId xmlns:a16="http://schemas.microsoft.com/office/drawing/2014/main" id="{93B821A3-C1C5-4D9F-B305-AF1777BE7545}"/>
                      </a:ext>
                    </a:extLst>
                  </p:cNvPr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529782033"/>
                      </p:ext>
                    </p:extLst>
                  </p:nvPr>
                </p:nvGraphicFramePr>
                <p:xfrm>
                  <a:off x="3814" y="1881"/>
                  <a:ext cx="148" cy="158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337307" name="Equation" r:id="rId19" imgW="228600" imgH="241200" progId="Equation.DSMT4">
                          <p:embed/>
                        </p:oleObj>
                      </mc:Choice>
                      <mc:Fallback>
                        <p:oleObj name="Equation" r:id="rId19" imgW="228600" imgH="241200" progId="Equation.DSMT4">
                          <p:embed/>
                          <p:pic>
                            <p:nvPicPr>
                              <p:cNvPr id="15" name="Object 6">
                                <a:extLst>
                                  <a:ext uri="{FF2B5EF4-FFF2-40B4-BE49-F238E27FC236}">
                                    <a16:creationId xmlns:a16="http://schemas.microsoft.com/office/drawing/2014/main" id="{F5CE197D-9BD8-4223-908F-814ED353F89F}"/>
                                  </a:ext>
                                </a:extLst>
                              </p:cNvPr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0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3814" y="1881"/>
                                <a:ext cx="148" cy="158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  <a:ext uri="{91240B29-F687-4F45-9708-019B960494DF}">
                                  <a14:hiddenLine xmlns:a14="http://schemas.microsoft.com/office/drawing/2010/main" w="9525">
                                    <a:solidFill>
                                      <a:srgbClr val="000000"/>
                                    </a:solidFill>
                                    <a:miter lim="800000"/>
                                    <a:headEnd/>
                                    <a:tailEnd/>
                                  </a14:hiddenLine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1" name="Line 7">
                    <a:extLst>
                      <a:ext uri="{FF2B5EF4-FFF2-40B4-BE49-F238E27FC236}">
                        <a16:creationId xmlns:a16="http://schemas.microsoft.com/office/drawing/2014/main" id="{1A730F06-62DB-4D1C-96F8-82A8B998C6C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890" y="1853"/>
                    <a:ext cx="1694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" name="Line 8">
                    <a:extLst>
                      <a:ext uri="{FF2B5EF4-FFF2-40B4-BE49-F238E27FC236}">
                        <a16:creationId xmlns:a16="http://schemas.microsoft.com/office/drawing/2014/main" id="{892C9209-720D-4CF7-A486-9A392E27D3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76" y="1151"/>
                    <a:ext cx="8" cy="83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" name="Line 28">
                  <a:extLst>
                    <a:ext uri="{FF2B5EF4-FFF2-40B4-BE49-F238E27FC236}">
                      <a16:creationId xmlns:a16="http://schemas.microsoft.com/office/drawing/2014/main" id="{69BD62F3-8BCB-4C45-94BC-998A970BAF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391400" y="2266950"/>
                  <a:ext cx="0" cy="6762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5" name="Object 29">
                  <a:extLst>
                    <a:ext uri="{FF2B5EF4-FFF2-40B4-BE49-F238E27FC236}">
                      <a16:creationId xmlns:a16="http://schemas.microsoft.com/office/drawing/2014/main" id="{044E12F0-39B0-433C-87DF-1F72D65CAB62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35882193"/>
                    </p:ext>
                  </p:extLst>
                </p:nvPr>
              </p:nvGraphicFramePr>
              <p:xfrm>
                <a:off x="7232650" y="3006725"/>
                <a:ext cx="325438" cy="25241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7308" name="Equation" r:id="rId21" imgW="317160" imgH="241200" progId="Equation.DSMT4">
                        <p:embed/>
                      </p:oleObj>
                    </mc:Choice>
                    <mc:Fallback>
                      <p:oleObj name="Equation" r:id="rId21" imgW="317160" imgH="241200" progId="Equation.DSMT4">
                        <p:embed/>
                        <p:pic>
                          <p:nvPicPr>
                            <p:cNvPr id="19" name="Object 29">
                              <a:extLst>
                                <a:ext uri="{FF2B5EF4-FFF2-40B4-BE49-F238E27FC236}">
                                  <a16:creationId xmlns:a16="http://schemas.microsoft.com/office/drawing/2014/main" id="{6F1D8EE6-EB35-4067-AB5D-131D648D7B0E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232650" y="3006725"/>
                              <a:ext cx="325438" cy="252413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6" name="Object 32">
                  <a:extLst>
                    <a:ext uri="{FF2B5EF4-FFF2-40B4-BE49-F238E27FC236}">
                      <a16:creationId xmlns:a16="http://schemas.microsoft.com/office/drawing/2014/main" id="{B6DD241B-6526-4034-BA75-16B482FFF89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549935427"/>
                    </p:ext>
                  </p:extLst>
                </p:nvPr>
              </p:nvGraphicFramePr>
              <p:xfrm>
                <a:off x="7092961" y="2516188"/>
                <a:ext cx="201613" cy="24923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7309" name="Equation" r:id="rId23" imgW="190440" imgH="241200" progId="Equation.DSMT4">
                        <p:embed/>
                      </p:oleObj>
                    </mc:Choice>
                    <mc:Fallback>
                      <p:oleObj name="Equation" r:id="rId23" imgW="190440" imgH="241200" progId="Equation.DSMT4">
                        <p:embed/>
                        <p:pic>
                          <p:nvPicPr>
                            <p:cNvPr id="22" name="Object 32">
                              <a:extLst>
                                <a:ext uri="{FF2B5EF4-FFF2-40B4-BE49-F238E27FC236}">
                                  <a16:creationId xmlns:a16="http://schemas.microsoft.com/office/drawing/2014/main" id="{ED3BE7B7-DFDF-4BC3-A6F3-6D52FDC070C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7092961" y="2516188"/>
                              <a:ext cx="201613" cy="24923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7" name="Freeform 34">
                  <a:extLst>
                    <a:ext uri="{FF2B5EF4-FFF2-40B4-BE49-F238E27FC236}">
                      <a16:creationId xmlns:a16="http://schemas.microsoft.com/office/drawing/2014/main" id="{E3DEAEA1-8C79-452B-93BD-3DC6A5000B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24600" y="2266950"/>
                  <a:ext cx="2133600" cy="685800"/>
                </a:xfrm>
                <a:custGeom>
                  <a:avLst/>
                  <a:gdLst>
                    <a:gd name="T0" fmla="*/ 0 w 2004"/>
                    <a:gd name="T1" fmla="*/ 685800 h 630"/>
                    <a:gd name="T2" fmla="*/ 0 w 2004"/>
                    <a:gd name="T3" fmla="*/ 685800 h 630"/>
                    <a:gd name="T4" fmla="*/ 0 w 2004"/>
                    <a:gd name="T5" fmla="*/ 679269 h 630"/>
                    <a:gd name="T6" fmla="*/ 0 w 2004"/>
                    <a:gd name="T7" fmla="*/ 672737 h 630"/>
                    <a:gd name="T8" fmla="*/ 6388 w 2004"/>
                    <a:gd name="T9" fmla="*/ 659674 h 630"/>
                    <a:gd name="T10" fmla="*/ 6388 w 2004"/>
                    <a:gd name="T11" fmla="*/ 640080 h 630"/>
                    <a:gd name="T12" fmla="*/ 12776 w 2004"/>
                    <a:gd name="T13" fmla="*/ 627017 h 630"/>
                    <a:gd name="T14" fmla="*/ 19164 w 2004"/>
                    <a:gd name="T15" fmla="*/ 607423 h 630"/>
                    <a:gd name="T16" fmla="*/ 25552 w 2004"/>
                    <a:gd name="T17" fmla="*/ 581297 h 630"/>
                    <a:gd name="T18" fmla="*/ 38328 w 2004"/>
                    <a:gd name="T19" fmla="*/ 555171 h 630"/>
                    <a:gd name="T20" fmla="*/ 51104 w 2004"/>
                    <a:gd name="T21" fmla="*/ 529046 h 630"/>
                    <a:gd name="T22" fmla="*/ 70268 w 2004"/>
                    <a:gd name="T23" fmla="*/ 496389 h 630"/>
                    <a:gd name="T24" fmla="*/ 89432 w 2004"/>
                    <a:gd name="T25" fmla="*/ 470263 h 630"/>
                    <a:gd name="T26" fmla="*/ 114984 w 2004"/>
                    <a:gd name="T27" fmla="*/ 437606 h 630"/>
                    <a:gd name="T28" fmla="*/ 140537 w 2004"/>
                    <a:gd name="T29" fmla="*/ 398417 h 630"/>
                    <a:gd name="T30" fmla="*/ 172477 w 2004"/>
                    <a:gd name="T31" fmla="*/ 365760 h 630"/>
                    <a:gd name="T32" fmla="*/ 204417 w 2004"/>
                    <a:gd name="T33" fmla="*/ 333103 h 630"/>
                    <a:gd name="T34" fmla="*/ 242745 w 2004"/>
                    <a:gd name="T35" fmla="*/ 300446 h 630"/>
                    <a:gd name="T36" fmla="*/ 281073 w 2004"/>
                    <a:gd name="T37" fmla="*/ 267789 h 630"/>
                    <a:gd name="T38" fmla="*/ 325789 w 2004"/>
                    <a:gd name="T39" fmla="*/ 235131 h 630"/>
                    <a:gd name="T40" fmla="*/ 370505 w 2004"/>
                    <a:gd name="T41" fmla="*/ 202474 h 630"/>
                    <a:gd name="T42" fmla="*/ 421610 w 2004"/>
                    <a:gd name="T43" fmla="*/ 169817 h 630"/>
                    <a:gd name="T44" fmla="*/ 472714 w 2004"/>
                    <a:gd name="T45" fmla="*/ 143691 h 630"/>
                    <a:gd name="T46" fmla="*/ 530206 w 2004"/>
                    <a:gd name="T47" fmla="*/ 117566 h 630"/>
                    <a:gd name="T48" fmla="*/ 587698 w 2004"/>
                    <a:gd name="T49" fmla="*/ 91440 h 630"/>
                    <a:gd name="T50" fmla="*/ 645190 w 2004"/>
                    <a:gd name="T51" fmla="*/ 71846 h 630"/>
                    <a:gd name="T52" fmla="*/ 709071 w 2004"/>
                    <a:gd name="T53" fmla="*/ 52251 h 630"/>
                    <a:gd name="T54" fmla="*/ 772951 w 2004"/>
                    <a:gd name="T55" fmla="*/ 32657 h 630"/>
                    <a:gd name="T56" fmla="*/ 836831 w 2004"/>
                    <a:gd name="T57" fmla="*/ 19594 h 630"/>
                    <a:gd name="T58" fmla="*/ 907099 w 2004"/>
                    <a:gd name="T59" fmla="*/ 13063 h 630"/>
                    <a:gd name="T60" fmla="*/ 970980 w 2004"/>
                    <a:gd name="T61" fmla="*/ 6531 h 630"/>
                    <a:gd name="T62" fmla="*/ 1041248 w 2004"/>
                    <a:gd name="T63" fmla="*/ 0 h 630"/>
                    <a:gd name="T64" fmla="*/ 1105128 w 2004"/>
                    <a:gd name="T65" fmla="*/ 0 h 630"/>
                    <a:gd name="T66" fmla="*/ 1175396 w 2004"/>
                    <a:gd name="T67" fmla="*/ 6531 h 630"/>
                    <a:gd name="T68" fmla="*/ 1239277 w 2004"/>
                    <a:gd name="T69" fmla="*/ 13063 h 630"/>
                    <a:gd name="T70" fmla="*/ 1309545 w 2004"/>
                    <a:gd name="T71" fmla="*/ 26126 h 630"/>
                    <a:gd name="T72" fmla="*/ 1373425 w 2004"/>
                    <a:gd name="T73" fmla="*/ 39189 h 630"/>
                    <a:gd name="T74" fmla="*/ 1437305 w 2004"/>
                    <a:gd name="T75" fmla="*/ 52251 h 630"/>
                    <a:gd name="T76" fmla="*/ 1501186 w 2004"/>
                    <a:gd name="T77" fmla="*/ 71846 h 630"/>
                    <a:gd name="T78" fmla="*/ 1558678 w 2004"/>
                    <a:gd name="T79" fmla="*/ 97971 h 630"/>
                    <a:gd name="T80" fmla="*/ 1616170 w 2004"/>
                    <a:gd name="T81" fmla="*/ 117566 h 630"/>
                    <a:gd name="T82" fmla="*/ 1673662 w 2004"/>
                    <a:gd name="T83" fmla="*/ 143691 h 630"/>
                    <a:gd name="T84" fmla="*/ 1724766 w 2004"/>
                    <a:gd name="T85" fmla="*/ 176349 h 630"/>
                    <a:gd name="T86" fmla="*/ 1775871 w 2004"/>
                    <a:gd name="T87" fmla="*/ 209006 h 630"/>
                    <a:gd name="T88" fmla="*/ 1820587 w 2004"/>
                    <a:gd name="T89" fmla="*/ 235131 h 630"/>
                    <a:gd name="T90" fmla="*/ 1858915 w 2004"/>
                    <a:gd name="T91" fmla="*/ 267789 h 630"/>
                    <a:gd name="T92" fmla="*/ 1903631 w 2004"/>
                    <a:gd name="T93" fmla="*/ 306977 h 630"/>
                    <a:gd name="T94" fmla="*/ 1935571 w 2004"/>
                    <a:gd name="T95" fmla="*/ 339634 h 630"/>
                    <a:gd name="T96" fmla="*/ 1967511 w 2004"/>
                    <a:gd name="T97" fmla="*/ 372291 h 630"/>
                    <a:gd name="T98" fmla="*/ 1999451 w 2004"/>
                    <a:gd name="T99" fmla="*/ 404949 h 630"/>
                    <a:gd name="T100" fmla="*/ 2025004 w 2004"/>
                    <a:gd name="T101" fmla="*/ 437606 h 630"/>
                    <a:gd name="T102" fmla="*/ 2050556 w 2004"/>
                    <a:gd name="T103" fmla="*/ 470263 h 630"/>
                    <a:gd name="T104" fmla="*/ 2069720 w 2004"/>
                    <a:gd name="T105" fmla="*/ 502920 h 630"/>
                    <a:gd name="T106" fmla="*/ 2082496 w 2004"/>
                    <a:gd name="T107" fmla="*/ 535577 h 630"/>
                    <a:gd name="T108" fmla="*/ 2095272 w 2004"/>
                    <a:gd name="T109" fmla="*/ 561703 h 630"/>
                    <a:gd name="T110" fmla="*/ 2108048 w 2004"/>
                    <a:gd name="T111" fmla="*/ 587829 h 630"/>
                    <a:gd name="T112" fmla="*/ 2120824 w 2004"/>
                    <a:gd name="T113" fmla="*/ 607423 h 630"/>
                    <a:gd name="T114" fmla="*/ 2127212 w 2004"/>
                    <a:gd name="T115" fmla="*/ 627017 h 630"/>
                    <a:gd name="T116" fmla="*/ 2127212 w 2004"/>
                    <a:gd name="T117" fmla="*/ 646611 h 630"/>
                    <a:gd name="T118" fmla="*/ 2133600 w 2004"/>
                    <a:gd name="T119" fmla="*/ 659674 h 630"/>
                    <a:gd name="T120" fmla="*/ 2133600 w 2004"/>
                    <a:gd name="T121" fmla="*/ 672737 h 630"/>
                    <a:gd name="T122" fmla="*/ 2133600 w 2004"/>
                    <a:gd name="T123" fmla="*/ 679269 h 630"/>
                    <a:gd name="T124" fmla="*/ 2133600 w 2004"/>
                    <a:gd name="T125" fmla="*/ 685800 h 630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004" h="630">
                      <a:moveTo>
                        <a:pt x="0" y="630"/>
                      </a:moveTo>
                      <a:lnTo>
                        <a:pt x="0" y="630"/>
                      </a:lnTo>
                      <a:lnTo>
                        <a:pt x="0" y="624"/>
                      </a:lnTo>
                      <a:lnTo>
                        <a:pt x="0" y="618"/>
                      </a:lnTo>
                      <a:lnTo>
                        <a:pt x="6" y="606"/>
                      </a:lnTo>
                      <a:lnTo>
                        <a:pt x="6" y="588"/>
                      </a:lnTo>
                      <a:lnTo>
                        <a:pt x="12" y="576"/>
                      </a:lnTo>
                      <a:lnTo>
                        <a:pt x="18" y="558"/>
                      </a:lnTo>
                      <a:lnTo>
                        <a:pt x="24" y="534"/>
                      </a:lnTo>
                      <a:lnTo>
                        <a:pt x="36" y="510"/>
                      </a:lnTo>
                      <a:lnTo>
                        <a:pt x="48" y="486"/>
                      </a:lnTo>
                      <a:lnTo>
                        <a:pt x="66" y="456"/>
                      </a:lnTo>
                      <a:lnTo>
                        <a:pt x="84" y="432"/>
                      </a:lnTo>
                      <a:lnTo>
                        <a:pt x="108" y="402"/>
                      </a:lnTo>
                      <a:lnTo>
                        <a:pt x="132" y="366"/>
                      </a:lnTo>
                      <a:lnTo>
                        <a:pt x="162" y="336"/>
                      </a:lnTo>
                      <a:lnTo>
                        <a:pt x="192" y="306"/>
                      </a:lnTo>
                      <a:lnTo>
                        <a:pt x="228" y="276"/>
                      </a:lnTo>
                      <a:lnTo>
                        <a:pt x="264" y="246"/>
                      </a:lnTo>
                      <a:lnTo>
                        <a:pt x="306" y="216"/>
                      </a:lnTo>
                      <a:lnTo>
                        <a:pt x="348" y="186"/>
                      </a:lnTo>
                      <a:lnTo>
                        <a:pt x="396" y="156"/>
                      </a:lnTo>
                      <a:lnTo>
                        <a:pt x="444" y="132"/>
                      </a:lnTo>
                      <a:lnTo>
                        <a:pt x="498" y="108"/>
                      </a:lnTo>
                      <a:lnTo>
                        <a:pt x="552" y="84"/>
                      </a:lnTo>
                      <a:lnTo>
                        <a:pt x="606" y="66"/>
                      </a:lnTo>
                      <a:lnTo>
                        <a:pt x="666" y="48"/>
                      </a:lnTo>
                      <a:lnTo>
                        <a:pt x="726" y="30"/>
                      </a:lnTo>
                      <a:lnTo>
                        <a:pt x="786" y="18"/>
                      </a:lnTo>
                      <a:lnTo>
                        <a:pt x="852" y="12"/>
                      </a:lnTo>
                      <a:lnTo>
                        <a:pt x="912" y="6"/>
                      </a:lnTo>
                      <a:lnTo>
                        <a:pt x="978" y="0"/>
                      </a:lnTo>
                      <a:lnTo>
                        <a:pt x="1038" y="0"/>
                      </a:lnTo>
                      <a:lnTo>
                        <a:pt x="1104" y="6"/>
                      </a:lnTo>
                      <a:lnTo>
                        <a:pt x="1164" y="12"/>
                      </a:lnTo>
                      <a:lnTo>
                        <a:pt x="1230" y="24"/>
                      </a:lnTo>
                      <a:lnTo>
                        <a:pt x="1290" y="36"/>
                      </a:lnTo>
                      <a:lnTo>
                        <a:pt x="1350" y="48"/>
                      </a:lnTo>
                      <a:lnTo>
                        <a:pt x="1410" y="66"/>
                      </a:lnTo>
                      <a:lnTo>
                        <a:pt x="1464" y="90"/>
                      </a:lnTo>
                      <a:lnTo>
                        <a:pt x="1518" y="108"/>
                      </a:lnTo>
                      <a:lnTo>
                        <a:pt x="1572" y="132"/>
                      </a:lnTo>
                      <a:lnTo>
                        <a:pt x="1620" y="162"/>
                      </a:lnTo>
                      <a:lnTo>
                        <a:pt x="1668" y="192"/>
                      </a:lnTo>
                      <a:lnTo>
                        <a:pt x="1710" y="216"/>
                      </a:lnTo>
                      <a:lnTo>
                        <a:pt x="1746" y="246"/>
                      </a:lnTo>
                      <a:lnTo>
                        <a:pt x="1788" y="282"/>
                      </a:lnTo>
                      <a:lnTo>
                        <a:pt x="1818" y="312"/>
                      </a:lnTo>
                      <a:lnTo>
                        <a:pt x="1848" y="342"/>
                      </a:lnTo>
                      <a:lnTo>
                        <a:pt x="1878" y="372"/>
                      </a:lnTo>
                      <a:lnTo>
                        <a:pt x="1902" y="402"/>
                      </a:lnTo>
                      <a:lnTo>
                        <a:pt x="1926" y="432"/>
                      </a:lnTo>
                      <a:lnTo>
                        <a:pt x="1944" y="462"/>
                      </a:lnTo>
                      <a:lnTo>
                        <a:pt x="1956" y="492"/>
                      </a:lnTo>
                      <a:lnTo>
                        <a:pt x="1968" y="516"/>
                      </a:lnTo>
                      <a:lnTo>
                        <a:pt x="1980" y="540"/>
                      </a:lnTo>
                      <a:lnTo>
                        <a:pt x="1992" y="558"/>
                      </a:lnTo>
                      <a:lnTo>
                        <a:pt x="1998" y="576"/>
                      </a:lnTo>
                      <a:lnTo>
                        <a:pt x="1998" y="594"/>
                      </a:lnTo>
                      <a:lnTo>
                        <a:pt x="2004" y="606"/>
                      </a:lnTo>
                      <a:lnTo>
                        <a:pt x="2004" y="618"/>
                      </a:lnTo>
                      <a:lnTo>
                        <a:pt x="2004" y="624"/>
                      </a:lnTo>
                      <a:lnTo>
                        <a:pt x="2004" y="630"/>
                      </a:lnTo>
                    </a:path>
                  </a:pathLst>
                </a:custGeom>
                <a:noFill/>
                <a:ln w="19050" cmpd="sng">
                  <a:solidFill>
                    <a:srgbClr val="FF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Line 28">
                <a:extLst>
                  <a:ext uri="{FF2B5EF4-FFF2-40B4-BE49-F238E27FC236}">
                    <a16:creationId xmlns:a16="http://schemas.microsoft.com/office/drawing/2014/main" id="{7C67FDAF-292C-4420-AD84-9AE0AD22F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213203" y="2225330"/>
                <a:ext cx="1061286" cy="95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4" name="Object 31">
                <a:extLst>
                  <a:ext uri="{FF2B5EF4-FFF2-40B4-BE49-F238E27FC236}">
                    <a16:creationId xmlns:a16="http://schemas.microsoft.com/office/drawing/2014/main" id="{BA599F29-7C2B-40D0-A4B4-955140339B9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0729664"/>
                  </p:ext>
                </p:extLst>
              </p:nvPr>
            </p:nvGraphicFramePr>
            <p:xfrm>
              <a:off x="6344433" y="1795741"/>
              <a:ext cx="958850" cy="3349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7310" name="Equation" r:id="rId25" imgW="952200" imgH="330120" progId="Equation.DSMT4">
                      <p:embed/>
                    </p:oleObj>
                  </mc:Choice>
                  <mc:Fallback>
                    <p:oleObj name="Equation" r:id="rId25" imgW="952200" imgH="330120" progId="Equation.DSMT4">
                      <p:embed/>
                      <p:pic>
                        <p:nvPicPr>
                          <p:cNvPr id="34850" name="Object 31">
                            <a:extLst>
                              <a:ext uri="{FF2B5EF4-FFF2-40B4-BE49-F238E27FC236}">
                                <a16:creationId xmlns:a16="http://schemas.microsoft.com/office/drawing/2014/main" id="{43201EEB-E76A-4695-8311-29DE39EA51A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44433" y="1795741"/>
                            <a:ext cx="958850" cy="33496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1CE1C555-0109-435F-B2B4-A3D7EF6EAB59}"/>
                  </a:ext>
                </a:extLst>
              </p:cNvPr>
              <p:cNvSpPr/>
              <p:nvPr/>
            </p:nvSpPr>
            <p:spPr>
              <a:xfrm>
                <a:off x="6213860" y="2234517"/>
                <a:ext cx="1042930" cy="672797"/>
              </a:xfrm>
              <a:custGeom>
                <a:avLst/>
                <a:gdLst>
                  <a:gd name="connsiteX0" fmla="*/ 0 w 1042930"/>
                  <a:gd name="connsiteY0" fmla="*/ 672797 h 672797"/>
                  <a:gd name="connsiteX1" fmla="*/ 3672 w 1042930"/>
                  <a:gd name="connsiteY1" fmla="*/ 654435 h 672797"/>
                  <a:gd name="connsiteX2" fmla="*/ 7344 w 1042930"/>
                  <a:gd name="connsiteY2" fmla="*/ 643418 h 672797"/>
                  <a:gd name="connsiteX3" fmla="*/ 14689 w 1042930"/>
                  <a:gd name="connsiteY3" fmla="*/ 614040 h 672797"/>
                  <a:gd name="connsiteX4" fmla="*/ 22033 w 1042930"/>
                  <a:gd name="connsiteY4" fmla="*/ 603023 h 672797"/>
                  <a:gd name="connsiteX5" fmla="*/ 36723 w 1042930"/>
                  <a:gd name="connsiteY5" fmla="*/ 569973 h 672797"/>
                  <a:gd name="connsiteX6" fmla="*/ 51412 w 1042930"/>
                  <a:gd name="connsiteY6" fmla="*/ 525905 h 672797"/>
                  <a:gd name="connsiteX7" fmla="*/ 55084 w 1042930"/>
                  <a:gd name="connsiteY7" fmla="*/ 514888 h 672797"/>
                  <a:gd name="connsiteX8" fmla="*/ 62429 w 1042930"/>
                  <a:gd name="connsiteY8" fmla="*/ 503871 h 672797"/>
                  <a:gd name="connsiteX9" fmla="*/ 77118 w 1042930"/>
                  <a:gd name="connsiteY9" fmla="*/ 470821 h 672797"/>
                  <a:gd name="connsiteX10" fmla="*/ 88135 w 1042930"/>
                  <a:gd name="connsiteY10" fmla="*/ 448787 h 672797"/>
                  <a:gd name="connsiteX11" fmla="*/ 99152 w 1042930"/>
                  <a:gd name="connsiteY11" fmla="*/ 437770 h 672797"/>
                  <a:gd name="connsiteX12" fmla="*/ 113841 w 1042930"/>
                  <a:gd name="connsiteY12" fmla="*/ 415736 h 672797"/>
                  <a:gd name="connsiteX13" fmla="*/ 121185 w 1042930"/>
                  <a:gd name="connsiteY13" fmla="*/ 404720 h 672797"/>
                  <a:gd name="connsiteX14" fmla="*/ 143219 w 1042930"/>
                  <a:gd name="connsiteY14" fmla="*/ 386358 h 672797"/>
                  <a:gd name="connsiteX15" fmla="*/ 157908 w 1042930"/>
                  <a:gd name="connsiteY15" fmla="*/ 364324 h 672797"/>
                  <a:gd name="connsiteX16" fmla="*/ 194631 w 1042930"/>
                  <a:gd name="connsiteY16" fmla="*/ 338618 h 672797"/>
                  <a:gd name="connsiteX17" fmla="*/ 198303 w 1042930"/>
                  <a:gd name="connsiteY17" fmla="*/ 327601 h 672797"/>
                  <a:gd name="connsiteX18" fmla="*/ 220337 w 1042930"/>
                  <a:gd name="connsiteY18" fmla="*/ 312912 h 672797"/>
                  <a:gd name="connsiteX19" fmla="*/ 249715 w 1042930"/>
                  <a:gd name="connsiteY19" fmla="*/ 287206 h 672797"/>
                  <a:gd name="connsiteX20" fmla="*/ 271749 w 1042930"/>
                  <a:gd name="connsiteY20" fmla="*/ 272517 h 672797"/>
                  <a:gd name="connsiteX21" fmla="*/ 293783 w 1042930"/>
                  <a:gd name="connsiteY21" fmla="*/ 257828 h 672797"/>
                  <a:gd name="connsiteX22" fmla="*/ 326833 w 1042930"/>
                  <a:gd name="connsiteY22" fmla="*/ 235794 h 672797"/>
                  <a:gd name="connsiteX23" fmla="*/ 337850 w 1042930"/>
                  <a:gd name="connsiteY23" fmla="*/ 228450 h 672797"/>
                  <a:gd name="connsiteX24" fmla="*/ 348867 w 1042930"/>
                  <a:gd name="connsiteY24" fmla="*/ 224777 h 672797"/>
                  <a:gd name="connsiteX25" fmla="*/ 370901 w 1042930"/>
                  <a:gd name="connsiteY25" fmla="*/ 213761 h 672797"/>
                  <a:gd name="connsiteX26" fmla="*/ 381918 w 1042930"/>
                  <a:gd name="connsiteY26" fmla="*/ 202744 h 672797"/>
                  <a:gd name="connsiteX27" fmla="*/ 392935 w 1042930"/>
                  <a:gd name="connsiteY27" fmla="*/ 199071 h 672797"/>
                  <a:gd name="connsiteX28" fmla="*/ 400279 w 1042930"/>
                  <a:gd name="connsiteY28" fmla="*/ 188055 h 672797"/>
                  <a:gd name="connsiteX29" fmla="*/ 411296 w 1042930"/>
                  <a:gd name="connsiteY29" fmla="*/ 184382 h 672797"/>
                  <a:gd name="connsiteX30" fmla="*/ 422313 w 1042930"/>
                  <a:gd name="connsiteY30" fmla="*/ 177038 h 672797"/>
                  <a:gd name="connsiteX31" fmla="*/ 448019 w 1042930"/>
                  <a:gd name="connsiteY31" fmla="*/ 155004 h 672797"/>
                  <a:gd name="connsiteX32" fmla="*/ 459036 w 1042930"/>
                  <a:gd name="connsiteY32" fmla="*/ 151332 h 672797"/>
                  <a:gd name="connsiteX33" fmla="*/ 470053 w 1042930"/>
                  <a:gd name="connsiteY33" fmla="*/ 143987 h 672797"/>
                  <a:gd name="connsiteX34" fmla="*/ 492086 w 1042930"/>
                  <a:gd name="connsiteY34" fmla="*/ 136642 h 672797"/>
                  <a:gd name="connsiteX35" fmla="*/ 503103 w 1042930"/>
                  <a:gd name="connsiteY35" fmla="*/ 129298 h 672797"/>
                  <a:gd name="connsiteX36" fmla="*/ 517793 w 1042930"/>
                  <a:gd name="connsiteY36" fmla="*/ 125626 h 672797"/>
                  <a:gd name="connsiteX37" fmla="*/ 528809 w 1042930"/>
                  <a:gd name="connsiteY37" fmla="*/ 121953 h 672797"/>
                  <a:gd name="connsiteX38" fmla="*/ 543499 w 1042930"/>
                  <a:gd name="connsiteY38" fmla="*/ 114609 h 672797"/>
                  <a:gd name="connsiteX39" fmla="*/ 569205 w 1042930"/>
                  <a:gd name="connsiteY39" fmla="*/ 107264 h 672797"/>
                  <a:gd name="connsiteX40" fmla="*/ 580221 w 1042930"/>
                  <a:gd name="connsiteY40" fmla="*/ 99920 h 672797"/>
                  <a:gd name="connsiteX41" fmla="*/ 591238 w 1042930"/>
                  <a:gd name="connsiteY41" fmla="*/ 96247 h 672797"/>
                  <a:gd name="connsiteX42" fmla="*/ 602255 w 1042930"/>
                  <a:gd name="connsiteY42" fmla="*/ 85230 h 672797"/>
                  <a:gd name="connsiteX43" fmla="*/ 613272 w 1042930"/>
                  <a:gd name="connsiteY43" fmla="*/ 81558 h 672797"/>
                  <a:gd name="connsiteX44" fmla="*/ 624289 w 1042930"/>
                  <a:gd name="connsiteY44" fmla="*/ 74214 h 672797"/>
                  <a:gd name="connsiteX45" fmla="*/ 646323 w 1042930"/>
                  <a:gd name="connsiteY45" fmla="*/ 66869 h 672797"/>
                  <a:gd name="connsiteX46" fmla="*/ 657339 w 1042930"/>
                  <a:gd name="connsiteY46" fmla="*/ 63197 h 672797"/>
                  <a:gd name="connsiteX47" fmla="*/ 668356 w 1042930"/>
                  <a:gd name="connsiteY47" fmla="*/ 55852 h 672797"/>
                  <a:gd name="connsiteX48" fmla="*/ 701407 w 1042930"/>
                  <a:gd name="connsiteY48" fmla="*/ 48508 h 672797"/>
                  <a:gd name="connsiteX49" fmla="*/ 767508 w 1042930"/>
                  <a:gd name="connsiteY49" fmla="*/ 37491 h 672797"/>
                  <a:gd name="connsiteX50" fmla="*/ 793214 w 1042930"/>
                  <a:gd name="connsiteY50" fmla="*/ 30146 h 672797"/>
                  <a:gd name="connsiteX51" fmla="*/ 811576 w 1042930"/>
                  <a:gd name="connsiteY51" fmla="*/ 22801 h 672797"/>
                  <a:gd name="connsiteX52" fmla="*/ 855643 w 1042930"/>
                  <a:gd name="connsiteY52" fmla="*/ 15457 h 672797"/>
                  <a:gd name="connsiteX53" fmla="*/ 866660 w 1042930"/>
                  <a:gd name="connsiteY53" fmla="*/ 11785 h 672797"/>
                  <a:gd name="connsiteX54" fmla="*/ 987846 w 1042930"/>
                  <a:gd name="connsiteY54" fmla="*/ 4440 h 672797"/>
                  <a:gd name="connsiteX55" fmla="*/ 1042930 w 1042930"/>
                  <a:gd name="connsiteY55" fmla="*/ 768 h 672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042930" h="672797">
                    <a:moveTo>
                      <a:pt x="0" y="672797"/>
                    </a:moveTo>
                    <a:cubicBezTo>
                      <a:pt x="1224" y="666676"/>
                      <a:pt x="2158" y="660491"/>
                      <a:pt x="3672" y="654435"/>
                    </a:cubicBezTo>
                    <a:cubicBezTo>
                      <a:pt x="4611" y="650680"/>
                      <a:pt x="6405" y="647173"/>
                      <a:pt x="7344" y="643418"/>
                    </a:cubicBezTo>
                    <a:cubicBezTo>
                      <a:pt x="9438" y="635042"/>
                      <a:pt x="10493" y="622432"/>
                      <a:pt x="14689" y="614040"/>
                    </a:cubicBezTo>
                    <a:cubicBezTo>
                      <a:pt x="16663" y="610092"/>
                      <a:pt x="20241" y="607056"/>
                      <a:pt x="22033" y="603023"/>
                    </a:cubicBezTo>
                    <a:cubicBezTo>
                      <a:pt x="39509" y="563701"/>
                      <a:pt x="20103" y="594899"/>
                      <a:pt x="36723" y="569973"/>
                    </a:cubicBezTo>
                    <a:lnTo>
                      <a:pt x="51412" y="525905"/>
                    </a:lnTo>
                    <a:cubicBezTo>
                      <a:pt x="52636" y="522233"/>
                      <a:pt x="52937" y="518109"/>
                      <a:pt x="55084" y="514888"/>
                    </a:cubicBezTo>
                    <a:lnTo>
                      <a:pt x="62429" y="503871"/>
                    </a:lnTo>
                    <a:cubicBezTo>
                      <a:pt x="71169" y="477651"/>
                      <a:pt x="65479" y="488279"/>
                      <a:pt x="77118" y="470821"/>
                    </a:cubicBezTo>
                    <a:cubicBezTo>
                      <a:pt x="80799" y="459778"/>
                      <a:pt x="80224" y="458280"/>
                      <a:pt x="88135" y="448787"/>
                    </a:cubicBezTo>
                    <a:cubicBezTo>
                      <a:pt x="91460" y="444797"/>
                      <a:pt x="95964" y="441869"/>
                      <a:pt x="99152" y="437770"/>
                    </a:cubicBezTo>
                    <a:cubicBezTo>
                      <a:pt x="104571" y="430802"/>
                      <a:pt x="108945" y="423081"/>
                      <a:pt x="113841" y="415736"/>
                    </a:cubicBezTo>
                    <a:cubicBezTo>
                      <a:pt x="116289" y="412064"/>
                      <a:pt x="118064" y="407841"/>
                      <a:pt x="121185" y="404720"/>
                    </a:cubicBezTo>
                    <a:cubicBezTo>
                      <a:pt x="135323" y="390582"/>
                      <a:pt x="127881" y="396584"/>
                      <a:pt x="143219" y="386358"/>
                    </a:cubicBezTo>
                    <a:cubicBezTo>
                      <a:pt x="148115" y="379013"/>
                      <a:pt x="150563" y="369220"/>
                      <a:pt x="157908" y="364324"/>
                    </a:cubicBezTo>
                    <a:cubicBezTo>
                      <a:pt x="185035" y="346240"/>
                      <a:pt x="172880" y="354931"/>
                      <a:pt x="194631" y="338618"/>
                    </a:cubicBezTo>
                    <a:cubicBezTo>
                      <a:pt x="195855" y="334946"/>
                      <a:pt x="196156" y="330822"/>
                      <a:pt x="198303" y="327601"/>
                    </a:cubicBezTo>
                    <a:cubicBezTo>
                      <a:pt x="206161" y="315814"/>
                      <a:pt x="208788" y="316762"/>
                      <a:pt x="220337" y="312912"/>
                    </a:cubicBezTo>
                    <a:cubicBezTo>
                      <a:pt x="241148" y="281697"/>
                      <a:pt x="206871" y="330050"/>
                      <a:pt x="249715" y="287206"/>
                    </a:cubicBezTo>
                    <a:cubicBezTo>
                      <a:pt x="263469" y="273452"/>
                      <a:pt x="255805" y="277831"/>
                      <a:pt x="271749" y="272517"/>
                    </a:cubicBezTo>
                    <a:cubicBezTo>
                      <a:pt x="296199" y="248067"/>
                      <a:pt x="269867" y="271114"/>
                      <a:pt x="293783" y="257828"/>
                    </a:cubicBezTo>
                    <a:cubicBezTo>
                      <a:pt x="293815" y="257810"/>
                      <a:pt x="321309" y="239477"/>
                      <a:pt x="326833" y="235794"/>
                    </a:cubicBezTo>
                    <a:cubicBezTo>
                      <a:pt x="330505" y="233346"/>
                      <a:pt x="333663" y="229846"/>
                      <a:pt x="337850" y="228450"/>
                    </a:cubicBezTo>
                    <a:cubicBezTo>
                      <a:pt x="341522" y="227226"/>
                      <a:pt x="345405" y="226508"/>
                      <a:pt x="348867" y="224777"/>
                    </a:cubicBezTo>
                    <a:cubicBezTo>
                      <a:pt x="377335" y="210543"/>
                      <a:pt x="343216" y="222988"/>
                      <a:pt x="370901" y="213761"/>
                    </a:cubicBezTo>
                    <a:cubicBezTo>
                      <a:pt x="374573" y="210089"/>
                      <a:pt x="377597" y="205625"/>
                      <a:pt x="381918" y="202744"/>
                    </a:cubicBezTo>
                    <a:cubicBezTo>
                      <a:pt x="385139" y="200597"/>
                      <a:pt x="389912" y="201489"/>
                      <a:pt x="392935" y="199071"/>
                    </a:cubicBezTo>
                    <a:cubicBezTo>
                      <a:pt x="396381" y="196314"/>
                      <a:pt x="396833" y="190812"/>
                      <a:pt x="400279" y="188055"/>
                    </a:cubicBezTo>
                    <a:cubicBezTo>
                      <a:pt x="403302" y="185637"/>
                      <a:pt x="407834" y="186113"/>
                      <a:pt x="411296" y="184382"/>
                    </a:cubicBezTo>
                    <a:cubicBezTo>
                      <a:pt x="415244" y="182408"/>
                      <a:pt x="418922" y="179863"/>
                      <a:pt x="422313" y="177038"/>
                    </a:cubicBezTo>
                    <a:cubicBezTo>
                      <a:pt x="436521" y="165198"/>
                      <a:pt x="430515" y="165006"/>
                      <a:pt x="448019" y="155004"/>
                    </a:cubicBezTo>
                    <a:cubicBezTo>
                      <a:pt x="451380" y="153083"/>
                      <a:pt x="455364" y="152556"/>
                      <a:pt x="459036" y="151332"/>
                    </a:cubicBezTo>
                    <a:cubicBezTo>
                      <a:pt x="462708" y="148884"/>
                      <a:pt x="466020" y="145780"/>
                      <a:pt x="470053" y="143987"/>
                    </a:cubicBezTo>
                    <a:cubicBezTo>
                      <a:pt x="477127" y="140843"/>
                      <a:pt x="485644" y="140936"/>
                      <a:pt x="492086" y="136642"/>
                    </a:cubicBezTo>
                    <a:cubicBezTo>
                      <a:pt x="495758" y="134194"/>
                      <a:pt x="499046" y="131036"/>
                      <a:pt x="503103" y="129298"/>
                    </a:cubicBezTo>
                    <a:cubicBezTo>
                      <a:pt x="507742" y="127310"/>
                      <a:pt x="512940" y="127013"/>
                      <a:pt x="517793" y="125626"/>
                    </a:cubicBezTo>
                    <a:cubicBezTo>
                      <a:pt x="521515" y="124563"/>
                      <a:pt x="525251" y="123478"/>
                      <a:pt x="528809" y="121953"/>
                    </a:cubicBezTo>
                    <a:cubicBezTo>
                      <a:pt x="533841" y="119796"/>
                      <a:pt x="538467" y="116766"/>
                      <a:pt x="543499" y="114609"/>
                    </a:cubicBezTo>
                    <a:cubicBezTo>
                      <a:pt x="550884" y="111444"/>
                      <a:pt x="561739" y="109130"/>
                      <a:pt x="569205" y="107264"/>
                    </a:cubicBezTo>
                    <a:cubicBezTo>
                      <a:pt x="572877" y="104816"/>
                      <a:pt x="576274" y="101894"/>
                      <a:pt x="580221" y="99920"/>
                    </a:cubicBezTo>
                    <a:cubicBezTo>
                      <a:pt x="583683" y="98189"/>
                      <a:pt x="588017" y="98394"/>
                      <a:pt x="591238" y="96247"/>
                    </a:cubicBezTo>
                    <a:cubicBezTo>
                      <a:pt x="595559" y="93366"/>
                      <a:pt x="597934" y="88111"/>
                      <a:pt x="602255" y="85230"/>
                    </a:cubicBezTo>
                    <a:cubicBezTo>
                      <a:pt x="605476" y="83083"/>
                      <a:pt x="609810" y="83289"/>
                      <a:pt x="613272" y="81558"/>
                    </a:cubicBezTo>
                    <a:cubicBezTo>
                      <a:pt x="617220" y="79584"/>
                      <a:pt x="620256" y="76006"/>
                      <a:pt x="624289" y="74214"/>
                    </a:cubicBezTo>
                    <a:cubicBezTo>
                      <a:pt x="631364" y="71070"/>
                      <a:pt x="638978" y="69317"/>
                      <a:pt x="646323" y="66869"/>
                    </a:cubicBezTo>
                    <a:lnTo>
                      <a:pt x="657339" y="63197"/>
                    </a:lnTo>
                    <a:cubicBezTo>
                      <a:pt x="661011" y="60749"/>
                      <a:pt x="664408" y="57826"/>
                      <a:pt x="668356" y="55852"/>
                    </a:cubicBezTo>
                    <a:cubicBezTo>
                      <a:pt x="677395" y="51332"/>
                      <a:pt x="692947" y="49918"/>
                      <a:pt x="701407" y="48508"/>
                    </a:cubicBezTo>
                    <a:cubicBezTo>
                      <a:pt x="737424" y="36502"/>
                      <a:pt x="715726" y="41806"/>
                      <a:pt x="767508" y="37491"/>
                    </a:cubicBezTo>
                    <a:cubicBezTo>
                      <a:pt x="779076" y="34598"/>
                      <a:pt x="782683" y="34095"/>
                      <a:pt x="793214" y="30146"/>
                    </a:cubicBezTo>
                    <a:cubicBezTo>
                      <a:pt x="799386" y="27831"/>
                      <a:pt x="805159" y="24311"/>
                      <a:pt x="811576" y="22801"/>
                    </a:cubicBezTo>
                    <a:cubicBezTo>
                      <a:pt x="826072" y="19390"/>
                      <a:pt x="841515" y="20166"/>
                      <a:pt x="855643" y="15457"/>
                    </a:cubicBezTo>
                    <a:cubicBezTo>
                      <a:pt x="859315" y="14233"/>
                      <a:pt x="862823" y="12297"/>
                      <a:pt x="866660" y="11785"/>
                    </a:cubicBezTo>
                    <a:cubicBezTo>
                      <a:pt x="895720" y="7910"/>
                      <a:pt x="966983" y="5433"/>
                      <a:pt x="987846" y="4440"/>
                    </a:cubicBezTo>
                    <a:cubicBezTo>
                      <a:pt x="1015598" y="-2498"/>
                      <a:pt x="997488" y="768"/>
                      <a:pt x="1042930" y="768"/>
                    </a:cubicBezTo>
                  </a:path>
                </a:pathLst>
              </a:custGeom>
              <a:noFill/>
              <a:ln w="31750">
                <a:solidFill>
                  <a:srgbClr val="33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26" name="对象 25">
                <a:extLst>
                  <a:ext uri="{FF2B5EF4-FFF2-40B4-BE49-F238E27FC236}">
                    <a16:creationId xmlns:a16="http://schemas.microsoft.com/office/drawing/2014/main" id="{152E69EB-1E54-4F5D-A1C3-614439AB5BA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0486040"/>
                  </p:ext>
                </p:extLst>
              </p:nvPr>
            </p:nvGraphicFramePr>
            <p:xfrm>
              <a:off x="7607684" y="1903799"/>
              <a:ext cx="9779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7311" name="Equation" r:id="rId27" imgW="977760" imgH="330120" progId="Equation.DSMT4">
                      <p:embed/>
                    </p:oleObj>
                  </mc:Choice>
                  <mc:Fallback>
                    <p:oleObj name="Equation" r:id="rId27" imgW="97776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8"/>
                          <a:stretch>
                            <a:fillRect/>
                          </a:stretch>
                        </p:blipFill>
                        <p:spPr>
                          <a:xfrm>
                            <a:off x="7607684" y="1903799"/>
                            <a:ext cx="9779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" name="对象 31">
              <a:extLst>
                <a:ext uri="{FF2B5EF4-FFF2-40B4-BE49-F238E27FC236}">
                  <a16:creationId xmlns:a16="http://schemas.microsoft.com/office/drawing/2014/main" id="{C9AD0FF9-0729-4794-985A-7A275554236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1379324"/>
                </p:ext>
              </p:extLst>
            </p:nvPr>
          </p:nvGraphicFramePr>
          <p:xfrm>
            <a:off x="5821618" y="2122939"/>
            <a:ext cx="3048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312" name="Equation" r:id="rId29" imgW="304560" imgH="241200" progId="Equation.DSMT4">
                    <p:embed/>
                  </p:oleObj>
                </mc:Choice>
                <mc:Fallback>
                  <p:oleObj name="Equation" r:id="rId29" imgW="30456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821618" y="2122939"/>
                          <a:ext cx="3048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A0A30A75-93FC-421D-8EF8-31B273B2FF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152390"/>
              </p:ext>
            </p:extLst>
          </p:nvPr>
        </p:nvGraphicFramePr>
        <p:xfrm>
          <a:off x="847526" y="2251074"/>
          <a:ext cx="23114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13" name="Equation" r:id="rId31" imgW="2311200" imgH="634680" progId="Equation.DSMT4">
                  <p:embed/>
                </p:oleObj>
              </mc:Choice>
              <mc:Fallback>
                <p:oleObj name="Equation" r:id="rId31" imgW="23112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47526" y="2251074"/>
                        <a:ext cx="23114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13FEFC0B-F656-4112-8C24-4430DD78A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014894"/>
              </p:ext>
            </p:extLst>
          </p:nvPr>
        </p:nvGraphicFramePr>
        <p:xfrm>
          <a:off x="3168451" y="2239959"/>
          <a:ext cx="18415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14" name="Equation" r:id="rId33" imgW="1841400" imgH="634680" progId="Equation.DSMT4">
                  <p:embed/>
                </p:oleObj>
              </mc:Choice>
              <mc:Fallback>
                <p:oleObj name="Equation" r:id="rId33" imgW="18414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168451" y="2239959"/>
                        <a:ext cx="18415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456834B7-2B16-4DD0-9E94-4B0A05B198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635550"/>
              </p:ext>
            </p:extLst>
          </p:nvPr>
        </p:nvGraphicFramePr>
        <p:xfrm>
          <a:off x="1207666" y="3160714"/>
          <a:ext cx="3416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15" name="Equation" r:id="rId35" imgW="3416040" imgH="596880" progId="Equation.DSMT4">
                  <p:embed/>
                </p:oleObj>
              </mc:Choice>
              <mc:Fallback>
                <p:oleObj name="Equation" r:id="rId35" imgW="34160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207666" y="3160714"/>
                        <a:ext cx="3416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F7F54819-A7FB-44CA-B3E0-2471990A2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963740"/>
              </p:ext>
            </p:extLst>
          </p:nvPr>
        </p:nvGraphicFramePr>
        <p:xfrm>
          <a:off x="4679926" y="3166715"/>
          <a:ext cx="3314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16" name="Equation" r:id="rId37" imgW="3314520" imgH="596880" progId="Equation.DSMT4">
                  <p:embed/>
                </p:oleObj>
              </mc:Choice>
              <mc:Fallback>
                <p:oleObj name="Equation" r:id="rId37" imgW="33145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679926" y="3166715"/>
                        <a:ext cx="3314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2B600BE4-DCF4-40AD-9911-072945263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455265"/>
              </p:ext>
            </p:extLst>
          </p:nvPr>
        </p:nvGraphicFramePr>
        <p:xfrm>
          <a:off x="1194966" y="4031358"/>
          <a:ext cx="3429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17" name="Equation" r:id="rId39" imgW="3429000" imgH="634680" progId="Equation.DSMT4">
                  <p:embed/>
                </p:oleObj>
              </mc:Choice>
              <mc:Fallback>
                <p:oleObj name="Equation" r:id="rId39" imgW="342900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194966" y="4031358"/>
                        <a:ext cx="34290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B16B606B-BF49-491A-B38E-4BE997F83C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988363"/>
              </p:ext>
            </p:extLst>
          </p:nvPr>
        </p:nvGraphicFramePr>
        <p:xfrm>
          <a:off x="4659869" y="4110382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18" name="Equation" r:id="rId41" imgW="1091880" imgH="406080" progId="Equation.DSMT4">
                  <p:embed/>
                </p:oleObj>
              </mc:Choice>
              <mc:Fallback>
                <p:oleObj name="Equation" r:id="rId41" imgW="10918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659869" y="4110382"/>
                        <a:ext cx="10922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文本框 41">
            <a:extLst>
              <a:ext uri="{FF2B5EF4-FFF2-40B4-BE49-F238E27FC236}">
                <a16:creationId xmlns:a16="http://schemas.microsoft.com/office/drawing/2014/main" id="{89D5697C-FA7D-4909-8175-6AA05107A116}"/>
              </a:ext>
            </a:extLst>
          </p:cNvPr>
          <p:cNvSpPr txBox="1"/>
          <p:nvPr/>
        </p:nvSpPr>
        <p:spPr>
          <a:xfrm>
            <a:off x="3340960" y="3536816"/>
            <a:ext cx="1733167" cy="4001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>
              <a:spcBef>
                <a:spcPct val="0"/>
              </a:spcBef>
              <a:buNone/>
              <a:defRPr sz="2400" b="1">
                <a:solidFill>
                  <a:srgbClr val="FF0000"/>
                </a:solidFill>
                <a:latin typeface="+mn-ea"/>
                <a:cs typeface="+mj-cs"/>
              </a:defRPr>
            </a:lvl1pPr>
          </a:lstStyle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定积分换元法</a:t>
            </a:r>
          </a:p>
        </p:txBody>
      </p:sp>
    </p:spTree>
    <p:extLst>
      <p:ext uri="{BB962C8B-B14F-4D97-AF65-F5344CB8AC3E}">
        <p14:creationId xmlns:p14="http://schemas.microsoft.com/office/powerpoint/2010/main" val="2714284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0404ADC-3C9C-4356-9743-6F73254A8967}"/>
              </a:ext>
            </a:extLst>
          </p:cNvPr>
          <p:cNvSpPr txBox="1">
            <a:spLocks noChangeArrowheads="1"/>
          </p:cNvSpPr>
          <p:nvPr/>
        </p:nvSpPr>
        <p:spPr>
          <a:xfrm>
            <a:off x="467756" y="325008"/>
            <a:ext cx="609600" cy="533400"/>
          </a:xfrm>
          <a:prstGeom prst="rect">
            <a:avLst/>
          </a:prstGeom>
          <a:ln>
            <a:noFill/>
            <a:miter lim="800000"/>
            <a:headEnd/>
            <a:tailEnd/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3366FF"/>
                </a:solidFill>
                <a:latin typeface="+mj-ea"/>
                <a:sym typeface="Symbol" panose="05050102010706020507" pitchFamily="18" charset="2"/>
              </a:rPr>
              <a:t>注</a:t>
            </a:r>
          </a:p>
        </p:txBody>
      </p:sp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EDA757FA-8A04-482B-BCB2-1531E5B1C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335054"/>
              </p:ext>
            </p:extLst>
          </p:nvPr>
        </p:nvGraphicFramePr>
        <p:xfrm>
          <a:off x="1121779" y="1170437"/>
          <a:ext cx="39814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55" name="Equation" r:id="rId4" imgW="3974760" imgH="634680" progId="Equation.DSMT4">
                  <p:embed/>
                </p:oleObj>
              </mc:Choice>
              <mc:Fallback>
                <p:oleObj name="Equation" r:id="rId4" imgW="3974760" imgH="634680" progId="Equation.DSMT4">
                  <p:embed/>
                  <p:pic>
                    <p:nvPicPr>
                      <p:cNvPr id="219142" name="Object 6">
                        <a:extLst>
                          <a:ext uri="{FF2B5EF4-FFF2-40B4-BE49-F238E27FC236}">
                            <a16:creationId xmlns:a16="http://schemas.microsoft.com/office/drawing/2014/main" id="{838B13C1-CA8F-46DE-BA3A-9D88AD4046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779" y="1170437"/>
                        <a:ext cx="398145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D37DF026-DDDE-4F61-BE44-63D4B0CCB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745071"/>
              </p:ext>
            </p:extLst>
          </p:nvPr>
        </p:nvGraphicFramePr>
        <p:xfrm>
          <a:off x="1121779" y="2083369"/>
          <a:ext cx="706437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56" name="Equation" r:id="rId6" imgW="6997680" imgH="634680" progId="Equation.DSMT4">
                  <p:embed/>
                </p:oleObj>
              </mc:Choice>
              <mc:Fallback>
                <p:oleObj name="Equation" r:id="rId6" imgW="6997680" imgH="634680" progId="Equation.DSMT4">
                  <p:embed/>
                  <p:pic>
                    <p:nvPicPr>
                      <p:cNvPr id="219144" name="Object 8">
                        <a:extLst>
                          <a:ext uri="{FF2B5EF4-FFF2-40B4-BE49-F238E27FC236}">
                            <a16:creationId xmlns:a16="http://schemas.microsoft.com/office/drawing/2014/main" id="{5540CFDE-083E-4C33-A8BC-39DAFD6CF0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1779" y="2083369"/>
                        <a:ext cx="706437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EF6459AF-3FC0-410E-A4B1-49B12D2B8584}"/>
              </a:ext>
            </a:extLst>
          </p:cNvPr>
          <p:cNvGrpSpPr/>
          <p:nvPr/>
        </p:nvGrpSpPr>
        <p:grpSpPr>
          <a:xfrm>
            <a:off x="2292653" y="2154692"/>
            <a:ext cx="5224735" cy="560427"/>
            <a:chOff x="2363606" y="2438975"/>
            <a:chExt cx="5224735" cy="560427"/>
          </a:xfrm>
        </p:grpSpPr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5506426D-EDDA-4324-8748-E30FD4EF2B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8036" y="2468619"/>
              <a:ext cx="406400" cy="525463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7BA69B18-3621-4AFC-9310-F94D30351A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1941" y="2468619"/>
              <a:ext cx="406400" cy="525462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520C2BE7-EC8C-4A86-97D8-4E6056B1D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3606" y="2473939"/>
              <a:ext cx="406400" cy="525463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5E76BD96-3562-4055-B4B4-7ED8537FB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1497" y="2438975"/>
              <a:ext cx="406400" cy="525462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5" name="Object 5">
            <a:extLst>
              <a:ext uri="{FF2B5EF4-FFF2-40B4-BE49-F238E27FC236}">
                <a16:creationId xmlns:a16="http://schemas.microsoft.com/office/drawing/2014/main" id="{00F972CA-2771-4053-915E-4742DE6EF3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2557372"/>
              </p:ext>
            </p:extLst>
          </p:nvPr>
        </p:nvGraphicFramePr>
        <p:xfrm>
          <a:off x="1331640" y="339502"/>
          <a:ext cx="25082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57" name="Equation" r:id="rId8" imgW="2501640" imgH="634680" progId="Equation.DSMT4">
                  <p:embed/>
                </p:oleObj>
              </mc:Choice>
              <mc:Fallback>
                <p:oleObj name="Equation" r:id="rId8" imgW="2501640" imgH="634680" progId="Equation.DSMT4">
                  <p:embed/>
                  <p:pic>
                    <p:nvPicPr>
                      <p:cNvPr id="219141" name="Object 5">
                        <a:extLst>
                          <a:ext uri="{FF2B5EF4-FFF2-40B4-BE49-F238E27FC236}">
                            <a16:creationId xmlns:a16="http://schemas.microsoft.com/office/drawing/2014/main" id="{8224BC62-03AE-4660-9006-2A60617E85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339502"/>
                        <a:ext cx="250825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B0080830-A010-4C81-A94E-70BDDE8F7C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859937"/>
              </p:ext>
            </p:extLst>
          </p:nvPr>
        </p:nvGraphicFramePr>
        <p:xfrm>
          <a:off x="5509159" y="1267007"/>
          <a:ext cx="15779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58" name="Equation" r:id="rId10" imgW="1562040" imgH="380880" progId="Equation.DSMT4">
                  <p:embed/>
                </p:oleObj>
              </mc:Choice>
              <mc:Fallback>
                <p:oleObj name="Equation" r:id="rId10" imgW="1562040" imgH="380880" progId="Equation.DSMT4">
                  <p:embed/>
                  <p:pic>
                    <p:nvPicPr>
                      <p:cNvPr id="219143" name="Object 7">
                        <a:extLst>
                          <a:ext uri="{FF2B5EF4-FFF2-40B4-BE49-F238E27FC236}">
                            <a16:creationId xmlns:a16="http://schemas.microsoft.com/office/drawing/2014/main" id="{CD2A77DA-1A23-4A4F-B661-A1258F5DB5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159" y="1267007"/>
                        <a:ext cx="15779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6">
            <a:extLst>
              <a:ext uri="{FF2B5EF4-FFF2-40B4-BE49-F238E27FC236}">
                <a16:creationId xmlns:a16="http://schemas.microsoft.com/office/drawing/2014/main" id="{FBB0D12A-4B48-46FA-B93C-8C2175EE0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7296" y="2698119"/>
            <a:ext cx="179967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利用对称性</a:t>
            </a:r>
            <a:endParaRPr lang="en-US" altLang="zh-CN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D74749B-D192-4038-B682-7119E3FB42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969722"/>
              </p:ext>
            </p:extLst>
          </p:nvPr>
        </p:nvGraphicFramePr>
        <p:xfrm>
          <a:off x="1189111" y="3029300"/>
          <a:ext cx="2230438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59" name="Equation" r:id="rId12" imgW="2222280" imgH="634680" progId="Equation.DSMT4">
                  <p:embed/>
                </p:oleObj>
              </mc:Choice>
              <mc:Fallback>
                <p:oleObj name="Equation" r:id="rId12" imgW="2222280" imgH="634680" progId="Equation.DSMT4">
                  <p:embed/>
                  <p:pic>
                    <p:nvPicPr>
                      <p:cNvPr id="219153" name="Object 17">
                        <a:extLst>
                          <a:ext uri="{FF2B5EF4-FFF2-40B4-BE49-F238E27FC236}">
                            <a16:creationId xmlns:a16="http://schemas.microsoft.com/office/drawing/2014/main" id="{7283A5B0-6D27-4F1D-B8BF-9D51A2EAC1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111" y="3029300"/>
                        <a:ext cx="2230438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EA626B02-54E5-4795-918B-983D90712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8228433"/>
              </p:ext>
            </p:extLst>
          </p:nvPr>
        </p:nvGraphicFramePr>
        <p:xfrm>
          <a:off x="3445921" y="3058499"/>
          <a:ext cx="188436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60" name="Equation" r:id="rId14" imgW="1879560" imgH="634680" progId="Equation.DSMT4">
                  <p:embed/>
                </p:oleObj>
              </mc:Choice>
              <mc:Fallback>
                <p:oleObj name="Equation" r:id="rId14" imgW="1879560" imgH="634680" progId="Equation.DSMT4">
                  <p:embed/>
                  <p:pic>
                    <p:nvPicPr>
                      <p:cNvPr id="219154" name="Object 18">
                        <a:extLst>
                          <a:ext uri="{FF2B5EF4-FFF2-40B4-BE49-F238E27FC236}">
                            <a16:creationId xmlns:a16="http://schemas.microsoft.com/office/drawing/2014/main" id="{9F65CCF9-85A0-4548-813B-9D5C4C51B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5921" y="3058499"/>
                        <a:ext cx="1884362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6AB590CE-4E72-4BD5-8882-2DFBA643A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097733"/>
              </p:ext>
            </p:extLst>
          </p:nvPr>
        </p:nvGraphicFramePr>
        <p:xfrm>
          <a:off x="1197346" y="3968254"/>
          <a:ext cx="944563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61" name="Equation" r:id="rId16" imgW="939600" imgH="406080" progId="Equation.DSMT4">
                  <p:embed/>
                </p:oleObj>
              </mc:Choice>
              <mc:Fallback>
                <p:oleObj name="Equation" r:id="rId16" imgW="939600" imgH="406080" progId="Equation.DSMT4">
                  <p:embed/>
                  <p:pic>
                    <p:nvPicPr>
                      <p:cNvPr id="219155" name="Object 19">
                        <a:extLst>
                          <a:ext uri="{FF2B5EF4-FFF2-40B4-BE49-F238E27FC236}">
                            <a16:creationId xmlns:a16="http://schemas.microsoft.com/office/drawing/2014/main" id="{C46E132A-454A-40A0-B9D8-029619262D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7346" y="3968254"/>
                        <a:ext cx="944563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1">
            <a:extLst>
              <a:ext uri="{FF2B5EF4-FFF2-40B4-BE49-F238E27FC236}">
                <a16:creationId xmlns:a16="http://schemas.microsoft.com/office/drawing/2014/main" id="{D74E2778-2E59-4EA7-8FEF-BE74973BE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814470"/>
              </p:ext>
            </p:extLst>
          </p:nvPr>
        </p:nvGraphicFramePr>
        <p:xfrm>
          <a:off x="2141909" y="3840057"/>
          <a:ext cx="182403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62" name="Equation" r:id="rId18" imgW="1815840" imgH="660240" progId="Equation.DSMT4">
                  <p:embed/>
                </p:oleObj>
              </mc:Choice>
              <mc:Fallback>
                <p:oleObj name="Equation" r:id="rId18" imgW="1815840" imgH="660240" progId="Equation.DSMT4">
                  <p:embed/>
                  <p:pic>
                    <p:nvPicPr>
                      <p:cNvPr id="219157" name="Object 21">
                        <a:extLst>
                          <a:ext uri="{FF2B5EF4-FFF2-40B4-BE49-F238E27FC236}">
                            <a16:creationId xmlns:a16="http://schemas.microsoft.com/office/drawing/2014/main" id="{7BF37BA7-5673-4CBF-9A5D-E3A0104E48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1909" y="3840057"/>
                        <a:ext cx="182403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>
            <a:extLst>
              <a:ext uri="{FF2B5EF4-FFF2-40B4-BE49-F238E27FC236}">
                <a16:creationId xmlns:a16="http://schemas.microsoft.com/office/drawing/2014/main" id="{374CB4B9-B497-4642-8743-ECEB60F519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0012220"/>
              </p:ext>
            </p:extLst>
          </p:nvPr>
        </p:nvGraphicFramePr>
        <p:xfrm>
          <a:off x="4066944" y="3790800"/>
          <a:ext cx="219392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63" name="Equation" r:id="rId20" imgW="2184120" imgH="723600" progId="Equation.DSMT4">
                  <p:embed/>
                </p:oleObj>
              </mc:Choice>
              <mc:Fallback>
                <p:oleObj name="Equation" r:id="rId20" imgW="2184120" imgH="723600" progId="Equation.DSMT4">
                  <p:embed/>
                  <p:pic>
                    <p:nvPicPr>
                      <p:cNvPr id="219158" name="Object 22">
                        <a:extLst>
                          <a:ext uri="{FF2B5EF4-FFF2-40B4-BE49-F238E27FC236}">
                            <a16:creationId xmlns:a16="http://schemas.microsoft.com/office/drawing/2014/main" id="{A31D1655-596F-4DA8-8D84-ADCA11B8E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944" y="3790800"/>
                        <a:ext cx="2193925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>
            <a:extLst>
              <a:ext uri="{FF2B5EF4-FFF2-40B4-BE49-F238E27FC236}">
                <a16:creationId xmlns:a16="http://schemas.microsoft.com/office/drawing/2014/main" id="{08CC31F9-ABDE-478C-9257-18AA98A756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179699"/>
              </p:ext>
            </p:extLst>
          </p:nvPr>
        </p:nvGraphicFramePr>
        <p:xfrm>
          <a:off x="6291052" y="3968254"/>
          <a:ext cx="10160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64" name="Equation" r:id="rId22" imgW="1002960" imgH="342720" progId="Equation.DSMT4">
                  <p:embed/>
                </p:oleObj>
              </mc:Choice>
              <mc:Fallback>
                <p:oleObj name="Equation" r:id="rId22" imgW="1002960" imgH="342720" progId="Equation.DSMT4">
                  <p:embed/>
                  <p:pic>
                    <p:nvPicPr>
                      <p:cNvPr id="219159" name="Object 23">
                        <a:extLst>
                          <a:ext uri="{FF2B5EF4-FFF2-40B4-BE49-F238E27FC236}">
                            <a16:creationId xmlns:a16="http://schemas.microsoft.com/office/drawing/2014/main" id="{C047F39E-A311-4F0D-9956-FCB9B0B75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052" y="3968254"/>
                        <a:ext cx="1016000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585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8FBF3A75-EA35-4E8E-BE4C-B59C9E8B2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817" y="2314770"/>
            <a:ext cx="2099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柱壳体积元素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1B9A909-9DC4-4BD8-9604-D1823291DFC7}"/>
              </a:ext>
            </a:extLst>
          </p:cNvPr>
          <p:cNvSpPr txBox="1">
            <a:spLocks noChangeArrowheads="1"/>
          </p:cNvSpPr>
          <p:nvPr/>
        </p:nvSpPr>
        <p:spPr>
          <a:xfrm>
            <a:off x="769896" y="419057"/>
            <a:ext cx="5250925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说明     </a:t>
            </a:r>
            <a:r>
              <a:rPr lang="zh-CN" altLang="en-US" sz="2400" b="1" dirty="0">
                <a:latin typeface="+mj-ea"/>
              </a:rPr>
              <a:t>也可按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</a:rPr>
              <a:t>柱壳法</a:t>
            </a:r>
            <a:r>
              <a:rPr lang="zh-CN" altLang="en-US" sz="2400" b="1" dirty="0">
                <a:latin typeface="+mj-ea"/>
              </a:rPr>
              <a:t>求出</a:t>
            </a:r>
            <a:r>
              <a:rPr lang="en-US" altLang="zh-CN" sz="2400" b="1" dirty="0">
                <a:latin typeface="+mj-ea"/>
              </a:rPr>
              <a:t>.</a:t>
            </a:r>
          </a:p>
        </p:txBody>
      </p:sp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D50D7C99-529D-4647-ABB7-B1A22DC083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492112"/>
              </p:ext>
            </p:extLst>
          </p:nvPr>
        </p:nvGraphicFramePr>
        <p:xfrm>
          <a:off x="1781633" y="503416"/>
          <a:ext cx="293687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88" name="Equation" r:id="rId3" imgW="291960" imgH="419040" progId="Equation.DSMT4">
                  <p:embed/>
                </p:oleObj>
              </mc:Choice>
              <mc:Fallback>
                <p:oleObj name="Equation" r:id="rId3" imgW="291960" imgH="419040" progId="Equation.DSMT4">
                  <p:embed/>
                  <p:pic>
                    <p:nvPicPr>
                      <p:cNvPr id="181274" name="Object 26">
                        <a:extLst>
                          <a:ext uri="{FF2B5EF4-FFF2-40B4-BE49-F238E27FC236}">
                            <a16:creationId xmlns:a16="http://schemas.microsoft.com/office/drawing/2014/main" id="{D33660A9-6540-4759-BE26-7B73BF32BD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633" y="503416"/>
                        <a:ext cx="293687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>
            <a:extLst>
              <a:ext uri="{FF2B5EF4-FFF2-40B4-BE49-F238E27FC236}">
                <a16:creationId xmlns:a16="http://schemas.microsoft.com/office/drawing/2014/main" id="{75C9966B-86B3-4A3D-9134-69F4FE96EE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341290"/>
              </p:ext>
            </p:extLst>
          </p:nvPr>
        </p:nvGraphicFramePr>
        <p:xfrm>
          <a:off x="2213529" y="1427163"/>
          <a:ext cx="8747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89" name="Equation" r:id="rId5" imgW="863280" imgH="342720" progId="Equation.DSMT4">
                  <p:embed/>
                </p:oleObj>
              </mc:Choice>
              <mc:Fallback>
                <p:oleObj name="Equation" r:id="rId5" imgW="863280" imgH="342720" progId="Equation.DSMT4">
                  <p:embed/>
                  <p:pic>
                    <p:nvPicPr>
                      <p:cNvPr id="181275" name="Object 27">
                        <a:extLst>
                          <a:ext uri="{FF2B5EF4-FFF2-40B4-BE49-F238E27FC236}">
                            <a16:creationId xmlns:a16="http://schemas.microsoft.com/office/drawing/2014/main" id="{E18C843D-0AA2-4914-BC0D-3631547CDA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529" y="1427163"/>
                        <a:ext cx="8747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>
            <a:extLst>
              <a:ext uri="{FF2B5EF4-FFF2-40B4-BE49-F238E27FC236}">
                <a16:creationId xmlns:a16="http://schemas.microsoft.com/office/drawing/2014/main" id="{90D3DCDF-15FE-45D3-AD40-470D84CD0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10" y="1321743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柱面面积</a:t>
            </a:r>
          </a:p>
        </p:txBody>
      </p:sp>
      <p:graphicFrame>
        <p:nvGraphicFramePr>
          <p:cNvPr id="32" name="Object 32">
            <a:extLst>
              <a:ext uri="{FF2B5EF4-FFF2-40B4-BE49-F238E27FC236}">
                <a16:creationId xmlns:a16="http://schemas.microsoft.com/office/drawing/2014/main" id="{2EC1A74D-2D46-4B29-9CEB-B17088872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12671"/>
              </p:ext>
            </p:extLst>
          </p:nvPr>
        </p:nvGraphicFramePr>
        <p:xfrm>
          <a:off x="738700" y="3231116"/>
          <a:ext cx="213836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90" name="Equation" r:id="rId7" imgW="2133360" imgH="634680" progId="Equation.DSMT4">
                  <p:embed/>
                </p:oleObj>
              </mc:Choice>
              <mc:Fallback>
                <p:oleObj name="Equation" r:id="rId7" imgW="2133360" imgH="634680" progId="Equation.DSMT4">
                  <p:embed/>
                  <p:pic>
                    <p:nvPicPr>
                      <p:cNvPr id="181280" name="Object 32">
                        <a:extLst>
                          <a:ext uri="{FF2B5EF4-FFF2-40B4-BE49-F238E27FC236}">
                            <a16:creationId xmlns:a16="http://schemas.microsoft.com/office/drawing/2014/main" id="{46585600-CD02-4604-9E91-572A71F973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00" y="3231116"/>
                        <a:ext cx="213836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3">
            <a:extLst>
              <a:ext uri="{FF2B5EF4-FFF2-40B4-BE49-F238E27FC236}">
                <a16:creationId xmlns:a16="http://schemas.microsoft.com/office/drawing/2014/main" id="{2B4476A9-4053-412C-8BF3-DA9D863EDB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647405"/>
              </p:ext>
            </p:extLst>
          </p:nvPr>
        </p:nvGraphicFramePr>
        <p:xfrm>
          <a:off x="2877063" y="3213594"/>
          <a:ext cx="55721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991" name="Equation" r:id="rId9" imgW="5537160" imgH="596880" progId="Equation.DSMT4">
                  <p:embed/>
                </p:oleObj>
              </mc:Choice>
              <mc:Fallback>
                <p:oleObj name="Equation" r:id="rId9" imgW="5537160" imgH="596880" progId="Equation.DSMT4">
                  <p:embed/>
                  <p:pic>
                    <p:nvPicPr>
                      <p:cNvPr id="181281" name="Object 33">
                        <a:extLst>
                          <a:ext uri="{FF2B5EF4-FFF2-40B4-BE49-F238E27FC236}">
                            <a16:creationId xmlns:a16="http://schemas.microsoft.com/office/drawing/2014/main" id="{3D15080E-5324-40B4-A1B2-B1520AF2C9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7063" y="3213594"/>
                        <a:ext cx="557212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7D1AD4D6-7295-4B22-86F6-60BE3BA220AA}"/>
              </a:ext>
            </a:extLst>
          </p:cNvPr>
          <p:cNvGrpSpPr/>
          <p:nvPr/>
        </p:nvGrpSpPr>
        <p:grpSpPr>
          <a:xfrm>
            <a:off x="3658153" y="557213"/>
            <a:ext cx="4654550" cy="2444750"/>
            <a:chOff x="3658153" y="557213"/>
            <a:chExt cx="4654550" cy="2444750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9EA8EA86-EECF-435D-B6D2-2B69A9238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0454" y="1552576"/>
              <a:ext cx="1801813" cy="1317625"/>
              <a:chOff x="2304" y="2112"/>
              <a:chExt cx="1135" cy="830"/>
            </a:xfrm>
          </p:grpSpPr>
          <p:grpSp>
            <p:nvGrpSpPr>
              <p:cNvPr id="5" name="Group 5">
                <a:extLst>
                  <a:ext uri="{FF2B5EF4-FFF2-40B4-BE49-F238E27FC236}">
                    <a16:creationId xmlns:a16="http://schemas.microsoft.com/office/drawing/2014/main" id="{41A356C3-0A4C-4851-A5E5-4C40094984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688"/>
                <a:ext cx="1135" cy="254"/>
                <a:chOff x="2304" y="2688"/>
                <a:chExt cx="1135" cy="254"/>
              </a:xfrm>
            </p:grpSpPr>
            <p:sp>
              <p:nvSpPr>
                <p:cNvPr id="11" name="Arc 6">
                  <a:extLst>
                    <a:ext uri="{FF2B5EF4-FFF2-40B4-BE49-F238E27FC236}">
                      <a16:creationId xmlns:a16="http://schemas.microsoft.com/office/drawing/2014/main" id="{ECBE94D8-C5CE-499C-82AE-18DCEB50C0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5" y="2688"/>
                  <a:ext cx="1134" cy="136"/>
                </a:xfrm>
                <a:custGeom>
                  <a:avLst/>
                  <a:gdLst>
                    <a:gd name="T0" fmla="*/ 0 w 43200"/>
                    <a:gd name="T1" fmla="*/ 136 h 22152"/>
                    <a:gd name="T2" fmla="*/ 1134 w 43200"/>
                    <a:gd name="T3" fmla="*/ 133 h 22152"/>
                    <a:gd name="T4" fmla="*/ 567 w 43200"/>
                    <a:gd name="T5" fmla="*/ 133 h 22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22152" fill="none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</a:path>
                    <a:path w="43200" h="22152" stroke="0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  <a:lnTo>
                        <a:pt x="21600" y="21600"/>
                      </a:lnTo>
                      <a:lnTo>
                        <a:pt x="7" y="22151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j-ea"/>
                    <a:ea typeface="+mj-ea"/>
                  </a:endParaRPr>
                </a:p>
              </p:txBody>
            </p:sp>
            <p:sp>
              <p:nvSpPr>
                <p:cNvPr id="12" name="Arc 7">
                  <a:extLst>
                    <a:ext uri="{FF2B5EF4-FFF2-40B4-BE49-F238E27FC236}">
                      <a16:creationId xmlns:a16="http://schemas.microsoft.com/office/drawing/2014/main" id="{F8F18D1D-2CDD-4730-A8B7-06DB61CF35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2304" y="2806"/>
                  <a:ext cx="1134" cy="136"/>
                </a:xfrm>
                <a:custGeom>
                  <a:avLst/>
                  <a:gdLst>
                    <a:gd name="T0" fmla="*/ 0 w 43200"/>
                    <a:gd name="T1" fmla="*/ 136 h 22152"/>
                    <a:gd name="T2" fmla="*/ 1134 w 43200"/>
                    <a:gd name="T3" fmla="*/ 133 h 22152"/>
                    <a:gd name="T4" fmla="*/ 567 w 43200"/>
                    <a:gd name="T5" fmla="*/ 133 h 22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22152" fill="none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</a:path>
                    <a:path w="43200" h="22152" stroke="0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  <a:lnTo>
                        <a:pt x="21600" y="21600"/>
                      </a:lnTo>
                      <a:lnTo>
                        <a:pt x="7" y="22151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j-ea"/>
                    <a:ea typeface="+mj-ea"/>
                  </a:endParaRPr>
                </a:p>
              </p:txBody>
            </p:sp>
          </p:grpSp>
          <p:grpSp>
            <p:nvGrpSpPr>
              <p:cNvPr id="6" name="Group 8">
                <a:extLst>
                  <a:ext uri="{FF2B5EF4-FFF2-40B4-BE49-F238E27FC236}">
                    <a16:creationId xmlns:a16="http://schemas.microsoft.com/office/drawing/2014/main" id="{9E7EDA2C-AC4C-4BE3-912E-58DC49564D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2112"/>
                <a:ext cx="1135" cy="254"/>
                <a:chOff x="2304" y="2688"/>
                <a:chExt cx="1135" cy="254"/>
              </a:xfrm>
            </p:grpSpPr>
            <p:sp>
              <p:nvSpPr>
                <p:cNvPr id="9" name="Arc 9">
                  <a:extLst>
                    <a:ext uri="{FF2B5EF4-FFF2-40B4-BE49-F238E27FC236}">
                      <a16:creationId xmlns:a16="http://schemas.microsoft.com/office/drawing/2014/main" id="{1909BD41-FA49-4A73-A167-A921AB7FD1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5" y="2688"/>
                  <a:ext cx="1134" cy="136"/>
                </a:xfrm>
                <a:custGeom>
                  <a:avLst/>
                  <a:gdLst>
                    <a:gd name="T0" fmla="*/ 0 w 43200"/>
                    <a:gd name="T1" fmla="*/ 136 h 22152"/>
                    <a:gd name="T2" fmla="*/ 1134 w 43200"/>
                    <a:gd name="T3" fmla="*/ 133 h 22152"/>
                    <a:gd name="T4" fmla="*/ 567 w 43200"/>
                    <a:gd name="T5" fmla="*/ 133 h 22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22152" fill="none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</a:path>
                    <a:path w="43200" h="22152" stroke="0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  <a:lnTo>
                        <a:pt x="21600" y="21600"/>
                      </a:lnTo>
                      <a:lnTo>
                        <a:pt x="7" y="22151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j-ea"/>
                    <a:ea typeface="+mj-ea"/>
                  </a:endParaRPr>
                </a:p>
              </p:txBody>
            </p:sp>
            <p:sp>
              <p:nvSpPr>
                <p:cNvPr id="10" name="Arc 10">
                  <a:extLst>
                    <a:ext uri="{FF2B5EF4-FFF2-40B4-BE49-F238E27FC236}">
                      <a16:creationId xmlns:a16="http://schemas.microsoft.com/office/drawing/2014/main" id="{C42B48D7-735F-4D54-B47D-B150915C78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2304" y="2806"/>
                  <a:ext cx="1134" cy="136"/>
                </a:xfrm>
                <a:custGeom>
                  <a:avLst/>
                  <a:gdLst>
                    <a:gd name="T0" fmla="*/ 0 w 43200"/>
                    <a:gd name="T1" fmla="*/ 136 h 22152"/>
                    <a:gd name="T2" fmla="*/ 1134 w 43200"/>
                    <a:gd name="T3" fmla="*/ 133 h 22152"/>
                    <a:gd name="T4" fmla="*/ 567 w 43200"/>
                    <a:gd name="T5" fmla="*/ 133 h 22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22152" fill="none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</a:path>
                    <a:path w="43200" h="22152" stroke="0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  <a:lnTo>
                        <a:pt x="21600" y="21600"/>
                      </a:lnTo>
                      <a:lnTo>
                        <a:pt x="7" y="22151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7" name="Line 11">
                <a:extLst>
                  <a:ext uri="{FF2B5EF4-FFF2-40B4-BE49-F238E27FC236}">
                    <a16:creationId xmlns:a16="http://schemas.microsoft.com/office/drawing/2014/main" id="{9BE5485F-84F1-435D-9C8E-F1D4B1527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256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sp>
            <p:nvSpPr>
              <p:cNvPr id="8" name="Line 12">
                <a:extLst>
                  <a:ext uri="{FF2B5EF4-FFF2-40B4-BE49-F238E27FC236}">
                    <a16:creationId xmlns:a16="http://schemas.microsoft.com/office/drawing/2014/main" id="{22963BAD-E7B5-4410-8EF8-1E76D54A4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39" y="2256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1F7FAFF3-C549-4877-B7F3-67FEC8DA47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7004" y="1781176"/>
              <a:ext cx="1187450" cy="1001712"/>
              <a:chOff x="2516" y="2256"/>
              <a:chExt cx="748" cy="631"/>
            </a:xfrm>
          </p:grpSpPr>
          <p:grpSp>
            <p:nvGrpSpPr>
              <p:cNvPr id="14" name="Group 14">
                <a:extLst>
                  <a:ext uri="{FF2B5EF4-FFF2-40B4-BE49-F238E27FC236}">
                    <a16:creationId xmlns:a16="http://schemas.microsoft.com/office/drawing/2014/main" id="{85FB87D4-1DCB-455D-9B33-2D849B567C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6" y="2724"/>
                <a:ext cx="748" cy="163"/>
                <a:chOff x="2304" y="2688"/>
                <a:chExt cx="1135" cy="254"/>
              </a:xfrm>
            </p:grpSpPr>
            <p:sp>
              <p:nvSpPr>
                <p:cNvPr id="20" name="Arc 15">
                  <a:extLst>
                    <a:ext uri="{FF2B5EF4-FFF2-40B4-BE49-F238E27FC236}">
                      <a16:creationId xmlns:a16="http://schemas.microsoft.com/office/drawing/2014/main" id="{73A3E99E-078A-4B39-B378-494687BCC7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5" y="2688"/>
                  <a:ext cx="1134" cy="136"/>
                </a:xfrm>
                <a:custGeom>
                  <a:avLst/>
                  <a:gdLst>
                    <a:gd name="T0" fmla="*/ 0 w 43200"/>
                    <a:gd name="T1" fmla="*/ 136 h 22152"/>
                    <a:gd name="T2" fmla="*/ 1134 w 43200"/>
                    <a:gd name="T3" fmla="*/ 133 h 22152"/>
                    <a:gd name="T4" fmla="*/ 567 w 43200"/>
                    <a:gd name="T5" fmla="*/ 133 h 22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22152" fill="none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</a:path>
                    <a:path w="43200" h="22152" stroke="0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  <a:lnTo>
                        <a:pt x="21600" y="21600"/>
                      </a:lnTo>
                      <a:lnTo>
                        <a:pt x="7" y="22151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366FF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Arc 16">
                  <a:extLst>
                    <a:ext uri="{FF2B5EF4-FFF2-40B4-BE49-F238E27FC236}">
                      <a16:creationId xmlns:a16="http://schemas.microsoft.com/office/drawing/2014/main" id="{CF5E2D7A-83E6-413C-B294-CEB3E63EA3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2304" y="2806"/>
                  <a:ext cx="1134" cy="136"/>
                </a:xfrm>
                <a:custGeom>
                  <a:avLst/>
                  <a:gdLst>
                    <a:gd name="T0" fmla="*/ 0 w 43200"/>
                    <a:gd name="T1" fmla="*/ 136 h 22152"/>
                    <a:gd name="T2" fmla="*/ 1134 w 43200"/>
                    <a:gd name="T3" fmla="*/ 133 h 22152"/>
                    <a:gd name="T4" fmla="*/ 567 w 43200"/>
                    <a:gd name="T5" fmla="*/ 133 h 22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22152" fill="none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</a:path>
                    <a:path w="43200" h="22152" stroke="0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  <a:lnTo>
                        <a:pt x="21600" y="21600"/>
                      </a:lnTo>
                      <a:lnTo>
                        <a:pt x="7" y="22151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3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5" name="Line 17">
                <a:extLst>
                  <a:ext uri="{FF2B5EF4-FFF2-40B4-BE49-F238E27FC236}">
                    <a16:creationId xmlns:a16="http://schemas.microsoft.com/office/drawing/2014/main" id="{D31C5D04-3B11-4EBE-AB0E-15A35DBB6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352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grpSp>
            <p:nvGrpSpPr>
              <p:cNvPr id="16" name="Group 18">
                <a:extLst>
                  <a:ext uri="{FF2B5EF4-FFF2-40B4-BE49-F238E27FC236}">
                    <a16:creationId xmlns:a16="http://schemas.microsoft.com/office/drawing/2014/main" id="{B5194D45-769D-4F75-9B5A-4E60CD8B4DA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6" y="2256"/>
                <a:ext cx="748" cy="163"/>
                <a:chOff x="2304" y="2688"/>
                <a:chExt cx="1135" cy="254"/>
              </a:xfrm>
            </p:grpSpPr>
            <p:sp>
              <p:nvSpPr>
                <p:cNvPr id="18" name="Arc 19">
                  <a:extLst>
                    <a:ext uri="{FF2B5EF4-FFF2-40B4-BE49-F238E27FC236}">
                      <a16:creationId xmlns:a16="http://schemas.microsoft.com/office/drawing/2014/main" id="{875524E0-AF38-402C-9DB8-6E41FB6F52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05" y="2688"/>
                  <a:ext cx="1134" cy="136"/>
                </a:xfrm>
                <a:custGeom>
                  <a:avLst/>
                  <a:gdLst>
                    <a:gd name="T0" fmla="*/ 0 w 43200"/>
                    <a:gd name="T1" fmla="*/ 136 h 22152"/>
                    <a:gd name="T2" fmla="*/ 1134 w 43200"/>
                    <a:gd name="T3" fmla="*/ 133 h 22152"/>
                    <a:gd name="T4" fmla="*/ 567 w 43200"/>
                    <a:gd name="T5" fmla="*/ 133 h 22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22152" fill="none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</a:path>
                    <a:path w="43200" h="22152" stroke="0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  <a:lnTo>
                        <a:pt x="21600" y="21600"/>
                      </a:lnTo>
                      <a:lnTo>
                        <a:pt x="7" y="22151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366FF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Arc 20">
                  <a:extLst>
                    <a:ext uri="{FF2B5EF4-FFF2-40B4-BE49-F238E27FC236}">
                      <a16:creationId xmlns:a16="http://schemas.microsoft.com/office/drawing/2014/main" id="{D03D91BD-C9D1-4B2E-9D55-BE8AD9716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2304" y="2806"/>
                  <a:ext cx="1134" cy="136"/>
                </a:xfrm>
                <a:custGeom>
                  <a:avLst/>
                  <a:gdLst>
                    <a:gd name="T0" fmla="*/ 0 w 43200"/>
                    <a:gd name="T1" fmla="*/ 136 h 22152"/>
                    <a:gd name="T2" fmla="*/ 1134 w 43200"/>
                    <a:gd name="T3" fmla="*/ 133 h 22152"/>
                    <a:gd name="T4" fmla="*/ 567 w 43200"/>
                    <a:gd name="T5" fmla="*/ 133 h 221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200" h="22152" fill="none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</a:path>
                    <a:path w="43200" h="22152" stroke="0" extrusionOk="0">
                      <a:moveTo>
                        <a:pt x="7" y="22151"/>
                      </a:moveTo>
                      <a:cubicBezTo>
                        <a:pt x="2" y="21968"/>
                        <a:pt x="0" y="21784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5" y="0"/>
                        <a:pt x="43194" y="9664"/>
                        <a:pt x="43199" y="21590"/>
                      </a:cubicBezTo>
                      <a:lnTo>
                        <a:pt x="21600" y="21600"/>
                      </a:lnTo>
                      <a:lnTo>
                        <a:pt x="7" y="22151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3366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400" b="1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7" name="Line 21">
                <a:extLst>
                  <a:ext uri="{FF2B5EF4-FFF2-40B4-BE49-F238E27FC236}">
                    <a16:creationId xmlns:a16="http://schemas.microsoft.com/office/drawing/2014/main" id="{7DB99BB8-CBC5-4692-BFC8-7AAA3F405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8" y="2325"/>
                <a:ext cx="0" cy="48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</p:grpSp>
        <p:graphicFrame>
          <p:nvGraphicFramePr>
            <p:cNvPr id="22" name="Object 22">
              <a:extLst>
                <a:ext uri="{FF2B5EF4-FFF2-40B4-BE49-F238E27FC236}">
                  <a16:creationId xmlns:a16="http://schemas.microsoft.com/office/drawing/2014/main" id="{4DDB8800-8CAC-4840-822F-BE3C21D4D1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122892"/>
                </p:ext>
              </p:extLst>
            </p:nvPr>
          </p:nvGraphicFramePr>
          <p:xfrm>
            <a:off x="5426217" y="2688432"/>
            <a:ext cx="185737" cy="201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992" name="Equation" r:id="rId11" imgW="177480" imgH="190440" progId="Equation.DSMT4">
                    <p:embed/>
                  </p:oleObj>
                </mc:Choice>
                <mc:Fallback>
                  <p:oleObj name="Equation" r:id="rId11" imgW="177480" imgH="190440" progId="Equation.DSMT4">
                    <p:embed/>
                    <p:pic>
                      <p:nvPicPr>
                        <p:cNvPr id="181270" name="Object 22">
                          <a:extLst>
                            <a:ext uri="{FF2B5EF4-FFF2-40B4-BE49-F238E27FC236}">
                              <a16:creationId xmlns:a16="http://schemas.microsoft.com/office/drawing/2014/main" id="{FF2ACB74-7C8E-4A40-9B0B-CB87773530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6217" y="2688432"/>
                          <a:ext cx="185737" cy="201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3">
              <a:extLst>
                <a:ext uri="{FF2B5EF4-FFF2-40B4-BE49-F238E27FC236}">
                  <a16:creationId xmlns:a16="http://schemas.microsoft.com/office/drawing/2014/main" id="{651021C0-B0B6-4597-BD9B-556FBB94217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3525244"/>
                </p:ext>
              </p:extLst>
            </p:nvPr>
          </p:nvGraphicFramePr>
          <p:xfrm>
            <a:off x="5783638" y="2714495"/>
            <a:ext cx="692150" cy="258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993" name="Equation" r:id="rId13" imgW="685800" imgH="253800" progId="Equation.DSMT4">
                    <p:embed/>
                  </p:oleObj>
                </mc:Choice>
                <mc:Fallback>
                  <p:oleObj name="Equation" r:id="rId13" imgW="685800" imgH="253800" progId="Equation.DSMT4">
                    <p:embed/>
                    <p:pic>
                      <p:nvPicPr>
                        <p:cNvPr id="181271" name="Object 23">
                          <a:extLst>
                            <a:ext uri="{FF2B5EF4-FFF2-40B4-BE49-F238E27FC236}">
                              <a16:creationId xmlns:a16="http://schemas.microsoft.com/office/drawing/2014/main" id="{4F378961-C4E4-4DD0-B5D4-6FBCF8CAC8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3638" y="2714495"/>
                          <a:ext cx="692150" cy="258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4">
              <a:extLst>
                <a:ext uri="{FF2B5EF4-FFF2-40B4-BE49-F238E27FC236}">
                  <a16:creationId xmlns:a16="http://schemas.microsoft.com/office/drawing/2014/main" id="{22BE59CF-CF83-4B96-89E0-B55D9E6C94E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150873"/>
                </p:ext>
              </p:extLst>
            </p:nvPr>
          </p:nvGraphicFramePr>
          <p:xfrm>
            <a:off x="5533504" y="2092326"/>
            <a:ext cx="201613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994" name="Equation" r:id="rId15" imgW="190440" imgH="241200" progId="Equation.DSMT4">
                    <p:embed/>
                  </p:oleObj>
                </mc:Choice>
                <mc:Fallback>
                  <p:oleObj name="Equation" r:id="rId15" imgW="190440" imgH="241200" progId="Equation.DSMT4">
                    <p:embed/>
                    <p:pic>
                      <p:nvPicPr>
                        <p:cNvPr id="181272" name="Object 24">
                          <a:extLst>
                            <a:ext uri="{FF2B5EF4-FFF2-40B4-BE49-F238E27FC236}">
                              <a16:creationId xmlns:a16="http://schemas.microsoft.com/office/drawing/2014/main" id="{7F7C31EB-183F-43CA-BEC7-C947B4EB5A3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33504" y="2092326"/>
                          <a:ext cx="201613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BE168934-2398-42AF-8F68-7E0F477D2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14454" y="1933576"/>
              <a:ext cx="0" cy="685800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sp>
          <p:nvSpPr>
            <p:cNvPr id="30" name="Line 30">
              <a:extLst>
                <a:ext uri="{FF2B5EF4-FFF2-40B4-BE49-F238E27FC236}">
                  <a16:creationId xmlns:a16="http://schemas.microsoft.com/office/drawing/2014/main" id="{66AF8233-18FE-4C56-8797-3EE05779F4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5442" y="1779588"/>
              <a:ext cx="0" cy="863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graphicFrame>
          <p:nvGraphicFramePr>
            <p:cNvPr id="31" name="Object 31">
              <a:extLst>
                <a:ext uri="{FF2B5EF4-FFF2-40B4-BE49-F238E27FC236}">
                  <a16:creationId xmlns:a16="http://schemas.microsoft.com/office/drawing/2014/main" id="{072DAB4B-85DD-4D57-9A9E-D0BE412783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1971728"/>
                </p:ext>
              </p:extLst>
            </p:nvPr>
          </p:nvGraphicFramePr>
          <p:xfrm>
            <a:off x="6192838" y="557213"/>
            <a:ext cx="2106613" cy="869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995" name="Equation" r:id="rId17" imgW="2095200" imgH="863280" progId="Equation.DSMT4">
                    <p:embed/>
                  </p:oleObj>
                </mc:Choice>
                <mc:Fallback>
                  <p:oleObj name="Equation" r:id="rId17" imgW="2095200" imgH="863280" progId="Equation.DSMT4">
                    <p:embed/>
                    <p:pic>
                      <p:nvPicPr>
                        <p:cNvPr id="181279" name="Object 31">
                          <a:extLst>
                            <a:ext uri="{FF2B5EF4-FFF2-40B4-BE49-F238E27FC236}">
                              <a16:creationId xmlns:a16="http://schemas.microsoft.com/office/drawing/2014/main" id="{1F5B8146-6912-41C0-A24D-BAC6E716EE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92838" y="557213"/>
                          <a:ext cx="2106613" cy="869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C6F1BA5C-F2D4-40EB-AB85-EB89A884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904" y="1651001"/>
              <a:ext cx="2744434" cy="1031875"/>
            </a:xfrm>
            <a:custGeom>
              <a:avLst/>
              <a:gdLst>
                <a:gd name="T0" fmla="*/ 0 w 2004"/>
                <a:gd name="T1" fmla="*/ 1000125 h 630"/>
                <a:gd name="T2" fmla="*/ 0 w 2004"/>
                <a:gd name="T3" fmla="*/ 1000125 h 630"/>
                <a:gd name="T4" fmla="*/ 0 w 2004"/>
                <a:gd name="T5" fmla="*/ 990600 h 630"/>
                <a:gd name="T6" fmla="*/ 0 w 2004"/>
                <a:gd name="T7" fmla="*/ 981075 h 630"/>
                <a:gd name="T8" fmla="*/ 9525 w 2004"/>
                <a:gd name="T9" fmla="*/ 962025 h 630"/>
                <a:gd name="T10" fmla="*/ 9525 w 2004"/>
                <a:gd name="T11" fmla="*/ 933450 h 630"/>
                <a:gd name="T12" fmla="*/ 19050 w 2004"/>
                <a:gd name="T13" fmla="*/ 914400 h 630"/>
                <a:gd name="T14" fmla="*/ 28575 w 2004"/>
                <a:gd name="T15" fmla="*/ 885825 h 630"/>
                <a:gd name="T16" fmla="*/ 38100 w 2004"/>
                <a:gd name="T17" fmla="*/ 847725 h 630"/>
                <a:gd name="T18" fmla="*/ 57150 w 2004"/>
                <a:gd name="T19" fmla="*/ 809625 h 630"/>
                <a:gd name="T20" fmla="*/ 76200 w 2004"/>
                <a:gd name="T21" fmla="*/ 771525 h 630"/>
                <a:gd name="T22" fmla="*/ 104775 w 2004"/>
                <a:gd name="T23" fmla="*/ 723900 h 630"/>
                <a:gd name="T24" fmla="*/ 133350 w 2004"/>
                <a:gd name="T25" fmla="*/ 685800 h 630"/>
                <a:gd name="T26" fmla="*/ 171450 w 2004"/>
                <a:gd name="T27" fmla="*/ 638175 h 630"/>
                <a:gd name="T28" fmla="*/ 209550 w 2004"/>
                <a:gd name="T29" fmla="*/ 581025 h 630"/>
                <a:gd name="T30" fmla="*/ 257175 w 2004"/>
                <a:gd name="T31" fmla="*/ 533400 h 630"/>
                <a:gd name="T32" fmla="*/ 304800 w 2004"/>
                <a:gd name="T33" fmla="*/ 485775 h 630"/>
                <a:gd name="T34" fmla="*/ 361950 w 2004"/>
                <a:gd name="T35" fmla="*/ 438150 h 630"/>
                <a:gd name="T36" fmla="*/ 419100 w 2004"/>
                <a:gd name="T37" fmla="*/ 390525 h 630"/>
                <a:gd name="T38" fmla="*/ 485775 w 2004"/>
                <a:gd name="T39" fmla="*/ 342900 h 630"/>
                <a:gd name="T40" fmla="*/ 552450 w 2004"/>
                <a:gd name="T41" fmla="*/ 295275 h 630"/>
                <a:gd name="T42" fmla="*/ 628650 w 2004"/>
                <a:gd name="T43" fmla="*/ 247650 h 630"/>
                <a:gd name="T44" fmla="*/ 704850 w 2004"/>
                <a:gd name="T45" fmla="*/ 209550 h 630"/>
                <a:gd name="T46" fmla="*/ 790575 w 2004"/>
                <a:gd name="T47" fmla="*/ 171450 h 630"/>
                <a:gd name="T48" fmla="*/ 876300 w 2004"/>
                <a:gd name="T49" fmla="*/ 133350 h 630"/>
                <a:gd name="T50" fmla="*/ 962025 w 2004"/>
                <a:gd name="T51" fmla="*/ 104775 h 630"/>
                <a:gd name="T52" fmla="*/ 1057275 w 2004"/>
                <a:gd name="T53" fmla="*/ 76200 h 630"/>
                <a:gd name="T54" fmla="*/ 1152525 w 2004"/>
                <a:gd name="T55" fmla="*/ 47625 h 630"/>
                <a:gd name="T56" fmla="*/ 1247775 w 2004"/>
                <a:gd name="T57" fmla="*/ 28575 h 630"/>
                <a:gd name="T58" fmla="*/ 1352550 w 2004"/>
                <a:gd name="T59" fmla="*/ 19050 h 630"/>
                <a:gd name="T60" fmla="*/ 1447800 w 2004"/>
                <a:gd name="T61" fmla="*/ 9525 h 630"/>
                <a:gd name="T62" fmla="*/ 1552575 w 2004"/>
                <a:gd name="T63" fmla="*/ 0 h 630"/>
                <a:gd name="T64" fmla="*/ 1647825 w 2004"/>
                <a:gd name="T65" fmla="*/ 0 h 630"/>
                <a:gd name="T66" fmla="*/ 1752600 w 2004"/>
                <a:gd name="T67" fmla="*/ 9525 h 630"/>
                <a:gd name="T68" fmla="*/ 1847850 w 2004"/>
                <a:gd name="T69" fmla="*/ 19050 h 630"/>
                <a:gd name="T70" fmla="*/ 1952625 w 2004"/>
                <a:gd name="T71" fmla="*/ 38100 h 630"/>
                <a:gd name="T72" fmla="*/ 2047875 w 2004"/>
                <a:gd name="T73" fmla="*/ 57150 h 630"/>
                <a:gd name="T74" fmla="*/ 2143125 w 2004"/>
                <a:gd name="T75" fmla="*/ 76200 h 630"/>
                <a:gd name="T76" fmla="*/ 2238375 w 2004"/>
                <a:gd name="T77" fmla="*/ 104775 h 630"/>
                <a:gd name="T78" fmla="*/ 2324100 w 2004"/>
                <a:gd name="T79" fmla="*/ 142875 h 630"/>
                <a:gd name="T80" fmla="*/ 2409825 w 2004"/>
                <a:gd name="T81" fmla="*/ 171450 h 630"/>
                <a:gd name="T82" fmla="*/ 2495550 w 2004"/>
                <a:gd name="T83" fmla="*/ 209550 h 630"/>
                <a:gd name="T84" fmla="*/ 2571750 w 2004"/>
                <a:gd name="T85" fmla="*/ 257175 h 630"/>
                <a:gd name="T86" fmla="*/ 2647950 w 2004"/>
                <a:gd name="T87" fmla="*/ 304800 h 630"/>
                <a:gd name="T88" fmla="*/ 2714625 w 2004"/>
                <a:gd name="T89" fmla="*/ 342900 h 630"/>
                <a:gd name="T90" fmla="*/ 2771775 w 2004"/>
                <a:gd name="T91" fmla="*/ 390525 h 630"/>
                <a:gd name="T92" fmla="*/ 2838450 w 2004"/>
                <a:gd name="T93" fmla="*/ 447675 h 630"/>
                <a:gd name="T94" fmla="*/ 2886075 w 2004"/>
                <a:gd name="T95" fmla="*/ 495300 h 630"/>
                <a:gd name="T96" fmla="*/ 2933700 w 2004"/>
                <a:gd name="T97" fmla="*/ 542925 h 630"/>
                <a:gd name="T98" fmla="*/ 2981325 w 2004"/>
                <a:gd name="T99" fmla="*/ 590550 h 630"/>
                <a:gd name="T100" fmla="*/ 3019425 w 2004"/>
                <a:gd name="T101" fmla="*/ 638175 h 630"/>
                <a:gd name="T102" fmla="*/ 3057525 w 2004"/>
                <a:gd name="T103" fmla="*/ 685800 h 630"/>
                <a:gd name="T104" fmla="*/ 3086100 w 2004"/>
                <a:gd name="T105" fmla="*/ 733425 h 630"/>
                <a:gd name="T106" fmla="*/ 3105150 w 2004"/>
                <a:gd name="T107" fmla="*/ 781050 h 630"/>
                <a:gd name="T108" fmla="*/ 3124200 w 2004"/>
                <a:gd name="T109" fmla="*/ 819150 h 630"/>
                <a:gd name="T110" fmla="*/ 3143250 w 2004"/>
                <a:gd name="T111" fmla="*/ 857250 h 630"/>
                <a:gd name="T112" fmla="*/ 3162300 w 2004"/>
                <a:gd name="T113" fmla="*/ 885825 h 630"/>
                <a:gd name="T114" fmla="*/ 3171825 w 2004"/>
                <a:gd name="T115" fmla="*/ 914400 h 630"/>
                <a:gd name="T116" fmla="*/ 3171825 w 2004"/>
                <a:gd name="T117" fmla="*/ 942975 h 630"/>
                <a:gd name="T118" fmla="*/ 3181350 w 2004"/>
                <a:gd name="T119" fmla="*/ 962025 h 630"/>
                <a:gd name="T120" fmla="*/ 3181350 w 2004"/>
                <a:gd name="T121" fmla="*/ 981075 h 630"/>
                <a:gd name="T122" fmla="*/ 3181350 w 2004"/>
                <a:gd name="T123" fmla="*/ 990600 h 630"/>
                <a:gd name="T124" fmla="*/ 3181350 w 2004"/>
                <a:gd name="T125" fmla="*/ 1000125 h 6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04" h="630">
                  <a:moveTo>
                    <a:pt x="0" y="630"/>
                  </a:moveTo>
                  <a:lnTo>
                    <a:pt x="0" y="630"/>
                  </a:lnTo>
                  <a:lnTo>
                    <a:pt x="0" y="624"/>
                  </a:lnTo>
                  <a:lnTo>
                    <a:pt x="0" y="618"/>
                  </a:lnTo>
                  <a:lnTo>
                    <a:pt x="6" y="606"/>
                  </a:lnTo>
                  <a:lnTo>
                    <a:pt x="6" y="588"/>
                  </a:lnTo>
                  <a:lnTo>
                    <a:pt x="12" y="576"/>
                  </a:lnTo>
                  <a:lnTo>
                    <a:pt x="18" y="558"/>
                  </a:lnTo>
                  <a:lnTo>
                    <a:pt x="24" y="534"/>
                  </a:lnTo>
                  <a:lnTo>
                    <a:pt x="36" y="510"/>
                  </a:lnTo>
                  <a:lnTo>
                    <a:pt x="48" y="486"/>
                  </a:lnTo>
                  <a:lnTo>
                    <a:pt x="66" y="456"/>
                  </a:lnTo>
                  <a:lnTo>
                    <a:pt x="84" y="432"/>
                  </a:lnTo>
                  <a:lnTo>
                    <a:pt x="108" y="402"/>
                  </a:lnTo>
                  <a:lnTo>
                    <a:pt x="132" y="366"/>
                  </a:lnTo>
                  <a:lnTo>
                    <a:pt x="162" y="336"/>
                  </a:lnTo>
                  <a:lnTo>
                    <a:pt x="192" y="306"/>
                  </a:lnTo>
                  <a:lnTo>
                    <a:pt x="228" y="276"/>
                  </a:lnTo>
                  <a:lnTo>
                    <a:pt x="264" y="246"/>
                  </a:lnTo>
                  <a:lnTo>
                    <a:pt x="306" y="216"/>
                  </a:lnTo>
                  <a:lnTo>
                    <a:pt x="348" y="186"/>
                  </a:lnTo>
                  <a:lnTo>
                    <a:pt x="396" y="156"/>
                  </a:lnTo>
                  <a:lnTo>
                    <a:pt x="444" y="132"/>
                  </a:lnTo>
                  <a:lnTo>
                    <a:pt x="498" y="108"/>
                  </a:lnTo>
                  <a:lnTo>
                    <a:pt x="552" y="84"/>
                  </a:lnTo>
                  <a:lnTo>
                    <a:pt x="606" y="66"/>
                  </a:lnTo>
                  <a:lnTo>
                    <a:pt x="666" y="48"/>
                  </a:lnTo>
                  <a:lnTo>
                    <a:pt x="726" y="30"/>
                  </a:lnTo>
                  <a:lnTo>
                    <a:pt x="786" y="18"/>
                  </a:lnTo>
                  <a:lnTo>
                    <a:pt x="852" y="12"/>
                  </a:lnTo>
                  <a:lnTo>
                    <a:pt x="912" y="6"/>
                  </a:lnTo>
                  <a:lnTo>
                    <a:pt x="978" y="0"/>
                  </a:lnTo>
                  <a:lnTo>
                    <a:pt x="1038" y="0"/>
                  </a:lnTo>
                  <a:lnTo>
                    <a:pt x="1104" y="6"/>
                  </a:lnTo>
                  <a:lnTo>
                    <a:pt x="1164" y="12"/>
                  </a:lnTo>
                  <a:lnTo>
                    <a:pt x="1230" y="24"/>
                  </a:lnTo>
                  <a:lnTo>
                    <a:pt x="1290" y="36"/>
                  </a:lnTo>
                  <a:lnTo>
                    <a:pt x="1350" y="48"/>
                  </a:lnTo>
                  <a:lnTo>
                    <a:pt x="1410" y="66"/>
                  </a:lnTo>
                  <a:lnTo>
                    <a:pt x="1464" y="90"/>
                  </a:lnTo>
                  <a:lnTo>
                    <a:pt x="1518" y="108"/>
                  </a:lnTo>
                  <a:lnTo>
                    <a:pt x="1572" y="132"/>
                  </a:lnTo>
                  <a:lnTo>
                    <a:pt x="1620" y="162"/>
                  </a:lnTo>
                  <a:lnTo>
                    <a:pt x="1668" y="192"/>
                  </a:lnTo>
                  <a:lnTo>
                    <a:pt x="1710" y="216"/>
                  </a:lnTo>
                  <a:lnTo>
                    <a:pt x="1746" y="246"/>
                  </a:lnTo>
                  <a:lnTo>
                    <a:pt x="1788" y="282"/>
                  </a:lnTo>
                  <a:lnTo>
                    <a:pt x="1818" y="312"/>
                  </a:lnTo>
                  <a:lnTo>
                    <a:pt x="1848" y="342"/>
                  </a:lnTo>
                  <a:lnTo>
                    <a:pt x="1878" y="372"/>
                  </a:lnTo>
                  <a:lnTo>
                    <a:pt x="1902" y="402"/>
                  </a:lnTo>
                  <a:lnTo>
                    <a:pt x="1926" y="432"/>
                  </a:lnTo>
                  <a:lnTo>
                    <a:pt x="1944" y="462"/>
                  </a:lnTo>
                  <a:lnTo>
                    <a:pt x="1956" y="492"/>
                  </a:lnTo>
                  <a:lnTo>
                    <a:pt x="1968" y="516"/>
                  </a:lnTo>
                  <a:lnTo>
                    <a:pt x="1980" y="540"/>
                  </a:lnTo>
                  <a:lnTo>
                    <a:pt x="1992" y="558"/>
                  </a:lnTo>
                  <a:lnTo>
                    <a:pt x="1998" y="576"/>
                  </a:lnTo>
                  <a:lnTo>
                    <a:pt x="1998" y="594"/>
                  </a:lnTo>
                  <a:lnTo>
                    <a:pt x="2004" y="606"/>
                  </a:lnTo>
                  <a:lnTo>
                    <a:pt x="2004" y="618"/>
                  </a:lnTo>
                  <a:lnTo>
                    <a:pt x="2004" y="624"/>
                  </a:lnTo>
                  <a:lnTo>
                    <a:pt x="2004" y="630"/>
                  </a:lnTo>
                </a:path>
              </a:pathLst>
            </a:custGeom>
            <a:noFill/>
            <a:ln w="19050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2400" b="1">
                <a:latin typeface="+mj-ea"/>
                <a:ea typeface="+mj-ea"/>
              </a:endParaRPr>
            </a:p>
          </p:txBody>
        </p:sp>
        <p:grpSp>
          <p:nvGrpSpPr>
            <p:cNvPr id="42" name="Group 49">
              <a:extLst>
                <a:ext uri="{FF2B5EF4-FFF2-40B4-BE49-F238E27FC236}">
                  <a16:creationId xmlns:a16="http://schemas.microsoft.com/office/drawing/2014/main" id="{4C24FEBA-4AE4-49BD-9DA7-B54B622FB9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8153" y="1004888"/>
              <a:ext cx="4654550" cy="1997075"/>
              <a:chOff x="960" y="672"/>
              <a:chExt cx="2932" cy="1258"/>
            </a:xfrm>
          </p:grpSpPr>
          <p:graphicFrame>
            <p:nvGraphicFramePr>
              <p:cNvPr id="43" name="Object 43">
                <a:extLst>
                  <a:ext uri="{FF2B5EF4-FFF2-40B4-BE49-F238E27FC236}">
                    <a16:creationId xmlns:a16="http://schemas.microsoft.com/office/drawing/2014/main" id="{2FD38E98-5A89-4F28-81CD-801DFE9FA73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64617953"/>
                  </p:ext>
                </p:extLst>
              </p:nvPr>
            </p:nvGraphicFramePr>
            <p:xfrm>
              <a:off x="1800" y="1756"/>
              <a:ext cx="149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996" name="Equation" r:id="rId19" imgW="228600" imgH="241200" progId="Equation.DSMT4">
                      <p:embed/>
                    </p:oleObj>
                  </mc:Choice>
                  <mc:Fallback>
                    <p:oleObj name="Equation" r:id="rId19" imgW="228600" imgH="241200" progId="Equation.DSMT4">
                      <p:embed/>
                      <p:pic>
                        <p:nvPicPr>
                          <p:cNvPr id="37915" name="Object 43">
                            <a:extLst>
                              <a:ext uri="{FF2B5EF4-FFF2-40B4-BE49-F238E27FC236}">
                                <a16:creationId xmlns:a16="http://schemas.microsoft.com/office/drawing/2014/main" id="{0594828C-33E6-42AC-BCA6-E1318E54705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00" y="1756"/>
                            <a:ext cx="149" cy="159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44">
                <a:extLst>
                  <a:ext uri="{FF2B5EF4-FFF2-40B4-BE49-F238E27FC236}">
                    <a16:creationId xmlns:a16="http://schemas.microsoft.com/office/drawing/2014/main" id="{495C0CE2-55D9-481D-9617-C9A7BE74557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26281633"/>
                  </p:ext>
                </p:extLst>
              </p:nvPr>
            </p:nvGraphicFramePr>
            <p:xfrm>
              <a:off x="3381" y="1740"/>
              <a:ext cx="300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997" name="Equation" r:id="rId21" imgW="469800" imgH="291960" progId="Equation.DSMT4">
                      <p:embed/>
                    </p:oleObj>
                  </mc:Choice>
                  <mc:Fallback>
                    <p:oleObj name="Equation" r:id="rId21" imgW="469800" imgH="291960" progId="Equation.DSMT4">
                      <p:embed/>
                      <p:pic>
                        <p:nvPicPr>
                          <p:cNvPr id="37916" name="Object 44">
                            <a:extLst>
                              <a:ext uri="{FF2B5EF4-FFF2-40B4-BE49-F238E27FC236}">
                                <a16:creationId xmlns:a16="http://schemas.microsoft.com/office/drawing/2014/main" id="{389AA58C-FE2E-433D-A473-DCB6E86627A5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81" y="1740"/>
                            <a:ext cx="300" cy="19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" name="Line 45">
                <a:extLst>
                  <a:ext uri="{FF2B5EF4-FFF2-40B4-BE49-F238E27FC236}">
                    <a16:creationId xmlns:a16="http://schemas.microsoft.com/office/drawing/2014/main" id="{F59BC756-285F-4F3D-AD02-7FB0C7777A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713"/>
                <a:ext cx="2844" cy="1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sp>
            <p:nvSpPr>
              <p:cNvPr id="46" name="Line 46">
                <a:extLst>
                  <a:ext uri="{FF2B5EF4-FFF2-40B4-BE49-F238E27FC236}">
                    <a16:creationId xmlns:a16="http://schemas.microsoft.com/office/drawing/2014/main" id="{C82578C5-93AC-4F34-99CB-6165DF018F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36" y="672"/>
                <a:ext cx="0" cy="120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 b="1">
                  <a:latin typeface="+mj-ea"/>
                  <a:ea typeface="+mj-ea"/>
                </a:endParaRPr>
              </a:p>
            </p:txBody>
          </p:sp>
          <p:graphicFrame>
            <p:nvGraphicFramePr>
              <p:cNvPr id="47" name="Object 47">
                <a:extLst>
                  <a:ext uri="{FF2B5EF4-FFF2-40B4-BE49-F238E27FC236}">
                    <a16:creationId xmlns:a16="http://schemas.microsoft.com/office/drawing/2014/main" id="{538E77E5-6D66-4FF8-9870-4E379D0DB7B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34323058"/>
                  </p:ext>
                </p:extLst>
              </p:nvPr>
            </p:nvGraphicFramePr>
            <p:xfrm>
              <a:off x="3778" y="1748"/>
              <a:ext cx="114" cy="1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998" name="Equation" r:id="rId23" imgW="177480" imgH="190440" progId="Equation.DSMT4">
                      <p:embed/>
                    </p:oleObj>
                  </mc:Choice>
                  <mc:Fallback>
                    <p:oleObj name="Equation" r:id="rId23" imgW="177480" imgH="190440" progId="Equation.DSMT4">
                      <p:embed/>
                      <p:pic>
                        <p:nvPicPr>
                          <p:cNvPr id="37919" name="Object 47">
                            <a:extLst>
                              <a:ext uri="{FF2B5EF4-FFF2-40B4-BE49-F238E27FC236}">
                                <a16:creationId xmlns:a16="http://schemas.microsoft.com/office/drawing/2014/main" id="{18BBBD1B-B854-4FCD-8AE5-66102E1720A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78" y="1748"/>
                            <a:ext cx="114" cy="1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14005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8" name="Object 48">
                <a:extLst>
                  <a:ext uri="{FF2B5EF4-FFF2-40B4-BE49-F238E27FC236}">
                    <a16:creationId xmlns:a16="http://schemas.microsoft.com/office/drawing/2014/main" id="{D254110D-11B2-4548-BDB6-681D3900355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7417660"/>
                  </p:ext>
                </p:extLst>
              </p:nvPr>
            </p:nvGraphicFramePr>
            <p:xfrm>
              <a:off x="1538" y="685"/>
              <a:ext cx="123" cy="1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8999" name="Equation" r:id="rId25" imgW="190440" imgH="241200" progId="Equation.DSMT4">
                      <p:embed/>
                    </p:oleObj>
                  </mc:Choice>
                  <mc:Fallback>
                    <p:oleObj name="Equation" r:id="rId25" imgW="190440" imgH="241200" progId="Equation.DSMT4">
                      <p:embed/>
                      <p:pic>
                        <p:nvPicPr>
                          <p:cNvPr id="37920" name="Object 48">
                            <a:extLst>
                              <a:ext uri="{FF2B5EF4-FFF2-40B4-BE49-F238E27FC236}">
                                <a16:creationId xmlns:a16="http://schemas.microsoft.com/office/drawing/2014/main" id="{519C520A-96EE-4B31-BCD5-55633408ADD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8" y="685"/>
                            <a:ext cx="123" cy="1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14005A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8187EA8C-5E3D-42CA-AF97-DAAF374873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88033"/>
              </p:ext>
            </p:extLst>
          </p:nvPr>
        </p:nvGraphicFramePr>
        <p:xfrm>
          <a:off x="2845353" y="4210093"/>
          <a:ext cx="4292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00" name="Equation" r:id="rId27" imgW="4292280" imgH="634680" progId="Equation.DSMT4">
                  <p:embed/>
                </p:oleObj>
              </mc:Choice>
              <mc:Fallback>
                <p:oleObj name="Equation" r:id="rId27" imgW="42922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845353" y="4210093"/>
                        <a:ext cx="42926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2A1F5389-B26E-439B-80B7-38A18057A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295517"/>
              </p:ext>
            </p:extLst>
          </p:nvPr>
        </p:nvGraphicFramePr>
        <p:xfrm>
          <a:off x="2241710" y="2424463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01" name="Equation" r:id="rId29" imgW="1143000" imgH="342720" progId="Equation.DSMT4">
                  <p:embed/>
                </p:oleObj>
              </mc:Choice>
              <mc:Fallback>
                <p:oleObj name="Equation" r:id="rId29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241710" y="2424463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文本框 50">
            <a:extLst>
              <a:ext uri="{FF2B5EF4-FFF2-40B4-BE49-F238E27FC236}">
                <a16:creationId xmlns:a16="http://schemas.microsoft.com/office/drawing/2014/main" id="{A14C1129-C3B0-4A9F-A99E-49D85DE3FC06}"/>
              </a:ext>
            </a:extLst>
          </p:cNvPr>
          <p:cNvSpPr txBox="1"/>
          <p:nvPr/>
        </p:nvSpPr>
        <p:spPr>
          <a:xfrm>
            <a:off x="3304192" y="3713133"/>
            <a:ext cx="1733167" cy="4001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>
              <a:spcBef>
                <a:spcPct val="0"/>
              </a:spcBef>
              <a:buNone/>
              <a:defRPr sz="2400" b="1">
                <a:solidFill>
                  <a:srgbClr val="FF0000"/>
                </a:solidFill>
                <a:latin typeface="+mn-ea"/>
                <a:cs typeface="+mj-cs"/>
              </a:defRPr>
            </a:lvl1pPr>
          </a:lstStyle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定积分换元法</a:t>
            </a:r>
          </a:p>
        </p:txBody>
      </p:sp>
    </p:spTree>
    <p:extLst>
      <p:ext uri="{BB962C8B-B14F-4D97-AF65-F5344CB8AC3E}">
        <p14:creationId xmlns:p14="http://schemas.microsoft.com/office/powerpoint/2010/main" val="80730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" grpId="0"/>
      <p:bldP spid="5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EA42C14-0AEE-4B70-B43C-F22027DDDB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8543668"/>
              </p:ext>
            </p:extLst>
          </p:nvPr>
        </p:nvGraphicFramePr>
        <p:xfrm>
          <a:off x="1979712" y="483518"/>
          <a:ext cx="89376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55" name="Equation" r:id="rId4" imgW="888840" imgH="419040" progId="Equation.DSMT4">
                  <p:embed/>
                </p:oleObj>
              </mc:Choice>
              <mc:Fallback>
                <p:oleObj name="Equation" r:id="rId4" imgW="888840" imgH="419040" progId="Equation.DSMT4">
                  <p:embed/>
                  <p:pic>
                    <p:nvPicPr>
                      <p:cNvPr id="38915" name="Object 3">
                        <a:extLst>
                          <a:ext uri="{FF2B5EF4-FFF2-40B4-BE49-F238E27FC236}">
                            <a16:creationId xmlns:a16="http://schemas.microsoft.com/office/drawing/2014/main" id="{D2E5A9F5-5349-4A71-9F60-9EA5C19E2D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83518"/>
                        <a:ext cx="89376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B841686-8964-4A51-A496-3A2BC00238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972880"/>
              </p:ext>
            </p:extLst>
          </p:nvPr>
        </p:nvGraphicFramePr>
        <p:xfrm>
          <a:off x="2339752" y="910555"/>
          <a:ext cx="4292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56" name="Equation" r:id="rId6" imgW="4292280" imgH="634680" progId="Equation.DSMT4">
                  <p:embed/>
                </p:oleObj>
              </mc:Choice>
              <mc:Fallback>
                <p:oleObj name="Equation" r:id="rId6" imgW="42922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39752" y="910555"/>
                        <a:ext cx="42926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CDCD4DE-8D94-4DE9-BC73-3DF09A604E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628759"/>
              </p:ext>
            </p:extLst>
          </p:nvPr>
        </p:nvGraphicFramePr>
        <p:xfrm>
          <a:off x="2335898" y="1627633"/>
          <a:ext cx="3505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57" name="Equation" r:id="rId8" imgW="3504960" imgH="723600" progId="Equation.DSMT4">
                  <p:embed/>
                </p:oleObj>
              </mc:Choice>
              <mc:Fallback>
                <p:oleObj name="Equation" r:id="rId8" imgW="35049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35898" y="1627633"/>
                        <a:ext cx="3505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15E27AD-545F-4656-A13B-FA58B900E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498549"/>
              </p:ext>
            </p:extLst>
          </p:nvPr>
        </p:nvGraphicFramePr>
        <p:xfrm>
          <a:off x="1296286" y="1989583"/>
          <a:ext cx="1028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58" name="Equation" r:id="rId10" imgW="1028520" imgH="723600" progId="Equation.DSMT4">
                  <p:embed/>
                </p:oleObj>
              </mc:Choice>
              <mc:Fallback>
                <p:oleObj name="Equation" r:id="rId10" imgW="102852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96286" y="1989583"/>
                        <a:ext cx="1028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D34A73F-06EE-4A8B-9B66-AA7D063081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2297567"/>
              </p:ext>
            </p:extLst>
          </p:nvPr>
        </p:nvGraphicFramePr>
        <p:xfrm>
          <a:off x="2339901" y="2547735"/>
          <a:ext cx="39878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59" name="Equation" r:id="rId12" imgW="3987720" imgH="634680" progId="Equation.DSMT4">
                  <p:embed/>
                </p:oleObj>
              </mc:Choice>
              <mc:Fallback>
                <p:oleObj name="Equation" r:id="rId12" imgW="398772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339901" y="2547735"/>
                        <a:ext cx="39878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4FA1485-6C6D-4EFA-8713-6D1F0048C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509675"/>
              </p:ext>
            </p:extLst>
          </p:nvPr>
        </p:nvGraphicFramePr>
        <p:xfrm>
          <a:off x="884644" y="2957934"/>
          <a:ext cx="1447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60" name="Equation" r:id="rId14" imgW="1447560" imgH="723600" progId="Equation.DSMT4">
                  <p:embed/>
                </p:oleObj>
              </mc:Choice>
              <mc:Fallback>
                <p:oleObj name="Equation" r:id="rId14" imgW="1447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84644" y="2957934"/>
                        <a:ext cx="1447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C45F117-F56E-40E1-B0A4-F1AC6FAC21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972779"/>
              </p:ext>
            </p:extLst>
          </p:nvPr>
        </p:nvGraphicFramePr>
        <p:xfrm>
          <a:off x="2330869" y="3353713"/>
          <a:ext cx="4445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61" name="Equation" r:id="rId16" imgW="4444920" imgH="685800" progId="Equation.DSMT4">
                  <p:embed/>
                </p:oleObj>
              </mc:Choice>
              <mc:Fallback>
                <p:oleObj name="Equation" r:id="rId16" imgW="444492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30869" y="3353713"/>
                        <a:ext cx="4445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D181F4DB-37E7-45C6-9F1E-2C3E4D3E359D}"/>
              </a:ext>
            </a:extLst>
          </p:cNvPr>
          <p:cNvGrpSpPr/>
          <p:nvPr/>
        </p:nvGrpSpPr>
        <p:grpSpPr>
          <a:xfrm>
            <a:off x="3866248" y="3988713"/>
            <a:ext cx="3276600" cy="571002"/>
            <a:chOff x="3866248" y="3988713"/>
            <a:chExt cx="3276600" cy="571002"/>
          </a:xfrm>
        </p:grpSpPr>
        <p:sp>
          <p:nvSpPr>
            <p:cNvPr id="13" name="Text Box 2">
              <a:extLst>
                <a:ext uri="{FF2B5EF4-FFF2-40B4-BE49-F238E27FC236}">
                  <a16:creationId xmlns:a16="http://schemas.microsoft.com/office/drawing/2014/main" id="{A09A71D7-457D-47E3-8A71-701AAE3CF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9848" y="3988713"/>
              <a:ext cx="1143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偶函数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B0695754-2288-49A2-8688-4B3C6108B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76048" y="3988713"/>
              <a:ext cx="990600" cy="0"/>
            </a:xfrm>
            <a:prstGeom prst="line">
              <a:avLst/>
            </a:prstGeom>
            <a:noFill/>
            <a:ln w="19050">
              <a:solidFill>
                <a:srgbClr val="19C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CBD2E980-C739-4C21-8140-FEDC51230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5848" y="3988713"/>
              <a:ext cx="381000" cy="0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92FA3701-D62B-493A-B482-A08FEE4FD4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9648" y="4102515"/>
              <a:ext cx="1219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3366FF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奇函数</a:t>
              </a: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4C3869D-A317-4AF0-8F1F-E329320D38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71048" y="4064913"/>
              <a:ext cx="304800" cy="307037"/>
            </a:xfrm>
            <a:prstGeom prst="line">
              <a:avLst/>
            </a:prstGeom>
            <a:noFill/>
            <a:ln w="12700">
              <a:solidFill>
                <a:schemeClr val="accent6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4568BD27-E967-4DF1-B20E-47496A143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90248" y="4064913"/>
              <a:ext cx="304800" cy="307037"/>
            </a:xfrm>
            <a:prstGeom prst="line">
              <a:avLst/>
            </a:prstGeom>
            <a:noFill/>
            <a:ln w="12700">
              <a:solidFill>
                <a:schemeClr val="accent6">
                  <a:lumMod val="75000"/>
                </a:schemeClr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955FCE22-F55C-4CDF-B5A0-4DD0A12F2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6248" y="3988713"/>
              <a:ext cx="381000" cy="0"/>
            </a:xfrm>
            <a:prstGeom prst="line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054528C3-C2A6-44AF-AE47-F2ADCC3E3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5448" y="3988713"/>
              <a:ext cx="755650" cy="0"/>
            </a:xfrm>
            <a:prstGeom prst="line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" name="Object 13">
            <a:extLst>
              <a:ext uri="{FF2B5EF4-FFF2-40B4-BE49-F238E27FC236}">
                <a16:creationId xmlns:a16="http://schemas.microsoft.com/office/drawing/2014/main" id="{B6956770-65B9-4AE3-A855-4D9E5DE2C3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181130"/>
              </p:ext>
            </p:extLst>
          </p:nvPr>
        </p:nvGraphicFramePr>
        <p:xfrm>
          <a:off x="2370138" y="4402138"/>
          <a:ext cx="116363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62" name="Equation" r:id="rId18" imgW="1155600" imgH="406080" progId="Equation.DSMT4">
                  <p:embed/>
                </p:oleObj>
              </mc:Choice>
              <mc:Fallback>
                <p:oleObj name="Equation" r:id="rId18" imgW="1155600" imgH="406080" progId="Equation.DSMT4">
                  <p:embed/>
                  <p:pic>
                    <p:nvPicPr>
                      <p:cNvPr id="182285" name="Object 13">
                        <a:extLst>
                          <a:ext uri="{FF2B5EF4-FFF2-40B4-BE49-F238E27FC236}">
                            <a16:creationId xmlns:a16="http://schemas.microsoft.com/office/drawing/2014/main" id="{7D09D65E-E745-4434-8C58-F9F81ECAB9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4402138"/>
                        <a:ext cx="116363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953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18">
            <a:extLst>
              <a:ext uri="{FF2B5EF4-FFF2-40B4-BE49-F238E27FC236}">
                <a16:creationId xmlns:a16="http://schemas.microsoft.com/office/drawing/2014/main" id="{B4542671-AA1C-4E56-AEC6-01DD2F4931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07948" y="203413"/>
            <a:ext cx="3008013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柱壳法求旋转体体积</a:t>
            </a:r>
          </a:p>
        </p:txBody>
      </p:sp>
      <p:sp>
        <p:nvSpPr>
          <p:cNvPr id="50182" name="Text Box 21">
            <a:extLst>
              <a:ext uri="{FF2B5EF4-FFF2-40B4-BE49-F238E27FC236}">
                <a16:creationId xmlns:a16="http://schemas.microsoft.com/office/drawing/2014/main" id="{1057750E-5D96-4B0F-9A87-E4B563645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428" y="1355644"/>
            <a:ext cx="2902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所得旋转体的体积</a:t>
            </a:r>
            <a:r>
              <a:rPr kumimoji="1" lang="en-US" altLang="zh-CN" sz="2400" b="1" dirty="0">
                <a:latin typeface="+mn-ea"/>
                <a:ea typeface="+mn-ea"/>
              </a:rPr>
              <a:t>. </a:t>
            </a:r>
            <a:endParaRPr kumimoji="1" lang="en-US" altLang="zh-CN" sz="24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CDD01A9-C713-4C32-AAEB-0E736B821CC8}"/>
              </a:ext>
            </a:extLst>
          </p:cNvPr>
          <p:cNvGrpSpPr/>
          <p:nvPr/>
        </p:nvGrpSpPr>
        <p:grpSpPr>
          <a:xfrm>
            <a:off x="828499" y="861415"/>
            <a:ext cx="4007026" cy="461665"/>
            <a:chOff x="816476" y="850406"/>
            <a:chExt cx="4007026" cy="461665"/>
          </a:xfrm>
        </p:grpSpPr>
        <p:sp>
          <p:nvSpPr>
            <p:cNvPr id="40" name="Text Box 16">
              <a:extLst>
                <a:ext uri="{FF2B5EF4-FFF2-40B4-BE49-F238E27FC236}">
                  <a16:creationId xmlns:a16="http://schemas.microsoft.com/office/drawing/2014/main" id="{0DC7C3CA-254A-4F4B-963C-258A537526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476" y="850406"/>
              <a:ext cx="98610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求由</a:t>
              </a:r>
            </a:p>
          </p:txBody>
        </p:sp>
        <p:graphicFrame>
          <p:nvGraphicFramePr>
            <p:cNvPr id="41" name="Object 22">
              <a:extLst>
                <a:ext uri="{FF2B5EF4-FFF2-40B4-BE49-F238E27FC236}">
                  <a16:creationId xmlns:a16="http://schemas.microsoft.com/office/drawing/2014/main" id="{58AAE410-C1D9-4F93-80D0-7FF7AE5728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26709148"/>
                </p:ext>
              </p:extLst>
            </p:nvPr>
          </p:nvGraphicFramePr>
          <p:xfrm>
            <a:off x="1572302" y="927204"/>
            <a:ext cx="32512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59" name="MathType 6.0 Equation" r:id="rId4" imgW="3251160" imgH="342720" progId="Equation.DSMT4">
                    <p:embed/>
                  </p:oleObj>
                </mc:Choice>
                <mc:Fallback>
                  <p:oleObj name="MathType 6.0 Equation" r:id="rId4" imgW="3251160" imgH="342720" progId="Equation.DSMT4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2302" y="927204"/>
                          <a:ext cx="3251200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E7CA94B-7754-45F0-9BB2-C6BE174AB2E7}"/>
              </a:ext>
            </a:extLst>
          </p:cNvPr>
          <p:cNvGrpSpPr/>
          <p:nvPr/>
        </p:nvGrpSpPr>
        <p:grpSpPr>
          <a:xfrm>
            <a:off x="4842220" y="830287"/>
            <a:ext cx="3792633" cy="466795"/>
            <a:chOff x="4884288" y="826822"/>
            <a:chExt cx="3792633" cy="466795"/>
          </a:xfrm>
        </p:grpSpPr>
        <p:sp>
          <p:nvSpPr>
            <p:cNvPr id="48" name="Text Box 16">
              <a:extLst>
                <a:ext uri="{FF2B5EF4-FFF2-40B4-BE49-F238E27FC236}">
                  <a16:creationId xmlns:a16="http://schemas.microsoft.com/office/drawing/2014/main" id="{99598218-D030-4104-98DF-9ED65583D5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4288" y="831952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所围图形绕</a:t>
              </a:r>
            </a:p>
          </p:txBody>
        </p:sp>
        <p:graphicFrame>
          <p:nvGraphicFramePr>
            <p:cNvPr id="49" name="Object 22">
              <a:extLst>
                <a:ext uri="{FF2B5EF4-FFF2-40B4-BE49-F238E27FC236}">
                  <a16:creationId xmlns:a16="http://schemas.microsoft.com/office/drawing/2014/main" id="{25DCC44A-F0DB-4A9B-96F6-D03717B241A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6607327"/>
                </p:ext>
              </p:extLst>
            </p:nvPr>
          </p:nvGraphicFramePr>
          <p:xfrm>
            <a:off x="6557045" y="968035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60" name="MathType 6.0 Equation" r:id="rId6" imgW="215640" imgH="266400" progId="Equation.DSMT4">
                    <p:embed/>
                  </p:oleObj>
                </mc:Choice>
                <mc:Fallback>
                  <p:oleObj name="MathType 6.0 Equation" r:id="rId6" imgW="215640" imgH="266400" progId="Equation.DSMT4">
                    <p:embed/>
                    <p:pic>
                      <p:nvPicPr>
                        <p:cNvPr id="16" name="Object 22">
                          <a:extLst>
                            <a:ext uri="{FF2B5EF4-FFF2-40B4-BE49-F238E27FC236}">
                              <a16:creationId xmlns:a16="http://schemas.microsoft.com/office/drawing/2014/main" id="{5BCE13AB-7C57-49F9-AD06-E13BF6E35F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57045" y="968035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" name="Text Box 16">
              <a:extLst>
                <a:ext uri="{FF2B5EF4-FFF2-40B4-BE49-F238E27FC236}">
                  <a16:creationId xmlns:a16="http://schemas.microsoft.com/office/drawing/2014/main" id="{B9068E22-3E1C-4D2F-95C1-F5BB40CAA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8461" y="826822"/>
              <a:ext cx="188846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轴旋转一周，</a:t>
              </a:r>
            </a:p>
          </p:txBody>
        </p:sp>
      </p:grp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4BAEA66F-2735-43E2-9894-31D418EA5EE5}"/>
              </a:ext>
            </a:extLst>
          </p:cNvPr>
          <p:cNvSpPr/>
          <p:nvPr/>
        </p:nvSpPr>
        <p:spPr>
          <a:xfrm flipH="1">
            <a:off x="3064044" y="2550681"/>
            <a:ext cx="1554480" cy="1387503"/>
          </a:xfrm>
          <a:custGeom>
            <a:avLst/>
            <a:gdLst>
              <a:gd name="connsiteX0" fmla="*/ 0 w 1554480"/>
              <a:gd name="connsiteY0" fmla="*/ 0 h 1387503"/>
              <a:gd name="connsiteX1" fmla="*/ 43732 w 1554480"/>
              <a:gd name="connsiteY1" fmla="*/ 159026 h 1387503"/>
              <a:gd name="connsiteX2" fmla="*/ 83489 w 1554480"/>
              <a:gd name="connsiteY2" fmla="*/ 234563 h 1387503"/>
              <a:gd name="connsiteX3" fmla="*/ 198783 w 1554480"/>
              <a:gd name="connsiteY3" fmla="*/ 333955 h 1387503"/>
              <a:gd name="connsiteX4" fmla="*/ 341906 w 1554480"/>
              <a:gd name="connsiteY4" fmla="*/ 401541 h 1387503"/>
              <a:gd name="connsiteX5" fmla="*/ 687788 w 1554480"/>
              <a:gd name="connsiteY5" fmla="*/ 540689 h 1387503"/>
              <a:gd name="connsiteX6" fmla="*/ 1260282 w 1554480"/>
              <a:gd name="connsiteY6" fmla="*/ 711642 h 1387503"/>
              <a:gd name="connsiteX7" fmla="*/ 1554480 w 1554480"/>
              <a:gd name="connsiteY7" fmla="*/ 791155 h 1387503"/>
              <a:gd name="connsiteX8" fmla="*/ 1554480 w 1554480"/>
              <a:gd name="connsiteY8" fmla="*/ 1387503 h 1387503"/>
              <a:gd name="connsiteX9" fmla="*/ 3976 w 1554480"/>
              <a:gd name="connsiteY9" fmla="*/ 1379551 h 1387503"/>
              <a:gd name="connsiteX10" fmla="*/ 0 w 1554480"/>
              <a:gd name="connsiteY10" fmla="*/ 0 h 1387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54480" h="1387503">
                <a:moveTo>
                  <a:pt x="0" y="0"/>
                </a:moveTo>
                <a:lnTo>
                  <a:pt x="43732" y="159026"/>
                </a:lnTo>
                <a:lnTo>
                  <a:pt x="83489" y="234563"/>
                </a:lnTo>
                <a:lnTo>
                  <a:pt x="198783" y="333955"/>
                </a:lnTo>
                <a:lnTo>
                  <a:pt x="341906" y="401541"/>
                </a:lnTo>
                <a:lnTo>
                  <a:pt x="687788" y="540689"/>
                </a:lnTo>
                <a:lnTo>
                  <a:pt x="1260282" y="711642"/>
                </a:lnTo>
                <a:lnTo>
                  <a:pt x="1554480" y="791155"/>
                </a:lnTo>
                <a:lnTo>
                  <a:pt x="1554480" y="1387503"/>
                </a:lnTo>
                <a:lnTo>
                  <a:pt x="3976" y="1379551"/>
                </a:lnTo>
                <a:cubicBezTo>
                  <a:pt x="2651" y="926327"/>
                  <a:pt x="1325" y="473102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45D73235-514D-4412-9090-0AE10713AC72}"/>
              </a:ext>
            </a:extLst>
          </p:cNvPr>
          <p:cNvSpPr/>
          <p:nvPr/>
        </p:nvSpPr>
        <p:spPr>
          <a:xfrm>
            <a:off x="5184238" y="2571675"/>
            <a:ext cx="1554480" cy="1387503"/>
          </a:xfrm>
          <a:custGeom>
            <a:avLst/>
            <a:gdLst>
              <a:gd name="connsiteX0" fmla="*/ 0 w 1554480"/>
              <a:gd name="connsiteY0" fmla="*/ 0 h 1387503"/>
              <a:gd name="connsiteX1" fmla="*/ 43732 w 1554480"/>
              <a:gd name="connsiteY1" fmla="*/ 159026 h 1387503"/>
              <a:gd name="connsiteX2" fmla="*/ 83489 w 1554480"/>
              <a:gd name="connsiteY2" fmla="*/ 234563 h 1387503"/>
              <a:gd name="connsiteX3" fmla="*/ 198783 w 1554480"/>
              <a:gd name="connsiteY3" fmla="*/ 333955 h 1387503"/>
              <a:gd name="connsiteX4" fmla="*/ 341906 w 1554480"/>
              <a:gd name="connsiteY4" fmla="*/ 401541 h 1387503"/>
              <a:gd name="connsiteX5" fmla="*/ 687788 w 1554480"/>
              <a:gd name="connsiteY5" fmla="*/ 540689 h 1387503"/>
              <a:gd name="connsiteX6" fmla="*/ 1260282 w 1554480"/>
              <a:gd name="connsiteY6" fmla="*/ 711642 h 1387503"/>
              <a:gd name="connsiteX7" fmla="*/ 1554480 w 1554480"/>
              <a:gd name="connsiteY7" fmla="*/ 791155 h 1387503"/>
              <a:gd name="connsiteX8" fmla="*/ 1554480 w 1554480"/>
              <a:gd name="connsiteY8" fmla="*/ 1387503 h 1387503"/>
              <a:gd name="connsiteX9" fmla="*/ 3976 w 1554480"/>
              <a:gd name="connsiteY9" fmla="*/ 1379551 h 1387503"/>
              <a:gd name="connsiteX10" fmla="*/ 0 w 1554480"/>
              <a:gd name="connsiteY10" fmla="*/ 0 h 1387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54480" h="1387503">
                <a:moveTo>
                  <a:pt x="0" y="0"/>
                </a:moveTo>
                <a:lnTo>
                  <a:pt x="43732" y="159026"/>
                </a:lnTo>
                <a:lnTo>
                  <a:pt x="83489" y="234563"/>
                </a:lnTo>
                <a:lnTo>
                  <a:pt x="198783" y="333955"/>
                </a:lnTo>
                <a:lnTo>
                  <a:pt x="341906" y="401541"/>
                </a:lnTo>
                <a:lnTo>
                  <a:pt x="687788" y="540689"/>
                </a:lnTo>
                <a:lnTo>
                  <a:pt x="1260282" y="711642"/>
                </a:lnTo>
                <a:lnTo>
                  <a:pt x="1554480" y="791155"/>
                </a:lnTo>
                <a:lnTo>
                  <a:pt x="1554480" y="1387503"/>
                </a:lnTo>
                <a:lnTo>
                  <a:pt x="3976" y="1379551"/>
                </a:lnTo>
                <a:cubicBezTo>
                  <a:pt x="2651" y="926327"/>
                  <a:pt x="1325" y="473102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E5E52BCC-6F32-41A5-88BE-1B44ECC4C061}"/>
              </a:ext>
            </a:extLst>
          </p:cNvPr>
          <p:cNvGrpSpPr/>
          <p:nvPr/>
        </p:nvGrpSpPr>
        <p:grpSpPr>
          <a:xfrm>
            <a:off x="5182280" y="2559235"/>
            <a:ext cx="1557140" cy="795543"/>
            <a:chOff x="2662000" y="1160273"/>
            <a:chExt cx="1557140" cy="795543"/>
          </a:xfrm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D4AE172E-8594-4CA3-AB28-A594B166CB1C}"/>
                </a:ext>
              </a:extLst>
            </p:cNvPr>
            <p:cNvSpPr/>
            <p:nvPr/>
          </p:nvSpPr>
          <p:spPr>
            <a:xfrm>
              <a:off x="2662000" y="1160273"/>
              <a:ext cx="1557140" cy="795543"/>
            </a:xfrm>
            <a:custGeom>
              <a:avLst/>
              <a:gdLst>
                <a:gd name="connsiteX0" fmla="*/ 0 w 1411357"/>
                <a:gd name="connsiteY0" fmla="*/ 0 h 907773"/>
                <a:gd name="connsiteX1" fmla="*/ 265044 w 1411357"/>
                <a:gd name="connsiteY1" fmla="*/ 437321 h 907773"/>
                <a:gd name="connsiteX2" fmla="*/ 1411357 w 1411357"/>
                <a:gd name="connsiteY2" fmla="*/ 907773 h 90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1357" h="907773">
                  <a:moveTo>
                    <a:pt x="0" y="0"/>
                  </a:moveTo>
                  <a:cubicBezTo>
                    <a:pt x="14909" y="143012"/>
                    <a:pt x="29818" y="286025"/>
                    <a:pt x="265044" y="437321"/>
                  </a:cubicBezTo>
                  <a:cubicBezTo>
                    <a:pt x="500270" y="588617"/>
                    <a:pt x="955813" y="748195"/>
                    <a:pt x="1411357" y="907773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62" name="Object 22">
              <a:extLst>
                <a:ext uri="{FF2B5EF4-FFF2-40B4-BE49-F238E27FC236}">
                  <a16:creationId xmlns:a16="http://schemas.microsoft.com/office/drawing/2014/main" id="{BA563E05-D941-4D0C-B94C-F5AB1FC8C4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2604477"/>
                </p:ext>
              </p:extLst>
            </p:nvPr>
          </p:nvGraphicFramePr>
          <p:xfrm>
            <a:off x="3063570" y="1514078"/>
            <a:ext cx="1104900" cy="34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61" name="MathType 6.0 Equation" r:id="rId8" imgW="1104840" imgH="342720" progId="Equation.DSMT4">
                    <p:embed/>
                  </p:oleObj>
                </mc:Choice>
                <mc:Fallback>
                  <p:oleObj name="MathType 6.0 Equation" r:id="rId8" imgW="1104840" imgH="342720" progId="Equation.DSMT4">
                    <p:embed/>
                    <p:pic>
                      <p:nvPicPr>
                        <p:cNvPr id="24" name="Object 22">
                          <a:extLst>
                            <a:ext uri="{FF2B5EF4-FFF2-40B4-BE49-F238E27FC236}">
                              <a16:creationId xmlns:a16="http://schemas.microsoft.com/office/drawing/2014/main" id="{328F38A0-F945-4A61-B9EA-65CD70543B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3570" y="1514078"/>
                          <a:ext cx="1104900" cy="344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47D3968D-68C6-427E-BE56-7040C5559931}"/>
              </a:ext>
            </a:extLst>
          </p:cNvPr>
          <p:cNvGrpSpPr/>
          <p:nvPr/>
        </p:nvGrpSpPr>
        <p:grpSpPr>
          <a:xfrm>
            <a:off x="5085835" y="2530552"/>
            <a:ext cx="203200" cy="1702690"/>
            <a:chOff x="2565555" y="1131590"/>
            <a:chExt cx="203200" cy="1702690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ACDA254D-F414-48DF-AD63-B2B16E41A4D2}"/>
                </a:ext>
              </a:extLst>
            </p:cNvPr>
            <p:cNvCxnSpPr>
              <a:cxnSpLocks/>
            </p:cNvCxnSpPr>
            <p:nvPr/>
          </p:nvCxnSpPr>
          <p:spPr>
            <a:xfrm>
              <a:off x="2661999" y="1131590"/>
              <a:ext cx="5157" cy="1434362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5" name="Object 22">
              <a:extLst>
                <a:ext uri="{FF2B5EF4-FFF2-40B4-BE49-F238E27FC236}">
                  <a16:creationId xmlns:a16="http://schemas.microsoft.com/office/drawing/2014/main" id="{8711374F-06EC-4AC6-86FB-F1272FE326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6265195"/>
                </p:ext>
              </p:extLst>
            </p:nvPr>
          </p:nvGraphicFramePr>
          <p:xfrm>
            <a:off x="2565555" y="2631080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62" name="MathType 6.0 Equation" r:id="rId10" imgW="203040" imgH="203040" progId="Equation.DSMT4">
                    <p:embed/>
                  </p:oleObj>
                </mc:Choice>
                <mc:Fallback>
                  <p:oleObj name="MathType 6.0 Equation" r:id="rId10" imgW="203040" imgH="203040" progId="Equation.DSMT4">
                    <p:embed/>
                    <p:pic>
                      <p:nvPicPr>
                        <p:cNvPr id="26" name="Object 22">
                          <a:extLst>
                            <a:ext uri="{FF2B5EF4-FFF2-40B4-BE49-F238E27FC236}">
                              <a16:creationId xmlns:a16="http://schemas.microsoft.com/office/drawing/2014/main" id="{57531E13-6642-4252-9D6E-4B64905A90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555" y="2631080"/>
                          <a:ext cx="2032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F73DEC2A-4C1E-45D8-A6F2-A3B9B41A56D8}"/>
              </a:ext>
            </a:extLst>
          </p:cNvPr>
          <p:cNvGrpSpPr/>
          <p:nvPr/>
        </p:nvGrpSpPr>
        <p:grpSpPr>
          <a:xfrm>
            <a:off x="6634563" y="3379026"/>
            <a:ext cx="2607505" cy="844537"/>
            <a:chOff x="4124714" y="3354778"/>
            <a:chExt cx="2607505" cy="844537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A8CDD187-8083-480C-B7BE-5FC89F2CE0DE}"/>
                </a:ext>
              </a:extLst>
            </p:cNvPr>
            <p:cNvCxnSpPr>
              <a:cxnSpLocks/>
              <a:stCxn id="61" idx="2"/>
            </p:cNvCxnSpPr>
            <p:nvPr/>
          </p:nvCxnSpPr>
          <p:spPr>
            <a:xfrm>
              <a:off x="6727546" y="3354778"/>
              <a:ext cx="4673" cy="610136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8" name="Object 22">
              <a:extLst>
                <a:ext uri="{FF2B5EF4-FFF2-40B4-BE49-F238E27FC236}">
                  <a16:creationId xmlns:a16="http://schemas.microsoft.com/office/drawing/2014/main" id="{3105148B-539F-458C-9C09-0A42A85D38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52685964"/>
                </p:ext>
              </p:extLst>
            </p:nvPr>
          </p:nvGraphicFramePr>
          <p:xfrm>
            <a:off x="4124714" y="3919915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63" name="MathType 6.0 Equation" r:id="rId12" imgW="190440" imgH="279360" progId="Equation.DSMT4">
                    <p:embed/>
                  </p:oleObj>
                </mc:Choice>
                <mc:Fallback>
                  <p:oleObj name="MathType 6.0 Equation" r:id="rId12" imgW="190440" imgH="279360" progId="Equation.DSMT4">
                    <p:embed/>
                    <p:pic>
                      <p:nvPicPr>
                        <p:cNvPr id="27" name="Object 22">
                          <a:extLst>
                            <a:ext uri="{FF2B5EF4-FFF2-40B4-BE49-F238E27FC236}">
                              <a16:creationId xmlns:a16="http://schemas.microsoft.com/office/drawing/2014/main" id="{6178C872-B3A8-4F4C-B535-7C7D7BB481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714" y="3919915"/>
                          <a:ext cx="1905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" name="椭圆 68">
            <a:extLst>
              <a:ext uri="{FF2B5EF4-FFF2-40B4-BE49-F238E27FC236}">
                <a16:creationId xmlns:a16="http://schemas.microsoft.com/office/drawing/2014/main" id="{16A80E1E-837E-4FA8-AFCF-BC68B00A6C82}"/>
              </a:ext>
            </a:extLst>
          </p:cNvPr>
          <p:cNvSpPr/>
          <p:nvPr/>
        </p:nvSpPr>
        <p:spPr>
          <a:xfrm>
            <a:off x="4636536" y="3836156"/>
            <a:ext cx="554544" cy="256301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66DBD406-B132-4537-95D3-7C11CE7B1C1E}"/>
              </a:ext>
            </a:extLst>
          </p:cNvPr>
          <p:cNvSpPr/>
          <p:nvPr/>
        </p:nvSpPr>
        <p:spPr>
          <a:xfrm>
            <a:off x="4627734" y="2411008"/>
            <a:ext cx="554544" cy="256301"/>
          </a:xfrm>
          <a:prstGeom prst="ellipse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576E957D-8DAD-42EF-86E7-84605DB54A50}"/>
              </a:ext>
            </a:extLst>
          </p:cNvPr>
          <p:cNvGrpSpPr/>
          <p:nvPr/>
        </p:nvGrpSpPr>
        <p:grpSpPr>
          <a:xfrm rot="16200000" flipV="1">
            <a:off x="4516707" y="2141394"/>
            <a:ext cx="771121" cy="3641848"/>
            <a:chOff x="2693382" y="2881117"/>
            <a:chExt cx="303103" cy="767735"/>
          </a:xfrm>
          <a:noFill/>
        </p:grpSpPr>
        <p:sp>
          <p:nvSpPr>
            <p:cNvPr id="72" name="弧形 71">
              <a:extLst>
                <a:ext uri="{FF2B5EF4-FFF2-40B4-BE49-F238E27FC236}">
                  <a16:creationId xmlns:a16="http://schemas.microsoft.com/office/drawing/2014/main" id="{EEE774AF-F265-4BEE-84BA-F20372AE2D58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380087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弧形 72">
              <a:extLst>
                <a:ext uri="{FF2B5EF4-FFF2-40B4-BE49-F238E27FC236}">
                  <a16:creationId xmlns:a16="http://schemas.microsoft.com/office/drawing/2014/main" id="{3ACE1397-1112-42F0-B17D-F15C272974CF}"/>
                </a:ext>
              </a:extLst>
            </p:cNvPr>
            <p:cNvSpPr/>
            <p:nvPr/>
          </p:nvSpPr>
          <p:spPr>
            <a:xfrm rot="16200000">
              <a:off x="2459938" y="3114561"/>
              <a:ext cx="767735" cy="300847"/>
            </a:xfrm>
            <a:prstGeom prst="arc">
              <a:avLst>
                <a:gd name="adj1" fmla="val 10765899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EEC8934-9565-464E-8171-471D4C345914}"/>
              </a:ext>
            </a:extLst>
          </p:cNvPr>
          <p:cNvGrpSpPr/>
          <p:nvPr/>
        </p:nvGrpSpPr>
        <p:grpSpPr>
          <a:xfrm rot="16200000" flipV="1">
            <a:off x="4547529" y="1545795"/>
            <a:ext cx="702767" cy="3641848"/>
            <a:chOff x="2693382" y="2879857"/>
            <a:chExt cx="303103" cy="767735"/>
          </a:xfrm>
          <a:noFill/>
        </p:grpSpPr>
        <p:sp>
          <p:nvSpPr>
            <p:cNvPr id="75" name="弧形 74">
              <a:extLst>
                <a:ext uri="{FF2B5EF4-FFF2-40B4-BE49-F238E27FC236}">
                  <a16:creationId xmlns:a16="http://schemas.microsoft.com/office/drawing/2014/main" id="{E0C00D12-B994-4A2B-9BC9-E3434C673E6B}"/>
                </a:ext>
              </a:extLst>
            </p:cNvPr>
            <p:cNvSpPr/>
            <p:nvPr/>
          </p:nvSpPr>
          <p:spPr>
            <a:xfrm>
              <a:off x="2695637" y="2881222"/>
              <a:ext cx="300848" cy="765934"/>
            </a:xfrm>
            <a:prstGeom prst="arc">
              <a:avLst>
                <a:gd name="adj1" fmla="val 16199991"/>
                <a:gd name="adj2" fmla="val 5402663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弧形 75">
              <a:extLst>
                <a:ext uri="{FF2B5EF4-FFF2-40B4-BE49-F238E27FC236}">
                  <a16:creationId xmlns:a16="http://schemas.microsoft.com/office/drawing/2014/main" id="{D706D262-4505-4FB0-8306-63EED857D2E4}"/>
                </a:ext>
              </a:extLst>
            </p:cNvPr>
            <p:cNvSpPr/>
            <p:nvPr/>
          </p:nvSpPr>
          <p:spPr>
            <a:xfrm rot="16200000">
              <a:off x="2459938" y="3113301"/>
              <a:ext cx="767735" cy="300847"/>
            </a:xfrm>
            <a:prstGeom prst="arc">
              <a:avLst>
                <a:gd name="adj1" fmla="val 10756977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箭头: 左弧形 11">
            <a:extLst>
              <a:ext uri="{FF2B5EF4-FFF2-40B4-BE49-F238E27FC236}">
                <a16:creationId xmlns:a16="http://schemas.microsoft.com/office/drawing/2014/main" id="{2C6C8EA8-7D32-4A78-A837-34FC96E139B9}"/>
              </a:ext>
            </a:extLst>
          </p:cNvPr>
          <p:cNvSpPr/>
          <p:nvPr/>
        </p:nvSpPr>
        <p:spPr>
          <a:xfrm>
            <a:off x="4682212" y="1866321"/>
            <a:ext cx="440107" cy="255111"/>
          </a:xfrm>
          <a:prstGeom prst="curved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6B26D81B-4412-4F81-89D0-367C20B1340D}"/>
              </a:ext>
            </a:extLst>
          </p:cNvPr>
          <p:cNvGrpSpPr/>
          <p:nvPr/>
        </p:nvGrpSpPr>
        <p:grpSpPr>
          <a:xfrm>
            <a:off x="3066263" y="3028531"/>
            <a:ext cx="3654103" cy="1214227"/>
            <a:chOff x="5135989" y="2979987"/>
            <a:chExt cx="3654103" cy="1214227"/>
          </a:xfrm>
        </p:grpSpPr>
        <p:sp>
          <p:nvSpPr>
            <p:cNvPr id="86" name="任意多边形: 形状 85">
              <a:extLst>
                <a:ext uri="{FF2B5EF4-FFF2-40B4-BE49-F238E27FC236}">
                  <a16:creationId xmlns:a16="http://schemas.microsoft.com/office/drawing/2014/main" id="{999EB6CE-BFE5-4C19-85A6-D84F89DCFDA4}"/>
                </a:ext>
              </a:extLst>
            </p:cNvPr>
            <p:cNvSpPr/>
            <p:nvPr/>
          </p:nvSpPr>
          <p:spPr>
            <a:xfrm>
              <a:off x="5159585" y="2987040"/>
              <a:ext cx="3630507" cy="931333"/>
            </a:xfrm>
            <a:custGeom>
              <a:avLst/>
              <a:gdLst>
                <a:gd name="connsiteX0" fmla="*/ 0 w 3630507"/>
                <a:gd name="connsiteY0" fmla="*/ 304800 h 931333"/>
                <a:gd name="connsiteX1" fmla="*/ 3387 w 3630507"/>
                <a:gd name="connsiteY1" fmla="*/ 931333 h 931333"/>
                <a:gd name="connsiteX2" fmla="*/ 386080 w 3630507"/>
                <a:gd name="connsiteY2" fmla="*/ 927947 h 931333"/>
                <a:gd name="connsiteX3" fmla="*/ 419947 w 3630507"/>
                <a:gd name="connsiteY3" fmla="*/ 897467 h 931333"/>
                <a:gd name="connsiteX4" fmla="*/ 518160 w 3630507"/>
                <a:gd name="connsiteY4" fmla="*/ 856827 h 931333"/>
                <a:gd name="connsiteX5" fmla="*/ 643467 w 3630507"/>
                <a:gd name="connsiteY5" fmla="*/ 822960 h 931333"/>
                <a:gd name="connsiteX6" fmla="*/ 897467 w 3630507"/>
                <a:gd name="connsiteY6" fmla="*/ 778933 h 931333"/>
                <a:gd name="connsiteX7" fmla="*/ 1225973 w 3630507"/>
                <a:gd name="connsiteY7" fmla="*/ 738293 h 931333"/>
                <a:gd name="connsiteX8" fmla="*/ 1662853 w 3630507"/>
                <a:gd name="connsiteY8" fmla="*/ 721360 h 931333"/>
                <a:gd name="connsiteX9" fmla="*/ 2140373 w 3630507"/>
                <a:gd name="connsiteY9" fmla="*/ 721360 h 931333"/>
                <a:gd name="connsiteX10" fmla="*/ 2580640 w 3630507"/>
                <a:gd name="connsiteY10" fmla="*/ 745067 h 931333"/>
                <a:gd name="connsiteX11" fmla="*/ 2875280 w 3630507"/>
                <a:gd name="connsiteY11" fmla="*/ 792480 h 931333"/>
                <a:gd name="connsiteX12" fmla="*/ 3092027 w 3630507"/>
                <a:gd name="connsiteY12" fmla="*/ 836507 h 931333"/>
                <a:gd name="connsiteX13" fmla="*/ 3217333 w 3630507"/>
                <a:gd name="connsiteY13" fmla="*/ 880533 h 931333"/>
                <a:gd name="connsiteX14" fmla="*/ 3271520 w 3630507"/>
                <a:gd name="connsiteY14" fmla="*/ 924560 h 931333"/>
                <a:gd name="connsiteX15" fmla="*/ 3630507 w 3630507"/>
                <a:gd name="connsiteY15" fmla="*/ 927947 h 931333"/>
                <a:gd name="connsiteX16" fmla="*/ 3623733 w 3630507"/>
                <a:gd name="connsiteY16" fmla="*/ 301413 h 931333"/>
                <a:gd name="connsiteX17" fmla="*/ 3572933 w 3630507"/>
                <a:gd name="connsiteY17" fmla="*/ 237067 h 931333"/>
                <a:gd name="connsiteX18" fmla="*/ 3315547 w 3630507"/>
                <a:gd name="connsiteY18" fmla="*/ 138853 h 931333"/>
                <a:gd name="connsiteX19" fmla="*/ 3031067 w 3630507"/>
                <a:gd name="connsiteY19" fmla="*/ 77893 h 931333"/>
                <a:gd name="connsiteX20" fmla="*/ 2458720 w 3630507"/>
                <a:gd name="connsiteY20" fmla="*/ 13547 h 931333"/>
                <a:gd name="connsiteX21" fmla="*/ 2204720 w 3630507"/>
                <a:gd name="connsiteY21" fmla="*/ 3387 h 931333"/>
                <a:gd name="connsiteX22" fmla="*/ 1591733 w 3630507"/>
                <a:gd name="connsiteY22" fmla="*/ 0 h 931333"/>
                <a:gd name="connsiteX23" fmla="*/ 1056640 w 3630507"/>
                <a:gd name="connsiteY23" fmla="*/ 16933 h 931333"/>
                <a:gd name="connsiteX24" fmla="*/ 707813 w 3630507"/>
                <a:gd name="connsiteY24" fmla="*/ 60960 h 931333"/>
                <a:gd name="connsiteX25" fmla="*/ 369147 w 3630507"/>
                <a:gd name="connsiteY25" fmla="*/ 128693 h 931333"/>
                <a:gd name="connsiteX26" fmla="*/ 104987 w 3630507"/>
                <a:gd name="connsiteY26" fmla="*/ 213360 h 931333"/>
                <a:gd name="connsiteX27" fmla="*/ 44027 w 3630507"/>
                <a:gd name="connsiteY27" fmla="*/ 250613 h 931333"/>
                <a:gd name="connsiteX28" fmla="*/ 0 w 3630507"/>
                <a:gd name="connsiteY28" fmla="*/ 304800 h 931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630507" h="931333">
                  <a:moveTo>
                    <a:pt x="0" y="304800"/>
                  </a:moveTo>
                  <a:lnTo>
                    <a:pt x="3387" y="931333"/>
                  </a:lnTo>
                  <a:lnTo>
                    <a:pt x="386080" y="927947"/>
                  </a:lnTo>
                  <a:lnTo>
                    <a:pt x="419947" y="897467"/>
                  </a:lnTo>
                  <a:lnTo>
                    <a:pt x="518160" y="856827"/>
                  </a:lnTo>
                  <a:lnTo>
                    <a:pt x="643467" y="822960"/>
                  </a:lnTo>
                  <a:lnTo>
                    <a:pt x="897467" y="778933"/>
                  </a:lnTo>
                  <a:lnTo>
                    <a:pt x="1225973" y="738293"/>
                  </a:lnTo>
                  <a:lnTo>
                    <a:pt x="1662853" y="721360"/>
                  </a:lnTo>
                  <a:lnTo>
                    <a:pt x="2140373" y="721360"/>
                  </a:lnTo>
                  <a:lnTo>
                    <a:pt x="2580640" y="745067"/>
                  </a:lnTo>
                  <a:lnTo>
                    <a:pt x="2875280" y="792480"/>
                  </a:lnTo>
                  <a:lnTo>
                    <a:pt x="3092027" y="836507"/>
                  </a:lnTo>
                  <a:lnTo>
                    <a:pt x="3217333" y="880533"/>
                  </a:lnTo>
                  <a:lnTo>
                    <a:pt x="3271520" y="924560"/>
                  </a:lnTo>
                  <a:lnTo>
                    <a:pt x="3630507" y="927947"/>
                  </a:lnTo>
                  <a:lnTo>
                    <a:pt x="3623733" y="301413"/>
                  </a:lnTo>
                  <a:lnTo>
                    <a:pt x="3572933" y="237067"/>
                  </a:lnTo>
                  <a:lnTo>
                    <a:pt x="3315547" y="138853"/>
                  </a:lnTo>
                  <a:lnTo>
                    <a:pt x="3031067" y="77893"/>
                  </a:lnTo>
                  <a:lnTo>
                    <a:pt x="2458720" y="13547"/>
                  </a:lnTo>
                  <a:lnTo>
                    <a:pt x="2204720" y="3387"/>
                  </a:lnTo>
                  <a:lnTo>
                    <a:pt x="1591733" y="0"/>
                  </a:lnTo>
                  <a:lnTo>
                    <a:pt x="1056640" y="16933"/>
                  </a:lnTo>
                  <a:lnTo>
                    <a:pt x="707813" y="60960"/>
                  </a:lnTo>
                  <a:lnTo>
                    <a:pt x="369147" y="128693"/>
                  </a:lnTo>
                  <a:lnTo>
                    <a:pt x="104987" y="213360"/>
                  </a:lnTo>
                  <a:lnTo>
                    <a:pt x="44027" y="250613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93659AC6-4960-41B8-BF99-D466CDAEAA75}"/>
                </a:ext>
              </a:extLst>
            </p:cNvPr>
            <p:cNvGrpSpPr/>
            <p:nvPr/>
          </p:nvGrpSpPr>
          <p:grpSpPr>
            <a:xfrm>
              <a:off x="5135989" y="2979987"/>
              <a:ext cx="3630363" cy="1214227"/>
              <a:chOff x="5135989" y="2979987"/>
              <a:chExt cx="3630363" cy="1214227"/>
            </a:xfrm>
          </p:grpSpPr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35A7786A-6288-4624-9876-284ADF12C7BD}"/>
                  </a:ext>
                </a:extLst>
              </p:cNvPr>
              <p:cNvSpPr/>
              <p:nvPr/>
            </p:nvSpPr>
            <p:spPr>
              <a:xfrm>
                <a:off x="8415511" y="3293832"/>
                <a:ext cx="350841" cy="62293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6832A7FD-3705-49A5-9A06-7060AB4B0012}"/>
                  </a:ext>
                </a:extLst>
              </p:cNvPr>
              <p:cNvSpPr/>
              <p:nvPr/>
            </p:nvSpPr>
            <p:spPr>
              <a:xfrm>
                <a:off x="5138082" y="3292270"/>
                <a:ext cx="376729" cy="62293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弧形 89">
                <a:extLst>
                  <a:ext uri="{FF2B5EF4-FFF2-40B4-BE49-F238E27FC236}">
                    <a16:creationId xmlns:a16="http://schemas.microsoft.com/office/drawing/2014/main" id="{DE101AD2-205C-4C3E-9176-E9059417852C}"/>
                  </a:ext>
                </a:extLst>
              </p:cNvPr>
              <p:cNvSpPr/>
              <p:nvPr/>
            </p:nvSpPr>
            <p:spPr>
              <a:xfrm rot="16200000" flipV="1">
                <a:off x="6612905" y="1503071"/>
                <a:ext cx="670110" cy="3623942"/>
              </a:xfrm>
              <a:prstGeom prst="arc">
                <a:avLst>
                  <a:gd name="adj1" fmla="val 16291057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弧形 90">
                <a:extLst>
                  <a:ext uri="{FF2B5EF4-FFF2-40B4-BE49-F238E27FC236}">
                    <a16:creationId xmlns:a16="http://schemas.microsoft.com/office/drawing/2014/main" id="{817D8501-3600-4687-AD44-F722D686ABD2}"/>
                  </a:ext>
                </a:extLst>
              </p:cNvPr>
              <p:cNvSpPr/>
              <p:nvPr/>
            </p:nvSpPr>
            <p:spPr>
              <a:xfrm rot="16200000" flipV="1">
                <a:off x="6727530" y="1860865"/>
                <a:ext cx="482101" cy="2925722"/>
              </a:xfrm>
              <a:prstGeom prst="arc">
                <a:avLst>
                  <a:gd name="adj1" fmla="val 16291057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弧形 91">
                <a:extLst>
                  <a:ext uri="{FF2B5EF4-FFF2-40B4-BE49-F238E27FC236}">
                    <a16:creationId xmlns:a16="http://schemas.microsoft.com/office/drawing/2014/main" id="{670A0695-0083-4C1C-AA5D-A31C6361F979}"/>
                  </a:ext>
                </a:extLst>
              </p:cNvPr>
              <p:cNvSpPr/>
              <p:nvPr/>
            </p:nvSpPr>
            <p:spPr>
              <a:xfrm rot="16200000" flipV="1">
                <a:off x="6721180" y="2490303"/>
                <a:ext cx="482101" cy="2925722"/>
              </a:xfrm>
              <a:prstGeom prst="arc">
                <a:avLst>
                  <a:gd name="adj1" fmla="val 16291057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AC7812AE-8520-4C1F-8397-28F1591E97E4}"/>
              </a:ext>
            </a:extLst>
          </p:cNvPr>
          <p:cNvGrpSpPr/>
          <p:nvPr/>
        </p:nvGrpSpPr>
        <p:grpSpPr>
          <a:xfrm>
            <a:off x="3450692" y="2852207"/>
            <a:ext cx="2904925" cy="1475095"/>
            <a:chOff x="4155621" y="820511"/>
            <a:chExt cx="2904925" cy="1475095"/>
          </a:xfrm>
        </p:grpSpPr>
        <p:sp>
          <p:nvSpPr>
            <p:cNvPr id="94" name="任意多边形: 形状 93">
              <a:extLst>
                <a:ext uri="{FF2B5EF4-FFF2-40B4-BE49-F238E27FC236}">
                  <a16:creationId xmlns:a16="http://schemas.microsoft.com/office/drawing/2014/main" id="{1C1126FD-3994-4440-B768-6023700187E5}"/>
                </a:ext>
              </a:extLst>
            </p:cNvPr>
            <p:cNvSpPr/>
            <p:nvPr/>
          </p:nvSpPr>
          <p:spPr>
            <a:xfrm>
              <a:off x="4155621" y="820511"/>
              <a:ext cx="2902404" cy="1114425"/>
            </a:xfrm>
            <a:custGeom>
              <a:avLst/>
              <a:gdLst>
                <a:gd name="connsiteX0" fmla="*/ 4083 w 2902404"/>
                <a:gd name="connsiteY0" fmla="*/ 387803 h 1114425"/>
                <a:gd name="connsiteX1" fmla="*/ 0 w 2902404"/>
                <a:gd name="connsiteY1" fmla="*/ 1098096 h 1114425"/>
                <a:gd name="connsiteX2" fmla="*/ 322490 w 2902404"/>
                <a:gd name="connsiteY2" fmla="*/ 1102178 h 1114425"/>
                <a:gd name="connsiteX3" fmla="*/ 440872 w 2902404"/>
                <a:gd name="connsiteY3" fmla="*/ 1004207 h 1114425"/>
                <a:gd name="connsiteX4" fmla="*/ 681718 w 2902404"/>
                <a:gd name="connsiteY4" fmla="*/ 902153 h 1114425"/>
                <a:gd name="connsiteX5" fmla="*/ 1069522 w 2902404"/>
                <a:gd name="connsiteY5" fmla="*/ 836839 h 1114425"/>
                <a:gd name="connsiteX6" fmla="*/ 1412422 w 2902404"/>
                <a:gd name="connsiteY6" fmla="*/ 816428 h 1114425"/>
                <a:gd name="connsiteX7" fmla="*/ 1792061 w 2902404"/>
                <a:gd name="connsiteY7" fmla="*/ 836839 h 1114425"/>
                <a:gd name="connsiteX8" fmla="*/ 2028825 w 2902404"/>
                <a:gd name="connsiteY8" fmla="*/ 861332 h 1114425"/>
                <a:gd name="connsiteX9" fmla="*/ 2298247 w 2902404"/>
                <a:gd name="connsiteY9" fmla="*/ 930728 h 1114425"/>
                <a:gd name="connsiteX10" fmla="*/ 2506436 w 2902404"/>
                <a:gd name="connsiteY10" fmla="*/ 1032782 h 1114425"/>
                <a:gd name="connsiteX11" fmla="*/ 2571750 w 2902404"/>
                <a:gd name="connsiteY11" fmla="*/ 1110343 h 1114425"/>
                <a:gd name="connsiteX12" fmla="*/ 2898322 w 2902404"/>
                <a:gd name="connsiteY12" fmla="*/ 1114425 h 1114425"/>
                <a:gd name="connsiteX13" fmla="*/ 2902404 w 2902404"/>
                <a:gd name="connsiteY13" fmla="*/ 375557 h 1114425"/>
                <a:gd name="connsiteX14" fmla="*/ 2816679 w 2902404"/>
                <a:gd name="connsiteY14" fmla="*/ 269421 h 1114425"/>
                <a:gd name="connsiteX15" fmla="*/ 2604408 w 2902404"/>
                <a:gd name="connsiteY15" fmla="*/ 163285 h 1114425"/>
                <a:gd name="connsiteX16" fmla="*/ 2363561 w 2902404"/>
                <a:gd name="connsiteY16" fmla="*/ 93889 h 1114425"/>
                <a:gd name="connsiteX17" fmla="*/ 2098222 w 2902404"/>
                <a:gd name="connsiteY17" fmla="*/ 44903 h 1114425"/>
                <a:gd name="connsiteX18" fmla="*/ 1845129 w 2902404"/>
                <a:gd name="connsiteY18" fmla="*/ 12246 h 1114425"/>
                <a:gd name="connsiteX19" fmla="*/ 1498147 w 2902404"/>
                <a:gd name="connsiteY19" fmla="*/ 0 h 1114425"/>
                <a:gd name="connsiteX20" fmla="*/ 1102179 w 2902404"/>
                <a:gd name="connsiteY20" fmla="*/ 16328 h 1114425"/>
                <a:gd name="connsiteX21" fmla="*/ 808265 w 2902404"/>
                <a:gd name="connsiteY21" fmla="*/ 44903 h 1114425"/>
                <a:gd name="connsiteX22" fmla="*/ 461283 w 2902404"/>
                <a:gd name="connsiteY22" fmla="*/ 118382 h 1114425"/>
                <a:gd name="connsiteX23" fmla="*/ 285750 w 2902404"/>
                <a:gd name="connsiteY23" fmla="*/ 175532 h 1114425"/>
                <a:gd name="connsiteX24" fmla="*/ 122465 w 2902404"/>
                <a:gd name="connsiteY24" fmla="*/ 261257 h 1114425"/>
                <a:gd name="connsiteX25" fmla="*/ 4083 w 2902404"/>
                <a:gd name="connsiteY25" fmla="*/ 387803 h 1114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02404" h="1114425">
                  <a:moveTo>
                    <a:pt x="4083" y="387803"/>
                  </a:moveTo>
                  <a:lnTo>
                    <a:pt x="0" y="1098096"/>
                  </a:lnTo>
                  <a:lnTo>
                    <a:pt x="322490" y="1102178"/>
                  </a:lnTo>
                  <a:lnTo>
                    <a:pt x="440872" y="1004207"/>
                  </a:lnTo>
                  <a:lnTo>
                    <a:pt x="681718" y="902153"/>
                  </a:lnTo>
                  <a:lnTo>
                    <a:pt x="1069522" y="836839"/>
                  </a:lnTo>
                  <a:lnTo>
                    <a:pt x="1412422" y="816428"/>
                  </a:lnTo>
                  <a:lnTo>
                    <a:pt x="1792061" y="836839"/>
                  </a:lnTo>
                  <a:lnTo>
                    <a:pt x="2028825" y="861332"/>
                  </a:lnTo>
                  <a:lnTo>
                    <a:pt x="2298247" y="930728"/>
                  </a:lnTo>
                  <a:lnTo>
                    <a:pt x="2506436" y="1032782"/>
                  </a:lnTo>
                  <a:lnTo>
                    <a:pt x="2571750" y="1110343"/>
                  </a:lnTo>
                  <a:lnTo>
                    <a:pt x="2898322" y="1114425"/>
                  </a:lnTo>
                  <a:cubicBezTo>
                    <a:pt x="2899683" y="868136"/>
                    <a:pt x="2901043" y="621846"/>
                    <a:pt x="2902404" y="375557"/>
                  </a:cubicBezTo>
                  <a:lnTo>
                    <a:pt x="2816679" y="269421"/>
                  </a:lnTo>
                  <a:lnTo>
                    <a:pt x="2604408" y="163285"/>
                  </a:lnTo>
                  <a:lnTo>
                    <a:pt x="2363561" y="93889"/>
                  </a:lnTo>
                  <a:lnTo>
                    <a:pt x="2098222" y="44903"/>
                  </a:lnTo>
                  <a:lnTo>
                    <a:pt x="1845129" y="12246"/>
                  </a:lnTo>
                  <a:lnTo>
                    <a:pt x="1498147" y="0"/>
                  </a:lnTo>
                  <a:lnTo>
                    <a:pt x="1102179" y="16328"/>
                  </a:lnTo>
                  <a:lnTo>
                    <a:pt x="808265" y="44903"/>
                  </a:lnTo>
                  <a:lnTo>
                    <a:pt x="461283" y="118382"/>
                  </a:lnTo>
                  <a:lnTo>
                    <a:pt x="285750" y="175532"/>
                  </a:lnTo>
                  <a:lnTo>
                    <a:pt x="122465" y="261257"/>
                  </a:lnTo>
                  <a:lnTo>
                    <a:pt x="4083" y="387803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1BCC301E-E4F2-4586-9359-6AAE7E24D5F9}"/>
                </a:ext>
              </a:extLst>
            </p:cNvPr>
            <p:cNvGrpSpPr/>
            <p:nvPr/>
          </p:nvGrpSpPr>
          <p:grpSpPr>
            <a:xfrm>
              <a:off x="4160222" y="825576"/>
              <a:ext cx="2900324" cy="1470030"/>
              <a:chOff x="5128060" y="2809769"/>
              <a:chExt cx="2900324" cy="1470030"/>
            </a:xfrm>
          </p:grpSpPr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62B343B3-C1DE-445C-88E9-D911C90C12DA}"/>
                  </a:ext>
                </a:extLst>
              </p:cNvPr>
              <p:cNvSpPr/>
              <p:nvPr/>
            </p:nvSpPr>
            <p:spPr>
              <a:xfrm>
                <a:off x="7692842" y="3198133"/>
                <a:ext cx="327245" cy="71993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4995E404-59B0-40E6-9E2F-120974FBE299}"/>
                  </a:ext>
                </a:extLst>
              </p:cNvPr>
              <p:cNvSpPr/>
              <p:nvPr/>
            </p:nvSpPr>
            <p:spPr>
              <a:xfrm>
                <a:off x="5128060" y="3195987"/>
                <a:ext cx="327245" cy="71993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弧形 97">
                <a:extLst>
                  <a:ext uri="{FF2B5EF4-FFF2-40B4-BE49-F238E27FC236}">
                    <a16:creationId xmlns:a16="http://schemas.microsoft.com/office/drawing/2014/main" id="{1A47AC77-BE10-4B62-980B-F00E6C3A56DC}"/>
                  </a:ext>
                </a:extLst>
              </p:cNvPr>
              <p:cNvSpPr/>
              <p:nvPr/>
            </p:nvSpPr>
            <p:spPr>
              <a:xfrm rot="16200000" flipV="1">
                <a:off x="6157672" y="1780720"/>
                <a:ext cx="841663" cy="2899761"/>
              </a:xfrm>
              <a:prstGeom prst="arc">
                <a:avLst>
                  <a:gd name="adj1" fmla="val 16328914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2" name="弧形 101">
                <a:extLst>
                  <a:ext uri="{FF2B5EF4-FFF2-40B4-BE49-F238E27FC236}">
                    <a16:creationId xmlns:a16="http://schemas.microsoft.com/office/drawing/2014/main" id="{BD1D493B-B0B3-425F-826D-F834752EBECD}"/>
                  </a:ext>
                </a:extLst>
              </p:cNvPr>
              <p:cNvSpPr/>
              <p:nvPr/>
            </p:nvSpPr>
            <p:spPr>
              <a:xfrm rot="16200000" flipV="1">
                <a:off x="6247728" y="2119217"/>
                <a:ext cx="652692" cy="2247386"/>
              </a:xfrm>
              <a:prstGeom prst="arc">
                <a:avLst>
                  <a:gd name="adj1" fmla="val 16328914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3" name="弧形 102">
                <a:extLst>
                  <a:ext uri="{FF2B5EF4-FFF2-40B4-BE49-F238E27FC236}">
                    <a16:creationId xmlns:a16="http://schemas.microsoft.com/office/drawing/2014/main" id="{96958FFF-D402-4493-9BE4-3CDCEF7B4742}"/>
                  </a:ext>
                </a:extLst>
              </p:cNvPr>
              <p:cNvSpPr/>
              <p:nvPr/>
            </p:nvSpPr>
            <p:spPr>
              <a:xfrm rot="16200000" flipV="1">
                <a:off x="6247728" y="2829760"/>
                <a:ext cx="652692" cy="2247386"/>
              </a:xfrm>
              <a:prstGeom prst="arc">
                <a:avLst>
                  <a:gd name="adj1" fmla="val 16328914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F7D3D29B-F5CD-44FE-9E91-4084688D4632}"/>
              </a:ext>
            </a:extLst>
          </p:cNvPr>
          <p:cNvGrpSpPr/>
          <p:nvPr/>
        </p:nvGrpSpPr>
        <p:grpSpPr>
          <a:xfrm>
            <a:off x="3777326" y="2852207"/>
            <a:ext cx="2249214" cy="1330845"/>
            <a:chOff x="4694428" y="955343"/>
            <a:chExt cx="2249214" cy="1330845"/>
          </a:xfrm>
        </p:grpSpPr>
        <p:sp>
          <p:nvSpPr>
            <p:cNvPr id="105" name="任意多边形: 形状 104">
              <a:extLst>
                <a:ext uri="{FF2B5EF4-FFF2-40B4-BE49-F238E27FC236}">
                  <a16:creationId xmlns:a16="http://schemas.microsoft.com/office/drawing/2014/main" id="{54B7E9B8-E581-43FE-A9AC-70ED73758230}"/>
                </a:ext>
              </a:extLst>
            </p:cNvPr>
            <p:cNvSpPr/>
            <p:nvPr/>
          </p:nvSpPr>
          <p:spPr>
            <a:xfrm>
              <a:off x="4703928" y="955343"/>
              <a:ext cx="2229135" cy="1110018"/>
            </a:xfrm>
            <a:custGeom>
              <a:avLst/>
              <a:gdLst>
                <a:gd name="connsiteX0" fmla="*/ 0 w 2229135"/>
                <a:gd name="connsiteY0" fmla="*/ 300251 h 1110018"/>
                <a:gd name="connsiteX1" fmla="*/ 0 w 2229135"/>
                <a:gd name="connsiteY1" fmla="*/ 1110018 h 1110018"/>
                <a:gd name="connsiteX2" fmla="*/ 272956 w 2229135"/>
                <a:gd name="connsiteY2" fmla="*/ 1105469 h 1110018"/>
                <a:gd name="connsiteX3" fmla="*/ 382138 w 2229135"/>
                <a:gd name="connsiteY3" fmla="*/ 1014484 h 1110018"/>
                <a:gd name="connsiteX4" fmla="*/ 614150 w 2229135"/>
                <a:gd name="connsiteY4" fmla="*/ 959893 h 1110018"/>
                <a:gd name="connsiteX5" fmla="*/ 823415 w 2229135"/>
                <a:gd name="connsiteY5" fmla="*/ 932597 h 1110018"/>
                <a:gd name="connsiteX6" fmla="*/ 1069075 w 2229135"/>
                <a:gd name="connsiteY6" fmla="*/ 918950 h 1110018"/>
                <a:gd name="connsiteX7" fmla="*/ 1346579 w 2229135"/>
                <a:gd name="connsiteY7" fmla="*/ 928048 h 1110018"/>
                <a:gd name="connsiteX8" fmla="*/ 1569493 w 2229135"/>
                <a:gd name="connsiteY8" fmla="*/ 955344 h 1110018"/>
                <a:gd name="connsiteX9" fmla="*/ 1746914 w 2229135"/>
                <a:gd name="connsiteY9" fmla="*/ 996287 h 1110018"/>
                <a:gd name="connsiteX10" fmla="*/ 1869744 w 2229135"/>
                <a:gd name="connsiteY10" fmla="*/ 1046329 h 1110018"/>
                <a:gd name="connsiteX11" fmla="*/ 1947081 w 2229135"/>
                <a:gd name="connsiteY11" fmla="*/ 1100920 h 1110018"/>
                <a:gd name="connsiteX12" fmla="*/ 2220036 w 2229135"/>
                <a:gd name="connsiteY12" fmla="*/ 1100920 h 1110018"/>
                <a:gd name="connsiteX13" fmla="*/ 2229135 w 2229135"/>
                <a:gd name="connsiteY13" fmla="*/ 282054 h 1110018"/>
                <a:gd name="connsiteX14" fmla="*/ 2174544 w 2229135"/>
                <a:gd name="connsiteY14" fmla="*/ 204717 h 1110018"/>
                <a:gd name="connsiteX15" fmla="*/ 1901588 w 2229135"/>
                <a:gd name="connsiteY15" fmla="*/ 90985 h 1110018"/>
                <a:gd name="connsiteX16" fmla="*/ 1546747 w 2229135"/>
                <a:gd name="connsiteY16" fmla="*/ 18197 h 1110018"/>
                <a:gd name="connsiteX17" fmla="*/ 1228299 w 2229135"/>
                <a:gd name="connsiteY17" fmla="*/ 0 h 1110018"/>
                <a:gd name="connsiteX18" fmla="*/ 923499 w 2229135"/>
                <a:gd name="connsiteY18" fmla="*/ 4550 h 1110018"/>
                <a:gd name="connsiteX19" fmla="*/ 550460 w 2229135"/>
                <a:gd name="connsiteY19" fmla="*/ 50042 h 1110018"/>
                <a:gd name="connsiteX20" fmla="*/ 363941 w 2229135"/>
                <a:gd name="connsiteY20" fmla="*/ 77338 h 1110018"/>
                <a:gd name="connsiteX21" fmla="*/ 168323 w 2229135"/>
                <a:gd name="connsiteY21" fmla="*/ 136478 h 1110018"/>
                <a:gd name="connsiteX22" fmla="*/ 72788 w 2229135"/>
                <a:gd name="connsiteY22" fmla="*/ 200167 h 1110018"/>
                <a:gd name="connsiteX23" fmla="*/ 0 w 2229135"/>
                <a:gd name="connsiteY23" fmla="*/ 300251 h 111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29135" h="1110018">
                  <a:moveTo>
                    <a:pt x="0" y="300251"/>
                  </a:moveTo>
                  <a:lnTo>
                    <a:pt x="0" y="1110018"/>
                  </a:lnTo>
                  <a:lnTo>
                    <a:pt x="272956" y="1105469"/>
                  </a:lnTo>
                  <a:lnTo>
                    <a:pt x="382138" y="1014484"/>
                  </a:lnTo>
                  <a:lnTo>
                    <a:pt x="614150" y="959893"/>
                  </a:lnTo>
                  <a:lnTo>
                    <a:pt x="823415" y="932597"/>
                  </a:lnTo>
                  <a:lnTo>
                    <a:pt x="1069075" y="918950"/>
                  </a:lnTo>
                  <a:lnTo>
                    <a:pt x="1346579" y="928048"/>
                  </a:lnTo>
                  <a:lnTo>
                    <a:pt x="1569493" y="955344"/>
                  </a:lnTo>
                  <a:lnTo>
                    <a:pt x="1746914" y="996287"/>
                  </a:lnTo>
                  <a:lnTo>
                    <a:pt x="1869744" y="1046329"/>
                  </a:lnTo>
                  <a:lnTo>
                    <a:pt x="1947081" y="1100920"/>
                  </a:lnTo>
                  <a:lnTo>
                    <a:pt x="2220036" y="1100920"/>
                  </a:lnTo>
                  <a:lnTo>
                    <a:pt x="2229135" y="282054"/>
                  </a:lnTo>
                  <a:lnTo>
                    <a:pt x="2174544" y="204717"/>
                  </a:lnTo>
                  <a:lnTo>
                    <a:pt x="1901588" y="90985"/>
                  </a:lnTo>
                  <a:lnTo>
                    <a:pt x="1546747" y="18197"/>
                  </a:lnTo>
                  <a:lnTo>
                    <a:pt x="1228299" y="0"/>
                  </a:lnTo>
                  <a:lnTo>
                    <a:pt x="923499" y="4550"/>
                  </a:lnTo>
                  <a:lnTo>
                    <a:pt x="550460" y="50042"/>
                  </a:lnTo>
                  <a:lnTo>
                    <a:pt x="363941" y="77338"/>
                  </a:lnTo>
                  <a:lnTo>
                    <a:pt x="168323" y="136478"/>
                  </a:lnTo>
                  <a:lnTo>
                    <a:pt x="72788" y="200167"/>
                  </a:lnTo>
                  <a:lnTo>
                    <a:pt x="0" y="300251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4A11C8BA-ABF3-437E-9AF0-227D1D7DA244}"/>
                </a:ext>
              </a:extLst>
            </p:cNvPr>
            <p:cNvGrpSpPr/>
            <p:nvPr/>
          </p:nvGrpSpPr>
          <p:grpSpPr>
            <a:xfrm>
              <a:off x="4694428" y="958804"/>
              <a:ext cx="2249214" cy="1327384"/>
              <a:chOff x="4755882" y="2811971"/>
              <a:chExt cx="2249214" cy="1327384"/>
            </a:xfrm>
          </p:grpSpPr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4327ADA0-B028-4554-9B8C-5D0B6768C034}"/>
                  </a:ext>
                </a:extLst>
              </p:cNvPr>
              <p:cNvSpPr/>
              <p:nvPr/>
            </p:nvSpPr>
            <p:spPr>
              <a:xfrm>
                <a:off x="6719792" y="3103832"/>
                <a:ext cx="278880" cy="8136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矩形 107">
                <a:extLst>
                  <a:ext uri="{FF2B5EF4-FFF2-40B4-BE49-F238E27FC236}">
                    <a16:creationId xmlns:a16="http://schemas.microsoft.com/office/drawing/2014/main" id="{8001FC75-6F0D-4A82-8088-0F06EB92E5D1}"/>
                  </a:ext>
                </a:extLst>
              </p:cNvPr>
              <p:cNvSpPr/>
              <p:nvPr/>
            </p:nvSpPr>
            <p:spPr>
              <a:xfrm>
                <a:off x="4770396" y="3108425"/>
                <a:ext cx="278880" cy="8136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弧形 108">
                <a:extLst>
                  <a:ext uri="{FF2B5EF4-FFF2-40B4-BE49-F238E27FC236}">
                    <a16:creationId xmlns:a16="http://schemas.microsoft.com/office/drawing/2014/main" id="{6304C77F-2EAE-4912-B4B5-A26881662314}"/>
                  </a:ext>
                </a:extLst>
              </p:cNvPr>
              <p:cNvSpPr/>
              <p:nvPr/>
            </p:nvSpPr>
            <p:spPr>
              <a:xfrm rot="16200000" flipV="1">
                <a:off x="5565200" y="2002653"/>
                <a:ext cx="630578" cy="2249214"/>
              </a:xfrm>
              <a:prstGeom prst="arc">
                <a:avLst>
                  <a:gd name="adj1" fmla="val 16225984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弧形 109">
                <a:extLst>
                  <a:ext uri="{FF2B5EF4-FFF2-40B4-BE49-F238E27FC236}">
                    <a16:creationId xmlns:a16="http://schemas.microsoft.com/office/drawing/2014/main" id="{9AAE56C6-39A3-4EE9-B8E3-CD504B2B282A}"/>
                  </a:ext>
                </a:extLst>
              </p:cNvPr>
              <p:cNvSpPr/>
              <p:nvPr/>
            </p:nvSpPr>
            <p:spPr>
              <a:xfrm rot="16200000" flipV="1">
                <a:off x="5682593" y="2279754"/>
                <a:ext cx="403834" cy="1670563"/>
              </a:xfrm>
              <a:prstGeom prst="arc">
                <a:avLst>
                  <a:gd name="adj1" fmla="val 16225984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弧形 110">
                <a:extLst>
                  <a:ext uri="{FF2B5EF4-FFF2-40B4-BE49-F238E27FC236}">
                    <a16:creationId xmlns:a16="http://schemas.microsoft.com/office/drawing/2014/main" id="{31A10C71-3660-43B7-B4E6-E0046651C4F5}"/>
                  </a:ext>
                </a:extLst>
              </p:cNvPr>
              <p:cNvSpPr/>
              <p:nvPr/>
            </p:nvSpPr>
            <p:spPr>
              <a:xfrm rot="16200000" flipV="1">
                <a:off x="5676169" y="3102156"/>
                <a:ext cx="403834" cy="1670563"/>
              </a:xfrm>
              <a:prstGeom prst="arc">
                <a:avLst>
                  <a:gd name="adj1" fmla="val 16225984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DA8A36CB-7577-4B9E-9D9E-8E5F827F0F1E}"/>
              </a:ext>
            </a:extLst>
          </p:cNvPr>
          <p:cNvGrpSpPr/>
          <p:nvPr/>
        </p:nvGrpSpPr>
        <p:grpSpPr>
          <a:xfrm>
            <a:off x="4065360" y="2778424"/>
            <a:ext cx="1669596" cy="1287456"/>
            <a:chOff x="5384456" y="1022196"/>
            <a:chExt cx="1669596" cy="1287456"/>
          </a:xfrm>
        </p:grpSpPr>
        <p:sp>
          <p:nvSpPr>
            <p:cNvPr id="113" name="任意多边形: 形状 112">
              <a:extLst>
                <a:ext uri="{FF2B5EF4-FFF2-40B4-BE49-F238E27FC236}">
                  <a16:creationId xmlns:a16="http://schemas.microsoft.com/office/drawing/2014/main" id="{CC03AEE0-BD1B-426D-B7CD-75F83F0277EF}"/>
                </a:ext>
              </a:extLst>
            </p:cNvPr>
            <p:cNvSpPr/>
            <p:nvPr/>
          </p:nvSpPr>
          <p:spPr>
            <a:xfrm>
              <a:off x="5384456" y="1022196"/>
              <a:ext cx="1669596" cy="1175657"/>
            </a:xfrm>
            <a:custGeom>
              <a:avLst/>
              <a:gdLst>
                <a:gd name="connsiteX0" fmla="*/ 0 w 1669596"/>
                <a:gd name="connsiteY0" fmla="*/ 273503 h 1175657"/>
                <a:gd name="connsiteX1" fmla="*/ 4082 w 1669596"/>
                <a:gd name="connsiteY1" fmla="*/ 1167493 h 1175657"/>
                <a:gd name="connsiteX2" fmla="*/ 265339 w 1669596"/>
                <a:gd name="connsiteY2" fmla="*/ 1175657 h 1175657"/>
                <a:gd name="connsiteX3" fmla="*/ 293914 w 1669596"/>
                <a:gd name="connsiteY3" fmla="*/ 1138918 h 1175657"/>
                <a:gd name="connsiteX4" fmla="*/ 334736 w 1669596"/>
                <a:gd name="connsiteY4" fmla="*/ 1114425 h 1175657"/>
                <a:gd name="connsiteX5" fmla="*/ 412296 w 1669596"/>
                <a:gd name="connsiteY5" fmla="*/ 1094014 h 1175657"/>
                <a:gd name="connsiteX6" fmla="*/ 489857 w 1669596"/>
                <a:gd name="connsiteY6" fmla="*/ 1073603 h 1175657"/>
                <a:gd name="connsiteX7" fmla="*/ 559254 w 1669596"/>
                <a:gd name="connsiteY7" fmla="*/ 1073603 h 1175657"/>
                <a:gd name="connsiteX8" fmla="*/ 681718 w 1669596"/>
                <a:gd name="connsiteY8" fmla="*/ 1057275 h 1175657"/>
                <a:gd name="connsiteX9" fmla="*/ 845004 w 1669596"/>
                <a:gd name="connsiteY9" fmla="*/ 1045028 h 1175657"/>
                <a:gd name="connsiteX10" fmla="*/ 922564 w 1669596"/>
                <a:gd name="connsiteY10" fmla="*/ 1061357 h 1175657"/>
                <a:gd name="connsiteX11" fmla="*/ 1073604 w 1669596"/>
                <a:gd name="connsiteY11" fmla="*/ 1061357 h 1175657"/>
                <a:gd name="connsiteX12" fmla="*/ 1212396 w 1669596"/>
                <a:gd name="connsiteY12" fmla="*/ 1085850 h 1175657"/>
                <a:gd name="connsiteX13" fmla="*/ 1322614 w 1669596"/>
                <a:gd name="connsiteY13" fmla="*/ 1106261 h 1175657"/>
                <a:gd name="connsiteX14" fmla="*/ 1383846 w 1669596"/>
                <a:gd name="connsiteY14" fmla="*/ 1147082 h 1175657"/>
                <a:gd name="connsiteX15" fmla="*/ 1400175 w 1669596"/>
                <a:gd name="connsiteY15" fmla="*/ 1163411 h 1175657"/>
                <a:gd name="connsiteX16" fmla="*/ 1404257 w 1669596"/>
                <a:gd name="connsiteY16" fmla="*/ 1175657 h 1175657"/>
                <a:gd name="connsiteX17" fmla="*/ 1669596 w 1669596"/>
                <a:gd name="connsiteY17" fmla="*/ 1175657 h 1175657"/>
                <a:gd name="connsiteX18" fmla="*/ 1657350 w 1669596"/>
                <a:gd name="connsiteY18" fmla="*/ 253093 h 1175657"/>
                <a:gd name="connsiteX19" fmla="*/ 1583871 w 1669596"/>
                <a:gd name="connsiteY19" fmla="*/ 167368 h 1175657"/>
                <a:gd name="connsiteX20" fmla="*/ 1457325 w 1669596"/>
                <a:gd name="connsiteY20" fmla="*/ 89807 h 1175657"/>
                <a:gd name="connsiteX21" fmla="*/ 1302204 w 1669596"/>
                <a:gd name="connsiteY21" fmla="*/ 44903 h 1175657"/>
                <a:gd name="connsiteX22" fmla="*/ 1171575 w 1669596"/>
                <a:gd name="connsiteY22" fmla="*/ 28575 h 1175657"/>
                <a:gd name="connsiteX23" fmla="*/ 1040946 w 1669596"/>
                <a:gd name="connsiteY23" fmla="*/ 16328 h 1175657"/>
                <a:gd name="connsiteX24" fmla="*/ 873579 w 1669596"/>
                <a:gd name="connsiteY24" fmla="*/ 0 h 1175657"/>
                <a:gd name="connsiteX25" fmla="*/ 702129 w 1669596"/>
                <a:gd name="connsiteY25" fmla="*/ 4082 h 1175657"/>
                <a:gd name="connsiteX26" fmla="*/ 547007 w 1669596"/>
                <a:gd name="connsiteY26" fmla="*/ 12246 h 1175657"/>
                <a:gd name="connsiteX27" fmla="*/ 408214 w 1669596"/>
                <a:gd name="connsiteY27" fmla="*/ 40821 h 1175657"/>
                <a:gd name="connsiteX28" fmla="*/ 285750 w 1669596"/>
                <a:gd name="connsiteY28" fmla="*/ 69396 h 1175657"/>
                <a:gd name="connsiteX29" fmla="*/ 167368 w 1669596"/>
                <a:gd name="connsiteY29" fmla="*/ 118382 h 1175657"/>
                <a:gd name="connsiteX30" fmla="*/ 81643 w 1669596"/>
                <a:gd name="connsiteY30" fmla="*/ 171450 h 1175657"/>
                <a:gd name="connsiteX31" fmla="*/ 0 w 1669596"/>
                <a:gd name="connsiteY31" fmla="*/ 273503 h 1175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69596" h="1175657">
                  <a:moveTo>
                    <a:pt x="0" y="273503"/>
                  </a:moveTo>
                  <a:cubicBezTo>
                    <a:pt x="1361" y="571500"/>
                    <a:pt x="2721" y="869496"/>
                    <a:pt x="4082" y="1167493"/>
                  </a:cubicBezTo>
                  <a:lnTo>
                    <a:pt x="265339" y="1175657"/>
                  </a:lnTo>
                  <a:lnTo>
                    <a:pt x="293914" y="1138918"/>
                  </a:lnTo>
                  <a:lnTo>
                    <a:pt x="334736" y="1114425"/>
                  </a:lnTo>
                  <a:lnTo>
                    <a:pt x="412296" y="1094014"/>
                  </a:lnTo>
                  <a:lnTo>
                    <a:pt x="489857" y="1073603"/>
                  </a:lnTo>
                  <a:lnTo>
                    <a:pt x="559254" y="1073603"/>
                  </a:lnTo>
                  <a:lnTo>
                    <a:pt x="681718" y="1057275"/>
                  </a:lnTo>
                  <a:lnTo>
                    <a:pt x="845004" y="1045028"/>
                  </a:lnTo>
                  <a:lnTo>
                    <a:pt x="922564" y="1061357"/>
                  </a:lnTo>
                  <a:lnTo>
                    <a:pt x="1073604" y="1061357"/>
                  </a:lnTo>
                  <a:lnTo>
                    <a:pt x="1212396" y="1085850"/>
                  </a:lnTo>
                  <a:lnTo>
                    <a:pt x="1322614" y="1106261"/>
                  </a:lnTo>
                  <a:lnTo>
                    <a:pt x="1383846" y="1147082"/>
                  </a:lnTo>
                  <a:lnTo>
                    <a:pt x="1400175" y="1163411"/>
                  </a:lnTo>
                  <a:lnTo>
                    <a:pt x="1404257" y="1175657"/>
                  </a:lnTo>
                  <a:lnTo>
                    <a:pt x="1669596" y="1175657"/>
                  </a:lnTo>
                  <a:lnTo>
                    <a:pt x="1657350" y="253093"/>
                  </a:lnTo>
                  <a:lnTo>
                    <a:pt x="1583871" y="167368"/>
                  </a:lnTo>
                  <a:lnTo>
                    <a:pt x="1457325" y="89807"/>
                  </a:lnTo>
                  <a:lnTo>
                    <a:pt x="1302204" y="44903"/>
                  </a:lnTo>
                  <a:lnTo>
                    <a:pt x="1171575" y="28575"/>
                  </a:lnTo>
                  <a:lnTo>
                    <a:pt x="1040946" y="16328"/>
                  </a:lnTo>
                  <a:lnTo>
                    <a:pt x="873579" y="0"/>
                  </a:lnTo>
                  <a:lnTo>
                    <a:pt x="702129" y="4082"/>
                  </a:lnTo>
                  <a:lnTo>
                    <a:pt x="547007" y="12246"/>
                  </a:lnTo>
                  <a:lnTo>
                    <a:pt x="408214" y="40821"/>
                  </a:lnTo>
                  <a:lnTo>
                    <a:pt x="285750" y="69396"/>
                  </a:lnTo>
                  <a:lnTo>
                    <a:pt x="167368" y="118382"/>
                  </a:lnTo>
                  <a:lnTo>
                    <a:pt x="81643" y="171450"/>
                  </a:lnTo>
                  <a:lnTo>
                    <a:pt x="0" y="273503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4FC036B4-D826-463F-A665-14DB3D8E99A0}"/>
                </a:ext>
              </a:extLst>
            </p:cNvPr>
            <p:cNvGrpSpPr/>
            <p:nvPr/>
          </p:nvGrpSpPr>
          <p:grpSpPr>
            <a:xfrm>
              <a:off x="5391302" y="1025898"/>
              <a:ext cx="1660844" cy="1283754"/>
              <a:chOff x="5436096" y="3114295"/>
              <a:chExt cx="1660844" cy="1283754"/>
            </a:xfrm>
          </p:grpSpPr>
          <p:sp>
            <p:nvSpPr>
              <p:cNvPr id="115" name="矩形 114">
                <a:extLst>
                  <a:ext uri="{FF2B5EF4-FFF2-40B4-BE49-F238E27FC236}">
                    <a16:creationId xmlns:a16="http://schemas.microsoft.com/office/drawing/2014/main" id="{32992FBE-A846-4D72-B537-8B719BC87CD0}"/>
                  </a:ext>
                </a:extLst>
              </p:cNvPr>
              <p:cNvSpPr/>
              <p:nvPr/>
            </p:nvSpPr>
            <p:spPr>
              <a:xfrm>
                <a:off x="6836748" y="3389356"/>
                <a:ext cx="260192" cy="910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>
                <a:extLst>
                  <a:ext uri="{FF2B5EF4-FFF2-40B4-BE49-F238E27FC236}">
                    <a16:creationId xmlns:a16="http://schemas.microsoft.com/office/drawing/2014/main" id="{BEB4EABE-A7EF-472C-8645-A2D6113BF76D}"/>
                  </a:ext>
                </a:extLst>
              </p:cNvPr>
              <p:cNvSpPr/>
              <p:nvPr/>
            </p:nvSpPr>
            <p:spPr>
              <a:xfrm>
                <a:off x="5438806" y="3375238"/>
                <a:ext cx="260192" cy="910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弧形 116">
                <a:extLst>
                  <a:ext uri="{FF2B5EF4-FFF2-40B4-BE49-F238E27FC236}">
                    <a16:creationId xmlns:a16="http://schemas.microsoft.com/office/drawing/2014/main" id="{AAC084C5-45E9-4835-967F-D820605615CC}"/>
                  </a:ext>
                </a:extLst>
              </p:cNvPr>
              <p:cNvSpPr/>
              <p:nvPr/>
            </p:nvSpPr>
            <p:spPr>
              <a:xfrm rot="16200000" flipV="1">
                <a:off x="5988244" y="2562147"/>
                <a:ext cx="542669" cy="1646965"/>
              </a:xfrm>
              <a:prstGeom prst="arc">
                <a:avLst>
                  <a:gd name="adj1" fmla="val 16225984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弧形 117">
                <a:extLst>
                  <a:ext uri="{FF2B5EF4-FFF2-40B4-BE49-F238E27FC236}">
                    <a16:creationId xmlns:a16="http://schemas.microsoft.com/office/drawing/2014/main" id="{F2753C80-47C4-4919-8244-540AC1D16158}"/>
                  </a:ext>
                </a:extLst>
              </p:cNvPr>
              <p:cNvSpPr/>
              <p:nvPr/>
            </p:nvSpPr>
            <p:spPr>
              <a:xfrm rot="16200000" flipV="1">
                <a:off x="6146355" y="2810218"/>
                <a:ext cx="231664" cy="1140784"/>
              </a:xfrm>
              <a:prstGeom prst="arc">
                <a:avLst>
                  <a:gd name="adj1" fmla="val 16178928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9" name="弧形 118">
                <a:extLst>
                  <a:ext uri="{FF2B5EF4-FFF2-40B4-BE49-F238E27FC236}">
                    <a16:creationId xmlns:a16="http://schemas.microsoft.com/office/drawing/2014/main" id="{3764419B-95F0-4E0F-8594-1247D51226F0}"/>
                  </a:ext>
                </a:extLst>
              </p:cNvPr>
              <p:cNvSpPr/>
              <p:nvPr/>
            </p:nvSpPr>
            <p:spPr>
              <a:xfrm rot="16200000" flipV="1">
                <a:off x="6153558" y="3711825"/>
                <a:ext cx="231664" cy="1140784"/>
              </a:xfrm>
              <a:prstGeom prst="arc">
                <a:avLst>
                  <a:gd name="adj1" fmla="val 16178928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2AF255BA-A67A-44E0-ADDB-F9477D9976E1}"/>
              </a:ext>
            </a:extLst>
          </p:cNvPr>
          <p:cNvGrpSpPr/>
          <p:nvPr/>
        </p:nvGrpSpPr>
        <p:grpSpPr>
          <a:xfrm>
            <a:off x="4332446" y="2705665"/>
            <a:ext cx="1138918" cy="1350486"/>
            <a:chOff x="5944038" y="3424962"/>
            <a:chExt cx="1138918" cy="1350486"/>
          </a:xfrm>
        </p:grpSpPr>
        <p:sp>
          <p:nvSpPr>
            <p:cNvPr id="122" name="任意多边形: 形状 121">
              <a:extLst>
                <a:ext uri="{FF2B5EF4-FFF2-40B4-BE49-F238E27FC236}">
                  <a16:creationId xmlns:a16="http://schemas.microsoft.com/office/drawing/2014/main" id="{78562283-E208-40C8-8E1C-1FD3D4EA87AD}"/>
                </a:ext>
              </a:extLst>
            </p:cNvPr>
            <p:cNvSpPr/>
            <p:nvPr/>
          </p:nvSpPr>
          <p:spPr>
            <a:xfrm>
              <a:off x="5944038" y="3434415"/>
              <a:ext cx="1138918" cy="1277711"/>
            </a:xfrm>
            <a:custGeom>
              <a:avLst/>
              <a:gdLst>
                <a:gd name="connsiteX0" fmla="*/ 4082 w 1138918"/>
                <a:gd name="connsiteY0" fmla="*/ 236764 h 1277711"/>
                <a:gd name="connsiteX1" fmla="*/ 0 w 1138918"/>
                <a:gd name="connsiteY1" fmla="*/ 1277711 h 1277711"/>
                <a:gd name="connsiteX2" fmla="*/ 285750 w 1138918"/>
                <a:gd name="connsiteY2" fmla="*/ 1273628 h 1277711"/>
                <a:gd name="connsiteX3" fmla="*/ 302078 w 1138918"/>
                <a:gd name="connsiteY3" fmla="*/ 1232807 h 1277711"/>
                <a:gd name="connsiteX4" fmla="*/ 383721 w 1138918"/>
                <a:gd name="connsiteY4" fmla="*/ 1191986 h 1277711"/>
                <a:gd name="connsiteX5" fmla="*/ 498021 w 1138918"/>
                <a:gd name="connsiteY5" fmla="*/ 1171575 h 1277711"/>
                <a:gd name="connsiteX6" fmla="*/ 591910 w 1138918"/>
                <a:gd name="connsiteY6" fmla="*/ 1171575 h 1277711"/>
                <a:gd name="connsiteX7" fmla="*/ 661307 w 1138918"/>
                <a:gd name="connsiteY7" fmla="*/ 1175657 h 1277711"/>
                <a:gd name="connsiteX8" fmla="*/ 742950 w 1138918"/>
                <a:gd name="connsiteY8" fmla="*/ 1183821 h 1277711"/>
                <a:gd name="connsiteX9" fmla="*/ 808264 w 1138918"/>
                <a:gd name="connsiteY9" fmla="*/ 1212396 h 1277711"/>
                <a:gd name="connsiteX10" fmla="*/ 849085 w 1138918"/>
                <a:gd name="connsiteY10" fmla="*/ 1236889 h 1277711"/>
                <a:gd name="connsiteX11" fmla="*/ 857250 w 1138918"/>
                <a:gd name="connsiteY11" fmla="*/ 1265464 h 1277711"/>
                <a:gd name="connsiteX12" fmla="*/ 1138918 w 1138918"/>
                <a:gd name="connsiteY12" fmla="*/ 1257300 h 1277711"/>
                <a:gd name="connsiteX13" fmla="*/ 1138918 w 1138918"/>
                <a:gd name="connsiteY13" fmla="*/ 208189 h 1277711"/>
                <a:gd name="connsiteX14" fmla="*/ 1130753 w 1138918"/>
                <a:gd name="connsiteY14" fmla="*/ 155121 h 1277711"/>
                <a:gd name="connsiteX15" fmla="*/ 1049110 w 1138918"/>
                <a:gd name="connsiteY15" fmla="*/ 102053 h 1277711"/>
                <a:gd name="connsiteX16" fmla="*/ 934810 w 1138918"/>
                <a:gd name="connsiteY16" fmla="*/ 48986 h 1277711"/>
                <a:gd name="connsiteX17" fmla="*/ 808264 w 1138918"/>
                <a:gd name="connsiteY17" fmla="*/ 20411 h 1277711"/>
                <a:gd name="connsiteX18" fmla="*/ 685800 w 1138918"/>
                <a:gd name="connsiteY18" fmla="*/ 4082 h 1277711"/>
                <a:gd name="connsiteX19" fmla="*/ 604157 w 1138918"/>
                <a:gd name="connsiteY19" fmla="*/ 0 h 1277711"/>
                <a:gd name="connsiteX20" fmla="*/ 530678 w 1138918"/>
                <a:gd name="connsiteY20" fmla="*/ 4082 h 1277711"/>
                <a:gd name="connsiteX21" fmla="*/ 457200 w 1138918"/>
                <a:gd name="connsiteY21" fmla="*/ 8164 h 1277711"/>
                <a:gd name="connsiteX22" fmla="*/ 387803 w 1138918"/>
                <a:gd name="connsiteY22" fmla="*/ 16328 h 1277711"/>
                <a:gd name="connsiteX23" fmla="*/ 277585 w 1138918"/>
                <a:gd name="connsiteY23" fmla="*/ 28575 h 1277711"/>
                <a:gd name="connsiteX24" fmla="*/ 200025 w 1138918"/>
                <a:gd name="connsiteY24" fmla="*/ 57150 h 1277711"/>
                <a:gd name="connsiteX25" fmla="*/ 102053 w 1138918"/>
                <a:gd name="connsiteY25" fmla="*/ 102053 h 1277711"/>
                <a:gd name="connsiteX26" fmla="*/ 28575 w 1138918"/>
                <a:gd name="connsiteY26" fmla="*/ 167368 h 1277711"/>
                <a:gd name="connsiteX27" fmla="*/ 4082 w 1138918"/>
                <a:gd name="connsiteY27" fmla="*/ 236764 h 1277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38918" h="1277711">
                  <a:moveTo>
                    <a:pt x="4082" y="236764"/>
                  </a:moveTo>
                  <a:cubicBezTo>
                    <a:pt x="2721" y="583746"/>
                    <a:pt x="1361" y="930729"/>
                    <a:pt x="0" y="1277711"/>
                  </a:cubicBezTo>
                  <a:lnTo>
                    <a:pt x="285750" y="1273628"/>
                  </a:lnTo>
                  <a:lnTo>
                    <a:pt x="302078" y="1232807"/>
                  </a:lnTo>
                  <a:lnTo>
                    <a:pt x="383721" y="1191986"/>
                  </a:lnTo>
                  <a:lnTo>
                    <a:pt x="498021" y="1171575"/>
                  </a:lnTo>
                  <a:lnTo>
                    <a:pt x="591910" y="1171575"/>
                  </a:lnTo>
                  <a:lnTo>
                    <a:pt x="661307" y="1175657"/>
                  </a:lnTo>
                  <a:lnTo>
                    <a:pt x="742950" y="1183821"/>
                  </a:lnTo>
                  <a:lnTo>
                    <a:pt x="808264" y="1212396"/>
                  </a:lnTo>
                  <a:lnTo>
                    <a:pt x="849085" y="1236889"/>
                  </a:lnTo>
                  <a:lnTo>
                    <a:pt x="857250" y="1265464"/>
                  </a:lnTo>
                  <a:lnTo>
                    <a:pt x="1138918" y="1257300"/>
                  </a:lnTo>
                  <a:lnTo>
                    <a:pt x="1138918" y="208189"/>
                  </a:lnTo>
                  <a:lnTo>
                    <a:pt x="1130753" y="155121"/>
                  </a:lnTo>
                  <a:lnTo>
                    <a:pt x="1049110" y="102053"/>
                  </a:lnTo>
                  <a:lnTo>
                    <a:pt x="934810" y="48986"/>
                  </a:lnTo>
                  <a:lnTo>
                    <a:pt x="808264" y="20411"/>
                  </a:lnTo>
                  <a:lnTo>
                    <a:pt x="685800" y="4082"/>
                  </a:lnTo>
                  <a:lnTo>
                    <a:pt x="604157" y="0"/>
                  </a:lnTo>
                  <a:lnTo>
                    <a:pt x="530678" y="4082"/>
                  </a:lnTo>
                  <a:lnTo>
                    <a:pt x="457200" y="8164"/>
                  </a:lnTo>
                  <a:lnTo>
                    <a:pt x="387803" y="16328"/>
                  </a:lnTo>
                  <a:lnTo>
                    <a:pt x="277585" y="28575"/>
                  </a:lnTo>
                  <a:lnTo>
                    <a:pt x="200025" y="57150"/>
                  </a:lnTo>
                  <a:lnTo>
                    <a:pt x="102053" y="102053"/>
                  </a:lnTo>
                  <a:lnTo>
                    <a:pt x="28575" y="167368"/>
                  </a:lnTo>
                  <a:lnTo>
                    <a:pt x="4082" y="236764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97028816-185D-4CB2-94DF-518B6DA32B00}"/>
                </a:ext>
              </a:extLst>
            </p:cNvPr>
            <p:cNvGrpSpPr/>
            <p:nvPr/>
          </p:nvGrpSpPr>
          <p:grpSpPr>
            <a:xfrm>
              <a:off x="5944724" y="3424962"/>
              <a:ext cx="1134143" cy="1350486"/>
              <a:chOff x="4571308" y="950192"/>
              <a:chExt cx="1134143" cy="1350486"/>
            </a:xfrm>
          </p:grpSpPr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5E90E9B5-4D13-4ED9-8DDA-8657E73DB57E}"/>
                  </a:ext>
                </a:extLst>
              </p:cNvPr>
              <p:cNvSpPr/>
              <p:nvPr/>
            </p:nvSpPr>
            <p:spPr>
              <a:xfrm>
                <a:off x="5425242" y="1161629"/>
                <a:ext cx="278880" cy="10435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E16977AE-E802-4387-8094-5DA4AC6677C0}"/>
                  </a:ext>
                </a:extLst>
              </p:cNvPr>
              <p:cNvSpPr/>
              <p:nvPr/>
            </p:nvSpPr>
            <p:spPr>
              <a:xfrm>
                <a:off x="4573556" y="1172384"/>
                <a:ext cx="278880" cy="104358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弧形 125">
                <a:extLst>
                  <a:ext uri="{FF2B5EF4-FFF2-40B4-BE49-F238E27FC236}">
                    <a16:creationId xmlns:a16="http://schemas.microsoft.com/office/drawing/2014/main" id="{83170A00-7590-45AE-BF81-9EB0442453B3}"/>
                  </a:ext>
                </a:extLst>
              </p:cNvPr>
              <p:cNvSpPr/>
              <p:nvPr/>
            </p:nvSpPr>
            <p:spPr>
              <a:xfrm rot="16200000" flipV="1">
                <a:off x="5040236" y="901762"/>
                <a:ext cx="190939" cy="576064"/>
              </a:xfrm>
              <a:prstGeom prst="arc">
                <a:avLst>
                  <a:gd name="adj1" fmla="val 16385357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弧形 126">
                <a:extLst>
                  <a:ext uri="{FF2B5EF4-FFF2-40B4-BE49-F238E27FC236}">
                    <a16:creationId xmlns:a16="http://schemas.microsoft.com/office/drawing/2014/main" id="{A7B287FF-F9F5-47CC-9020-134C817298F6}"/>
                  </a:ext>
                </a:extLst>
              </p:cNvPr>
              <p:cNvSpPr/>
              <p:nvPr/>
            </p:nvSpPr>
            <p:spPr>
              <a:xfrm rot="16200000" flipV="1">
                <a:off x="4934238" y="587262"/>
                <a:ext cx="408284" cy="1134143"/>
              </a:xfrm>
              <a:prstGeom prst="arc">
                <a:avLst>
                  <a:gd name="adj1" fmla="val 16225984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弧形 127">
                <a:extLst>
                  <a:ext uri="{FF2B5EF4-FFF2-40B4-BE49-F238E27FC236}">
                    <a16:creationId xmlns:a16="http://schemas.microsoft.com/office/drawing/2014/main" id="{82DF69DE-5006-4F45-8420-2033C6DBA884}"/>
                  </a:ext>
                </a:extLst>
              </p:cNvPr>
              <p:cNvSpPr/>
              <p:nvPr/>
            </p:nvSpPr>
            <p:spPr>
              <a:xfrm rot="16200000" flipV="1">
                <a:off x="5047246" y="1917177"/>
                <a:ext cx="190939" cy="576064"/>
              </a:xfrm>
              <a:prstGeom prst="arc">
                <a:avLst>
                  <a:gd name="adj1" fmla="val 16385357"/>
                  <a:gd name="adj2" fmla="val 5307342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EFC97D5-2EB0-4D4D-9BC8-16CF2EADA60F}"/>
              </a:ext>
            </a:extLst>
          </p:cNvPr>
          <p:cNvGrpSpPr/>
          <p:nvPr/>
        </p:nvGrpSpPr>
        <p:grpSpPr>
          <a:xfrm>
            <a:off x="2915816" y="2174064"/>
            <a:ext cx="4308606" cy="2304255"/>
            <a:chOff x="3657562" y="525142"/>
            <a:chExt cx="4308606" cy="2304255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6573ECCC-4234-4B69-A558-491E0A242CAC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62" y="2315992"/>
              <a:ext cx="425103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83FEF3B0-B9F2-49EF-856C-04CB2DE531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4012" y="525142"/>
              <a:ext cx="1" cy="23042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8" name="Object 7">
              <a:extLst>
                <a:ext uri="{FF2B5EF4-FFF2-40B4-BE49-F238E27FC236}">
                  <a16:creationId xmlns:a16="http://schemas.microsoft.com/office/drawing/2014/main" id="{D6D54999-1632-490D-A5DA-7B3733D340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0770233"/>
                </p:ext>
              </p:extLst>
            </p:nvPr>
          </p:nvGraphicFramePr>
          <p:xfrm>
            <a:off x="7775668" y="236849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64" name="MathType 6.0 Equation" r:id="rId14" imgW="190440" imgH="203040" progId="Equation.DSMT4">
                    <p:embed/>
                  </p:oleObj>
                </mc:Choice>
                <mc:Fallback>
                  <p:oleObj name="MathType 6.0 Equation" r:id="rId14" imgW="190440" imgH="203040" progId="Equation.DSMT4">
                    <p:embed/>
                    <p:pic>
                      <p:nvPicPr>
                        <p:cNvPr id="6" name="Object 7">
                          <a:extLst>
                            <a:ext uri="{FF2B5EF4-FFF2-40B4-BE49-F238E27FC236}">
                              <a16:creationId xmlns:a16="http://schemas.microsoft.com/office/drawing/2014/main" id="{FB53522F-0F97-4919-B210-B3B2639F31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5668" y="236849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7">
              <a:extLst>
                <a:ext uri="{FF2B5EF4-FFF2-40B4-BE49-F238E27FC236}">
                  <a16:creationId xmlns:a16="http://schemas.microsoft.com/office/drawing/2014/main" id="{BB6FD31E-AF8C-420D-98B0-0C8330A2D9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458780"/>
                </p:ext>
              </p:extLst>
            </p:nvPr>
          </p:nvGraphicFramePr>
          <p:xfrm>
            <a:off x="5473258" y="227952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65" name="MathType 6.0 Equation" r:id="rId16" imgW="190440" imgH="203040" progId="Equation.DSMT4">
                    <p:embed/>
                  </p:oleObj>
                </mc:Choice>
                <mc:Fallback>
                  <p:oleObj name="MathType 6.0 Equation" r:id="rId16" imgW="190440" imgH="203040" progId="Equation.DSMT4">
                    <p:embed/>
                    <p:pic>
                      <p:nvPicPr>
                        <p:cNvPr id="7" name="Object 7">
                          <a:extLst>
                            <a:ext uri="{FF2B5EF4-FFF2-40B4-BE49-F238E27FC236}">
                              <a16:creationId xmlns:a16="http://schemas.microsoft.com/office/drawing/2014/main" id="{10ECDAAB-C8A9-417A-8EED-1EB1A115BA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3258" y="227952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7" name="Object 7">
              <a:extLst>
                <a:ext uri="{FF2B5EF4-FFF2-40B4-BE49-F238E27FC236}">
                  <a16:creationId xmlns:a16="http://schemas.microsoft.com/office/drawing/2014/main" id="{E53166B9-6512-4D19-8BDC-5783D4D365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6375579"/>
                </p:ext>
              </p:extLst>
            </p:nvPr>
          </p:nvGraphicFramePr>
          <p:xfrm>
            <a:off x="5653763" y="543092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0466" name="MathType 6.0 Equation" r:id="rId18" imgW="215640" imgH="266400" progId="Equation.DSMT4">
                    <p:embed/>
                  </p:oleObj>
                </mc:Choice>
                <mc:Fallback>
                  <p:oleObj name="MathType 6.0 Equation" r:id="rId18" imgW="215640" imgH="266400" progId="Equation.DSMT4">
                    <p:embed/>
                    <p:pic>
                      <p:nvPicPr>
                        <p:cNvPr id="5" name="Object 7">
                          <a:extLst>
                            <a:ext uri="{FF2B5EF4-FFF2-40B4-BE49-F238E27FC236}">
                              <a16:creationId xmlns:a16="http://schemas.microsoft.com/office/drawing/2014/main" id="{F45A5910-5F28-4A0B-8670-8FB70214D3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3763" y="543092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32888969-0889-403C-AED6-7A2D35A0E5C5}"/>
              </a:ext>
            </a:extLst>
          </p:cNvPr>
          <p:cNvGrpSpPr/>
          <p:nvPr/>
        </p:nvGrpSpPr>
        <p:grpSpPr>
          <a:xfrm>
            <a:off x="5187435" y="2522370"/>
            <a:ext cx="1557141" cy="1434362"/>
            <a:chOff x="6145759" y="1361188"/>
            <a:chExt cx="1557141" cy="1434362"/>
          </a:xfrm>
        </p:grpSpPr>
        <p:sp>
          <p:nvSpPr>
            <p:cNvPr id="82" name="任意多边形: 形状 81">
              <a:extLst>
                <a:ext uri="{FF2B5EF4-FFF2-40B4-BE49-F238E27FC236}">
                  <a16:creationId xmlns:a16="http://schemas.microsoft.com/office/drawing/2014/main" id="{C4BC12A4-A339-4A96-AE53-DDF3D74F06A1}"/>
                </a:ext>
              </a:extLst>
            </p:cNvPr>
            <p:cNvSpPr/>
            <p:nvPr/>
          </p:nvSpPr>
          <p:spPr>
            <a:xfrm>
              <a:off x="6145760" y="1389871"/>
              <a:ext cx="1557140" cy="795543"/>
            </a:xfrm>
            <a:custGeom>
              <a:avLst/>
              <a:gdLst>
                <a:gd name="connsiteX0" fmla="*/ 0 w 1411357"/>
                <a:gd name="connsiteY0" fmla="*/ 0 h 907773"/>
                <a:gd name="connsiteX1" fmla="*/ 265044 w 1411357"/>
                <a:gd name="connsiteY1" fmla="*/ 437321 h 907773"/>
                <a:gd name="connsiteX2" fmla="*/ 1411357 w 1411357"/>
                <a:gd name="connsiteY2" fmla="*/ 907773 h 90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1357" h="907773">
                  <a:moveTo>
                    <a:pt x="0" y="0"/>
                  </a:moveTo>
                  <a:cubicBezTo>
                    <a:pt x="14909" y="143012"/>
                    <a:pt x="29818" y="286025"/>
                    <a:pt x="265044" y="437321"/>
                  </a:cubicBezTo>
                  <a:cubicBezTo>
                    <a:pt x="500270" y="588617"/>
                    <a:pt x="955813" y="748195"/>
                    <a:pt x="1411357" y="907773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B70E730A-BEFB-48BD-951E-BFF4FAC0AC7A}"/>
                </a:ext>
              </a:extLst>
            </p:cNvPr>
            <p:cNvCxnSpPr>
              <a:cxnSpLocks/>
            </p:cNvCxnSpPr>
            <p:nvPr/>
          </p:nvCxnSpPr>
          <p:spPr>
            <a:xfrm>
              <a:off x="6145759" y="1361188"/>
              <a:ext cx="5157" cy="1434362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415638A6-C88B-4A47-B465-35A681208FBB}"/>
                </a:ext>
              </a:extLst>
            </p:cNvPr>
            <p:cNvCxnSpPr>
              <a:cxnSpLocks/>
            </p:cNvCxnSpPr>
            <p:nvPr/>
          </p:nvCxnSpPr>
          <p:spPr>
            <a:xfrm>
              <a:off x="7669455" y="2183550"/>
              <a:ext cx="4673" cy="610136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E997D608-2F97-4DC3-A027-BB219C639DF4}"/>
              </a:ext>
            </a:extLst>
          </p:cNvPr>
          <p:cNvGrpSpPr/>
          <p:nvPr/>
        </p:nvGrpSpPr>
        <p:grpSpPr>
          <a:xfrm flipH="1">
            <a:off x="3066738" y="2529944"/>
            <a:ext cx="1557141" cy="1434362"/>
            <a:chOff x="6145759" y="1361188"/>
            <a:chExt cx="1557141" cy="1434362"/>
          </a:xfrm>
        </p:grpSpPr>
        <p:sp>
          <p:nvSpPr>
            <p:cNvPr id="78" name="任意多边形: 形状 77">
              <a:extLst>
                <a:ext uri="{FF2B5EF4-FFF2-40B4-BE49-F238E27FC236}">
                  <a16:creationId xmlns:a16="http://schemas.microsoft.com/office/drawing/2014/main" id="{98E404B4-977D-4BDC-8908-882190AC54A8}"/>
                </a:ext>
              </a:extLst>
            </p:cNvPr>
            <p:cNvSpPr/>
            <p:nvPr/>
          </p:nvSpPr>
          <p:spPr>
            <a:xfrm>
              <a:off x="6145760" y="1389871"/>
              <a:ext cx="1557140" cy="795543"/>
            </a:xfrm>
            <a:custGeom>
              <a:avLst/>
              <a:gdLst>
                <a:gd name="connsiteX0" fmla="*/ 0 w 1411357"/>
                <a:gd name="connsiteY0" fmla="*/ 0 h 907773"/>
                <a:gd name="connsiteX1" fmla="*/ 265044 w 1411357"/>
                <a:gd name="connsiteY1" fmla="*/ 437321 h 907773"/>
                <a:gd name="connsiteX2" fmla="*/ 1411357 w 1411357"/>
                <a:gd name="connsiteY2" fmla="*/ 907773 h 90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1357" h="907773">
                  <a:moveTo>
                    <a:pt x="0" y="0"/>
                  </a:moveTo>
                  <a:cubicBezTo>
                    <a:pt x="14909" y="143012"/>
                    <a:pt x="29818" y="286025"/>
                    <a:pt x="265044" y="437321"/>
                  </a:cubicBezTo>
                  <a:cubicBezTo>
                    <a:pt x="500270" y="588617"/>
                    <a:pt x="955813" y="748195"/>
                    <a:pt x="1411357" y="907773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302F3E2E-0AA6-4EA3-AA82-F673CA9EE602}"/>
                </a:ext>
              </a:extLst>
            </p:cNvPr>
            <p:cNvCxnSpPr>
              <a:cxnSpLocks/>
            </p:cNvCxnSpPr>
            <p:nvPr/>
          </p:nvCxnSpPr>
          <p:spPr>
            <a:xfrm>
              <a:off x="6145759" y="1361188"/>
              <a:ext cx="5157" cy="1434362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EC36AAD4-04C5-4F96-8460-E20C9FEB026D}"/>
                </a:ext>
              </a:extLst>
            </p:cNvPr>
            <p:cNvCxnSpPr>
              <a:cxnSpLocks/>
            </p:cNvCxnSpPr>
            <p:nvPr/>
          </p:nvCxnSpPr>
          <p:spPr>
            <a:xfrm>
              <a:off x="7696435" y="2183550"/>
              <a:ext cx="4673" cy="610136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2986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/>
      <p:bldP spid="52" grpId="0" animBg="1"/>
      <p:bldP spid="53" grpId="0" animBg="1"/>
      <p:bldP spid="69" grpId="0" animBg="1"/>
      <p:bldP spid="70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FFC4A97-7B74-4877-BA4B-A208E3DD4BC8}"/>
              </a:ext>
            </a:extLst>
          </p:cNvPr>
          <p:cNvSpPr/>
          <p:nvPr/>
        </p:nvSpPr>
        <p:spPr>
          <a:xfrm>
            <a:off x="1930289" y="3804928"/>
            <a:ext cx="2071481" cy="794536"/>
          </a:xfrm>
          <a:prstGeom prst="rect">
            <a:avLst/>
          </a:prstGeom>
          <a:solidFill>
            <a:srgbClr val="FFFF00"/>
          </a:solidFill>
          <a:ln w="222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180" name="Rectangle 18">
            <a:extLst>
              <a:ext uri="{FF2B5EF4-FFF2-40B4-BE49-F238E27FC236}">
                <a16:creationId xmlns:a16="http://schemas.microsoft.com/office/drawing/2014/main" id="{B4542671-AA1C-4E56-AEC6-01DD2F4931F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259632" y="465758"/>
            <a:ext cx="2143108" cy="400050"/>
          </a:xfrm>
        </p:spPr>
        <p:txBody>
          <a:bodyPr>
            <a:noAutofit/>
          </a:bodyPr>
          <a:lstStyle/>
          <a:p>
            <a:pPr algn="l" eaLnBrk="1" hangingPunct="1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柱壳法求体积</a:t>
            </a: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B3842A4B-FD9A-418E-B22F-8D6EF7EA7AC6}"/>
              </a:ext>
            </a:extLst>
          </p:cNvPr>
          <p:cNvSpPr/>
          <p:nvPr/>
        </p:nvSpPr>
        <p:spPr>
          <a:xfrm>
            <a:off x="6927501" y="915113"/>
            <a:ext cx="1554480" cy="1387503"/>
          </a:xfrm>
          <a:custGeom>
            <a:avLst/>
            <a:gdLst>
              <a:gd name="connsiteX0" fmla="*/ 0 w 1554480"/>
              <a:gd name="connsiteY0" fmla="*/ 0 h 1387503"/>
              <a:gd name="connsiteX1" fmla="*/ 43732 w 1554480"/>
              <a:gd name="connsiteY1" fmla="*/ 159026 h 1387503"/>
              <a:gd name="connsiteX2" fmla="*/ 83489 w 1554480"/>
              <a:gd name="connsiteY2" fmla="*/ 234563 h 1387503"/>
              <a:gd name="connsiteX3" fmla="*/ 198783 w 1554480"/>
              <a:gd name="connsiteY3" fmla="*/ 333955 h 1387503"/>
              <a:gd name="connsiteX4" fmla="*/ 341906 w 1554480"/>
              <a:gd name="connsiteY4" fmla="*/ 401541 h 1387503"/>
              <a:gd name="connsiteX5" fmla="*/ 687788 w 1554480"/>
              <a:gd name="connsiteY5" fmla="*/ 540689 h 1387503"/>
              <a:gd name="connsiteX6" fmla="*/ 1260282 w 1554480"/>
              <a:gd name="connsiteY6" fmla="*/ 711642 h 1387503"/>
              <a:gd name="connsiteX7" fmla="*/ 1554480 w 1554480"/>
              <a:gd name="connsiteY7" fmla="*/ 791155 h 1387503"/>
              <a:gd name="connsiteX8" fmla="*/ 1554480 w 1554480"/>
              <a:gd name="connsiteY8" fmla="*/ 1387503 h 1387503"/>
              <a:gd name="connsiteX9" fmla="*/ 3976 w 1554480"/>
              <a:gd name="connsiteY9" fmla="*/ 1379551 h 1387503"/>
              <a:gd name="connsiteX10" fmla="*/ 0 w 1554480"/>
              <a:gd name="connsiteY10" fmla="*/ 0 h 1387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554480" h="1387503">
                <a:moveTo>
                  <a:pt x="0" y="0"/>
                </a:moveTo>
                <a:lnTo>
                  <a:pt x="43732" y="159026"/>
                </a:lnTo>
                <a:lnTo>
                  <a:pt x="83489" y="234563"/>
                </a:lnTo>
                <a:lnTo>
                  <a:pt x="198783" y="333955"/>
                </a:lnTo>
                <a:lnTo>
                  <a:pt x="341906" y="401541"/>
                </a:lnTo>
                <a:lnTo>
                  <a:pt x="687788" y="540689"/>
                </a:lnTo>
                <a:lnTo>
                  <a:pt x="1260282" y="711642"/>
                </a:lnTo>
                <a:lnTo>
                  <a:pt x="1554480" y="791155"/>
                </a:lnTo>
                <a:lnTo>
                  <a:pt x="1554480" y="1387503"/>
                </a:lnTo>
                <a:lnTo>
                  <a:pt x="3976" y="1379551"/>
                </a:lnTo>
                <a:cubicBezTo>
                  <a:pt x="2651" y="926327"/>
                  <a:pt x="1325" y="473102"/>
                  <a:pt x="0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E3D688C-6599-4D7F-A236-9DF5E58B1678}"/>
              </a:ext>
            </a:extLst>
          </p:cNvPr>
          <p:cNvGrpSpPr/>
          <p:nvPr/>
        </p:nvGrpSpPr>
        <p:grpSpPr>
          <a:xfrm>
            <a:off x="5076056" y="403740"/>
            <a:ext cx="3893475" cy="2410247"/>
            <a:chOff x="4072693" y="419150"/>
            <a:chExt cx="3893475" cy="2410247"/>
          </a:xfrm>
        </p:grpSpPr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B3B11095-22C0-4998-8A28-1F06543F4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2693" y="2315992"/>
              <a:ext cx="3835901" cy="777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66A7A2D8-C52F-4E39-9534-B223516C28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4012" y="525142"/>
              <a:ext cx="1" cy="230425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57" name="Object 7">
              <a:extLst>
                <a:ext uri="{FF2B5EF4-FFF2-40B4-BE49-F238E27FC236}">
                  <a16:creationId xmlns:a16="http://schemas.microsoft.com/office/drawing/2014/main" id="{82CCA55E-EDEC-40E4-967C-E402A84A2B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2525841"/>
                </p:ext>
              </p:extLst>
            </p:nvPr>
          </p:nvGraphicFramePr>
          <p:xfrm>
            <a:off x="5675128" y="419150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56" name="MathType 6.0 Equation" r:id="rId4" imgW="215640" imgH="266400" progId="Equation.DSMT4">
                    <p:embed/>
                  </p:oleObj>
                </mc:Choice>
                <mc:Fallback>
                  <p:oleObj name="MathType 6.0 Equation" r:id="rId4" imgW="215640" imgH="266400" progId="Equation.DSMT4">
                    <p:embed/>
                    <p:pic>
                      <p:nvPicPr>
                        <p:cNvPr id="57" name="Object 7">
                          <a:extLst>
                            <a:ext uri="{FF2B5EF4-FFF2-40B4-BE49-F238E27FC236}">
                              <a16:creationId xmlns:a16="http://schemas.microsoft.com/office/drawing/2014/main" id="{E53166B9-6512-4D19-8BDC-5783D4D3657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5128" y="419150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8" name="Object 7">
              <a:extLst>
                <a:ext uri="{FF2B5EF4-FFF2-40B4-BE49-F238E27FC236}">
                  <a16:creationId xmlns:a16="http://schemas.microsoft.com/office/drawing/2014/main" id="{09FBDA34-449B-490E-980D-04B23C68014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3588956"/>
                </p:ext>
              </p:extLst>
            </p:nvPr>
          </p:nvGraphicFramePr>
          <p:xfrm>
            <a:off x="7775668" y="236849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57" name="MathType 6.0 Equation" r:id="rId6" imgW="190440" imgH="203040" progId="Equation.DSMT4">
                    <p:embed/>
                  </p:oleObj>
                </mc:Choice>
                <mc:Fallback>
                  <p:oleObj name="MathType 6.0 Equation" r:id="rId6" imgW="190440" imgH="203040" progId="Equation.DSMT4">
                    <p:embed/>
                    <p:pic>
                      <p:nvPicPr>
                        <p:cNvPr id="58" name="Object 7">
                          <a:extLst>
                            <a:ext uri="{FF2B5EF4-FFF2-40B4-BE49-F238E27FC236}">
                              <a16:creationId xmlns:a16="http://schemas.microsoft.com/office/drawing/2014/main" id="{D6D54999-1632-490D-A5DA-7B3733D340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5668" y="236849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7">
              <a:extLst>
                <a:ext uri="{FF2B5EF4-FFF2-40B4-BE49-F238E27FC236}">
                  <a16:creationId xmlns:a16="http://schemas.microsoft.com/office/drawing/2014/main" id="{3A40A2A3-E82E-42FD-B524-74E04CB757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1510218"/>
                </p:ext>
              </p:extLst>
            </p:nvPr>
          </p:nvGraphicFramePr>
          <p:xfrm>
            <a:off x="5473258" y="227952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58" name="MathType 6.0 Equation" r:id="rId8" imgW="190440" imgH="203040" progId="Equation.DSMT4">
                    <p:embed/>
                  </p:oleObj>
                </mc:Choice>
                <mc:Fallback>
                  <p:oleObj name="MathType 6.0 Equation" r:id="rId8" imgW="190440" imgH="203040" progId="Equation.DSMT4">
                    <p:embed/>
                    <p:pic>
                      <p:nvPicPr>
                        <p:cNvPr id="59" name="Object 7">
                          <a:extLst>
                            <a:ext uri="{FF2B5EF4-FFF2-40B4-BE49-F238E27FC236}">
                              <a16:creationId xmlns:a16="http://schemas.microsoft.com/office/drawing/2014/main" id="{BB6FD31E-AF8C-420D-98B0-0C8330A2D9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3258" y="227952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8EFBAA61-39B4-4BA8-ABE6-5636FB3F6FB7}"/>
              </a:ext>
            </a:extLst>
          </p:cNvPr>
          <p:cNvGrpSpPr/>
          <p:nvPr/>
        </p:nvGrpSpPr>
        <p:grpSpPr>
          <a:xfrm>
            <a:off x="6922346" y="902673"/>
            <a:ext cx="1557140" cy="795543"/>
            <a:chOff x="2662000" y="1160273"/>
            <a:chExt cx="1557140" cy="795543"/>
          </a:xfrm>
        </p:grpSpPr>
        <p:sp>
          <p:nvSpPr>
            <p:cNvPr id="61" name="任意多边形: 形状 60">
              <a:extLst>
                <a:ext uri="{FF2B5EF4-FFF2-40B4-BE49-F238E27FC236}">
                  <a16:creationId xmlns:a16="http://schemas.microsoft.com/office/drawing/2014/main" id="{ACFD35BF-4F1C-4F8D-8043-EB3867FE6E5B}"/>
                </a:ext>
              </a:extLst>
            </p:cNvPr>
            <p:cNvSpPr/>
            <p:nvPr/>
          </p:nvSpPr>
          <p:spPr>
            <a:xfrm>
              <a:off x="2662000" y="1160273"/>
              <a:ext cx="1557140" cy="795543"/>
            </a:xfrm>
            <a:custGeom>
              <a:avLst/>
              <a:gdLst>
                <a:gd name="connsiteX0" fmla="*/ 0 w 1411357"/>
                <a:gd name="connsiteY0" fmla="*/ 0 h 907773"/>
                <a:gd name="connsiteX1" fmla="*/ 265044 w 1411357"/>
                <a:gd name="connsiteY1" fmla="*/ 437321 h 907773"/>
                <a:gd name="connsiteX2" fmla="*/ 1411357 w 1411357"/>
                <a:gd name="connsiteY2" fmla="*/ 907773 h 90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1357" h="907773">
                  <a:moveTo>
                    <a:pt x="0" y="0"/>
                  </a:moveTo>
                  <a:cubicBezTo>
                    <a:pt x="14909" y="143012"/>
                    <a:pt x="29818" y="286025"/>
                    <a:pt x="265044" y="437321"/>
                  </a:cubicBezTo>
                  <a:cubicBezTo>
                    <a:pt x="500270" y="588617"/>
                    <a:pt x="955813" y="748195"/>
                    <a:pt x="1411357" y="907773"/>
                  </a:cubicBezTo>
                </a:path>
              </a:pathLst>
            </a:custGeom>
            <a:noFill/>
            <a:ln w="190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62" name="Object 22">
              <a:extLst>
                <a:ext uri="{FF2B5EF4-FFF2-40B4-BE49-F238E27FC236}">
                  <a16:creationId xmlns:a16="http://schemas.microsoft.com/office/drawing/2014/main" id="{45A3D0DF-B512-4D49-8CBC-EF640F97F9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7928415"/>
                </p:ext>
              </p:extLst>
            </p:nvPr>
          </p:nvGraphicFramePr>
          <p:xfrm>
            <a:off x="2968653" y="1166977"/>
            <a:ext cx="1104900" cy="34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59" name="MathType 6.0 Equation" r:id="rId10" imgW="1104840" imgH="342720" progId="Equation.DSMT4">
                    <p:embed/>
                  </p:oleObj>
                </mc:Choice>
                <mc:Fallback>
                  <p:oleObj name="MathType 6.0 Equation" r:id="rId10" imgW="1104840" imgH="342720" progId="Equation.DSMT4">
                    <p:embed/>
                    <p:pic>
                      <p:nvPicPr>
                        <p:cNvPr id="62" name="Object 22">
                          <a:extLst>
                            <a:ext uri="{FF2B5EF4-FFF2-40B4-BE49-F238E27FC236}">
                              <a16:creationId xmlns:a16="http://schemas.microsoft.com/office/drawing/2014/main" id="{BA563E05-D941-4D0C-B94C-F5AB1FC8C4A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8653" y="1166977"/>
                          <a:ext cx="1104900" cy="3444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3B819A52-67CB-4EB1-80E0-E8AD06541DE8}"/>
              </a:ext>
            </a:extLst>
          </p:cNvPr>
          <p:cNvGrpSpPr/>
          <p:nvPr/>
        </p:nvGrpSpPr>
        <p:grpSpPr>
          <a:xfrm>
            <a:off x="6825901" y="873990"/>
            <a:ext cx="203200" cy="1702690"/>
            <a:chOff x="2565555" y="1131590"/>
            <a:chExt cx="203200" cy="1702690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B43E6CDE-0DD9-4224-A022-99CD577E27E1}"/>
                </a:ext>
              </a:extLst>
            </p:cNvPr>
            <p:cNvCxnSpPr>
              <a:cxnSpLocks/>
            </p:cNvCxnSpPr>
            <p:nvPr/>
          </p:nvCxnSpPr>
          <p:spPr>
            <a:xfrm>
              <a:off x="2661999" y="1131590"/>
              <a:ext cx="5157" cy="1434362"/>
            </a:xfrm>
            <a:prstGeom prst="line">
              <a:avLst/>
            </a:prstGeom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5" name="Object 22">
              <a:extLst>
                <a:ext uri="{FF2B5EF4-FFF2-40B4-BE49-F238E27FC236}">
                  <a16:creationId xmlns:a16="http://schemas.microsoft.com/office/drawing/2014/main" id="{07EDE805-2DE1-4273-B01E-0D2D1B9FC1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600005"/>
                </p:ext>
              </p:extLst>
            </p:nvPr>
          </p:nvGraphicFramePr>
          <p:xfrm>
            <a:off x="2565555" y="2631080"/>
            <a:ext cx="203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0" name="MathType 6.0 Equation" r:id="rId12" imgW="203040" imgH="203040" progId="Equation.DSMT4">
                    <p:embed/>
                  </p:oleObj>
                </mc:Choice>
                <mc:Fallback>
                  <p:oleObj name="MathType 6.0 Equation" r:id="rId12" imgW="203040" imgH="203040" progId="Equation.DSMT4">
                    <p:embed/>
                    <p:pic>
                      <p:nvPicPr>
                        <p:cNvPr id="65" name="Object 22">
                          <a:extLst>
                            <a:ext uri="{FF2B5EF4-FFF2-40B4-BE49-F238E27FC236}">
                              <a16:creationId xmlns:a16="http://schemas.microsoft.com/office/drawing/2014/main" id="{8711374F-06EC-4AC6-86FB-F1272FE326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5555" y="2631080"/>
                          <a:ext cx="2032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98F8B7A8-5F3B-476F-A978-A9FEFFCE18FD}"/>
              </a:ext>
            </a:extLst>
          </p:cNvPr>
          <p:cNvGrpSpPr/>
          <p:nvPr/>
        </p:nvGrpSpPr>
        <p:grpSpPr>
          <a:xfrm>
            <a:off x="8399655" y="1693667"/>
            <a:ext cx="190500" cy="918216"/>
            <a:chOff x="4149740" y="1741427"/>
            <a:chExt cx="190500" cy="918216"/>
          </a:xfrm>
        </p:grpSpPr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932370B6-61F9-4E47-9155-AF10BD50D3AA}"/>
                </a:ext>
              </a:extLst>
            </p:cNvPr>
            <p:cNvCxnSpPr>
              <a:cxnSpLocks/>
            </p:cNvCxnSpPr>
            <p:nvPr/>
          </p:nvCxnSpPr>
          <p:spPr>
            <a:xfrm>
              <a:off x="4224898" y="1741427"/>
              <a:ext cx="0" cy="604800"/>
            </a:xfrm>
            <a:prstGeom prst="line">
              <a:avLst/>
            </a:prstGeom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8" name="Object 22">
              <a:extLst>
                <a:ext uri="{FF2B5EF4-FFF2-40B4-BE49-F238E27FC236}">
                  <a16:creationId xmlns:a16="http://schemas.microsoft.com/office/drawing/2014/main" id="{5ECAF4A9-0FBB-424E-AFBD-E36361741E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2124752"/>
                </p:ext>
              </p:extLst>
            </p:nvPr>
          </p:nvGraphicFramePr>
          <p:xfrm>
            <a:off x="4149740" y="2380243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1" name="MathType 6.0 Equation" r:id="rId14" imgW="190440" imgH="279360" progId="Equation.DSMT4">
                    <p:embed/>
                  </p:oleObj>
                </mc:Choice>
                <mc:Fallback>
                  <p:oleObj name="MathType 6.0 Equation" r:id="rId14" imgW="190440" imgH="279360" progId="Equation.DSMT4">
                    <p:embed/>
                    <p:pic>
                      <p:nvPicPr>
                        <p:cNvPr id="68" name="Object 22">
                          <a:extLst>
                            <a:ext uri="{FF2B5EF4-FFF2-40B4-BE49-F238E27FC236}">
                              <a16:creationId xmlns:a16="http://schemas.microsoft.com/office/drawing/2014/main" id="{3105148B-539F-458C-9C09-0A42A85D381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49740" y="2380243"/>
                          <a:ext cx="1905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A0F1BF15-733B-4E19-BCDD-4964CAB6F2AD}"/>
              </a:ext>
            </a:extLst>
          </p:cNvPr>
          <p:cNvSpPr/>
          <p:nvPr/>
        </p:nvSpPr>
        <p:spPr>
          <a:xfrm>
            <a:off x="7439086" y="1386348"/>
            <a:ext cx="271371" cy="914400"/>
          </a:xfrm>
          <a:custGeom>
            <a:avLst/>
            <a:gdLst>
              <a:gd name="connsiteX0" fmla="*/ 5900 w 271371"/>
              <a:gd name="connsiteY0" fmla="*/ 0 h 914400"/>
              <a:gd name="connsiteX1" fmla="*/ 123887 w 271371"/>
              <a:gd name="connsiteY1" fmla="*/ 35397 h 914400"/>
              <a:gd name="connsiteX2" fmla="*/ 271371 w 271371"/>
              <a:gd name="connsiteY2" fmla="*/ 88491 h 914400"/>
              <a:gd name="connsiteX3" fmla="*/ 259572 w 271371"/>
              <a:gd name="connsiteY3" fmla="*/ 914400 h 914400"/>
              <a:gd name="connsiteX4" fmla="*/ 0 w 271371"/>
              <a:gd name="connsiteY4" fmla="*/ 914400 h 914400"/>
              <a:gd name="connsiteX5" fmla="*/ 5900 w 271371"/>
              <a:gd name="connsiteY5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371" h="914400">
                <a:moveTo>
                  <a:pt x="5900" y="0"/>
                </a:moveTo>
                <a:lnTo>
                  <a:pt x="123887" y="35397"/>
                </a:lnTo>
                <a:lnTo>
                  <a:pt x="271371" y="88491"/>
                </a:lnTo>
                <a:lnTo>
                  <a:pt x="259572" y="914400"/>
                </a:lnTo>
                <a:lnTo>
                  <a:pt x="0" y="914400"/>
                </a:lnTo>
                <a:cubicBezTo>
                  <a:pt x="1967" y="611567"/>
                  <a:pt x="3933" y="308733"/>
                  <a:pt x="59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1CE4273-128B-4649-9E07-8A66FB6EF8EF}"/>
              </a:ext>
            </a:extLst>
          </p:cNvPr>
          <p:cNvGrpSpPr/>
          <p:nvPr/>
        </p:nvGrpSpPr>
        <p:grpSpPr>
          <a:xfrm>
            <a:off x="7344556" y="1362538"/>
            <a:ext cx="190500" cy="1201339"/>
            <a:chOff x="5963520" y="3044358"/>
            <a:chExt cx="190500" cy="1201339"/>
          </a:xfrm>
        </p:grpSpPr>
        <p:graphicFrame>
          <p:nvGraphicFramePr>
            <p:cNvPr id="86" name="Object 7">
              <a:extLst>
                <a:ext uri="{FF2B5EF4-FFF2-40B4-BE49-F238E27FC236}">
                  <a16:creationId xmlns:a16="http://schemas.microsoft.com/office/drawing/2014/main" id="{6F32F8EE-14D9-4166-A0A9-2FDE4D55EA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869245"/>
                </p:ext>
              </p:extLst>
            </p:nvPr>
          </p:nvGraphicFramePr>
          <p:xfrm>
            <a:off x="5963520" y="404249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2" name="MathType 6.0 Equation" r:id="rId16" imgW="190440" imgH="203040" progId="Equation.DSMT4">
                    <p:embed/>
                  </p:oleObj>
                </mc:Choice>
                <mc:Fallback>
                  <p:oleObj name="MathType 6.0 Equation" r:id="rId16" imgW="190440" imgH="203040" progId="Equation.DSMT4">
                    <p:embed/>
                    <p:pic>
                      <p:nvPicPr>
                        <p:cNvPr id="72" name="Object 7">
                          <a:extLst>
                            <a:ext uri="{FF2B5EF4-FFF2-40B4-BE49-F238E27FC236}">
                              <a16:creationId xmlns:a16="http://schemas.microsoft.com/office/drawing/2014/main" id="{0952504F-A9A6-4868-A457-51841637607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3520" y="4042497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36EDD05D-402B-445D-A9D1-31B7A1C5162A}"/>
                </a:ext>
              </a:extLst>
            </p:cNvPr>
            <p:cNvCxnSpPr>
              <a:cxnSpLocks/>
            </p:cNvCxnSpPr>
            <p:nvPr/>
          </p:nvCxnSpPr>
          <p:spPr>
            <a:xfrm>
              <a:off x="6058770" y="3044358"/>
              <a:ext cx="0" cy="936000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3AA03013-D8F9-41A4-B2C3-AFDD6DB62ABE}"/>
              </a:ext>
            </a:extLst>
          </p:cNvPr>
          <p:cNvGrpSpPr/>
          <p:nvPr/>
        </p:nvGrpSpPr>
        <p:grpSpPr>
          <a:xfrm>
            <a:off x="7592555" y="1481573"/>
            <a:ext cx="762000" cy="1094999"/>
            <a:chOff x="5917526" y="3058370"/>
            <a:chExt cx="762000" cy="1094999"/>
          </a:xfrm>
        </p:grpSpPr>
        <p:graphicFrame>
          <p:nvGraphicFramePr>
            <p:cNvPr id="89" name="Object 7">
              <a:extLst>
                <a:ext uri="{FF2B5EF4-FFF2-40B4-BE49-F238E27FC236}">
                  <a16:creationId xmlns:a16="http://schemas.microsoft.com/office/drawing/2014/main" id="{D2CCA8F1-B60E-47EE-B129-0F864850E5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0572915"/>
                </p:ext>
              </p:extLst>
            </p:nvPr>
          </p:nvGraphicFramePr>
          <p:xfrm>
            <a:off x="5917526" y="3873969"/>
            <a:ext cx="762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3" name="MathType 6.0 Equation" r:id="rId18" imgW="761760" imgH="279360" progId="Equation.DSMT4">
                    <p:embed/>
                  </p:oleObj>
                </mc:Choice>
                <mc:Fallback>
                  <p:oleObj name="MathType 6.0 Equation" r:id="rId18" imgW="761760" imgH="279360" progId="Equation.DSMT4">
                    <p:embed/>
                    <p:pic>
                      <p:nvPicPr>
                        <p:cNvPr id="75" name="Object 7">
                          <a:extLst>
                            <a:ext uri="{FF2B5EF4-FFF2-40B4-BE49-F238E27FC236}">
                              <a16:creationId xmlns:a16="http://schemas.microsoft.com/office/drawing/2014/main" id="{2CF0E661-AA1E-4C71-829C-84898CDD31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7526" y="3873969"/>
                          <a:ext cx="7620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88D86116-CBAE-46ED-A68F-235934D9F0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19287" y="3058370"/>
              <a:ext cx="10150" cy="838845"/>
            </a:xfrm>
            <a:prstGeom prst="line">
              <a:avLst/>
            </a:prstGeom>
            <a:ln w="1905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6BE051EB-58F9-4ED9-BC26-CD34F5627163}"/>
              </a:ext>
            </a:extLst>
          </p:cNvPr>
          <p:cNvSpPr/>
          <p:nvPr/>
        </p:nvSpPr>
        <p:spPr>
          <a:xfrm flipH="1">
            <a:off x="5603044" y="1397537"/>
            <a:ext cx="271371" cy="914400"/>
          </a:xfrm>
          <a:custGeom>
            <a:avLst/>
            <a:gdLst>
              <a:gd name="connsiteX0" fmla="*/ 5900 w 271371"/>
              <a:gd name="connsiteY0" fmla="*/ 0 h 914400"/>
              <a:gd name="connsiteX1" fmla="*/ 123887 w 271371"/>
              <a:gd name="connsiteY1" fmla="*/ 35397 h 914400"/>
              <a:gd name="connsiteX2" fmla="*/ 271371 w 271371"/>
              <a:gd name="connsiteY2" fmla="*/ 88491 h 914400"/>
              <a:gd name="connsiteX3" fmla="*/ 259572 w 271371"/>
              <a:gd name="connsiteY3" fmla="*/ 914400 h 914400"/>
              <a:gd name="connsiteX4" fmla="*/ 0 w 271371"/>
              <a:gd name="connsiteY4" fmla="*/ 914400 h 914400"/>
              <a:gd name="connsiteX5" fmla="*/ 5900 w 271371"/>
              <a:gd name="connsiteY5" fmla="*/ 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1371" h="914400">
                <a:moveTo>
                  <a:pt x="5900" y="0"/>
                </a:moveTo>
                <a:lnTo>
                  <a:pt x="123887" y="35397"/>
                </a:lnTo>
                <a:lnTo>
                  <a:pt x="271371" y="88491"/>
                </a:lnTo>
                <a:lnTo>
                  <a:pt x="259572" y="914400"/>
                </a:lnTo>
                <a:lnTo>
                  <a:pt x="0" y="914400"/>
                </a:lnTo>
                <a:cubicBezTo>
                  <a:pt x="1967" y="611567"/>
                  <a:pt x="3933" y="308733"/>
                  <a:pt x="59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19050">
            <a:solidFill>
              <a:srgbClr val="3366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31EE504-BE77-4595-A0DA-68CF3C07546D}"/>
              </a:ext>
            </a:extLst>
          </p:cNvPr>
          <p:cNvGrpSpPr/>
          <p:nvPr/>
        </p:nvGrpSpPr>
        <p:grpSpPr>
          <a:xfrm>
            <a:off x="5598506" y="1237834"/>
            <a:ext cx="2109258" cy="1296788"/>
            <a:chOff x="5598506" y="1237834"/>
            <a:chExt cx="2109258" cy="1296788"/>
          </a:xfrm>
        </p:grpSpPr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697319F2-E669-427A-945F-B30059FFA322}"/>
                </a:ext>
              </a:extLst>
            </p:cNvPr>
            <p:cNvGrpSpPr/>
            <p:nvPr/>
          </p:nvGrpSpPr>
          <p:grpSpPr>
            <a:xfrm rot="16200000" flipV="1">
              <a:off x="6525942" y="1503431"/>
              <a:ext cx="279400" cy="1579043"/>
              <a:chOff x="2693382" y="2881222"/>
              <a:chExt cx="303103" cy="768890"/>
            </a:xfrm>
            <a:noFill/>
          </p:grpSpPr>
          <p:sp>
            <p:nvSpPr>
              <p:cNvPr id="93" name="弧形 92">
                <a:extLst>
                  <a:ext uri="{FF2B5EF4-FFF2-40B4-BE49-F238E27FC236}">
                    <a16:creationId xmlns:a16="http://schemas.microsoft.com/office/drawing/2014/main" id="{DD04EA94-9EE9-4A4B-86D1-F9B1C8C88720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弧形 93">
                <a:extLst>
                  <a:ext uri="{FF2B5EF4-FFF2-40B4-BE49-F238E27FC236}">
                    <a16:creationId xmlns:a16="http://schemas.microsoft.com/office/drawing/2014/main" id="{9F162DE2-527E-4D38-B817-49291D7796DF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536040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5E3A3B63-53B1-4375-AA1C-B1087F4C7622}"/>
                </a:ext>
              </a:extLst>
            </p:cNvPr>
            <p:cNvGrpSpPr/>
            <p:nvPr/>
          </p:nvGrpSpPr>
          <p:grpSpPr>
            <a:xfrm rot="16200000" flipV="1">
              <a:off x="6544457" y="601556"/>
              <a:ext cx="228903" cy="1587766"/>
              <a:chOff x="2693382" y="2881222"/>
              <a:chExt cx="303103" cy="768890"/>
            </a:xfrm>
            <a:noFill/>
          </p:grpSpPr>
          <p:sp>
            <p:nvSpPr>
              <p:cNvPr id="96" name="弧形 95">
                <a:extLst>
                  <a:ext uri="{FF2B5EF4-FFF2-40B4-BE49-F238E27FC236}">
                    <a16:creationId xmlns:a16="http://schemas.microsoft.com/office/drawing/2014/main" id="{3581DA35-C820-4DE7-962B-9BB9041DA248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弧形 96">
                <a:extLst>
                  <a:ext uri="{FF2B5EF4-FFF2-40B4-BE49-F238E27FC236}">
                    <a16:creationId xmlns:a16="http://schemas.microsoft.com/office/drawing/2014/main" id="{A398919A-E954-45B1-A7C3-2E33AC19DE9F}"/>
                  </a:ext>
                </a:extLst>
              </p:cNvPr>
              <p:cNvSpPr/>
              <p:nvPr/>
            </p:nvSpPr>
            <p:spPr>
              <a:xfrm rot="16200000">
                <a:off x="2459938" y="3115821"/>
                <a:ext cx="767735" cy="300847"/>
              </a:xfrm>
              <a:prstGeom prst="arc">
                <a:avLst>
                  <a:gd name="adj1" fmla="val 10536040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F117B39A-4C84-4A19-9730-AE5CB7DADB50}"/>
                </a:ext>
              </a:extLst>
            </p:cNvPr>
            <p:cNvGrpSpPr/>
            <p:nvPr/>
          </p:nvGrpSpPr>
          <p:grpSpPr>
            <a:xfrm rot="16200000" flipV="1">
              <a:off x="6406299" y="1251669"/>
              <a:ext cx="493738" cy="2072167"/>
              <a:chOff x="2693382" y="2885981"/>
              <a:chExt cx="303103" cy="767735"/>
            </a:xfrm>
            <a:noFill/>
          </p:grpSpPr>
          <p:sp>
            <p:nvSpPr>
              <p:cNvPr id="99" name="弧形 98">
                <a:extLst>
                  <a:ext uri="{FF2B5EF4-FFF2-40B4-BE49-F238E27FC236}">
                    <a16:creationId xmlns:a16="http://schemas.microsoft.com/office/drawing/2014/main" id="{0E7AA058-F218-4DAC-B1B1-E2CA76FAF6F4}"/>
                  </a:ext>
                </a:extLst>
              </p:cNvPr>
              <p:cNvSpPr/>
              <p:nvPr/>
            </p:nvSpPr>
            <p:spPr>
              <a:xfrm>
                <a:off x="2695637" y="2886629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弧形 99">
                <a:extLst>
                  <a:ext uri="{FF2B5EF4-FFF2-40B4-BE49-F238E27FC236}">
                    <a16:creationId xmlns:a16="http://schemas.microsoft.com/office/drawing/2014/main" id="{B8DC06DD-0D3A-4390-8EA8-EC04358FA9F2}"/>
                  </a:ext>
                </a:extLst>
              </p:cNvPr>
              <p:cNvSpPr/>
              <p:nvPr/>
            </p:nvSpPr>
            <p:spPr>
              <a:xfrm rot="16200000">
                <a:off x="2459938" y="3119425"/>
                <a:ext cx="767735" cy="300847"/>
              </a:xfrm>
              <a:prstGeom prst="arc">
                <a:avLst>
                  <a:gd name="adj1" fmla="val 10536040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B9F5A985-F1A1-4E3A-84A0-C306C5FFC69F}"/>
                </a:ext>
              </a:extLst>
            </p:cNvPr>
            <p:cNvGrpSpPr/>
            <p:nvPr/>
          </p:nvGrpSpPr>
          <p:grpSpPr>
            <a:xfrm rot="16200000" flipV="1">
              <a:off x="6435118" y="401222"/>
              <a:ext cx="436033" cy="2109258"/>
              <a:chOff x="2693382" y="2880606"/>
              <a:chExt cx="303103" cy="767735"/>
            </a:xfrm>
            <a:noFill/>
          </p:grpSpPr>
          <p:sp>
            <p:nvSpPr>
              <p:cNvPr id="102" name="弧形 101">
                <a:extLst>
                  <a:ext uri="{FF2B5EF4-FFF2-40B4-BE49-F238E27FC236}">
                    <a16:creationId xmlns:a16="http://schemas.microsoft.com/office/drawing/2014/main" id="{55A4029C-1FFB-4C1B-BF1E-3594347B0112}"/>
                  </a:ext>
                </a:extLst>
              </p:cNvPr>
              <p:cNvSpPr/>
              <p:nvPr/>
            </p:nvSpPr>
            <p:spPr>
              <a:xfrm>
                <a:off x="2695637" y="2881222"/>
                <a:ext cx="300848" cy="765934"/>
              </a:xfrm>
              <a:prstGeom prst="arc">
                <a:avLst>
                  <a:gd name="adj1" fmla="val 16199991"/>
                  <a:gd name="adj2" fmla="val 5459382"/>
                </a:avLst>
              </a:prstGeom>
              <a:grpFill/>
              <a:ln w="190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弧形 102">
                <a:extLst>
                  <a:ext uri="{FF2B5EF4-FFF2-40B4-BE49-F238E27FC236}">
                    <a16:creationId xmlns:a16="http://schemas.microsoft.com/office/drawing/2014/main" id="{81F21C00-8B44-448A-9CE5-A0D80844CA01}"/>
                  </a:ext>
                </a:extLst>
              </p:cNvPr>
              <p:cNvSpPr/>
              <p:nvPr/>
            </p:nvSpPr>
            <p:spPr>
              <a:xfrm rot="16200000">
                <a:off x="2459938" y="3114050"/>
                <a:ext cx="767735" cy="300847"/>
              </a:xfrm>
              <a:prstGeom prst="arc">
                <a:avLst>
                  <a:gd name="adj1" fmla="val 10536040"/>
                  <a:gd name="adj2" fmla="val 0"/>
                </a:avLst>
              </a:prstGeom>
              <a:grpFill/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9800A3E3-FD08-49C5-8E88-B5EC87CB686A}"/>
              </a:ext>
            </a:extLst>
          </p:cNvPr>
          <p:cNvGrpSpPr/>
          <p:nvPr/>
        </p:nvGrpSpPr>
        <p:grpSpPr>
          <a:xfrm>
            <a:off x="238801" y="967063"/>
            <a:ext cx="4196559" cy="461666"/>
            <a:chOff x="486853" y="1554546"/>
            <a:chExt cx="4196559" cy="461666"/>
          </a:xfrm>
        </p:grpSpPr>
        <p:sp>
          <p:nvSpPr>
            <p:cNvPr id="125" name="Text Box 6">
              <a:extLst>
                <a:ext uri="{FF2B5EF4-FFF2-40B4-BE49-F238E27FC236}">
                  <a16:creationId xmlns:a16="http://schemas.microsoft.com/office/drawing/2014/main" id="{A3B3B0D0-6FDB-4E5F-BDB9-6367C162F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2328" y="1554546"/>
              <a:ext cx="23860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</a:p>
          </p:txBody>
        </p:sp>
        <p:graphicFrame>
          <p:nvGraphicFramePr>
            <p:cNvPr id="126" name="Object 7">
              <a:extLst>
                <a:ext uri="{FF2B5EF4-FFF2-40B4-BE49-F238E27FC236}">
                  <a16:creationId xmlns:a16="http://schemas.microsoft.com/office/drawing/2014/main" id="{55115FA4-72FF-4411-8DCA-FEC186E031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3527708"/>
                </p:ext>
              </p:extLst>
            </p:nvPr>
          </p:nvGraphicFramePr>
          <p:xfrm>
            <a:off x="3453099" y="1626069"/>
            <a:ext cx="1230313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4" name="Equation" r:id="rId20" imgW="1231560" imgH="342720" progId="Equation.DSMT4">
                    <p:embed/>
                  </p:oleObj>
                </mc:Choice>
                <mc:Fallback>
                  <p:oleObj name="Equation" r:id="rId20" imgW="1231560" imgH="342720" progId="Equation.DSMT4">
                    <p:embed/>
                    <p:pic>
                      <p:nvPicPr>
                        <p:cNvPr id="42" name="Object 7">
                          <a:extLst>
                            <a:ext uri="{FF2B5EF4-FFF2-40B4-BE49-F238E27FC236}">
                              <a16:creationId xmlns:a16="http://schemas.microsoft.com/office/drawing/2014/main" id="{17DC7A03-164E-45BF-A21D-765C6A61A84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3099" y="1626069"/>
                          <a:ext cx="1230313" cy="3889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7" name="Object 5">
              <a:extLst>
                <a:ext uri="{FF2B5EF4-FFF2-40B4-BE49-F238E27FC236}">
                  <a16:creationId xmlns:a16="http://schemas.microsoft.com/office/drawing/2014/main" id="{824070BF-632A-4B88-BFF4-942C9B0A4F0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8546676"/>
                </p:ext>
              </p:extLst>
            </p:nvPr>
          </p:nvGraphicFramePr>
          <p:xfrm>
            <a:off x="909154" y="1626069"/>
            <a:ext cx="636588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65" name="MathType 6.0 Equation" r:id="rId22" imgW="634680" imgH="330120" progId="Equation.DSMT4">
                    <p:embed/>
                  </p:oleObj>
                </mc:Choice>
                <mc:Fallback>
                  <p:oleObj name="MathType 6.0 Equation" r:id="rId22" imgW="634680" imgH="330120" progId="Equation.DSMT4">
                    <p:embed/>
                    <p:pic>
                      <p:nvPicPr>
                        <p:cNvPr id="45" name="Object 5">
                          <a:extLst>
                            <a:ext uri="{FF2B5EF4-FFF2-40B4-BE49-F238E27FC236}">
                              <a16:creationId xmlns:a16="http://schemas.microsoft.com/office/drawing/2014/main" id="{319938D8-67A4-42ED-A3FE-28A21AC09EC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154" y="1626069"/>
                          <a:ext cx="636588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" name="Text Box 16">
              <a:extLst>
                <a:ext uri="{FF2B5EF4-FFF2-40B4-BE49-F238E27FC236}">
                  <a16:creationId xmlns:a16="http://schemas.microsoft.com/office/drawing/2014/main" id="{383578BB-F594-4AE7-8032-07808585A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53" y="1554547"/>
              <a:ext cx="5246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</p:grpSp>
      <p:sp>
        <p:nvSpPr>
          <p:cNvPr id="129" name="Text Box 8">
            <a:extLst>
              <a:ext uri="{FF2B5EF4-FFF2-40B4-BE49-F238E27FC236}">
                <a16:creationId xmlns:a16="http://schemas.microsoft.com/office/drawing/2014/main" id="{A18074AF-59F0-4599-89B5-B2B0B426B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667" y="1530974"/>
            <a:ext cx="39179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对应的薄壳近似看作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圆柱壳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.</a:t>
            </a:r>
            <a:endParaRPr kumimoji="1"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31" name="Object 35">
            <a:extLst>
              <a:ext uri="{FF2B5EF4-FFF2-40B4-BE49-F238E27FC236}">
                <a16:creationId xmlns:a16="http://schemas.microsoft.com/office/drawing/2014/main" id="{36ABFEB0-6324-40D4-A5A7-BD93EF405F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164565"/>
              </p:ext>
            </p:extLst>
          </p:nvPr>
        </p:nvGraphicFramePr>
        <p:xfrm>
          <a:off x="2143043" y="3887871"/>
          <a:ext cx="17510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66" name="Equation" r:id="rId24" imgW="1752480" imgH="596880" progId="Equation.DSMT4">
                  <p:embed/>
                </p:oleObj>
              </mc:Choice>
              <mc:Fallback>
                <p:oleObj name="Equation" r:id="rId24" imgW="1752480" imgH="596880" progId="Equation.DSMT4">
                  <p:embed/>
                  <p:pic>
                    <p:nvPicPr>
                      <p:cNvPr id="37" name="Object 35">
                        <a:extLst>
                          <a:ext uri="{FF2B5EF4-FFF2-40B4-BE49-F238E27FC236}">
                            <a16:creationId xmlns:a16="http://schemas.microsoft.com/office/drawing/2014/main" id="{F90BB2C1-3C27-4A37-82EF-27A3ED666B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043" y="3887871"/>
                        <a:ext cx="1751013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22">
            <a:extLst>
              <a:ext uri="{FF2B5EF4-FFF2-40B4-BE49-F238E27FC236}">
                <a16:creationId xmlns:a16="http://schemas.microsoft.com/office/drawing/2014/main" id="{EDAFD83F-B1D9-480A-A4B4-BA3674E97D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247105"/>
              </p:ext>
            </p:extLst>
          </p:nvPr>
        </p:nvGraphicFramePr>
        <p:xfrm>
          <a:off x="644525" y="2112963"/>
          <a:ext cx="28956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67" name="Equation" r:id="rId26" imgW="2895480" imgH="406080" progId="Equation.DSMT4">
                  <p:embed/>
                </p:oleObj>
              </mc:Choice>
              <mc:Fallback>
                <p:oleObj name="Equation" r:id="rId26" imgW="2895480" imgH="406080" progId="Equation.DSMT4">
                  <p:embed/>
                  <p:pic>
                    <p:nvPicPr>
                      <p:cNvPr id="39" name="Object 22">
                        <a:extLst>
                          <a:ext uri="{FF2B5EF4-FFF2-40B4-BE49-F238E27FC236}">
                            <a16:creationId xmlns:a16="http://schemas.microsoft.com/office/drawing/2014/main" id="{B10A2C37-FB94-49F5-B8A0-137D6007FC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525" y="2112963"/>
                        <a:ext cx="2895600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22">
            <a:extLst>
              <a:ext uri="{FF2B5EF4-FFF2-40B4-BE49-F238E27FC236}">
                <a16:creationId xmlns:a16="http://schemas.microsoft.com/office/drawing/2014/main" id="{C77DF71A-3651-47B5-81D3-FC8D32DE5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933749"/>
              </p:ext>
            </p:extLst>
          </p:nvPr>
        </p:nvGraphicFramePr>
        <p:xfrm>
          <a:off x="1081088" y="2613025"/>
          <a:ext cx="23114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68" name="Equation" r:id="rId28" imgW="2311200" imgH="406080" progId="Equation.DSMT4">
                  <p:embed/>
                </p:oleObj>
              </mc:Choice>
              <mc:Fallback>
                <p:oleObj name="Equation" r:id="rId28" imgW="2311200" imgH="406080" progId="Equation.DSMT4">
                  <p:embed/>
                  <p:pic>
                    <p:nvPicPr>
                      <p:cNvPr id="41" name="Object 22">
                        <a:extLst>
                          <a:ext uri="{FF2B5EF4-FFF2-40B4-BE49-F238E27FC236}">
                            <a16:creationId xmlns:a16="http://schemas.microsoft.com/office/drawing/2014/main" id="{25F670F3-DB19-4AC7-B535-5F8D35C1D3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2613025"/>
                        <a:ext cx="2311400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22">
            <a:extLst>
              <a:ext uri="{FF2B5EF4-FFF2-40B4-BE49-F238E27FC236}">
                <a16:creationId xmlns:a16="http://schemas.microsoft.com/office/drawing/2014/main" id="{DF83CECB-D3AD-4FDF-AB8B-48C47D4DAE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427481"/>
              </p:ext>
            </p:extLst>
          </p:nvPr>
        </p:nvGraphicFramePr>
        <p:xfrm>
          <a:off x="3462338" y="2679700"/>
          <a:ext cx="1204912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69" name="Equation" r:id="rId30" imgW="1206360" imgH="342720" progId="Equation.DSMT4">
                  <p:embed/>
                </p:oleObj>
              </mc:Choice>
              <mc:Fallback>
                <p:oleObj name="Equation" r:id="rId30" imgW="1206360" imgH="342720" progId="Equation.DSMT4">
                  <p:embed/>
                  <p:pic>
                    <p:nvPicPr>
                      <p:cNvPr id="42" name="Object 22">
                        <a:extLst>
                          <a:ext uri="{FF2B5EF4-FFF2-40B4-BE49-F238E27FC236}">
                            <a16:creationId xmlns:a16="http://schemas.microsoft.com/office/drawing/2014/main" id="{FF85C10F-6319-498F-986D-3925C6BD94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338" y="2679700"/>
                        <a:ext cx="1204912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2">
            <a:extLst>
              <a:ext uri="{FF2B5EF4-FFF2-40B4-BE49-F238E27FC236}">
                <a16:creationId xmlns:a16="http://schemas.microsoft.com/office/drawing/2014/main" id="{CAF4F7C6-F102-428C-B3DF-2CE06C0530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731138"/>
              </p:ext>
            </p:extLst>
          </p:nvPr>
        </p:nvGraphicFramePr>
        <p:xfrm>
          <a:off x="2006600" y="3297238"/>
          <a:ext cx="167798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70" name="Equation" r:id="rId32" imgW="1676160" imgH="342720" progId="Equation.DSMT4">
                  <p:embed/>
                </p:oleObj>
              </mc:Choice>
              <mc:Fallback>
                <p:oleObj name="Equation" r:id="rId32" imgW="1676160" imgH="342720" progId="Equation.DSMT4">
                  <p:embed/>
                  <p:pic>
                    <p:nvPicPr>
                      <p:cNvPr id="43" name="Object 22">
                        <a:extLst>
                          <a:ext uri="{FF2B5EF4-FFF2-40B4-BE49-F238E27FC236}">
                            <a16:creationId xmlns:a16="http://schemas.microsoft.com/office/drawing/2014/main" id="{924418B0-CF06-44D5-96D2-48C518AF6F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3297238"/>
                        <a:ext cx="1677988" cy="347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Text Box 8">
            <a:extLst>
              <a:ext uri="{FF2B5EF4-FFF2-40B4-BE49-F238E27FC236}">
                <a16:creationId xmlns:a16="http://schemas.microsoft.com/office/drawing/2014/main" id="{9BD1D25D-203C-4BC2-8018-5D9B11F42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27" y="3193467"/>
            <a:ext cx="147592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体积元素</a:t>
            </a:r>
          </a:p>
        </p:txBody>
      </p:sp>
      <p:sp>
        <p:nvSpPr>
          <p:cNvPr id="137" name="Text Box 5">
            <a:extLst>
              <a:ext uri="{FF2B5EF4-FFF2-40B4-BE49-F238E27FC236}">
                <a16:creationId xmlns:a16="http://schemas.microsoft.com/office/drawing/2014/main" id="{6309ECA4-EF38-4094-806F-BADD8D116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7447" y="3483555"/>
            <a:ext cx="16430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柱壳体积</a:t>
            </a:r>
          </a:p>
        </p:txBody>
      </p:sp>
      <p:graphicFrame>
        <p:nvGraphicFramePr>
          <p:cNvPr id="140" name="Object 32">
            <a:extLst>
              <a:ext uri="{FF2B5EF4-FFF2-40B4-BE49-F238E27FC236}">
                <a16:creationId xmlns:a16="http://schemas.microsoft.com/office/drawing/2014/main" id="{B540E5D6-0790-402F-9C2B-EC48D9627D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913319"/>
              </p:ext>
            </p:extLst>
          </p:nvPr>
        </p:nvGraphicFramePr>
        <p:xfrm>
          <a:off x="4751942" y="4084431"/>
          <a:ext cx="111918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371" name="Equation" r:id="rId34" imgW="1117440" imgH="342720" progId="Equation.DSMT4">
                  <p:embed/>
                </p:oleObj>
              </mc:Choice>
              <mc:Fallback>
                <p:oleObj name="Equation" r:id="rId34" imgW="1117440" imgH="342720" progId="Equation.DSMT4">
                  <p:embed/>
                  <p:pic>
                    <p:nvPicPr>
                      <p:cNvPr id="48" name="Object 32">
                        <a:extLst>
                          <a:ext uri="{FF2B5EF4-FFF2-40B4-BE49-F238E27FC236}">
                            <a16:creationId xmlns:a16="http://schemas.microsoft.com/office/drawing/2014/main" id="{CDA61738-CDC6-4FDA-86B4-3CC8B3C305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942" y="4084431"/>
                        <a:ext cx="1119188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1" name="Text Box 8">
            <a:extLst>
              <a:ext uri="{FF2B5EF4-FFF2-40B4-BE49-F238E27FC236}">
                <a16:creationId xmlns:a16="http://schemas.microsoft.com/office/drawing/2014/main" id="{1F2ADE29-A00A-4D4E-B33A-B9B1F65A0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193" y="3908879"/>
            <a:ext cx="10749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体积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530704B-622D-4203-9AB4-8E919673DA06}"/>
              </a:ext>
            </a:extLst>
          </p:cNvPr>
          <p:cNvGrpSpPr/>
          <p:nvPr/>
        </p:nvGrpSpPr>
        <p:grpSpPr>
          <a:xfrm>
            <a:off x="6317470" y="3151600"/>
            <a:ext cx="1837627" cy="1419583"/>
            <a:chOff x="4530587" y="2963906"/>
            <a:chExt cx="1837627" cy="1419583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FBCD8B1-6B6F-4AF2-887C-E8889AB48867}"/>
                </a:ext>
              </a:extLst>
            </p:cNvPr>
            <p:cNvGrpSpPr/>
            <p:nvPr/>
          </p:nvGrpSpPr>
          <p:grpSpPr>
            <a:xfrm>
              <a:off x="4530587" y="2963906"/>
              <a:ext cx="1769605" cy="1310764"/>
              <a:chOff x="6556196" y="3271703"/>
              <a:chExt cx="2032210" cy="1362066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03B21FBD-FF72-4A27-A2A7-B8451D6761B2}"/>
                  </a:ext>
                </a:extLst>
              </p:cNvPr>
              <p:cNvSpPr/>
              <p:nvPr/>
            </p:nvSpPr>
            <p:spPr>
              <a:xfrm>
                <a:off x="6790968" y="4295175"/>
                <a:ext cx="1563587" cy="21399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F26865E7-8DE2-4D0B-A433-E42B0B27067C}"/>
                  </a:ext>
                </a:extLst>
              </p:cNvPr>
              <p:cNvSpPr/>
              <p:nvPr/>
            </p:nvSpPr>
            <p:spPr>
              <a:xfrm>
                <a:off x="6564330" y="4199457"/>
                <a:ext cx="2024076" cy="43431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06F4D86-B4F9-4B40-9561-016DE72B426D}"/>
                  </a:ext>
                </a:extLst>
              </p:cNvPr>
              <p:cNvSpPr/>
              <p:nvPr/>
            </p:nvSpPr>
            <p:spPr>
              <a:xfrm>
                <a:off x="8359209" y="3498072"/>
                <a:ext cx="215524" cy="918541"/>
              </a:xfrm>
              <a:prstGeom prst="rect">
                <a:avLst/>
              </a:prstGeom>
              <a:solidFill>
                <a:schemeClr val="bg1">
                  <a:lumMod val="85000"/>
                  <a:alpha val="50000"/>
                </a:schemeClr>
              </a:solidFill>
              <a:ln>
                <a:solidFill>
                  <a:srgbClr val="33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B76DF9CD-6E03-4E4F-8A5E-5CC0BD5B1B5A}"/>
                  </a:ext>
                </a:extLst>
              </p:cNvPr>
              <p:cNvSpPr/>
              <p:nvPr/>
            </p:nvSpPr>
            <p:spPr>
              <a:xfrm>
                <a:off x="6564330" y="3501097"/>
                <a:ext cx="215524" cy="918541"/>
              </a:xfrm>
              <a:prstGeom prst="rect">
                <a:avLst/>
              </a:prstGeom>
              <a:solidFill>
                <a:schemeClr val="bg1">
                  <a:lumMod val="85000"/>
                  <a:alpha val="50000"/>
                </a:schemeClr>
              </a:solidFill>
              <a:ln>
                <a:solidFill>
                  <a:srgbClr val="33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E4709218-DDD1-4778-B8BE-60EC28E05862}"/>
                  </a:ext>
                </a:extLst>
              </p:cNvPr>
              <p:cNvSpPr/>
              <p:nvPr/>
            </p:nvSpPr>
            <p:spPr>
              <a:xfrm>
                <a:off x="6786441" y="3391073"/>
                <a:ext cx="1563587" cy="213998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8763E4A8-AE14-4129-807A-BF752037E738}"/>
                  </a:ext>
                </a:extLst>
              </p:cNvPr>
              <p:cNvSpPr/>
              <p:nvPr/>
            </p:nvSpPr>
            <p:spPr>
              <a:xfrm>
                <a:off x="6556196" y="3271703"/>
                <a:ext cx="2024076" cy="43431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aphicFrame>
          <p:nvGraphicFramePr>
            <p:cNvPr id="69" name="Object 32">
              <a:extLst>
                <a:ext uri="{FF2B5EF4-FFF2-40B4-BE49-F238E27FC236}">
                  <a16:creationId xmlns:a16="http://schemas.microsoft.com/office/drawing/2014/main" id="{789EF1E7-F29B-4361-9FAF-20F918D23B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0778483"/>
                </p:ext>
              </p:extLst>
            </p:nvPr>
          </p:nvGraphicFramePr>
          <p:xfrm>
            <a:off x="6038014" y="4037414"/>
            <a:ext cx="330200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72" name="MathType 6.0 Equation" r:id="rId36" imgW="330120" imgH="342720" progId="Equation.DSMT4">
                    <p:embed/>
                  </p:oleObj>
                </mc:Choice>
                <mc:Fallback>
                  <p:oleObj name="MathType 6.0 Equation" r:id="rId36" imgW="330120" imgH="342720" progId="Equation.DSMT4">
                    <p:embed/>
                    <p:pic>
                      <p:nvPicPr>
                        <p:cNvPr id="140" name="Object 32">
                          <a:extLst>
                            <a:ext uri="{FF2B5EF4-FFF2-40B4-BE49-F238E27FC236}">
                              <a16:creationId xmlns:a16="http://schemas.microsoft.com/office/drawing/2014/main" id="{B540E5D6-0790-402F-9C2B-EC48D9627D0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8014" y="4037414"/>
                          <a:ext cx="330200" cy="346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Object 30">
              <a:extLst>
                <a:ext uri="{FF2B5EF4-FFF2-40B4-BE49-F238E27FC236}">
                  <a16:creationId xmlns:a16="http://schemas.microsoft.com/office/drawing/2014/main" id="{43AA3A44-FFD0-4670-98B0-7B5479A79A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9365773"/>
                </p:ext>
              </p:extLst>
            </p:nvPr>
          </p:nvGraphicFramePr>
          <p:xfrm>
            <a:off x="5865026" y="3470527"/>
            <a:ext cx="244475" cy="306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73" name="MathType 6.0 Equation" r:id="rId38" imgW="215640" imgH="266400" progId="Equation.DSMT4">
                    <p:embed/>
                  </p:oleObj>
                </mc:Choice>
                <mc:Fallback>
                  <p:oleObj name="MathType 6.0 Equation" r:id="rId38" imgW="215640" imgH="266400" progId="Equation.DSMT4">
                    <p:embed/>
                    <p:pic>
                      <p:nvPicPr>
                        <p:cNvPr id="138" name="Object 30">
                          <a:extLst>
                            <a:ext uri="{FF2B5EF4-FFF2-40B4-BE49-F238E27FC236}">
                              <a16:creationId xmlns:a16="http://schemas.microsoft.com/office/drawing/2014/main" id="{96D53E5F-249E-4BCD-80C7-BF462EAF45F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65026" y="3470527"/>
                          <a:ext cx="244475" cy="3063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8350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2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2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2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3" grpId="0" animBg="1"/>
      <p:bldP spid="3" grpId="0" animBg="1"/>
      <p:bldP spid="91" grpId="0" animBg="1"/>
      <p:bldP spid="129" grpId="0" autoUpdateAnimBg="0"/>
      <p:bldP spid="136" grpId="0" autoUpdateAnimBg="0"/>
      <p:bldP spid="137" grpId="0" autoUpdateAnimBg="0"/>
      <p:bldP spid="14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454C6000-7C88-46EE-902B-B89930DD6B99}"/>
              </a:ext>
            </a:extLst>
          </p:cNvPr>
          <p:cNvSpPr/>
          <p:nvPr/>
        </p:nvSpPr>
        <p:spPr>
          <a:xfrm>
            <a:off x="6262530" y="1809440"/>
            <a:ext cx="2306055" cy="869659"/>
          </a:xfrm>
          <a:custGeom>
            <a:avLst/>
            <a:gdLst>
              <a:gd name="connsiteX0" fmla="*/ 0 w 1362919"/>
              <a:gd name="connsiteY0" fmla="*/ 439845 h 439845"/>
              <a:gd name="connsiteX1" fmla="*/ 665544 w 1362919"/>
              <a:gd name="connsiteY1" fmla="*/ 7 h 439845"/>
              <a:gd name="connsiteX2" fmla="*/ 1362919 w 1362919"/>
              <a:gd name="connsiteY2" fmla="*/ 431164 h 439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62919" h="439845">
                <a:moveTo>
                  <a:pt x="0" y="439845"/>
                </a:moveTo>
                <a:cubicBezTo>
                  <a:pt x="219195" y="220649"/>
                  <a:pt x="438391" y="1454"/>
                  <a:pt x="665544" y="7"/>
                </a:cubicBezTo>
                <a:cubicBezTo>
                  <a:pt x="892697" y="-1440"/>
                  <a:pt x="1127808" y="214862"/>
                  <a:pt x="1362919" y="431164"/>
                </a:cubicBezTo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>
                <a:alpha val="86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4570" name="Rectangle 10">
            <a:extLst>
              <a:ext uri="{FF2B5EF4-FFF2-40B4-BE49-F238E27FC236}">
                <a16:creationId xmlns:a16="http://schemas.microsoft.com/office/drawing/2014/main" id="{587FFF5F-9299-4987-8FD9-359BBC8B1B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5994" y="288071"/>
            <a:ext cx="1500802" cy="457200"/>
          </a:xfrm>
        </p:spPr>
        <p:txBody>
          <a:bodyPr>
            <a:noAutofit/>
          </a:bodyPr>
          <a:lstStyle/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n-ea"/>
                <a:ea typeface="+mn-ea"/>
              </a:rPr>
              <a:t>5</a:t>
            </a:r>
            <a:endParaRPr lang="zh-CN" altLang="en-US" sz="2400" b="1" dirty="0">
              <a:solidFill>
                <a:srgbClr val="3366FF"/>
              </a:solidFill>
              <a:latin typeface="+mn-ea"/>
              <a:ea typeface="+mn-ea"/>
            </a:endParaRPr>
          </a:p>
        </p:txBody>
      </p:sp>
      <p:sp>
        <p:nvSpPr>
          <p:cNvPr id="194575" name="Text Box 15">
            <a:extLst>
              <a:ext uri="{FF2B5EF4-FFF2-40B4-BE49-F238E27FC236}">
                <a16:creationId xmlns:a16="http://schemas.microsoft.com/office/drawing/2014/main" id="{0D730C13-8668-479E-82E3-153D9D47A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09" y="1540838"/>
            <a:ext cx="5219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</a:rPr>
              <a:t>解</a:t>
            </a:r>
          </a:p>
        </p:txBody>
      </p:sp>
      <p:sp>
        <p:nvSpPr>
          <p:cNvPr id="67" name="Text Box 8">
            <a:extLst>
              <a:ext uri="{FF2B5EF4-FFF2-40B4-BE49-F238E27FC236}">
                <a16:creationId xmlns:a16="http://schemas.microsoft.com/office/drawing/2014/main" id="{B85207B4-56E8-4DD7-98F0-9CCB376DB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21" y="2090469"/>
            <a:ext cx="26914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柱壳体积元素</a:t>
            </a:r>
          </a:p>
        </p:txBody>
      </p:sp>
      <p:graphicFrame>
        <p:nvGraphicFramePr>
          <p:cNvPr id="68" name="Object 22">
            <a:extLst>
              <a:ext uri="{FF2B5EF4-FFF2-40B4-BE49-F238E27FC236}">
                <a16:creationId xmlns:a16="http://schemas.microsoft.com/office/drawing/2014/main" id="{4D21FF40-B252-47CD-8217-E6FDA206CA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671838"/>
              </p:ext>
            </p:extLst>
          </p:nvPr>
        </p:nvGraphicFramePr>
        <p:xfrm>
          <a:off x="2603125" y="2192747"/>
          <a:ext cx="17526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40" name="Equation" r:id="rId3" imgW="1752480" imgH="419040" progId="Equation.DSMT4">
                  <p:embed/>
                </p:oleObj>
              </mc:Choice>
              <mc:Fallback>
                <p:oleObj name="Equation" r:id="rId3" imgW="1752480" imgH="419040" progId="Equation.DSMT4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125" y="2192747"/>
                        <a:ext cx="1752600" cy="42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35">
            <a:extLst>
              <a:ext uri="{FF2B5EF4-FFF2-40B4-BE49-F238E27FC236}">
                <a16:creationId xmlns:a16="http://schemas.microsoft.com/office/drawing/2014/main" id="{5C84E8CE-8F87-45EA-AD32-85C7DB8190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376874"/>
              </p:ext>
            </p:extLst>
          </p:nvPr>
        </p:nvGraphicFramePr>
        <p:xfrm>
          <a:off x="938569" y="2649379"/>
          <a:ext cx="1903413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41" name="MathType 6.0 Equation" r:id="rId5" imgW="1904760" imgH="634680" progId="Equation.DSMT4">
                  <p:embed/>
                </p:oleObj>
              </mc:Choice>
              <mc:Fallback>
                <p:oleObj name="MathType 6.0 Equation" r:id="rId5" imgW="1904760" imgH="63468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569" y="2649379"/>
                        <a:ext cx="1903413" cy="630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36">
            <a:extLst>
              <a:ext uri="{FF2B5EF4-FFF2-40B4-BE49-F238E27FC236}">
                <a16:creationId xmlns:a16="http://schemas.microsoft.com/office/drawing/2014/main" id="{2037EE57-3E72-4EF5-82EB-AE1A6ECD8F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7650054"/>
              </p:ext>
            </p:extLst>
          </p:nvPr>
        </p:nvGraphicFramePr>
        <p:xfrm>
          <a:off x="1270629" y="3328829"/>
          <a:ext cx="2057400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42" name="MathType 6.0 Equation" r:id="rId7" imgW="2057400" imgH="596880" progId="Equation.DSMT4">
                  <p:embed/>
                </p:oleObj>
              </mc:Choice>
              <mc:Fallback>
                <p:oleObj name="MathType 6.0 Equation" r:id="rId7" imgW="2057400" imgH="596880" progId="Equation.DSMT4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629" y="3328829"/>
                        <a:ext cx="2057400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5">
            <a:extLst>
              <a:ext uri="{FF2B5EF4-FFF2-40B4-BE49-F238E27FC236}">
                <a16:creationId xmlns:a16="http://schemas.microsoft.com/office/drawing/2014/main" id="{D8C45C68-FB2B-433B-B55D-848DB4886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445" y="3751196"/>
            <a:ext cx="158590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柱壳体积</a:t>
            </a:r>
          </a:p>
        </p:txBody>
      </p:sp>
      <p:graphicFrame>
        <p:nvGraphicFramePr>
          <p:cNvPr id="80" name="Object 30">
            <a:extLst>
              <a:ext uri="{FF2B5EF4-FFF2-40B4-BE49-F238E27FC236}">
                <a16:creationId xmlns:a16="http://schemas.microsoft.com/office/drawing/2014/main" id="{283866DD-4B84-4A29-85C6-3EF957E6E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981810"/>
              </p:ext>
            </p:extLst>
          </p:nvPr>
        </p:nvGraphicFramePr>
        <p:xfrm>
          <a:off x="7552094" y="3365341"/>
          <a:ext cx="83820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43" name="MathType 6.0 Equation" r:id="rId9" imgW="838080" imgH="342720" progId="Equation.DSMT4">
                  <p:embed/>
                </p:oleObj>
              </mc:Choice>
              <mc:Fallback>
                <p:oleObj name="MathType 6.0 Equation" r:id="rId9" imgW="838080" imgH="342720" progId="Equation.DSMT4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2094" y="3365341"/>
                        <a:ext cx="838200" cy="347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Text Box 31">
            <a:extLst>
              <a:ext uri="{FF2B5EF4-FFF2-40B4-BE49-F238E27FC236}">
                <a16:creationId xmlns:a16="http://schemas.microsoft.com/office/drawing/2014/main" id="{E13BA7FE-0FD9-4298-8A2C-9BC199783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445" y="3250087"/>
            <a:ext cx="19603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柱面侧面积</a:t>
            </a:r>
          </a:p>
        </p:txBody>
      </p:sp>
      <p:graphicFrame>
        <p:nvGraphicFramePr>
          <p:cNvPr id="82" name="Object 32">
            <a:extLst>
              <a:ext uri="{FF2B5EF4-FFF2-40B4-BE49-F238E27FC236}">
                <a16:creationId xmlns:a16="http://schemas.microsoft.com/office/drawing/2014/main" id="{75907C6A-8CE2-4293-9FEB-F002A2549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083005"/>
              </p:ext>
            </p:extLst>
          </p:nvPr>
        </p:nvGraphicFramePr>
        <p:xfrm>
          <a:off x="7194907" y="3865404"/>
          <a:ext cx="11191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44" name="MathType 6.0 Equation" r:id="rId11" imgW="1117440" imgH="342720" progId="Equation.DSMT4">
                  <p:embed/>
                </p:oleObj>
              </mc:Choice>
              <mc:Fallback>
                <p:oleObj name="MathType 6.0 Equation" r:id="rId11" imgW="1117440" imgH="342720" progId="Equation.DSMT4">
                  <p:embed/>
                  <p:pic>
                    <p:nvPicPr>
                      <p:cNvPr id="0" name="Picture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4907" y="3865404"/>
                        <a:ext cx="1119187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Text Box 14">
            <a:extLst>
              <a:ext uri="{FF2B5EF4-FFF2-40B4-BE49-F238E27FC236}">
                <a16:creationId xmlns:a16="http://schemas.microsoft.com/office/drawing/2014/main" id="{BDD15B63-C8C6-4587-87C0-662665FB0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616" y="275254"/>
            <a:ext cx="26654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轴所围成的图形绕</a:t>
            </a:r>
            <a:endParaRPr kumimoji="1" lang="en-US" altLang="zh-CN" sz="2400" b="1" dirty="0">
              <a:latin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8B2946-5EB3-4E14-9F99-7A548ED0EE77}"/>
              </a:ext>
            </a:extLst>
          </p:cNvPr>
          <p:cNvGrpSpPr/>
          <p:nvPr/>
        </p:nvGrpSpPr>
        <p:grpSpPr>
          <a:xfrm>
            <a:off x="1619672" y="267494"/>
            <a:ext cx="3774944" cy="477777"/>
            <a:chOff x="2288703" y="487672"/>
            <a:chExt cx="3774944" cy="477777"/>
          </a:xfrm>
        </p:grpSpPr>
        <p:graphicFrame>
          <p:nvGraphicFramePr>
            <p:cNvPr id="194571" name="Object 11">
              <a:extLst>
                <a:ext uri="{FF2B5EF4-FFF2-40B4-BE49-F238E27FC236}">
                  <a16:creationId xmlns:a16="http://schemas.microsoft.com/office/drawing/2014/main" id="{4299B97E-D8F8-4D3C-BB47-26D29518221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35554411"/>
                </p:ext>
              </p:extLst>
            </p:nvPr>
          </p:nvGraphicFramePr>
          <p:xfrm>
            <a:off x="3019803" y="580695"/>
            <a:ext cx="2462213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45" name="MathType 6.0 Equation" r:id="rId13" imgW="2463480" imgH="342720" progId="Equation.DSMT4">
                    <p:embed/>
                  </p:oleObj>
                </mc:Choice>
                <mc:Fallback>
                  <p:oleObj name="MathType 6.0 Equation" r:id="rId13" imgW="2463480" imgH="342720" progId="Equation.DSMT4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9803" y="580695"/>
                          <a:ext cx="2462213" cy="3460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573" name="Text Box 13">
              <a:extLst>
                <a:ext uri="{FF2B5EF4-FFF2-40B4-BE49-F238E27FC236}">
                  <a16:creationId xmlns:a16="http://schemas.microsoft.com/office/drawing/2014/main" id="{33D93145-8AD8-4D84-9255-2EB3D0FCC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43635" y="487672"/>
              <a:ext cx="57247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n-ea"/>
                </a:rPr>
                <a:t>与</a:t>
              </a:r>
              <a:endParaRPr kumimoji="1" lang="en-US" altLang="zh-CN" sz="2400" b="1" dirty="0">
                <a:latin typeface="+mn-ea"/>
              </a:endParaRPr>
            </a:p>
          </p:txBody>
        </p:sp>
        <p:sp>
          <p:nvSpPr>
            <p:cNvPr id="72" name="Rectangle 10">
              <a:extLst>
                <a:ext uri="{FF2B5EF4-FFF2-40B4-BE49-F238E27FC236}">
                  <a16:creationId xmlns:a16="http://schemas.microsoft.com/office/drawing/2014/main" id="{95EC119E-5631-47B5-9FDF-95CF3340B5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288703" y="508249"/>
              <a:ext cx="893753" cy="45720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latin typeface="+mn-ea"/>
                  <a:ea typeface="+mn-ea"/>
                </a:rPr>
                <a:t>计算</a:t>
              </a:r>
            </a:p>
          </p:txBody>
        </p:sp>
        <p:graphicFrame>
          <p:nvGraphicFramePr>
            <p:cNvPr id="75" name="Object 28">
              <a:extLst>
                <a:ext uri="{FF2B5EF4-FFF2-40B4-BE49-F238E27FC236}">
                  <a16:creationId xmlns:a16="http://schemas.microsoft.com/office/drawing/2014/main" id="{57380609-BEBB-469F-BC59-1B35C53D04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41658697"/>
                </p:ext>
              </p:extLst>
            </p:nvPr>
          </p:nvGraphicFramePr>
          <p:xfrm>
            <a:off x="5873147" y="650918"/>
            <a:ext cx="190500" cy="204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46" name="MathType 6.0 Equation" r:id="rId15" imgW="190440" imgH="203040" progId="Equation.DSMT4">
                    <p:embed/>
                  </p:oleObj>
                </mc:Choice>
                <mc:Fallback>
                  <p:oleObj name="MathType 6.0 Equation" r:id="rId15" imgW="190440" imgH="203040" progId="Equation.DSMT4">
                    <p:embed/>
                    <p:pic>
                      <p:nvPicPr>
                        <p:cNvPr id="30" name="Object 28">
                          <a:extLst>
                            <a:ext uri="{FF2B5EF4-FFF2-40B4-BE49-F238E27FC236}">
                              <a16:creationId xmlns:a16="http://schemas.microsoft.com/office/drawing/2014/main" id="{B5D35BE9-B8FA-4648-A272-EDB011F4CA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73147" y="650918"/>
                          <a:ext cx="190500" cy="2047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" name="Text Box 14">
            <a:extLst>
              <a:ext uri="{FF2B5EF4-FFF2-40B4-BE49-F238E27FC236}">
                <a16:creationId xmlns:a16="http://schemas.microsoft.com/office/drawing/2014/main" id="{A99A554B-51D8-437F-88E8-A4F12FF44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32" y="812255"/>
            <a:ext cx="33295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轴旋转而成的立体体积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graphicFrame>
        <p:nvGraphicFramePr>
          <p:cNvPr id="77" name="Object 28">
            <a:extLst>
              <a:ext uri="{FF2B5EF4-FFF2-40B4-BE49-F238E27FC236}">
                <a16:creationId xmlns:a16="http://schemas.microsoft.com/office/drawing/2014/main" id="{ED262428-8AE5-4757-A813-8DE07EA63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84925"/>
              </p:ext>
            </p:extLst>
          </p:nvPr>
        </p:nvGraphicFramePr>
        <p:xfrm>
          <a:off x="8045767" y="408307"/>
          <a:ext cx="217487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47" name="MathType 6.0 Equation" r:id="rId17" imgW="215640" imgH="266400" progId="Equation.DSMT4">
                  <p:embed/>
                </p:oleObj>
              </mc:Choice>
              <mc:Fallback>
                <p:oleObj name="MathType 6.0 Equation" r:id="rId17" imgW="215640" imgH="266400" progId="Equation.DSMT4">
                  <p:embed/>
                  <p:pic>
                    <p:nvPicPr>
                      <p:cNvPr id="35" name="Object 28">
                        <a:extLst>
                          <a:ext uri="{FF2B5EF4-FFF2-40B4-BE49-F238E27FC236}">
                            <a16:creationId xmlns:a16="http://schemas.microsoft.com/office/drawing/2014/main" id="{660DA8A8-B8B2-4343-A475-C53ADCF161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5767" y="408307"/>
                        <a:ext cx="217487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" name="组合 78">
            <a:extLst>
              <a:ext uri="{FF2B5EF4-FFF2-40B4-BE49-F238E27FC236}">
                <a16:creationId xmlns:a16="http://schemas.microsoft.com/office/drawing/2014/main" id="{E57B7BE3-E6B3-4A8F-848E-62115190A681}"/>
              </a:ext>
            </a:extLst>
          </p:cNvPr>
          <p:cNvGrpSpPr/>
          <p:nvPr/>
        </p:nvGrpSpPr>
        <p:grpSpPr>
          <a:xfrm>
            <a:off x="1358165" y="1557253"/>
            <a:ext cx="4196559" cy="461666"/>
            <a:chOff x="486853" y="1554546"/>
            <a:chExt cx="4196559" cy="461666"/>
          </a:xfrm>
        </p:grpSpPr>
        <p:sp>
          <p:nvSpPr>
            <p:cNvPr id="83" name="Text Box 6">
              <a:extLst>
                <a:ext uri="{FF2B5EF4-FFF2-40B4-BE49-F238E27FC236}">
                  <a16:creationId xmlns:a16="http://schemas.microsoft.com/office/drawing/2014/main" id="{472E4233-483C-4ABA-B8D7-ADB0F7C67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2328" y="1554546"/>
              <a:ext cx="238601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</a:p>
          </p:txBody>
        </p:sp>
        <p:graphicFrame>
          <p:nvGraphicFramePr>
            <p:cNvPr id="84" name="Object 7">
              <a:extLst>
                <a:ext uri="{FF2B5EF4-FFF2-40B4-BE49-F238E27FC236}">
                  <a16:creationId xmlns:a16="http://schemas.microsoft.com/office/drawing/2014/main" id="{7A6346F4-B87B-44FC-B7EB-767CFD46E7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0399463"/>
                </p:ext>
              </p:extLst>
            </p:nvPr>
          </p:nvGraphicFramePr>
          <p:xfrm>
            <a:off x="3453099" y="1626069"/>
            <a:ext cx="1230313" cy="388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48" name="Equation" r:id="rId19" imgW="1231560" imgH="342720" progId="Equation.DSMT4">
                    <p:embed/>
                  </p:oleObj>
                </mc:Choice>
                <mc:Fallback>
                  <p:oleObj name="Equation" r:id="rId19" imgW="1231560" imgH="342720" progId="Equation.DSMT4">
                    <p:embed/>
                    <p:pic>
                      <p:nvPicPr>
                        <p:cNvPr id="126" name="Object 7">
                          <a:extLst>
                            <a:ext uri="{FF2B5EF4-FFF2-40B4-BE49-F238E27FC236}">
                              <a16:creationId xmlns:a16="http://schemas.microsoft.com/office/drawing/2014/main" id="{55115FA4-72FF-4411-8DCA-FEC186E0312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3099" y="1626069"/>
                          <a:ext cx="1230313" cy="3889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" name="Object 5">
              <a:extLst>
                <a:ext uri="{FF2B5EF4-FFF2-40B4-BE49-F238E27FC236}">
                  <a16:creationId xmlns:a16="http://schemas.microsoft.com/office/drawing/2014/main" id="{E565A6BE-B178-4A8E-8C86-CFAC7072DD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1147345"/>
                </p:ext>
              </p:extLst>
            </p:nvPr>
          </p:nvGraphicFramePr>
          <p:xfrm>
            <a:off x="909154" y="1626069"/>
            <a:ext cx="636588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49" name="MathType 6.0 Equation" r:id="rId21" imgW="634680" imgH="330120" progId="Equation.DSMT4">
                    <p:embed/>
                  </p:oleObj>
                </mc:Choice>
                <mc:Fallback>
                  <p:oleObj name="MathType 6.0 Equation" r:id="rId21" imgW="634680" imgH="330120" progId="Equation.DSMT4">
                    <p:embed/>
                    <p:pic>
                      <p:nvPicPr>
                        <p:cNvPr id="127" name="Object 5">
                          <a:extLst>
                            <a:ext uri="{FF2B5EF4-FFF2-40B4-BE49-F238E27FC236}">
                              <a16:creationId xmlns:a16="http://schemas.microsoft.com/office/drawing/2014/main" id="{824070BF-632A-4B88-BFF4-942C9B0A4F0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154" y="1626069"/>
                          <a:ext cx="636588" cy="3540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" name="Text Box 16">
              <a:extLst>
                <a:ext uri="{FF2B5EF4-FFF2-40B4-BE49-F238E27FC236}">
                  <a16:creationId xmlns:a16="http://schemas.microsoft.com/office/drawing/2014/main" id="{B332C0D0-7B88-4C17-A357-293158CFB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53" y="1554547"/>
              <a:ext cx="5246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AA1B624C-B15C-437C-879B-48E891B4388E}"/>
              </a:ext>
            </a:extLst>
          </p:cNvPr>
          <p:cNvGrpSpPr/>
          <p:nvPr/>
        </p:nvGrpSpPr>
        <p:grpSpPr>
          <a:xfrm>
            <a:off x="5363425" y="1668519"/>
            <a:ext cx="3447583" cy="1365946"/>
            <a:chOff x="4739050" y="1370497"/>
            <a:chExt cx="3447583" cy="1365946"/>
          </a:xfrm>
        </p:grpSpPr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A2E3439D-E27F-4F49-998D-48A37048270E}"/>
                </a:ext>
              </a:extLst>
            </p:cNvPr>
            <p:cNvCxnSpPr>
              <a:cxnSpLocks/>
            </p:cNvCxnSpPr>
            <p:nvPr/>
          </p:nvCxnSpPr>
          <p:spPr>
            <a:xfrm>
              <a:off x="4739050" y="2356353"/>
              <a:ext cx="3298078" cy="38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A50AECD6-10C4-492B-BEDA-D2E22447E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6753" y="1370497"/>
              <a:ext cx="11441" cy="136594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1" name="Object 7">
              <a:extLst>
                <a:ext uri="{FF2B5EF4-FFF2-40B4-BE49-F238E27FC236}">
                  <a16:creationId xmlns:a16="http://schemas.microsoft.com/office/drawing/2014/main" id="{40535271-E4F1-4348-AABE-469CB18141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618784"/>
                </p:ext>
              </p:extLst>
            </p:nvPr>
          </p:nvGraphicFramePr>
          <p:xfrm>
            <a:off x="5407947" y="1391961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50" name="MathType 6.0 Equation" r:id="rId23" imgW="215640" imgH="266400" progId="Equation.DSMT4">
                    <p:embed/>
                  </p:oleObj>
                </mc:Choice>
                <mc:Fallback>
                  <p:oleObj name="MathType 6.0 Equation" r:id="rId23" imgW="215640" imgH="266400" progId="Equation.DSMT4">
                    <p:embed/>
                    <p:pic>
                      <p:nvPicPr>
                        <p:cNvPr id="43" name="Object 7">
                          <a:extLst>
                            <a:ext uri="{FF2B5EF4-FFF2-40B4-BE49-F238E27FC236}">
                              <a16:creationId xmlns:a16="http://schemas.microsoft.com/office/drawing/2014/main" id="{2CDF4C04-58F6-4B82-80B6-494F8CF864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7947" y="1391961"/>
                          <a:ext cx="215900" cy="266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Object 7">
              <a:extLst>
                <a:ext uri="{FF2B5EF4-FFF2-40B4-BE49-F238E27FC236}">
                  <a16:creationId xmlns:a16="http://schemas.microsoft.com/office/drawing/2014/main" id="{12E5702F-0DD4-4C04-97AA-82159004AA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0783962"/>
                </p:ext>
              </p:extLst>
            </p:nvPr>
          </p:nvGraphicFramePr>
          <p:xfrm>
            <a:off x="7996133" y="215216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51" name="MathType 6.0 Equation" r:id="rId25" imgW="190440" imgH="203040" progId="Equation.DSMT4">
                    <p:embed/>
                  </p:oleObj>
                </mc:Choice>
                <mc:Fallback>
                  <p:oleObj name="MathType 6.0 Equation" r:id="rId25" imgW="190440" imgH="203040" progId="Equation.DSMT4">
                    <p:embed/>
                    <p:pic>
                      <p:nvPicPr>
                        <p:cNvPr id="44" name="Object 7">
                          <a:extLst>
                            <a:ext uri="{FF2B5EF4-FFF2-40B4-BE49-F238E27FC236}">
                              <a16:creationId xmlns:a16="http://schemas.microsoft.com/office/drawing/2014/main" id="{1A5FF228-A2D0-440C-8B1F-963A20075F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96133" y="2152165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" name="Object 7">
              <a:extLst>
                <a:ext uri="{FF2B5EF4-FFF2-40B4-BE49-F238E27FC236}">
                  <a16:creationId xmlns:a16="http://schemas.microsoft.com/office/drawing/2014/main" id="{12486659-69F9-4E69-B014-89BAA43B44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3851574"/>
                </p:ext>
              </p:extLst>
            </p:nvPr>
          </p:nvGraphicFramePr>
          <p:xfrm>
            <a:off x="5420647" y="238112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52" name="MathType 6.0 Equation" r:id="rId27" imgW="190440" imgH="203040" progId="Equation.DSMT4">
                    <p:embed/>
                  </p:oleObj>
                </mc:Choice>
                <mc:Fallback>
                  <p:oleObj name="MathType 6.0 Equation" r:id="rId27" imgW="190440" imgH="203040" progId="Equation.DSMT4">
                    <p:embed/>
                    <p:pic>
                      <p:nvPicPr>
                        <p:cNvPr id="45" name="Object 7">
                          <a:extLst>
                            <a:ext uri="{FF2B5EF4-FFF2-40B4-BE49-F238E27FC236}">
                              <a16:creationId xmlns:a16="http://schemas.microsoft.com/office/drawing/2014/main" id="{181474EF-8C2F-45B7-824C-3DCD6045F5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0647" y="238112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4" name="Object 20">
            <a:extLst>
              <a:ext uri="{FF2B5EF4-FFF2-40B4-BE49-F238E27FC236}">
                <a16:creationId xmlns:a16="http://schemas.microsoft.com/office/drawing/2014/main" id="{EC0F075F-34DA-451C-ABD5-D13C5AB7E3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36809"/>
              </p:ext>
            </p:extLst>
          </p:nvPr>
        </p:nvGraphicFramePr>
        <p:xfrm>
          <a:off x="8417308" y="2722459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3" name="MathType 6.0 Equation" r:id="rId29" imgW="203040" imgH="203040" progId="Equation.DSMT4">
                  <p:embed/>
                </p:oleObj>
              </mc:Choice>
              <mc:Fallback>
                <p:oleObj name="MathType 6.0 Equation" r:id="rId29" imgW="203040" imgH="203040" progId="Equation.DSMT4">
                  <p:embed/>
                  <p:pic>
                    <p:nvPicPr>
                      <p:cNvPr id="46" name="Object 20">
                        <a:extLst>
                          <a:ext uri="{FF2B5EF4-FFF2-40B4-BE49-F238E27FC236}">
                            <a16:creationId xmlns:a16="http://schemas.microsoft.com/office/drawing/2014/main" id="{19EA2980-DEAE-4BA9-B547-C20A38E98F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7308" y="2722459"/>
                        <a:ext cx="2032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28">
            <a:extLst>
              <a:ext uri="{FF2B5EF4-FFF2-40B4-BE49-F238E27FC236}">
                <a16:creationId xmlns:a16="http://schemas.microsoft.com/office/drawing/2014/main" id="{D020B6BE-4B10-4F31-8F5E-6D14AC5F6E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916111"/>
              </p:ext>
            </p:extLst>
          </p:nvPr>
        </p:nvGraphicFramePr>
        <p:xfrm>
          <a:off x="6698331" y="2239540"/>
          <a:ext cx="217487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4" name="MathType 6.0 Equation" r:id="rId31" imgW="215640" imgH="266400" progId="Equation.DSMT4">
                  <p:embed/>
                </p:oleObj>
              </mc:Choice>
              <mc:Fallback>
                <p:oleObj name="MathType 6.0 Equation" r:id="rId31" imgW="215640" imgH="266400" progId="Equation.DSMT4">
                  <p:embed/>
                  <p:pic>
                    <p:nvPicPr>
                      <p:cNvPr id="55" name="Object 28">
                        <a:extLst>
                          <a:ext uri="{FF2B5EF4-FFF2-40B4-BE49-F238E27FC236}">
                            <a16:creationId xmlns:a16="http://schemas.microsoft.com/office/drawing/2014/main" id="{C36BB1B9-B92C-4E88-B25C-6C61EBD207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8331" y="2239540"/>
                        <a:ext cx="217487" cy="269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8" name="组合 97">
            <a:extLst>
              <a:ext uri="{FF2B5EF4-FFF2-40B4-BE49-F238E27FC236}">
                <a16:creationId xmlns:a16="http://schemas.microsoft.com/office/drawing/2014/main" id="{66E4F0ED-29BA-4CD7-9682-1440ABBC506B}"/>
              </a:ext>
            </a:extLst>
          </p:cNvPr>
          <p:cNvGrpSpPr/>
          <p:nvPr/>
        </p:nvGrpSpPr>
        <p:grpSpPr>
          <a:xfrm>
            <a:off x="6581579" y="2216116"/>
            <a:ext cx="190500" cy="703995"/>
            <a:chOff x="5963520" y="3195932"/>
            <a:chExt cx="190500" cy="703995"/>
          </a:xfrm>
        </p:grpSpPr>
        <p:graphicFrame>
          <p:nvGraphicFramePr>
            <p:cNvPr id="99" name="Object 7">
              <a:extLst>
                <a:ext uri="{FF2B5EF4-FFF2-40B4-BE49-F238E27FC236}">
                  <a16:creationId xmlns:a16="http://schemas.microsoft.com/office/drawing/2014/main" id="{0053917D-FE4E-4046-BD21-FA2E06815F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5220857"/>
                </p:ext>
              </p:extLst>
            </p:nvPr>
          </p:nvGraphicFramePr>
          <p:xfrm>
            <a:off x="5963520" y="3696727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55" name="MathType 6.0 Equation" r:id="rId32" imgW="190440" imgH="203040" progId="Equation.DSMT4">
                    <p:embed/>
                  </p:oleObj>
                </mc:Choice>
                <mc:Fallback>
                  <p:oleObj name="MathType 6.0 Equation" r:id="rId32" imgW="190440" imgH="203040" progId="Equation.DSMT4">
                    <p:embed/>
                    <p:pic>
                      <p:nvPicPr>
                        <p:cNvPr id="86" name="Object 7">
                          <a:extLst>
                            <a:ext uri="{FF2B5EF4-FFF2-40B4-BE49-F238E27FC236}">
                              <a16:creationId xmlns:a16="http://schemas.microsoft.com/office/drawing/2014/main" id="{6F32F8EE-14D9-4166-A0A9-2FDE4D55EA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63520" y="3696727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B8CB979-2E06-4BFE-8F3D-E256AD173B20}"/>
                </a:ext>
              </a:extLst>
            </p:cNvPr>
            <p:cNvCxnSpPr>
              <a:cxnSpLocks/>
            </p:cNvCxnSpPr>
            <p:nvPr/>
          </p:nvCxnSpPr>
          <p:spPr>
            <a:xfrm>
              <a:off x="6058770" y="3195932"/>
              <a:ext cx="0" cy="43200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0AB28805-E1AA-46BF-B38B-113495F01FD5}"/>
              </a:ext>
            </a:extLst>
          </p:cNvPr>
          <p:cNvGrpSpPr/>
          <p:nvPr/>
        </p:nvGrpSpPr>
        <p:grpSpPr>
          <a:xfrm>
            <a:off x="6792117" y="2012347"/>
            <a:ext cx="762000" cy="906152"/>
            <a:chOff x="5921308" y="3058370"/>
            <a:chExt cx="762000" cy="906152"/>
          </a:xfrm>
        </p:grpSpPr>
        <p:graphicFrame>
          <p:nvGraphicFramePr>
            <p:cNvPr id="102" name="Object 7">
              <a:extLst>
                <a:ext uri="{FF2B5EF4-FFF2-40B4-BE49-F238E27FC236}">
                  <a16:creationId xmlns:a16="http://schemas.microsoft.com/office/drawing/2014/main" id="{9BE4D445-14BD-4AD3-BB00-4B6AEC164B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3655430"/>
                </p:ext>
              </p:extLst>
            </p:nvPr>
          </p:nvGraphicFramePr>
          <p:xfrm>
            <a:off x="5921308" y="3685122"/>
            <a:ext cx="7620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56" name="MathType 6.0 Equation" r:id="rId34" imgW="761760" imgH="279360" progId="Equation.DSMT4">
                    <p:embed/>
                  </p:oleObj>
                </mc:Choice>
                <mc:Fallback>
                  <p:oleObj name="MathType 6.0 Equation" r:id="rId34" imgW="761760" imgH="279360" progId="Equation.DSMT4">
                    <p:embed/>
                    <p:pic>
                      <p:nvPicPr>
                        <p:cNvPr id="89" name="Object 7">
                          <a:extLst>
                            <a:ext uri="{FF2B5EF4-FFF2-40B4-BE49-F238E27FC236}">
                              <a16:creationId xmlns:a16="http://schemas.microsoft.com/office/drawing/2014/main" id="{D2CCA8F1-B60E-47EE-B129-0F864850E5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21308" y="3685122"/>
                          <a:ext cx="762000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44544185-CB97-4453-A68D-AA56CCC0AA99}"/>
                </a:ext>
              </a:extLst>
            </p:cNvPr>
            <p:cNvCxnSpPr>
              <a:cxnSpLocks/>
            </p:cNvCxnSpPr>
            <p:nvPr/>
          </p:nvCxnSpPr>
          <p:spPr>
            <a:xfrm>
              <a:off x="6029437" y="3058370"/>
              <a:ext cx="0" cy="640051"/>
            </a:xfrm>
            <a:prstGeom prst="line">
              <a:avLst/>
            </a:prstGeom>
            <a:ln w="19050">
              <a:solidFill>
                <a:srgbClr val="3366F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22960D0-6AE2-4050-AD19-530743CDBFB4}"/>
              </a:ext>
            </a:extLst>
          </p:cNvPr>
          <p:cNvGrpSpPr/>
          <p:nvPr/>
        </p:nvGrpSpPr>
        <p:grpSpPr>
          <a:xfrm flipH="1">
            <a:off x="5107716" y="2023432"/>
            <a:ext cx="894684" cy="640051"/>
            <a:chOff x="5539387" y="2144935"/>
            <a:chExt cx="894684" cy="640051"/>
          </a:xfrm>
        </p:grpSpPr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7AD1C35C-D6ED-4E87-A5C6-6BF91E270411}"/>
                </a:ext>
              </a:extLst>
            </p:cNvPr>
            <p:cNvCxnSpPr>
              <a:cxnSpLocks/>
            </p:cNvCxnSpPr>
            <p:nvPr/>
          </p:nvCxnSpPr>
          <p:spPr>
            <a:xfrm>
              <a:off x="5730614" y="2337357"/>
              <a:ext cx="0" cy="432000"/>
            </a:xfrm>
            <a:prstGeom prst="line">
              <a:avLst/>
            </a:prstGeom>
            <a:ln w="19050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DE9231E6-830B-4E1C-850C-3BAD3B797159}"/>
                </a:ext>
              </a:extLst>
            </p:cNvPr>
            <p:cNvCxnSpPr>
              <a:cxnSpLocks/>
            </p:cNvCxnSpPr>
            <p:nvPr/>
          </p:nvCxnSpPr>
          <p:spPr>
            <a:xfrm>
              <a:off x="5940152" y="2144935"/>
              <a:ext cx="0" cy="640051"/>
            </a:xfrm>
            <a:prstGeom prst="line">
              <a:avLst/>
            </a:prstGeom>
            <a:ln w="19050">
              <a:solidFill>
                <a:srgbClr val="3366FF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弧形 9">
              <a:extLst>
                <a:ext uri="{FF2B5EF4-FFF2-40B4-BE49-F238E27FC236}">
                  <a16:creationId xmlns:a16="http://schemas.microsoft.com/office/drawing/2014/main" id="{7B14430F-9589-4A50-8843-7B799491C4E5}"/>
                </a:ext>
              </a:extLst>
            </p:cNvPr>
            <p:cNvSpPr/>
            <p:nvPr/>
          </p:nvSpPr>
          <p:spPr>
            <a:xfrm rot="19292134" flipH="1">
              <a:off x="5539387" y="2146909"/>
              <a:ext cx="894684" cy="334683"/>
            </a:xfrm>
            <a:prstGeom prst="arc">
              <a:avLst>
                <a:gd name="adj1" fmla="val 14613416"/>
                <a:gd name="adj2" fmla="val 19671343"/>
              </a:avLst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37067C68-C8FC-41A1-BC86-795DAEC462DA}"/>
              </a:ext>
            </a:extLst>
          </p:cNvPr>
          <p:cNvGrpSpPr/>
          <p:nvPr/>
        </p:nvGrpSpPr>
        <p:grpSpPr>
          <a:xfrm rot="16200000" flipV="1">
            <a:off x="6096803" y="2226594"/>
            <a:ext cx="279401" cy="857245"/>
            <a:chOff x="2693382" y="2881224"/>
            <a:chExt cx="303101" cy="768888"/>
          </a:xfrm>
          <a:noFill/>
        </p:grpSpPr>
        <p:sp>
          <p:nvSpPr>
            <p:cNvPr id="111" name="弧形 110">
              <a:extLst>
                <a:ext uri="{FF2B5EF4-FFF2-40B4-BE49-F238E27FC236}">
                  <a16:creationId xmlns:a16="http://schemas.microsoft.com/office/drawing/2014/main" id="{F9815C1D-2AA0-4B1F-BA26-B4AAB74AA41A}"/>
                </a:ext>
              </a:extLst>
            </p:cNvPr>
            <p:cNvSpPr/>
            <p:nvPr/>
          </p:nvSpPr>
          <p:spPr>
            <a:xfrm>
              <a:off x="2695635" y="2881224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弧形 111">
              <a:extLst>
                <a:ext uri="{FF2B5EF4-FFF2-40B4-BE49-F238E27FC236}">
                  <a16:creationId xmlns:a16="http://schemas.microsoft.com/office/drawing/2014/main" id="{24595EFF-B67A-4080-AA18-08AE79B006E1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grp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2E494522-B41B-43F6-9906-69ABD6F22670}"/>
              </a:ext>
            </a:extLst>
          </p:cNvPr>
          <p:cNvGrpSpPr/>
          <p:nvPr/>
        </p:nvGrpSpPr>
        <p:grpSpPr>
          <a:xfrm rot="16200000" flipV="1">
            <a:off x="6116584" y="1792572"/>
            <a:ext cx="252000" cy="846000"/>
            <a:chOff x="2693382" y="2881224"/>
            <a:chExt cx="303101" cy="768888"/>
          </a:xfrm>
          <a:noFill/>
        </p:grpSpPr>
        <p:sp>
          <p:nvSpPr>
            <p:cNvPr id="114" name="弧形 113">
              <a:extLst>
                <a:ext uri="{FF2B5EF4-FFF2-40B4-BE49-F238E27FC236}">
                  <a16:creationId xmlns:a16="http://schemas.microsoft.com/office/drawing/2014/main" id="{895091BE-CD25-4898-B266-CDE6C0B74383}"/>
                </a:ext>
              </a:extLst>
            </p:cNvPr>
            <p:cNvSpPr/>
            <p:nvPr/>
          </p:nvSpPr>
          <p:spPr>
            <a:xfrm>
              <a:off x="2695635" y="2881224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弧形 114">
              <a:extLst>
                <a:ext uri="{FF2B5EF4-FFF2-40B4-BE49-F238E27FC236}">
                  <a16:creationId xmlns:a16="http://schemas.microsoft.com/office/drawing/2014/main" id="{B66D8EB7-7D53-47BE-BC6F-FD1EC39C2BBE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grpFill/>
            <a:ln w="1905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8A98EE73-64A6-4DEB-AEB1-D93CDED91475}"/>
              </a:ext>
            </a:extLst>
          </p:cNvPr>
          <p:cNvGrpSpPr/>
          <p:nvPr/>
        </p:nvGrpSpPr>
        <p:grpSpPr>
          <a:xfrm rot="16200000" flipV="1">
            <a:off x="5998795" y="2031664"/>
            <a:ext cx="483514" cy="1296233"/>
            <a:chOff x="2693382" y="2881224"/>
            <a:chExt cx="303101" cy="768888"/>
          </a:xfrm>
          <a:noFill/>
        </p:grpSpPr>
        <p:sp>
          <p:nvSpPr>
            <p:cNvPr id="117" name="弧形 116">
              <a:extLst>
                <a:ext uri="{FF2B5EF4-FFF2-40B4-BE49-F238E27FC236}">
                  <a16:creationId xmlns:a16="http://schemas.microsoft.com/office/drawing/2014/main" id="{F04B0EA3-BFF3-4653-909B-01FB757A90EA}"/>
                </a:ext>
              </a:extLst>
            </p:cNvPr>
            <p:cNvSpPr/>
            <p:nvPr/>
          </p:nvSpPr>
          <p:spPr>
            <a:xfrm>
              <a:off x="2695635" y="2881224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弧形 117">
              <a:extLst>
                <a:ext uri="{FF2B5EF4-FFF2-40B4-BE49-F238E27FC236}">
                  <a16:creationId xmlns:a16="http://schemas.microsoft.com/office/drawing/2014/main" id="{8B49E624-ECB2-40BE-8150-A56B1AD315C7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grpFill/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FE7A55F6-DCB3-480C-946F-3B235F441C46}"/>
              </a:ext>
            </a:extLst>
          </p:cNvPr>
          <p:cNvGrpSpPr/>
          <p:nvPr/>
        </p:nvGrpSpPr>
        <p:grpSpPr>
          <a:xfrm rot="16200000" flipV="1">
            <a:off x="5996586" y="1367948"/>
            <a:ext cx="483514" cy="1296233"/>
            <a:chOff x="2693382" y="2881224"/>
            <a:chExt cx="303101" cy="768888"/>
          </a:xfrm>
          <a:noFill/>
        </p:grpSpPr>
        <p:sp>
          <p:nvSpPr>
            <p:cNvPr id="120" name="弧形 119">
              <a:extLst>
                <a:ext uri="{FF2B5EF4-FFF2-40B4-BE49-F238E27FC236}">
                  <a16:creationId xmlns:a16="http://schemas.microsoft.com/office/drawing/2014/main" id="{E8B56891-97F6-412B-959B-AB3771B0EBF9}"/>
                </a:ext>
              </a:extLst>
            </p:cNvPr>
            <p:cNvSpPr/>
            <p:nvPr/>
          </p:nvSpPr>
          <p:spPr>
            <a:xfrm>
              <a:off x="2695635" y="2881224"/>
              <a:ext cx="300848" cy="765934"/>
            </a:xfrm>
            <a:prstGeom prst="arc">
              <a:avLst>
                <a:gd name="adj1" fmla="val 16199991"/>
                <a:gd name="adj2" fmla="val 5459382"/>
              </a:avLst>
            </a:prstGeom>
            <a:grpFill/>
            <a:ln w="1905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弧形 120">
              <a:extLst>
                <a:ext uri="{FF2B5EF4-FFF2-40B4-BE49-F238E27FC236}">
                  <a16:creationId xmlns:a16="http://schemas.microsoft.com/office/drawing/2014/main" id="{967202DB-6F3C-403A-9B57-9EDF686B4463}"/>
                </a:ext>
              </a:extLst>
            </p:cNvPr>
            <p:cNvSpPr/>
            <p:nvPr/>
          </p:nvSpPr>
          <p:spPr>
            <a:xfrm rot="16200000">
              <a:off x="2459938" y="3115821"/>
              <a:ext cx="767735" cy="300847"/>
            </a:xfrm>
            <a:prstGeom prst="arc">
              <a:avLst>
                <a:gd name="adj1" fmla="val 10536040"/>
                <a:gd name="adj2" fmla="val 0"/>
              </a:avLst>
            </a:prstGeom>
            <a:grpFill/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aphicFrame>
        <p:nvGraphicFramePr>
          <p:cNvPr id="57" name="Object 36">
            <a:extLst>
              <a:ext uri="{FF2B5EF4-FFF2-40B4-BE49-F238E27FC236}">
                <a16:creationId xmlns:a16="http://schemas.microsoft.com/office/drawing/2014/main" id="{77CF8D4A-CB7F-4C29-9576-835BF7572E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875098"/>
              </p:ext>
            </p:extLst>
          </p:nvPr>
        </p:nvGraphicFramePr>
        <p:xfrm>
          <a:off x="1283057" y="4025741"/>
          <a:ext cx="8128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7" name="Equation" r:id="rId36" imgW="812520" imgH="406080" progId="Equation.DSMT4">
                  <p:embed/>
                </p:oleObj>
              </mc:Choice>
              <mc:Fallback>
                <p:oleObj name="Equation" r:id="rId36" imgW="812520" imgH="406080" progId="Equation.DSMT4">
                  <p:embed/>
                  <p:pic>
                    <p:nvPicPr>
                      <p:cNvPr id="70" name="Object 36">
                        <a:extLst>
                          <a:ext uri="{FF2B5EF4-FFF2-40B4-BE49-F238E27FC236}">
                            <a16:creationId xmlns:a16="http://schemas.microsoft.com/office/drawing/2014/main" id="{2037EE57-3E72-4EF5-82EB-AE1A6ECD8F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057" y="4025741"/>
                        <a:ext cx="812800" cy="404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2067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19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194575" grpId="0" autoUpdateAnimBg="0"/>
      <p:bldP spid="67" grpId="0" autoUpdateAnimBg="0"/>
      <p:bldP spid="78" grpId="0" autoUpdateAnimBg="0"/>
      <p:bldP spid="81" grpId="0" autoUpdateAnimBg="0"/>
      <p:bldP spid="73" grpId="0" build="p" autoUpdateAnimBg="0"/>
      <p:bldP spid="76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C3C84EA8-1689-4E06-A90F-1115C7FAF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2" y="195486"/>
            <a:ext cx="2819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+mj-ea"/>
                <a:cs typeface="Times New Roman" panose="02020603050405020304" pitchFamily="18" charset="0"/>
              </a:rPr>
              <a:t>设平面图形 </a:t>
            </a:r>
            <a:r>
              <a:rPr lang="en-US" altLang="zh-CN" sz="2400" i="1" dirty="0"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ea typeface="+mj-ea"/>
                <a:cs typeface="Times New Roman" panose="02020603050405020304" pitchFamily="18" charset="0"/>
              </a:rPr>
              <a:t>由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A468343F-33F8-44A3-9AB5-6597BE4A7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126325"/>
              </p:ext>
            </p:extLst>
          </p:nvPr>
        </p:nvGraphicFramePr>
        <p:xfrm>
          <a:off x="3954930" y="217563"/>
          <a:ext cx="1528762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20" name="Equation" r:id="rId4" imgW="1523880" imgH="406080" progId="Equation.DSMT4">
                  <p:embed/>
                </p:oleObj>
              </mc:Choice>
              <mc:Fallback>
                <p:oleObj name="Equation" r:id="rId4" imgW="1523880" imgH="40608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A468343F-33F8-44A3-9AB5-6597BE4A7E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930" y="217563"/>
                        <a:ext cx="1528762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CC481274-E1CD-4BAF-8290-88FD088B0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678" y="192584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j-ea"/>
                <a:ea typeface="+mj-ea"/>
              </a:rPr>
              <a:t>与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42461115-B4FA-4957-A409-7D0830B482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517023"/>
              </p:ext>
            </p:extLst>
          </p:nvPr>
        </p:nvGraphicFramePr>
        <p:xfrm>
          <a:off x="6123859" y="340222"/>
          <a:ext cx="681037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21" name="Equation" r:id="rId6" imgW="672840" imgH="317160" progId="Equation.DSMT4">
                  <p:embed/>
                </p:oleObj>
              </mc:Choice>
              <mc:Fallback>
                <p:oleObj name="Equation" r:id="rId6" imgW="672840" imgH="31716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42461115-B4FA-4957-A409-7D0830B48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3859" y="340222"/>
                        <a:ext cx="681037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FA4E2398-F84D-4616-B55A-CD3935158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121" y="235447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1" dirty="0">
                <a:latin typeface="+mj-ea"/>
                <a:ea typeface="+mj-ea"/>
              </a:rPr>
              <a:t>所确定 </a:t>
            </a:r>
            <a:r>
              <a:rPr lang="en-US" altLang="zh-CN" sz="2400" b="1" dirty="0">
                <a:latin typeface="+mj-ea"/>
                <a:ea typeface="+mj-ea"/>
              </a:rPr>
              <a:t>,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A1CB5BA6-DEC9-4EE4-A092-43A7BA7657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783" y="749146"/>
            <a:ext cx="7848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ea typeface="+mj-ea"/>
                <a:cs typeface="Times New Roman" panose="02020603050405020304" pitchFamily="18" charset="0"/>
              </a:rPr>
              <a:t>图形 </a:t>
            </a:r>
            <a:r>
              <a:rPr lang="en-US" altLang="zh-CN" sz="2400" i="1" dirty="0"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sz="2400" b="1" i="1" dirty="0"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ea typeface="+mj-ea"/>
                <a:cs typeface="Times New Roman" panose="02020603050405020304" pitchFamily="18" charset="0"/>
              </a:rPr>
              <a:t>绕直线 </a:t>
            </a:r>
            <a:r>
              <a:rPr lang="en-US" altLang="zh-CN" sz="2400" i="1" dirty="0">
                <a:ea typeface="+mj-ea"/>
                <a:cs typeface="Times New Roman" panose="02020603050405020304" pitchFamily="18" charset="0"/>
              </a:rPr>
              <a:t>x </a:t>
            </a:r>
            <a:r>
              <a:rPr lang="en-US" altLang="zh-CN" sz="2400" dirty="0"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 </a:t>
            </a:r>
            <a:r>
              <a:rPr lang="en-US" altLang="zh-CN" sz="2400" dirty="0">
                <a:ea typeface="+mj-ea"/>
                <a:cs typeface="Times New Roman" panose="02020603050405020304" pitchFamily="18" charset="0"/>
              </a:rPr>
              <a:t>2 </a:t>
            </a:r>
            <a:r>
              <a:rPr lang="zh-CN" altLang="en-US" sz="2400" b="1" dirty="0">
                <a:ea typeface="+mj-ea"/>
                <a:cs typeface="Times New Roman" panose="02020603050405020304" pitchFamily="18" charset="0"/>
              </a:rPr>
              <a:t>旋转一周所得旋转体的体积 </a:t>
            </a:r>
            <a:r>
              <a:rPr lang="en-US" altLang="zh-CN" sz="2400" b="1" dirty="0">
                <a:ea typeface="+mj-ea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EA0D2103-84D6-4A73-A9AE-EDC61BF1F834}"/>
              </a:ext>
            </a:extLst>
          </p:cNvPr>
          <p:cNvSpPr txBox="1">
            <a:spLocks noChangeArrowheads="1"/>
          </p:cNvSpPr>
          <p:nvPr/>
        </p:nvSpPr>
        <p:spPr>
          <a:xfrm>
            <a:off x="880629" y="173209"/>
            <a:ext cx="746721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6</a:t>
            </a:r>
          </a:p>
        </p:txBody>
      </p:sp>
      <p:grpSp>
        <p:nvGrpSpPr>
          <p:cNvPr id="41" name="Group 21">
            <a:extLst>
              <a:ext uri="{FF2B5EF4-FFF2-40B4-BE49-F238E27FC236}">
                <a16:creationId xmlns:a16="http://schemas.microsoft.com/office/drawing/2014/main" id="{47003D9D-78A0-4B6B-9D42-56D9A6FADA0E}"/>
              </a:ext>
            </a:extLst>
          </p:cNvPr>
          <p:cNvGrpSpPr>
            <a:grpSpLocks/>
          </p:cNvGrpSpPr>
          <p:nvPr/>
        </p:nvGrpSpPr>
        <p:grpSpPr bwMode="auto">
          <a:xfrm>
            <a:off x="7043563" y="2217052"/>
            <a:ext cx="611188" cy="625475"/>
            <a:chOff x="4261" y="1450"/>
            <a:chExt cx="476" cy="486"/>
          </a:xfrm>
        </p:grpSpPr>
        <p:sp>
          <p:nvSpPr>
            <p:cNvPr id="42" name="Arc 22">
              <a:extLst>
                <a:ext uri="{FF2B5EF4-FFF2-40B4-BE49-F238E27FC236}">
                  <a16:creationId xmlns:a16="http://schemas.microsoft.com/office/drawing/2014/main" id="{146A0F9D-27FD-4A00-8C21-672007045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1450"/>
              <a:ext cx="468" cy="486"/>
            </a:xfrm>
            <a:custGeom>
              <a:avLst/>
              <a:gdLst>
                <a:gd name="T0" fmla="*/ 1 w 21782"/>
                <a:gd name="T1" fmla="*/ 486 h 22611"/>
                <a:gd name="T2" fmla="*/ 468 w 21782"/>
                <a:gd name="T3" fmla="*/ 0 h 22611"/>
                <a:gd name="T4" fmla="*/ 464 w 21782"/>
                <a:gd name="T5" fmla="*/ 464 h 226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82" h="22611" fill="none" extrusionOk="0">
                  <a:moveTo>
                    <a:pt x="23" y="22611"/>
                  </a:moveTo>
                  <a:cubicBezTo>
                    <a:pt x="7" y="22274"/>
                    <a:pt x="0" y="2193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60" y="0"/>
                    <a:pt x="21721" y="0"/>
                    <a:pt x="21782" y="0"/>
                  </a:cubicBezTo>
                </a:path>
                <a:path w="21782" h="22611" stroke="0" extrusionOk="0">
                  <a:moveTo>
                    <a:pt x="23" y="22611"/>
                  </a:moveTo>
                  <a:cubicBezTo>
                    <a:pt x="7" y="22274"/>
                    <a:pt x="0" y="2193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60" y="0"/>
                    <a:pt x="21721" y="0"/>
                    <a:pt x="21782" y="0"/>
                  </a:cubicBezTo>
                  <a:lnTo>
                    <a:pt x="21600" y="21600"/>
                  </a:lnTo>
                  <a:lnTo>
                    <a:pt x="23" y="22611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43" name="AutoShape 23">
              <a:extLst>
                <a:ext uri="{FF2B5EF4-FFF2-40B4-BE49-F238E27FC236}">
                  <a16:creationId xmlns:a16="http://schemas.microsoft.com/office/drawing/2014/main" id="{5A2FEA02-2CFE-4547-8C95-35435333C89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4272" y="1455"/>
              <a:ext cx="465" cy="465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44" name="Line 24">
            <a:extLst>
              <a:ext uri="{FF2B5EF4-FFF2-40B4-BE49-F238E27FC236}">
                <a16:creationId xmlns:a16="http://schemas.microsoft.com/office/drawing/2014/main" id="{35233D8B-A19C-4B54-B3D1-7D60E7C7C3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49913" y="1537602"/>
            <a:ext cx="1282700" cy="1282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45" name="Line 25">
            <a:extLst>
              <a:ext uri="{FF2B5EF4-FFF2-40B4-BE49-F238E27FC236}">
                <a16:creationId xmlns:a16="http://schemas.microsoft.com/office/drawing/2014/main" id="{B94540AE-61D7-40C5-809F-E3E016F38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8476" y="1429652"/>
            <a:ext cx="0" cy="24685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" name="Object 30">
            <a:extLst>
              <a:ext uri="{FF2B5EF4-FFF2-40B4-BE49-F238E27FC236}">
                <a16:creationId xmlns:a16="http://schemas.microsoft.com/office/drawing/2014/main" id="{792900AF-DEDA-4998-A047-D3FC352168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168995"/>
              </p:ext>
            </p:extLst>
          </p:nvPr>
        </p:nvGraphicFramePr>
        <p:xfrm>
          <a:off x="8291016" y="2863848"/>
          <a:ext cx="16488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22" name="Equation" r:id="rId8" imgW="164880" imgH="228600" progId="Equation.DSMT4">
                  <p:embed/>
                </p:oleObj>
              </mc:Choice>
              <mc:Fallback>
                <p:oleObj name="Equation" r:id="rId8" imgW="164880" imgH="228600" progId="Equation.DSMT4">
                  <p:embed/>
                  <p:pic>
                    <p:nvPicPr>
                      <p:cNvPr id="47" name="Object 30">
                        <a:extLst>
                          <a:ext uri="{FF2B5EF4-FFF2-40B4-BE49-F238E27FC236}">
                            <a16:creationId xmlns:a16="http://schemas.microsoft.com/office/drawing/2014/main" id="{792900AF-DEDA-4998-A047-D3FC352168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1016" y="2863848"/>
                        <a:ext cx="16488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1">
            <a:extLst>
              <a:ext uri="{FF2B5EF4-FFF2-40B4-BE49-F238E27FC236}">
                <a16:creationId xmlns:a16="http://schemas.microsoft.com/office/drawing/2014/main" id="{817CBF74-D474-400B-B05F-19A6890672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9006548"/>
              </p:ext>
            </p:extLst>
          </p:nvPr>
        </p:nvGraphicFramePr>
        <p:xfrm>
          <a:off x="7599188" y="2809189"/>
          <a:ext cx="11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23" name="Equation" r:id="rId10" imgW="114120" imgH="228600" progId="Equation.DSMT4">
                  <p:embed/>
                </p:oleObj>
              </mc:Choice>
              <mc:Fallback>
                <p:oleObj name="Equation" r:id="rId10" imgW="114120" imgH="228600" progId="Equation.DSMT4">
                  <p:embed/>
                  <p:pic>
                    <p:nvPicPr>
                      <p:cNvPr id="48" name="Object 31">
                        <a:extLst>
                          <a:ext uri="{FF2B5EF4-FFF2-40B4-BE49-F238E27FC236}">
                            <a16:creationId xmlns:a16="http://schemas.microsoft.com/office/drawing/2014/main" id="{817CBF74-D474-400B-B05F-19A6890672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9188" y="2809189"/>
                        <a:ext cx="1143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66">
            <a:extLst>
              <a:ext uri="{FF2B5EF4-FFF2-40B4-BE49-F238E27FC236}">
                <a16:creationId xmlns:a16="http://schemas.microsoft.com/office/drawing/2014/main" id="{0593FEB6-DE3E-4D8C-B295-9EF24622DABC}"/>
              </a:ext>
            </a:extLst>
          </p:cNvPr>
          <p:cNvGrpSpPr>
            <a:grpSpLocks/>
          </p:cNvGrpSpPr>
          <p:nvPr/>
        </p:nvGrpSpPr>
        <p:grpSpPr bwMode="auto">
          <a:xfrm>
            <a:off x="6741938" y="1602689"/>
            <a:ext cx="2035175" cy="2076450"/>
            <a:chOff x="4320" y="1050"/>
            <a:chExt cx="1282" cy="1308"/>
          </a:xfrm>
        </p:grpSpPr>
        <p:graphicFrame>
          <p:nvGraphicFramePr>
            <p:cNvPr id="50" name="Object 28">
              <a:extLst>
                <a:ext uri="{FF2B5EF4-FFF2-40B4-BE49-F238E27FC236}">
                  <a16:creationId xmlns:a16="http://schemas.microsoft.com/office/drawing/2014/main" id="{3D355F68-40F8-4CCE-AF39-A07D228445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1" y="1844"/>
            <a:ext cx="147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124" name="Equation" r:id="rId12" imgW="228600" imgH="241200" progId="Equation.DSMT4">
                    <p:embed/>
                  </p:oleObj>
                </mc:Choice>
                <mc:Fallback>
                  <p:oleObj name="Equation" r:id="rId12" imgW="228600" imgH="241200" progId="Equation.DSMT4">
                    <p:embed/>
                    <p:pic>
                      <p:nvPicPr>
                        <p:cNvPr id="50" name="Object 28">
                          <a:extLst>
                            <a:ext uri="{FF2B5EF4-FFF2-40B4-BE49-F238E27FC236}">
                              <a16:creationId xmlns:a16="http://schemas.microsoft.com/office/drawing/2014/main" id="{3D355F68-40F8-4CCE-AF39-A07D228445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1" y="1844"/>
                          <a:ext cx="147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Object 27">
              <a:extLst>
                <a:ext uri="{FF2B5EF4-FFF2-40B4-BE49-F238E27FC236}">
                  <a16:creationId xmlns:a16="http://schemas.microsoft.com/office/drawing/2014/main" id="{2BB7D755-0548-4AE1-9DA9-FC60523398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4" y="1077"/>
            <a:ext cx="127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125" name="Equation" r:id="rId14" imgW="190440" imgH="241200" progId="Equation.DSMT4">
                    <p:embed/>
                  </p:oleObj>
                </mc:Choice>
                <mc:Fallback>
                  <p:oleObj name="Equation" r:id="rId14" imgW="190440" imgH="241200" progId="Equation.DSMT4">
                    <p:embed/>
                    <p:pic>
                      <p:nvPicPr>
                        <p:cNvPr id="51" name="Object 27">
                          <a:extLst>
                            <a:ext uri="{FF2B5EF4-FFF2-40B4-BE49-F238E27FC236}">
                              <a16:creationId xmlns:a16="http://schemas.microsoft.com/office/drawing/2014/main" id="{2BB7D755-0548-4AE1-9DA9-FC60523398C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4" y="1077"/>
                          <a:ext cx="127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Object 29">
              <a:extLst>
                <a:ext uri="{FF2B5EF4-FFF2-40B4-BE49-F238E27FC236}">
                  <a16:creationId xmlns:a16="http://schemas.microsoft.com/office/drawing/2014/main" id="{E4C612E4-9BF3-4033-8B90-B055C0CC0B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85" y="1876"/>
            <a:ext cx="11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126" name="Equation" r:id="rId16" imgW="177480" imgH="190440" progId="Equation.DSMT4">
                    <p:embed/>
                  </p:oleObj>
                </mc:Choice>
                <mc:Fallback>
                  <p:oleObj name="Equation" r:id="rId16" imgW="177480" imgH="190440" progId="Equation.DSMT4">
                    <p:embed/>
                    <p:pic>
                      <p:nvPicPr>
                        <p:cNvPr id="52" name="Object 29">
                          <a:extLst>
                            <a:ext uri="{FF2B5EF4-FFF2-40B4-BE49-F238E27FC236}">
                              <a16:creationId xmlns:a16="http://schemas.microsoft.com/office/drawing/2014/main" id="{E4C612E4-9BF3-4033-8B90-B055C0CC0B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85" y="1876"/>
                          <a:ext cx="11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" name="Group 32">
              <a:extLst>
                <a:ext uri="{FF2B5EF4-FFF2-40B4-BE49-F238E27FC236}">
                  <a16:creationId xmlns:a16="http://schemas.microsoft.com/office/drawing/2014/main" id="{52150A12-85C9-47EB-8E9C-4362714B6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050"/>
              <a:ext cx="1282" cy="1308"/>
              <a:chOff x="4224" y="937"/>
              <a:chExt cx="1426" cy="1453"/>
            </a:xfrm>
          </p:grpSpPr>
          <p:sp>
            <p:nvSpPr>
              <p:cNvPr id="54" name="Oval 33">
                <a:extLst>
                  <a:ext uri="{FF2B5EF4-FFF2-40B4-BE49-F238E27FC236}">
                    <a16:creationId xmlns:a16="http://schemas.microsoft.com/office/drawing/2014/main" id="{5A0460B6-AA67-42CF-ACBD-1849FF3DA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0" y="1369"/>
                <a:ext cx="837" cy="83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5" name="Line 34">
                <a:extLst>
                  <a:ext uri="{FF2B5EF4-FFF2-40B4-BE49-F238E27FC236}">
                    <a16:creationId xmlns:a16="http://schemas.microsoft.com/office/drawing/2014/main" id="{7093ECAE-703F-401B-BD6F-219DAB906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794"/>
                <a:ext cx="14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35">
                <a:extLst>
                  <a:ext uri="{FF2B5EF4-FFF2-40B4-BE49-F238E27FC236}">
                    <a16:creationId xmlns:a16="http://schemas.microsoft.com/office/drawing/2014/main" id="{0F706947-DEC0-419E-BDC7-6739856244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440" y="937"/>
                <a:ext cx="5" cy="1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" name="Line 36">
                <a:extLst>
                  <a:ext uri="{FF2B5EF4-FFF2-40B4-BE49-F238E27FC236}">
                    <a16:creationId xmlns:a16="http://schemas.microsoft.com/office/drawing/2014/main" id="{67B49912-4344-4980-BF58-82B73FC68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7" y="1771"/>
                <a:ext cx="0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9" name="Line 38">
            <a:extLst>
              <a:ext uri="{FF2B5EF4-FFF2-40B4-BE49-F238E27FC236}">
                <a16:creationId xmlns:a16="http://schemas.microsoft.com/office/drawing/2014/main" id="{80F7D532-9632-4AF1-8D5E-2A87131F5C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7231" y="2211108"/>
            <a:ext cx="1234109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0" name="Object 39">
            <a:extLst>
              <a:ext uri="{FF2B5EF4-FFF2-40B4-BE49-F238E27FC236}">
                <a16:creationId xmlns:a16="http://schemas.microsoft.com/office/drawing/2014/main" id="{6B150E5F-ABBD-4F2A-B493-95CE2673D3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395262"/>
              </p:ext>
            </p:extLst>
          </p:nvPr>
        </p:nvGraphicFramePr>
        <p:xfrm>
          <a:off x="6827121" y="1971554"/>
          <a:ext cx="124431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27" name="Equation" r:id="rId18" imgW="114120" imgH="228600" progId="Equation.DSMT4">
                  <p:embed/>
                </p:oleObj>
              </mc:Choice>
              <mc:Fallback>
                <p:oleObj name="Equation" r:id="rId18" imgW="114120" imgH="228600" progId="Equation.DSMT4">
                  <p:embed/>
                  <p:pic>
                    <p:nvPicPr>
                      <p:cNvPr id="60" name="Object 39">
                        <a:extLst>
                          <a:ext uri="{FF2B5EF4-FFF2-40B4-BE49-F238E27FC236}">
                            <a16:creationId xmlns:a16="http://schemas.microsoft.com/office/drawing/2014/main" id="{6B150E5F-ABBD-4F2A-B493-95CE2673D3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7121" y="1971554"/>
                        <a:ext cx="124431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" name="Group 57">
            <a:extLst>
              <a:ext uri="{FF2B5EF4-FFF2-40B4-BE49-F238E27FC236}">
                <a16:creationId xmlns:a16="http://schemas.microsoft.com/office/drawing/2014/main" id="{323E3B77-0E8F-4E52-9DD8-DFB9EBB26651}"/>
              </a:ext>
            </a:extLst>
          </p:cNvPr>
          <p:cNvGrpSpPr>
            <a:grpSpLocks/>
          </p:cNvGrpSpPr>
          <p:nvPr/>
        </p:nvGrpSpPr>
        <p:grpSpPr bwMode="auto">
          <a:xfrm>
            <a:off x="7301392" y="2305508"/>
            <a:ext cx="177800" cy="741363"/>
            <a:chOff x="4622" y="1536"/>
            <a:chExt cx="112" cy="467"/>
          </a:xfrm>
        </p:grpSpPr>
        <p:sp>
          <p:nvSpPr>
            <p:cNvPr id="62" name="Line 53">
              <a:extLst>
                <a:ext uri="{FF2B5EF4-FFF2-40B4-BE49-F238E27FC236}">
                  <a16:creationId xmlns:a16="http://schemas.microsoft.com/office/drawing/2014/main" id="{AA4ADB6D-28FD-4F11-9B48-B114696E1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536"/>
              <a:ext cx="0" cy="144"/>
            </a:xfrm>
            <a:prstGeom prst="line">
              <a:avLst/>
            </a:prstGeom>
            <a:noFill/>
            <a:ln w="57150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54">
              <a:extLst>
                <a:ext uri="{FF2B5EF4-FFF2-40B4-BE49-F238E27FC236}">
                  <a16:creationId xmlns:a16="http://schemas.microsoft.com/office/drawing/2014/main" id="{1FB0C525-F843-4CEE-A01A-D273160DEE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1" y="1680"/>
              <a:ext cx="7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4" name="Object 56">
              <a:extLst>
                <a:ext uri="{FF2B5EF4-FFF2-40B4-BE49-F238E27FC236}">
                  <a16:creationId xmlns:a16="http://schemas.microsoft.com/office/drawing/2014/main" id="{5FE77259-B57A-42C4-A0B7-E96FEBA8D0B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22" y="1881"/>
            <a:ext cx="112" cy="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128" name="Equation" r:id="rId20" imgW="177480" imgH="190440" progId="Equation.DSMT4">
                    <p:embed/>
                  </p:oleObj>
                </mc:Choice>
                <mc:Fallback>
                  <p:oleObj name="Equation" r:id="rId20" imgW="177480" imgH="190440" progId="Equation.DSMT4">
                    <p:embed/>
                    <p:pic>
                      <p:nvPicPr>
                        <p:cNvPr id="64" name="Object 56">
                          <a:extLst>
                            <a:ext uri="{FF2B5EF4-FFF2-40B4-BE49-F238E27FC236}">
                              <a16:creationId xmlns:a16="http://schemas.microsoft.com/office/drawing/2014/main" id="{5FE77259-B57A-42C4-A0B7-E96FEBA8D0B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2" y="1881"/>
                          <a:ext cx="112" cy="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Line 58">
            <a:extLst>
              <a:ext uri="{FF2B5EF4-FFF2-40B4-BE49-F238E27FC236}">
                <a16:creationId xmlns:a16="http://schemas.microsoft.com/office/drawing/2014/main" id="{DC7EFD4C-C03B-4325-A424-B6323FF233F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0626" y="2221814"/>
            <a:ext cx="0" cy="6111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6" name="Group 62">
            <a:extLst>
              <a:ext uri="{FF2B5EF4-FFF2-40B4-BE49-F238E27FC236}">
                <a16:creationId xmlns:a16="http://schemas.microsoft.com/office/drawing/2014/main" id="{2D2F577E-FBF8-427C-9930-CB9336E496BE}"/>
              </a:ext>
            </a:extLst>
          </p:cNvPr>
          <p:cNvGrpSpPr>
            <a:grpSpLocks/>
          </p:cNvGrpSpPr>
          <p:nvPr/>
        </p:nvGrpSpPr>
        <p:grpSpPr bwMode="auto">
          <a:xfrm>
            <a:off x="6760988" y="2482165"/>
            <a:ext cx="1484313" cy="239713"/>
            <a:chOff x="4332" y="1604"/>
            <a:chExt cx="935" cy="151"/>
          </a:xfrm>
        </p:grpSpPr>
        <p:graphicFrame>
          <p:nvGraphicFramePr>
            <p:cNvPr id="67" name="Object 60">
              <a:extLst>
                <a:ext uri="{FF2B5EF4-FFF2-40B4-BE49-F238E27FC236}">
                  <a16:creationId xmlns:a16="http://schemas.microsoft.com/office/drawing/2014/main" id="{2E448D28-AEE8-48E6-A4B3-7BA2C7C82E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2" y="1604"/>
            <a:ext cx="121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5129" name="Equation" r:id="rId22" imgW="190440" imgH="241200" progId="Equation.DSMT4">
                    <p:embed/>
                  </p:oleObj>
                </mc:Choice>
                <mc:Fallback>
                  <p:oleObj name="Equation" r:id="rId22" imgW="190440" imgH="241200" progId="Equation.DSMT4">
                    <p:embed/>
                    <p:pic>
                      <p:nvPicPr>
                        <p:cNvPr id="67" name="Object 60">
                          <a:extLst>
                            <a:ext uri="{FF2B5EF4-FFF2-40B4-BE49-F238E27FC236}">
                              <a16:creationId xmlns:a16="http://schemas.microsoft.com/office/drawing/2014/main" id="{2E448D28-AEE8-48E6-A4B3-7BA2C7C82E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1604"/>
                          <a:ext cx="121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" name="Line 61">
              <a:extLst>
                <a:ext uri="{FF2B5EF4-FFF2-40B4-BE49-F238E27FC236}">
                  <a16:creationId xmlns:a16="http://schemas.microsoft.com/office/drawing/2014/main" id="{3899E6C4-E74B-4D37-81EC-0BE2FA286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632"/>
              <a:ext cx="70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" name="Line 63">
            <a:extLst>
              <a:ext uri="{FF2B5EF4-FFF2-40B4-BE49-F238E27FC236}">
                <a16:creationId xmlns:a16="http://schemas.microsoft.com/office/drawing/2014/main" id="{518FF083-6744-4EF1-91BF-82BDB70EC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1538" y="2526614"/>
            <a:ext cx="9144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0" name="Object 68">
            <a:extLst>
              <a:ext uri="{FF2B5EF4-FFF2-40B4-BE49-F238E27FC236}">
                <a16:creationId xmlns:a16="http://schemas.microsoft.com/office/drawing/2014/main" id="{D211F3DC-4523-4765-8E8A-C127C975A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814230"/>
              </p:ext>
            </p:extLst>
          </p:nvPr>
        </p:nvGraphicFramePr>
        <p:xfrm>
          <a:off x="7373763" y="1647139"/>
          <a:ext cx="59055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30" name="Equation" r:id="rId24" imgW="571320" imgH="241200" progId="Equation.DSMT4">
                  <p:embed/>
                </p:oleObj>
              </mc:Choice>
              <mc:Fallback>
                <p:oleObj name="Equation" r:id="rId24" imgW="571320" imgH="241200" progId="Equation.DSMT4">
                  <p:embed/>
                  <p:pic>
                    <p:nvPicPr>
                      <p:cNvPr id="70" name="Object 68">
                        <a:extLst>
                          <a:ext uri="{FF2B5EF4-FFF2-40B4-BE49-F238E27FC236}">
                            <a16:creationId xmlns:a16="http://schemas.microsoft.com/office/drawing/2014/main" id="{D211F3DC-4523-4765-8E8A-C127C975A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3763" y="1647139"/>
                        <a:ext cx="59055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62FD906D-C13B-4A08-A991-DE18E7C0E0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7901111"/>
              </p:ext>
            </p:extLst>
          </p:nvPr>
        </p:nvGraphicFramePr>
        <p:xfrm>
          <a:off x="8011616" y="3907189"/>
          <a:ext cx="558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31" name="Equation" r:id="rId26" imgW="558720" imgH="241200" progId="Equation.DSMT4">
                  <p:embed/>
                </p:oleObj>
              </mc:Choice>
              <mc:Fallback>
                <p:oleObj name="Equation" r:id="rId26" imgW="558720" imgH="24120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62FD906D-C13B-4A08-A991-DE18E7C0E0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8011616" y="3907189"/>
                        <a:ext cx="558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Text Box 9">
            <a:extLst>
              <a:ext uri="{FF2B5EF4-FFF2-40B4-BE49-F238E27FC236}">
                <a16:creationId xmlns:a16="http://schemas.microsoft.com/office/drawing/2014/main" id="{15454A83-E577-4B5A-99D5-1C7D790F2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58" y="1378949"/>
            <a:ext cx="3108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r>
              <a:rPr lang="zh-CN" altLang="en-US" sz="2400" b="1" dirty="0">
                <a:latin typeface="+mj-ea"/>
                <a:ea typeface="+mj-ea"/>
              </a:rPr>
              <a:t> 选 </a:t>
            </a:r>
            <a:r>
              <a:rPr lang="en-US" altLang="zh-CN" sz="2400" i="1" dirty="0">
                <a:solidFill>
                  <a:srgbClr val="FF0000"/>
                </a:solidFill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为积分变量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73" name="Text Box 14">
            <a:extLst>
              <a:ext uri="{FF2B5EF4-FFF2-40B4-BE49-F238E27FC236}">
                <a16:creationId xmlns:a16="http://schemas.microsoft.com/office/drawing/2014/main" id="{3A9BA325-0F35-40A8-AD7A-216D9E2936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433" y="1898061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+mj-ea"/>
                <a:ea typeface="+mj-ea"/>
              </a:rPr>
              <a:t>旋转体的体积为</a:t>
            </a:r>
          </a:p>
        </p:txBody>
      </p:sp>
      <p:graphicFrame>
        <p:nvGraphicFramePr>
          <p:cNvPr id="74" name="Object 15">
            <a:extLst>
              <a:ext uri="{FF2B5EF4-FFF2-40B4-BE49-F238E27FC236}">
                <a16:creationId xmlns:a16="http://schemas.microsoft.com/office/drawing/2014/main" id="{8AA6C446-E8AB-400E-8045-88892F9BA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810463"/>
              </p:ext>
            </p:extLst>
          </p:nvPr>
        </p:nvGraphicFramePr>
        <p:xfrm>
          <a:off x="514749" y="2568964"/>
          <a:ext cx="41910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32" name="Equation" r:id="rId28" imgW="406080" imgH="241200" progId="Equation.DSMT4">
                  <p:embed/>
                </p:oleObj>
              </mc:Choice>
              <mc:Fallback>
                <p:oleObj name="Equation" r:id="rId28" imgW="406080" imgH="241200" progId="Equation.DSMT4">
                  <p:embed/>
                  <p:pic>
                    <p:nvPicPr>
                      <p:cNvPr id="74" name="Object 15">
                        <a:extLst>
                          <a:ext uri="{FF2B5EF4-FFF2-40B4-BE49-F238E27FC236}">
                            <a16:creationId xmlns:a16="http://schemas.microsoft.com/office/drawing/2014/main" id="{8AA6C446-E8AB-400E-8045-88892F9BA3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49" y="2568964"/>
                        <a:ext cx="419100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6">
            <a:extLst>
              <a:ext uri="{FF2B5EF4-FFF2-40B4-BE49-F238E27FC236}">
                <a16:creationId xmlns:a16="http://schemas.microsoft.com/office/drawing/2014/main" id="{44870D2C-10CA-41F0-8ED6-0993C605B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3231517"/>
              </p:ext>
            </p:extLst>
          </p:nvPr>
        </p:nvGraphicFramePr>
        <p:xfrm>
          <a:off x="896203" y="2375008"/>
          <a:ext cx="3754437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33" name="Equation" r:id="rId30" imgW="3746160" imgH="634680" progId="Equation.DSMT4">
                  <p:embed/>
                </p:oleObj>
              </mc:Choice>
              <mc:Fallback>
                <p:oleObj name="Equation" r:id="rId30" imgW="3746160" imgH="634680" progId="Equation.DSMT4">
                  <p:embed/>
                  <p:pic>
                    <p:nvPicPr>
                      <p:cNvPr id="75" name="Object 16">
                        <a:extLst>
                          <a:ext uri="{FF2B5EF4-FFF2-40B4-BE49-F238E27FC236}">
                            <a16:creationId xmlns:a16="http://schemas.microsoft.com/office/drawing/2014/main" id="{44870D2C-10CA-41F0-8ED6-0993C605B8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203" y="2375008"/>
                        <a:ext cx="3754437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20">
            <a:extLst>
              <a:ext uri="{FF2B5EF4-FFF2-40B4-BE49-F238E27FC236}">
                <a16:creationId xmlns:a16="http://schemas.microsoft.com/office/drawing/2014/main" id="{BF404D23-F90F-49CE-BB86-0CFC5DBC28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514560"/>
              </p:ext>
            </p:extLst>
          </p:nvPr>
        </p:nvGraphicFramePr>
        <p:xfrm>
          <a:off x="4660890" y="2307889"/>
          <a:ext cx="1517650" cy="747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34" name="Equation" r:id="rId32" imgW="1511280" imgH="736560" progId="Equation.DSMT4">
                  <p:embed/>
                </p:oleObj>
              </mc:Choice>
              <mc:Fallback>
                <p:oleObj name="Equation" r:id="rId32" imgW="1511280" imgH="736560" progId="Equation.DSMT4">
                  <p:embed/>
                  <p:pic>
                    <p:nvPicPr>
                      <p:cNvPr id="76" name="Object 20">
                        <a:extLst>
                          <a:ext uri="{FF2B5EF4-FFF2-40B4-BE49-F238E27FC236}">
                            <a16:creationId xmlns:a16="http://schemas.microsoft.com/office/drawing/2014/main" id="{BF404D23-F90F-49CE-BB86-0CFC5DBC28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0890" y="2307889"/>
                        <a:ext cx="1517650" cy="747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A680D386-6067-4AD1-A467-043A5049117C}"/>
              </a:ext>
            </a:extLst>
          </p:cNvPr>
          <p:cNvCxnSpPr>
            <a:stCxn id="63" idx="1"/>
          </p:cNvCxnSpPr>
          <p:nvPr/>
        </p:nvCxnSpPr>
        <p:spPr>
          <a:xfrm flipV="1">
            <a:off x="7358543" y="2824551"/>
            <a:ext cx="886227" cy="4832"/>
          </a:xfrm>
          <a:prstGeom prst="line">
            <a:avLst/>
          </a:prstGeom>
          <a:ln w="317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 Box 48">
            <a:extLst>
              <a:ext uri="{FF2B5EF4-FFF2-40B4-BE49-F238E27FC236}">
                <a16:creationId xmlns:a16="http://schemas.microsoft.com/office/drawing/2014/main" id="{76FC8996-641B-4BE8-BF9E-501D82888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258" y="3130954"/>
            <a:ext cx="3339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若选 </a:t>
            </a:r>
            <a:r>
              <a:rPr lang="en-US" altLang="zh-CN" sz="2400" i="1" dirty="0">
                <a:solidFill>
                  <a:srgbClr val="3366FF"/>
                </a:solidFill>
                <a:ea typeface="+mj-ea"/>
                <a:cs typeface="Times New Roman" panose="02020603050405020304" pitchFamily="18" charset="0"/>
              </a:rPr>
              <a:t>y </a:t>
            </a:r>
            <a:r>
              <a:rPr lang="zh-CN" altLang="en-US" sz="2400" b="1" dirty="0">
                <a:latin typeface="+mj-ea"/>
                <a:ea typeface="+mj-ea"/>
              </a:rPr>
              <a:t>为积分变量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则 </a:t>
            </a:r>
          </a:p>
        </p:txBody>
      </p:sp>
      <p:graphicFrame>
        <p:nvGraphicFramePr>
          <p:cNvPr id="80" name="Object 49">
            <a:extLst>
              <a:ext uri="{FF2B5EF4-FFF2-40B4-BE49-F238E27FC236}">
                <a16:creationId xmlns:a16="http://schemas.microsoft.com/office/drawing/2014/main" id="{B2C0B71E-7994-4B87-AE6A-A3D3E6F476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9364495"/>
              </p:ext>
            </p:extLst>
          </p:nvPr>
        </p:nvGraphicFramePr>
        <p:xfrm>
          <a:off x="407452" y="3870434"/>
          <a:ext cx="41910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35" name="Equation" r:id="rId34" imgW="406080" imgH="241200" progId="Equation.DSMT4">
                  <p:embed/>
                </p:oleObj>
              </mc:Choice>
              <mc:Fallback>
                <p:oleObj name="Equation" r:id="rId34" imgW="406080" imgH="241200" progId="Equation.DSMT4">
                  <p:embed/>
                  <p:pic>
                    <p:nvPicPr>
                      <p:cNvPr id="80" name="Object 49">
                        <a:extLst>
                          <a:ext uri="{FF2B5EF4-FFF2-40B4-BE49-F238E27FC236}">
                            <a16:creationId xmlns:a16="http://schemas.microsoft.com/office/drawing/2014/main" id="{B2C0B71E-7994-4B87-AE6A-A3D3E6F476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52" y="3870434"/>
                        <a:ext cx="419100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50">
            <a:extLst>
              <a:ext uri="{FF2B5EF4-FFF2-40B4-BE49-F238E27FC236}">
                <a16:creationId xmlns:a16="http://schemas.microsoft.com/office/drawing/2014/main" id="{7EB429A9-5FF0-48A7-84E6-39DC5EC5F8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5815626"/>
              </p:ext>
            </p:extLst>
          </p:nvPr>
        </p:nvGraphicFramePr>
        <p:xfrm>
          <a:off x="896203" y="3679139"/>
          <a:ext cx="329882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36" name="Equation" r:id="rId36" imgW="3288960" imgH="634680" progId="Equation.DSMT4">
                  <p:embed/>
                </p:oleObj>
              </mc:Choice>
              <mc:Fallback>
                <p:oleObj name="Equation" r:id="rId36" imgW="3288960" imgH="634680" progId="Equation.DSMT4">
                  <p:embed/>
                  <p:pic>
                    <p:nvPicPr>
                      <p:cNvPr id="81" name="Object 50">
                        <a:extLst>
                          <a:ext uri="{FF2B5EF4-FFF2-40B4-BE49-F238E27FC236}">
                            <a16:creationId xmlns:a16="http://schemas.microsoft.com/office/drawing/2014/main" id="{7EB429A9-5FF0-48A7-84E6-39DC5EC5F8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203" y="3679139"/>
                        <a:ext cx="329882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51">
            <a:extLst>
              <a:ext uri="{FF2B5EF4-FFF2-40B4-BE49-F238E27FC236}">
                <a16:creationId xmlns:a16="http://schemas.microsoft.com/office/drawing/2014/main" id="{67EE5F64-FA99-4579-9F54-59F22A2D35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546342"/>
              </p:ext>
            </p:extLst>
          </p:nvPr>
        </p:nvGraphicFramePr>
        <p:xfrm>
          <a:off x="4135916" y="3700013"/>
          <a:ext cx="209391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5137" name="Equation" r:id="rId38" imgW="2082600" imgH="634680" progId="Equation.DSMT4">
                  <p:embed/>
                </p:oleObj>
              </mc:Choice>
              <mc:Fallback>
                <p:oleObj name="Equation" r:id="rId38" imgW="2082600" imgH="634680" progId="Equation.DSMT4">
                  <p:embed/>
                  <p:pic>
                    <p:nvPicPr>
                      <p:cNvPr id="82" name="Object 51">
                        <a:extLst>
                          <a:ext uri="{FF2B5EF4-FFF2-40B4-BE49-F238E27FC236}">
                            <a16:creationId xmlns:a16="http://schemas.microsoft.com/office/drawing/2014/main" id="{67EE5F64-FA99-4579-9F54-59F22A2D35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5916" y="3700013"/>
                        <a:ext cx="209391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852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72" grpId="0" build="p" autoUpdateAnimBg="0"/>
      <p:bldP spid="73" grpId="0" build="p" autoUpdateAnimBg="0"/>
      <p:bldP spid="7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8E76523B-0220-4EA7-A9CA-83F09D0900F4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195486"/>
            <a:ext cx="19050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7  </a:t>
            </a:r>
            <a:r>
              <a:rPr lang="zh-CN" altLang="en-US" sz="2400" b="1" dirty="0">
                <a:latin typeface="+mj-ea"/>
              </a:rPr>
              <a:t>设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BF6C83EE-2241-4855-B278-746C6A45E8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828850"/>
              </p:ext>
            </p:extLst>
          </p:nvPr>
        </p:nvGraphicFramePr>
        <p:xfrm>
          <a:off x="2115120" y="259383"/>
          <a:ext cx="110966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59" name="Equation" r:id="rId4" imgW="1104840" imgH="342720" progId="Equation.DSMT4">
                  <p:embed/>
                </p:oleObj>
              </mc:Choice>
              <mc:Fallback>
                <p:oleObj name="Equation" r:id="rId4" imgW="1104840" imgH="342720" progId="Equation.DSMT4">
                  <p:embed/>
                  <p:pic>
                    <p:nvPicPr>
                      <p:cNvPr id="39940" name="Object 4">
                        <a:extLst>
                          <a:ext uri="{FF2B5EF4-FFF2-40B4-BE49-F238E27FC236}">
                            <a16:creationId xmlns:a16="http://schemas.microsoft.com/office/drawing/2014/main" id="{315D60C2-E89E-4729-9BD3-70AF50D2C4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5120" y="259383"/>
                        <a:ext cx="1109663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>
            <a:extLst>
              <a:ext uri="{FF2B5EF4-FFF2-40B4-BE49-F238E27FC236}">
                <a16:creationId xmlns:a16="http://schemas.microsoft.com/office/drawing/2014/main" id="{5D9FED6A-3A3A-4CF3-B94E-49FF858A9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963" y="195486"/>
            <a:ext cx="563687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</a:t>
            </a:r>
            <a:r>
              <a:rPr lang="zh-CN" altLang="en-US" sz="2400" b="1" i="1" dirty="0">
                <a:latin typeface="+mj-ea"/>
                <a:ea typeface="+mj-ea"/>
              </a:rPr>
              <a:t>     </a:t>
            </a:r>
            <a:r>
              <a:rPr lang="zh-CN" altLang="en-US" sz="2400" b="1" dirty="0">
                <a:latin typeface="+mj-ea"/>
                <a:ea typeface="+mj-ea"/>
              </a:rPr>
              <a:t>时为连续的非负函数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且 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272667FA-5F7E-4B42-85AE-C19A38908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86" y="1110625"/>
            <a:ext cx="670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一周所成旋转体体积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BD57041-1EF9-4099-AC68-0338ECB9B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6395" y="1120633"/>
            <a:ext cx="1143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证明</a:t>
            </a:r>
            <a:r>
              <a:rPr lang="en-US" altLang="zh-CN" sz="2400" b="1" dirty="0">
                <a:latin typeface="+mj-ea"/>
                <a:ea typeface="+mj-ea"/>
              </a:rPr>
              <a:t>: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553B977-A5BD-4BF0-B608-8C70F7952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831043"/>
              </p:ext>
            </p:extLst>
          </p:nvPr>
        </p:nvGraphicFramePr>
        <p:xfrm>
          <a:off x="3725451" y="305935"/>
          <a:ext cx="647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0" name="Equation" r:id="rId6" imgW="647640" imgH="279360" progId="Equation.DSMT4">
                  <p:embed/>
                </p:oleObj>
              </mc:Choice>
              <mc:Fallback>
                <p:oleObj name="Equation" r:id="rId6" imgW="647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725451" y="305935"/>
                        <a:ext cx="6477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451542E6-9442-4D06-90CE-324A9826AC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8059139"/>
              </p:ext>
            </p:extLst>
          </p:nvPr>
        </p:nvGraphicFramePr>
        <p:xfrm>
          <a:off x="7683794" y="311370"/>
          <a:ext cx="1176337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1" name="Equation" r:id="rId8" imgW="1168200" imgH="342720" progId="Equation.DSMT4">
                  <p:embed/>
                </p:oleObj>
              </mc:Choice>
              <mc:Fallback>
                <p:oleObj name="Equation" r:id="rId8" imgW="1168200" imgH="342720" progId="Equation.DSMT4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10F34BE0-C3EF-4DDA-8280-E1D8B0C708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794" y="311370"/>
                        <a:ext cx="1176337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D8F6C65-66EB-4882-862D-6FD1E34C0D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847287"/>
              </p:ext>
            </p:extLst>
          </p:nvPr>
        </p:nvGraphicFramePr>
        <p:xfrm>
          <a:off x="193836" y="798834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2" name="Equation" r:id="rId10" imgW="558720" imgH="342720" progId="Equation.DSMT4">
                  <p:embed/>
                </p:oleObj>
              </mc:Choice>
              <mc:Fallback>
                <p:oleObj name="Equation" r:id="rId10" imgW="5587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93836" y="798834"/>
                        <a:ext cx="558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8">
            <a:extLst>
              <a:ext uri="{FF2B5EF4-FFF2-40B4-BE49-F238E27FC236}">
                <a16:creationId xmlns:a16="http://schemas.microsoft.com/office/drawing/2014/main" id="{7D7E92EF-B3E8-4B19-B8FB-68FC5BC37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052" y="680069"/>
            <a:ext cx="81510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表示                 及  轴所围图形绕直线     旋转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C62FCBD-B9A1-4551-BDCB-410EA21B6B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976801"/>
              </p:ext>
            </p:extLst>
          </p:nvPr>
        </p:nvGraphicFramePr>
        <p:xfrm>
          <a:off x="1494346" y="750157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3" name="Equation" r:id="rId12" imgW="1180800" imgH="342720" progId="Equation.DSMT4">
                  <p:embed/>
                </p:oleObj>
              </mc:Choice>
              <mc:Fallback>
                <p:oleObj name="Equation" r:id="rId12" imgW="1180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494346" y="750157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887A56A-AAA0-4696-891E-BAD868322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537680"/>
              </p:ext>
            </p:extLst>
          </p:nvPr>
        </p:nvGraphicFramePr>
        <p:xfrm>
          <a:off x="2713945" y="761141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4" name="Equation" r:id="rId14" imgW="1257120" imgH="342720" progId="Equation.DSMT4">
                  <p:embed/>
                </p:oleObj>
              </mc:Choice>
              <mc:Fallback>
                <p:oleObj name="Equation" r:id="rId14" imgW="12571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13945" y="761141"/>
                        <a:ext cx="1257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619A984-8849-460D-9A00-D3278FD74B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58739"/>
              </p:ext>
            </p:extLst>
          </p:nvPr>
        </p:nvGraphicFramePr>
        <p:xfrm>
          <a:off x="4370300" y="842175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5" name="Equation" r:id="rId16" imgW="190440" imgH="203040" progId="Equation.DSMT4">
                  <p:embed/>
                </p:oleObj>
              </mc:Choice>
              <mc:Fallback>
                <p:oleObj name="Equation" r:id="rId16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370300" y="842175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E79F61B-407C-40B7-BE78-3CB302557D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6229332"/>
              </p:ext>
            </p:extLst>
          </p:nvPr>
        </p:nvGraphicFramePr>
        <p:xfrm>
          <a:off x="7233192" y="823125"/>
          <a:ext cx="596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6" name="Equation" r:id="rId18" imgW="596880" imgH="241200" progId="Equation.DSMT4">
                  <p:embed/>
                </p:oleObj>
              </mc:Choice>
              <mc:Fallback>
                <p:oleObj name="Equation" r:id="rId18" imgW="596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233192" y="823125"/>
                        <a:ext cx="596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9">
            <a:extLst>
              <a:ext uri="{FF2B5EF4-FFF2-40B4-BE49-F238E27FC236}">
                <a16:creationId xmlns:a16="http://schemas.microsoft.com/office/drawing/2014/main" id="{5A3540A6-50CE-4806-BA7E-805EE0040E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638289"/>
              </p:ext>
            </p:extLst>
          </p:nvPr>
        </p:nvGraphicFramePr>
        <p:xfrm>
          <a:off x="3919945" y="1211988"/>
          <a:ext cx="19589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7" name="Equation" r:id="rId20" imgW="1955520" imgH="355320" progId="Equation.DSMT4">
                  <p:embed/>
                </p:oleObj>
              </mc:Choice>
              <mc:Fallback>
                <p:oleObj name="Equation" r:id="rId20" imgW="1955520" imgH="355320" progId="Equation.DSMT4">
                  <p:embed/>
                  <p:pic>
                    <p:nvPicPr>
                      <p:cNvPr id="183305" name="Object 9">
                        <a:extLst>
                          <a:ext uri="{FF2B5EF4-FFF2-40B4-BE49-F238E27FC236}">
                            <a16:creationId xmlns:a16="http://schemas.microsoft.com/office/drawing/2014/main" id="{0B06E875-4FBD-4692-88C9-DE0BC07914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9945" y="1211988"/>
                        <a:ext cx="1958975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Line 11">
            <a:extLst>
              <a:ext uri="{FF2B5EF4-FFF2-40B4-BE49-F238E27FC236}">
                <a16:creationId xmlns:a16="http://schemas.microsoft.com/office/drawing/2014/main" id="{698F4FBA-4B2C-44C8-A832-972796C84C9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777" y="2619064"/>
            <a:ext cx="0" cy="10747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91CBFC39-694E-4868-985F-F40057A9A5B8}"/>
              </a:ext>
            </a:extLst>
          </p:cNvPr>
          <p:cNvGrpSpPr>
            <a:grpSpLocks/>
          </p:cNvGrpSpPr>
          <p:nvPr/>
        </p:nvGrpSpPr>
        <p:grpSpPr bwMode="auto">
          <a:xfrm>
            <a:off x="7094364" y="2392052"/>
            <a:ext cx="1185863" cy="1328737"/>
            <a:chOff x="4414" y="1647"/>
            <a:chExt cx="747" cy="837"/>
          </a:xfrm>
        </p:grpSpPr>
        <p:sp>
          <p:nvSpPr>
            <p:cNvPr id="21" name="Arc 13">
              <a:extLst>
                <a:ext uri="{FF2B5EF4-FFF2-40B4-BE49-F238E27FC236}">
                  <a16:creationId xmlns:a16="http://schemas.microsoft.com/office/drawing/2014/main" id="{4B81528A-AC8F-4BBF-8D44-1CBE516C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2324"/>
              <a:ext cx="747" cy="160"/>
            </a:xfrm>
            <a:custGeom>
              <a:avLst/>
              <a:gdLst>
                <a:gd name="T0" fmla="*/ 0 w 43200"/>
                <a:gd name="T1" fmla="*/ 160 h 22152"/>
                <a:gd name="T2" fmla="*/ 747 w 43200"/>
                <a:gd name="T3" fmla="*/ 156 h 22152"/>
                <a:gd name="T4" fmla="*/ 374 w 43200"/>
                <a:gd name="T5" fmla="*/ 156 h 22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  <a:lnTo>
                    <a:pt x="21600" y="21600"/>
                  </a:lnTo>
                  <a:lnTo>
                    <a:pt x="7" y="2215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Arc 14">
              <a:extLst>
                <a:ext uri="{FF2B5EF4-FFF2-40B4-BE49-F238E27FC236}">
                  <a16:creationId xmlns:a16="http://schemas.microsoft.com/office/drawing/2014/main" id="{77306A5C-6131-40D5-BB5E-0C23E472D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1647"/>
              <a:ext cx="747" cy="160"/>
            </a:xfrm>
            <a:custGeom>
              <a:avLst/>
              <a:gdLst>
                <a:gd name="T0" fmla="*/ 0 w 43200"/>
                <a:gd name="T1" fmla="*/ 160 h 22152"/>
                <a:gd name="T2" fmla="*/ 747 w 43200"/>
                <a:gd name="T3" fmla="*/ 156 h 22152"/>
                <a:gd name="T4" fmla="*/ 374 w 43200"/>
                <a:gd name="T5" fmla="*/ 156 h 22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  <a:lnTo>
                    <a:pt x="21600" y="21600"/>
                  </a:lnTo>
                  <a:lnTo>
                    <a:pt x="7" y="2215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3" name="Group 15">
            <a:extLst>
              <a:ext uri="{FF2B5EF4-FFF2-40B4-BE49-F238E27FC236}">
                <a16:creationId xmlns:a16="http://schemas.microsoft.com/office/drawing/2014/main" id="{6D9E12DC-3395-448D-9EE0-5EA83E701FB5}"/>
              </a:ext>
            </a:extLst>
          </p:cNvPr>
          <p:cNvGrpSpPr>
            <a:grpSpLocks/>
          </p:cNvGrpSpPr>
          <p:nvPr/>
        </p:nvGrpSpPr>
        <p:grpSpPr bwMode="auto">
          <a:xfrm>
            <a:off x="7092777" y="2611127"/>
            <a:ext cx="1187450" cy="1328737"/>
            <a:chOff x="4413" y="1785"/>
            <a:chExt cx="748" cy="837"/>
          </a:xfrm>
        </p:grpSpPr>
        <p:sp>
          <p:nvSpPr>
            <p:cNvPr id="24" name="Arc 16">
              <a:extLst>
                <a:ext uri="{FF2B5EF4-FFF2-40B4-BE49-F238E27FC236}">
                  <a16:creationId xmlns:a16="http://schemas.microsoft.com/office/drawing/2014/main" id="{9DE04F6F-F3C0-42B8-9688-DE1B0BD44CE9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3" y="2462"/>
              <a:ext cx="747" cy="160"/>
            </a:xfrm>
            <a:custGeom>
              <a:avLst/>
              <a:gdLst>
                <a:gd name="T0" fmla="*/ 0 w 43200"/>
                <a:gd name="T1" fmla="*/ 160 h 22152"/>
                <a:gd name="T2" fmla="*/ 747 w 43200"/>
                <a:gd name="T3" fmla="*/ 156 h 22152"/>
                <a:gd name="T4" fmla="*/ 374 w 43200"/>
                <a:gd name="T5" fmla="*/ 156 h 22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  <a:lnTo>
                    <a:pt x="21600" y="21600"/>
                  </a:lnTo>
                  <a:lnTo>
                    <a:pt x="7" y="2215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Arc 17">
              <a:extLst>
                <a:ext uri="{FF2B5EF4-FFF2-40B4-BE49-F238E27FC236}">
                  <a16:creationId xmlns:a16="http://schemas.microsoft.com/office/drawing/2014/main" id="{B7590259-6490-4D71-93E4-738862BB0034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13" y="1785"/>
              <a:ext cx="747" cy="160"/>
            </a:xfrm>
            <a:custGeom>
              <a:avLst/>
              <a:gdLst>
                <a:gd name="T0" fmla="*/ 0 w 43200"/>
                <a:gd name="T1" fmla="*/ 160 h 22152"/>
                <a:gd name="T2" fmla="*/ 747 w 43200"/>
                <a:gd name="T3" fmla="*/ 156 h 22152"/>
                <a:gd name="T4" fmla="*/ 374 w 43200"/>
                <a:gd name="T5" fmla="*/ 156 h 22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  <a:lnTo>
                    <a:pt x="21600" y="21600"/>
                  </a:lnTo>
                  <a:lnTo>
                    <a:pt x="7" y="22151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DBE9CCCC-6EB9-4707-8569-C39B4019A9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" y="1816"/>
              <a:ext cx="0" cy="6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7" name="Object 19">
            <a:extLst>
              <a:ext uri="{FF2B5EF4-FFF2-40B4-BE49-F238E27FC236}">
                <a16:creationId xmlns:a16="http://schemas.microsoft.com/office/drawing/2014/main" id="{8B9FAAEB-4671-4AB4-AD2A-00360E241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850616"/>
              </p:ext>
            </p:extLst>
          </p:nvPr>
        </p:nvGraphicFramePr>
        <p:xfrm>
          <a:off x="6968952" y="3758889"/>
          <a:ext cx="182562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8" name="Equation" r:id="rId22" imgW="177480" imgH="190440" progId="Equation.DSMT4">
                  <p:embed/>
                </p:oleObj>
              </mc:Choice>
              <mc:Fallback>
                <p:oleObj name="Equation" r:id="rId22" imgW="177480" imgH="190440" progId="Equation.DSMT4">
                  <p:embed/>
                  <p:pic>
                    <p:nvPicPr>
                      <p:cNvPr id="183315" name="Object 19">
                        <a:extLst>
                          <a:ext uri="{FF2B5EF4-FFF2-40B4-BE49-F238E27FC236}">
                            <a16:creationId xmlns:a16="http://schemas.microsoft.com/office/drawing/2014/main" id="{6F32534F-0DE6-4B4A-A626-C3003B5746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8952" y="3758889"/>
                        <a:ext cx="182562" cy="20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20">
            <a:extLst>
              <a:ext uri="{FF2B5EF4-FFF2-40B4-BE49-F238E27FC236}">
                <a16:creationId xmlns:a16="http://schemas.microsoft.com/office/drawing/2014/main" id="{E0D4261C-5FCF-4AEA-928A-C79594DECE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46814" y="1682438"/>
            <a:ext cx="23813" cy="207645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" name="Group 21">
            <a:extLst>
              <a:ext uri="{FF2B5EF4-FFF2-40B4-BE49-F238E27FC236}">
                <a16:creationId xmlns:a16="http://schemas.microsoft.com/office/drawing/2014/main" id="{5D6B9A8C-6A97-4471-B846-77E37125546D}"/>
              </a:ext>
            </a:extLst>
          </p:cNvPr>
          <p:cNvGrpSpPr>
            <a:grpSpLocks/>
          </p:cNvGrpSpPr>
          <p:nvPr/>
        </p:nvGrpSpPr>
        <p:grpSpPr bwMode="auto">
          <a:xfrm>
            <a:off x="7216602" y="2331727"/>
            <a:ext cx="968375" cy="1392237"/>
            <a:chOff x="4491" y="1609"/>
            <a:chExt cx="610" cy="877"/>
          </a:xfrm>
        </p:grpSpPr>
        <p:sp>
          <p:nvSpPr>
            <p:cNvPr id="30" name="Arc 22">
              <a:extLst>
                <a:ext uri="{FF2B5EF4-FFF2-40B4-BE49-F238E27FC236}">
                  <a16:creationId xmlns:a16="http://schemas.microsoft.com/office/drawing/2014/main" id="{89C1DE6C-DD51-4A46-94A4-AAD30C37B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2389"/>
              <a:ext cx="610" cy="97"/>
            </a:xfrm>
            <a:custGeom>
              <a:avLst/>
              <a:gdLst>
                <a:gd name="T0" fmla="*/ 0 w 43200"/>
                <a:gd name="T1" fmla="*/ 97 h 22152"/>
                <a:gd name="T2" fmla="*/ 610 w 43200"/>
                <a:gd name="T3" fmla="*/ 95 h 22152"/>
                <a:gd name="T4" fmla="*/ 305 w 43200"/>
                <a:gd name="T5" fmla="*/ 95 h 22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  <a:lnTo>
                    <a:pt x="21600" y="21600"/>
                  </a:lnTo>
                  <a:lnTo>
                    <a:pt x="7" y="22151"/>
                  </a:lnTo>
                  <a:close/>
                </a:path>
              </a:pathLst>
            </a:custGeom>
            <a:noFill/>
            <a:ln w="19050">
              <a:solidFill>
                <a:srgbClr val="33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Arc 23">
              <a:extLst>
                <a:ext uri="{FF2B5EF4-FFF2-40B4-BE49-F238E27FC236}">
                  <a16:creationId xmlns:a16="http://schemas.microsoft.com/office/drawing/2014/main" id="{AE94C35A-DE1E-43FC-885C-AB342A408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1" y="1609"/>
              <a:ext cx="610" cy="97"/>
            </a:xfrm>
            <a:custGeom>
              <a:avLst/>
              <a:gdLst>
                <a:gd name="T0" fmla="*/ 0 w 43200"/>
                <a:gd name="T1" fmla="*/ 97 h 22152"/>
                <a:gd name="T2" fmla="*/ 610 w 43200"/>
                <a:gd name="T3" fmla="*/ 95 h 22152"/>
                <a:gd name="T4" fmla="*/ 305 w 43200"/>
                <a:gd name="T5" fmla="*/ 95 h 22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  <a:lnTo>
                    <a:pt x="21600" y="21600"/>
                  </a:lnTo>
                  <a:lnTo>
                    <a:pt x="7" y="22151"/>
                  </a:lnTo>
                  <a:close/>
                </a:path>
              </a:pathLst>
            </a:custGeom>
            <a:noFill/>
            <a:ln w="19050">
              <a:solidFill>
                <a:srgbClr val="3366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2" name="Group 24">
            <a:extLst>
              <a:ext uri="{FF2B5EF4-FFF2-40B4-BE49-F238E27FC236}">
                <a16:creationId xmlns:a16="http://schemas.microsoft.com/office/drawing/2014/main" id="{C5F84EC6-794D-4826-BA47-BA36BC43C058}"/>
              </a:ext>
            </a:extLst>
          </p:cNvPr>
          <p:cNvGrpSpPr>
            <a:grpSpLocks/>
          </p:cNvGrpSpPr>
          <p:nvPr/>
        </p:nvGrpSpPr>
        <p:grpSpPr bwMode="auto">
          <a:xfrm>
            <a:off x="7213427" y="2447614"/>
            <a:ext cx="971550" cy="1409700"/>
            <a:chOff x="4489" y="1682"/>
            <a:chExt cx="612" cy="888"/>
          </a:xfrm>
        </p:grpSpPr>
        <p:sp>
          <p:nvSpPr>
            <p:cNvPr id="33" name="Arc 25">
              <a:extLst>
                <a:ext uri="{FF2B5EF4-FFF2-40B4-BE49-F238E27FC236}">
                  <a16:creationId xmlns:a16="http://schemas.microsoft.com/office/drawing/2014/main" id="{41EC3CD3-42EB-4736-898B-D76EF7293AB6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90" y="2473"/>
              <a:ext cx="610" cy="97"/>
            </a:xfrm>
            <a:custGeom>
              <a:avLst/>
              <a:gdLst>
                <a:gd name="T0" fmla="*/ 0 w 43200"/>
                <a:gd name="T1" fmla="*/ 97 h 22152"/>
                <a:gd name="T2" fmla="*/ 610 w 43200"/>
                <a:gd name="T3" fmla="*/ 95 h 22152"/>
                <a:gd name="T4" fmla="*/ 305 w 43200"/>
                <a:gd name="T5" fmla="*/ 95 h 22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  <a:lnTo>
                    <a:pt x="21600" y="21600"/>
                  </a:lnTo>
                  <a:lnTo>
                    <a:pt x="7" y="22151"/>
                  </a:lnTo>
                  <a:close/>
                </a:path>
              </a:pathLst>
            </a:cu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rc 26">
              <a:extLst>
                <a:ext uri="{FF2B5EF4-FFF2-40B4-BE49-F238E27FC236}">
                  <a16:creationId xmlns:a16="http://schemas.microsoft.com/office/drawing/2014/main" id="{76A57B7D-7218-4FFF-AEC6-B7A641B8763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490" y="1693"/>
              <a:ext cx="610" cy="97"/>
            </a:xfrm>
            <a:custGeom>
              <a:avLst/>
              <a:gdLst>
                <a:gd name="T0" fmla="*/ 0 w 43200"/>
                <a:gd name="T1" fmla="*/ 97 h 22152"/>
                <a:gd name="T2" fmla="*/ 610 w 43200"/>
                <a:gd name="T3" fmla="*/ 95 h 22152"/>
                <a:gd name="T4" fmla="*/ 305 w 43200"/>
                <a:gd name="T5" fmla="*/ 95 h 22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2152" fill="none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</a:path>
                <a:path w="43200" h="22152" stroke="0" extrusionOk="0">
                  <a:moveTo>
                    <a:pt x="7" y="22151"/>
                  </a:moveTo>
                  <a:cubicBezTo>
                    <a:pt x="2" y="21968"/>
                    <a:pt x="0" y="2178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5" y="0"/>
                    <a:pt x="43194" y="9664"/>
                    <a:pt x="43199" y="21590"/>
                  </a:cubicBezTo>
                  <a:lnTo>
                    <a:pt x="21600" y="21600"/>
                  </a:lnTo>
                  <a:lnTo>
                    <a:pt x="7" y="22151"/>
                  </a:lnTo>
                  <a:close/>
                </a:path>
              </a:pathLst>
            </a:cu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27">
              <a:extLst>
                <a:ext uri="{FF2B5EF4-FFF2-40B4-BE49-F238E27FC236}">
                  <a16:creationId xmlns:a16="http://schemas.microsoft.com/office/drawing/2014/main" id="{4EFE3868-2B8F-4C62-9AB3-7B3328984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89" y="1682"/>
              <a:ext cx="0" cy="802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014040B0-7557-4232-82E0-C299D1CE65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01" y="1682"/>
              <a:ext cx="0" cy="802"/>
            </a:xfrm>
            <a:prstGeom prst="line">
              <a:avLst/>
            </a:prstGeom>
            <a:noFill/>
            <a:ln w="1905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7" name="Object 29">
            <a:extLst>
              <a:ext uri="{FF2B5EF4-FFF2-40B4-BE49-F238E27FC236}">
                <a16:creationId xmlns:a16="http://schemas.microsoft.com/office/drawing/2014/main" id="{60F2E050-5958-47B3-9861-B67C6DD704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417461"/>
              </p:ext>
            </p:extLst>
          </p:nvPr>
        </p:nvGraphicFramePr>
        <p:xfrm>
          <a:off x="7646814" y="3766827"/>
          <a:ext cx="120650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69" name="Equation" r:id="rId24" imgW="114120" imgH="215640" progId="Equation.DSMT4">
                  <p:embed/>
                </p:oleObj>
              </mc:Choice>
              <mc:Fallback>
                <p:oleObj name="Equation" r:id="rId24" imgW="114120" imgH="215640" progId="Equation.DSMT4">
                  <p:embed/>
                  <p:pic>
                    <p:nvPicPr>
                      <p:cNvPr id="183325" name="Object 29">
                        <a:extLst>
                          <a:ext uri="{FF2B5EF4-FFF2-40B4-BE49-F238E27FC236}">
                            <a16:creationId xmlns:a16="http://schemas.microsoft.com/office/drawing/2014/main" id="{FE936DA8-7756-4629-903B-BCF1CA5D8C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6814" y="3766827"/>
                        <a:ext cx="120650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Line 30">
            <a:extLst>
              <a:ext uri="{FF2B5EF4-FFF2-40B4-BE49-F238E27FC236}">
                <a16:creationId xmlns:a16="http://schemas.microsoft.com/office/drawing/2014/main" id="{2BB709A8-B019-4F2E-AF36-9B90CF1FDE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3427" y="3739839"/>
            <a:ext cx="265112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" name="Object 31">
            <a:extLst>
              <a:ext uri="{FF2B5EF4-FFF2-40B4-BE49-F238E27FC236}">
                <a16:creationId xmlns:a16="http://schemas.microsoft.com/office/drawing/2014/main" id="{9F992842-3AF1-410C-AE45-5A2FBCA672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940754"/>
              </p:ext>
            </p:extLst>
          </p:nvPr>
        </p:nvGraphicFramePr>
        <p:xfrm>
          <a:off x="7361858" y="4079230"/>
          <a:ext cx="692150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70" name="Equation" r:id="rId26" imgW="685800" imgH="253800" progId="Equation.DSMT4">
                  <p:embed/>
                </p:oleObj>
              </mc:Choice>
              <mc:Fallback>
                <p:oleObj name="Equation" r:id="rId26" imgW="685800" imgH="253800" progId="Equation.DSMT4">
                  <p:embed/>
                  <p:pic>
                    <p:nvPicPr>
                      <p:cNvPr id="183327" name="Object 31">
                        <a:extLst>
                          <a:ext uri="{FF2B5EF4-FFF2-40B4-BE49-F238E27FC236}">
                            <a16:creationId xmlns:a16="http://schemas.microsoft.com/office/drawing/2014/main" id="{E5FEE65A-970F-470F-9451-6865159838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1858" y="4079230"/>
                        <a:ext cx="692150" cy="25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5">
            <a:extLst>
              <a:ext uri="{FF2B5EF4-FFF2-40B4-BE49-F238E27FC236}">
                <a16:creationId xmlns:a16="http://schemas.microsoft.com/office/drawing/2014/main" id="{5A0F3614-33B3-47FE-8BAD-0E1FCCE7A7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04691"/>
              </p:ext>
            </p:extLst>
          </p:nvPr>
        </p:nvGraphicFramePr>
        <p:xfrm>
          <a:off x="6780039" y="2034864"/>
          <a:ext cx="54292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71" name="Equation" r:id="rId28" imgW="533160" imgH="304560" progId="Equation.DSMT4">
                  <p:embed/>
                </p:oleObj>
              </mc:Choice>
              <mc:Fallback>
                <p:oleObj name="Equation" r:id="rId28" imgW="533160" imgH="304560" progId="Equation.DSMT4">
                  <p:embed/>
                  <p:pic>
                    <p:nvPicPr>
                      <p:cNvPr id="183341" name="Object 45">
                        <a:extLst>
                          <a:ext uri="{FF2B5EF4-FFF2-40B4-BE49-F238E27FC236}">
                            <a16:creationId xmlns:a16="http://schemas.microsoft.com/office/drawing/2014/main" id="{C438E727-E48D-4C7B-9AC3-913C7E8C40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039" y="2034864"/>
                        <a:ext cx="542925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Freeform 46">
            <a:extLst>
              <a:ext uri="{FF2B5EF4-FFF2-40B4-BE49-F238E27FC236}">
                <a16:creationId xmlns:a16="http://schemas.microsoft.com/office/drawing/2014/main" id="{824ECEAA-55C4-45C0-81D7-FAF1FB556CC0}"/>
              </a:ext>
            </a:extLst>
          </p:cNvPr>
          <p:cNvSpPr>
            <a:spLocks/>
          </p:cNvSpPr>
          <p:nvPr/>
        </p:nvSpPr>
        <p:spPr bwMode="auto">
          <a:xfrm>
            <a:off x="6176789" y="2115827"/>
            <a:ext cx="1463675" cy="1585912"/>
          </a:xfrm>
          <a:custGeom>
            <a:avLst/>
            <a:gdLst>
              <a:gd name="T0" fmla="*/ 0 w 1152"/>
              <a:gd name="T1" fmla="*/ 1585912 h 1248"/>
              <a:gd name="T2" fmla="*/ 609865 w 1152"/>
              <a:gd name="T3" fmla="*/ 731959 h 1248"/>
              <a:gd name="T4" fmla="*/ 1463675 w 1152"/>
              <a:gd name="T5" fmla="*/ 0 h 12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52" h="1248">
                <a:moveTo>
                  <a:pt x="0" y="1248"/>
                </a:moveTo>
                <a:cubicBezTo>
                  <a:pt x="144" y="1016"/>
                  <a:pt x="288" y="784"/>
                  <a:pt x="480" y="576"/>
                </a:cubicBezTo>
                <a:cubicBezTo>
                  <a:pt x="672" y="368"/>
                  <a:pt x="912" y="184"/>
                  <a:pt x="1152" y="0"/>
                </a:cubicBezTo>
              </a:path>
            </a:pathLst>
          </a:custGeom>
          <a:noFill/>
          <a:ln w="22225" cmpd="sng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Group 47">
            <a:extLst>
              <a:ext uri="{FF2B5EF4-FFF2-40B4-BE49-F238E27FC236}">
                <a16:creationId xmlns:a16="http://schemas.microsoft.com/office/drawing/2014/main" id="{655CDACE-47BC-4DA9-B082-37E0B4A026EF}"/>
              </a:ext>
            </a:extLst>
          </p:cNvPr>
          <p:cNvGrpSpPr>
            <a:grpSpLocks/>
          </p:cNvGrpSpPr>
          <p:nvPr/>
        </p:nvGrpSpPr>
        <p:grpSpPr bwMode="auto">
          <a:xfrm>
            <a:off x="5897390" y="1785627"/>
            <a:ext cx="2798763" cy="2238375"/>
            <a:chOff x="3660" y="1265"/>
            <a:chExt cx="1763" cy="1410"/>
          </a:xfrm>
        </p:grpSpPr>
        <p:graphicFrame>
          <p:nvGraphicFramePr>
            <p:cNvPr id="44" name="Object 48">
              <a:extLst>
                <a:ext uri="{FF2B5EF4-FFF2-40B4-BE49-F238E27FC236}">
                  <a16:creationId xmlns:a16="http://schemas.microsoft.com/office/drawing/2014/main" id="{6C55EFF9-1F3D-4600-BA35-A17ECD7AF69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2532138"/>
                </p:ext>
              </p:extLst>
            </p:nvPr>
          </p:nvGraphicFramePr>
          <p:xfrm>
            <a:off x="5293" y="2548"/>
            <a:ext cx="117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572" name="Equation" r:id="rId30" imgW="177480" imgH="190440" progId="Equation.DSMT4">
                    <p:embed/>
                  </p:oleObj>
                </mc:Choice>
                <mc:Fallback>
                  <p:oleObj name="Equation" r:id="rId30" imgW="177480" imgH="190440" progId="Equation.DSMT4">
                    <p:embed/>
                    <p:pic>
                      <p:nvPicPr>
                        <p:cNvPr id="39977" name="Object 48">
                          <a:extLst>
                            <a:ext uri="{FF2B5EF4-FFF2-40B4-BE49-F238E27FC236}">
                              <a16:creationId xmlns:a16="http://schemas.microsoft.com/office/drawing/2014/main" id="{B827B611-9064-4727-935C-08B6F92E386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93" y="2548"/>
                          <a:ext cx="117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" name="Line 49">
              <a:extLst>
                <a:ext uri="{FF2B5EF4-FFF2-40B4-BE49-F238E27FC236}">
                  <a16:creationId xmlns:a16="http://schemas.microsoft.com/office/drawing/2014/main" id="{87214482-D863-4F58-B4DF-3CB25E3BE8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6" y="2472"/>
              <a:ext cx="15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50">
              <a:extLst>
                <a:ext uri="{FF2B5EF4-FFF2-40B4-BE49-F238E27FC236}">
                  <a16:creationId xmlns:a16="http://schemas.microsoft.com/office/drawing/2014/main" id="{AFFCA4D5-7309-494F-BA8A-DF0EF1BC8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30" y="1265"/>
              <a:ext cx="0" cy="12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" name="Object 51">
              <a:extLst>
                <a:ext uri="{FF2B5EF4-FFF2-40B4-BE49-F238E27FC236}">
                  <a16:creationId xmlns:a16="http://schemas.microsoft.com/office/drawing/2014/main" id="{7B6D5D90-8F21-44B9-8131-220D803D7A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7650774"/>
                </p:ext>
              </p:extLst>
            </p:nvPr>
          </p:nvGraphicFramePr>
          <p:xfrm>
            <a:off x="3709" y="2517"/>
            <a:ext cx="149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573" name="Equation" r:id="rId32" imgW="228600" imgH="241200" progId="Equation.DSMT4">
                    <p:embed/>
                  </p:oleObj>
                </mc:Choice>
                <mc:Fallback>
                  <p:oleObj name="Equation" r:id="rId32" imgW="228600" imgH="241200" progId="Equation.DSMT4">
                    <p:embed/>
                    <p:pic>
                      <p:nvPicPr>
                        <p:cNvPr id="39980" name="Object 51">
                          <a:extLst>
                            <a:ext uri="{FF2B5EF4-FFF2-40B4-BE49-F238E27FC236}">
                              <a16:creationId xmlns:a16="http://schemas.microsoft.com/office/drawing/2014/main" id="{BCA26BAB-ACFC-4464-A26E-085B16D83D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9" y="2517"/>
                          <a:ext cx="149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52">
              <a:extLst>
                <a:ext uri="{FF2B5EF4-FFF2-40B4-BE49-F238E27FC236}">
                  <a16:creationId xmlns:a16="http://schemas.microsoft.com/office/drawing/2014/main" id="{F9E993D8-9E05-4A54-A8FD-3549EC14F3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9241163"/>
                </p:ext>
              </p:extLst>
            </p:nvPr>
          </p:nvGraphicFramePr>
          <p:xfrm>
            <a:off x="3660" y="1293"/>
            <a:ext cx="127" cy="1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574" name="Equation" r:id="rId34" imgW="190440" imgH="241200" progId="Equation.DSMT4">
                    <p:embed/>
                  </p:oleObj>
                </mc:Choice>
                <mc:Fallback>
                  <p:oleObj name="Equation" r:id="rId34" imgW="190440" imgH="241200" progId="Equation.DSMT4">
                    <p:embed/>
                    <p:pic>
                      <p:nvPicPr>
                        <p:cNvPr id="39981" name="Object 52">
                          <a:extLst>
                            <a:ext uri="{FF2B5EF4-FFF2-40B4-BE49-F238E27FC236}">
                              <a16:creationId xmlns:a16="http://schemas.microsoft.com/office/drawing/2014/main" id="{39582576-138A-47FA-A962-EF733CBF58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0" y="1293"/>
                          <a:ext cx="127" cy="1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Text Box 10">
            <a:extLst>
              <a:ext uri="{FF2B5EF4-FFF2-40B4-BE49-F238E27FC236}">
                <a16:creationId xmlns:a16="http://schemas.microsoft.com/office/drawing/2014/main" id="{E31B5170-F199-4720-B39D-C139D019A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777" y="1578875"/>
            <a:ext cx="62031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证</a:t>
            </a:r>
            <a:endParaRPr lang="en-US" altLang="zh-CN" sz="2400" b="1" dirty="0">
              <a:solidFill>
                <a:srgbClr val="3366FF"/>
              </a:solidFill>
              <a:latin typeface="+mj-ea"/>
              <a:ea typeface="+mj-ea"/>
            </a:endParaRPr>
          </a:p>
        </p:txBody>
      </p:sp>
      <p:sp>
        <p:nvSpPr>
          <p:cNvPr id="50" name="Text Box 32">
            <a:extLst>
              <a:ext uri="{FF2B5EF4-FFF2-40B4-BE49-F238E27FC236}">
                <a16:creationId xmlns:a16="http://schemas.microsoft.com/office/drawing/2014/main" id="{4EFD9369-4D4C-456C-813C-EF9F56098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6828" y="1578874"/>
            <a:ext cx="2057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利用柱壳法</a:t>
            </a:r>
          </a:p>
        </p:txBody>
      </p:sp>
      <p:graphicFrame>
        <p:nvGraphicFramePr>
          <p:cNvPr id="51" name="Object 33">
            <a:extLst>
              <a:ext uri="{FF2B5EF4-FFF2-40B4-BE49-F238E27FC236}">
                <a16:creationId xmlns:a16="http://schemas.microsoft.com/office/drawing/2014/main" id="{2666414E-1764-4C36-A8A6-AC01025CA4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479885"/>
              </p:ext>
            </p:extLst>
          </p:nvPr>
        </p:nvGraphicFramePr>
        <p:xfrm>
          <a:off x="986459" y="2063230"/>
          <a:ext cx="287813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75" name="Equation" r:id="rId36" imgW="2869920" imgH="342720" progId="Equation.DSMT4">
                  <p:embed/>
                </p:oleObj>
              </mc:Choice>
              <mc:Fallback>
                <p:oleObj name="Equation" r:id="rId36" imgW="2869920" imgH="342720" progId="Equation.DSMT4">
                  <p:embed/>
                  <p:pic>
                    <p:nvPicPr>
                      <p:cNvPr id="183329" name="Object 33">
                        <a:extLst>
                          <a:ext uri="{FF2B5EF4-FFF2-40B4-BE49-F238E27FC236}">
                            <a16:creationId xmlns:a16="http://schemas.microsoft.com/office/drawing/2014/main" id="{CBFCF91E-1F1E-4598-BDCC-FA8AB03F32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459" y="2063230"/>
                        <a:ext cx="2878138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D59983B9-F463-4297-97A8-83C750A9B6C1}"/>
              </a:ext>
            </a:extLst>
          </p:cNvPr>
          <p:cNvCxnSpPr>
            <a:cxnSpLocks/>
          </p:cNvCxnSpPr>
          <p:nvPr/>
        </p:nvCxnSpPr>
        <p:spPr>
          <a:xfrm>
            <a:off x="7065576" y="3701739"/>
            <a:ext cx="574888" cy="0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 Box 34">
            <a:extLst>
              <a:ext uri="{FF2B5EF4-FFF2-40B4-BE49-F238E27FC236}">
                <a16:creationId xmlns:a16="http://schemas.microsoft.com/office/drawing/2014/main" id="{F96131C2-BFE4-48A8-A997-77906E51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99" y="2441901"/>
            <a:ext cx="838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</a:t>
            </a:r>
          </a:p>
        </p:txBody>
      </p:sp>
      <p:graphicFrame>
        <p:nvGraphicFramePr>
          <p:cNvPr id="56" name="Object 35">
            <a:extLst>
              <a:ext uri="{FF2B5EF4-FFF2-40B4-BE49-F238E27FC236}">
                <a16:creationId xmlns:a16="http://schemas.microsoft.com/office/drawing/2014/main" id="{5CFE6401-B207-4A68-B195-35787BFFF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087220"/>
              </p:ext>
            </p:extLst>
          </p:nvPr>
        </p:nvGraphicFramePr>
        <p:xfrm>
          <a:off x="958721" y="2432410"/>
          <a:ext cx="325596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76" name="Equation" r:id="rId38" imgW="3251160" imgH="634680" progId="Equation.DSMT4">
                  <p:embed/>
                </p:oleObj>
              </mc:Choice>
              <mc:Fallback>
                <p:oleObj name="Equation" r:id="rId38" imgW="3251160" imgH="634680" progId="Equation.DSMT4">
                  <p:embed/>
                  <p:pic>
                    <p:nvPicPr>
                      <p:cNvPr id="183331" name="Object 35">
                        <a:extLst>
                          <a:ext uri="{FF2B5EF4-FFF2-40B4-BE49-F238E27FC236}">
                            <a16:creationId xmlns:a16="http://schemas.microsoft.com/office/drawing/2014/main" id="{2F36BA8C-CC92-42AD-80A2-1188BCE2A2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721" y="2432410"/>
                        <a:ext cx="3255962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Object 36">
            <a:extLst>
              <a:ext uri="{FF2B5EF4-FFF2-40B4-BE49-F238E27FC236}">
                <a16:creationId xmlns:a16="http://schemas.microsoft.com/office/drawing/2014/main" id="{FD993101-91F3-4250-878B-CA16752C1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066319"/>
              </p:ext>
            </p:extLst>
          </p:nvPr>
        </p:nvGraphicFramePr>
        <p:xfrm>
          <a:off x="1527001" y="3057377"/>
          <a:ext cx="20288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77" name="Equation" r:id="rId40" imgW="2019240" imgH="634680" progId="Equation.DSMT4">
                  <p:embed/>
                </p:oleObj>
              </mc:Choice>
              <mc:Fallback>
                <p:oleObj name="Equation" r:id="rId40" imgW="2019240" imgH="634680" progId="Equation.DSMT4">
                  <p:embed/>
                  <p:pic>
                    <p:nvPicPr>
                      <p:cNvPr id="183332" name="Object 36">
                        <a:extLst>
                          <a:ext uri="{FF2B5EF4-FFF2-40B4-BE49-F238E27FC236}">
                            <a16:creationId xmlns:a16="http://schemas.microsoft.com/office/drawing/2014/main" id="{52F7A8B5-7313-47B1-A0B8-F4B3CDEE2B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001" y="3057377"/>
                        <a:ext cx="202882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7">
            <a:extLst>
              <a:ext uri="{FF2B5EF4-FFF2-40B4-BE49-F238E27FC236}">
                <a16:creationId xmlns:a16="http://schemas.microsoft.com/office/drawing/2014/main" id="{5618A136-C4F3-41B6-9424-C3B6B26F7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4449666"/>
              </p:ext>
            </p:extLst>
          </p:nvPr>
        </p:nvGraphicFramePr>
        <p:xfrm>
          <a:off x="3525731" y="3076389"/>
          <a:ext cx="203676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78" name="Equation" r:id="rId42" imgW="2031840" imgH="634680" progId="Equation.DSMT4">
                  <p:embed/>
                </p:oleObj>
              </mc:Choice>
              <mc:Fallback>
                <p:oleObj name="Equation" r:id="rId42" imgW="2031840" imgH="634680" progId="Equation.DSMT4">
                  <p:embed/>
                  <p:pic>
                    <p:nvPicPr>
                      <p:cNvPr id="183333" name="Object 37">
                        <a:extLst>
                          <a:ext uri="{FF2B5EF4-FFF2-40B4-BE49-F238E27FC236}">
                            <a16:creationId xmlns:a16="http://schemas.microsoft.com/office/drawing/2014/main" id="{58F5DEC1-F585-441F-8A34-1C06B9C7D8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5731" y="3076389"/>
                        <a:ext cx="203676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38">
            <a:extLst>
              <a:ext uri="{FF2B5EF4-FFF2-40B4-BE49-F238E27FC236}">
                <a16:creationId xmlns:a16="http://schemas.microsoft.com/office/drawing/2014/main" id="{83DD9DEF-9DDB-4DD6-8361-31E1EEA138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903183"/>
              </p:ext>
            </p:extLst>
          </p:nvPr>
        </p:nvGraphicFramePr>
        <p:xfrm>
          <a:off x="904462" y="3730479"/>
          <a:ext cx="2574925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79" name="Equation" r:id="rId44" imgW="2565360" imgH="634680" progId="Equation.DSMT4">
                  <p:embed/>
                </p:oleObj>
              </mc:Choice>
              <mc:Fallback>
                <p:oleObj name="Equation" r:id="rId44" imgW="2565360" imgH="634680" progId="Equation.DSMT4">
                  <p:embed/>
                  <p:pic>
                    <p:nvPicPr>
                      <p:cNvPr id="183334" name="Object 38">
                        <a:extLst>
                          <a:ext uri="{FF2B5EF4-FFF2-40B4-BE49-F238E27FC236}">
                            <a16:creationId xmlns:a16="http://schemas.microsoft.com/office/drawing/2014/main" id="{38F185B8-0BDA-4663-879C-0616BE0E87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462" y="3730479"/>
                        <a:ext cx="2574925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39">
            <a:extLst>
              <a:ext uri="{FF2B5EF4-FFF2-40B4-BE49-F238E27FC236}">
                <a16:creationId xmlns:a16="http://schemas.microsoft.com/office/drawing/2014/main" id="{D8D1C2C6-15F7-4255-98D6-3921A4DD9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4850437"/>
              </p:ext>
            </p:extLst>
          </p:nvPr>
        </p:nvGraphicFramePr>
        <p:xfrm>
          <a:off x="3464814" y="3888199"/>
          <a:ext cx="11398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80" name="Equation" r:id="rId46" imgW="1130040" imgH="342720" progId="Equation.DSMT4">
                  <p:embed/>
                </p:oleObj>
              </mc:Choice>
              <mc:Fallback>
                <p:oleObj name="Equation" r:id="rId46" imgW="1130040" imgH="342720" progId="Equation.DSMT4">
                  <p:embed/>
                  <p:pic>
                    <p:nvPicPr>
                      <p:cNvPr id="183335" name="Object 39">
                        <a:extLst>
                          <a:ext uri="{FF2B5EF4-FFF2-40B4-BE49-F238E27FC236}">
                            <a16:creationId xmlns:a16="http://schemas.microsoft.com/office/drawing/2014/main" id="{C88D7498-C926-44FF-B3A9-4B8535BFF4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4814" y="3888199"/>
                        <a:ext cx="113982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40">
            <a:extLst>
              <a:ext uri="{FF2B5EF4-FFF2-40B4-BE49-F238E27FC236}">
                <a16:creationId xmlns:a16="http://schemas.microsoft.com/office/drawing/2014/main" id="{90D5C235-2F3F-48C4-9175-531B393AE5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408474"/>
              </p:ext>
            </p:extLst>
          </p:nvPr>
        </p:nvGraphicFramePr>
        <p:xfrm>
          <a:off x="4581629" y="3909199"/>
          <a:ext cx="113982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81" name="Equation" r:id="rId48" imgW="1130040" imgH="342720" progId="Equation.DSMT4">
                  <p:embed/>
                </p:oleObj>
              </mc:Choice>
              <mc:Fallback>
                <p:oleObj name="Equation" r:id="rId48" imgW="1130040" imgH="342720" progId="Equation.DSMT4">
                  <p:embed/>
                  <p:pic>
                    <p:nvPicPr>
                      <p:cNvPr id="183336" name="Object 40">
                        <a:extLst>
                          <a:ext uri="{FF2B5EF4-FFF2-40B4-BE49-F238E27FC236}">
                            <a16:creationId xmlns:a16="http://schemas.microsoft.com/office/drawing/2014/main" id="{09A943CA-2A0A-4B4A-BB61-2C0DD9E464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629" y="3909199"/>
                        <a:ext cx="1139825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Line 54">
            <a:extLst>
              <a:ext uri="{FF2B5EF4-FFF2-40B4-BE49-F238E27FC236}">
                <a16:creationId xmlns:a16="http://schemas.microsoft.com/office/drawing/2014/main" id="{2B564903-4F13-405B-9913-98B62D180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0687" y="4298859"/>
            <a:ext cx="20574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8" name="Object 41">
            <a:extLst>
              <a:ext uri="{FF2B5EF4-FFF2-40B4-BE49-F238E27FC236}">
                <a16:creationId xmlns:a16="http://schemas.microsoft.com/office/drawing/2014/main" id="{29D0396D-CFF1-4FDD-9147-40C8002210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141070"/>
              </p:ext>
            </p:extLst>
          </p:nvPr>
        </p:nvGraphicFramePr>
        <p:xfrm>
          <a:off x="986459" y="4494607"/>
          <a:ext cx="1941512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82" name="Equation" r:id="rId50" imgW="1930320" imgH="355320" progId="Equation.DSMT4">
                  <p:embed/>
                </p:oleObj>
              </mc:Choice>
              <mc:Fallback>
                <p:oleObj name="Equation" r:id="rId50" imgW="1930320" imgH="355320" progId="Equation.DSMT4">
                  <p:embed/>
                  <p:pic>
                    <p:nvPicPr>
                      <p:cNvPr id="183337" name="Object 41">
                        <a:extLst>
                          <a:ext uri="{FF2B5EF4-FFF2-40B4-BE49-F238E27FC236}">
                            <a16:creationId xmlns:a16="http://schemas.microsoft.com/office/drawing/2014/main" id="{9938F58D-D48A-4815-8705-6FF2FE5EE4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6459" y="4494607"/>
                        <a:ext cx="1941512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 Box 42">
            <a:extLst>
              <a:ext uri="{FF2B5EF4-FFF2-40B4-BE49-F238E27FC236}">
                <a16:creationId xmlns:a16="http://schemas.microsoft.com/office/drawing/2014/main" id="{2937270F-0595-44CE-9A41-FABFC5AB2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841" y="4369575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68706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utoUpdateAnimBg="0"/>
      <p:bldP spid="50" grpId="0" autoUpdateAnimBg="0"/>
      <p:bldP spid="55" grpId="0" autoUpdateAnimBg="0"/>
      <p:bldP spid="6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8">
            <a:extLst>
              <a:ext uri="{FF2B5EF4-FFF2-40B4-BE49-F238E27FC236}">
                <a16:creationId xmlns:a16="http://schemas.microsoft.com/office/drawing/2014/main" id="{F3D51F4C-FECA-4B19-8C4E-2E5342E24833}"/>
              </a:ext>
            </a:extLst>
          </p:cNvPr>
          <p:cNvSpPr txBox="1">
            <a:spLocks noChangeArrowheads="1"/>
          </p:cNvSpPr>
          <p:nvPr/>
        </p:nvSpPr>
        <p:spPr>
          <a:xfrm>
            <a:off x="566821" y="195486"/>
            <a:ext cx="2338388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8 </a:t>
            </a:r>
            <a:r>
              <a:rPr lang="zh-CN" altLang="en-US" sz="2400" b="1" dirty="0">
                <a:latin typeface="+mj-ea"/>
              </a:rPr>
              <a:t>求曲线</a:t>
            </a:r>
          </a:p>
        </p:txBody>
      </p:sp>
      <p:graphicFrame>
        <p:nvGraphicFramePr>
          <p:cNvPr id="3" name="Object 1039">
            <a:extLst>
              <a:ext uri="{FF2B5EF4-FFF2-40B4-BE49-F238E27FC236}">
                <a16:creationId xmlns:a16="http://schemas.microsoft.com/office/drawing/2014/main" id="{DFB2C1A4-297C-4302-9625-D595A7851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980573"/>
              </p:ext>
            </p:extLst>
          </p:nvPr>
        </p:nvGraphicFramePr>
        <p:xfrm>
          <a:off x="2315654" y="226795"/>
          <a:ext cx="184785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93" name="Equation" r:id="rId4" imgW="1841400" imgH="444240" progId="Equation.DSMT4">
                  <p:embed/>
                </p:oleObj>
              </mc:Choice>
              <mc:Fallback>
                <p:oleObj name="Equation" r:id="rId4" imgW="1841400" imgH="444240" progId="Equation.DSMT4">
                  <p:embed/>
                  <p:pic>
                    <p:nvPicPr>
                      <p:cNvPr id="45059" name="Object 1039">
                        <a:extLst>
                          <a:ext uri="{FF2B5EF4-FFF2-40B4-BE49-F238E27FC236}">
                            <a16:creationId xmlns:a16="http://schemas.microsoft.com/office/drawing/2014/main" id="{0338F444-7EA3-4903-A2C8-198572373B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654" y="226795"/>
                        <a:ext cx="184785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040">
            <a:extLst>
              <a:ext uri="{FF2B5EF4-FFF2-40B4-BE49-F238E27FC236}">
                <a16:creationId xmlns:a16="http://schemas.microsoft.com/office/drawing/2014/main" id="{4C8994E7-EF9C-4DFA-9C1B-095B5FF27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836" y="172627"/>
            <a:ext cx="44330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与 </a:t>
            </a:r>
            <a:r>
              <a:rPr lang="en-US" altLang="zh-CN" sz="2400" i="1" dirty="0"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轴围成的封闭图形绕直线</a:t>
            </a:r>
          </a:p>
        </p:txBody>
      </p:sp>
      <p:sp>
        <p:nvSpPr>
          <p:cNvPr id="5" name="Text Box 1041">
            <a:extLst>
              <a:ext uri="{FF2B5EF4-FFF2-40B4-BE49-F238E27FC236}">
                <a16:creationId xmlns:a16="http://schemas.microsoft.com/office/drawing/2014/main" id="{D9D545A0-9D69-48CA-B2C3-5570D632D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21" y="738772"/>
            <a:ext cx="5638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旋转得的旋转体体积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6" name="Text Box 1042">
            <a:extLst>
              <a:ext uri="{FF2B5EF4-FFF2-40B4-BE49-F238E27FC236}">
                <a16:creationId xmlns:a16="http://schemas.microsoft.com/office/drawing/2014/main" id="{D2E1F727-B04D-44A8-81BC-729220E56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24" y="724173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(1994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考研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)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D4114E38-7E27-4D68-87AC-F427C68D2D8B}"/>
              </a:ext>
            </a:extLst>
          </p:cNvPr>
          <p:cNvGrpSpPr/>
          <p:nvPr/>
        </p:nvGrpSpPr>
        <p:grpSpPr>
          <a:xfrm>
            <a:off x="5679461" y="804569"/>
            <a:ext cx="2460998" cy="1943100"/>
            <a:chOff x="5462401" y="1923678"/>
            <a:chExt cx="2460998" cy="1943100"/>
          </a:xfrm>
        </p:grpSpPr>
        <p:sp>
          <p:nvSpPr>
            <p:cNvPr id="64" name="任意多边形: 形状 63">
              <a:extLst>
                <a:ext uri="{FF2B5EF4-FFF2-40B4-BE49-F238E27FC236}">
                  <a16:creationId xmlns:a16="http://schemas.microsoft.com/office/drawing/2014/main" id="{C0A4F12D-3D24-4FAE-9C0A-22B827639988}"/>
                </a:ext>
              </a:extLst>
            </p:cNvPr>
            <p:cNvSpPr/>
            <p:nvPr/>
          </p:nvSpPr>
          <p:spPr>
            <a:xfrm>
              <a:off x="6507716" y="2498601"/>
              <a:ext cx="388735" cy="433512"/>
            </a:xfrm>
            <a:custGeom>
              <a:avLst/>
              <a:gdLst>
                <a:gd name="connsiteX0" fmla="*/ 980 w 347649"/>
                <a:gd name="connsiteY0" fmla="*/ 17389 h 343961"/>
                <a:gd name="connsiteX1" fmla="*/ 61271 w 347649"/>
                <a:gd name="connsiteY1" fmla="*/ 22413 h 343961"/>
                <a:gd name="connsiteX2" fmla="*/ 347649 w 347649"/>
                <a:gd name="connsiteY2" fmla="*/ 22413 h 343961"/>
                <a:gd name="connsiteX3" fmla="*/ 342624 w 347649"/>
                <a:gd name="connsiteY3" fmla="*/ 62607 h 343961"/>
                <a:gd name="connsiteX4" fmla="*/ 317504 w 347649"/>
                <a:gd name="connsiteY4" fmla="*/ 87728 h 343961"/>
                <a:gd name="connsiteX5" fmla="*/ 307455 w 347649"/>
                <a:gd name="connsiteY5" fmla="*/ 97776 h 343961"/>
                <a:gd name="connsiteX6" fmla="*/ 292383 w 347649"/>
                <a:gd name="connsiteY6" fmla="*/ 127921 h 343961"/>
                <a:gd name="connsiteX7" fmla="*/ 267262 w 347649"/>
                <a:gd name="connsiteY7" fmla="*/ 148018 h 343961"/>
                <a:gd name="connsiteX8" fmla="*/ 247165 w 347649"/>
                <a:gd name="connsiteY8" fmla="*/ 173139 h 343961"/>
                <a:gd name="connsiteX9" fmla="*/ 237117 w 347649"/>
                <a:gd name="connsiteY9" fmla="*/ 188211 h 343961"/>
                <a:gd name="connsiteX10" fmla="*/ 227068 w 347649"/>
                <a:gd name="connsiteY10" fmla="*/ 198260 h 343961"/>
                <a:gd name="connsiteX11" fmla="*/ 217020 w 347649"/>
                <a:gd name="connsiteY11" fmla="*/ 213332 h 343961"/>
                <a:gd name="connsiteX12" fmla="*/ 191899 w 347649"/>
                <a:gd name="connsiteY12" fmla="*/ 233429 h 343961"/>
                <a:gd name="connsiteX13" fmla="*/ 176827 w 347649"/>
                <a:gd name="connsiteY13" fmla="*/ 238453 h 343961"/>
                <a:gd name="connsiteX14" fmla="*/ 151706 w 347649"/>
                <a:gd name="connsiteY14" fmla="*/ 263574 h 343961"/>
                <a:gd name="connsiteX15" fmla="*/ 141657 w 347649"/>
                <a:gd name="connsiteY15" fmla="*/ 278646 h 343961"/>
                <a:gd name="connsiteX16" fmla="*/ 116537 w 347649"/>
                <a:gd name="connsiteY16" fmla="*/ 298743 h 343961"/>
                <a:gd name="connsiteX17" fmla="*/ 101464 w 347649"/>
                <a:gd name="connsiteY17" fmla="*/ 303767 h 343961"/>
                <a:gd name="connsiteX18" fmla="*/ 61271 w 347649"/>
                <a:gd name="connsiteY18" fmla="*/ 333912 h 343961"/>
                <a:gd name="connsiteX19" fmla="*/ 31126 w 347649"/>
                <a:gd name="connsiteY19" fmla="*/ 343961 h 343961"/>
                <a:gd name="connsiteX20" fmla="*/ 6005 w 347649"/>
                <a:gd name="connsiteY20" fmla="*/ 338937 h 343961"/>
                <a:gd name="connsiteX21" fmla="*/ 16053 w 347649"/>
                <a:gd name="connsiteY21" fmla="*/ 273622 h 343961"/>
                <a:gd name="connsiteX22" fmla="*/ 980 w 347649"/>
                <a:gd name="connsiteY22" fmla="*/ 17389 h 34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47649" h="343961">
                  <a:moveTo>
                    <a:pt x="980" y="17389"/>
                  </a:moveTo>
                  <a:cubicBezTo>
                    <a:pt x="8516" y="-24479"/>
                    <a:pt x="41104" y="22413"/>
                    <a:pt x="61271" y="22413"/>
                  </a:cubicBezTo>
                  <a:cubicBezTo>
                    <a:pt x="361147" y="22413"/>
                    <a:pt x="224361" y="4801"/>
                    <a:pt x="347649" y="22413"/>
                  </a:cubicBezTo>
                  <a:cubicBezTo>
                    <a:pt x="345974" y="35811"/>
                    <a:pt x="346177" y="49580"/>
                    <a:pt x="342624" y="62607"/>
                  </a:cubicBezTo>
                  <a:cubicBezTo>
                    <a:pt x="338418" y="78028"/>
                    <a:pt x="328408" y="79005"/>
                    <a:pt x="317504" y="87728"/>
                  </a:cubicBezTo>
                  <a:cubicBezTo>
                    <a:pt x="313805" y="90687"/>
                    <a:pt x="310414" y="94077"/>
                    <a:pt x="307455" y="97776"/>
                  </a:cubicBezTo>
                  <a:cubicBezTo>
                    <a:pt x="276964" y="135890"/>
                    <a:pt x="314669" y="90778"/>
                    <a:pt x="292383" y="127921"/>
                  </a:cubicBezTo>
                  <a:cubicBezTo>
                    <a:pt x="287610" y="135876"/>
                    <a:pt x="274109" y="143454"/>
                    <a:pt x="267262" y="148018"/>
                  </a:cubicBezTo>
                  <a:cubicBezTo>
                    <a:pt x="236323" y="194421"/>
                    <a:pt x="275809" y="137333"/>
                    <a:pt x="247165" y="173139"/>
                  </a:cubicBezTo>
                  <a:cubicBezTo>
                    <a:pt x="243393" y="177854"/>
                    <a:pt x="240889" y="183496"/>
                    <a:pt x="237117" y="188211"/>
                  </a:cubicBezTo>
                  <a:cubicBezTo>
                    <a:pt x="234158" y="191910"/>
                    <a:pt x="230027" y="194561"/>
                    <a:pt x="227068" y="198260"/>
                  </a:cubicBezTo>
                  <a:cubicBezTo>
                    <a:pt x="223296" y="202975"/>
                    <a:pt x="220792" y="208617"/>
                    <a:pt x="217020" y="213332"/>
                  </a:cubicBezTo>
                  <a:cubicBezTo>
                    <a:pt x="210787" y="221123"/>
                    <a:pt x="200607" y="229075"/>
                    <a:pt x="191899" y="233429"/>
                  </a:cubicBezTo>
                  <a:cubicBezTo>
                    <a:pt x="187162" y="235797"/>
                    <a:pt x="181851" y="236778"/>
                    <a:pt x="176827" y="238453"/>
                  </a:cubicBezTo>
                  <a:cubicBezTo>
                    <a:pt x="150031" y="278645"/>
                    <a:pt x="185199" y="230083"/>
                    <a:pt x="151706" y="263574"/>
                  </a:cubicBezTo>
                  <a:cubicBezTo>
                    <a:pt x="147436" y="267844"/>
                    <a:pt x="145429" y="273931"/>
                    <a:pt x="141657" y="278646"/>
                  </a:cubicBezTo>
                  <a:cubicBezTo>
                    <a:pt x="135425" y="286436"/>
                    <a:pt x="125244" y="294390"/>
                    <a:pt x="116537" y="298743"/>
                  </a:cubicBezTo>
                  <a:cubicBezTo>
                    <a:pt x="111800" y="301111"/>
                    <a:pt x="106488" y="302092"/>
                    <a:pt x="101464" y="303767"/>
                  </a:cubicBezTo>
                  <a:cubicBezTo>
                    <a:pt x="89560" y="315672"/>
                    <a:pt x="78318" y="328229"/>
                    <a:pt x="61271" y="333912"/>
                  </a:cubicBezTo>
                  <a:lnTo>
                    <a:pt x="31126" y="343961"/>
                  </a:lnTo>
                  <a:cubicBezTo>
                    <a:pt x="22752" y="342286"/>
                    <a:pt x="9473" y="346740"/>
                    <a:pt x="6005" y="338937"/>
                  </a:cubicBezTo>
                  <a:cubicBezTo>
                    <a:pt x="2724" y="331556"/>
                    <a:pt x="14303" y="285872"/>
                    <a:pt x="16053" y="273622"/>
                  </a:cubicBezTo>
                  <a:cubicBezTo>
                    <a:pt x="32332" y="159661"/>
                    <a:pt x="-6556" y="59257"/>
                    <a:pt x="980" y="17389"/>
                  </a:cubicBezTo>
                  <a:close/>
                </a:path>
              </a:pathLst>
            </a:custGeom>
            <a:pattFill prst="pct60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任意多边形: 形状 62">
              <a:extLst>
                <a:ext uri="{FF2B5EF4-FFF2-40B4-BE49-F238E27FC236}">
                  <a16:creationId xmlns:a16="http://schemas.microsoft.com/office/drawing/2014/main" id="{A89840A5-E957-4F19-941D-8442D0B418DA}"/>
                </a:ext>
              </a:extLst>
            </p:cNvPr>
            <p:cNvSpPr/>
            <p:nvPr/>
          </p:nvSpPr>
          <p:spPr>
            <a:xfrm>
              <a:off x="6917802" y="2525119"/>
              <a:ext cx="293138" cy="674909"/>
            </a:xfrm>
            <a:custGeom>
              <a:avLst/>
              <a:gdLst>
                <a:gd name="connsiteX0" fmla="*/ 9506 w 282556"/>
                <a:gd name="connsiteY0" fmla="*/ 2659 h 644009"/>
                <a:gd name="connsiteX1" fmla="*/ 200006 w 282556"/>
                <a:gd name="connsiteY1" fmla="*/ 9009 h 644009"/>
                <a:gd name="connsiteX2" fmla="*/ 225406 w 282556"/>
                <a:gd name="connsiteY2" fmla="*/ 15359 h 644009"/>
                <a:gd name="connsiteX3" fmla="*/ 276206 w 282556"/>
                <a:gd name="connsiteY3" fmla="*/ 21709 h 644009"/>
                <a:gd name="connsiteX4" fmla="*/ 269856 w 282556"/>
                <a:gd name="connsiteY4" fmla="*/ 167759 h 644009"/>
                <a:gd name="connsiteX5" fmla="*/ 263506 w 282556"/>
                <a:gd name="connsiteY5" fmla="*/ 212209 h 644009"/>
                <a:gd name="connsiteX6" fmla="*/ 276206 w 282556"/>
                <a:gd name="connsiteY6" fmla="*/ 383659 h 644009"/>
                <a:gd name="connsiteX7" fmla="*/ 282556 w 282556"/>
                <a:gd name="connsiteY7" fmla="*/ 523359 h 644009"/>
                <a:gd name="connsiteX8" fmla="*/ 269856 w 282556"/>
                <a:gd name="connsiteY8" fmla="*/ 644009 h 644009"/>
                <a:gd name="connsiteX9" fmla="*/ 250806 w 282556"/>
                <a:gd name="connsiteY9" fmla="*/ 586859 h 644009"/>
                <a:gd name="connsiteX10" fmla="*/ 225406 w 282556"/>
                <a:gd name="connsiteY10" fmla="*/ 548759 h 644009"/>
                <a:gd name="connsiteX11" fmla="*/ 219056 w 282556"/>
                <a:gd name="connsiteY11" fmla="*/ 529709 h 644009"/>
                <a:gd name="connsiteX12" fmla="*/ 212706 w 282556"/>
                <a:gd name="connsiteY12" fmla="*/ 428109 h 644009"/>
                <a:gd name="connsiteX13" fmla="*/ 200006 w 282556"/>
                <a:gd name="connsiteY13" fmla="*/ 390009 h 644009"/>
                <a:gd name="connsiteX14" fmla="*/ 193656 w 282556"/>
                <a:gd name="connsiteY14" fmla="*/ 370959 h 644009"/>
                <a:gd name="connsiteX15" fmla="*/ 180956 w 282556"/>
                <a:gd name="connsiteY15" fmla="*/ 351909 h 644009"/>
                <a:gd name="connsiteX16" fmla="*/ 161906 w 282556"/>
                <a:gd name="connsiteY16" fmla="*/ 313809 h 644009"/>
                <a:gd name="connsiteX17" fmla="*/ 142856 w 282556"/>
                <a:gd name="connsiteY17" fmla="*/ 250309 h 644009"/>
                <a:gd name="connsiteX18" fmla="*/ 117456 w 282556"/>
                <a:gd name="connsiteY18" fmla="*/ 212209 h 644009"/>
                <a:gd name="connsiteX19" fmla="*/ 98406 w 282556"/>
                <a:gd name="connsiteY19" fmla="*/ 167759 h 644009"/>
                <a:gd name="connsiteX20" fmla="*/ 85706 w 282556"/>
                <a:gd name="connsiteY20" fmla="*/ 148709 h 644009"/>
                <a:gd name="connsiteX21" fmla="*/ 79356 w 282556"/>
                <a:gd name="connsiteY21" fmla="*/ 129659 h 644009"/>
                <a:gd name="connsiteX22" fmla="*/ 66656 w 282556"/>
                <a:gd name="connsiteY22" fmla="*/ 110609 h 644009"/>
                <a:gd name="connsiteX23" fmla="*/ 60306 w 282556"/>
                <a:gd name="connsiteY23" fmla="*/ 91559 h 644009"/>
                <a:gd name="connsiteX24" fmla="*/ 28556 w 282556"/>
                <a:gd name="connsiteY24" fmla="*/ 53459 h 644009"/>
                <a:gd name="connsiteX25" fmla="*/ 9506 w 282556"/>
                <a:gd name="connsiteY25" fmla="*/ 2659 h 644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82556" h="644009">
                  <a:moveTo>
                    <a:pt x="9506" y="2659"/>
                  </a:moveTo>
                  <a:cubicBezTo>
                    <a:pt x="38081" y="-4749"/>
                    <a:pt x="136580" y="5278"/>
                    <a:pt x="200006" y="9009"/>
                  </a:cubicBezTo>
                  <a:cubicBezTo>
                    <a:pt x="208718" y="9521"/>
                    <a:pt x="216798" y="13924"/>
                    <a:pt x="225406" y="15359"/>
                  </a:cubicBezTo>
                  <a:cubicBezTo>
                    <a:pt x="242239" y="18164"/>
                    <a:pt x="259273" y="19592"/>
                    <a:pt x="276206" y="21709"/>
                  </a:cubicBezTo>
                  <a:cubicBezTo>
                    <a:pt x="274089" y="70392"/>
                    <a:pt x="273097" y="119138"/>
                    <a:pt x="269856" y="167759"/>
                  </a:cubicBezTo>
                  <a:cubicBezTo>
                    <a:pt x="268860" y="182693"/>
                    <a:pt x="263506" y="197242"/>
                    <a:pt x="263506" y="212209"/>
                  </a:cubicBezTo>
                  <a:cubicBezTo>
                    <a:pt x="263506" y="316645"/>
                    <a:pt x="264555" y="313751"/>
                    <a:pt x="276206" y="383659"/>
                  </a:cubicBezTo>
                  <a:cubicBezTo>
                    <a:pt x="278323" y="430226"/>
                    <a:pt x="282556" y="476744"/>
                    <a:pt x="282556" y="523359"/>
                  </a:cubicBezTo>
                  <a:cubicBezTo>
                    <a:pt x="282556" y="587430"/>
                    <a:pt x="279446" y="596058"/>
                    <a:pt x="269856" y="644009"/>
                  </a:cubicBezTo>
                  <a:cubicBezTo>
                    <a:pt x="231984" y="587200"/>
                    <a:pt x="288829" y="678115"/>
                    <a:pt x="250806" y="586859"/>
                  </a:cubicBezTo>
                  <a:cubicBezTo>
                    <a:pt x="244935" y="572770"/>
                    <a:pt x="230233" y="563239"/>
                    <a:pt x="225406" y="548759"/>
                  </a:cubicBezTo>
                  <a:lnTo>
                    <a:pt x="219056" y="529709"/>
                  </a:lnTo>
                  <a:cubicBezTo>
                    <a:pt x="216939" y="495842"/>
                    <a:pt x="217291" y="461731"/>
                    <a:pt x="212706" y="428109"/>
                  </a:cubicBezTo>
                  <a:cubicBezTo>
                    <a:pt x="210897" y="414845"/>
                    <a:pt x="204239" y="402709"/>
                    <a:pt x="200006" y="390009"/>
                  </a:cubicBezTo>
                  <a:cubicBezTo>
                    <a:pt x="197889" y="383659"/>
                    <a:pt x="197369" y="376528"/>
                    <a:pt x="193656" y="370959"/>
                  </a:cubicBezTo>
                  <a:cubicBezTo>
                    <a:pt x="189423" y="364609"/>
                    <a:pt x="184369" y="358735"/>
                    <a:pt x="180956" y="351909"/>
                  </a:cubicBezTo>
                  <a:cubicBezTo>
                    <a:pt x="154666" y="299329"/>
                    <a:pt x="198302" y="368404"/>
                    <a:pt x="161906" y="313809"/>
                  </a:cubicBezTo>
                  <a:cubicBezTo>
                    <a:pt x="158356" y="299610"/>
                    <a:pt x="149040" y="259585"/>
                    <a:pt x="142856" y="250309"/>
                  </a:cubicBezTo>
                  <a:cubicBezTo>
                    <a:pt x="134389" y="237609"/>
                    <a:pt x="122283" y="226689"/>
                    <a:pt x="117456" y="212209"/>
                  </a:cubicBezTo>
                  <a:cubicBezTo>
                    <a:pt x="110332" y="190837"/>
                    <a:pt x="110961" y="189730"/>
                    <a:pt x="98406" y="167759"/>
                  </a:cubicBezTo>
                  <a:cubicBezTo>
                    <a:pt x="94620" y="161133"/>
                    <a:pt x="89119" y="155535"/>
                    <a:pt x="85706" y="148709"/>
                  </a:cubicBezTo>
                  <a:cubicBezTo>
                    <a:pt x="82713" y="142722"/>
                    <a:pt x="82349" y="135646"/>
                    <a:pt x="79356" y="129659"/>
                  </a:cubicBezTo>
                  <a:cubicBezTo>
                    <a:pt x="75943" y="122833"/>
                    <a:pt x="70069" y="117435"/>
                    <a:pt x="66656" y="110609"/>
                  </a:cubicBezTo>
                  <a:cubicBezTo>
                    <a:pt x="63663" y="104622"/>
                    <a:pt x="63299" y="97546"/>
                    <a:pt x="60306" y="91559"/>
                  </a:cubicBezTo>
                  <a:cubicBezTo>
                    <a:pt x="47487" y="65921"/>
                    <a:pt x="47281" y="76865"/>
                    <a:pt x="28556" y="53459"/>
                  </a:cubicBezTo>
                  <a:cubicBezTo>
                    <a:pt x="25599" y="49763"/>
                    <a:pt x="-19069" y="10067"/>
                    <a:pt x="9506" y="2659"/>
                  </a:cubicBezTo>
                  <a:close/>
                </a:path>
              </a:pathLst>
            </a:custGeom>
            <a:pattFill prst="pct90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Rectangle 1077">
              <a:extLst>
                <a:ext uri="{FF2B5EF4-FFF2-40B4-BE49-F238E27FC236}">
                  <a16:creationId xmlns:a16="http://schemas.microsoft.com/office/drawing/2014/main" id="{A3B242F1-E3F7-4853-85BA-C8BE56EB1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3144" y="2534535"/>
              <a:ext cx="1422505" cy="901726"/>
            </a:xfrm>
            <a:prstGeom prst="rect">
              <a:avLst/>
            </a:pr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Line 50">
              <a:extLst>
                <a:ext uri="{FF2B5EF4-FFF2-40B4-BE49-F238E27FC236}">
                  <a16:creationId xmlns:a16="http://schemas.microsoft.com/office/drawing/2014/main" id="{E816D0C7-DB13-4BDA-A0B7-65B383E63D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16216" y="1923678"/>
              <a:ext cx="0" cy="1943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50">
              <a:extLst>
                <a:ext uri="{FF2B5EF4-FFF2-40B4-BE49-F238E27FC236}">
                  <a16:creationId xmlns:a16="http://schemas.microsoft.com/office/drawing/2014/main" id="{115F6882-5CF7-4FE7-95E1-0CC260B23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62401" y="3422272"/>
              <a:ext cx="2460998" cy="79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E78D64BC-5551-4DE8-8CF9-A7E7AE78731B}"/>
                </a:ext>
              </a:extLst>
            </p:cNvPr>
            <p:cNvSpPr/>
            <p:nvPr/>
          </p:nvSpPr>
          <p:spPr>
            <a:xfrm>
              <a:off x="6066855" y="2526597"/>
              <a:ext cx="850955" cy="381662"/>
            </a:xfrm>
            <a:custGeom>
              <a:avLst/>
              <a:gdLst>
                <a:gd name="connsiteX0" fmla="*/ 0 w 850955"/>
                <a:gd name="connsiteY0" fmla="*/ 23853 h 381662"/>
                <a:gd name="connsiteX1" fmla="*/ 0 w 850955"/>
                <a:gd name="connsiteY1" fmla="*/ 23853 h 381662"/>
                <a:gd name="connsiteX2" fmla="*/ 39756 w 850955"/>
                <a:gd name="connsiteY2" fmla="*/ 87464 h 381662"/>
                <a:gd name="connsiteX3" fmla="*/ 71562 w 850955"/>
                <a:gd name="connsiteY3" fmla="*/ 143123 h 381662"/>
                <a:gd name="connsiteX4" fmla="*/ 103367 w 850955"/>
                <a:gd name="connsiteY4" fmla="*/ 190831 h 381662"/>
                <a:gd name="connsiteX5" fmla="*/ 127221 w 850955"/>
                <a:gd name="connsiteY5" fmla="*/ 230587 h 381662"/>
                <a:gd name="connsiteX6" fmla="*/ 151075 w 850955"/>
                <a:gd name="connsiteY6" fmla="*/ 254441 h 381662"/>
                <a:gd name="connsiteX7" fmla="*/ 190831 w 850955"/>
                <a:gd name="connsiteY7" fmla="*/ 302149 h 381662"/>
                <a:gd name="connsiteX8" fmla="*/ 262393 w 850955"/>
                <a:gd name="connsiteY8" fmla="*/ 341906 h 381662"/>
                <a:gd name="connsiteX9" fmla="*/ 302149 w 850955"/>
                <a:gd name="connsiteY9" fmla="*/ 365760 h 381662"/>
                <a:gd name="connsiteX10" fmla="*/ 413468 w 850955"/>
                <a:gd name="connsiteY10" fmla="*/ 381662 h 381662"/>
                <a:gd name="connsiteX11" fmla="*/ 548640 w 850955"/>
                <a:gd name="connsiteY11" fmla="*/ 373711 h 381662"/>
                <a:gd name="connsiteX12" fmla="*/ 620202 w 850955"/>
                <a:gd name="connsiteY12" fmla="*/ 326003 h 381662"/>
                <a:gd name="connsiteX13" fmla="*/ 644056 w 850955"/>
                <a:gd name="connsiteY13" fmla="*/ 310100 h 381662"/>
                <a:gd name="connsiteX14" fmla="*/ 675861 w 850955"/>
                <a:gd name="connsiteY14" fmla="*/ 262393 h 381662"/>
                <a:gd name="connsiteX15" fmla="*/ 723569 w 850955"/>
                <a:gd name="connsiteY15" fmla="*/ 214685 h 381662"/>
                <a:gd name="connsiteX16" fmla="*/ 739471 w 850955"/>
                <a:gd name="connsiteY16" fmla="*/ 190831 h 381662"/>
                <a:gd name="connsiteX17" fmla="*/ 755374 w 850955"/>
                <a:gd name="connsiteY17" fmla="*/ 159026 h 381662"/>
                <a:gd name="connsiteX18" fmla="*/ 779228 w 850955"/>
                <a:gd name="connsiteY18" fmla="*/ 143123 h 381662"/>
                <a:gd name="connsiteX19" fmla="*/ 811033 w 850955"/>
                <a:gd name="connsiteY19" fmla="*/ 95415 h 381662"/>
                <a:gd name="connsiteX20" fmla="*/ 826936 w 850955"/>
                <a:gd name="connsiteY20" fmla="*/ 71561 h 381662"/>
                <a:gd name="connsiteX21" fmla="*/ 834887 w 850955"/>
                <a:gd name="connsiteY21" fmla="*/ 47707 h 381662"/>
                <a:gd name="connsiteX22" fmla="*/ 850789 w 850955"/>
                <a:gd name="connsiteY22" fmla="*/ 7951 h 381662"/>
                <a:gd name="connsiteX23" fmla="*/ 834887 w 850955"/>
                <a:gd name="connsiteY23" fmla="*/ 0 h 381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50955" h="381662">
                  <a:moveTo>
                    <a:pt x="0" y="23853"/>
                  </a:moveTo>
                  <a:lnTo>
                    <a:pt x="0" y="23853"/>
                  </a:lnTo>
                  <a:cubicBezTo>
                    <a:pt x="13252" y="45057"/>
                    <a:pt x="27157" y="65866"/>
                    <a:pt x="39756" y="87464"/>
                  </a:cubicBezTo>
                  <a:cubicBezTo>
                    <a:pt x="86823" y="168151"/>
                    <a:pt x="27404" y="76887"/>
                    <a:pt x="71562" y="143123"/>
                  </a:cubicBezTo>
                  <a:cubicBezTo>
                    <a:pt x="87508" y="190962"/>
                    <a:pt x="67631" y="143184"/>
                    <a:pt x="103367" y="190831"/>
                  </a:cubicBezTo>
                  <a:cubicBezTo>
                    <a:pt x="112640" y="203194"/>
                    <a:pt x="117948" y="218224"/>
                    <a:pt x="127221" y="230587"/>
                  </a:cubicBezTo>
                  <a:cubicBezTo>
                    <a:pt x="133968" y="239583"/>
                    <a:pt x="143876" y="245802"/>
                    <a:pt x="151075" y="254441"/>
                  </a:cubicBezTo>
                  <a:cubicBezTo>
                    <a:pt x="175255" y="283458"/>
                    <a:pt x="157818" y="276473"/>
                    <a:pt x="190831" y="302149"/>
                  </a:cubicBezTo>
                  <a:cubicBezTo>
                    <a:pt x="281083" y="372344"/>
                    <a:pt x="204809" y="313113"/>
                    <a:pt x="262393" y="341906"/>
                  </a:cubicBezTo>
                  <a:cubicBezTo>
                    <a:pt x="276216" y="348818"/>
                    <a:pt x="287800" y="360020"/>
                    <a:pt x="302149" y="365760"/>
                  </a:cubicBezTo>
                  <a:cubicBezTo>
                    <a:pt x="321622" y="373549"/>
                    <a:pt x="406291" y="380865"/>
                    <a:pt x="413468" y="381662"/>
                  </a:cubicBezTo>
                  <a:cubicBezTo>
                    <a:pt x="458525" y="379012"/>
                    <a:pt x="504535" y="383299"/>
                    <a:pt x="548640" y="373711"/>
                  </a:cubicBezTo>
                  <a:cubicBezTo>
                    <a:pt x="548643" y="373710"/>
                    <a:pt x="608274" y="333955"/>
                    <a:pt x="620202" y="326003"/>
                  </a:cubicBezTo>
                  <a:lnTo>
                    <a:pt x="644056" y="310100"/>
                  </a:lnTo>
                  <a:cubicBezTo>
                    <a:pt x="654658" y="294198"/>
                    <a:pt x="662347" y="275907"/>
                    <a:pt x="675861" y="262393"/>
                  </a:cubicBezTo>
                  <a:cubicBezTo>
                    <a:pt x="691764" y="246490"/>
                    <a:pt x="711094" y="233398"/>
                    <a:pt x="723569" y="214685"/>
                  </a:cubicBezTo>
                  <a:cubicBezTo>
                    <a:pt x="728870" y="206734"/>
                    <a:pt x="734730" y="199128"/>
                    <a:pt x="739471" y="190831"/>
                  </a:cubicBezTo>
                  <a:cubicBezTo>
                    <a:pt x="745352" y="180540"/>
                    <a:pt x="747786" y="168132"/>
                    <a:pt x="755374" y="159026"/>
                  </a:cubicBezTo>
                  <a:cubicBezTo>
                    <a:pt x="761492" y="151685"/>
                    <a:pt x="771277" y="148424"/>
                    <a:pt x="779228" y="143123"/>
                  </a:cubicBezTo>
                  <a:lnTo>
                    <a:pt x="811033" y="95415"/>
                  </a:lnTo>
                  <a:lnTo>
                    <a:pt x="826936" y="71561"/>
                  </a:lnTo>
                  <a:cubicBezTo>
                    <a:pt x="829586" y="63610"/>
                    <a:pt x="831139" y="55204"/>
                    <a:pt x="834887" y="47707"/>
                  </a:cubicBezTo>
                  <a:cubicBezTo>
                    <a:pt x="853729" y="10021"/>
                    <a:pt x="850789" y="38635"/>
                    <a:pt x="850789" y="7951"/>
                  </a:cubicBezTo>
                  <a:lnTo>
                    <a:pt x="834887" y="0"/>
                  </a:lnTo>
                </a:path>
              </a:pathLst>
            </a:custGeom>
            <a:noFill/>
            <a:ln w="190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23969A5B-600C-4AB0-8A9D-85D6408937AE}"/>
                </a:ext>
              </a:extLst>
            </p:cNvPr>
            <p:cNvSpPr/>
            <p:nvPr/>
          </p:nvSpPr>
          <p:spPr>
            <a:xfrm>
              <a:off x="5805952" y="2563095"/>
              <a:ext cx="262670" cy="874644"/>
            </a:xfrm>
            <a:custGeom>
              <a:avLst/>
              <a:gdLst>
                <a:gd name="connsiteX0" fmla="*/ 262670 w 262670"/>
                <a:gd name="connsiteY0" fmla="*/ 0 h 874644"/>
                <a:gd name="connsiteX1" fmla="*/ 135449 w 262670"/>
                <a:gd name="connsiteY1" fmla="*/ 278296 h 874644"/>
                <a:gd name="connsiteX2" fmla="*/ 119547 w 262670"/>
                <a:gd name="connsiteY2" fmla="*/ 326004 h 874644"/>
                <a:gd name="connsiteX3" fmla="*/ 103644 w 262670"/>
                <a:gd name="connsiteY3" fmla="*/ 373712 h 874644"/>
                <a:gd name="connsiteX4" fmla="*/ 95693 w 262670"/>
                <a:gd name="connsiteY4" fmla="*/ 397566 h 874644"/>
                <a:gd name="connsiteX5" fmla="*/ 79790 w 262670"/>
                <a:gd name="connsiteY5" fmla="*/ 421420 h 874644"/>
                <a:gd name="connsiteX6" fmla="*/ 47985 w 262670"/>
                <a:gd name="connsiteY6" fmla="*/ 532738 h 874644"/>
                <a:gd name="connsiteX7" fmla="*/ 32083 w 262670"/>
                <a:gd name="connsiteY7" fmla="*/ 588397 h 874644"/>
                <a:gd name="connsiteX8" fmla="*/ 24131 w 262670"/>
                <a:gd name="connsiteY8" fmla="*/ 652007 h 874644"/>
                <a:gd name="connsiteX9" fmla="*/ 16180 w 262670"/>
                <a:gd name="connsiteY9" fmla="*/ 691764 h 874644"/>
                <a:gd name="connsiteX10" fmla="*/ 8229 w 262670"/>
                <a:gd name="connsiteY10" fmla="*/ 811033 h 874644"/>
                <a:gd name="connsiteX11" fmla="*/ 277 w 262670"/>
                <a:gd name="connsiteY11" fmla="*/ 874644 h 87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2670" h="874644">
                  <a:moveTo>
                    <a:pt x="262670" y="0"/>
                  </a:moveTo>
                  <a:cubicBezTo>
                    <a:pt x="220263" y="92765"/>
                    <a:pt x="176451" y="184901"/>
                    <a:pt x="135449" y="278296"/>
                  </a:cubicBezTo>
                  <a:cubicBezTo>
                    <a:pt x="128711" y="293645"/>
                    <a:pt x="124848" y="310101"/>
                    <a:pt x="119547" y="326004"/>
                  </a:cubicBezTo>
                  <a:lnTo>
                    <a:pt x="103644" y="373712"/>
                  </a:lnTo>
                  <a:cubicBezTo>
                    <a:pt x="100994" y="381663"/>
                    <a:pt x="100342" y="390592"/>
                    <a:pt x="95693" y="397566"/>
                  </a:cubicBezTo>
                  <a:lnTo>
                    <a:pt x="79790" y="421420"/>
                  </a:lnTo>
                  <a:cubicBezTo>
                    <a:pt x="27700" y="577689"/>
                    <a:pt x="73747" y="429687"/>
                    <a:pt x="47985" y="532738"/>
                  </a:cubicBezTo>
                  <a:cubicBezTo>
                    <a:pt x="38531" y="570555"/>
                    <a:pt x="39521" y="543772"/>
                    <a:pt x="32083" y="588397"/>
                  </a:cubicBezTo>
                  <a:cubicBezTo>
                    <a:pt x="28570" y="609475"/>
                    <a:pt x="27380" y="630887"/>
                    <a:pt x="24131" y="652007"/>
                  </a:cubicBezTo>
                  <a:cubicBezTo>
                    <a:pt x="22076" y="665365"/>
                    <a:pt x="18830" y="678512"/>
                    <a:pt x="16180" y="691764"/>
                  </a:cubicBezTo>
                  <a:cubicBezTo>
                    <a:pt x="13530" y="731520"/>
                    <a:pt x="12400" y="771407"/>
                    <a:pt x="8229" y="811033"/>
                  </a:cubicBezTo>
                  <a:cubicBezTo>
                    <a:pt x="-2294" y="911003"/>
                    <a:pt x="277" y="775762"/>
                    <a:pt x="277" y="874644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046008B1-77D1-4D07-AD3E-F750E80D2285}"/>
                </a:ext>
              </a:extLst>
            </p:cNvPr>
            <p:cNvSpPr/>
            <p:nvPr/>
          </p:nvSpPr>
          <p:spPr>
            <a:xfrm rot="-180000">
              <a:off x="6952966" y="2556199"/>
              <a:ext cx="230225" cy="864609"/>
            </a:xfrm>
            <a:custGeom>
              <a:avLst/>
              <a:gdLst>
                <a:gd name="connsiteX0" fmla="*/ 262670 w 262670"/>
                <a:gd name="connsiteY0" fmla="*/ 0 h 874644"/>
                <a:gd name="connsiteX1" fmla="*/ 135449 w 262670"/>
                <a:gd name="connsiteY1" fmla="*/ 278296 h 874644"/>
                <a:gd name="connsiteX2" fmla="*/ 119547 w 262670"/>
                <a:gd name="connsiteY2" fmla="*/ 326004 h 874644"/>
                <a:gd name="connsiteX3" fmla="*/ 103644 w 262670"/>
                <a:gd name="connsiteY3" fmla="*/ 373712 h 874644"/>
                <a:gd name="connsiteX4" fmla="*/ 95693 w 262670"/>
                <a:gd name="connsiteY4" fmla="*/ 397566 h 874644"/>
                <a:gd name="connsiteX5" fmla="*/ 79790 w 262670"/>
                <a:gd name="connsiteY5" fmla="*/ 421420 h 874644"/>
                <a:gd name="connsiteX6" fmla="*/ 47985 w 262670"/>
                <a:gd name="connsiteY6" fmla="*/ 532738 h 874644"/>
                <a:gd name="connsiteX7" fmla="*/ 32083 w 262670"/>
                <a:gd name="connsiteY7" fmla="*/ 588397 h 874644"/>
                <a:gd name="connsiteX8" fmla="*/ 24131 w 262670"/>
                <a:gd name="connsiteY8" fmla="*/ 652007 h 874644"/>
                <a:gd name="connsiteX9" fmla="*/ 16180 w 262670"/>
                <a:gd name="connsiteY9" fmla="*/ 691764 h 874644"/>
                <a:gd name="connsiteX10" fmla="*/ 8229 w 262670"/>
                <a:gd name="connsiteY10" fmla="*/ 811033 h 874644"/>
                <a:gd name="connsiteX11" fmla="*/ 277 w 262670"/>
                <a:gd name="connsiteY11" fmla="*/ 874644 h 874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2670" h="874644">
                  <a:moveTo>
                    <a:pt x="262670" y="0"/>
                  </a:moveTo>
                  <a:cubicBezTo>
                    <a:pt x="220263" y="92765"/>
                    <a:pt x="176451" y="184901"/>
                    <a:pt x="135449" y="278296"/>
                  </a:cubicBezTo>
                  <a:cubicBezTo>
                    <a:pt x="128711" y="293645"/>
                    <a:pt x="124848" y="310101"/>
                    <a:pt x="119547" y="326004"/>
                  </a:cubicBezTo>
                  <a:lnTo>
                    <a:pt x="103644" y="373712"/>
                  </a:lnTo>
                  <a:cubicBezTo>
                    <a:pt x="100994" y="381663"/>
                    <a:pt x="100342" y="390592"/>
                    <a:pt x="95693" y="397566"/>
                  </a:cubicBezTo>
                  <a:lnTo>
                    <a:pt x="79790" y="421420"/>
                  </a:lnTo>
                  <a:cubicBezTo>
                    <a:pt x="27700" y="577689"/>
                    <a:pt x="73747" y="429687"/>
                    <a:pt x="47985" y="532738"/>
                  </a:cubicBezTo>
                  <a:cubicBezTo>
                    <a:pt x="38531" y="570555"/>
                    <a:pt x="39521" y="543772"/>
                    <a:pt x="32083" y="588397"/>
                  </a:cubicBezTo>
                  <a:cubicBezTo>
                    <a:pt x="28570" y="609475"/>
                    <a:pt x="27380" y="630887"/>
                    <a:pt x="24131" y="652007"/>
                  </a:cubicBezTo>
                  <a:cubicBezTo>
                    <a:pt x="22076" y="665365"/>
                    <a:pt x="18830" y="678512"/>
                    <a:pt x="16180" y="691764"/>
                  </a:cubicBezTo>
                  <a:cubicBezTo>
                    <a:pt x="13530" y="731520"/>
                    <a:pt x="12400" y="771407"/>
                    <a:pt x="8229" y="811033"/>
                  </a:cubicBezTo>
                  <a:cubicBezTo>
                    <a:pt x="-2294" y="911003"/>
                    <a:pt x="277" y="775762"/>
                    <a:pt x="277" y="874644"/>
                  </a:cubicBezTo>
                </a:path>
              </a:pathLst>
            </a:custGeom>
            <a:noFill/>
            <a:ln w="15875">
              <a:solidFill>
                <a:srgbClr val="FF0000"/>
              </a:solidFill>
            </a:ln>
            <a:scene3d>
              <a:camera prst="orthographicFront">
                <a:rot lat="0" lon="10800000" rev="0"/>
              </a:camera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41424CC9-60EB-465F-A53F-D52796410423}"/>
                </a:ext>
              </a:extLst>
            </p:cNvPr>
            <p:cNvCxnSpPr>
              <a:cxnSpLocks/>
              <a:stCxn id="42" idx="21"/>
            </p:cNvCxnSpPr>
            <p:nvPr/>
          </p:nvCxnSpPr>
          <p:spPr>
            <a:xfrm>
              <a:off x="6901742" y="2574304"/>
              <a:ext cx="16068" cy="869895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8EADA6EF-0769-42A0-9D23-23B87733790F}"/>
                </a:ext>
              </a:extLst>
            </p:cNvPr>
            <p:cNvCxnSpPr>
              <a:stCxn id="42" idx="0"/>
              <a:endCxn id="42" idx="23"/>
            </p:cNvCxnSpPr>
            <p:nvPr/>
          </p:nvCxnSpPr>
          <p:spPr>
            <a:xfrm flipV="1">
              <a:off x="6066855" y="2526597"/>
              <a:ext cx="834887" cy="23853"/>
            </a:xfrm>
            <a:prstGeom prst="line">
              <a:avLst/>
            </a:prstGeom>
            <a:ln w="12700">
              <a:solidFill>
                <a:srgbClr val="3366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5" name="对象 64">
              <a:extLst>
                <a:ext uri="{FF2B5EF4-FFF2-40B4-BE49-F238E27FC236}">
                  <a16:creationId xmlns:a16="http://schemas.microsoft.com/office/drawing/2014/main" id="{9392FC24-893D-4C72-A5CF-97B82C963D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807627"/>
                </p:ext>
              </p:extLst>
            </p:nvPr>
          </p:nvGraphicFramePr>
          <p:xfrm>
            <a:off x="6515100" y="3359150"/>
            <a:ext cx="177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94" name="Equation" r:id="rId6" imgW="177480" imgH="291960" progId="Equation.DSMT4">
                    <p:embed/>
                  </p:oleObj>
                </mc:Choice>
                <mc:Fallback>
                  <p:oleObj name="Equation" r:id="rId6" imgW="1774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6515100" y="3359150"/>
                          <a:ext cx="1778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" name="对象 65">
              <a:extLst>
                <a:ext uri="{FF2B5EF4-FFF2-40B4-BE49-F238E27FC236}">
                  <a16:creationId xmlns:a16="http://schemas.microsoft.com/office/drawing/2014/main" id="{B26AFF3F-C5DC-4047-B63C-452508941F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7643961"/>
                </p:ext>
              </p:extLst>
            </p:nvPr>
          </p:nvGraphicFramePr>
          <p:xfrm>
            <a:off x="7656699" y="349333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95" name="Equation" r:id="rId8" imgW="177480" imgH="190440" progId="Equation.DSMT4">
                    <p:embed/>
                  </p:oleObj>
                </mc:Choice>
                <mc:Fallback>
                  <p:oleObj name="Equation" r:id="rId8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7656699" y="349333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对象 66">
              <a:extLst>
                <a:ext uri="{FF2B5EF4-FFF2-40B4-BE49-F238E27FC236}">
                  <a16:creationId xmlns:a16="http://schemas.microsoft.com/office/drawing/2014/main" id="{D35CAC43-6295-4F51-B6E9-FB3F9FC29D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0466470"/>
                </p:ext>
              </p:extLst>
            </p:nvPr>
          </p:nvGraphicFramePr>
          <p:xfrm>
            <a:off x="6292084" y="2048138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96" name="Equation" r:id="rId10" imgW="190440" imgH="241200" progId="Equation.DSMT4">
                    <p:embed/>
                  </p:oleObj>
                </mc:Choice>
                <mc:Fallback>
                  <p:oleObj name="Equation" r:id="rId10" imgW="190440" imgH="241200" progId="Equation.DSMT4">
                    <p:embed/>
                    <p:pic>
                      <p:nvPicPr>
                        <p:cNvPr id="66" name="对象 65">
                          <a:extLst>
                            <a:ext uri="{FF2B5EF4-FFF2-40B4-BE49-F238E27FC236}">
                              <a16:creationId xmlns:a16="http://schemas.microsoft.com/office/drawing/2014/main" id="{B26AFF3F-C5DC-4047-B63C-452508941F8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6292084" y="2048138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对象 67">
              <a:extLst>
                <a:ext uri="{FF2B5EF4-FFF2-40B4-BE49-F238E27FC236}">
                  <a16:creationId xmlns:a16="http://schemas.microsoft.com/office/drawing/2014/main" id="{42ED1372-EFDD-4D2E-9414-B6BFE570856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28376834"/>
                </p:ext>
              </p:extLst>
            </p:nvPr>
          </p:nvGraphicFramePr>
          <p:xfrm>
            <a:off x="6269684" y="3467932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97" name="Equation" r:id="rId12" imgW="228600" imgH="241200" progId="Equation.DSMT4">
                    <p:embed/>
                  </p:oleObj>
                </mc:Choice>
                <mc:Fallback>
                  <p:oleObj name="Equation" r:id="rId12" imgW="228600" imgH="241200" progId="Equation.DSMT4">
                    <p:embed/>
                    <p:pic>
                      <p:nvPicPr>
                        <p:cNvPr id="67" name="对象 66">
                          <a:extLst>
                            <a:ext uri="{FF2B5EF4-FFF2-40B4-BE49-F238E27FC236}">
                              <a16:creationId xmlns:a16="http://schemas.microsoft.com/office/drawing/2014/main" id="{D35CAC43-6295-4F51-B6E9-FB3F9FC29D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6269684" y="3467932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" name="对象 68">
              <a:extLst>
                <a:ext uri="{FF2B5EF4-FFF2-40B4-BE49-F238E27FC236}">
                  <a16:creationId xmlns:a16="http://schemas.microsoft.com/office/drawing/2014/main" id="{C47C4B14-BAEB-4747-ABF1-3418A9C269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7735490"/>
                </p:ext>
              </p:extLst>
            </p:nvPr>
          </p:nvGraphicFramePr>
          <p:xfrm>
            <a:off x="6830462" y="3426241"/>
            <a:ext cx="1143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98" name="Equation" r:id="rId14" imgW="114120" imgH="228600" progId="Equation.DSMT4">
                    <p:embed/>
                  </p:oleObj>
                </mc:Choice>
                <mc:Fallback>
                  <p:oleObj name="Equation" r:id="rId14" imgW="114120" imgH="228600" progId="Equation.DSMT4">
                    <p:embed/>
                    <p:pic>
                      <p:nvPicPr>
                        <p:cNvPr id="67" name="对象 66">
                          <a:extLst>
                            <a:ext uri="{FF2B5EF4-FFF2-40B4-BE49-F238E27FC236}">
                              <a16:creationId xmlns:a16="http://schemas.microsoft.com/office/drawing/2014/main" id="{D35CAC43-6295-4F51-B6E9-FB3F9FC29D3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6830462" y="3426241"/>
                          <a:ext cx="1143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0" name="对象 69">
              <a:extLst>
                <a:ext uri="{FF2B5EF4-FFF2-40B4-BE49-F238E27FC236}">
                  <a16:creationId xmlns:a16="http://schemas.microsoft.com/office/drawing/2014/main" id="{B82D9722-C69C-448A-8151-824914ECE6F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0182853"/>
                </p:ext>
              </p:extLst>
            </p:nvPr>
          </p:nvGraphicFramePr>
          <p:xfrm>
            <a:off x="7136575" y="3444199"/>
            <a:ext cx="1651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99" name="Equation" r:id="rId16" imgW="164880" imgH="228600" progId="Equation.DSMT4">
                    <p:embed/>
                  </p:oleObj>
                </mc:Choice>
                <mc:Fallback>
                  <p:oleObj name="Equation" r:id="rId16" imgW="164880" imgH="228600" progId="Equation.DSMT4">
                    <p:embed/>
                    <p:pic>
                      <p:nvPicPr>
                        <p:cNvPr id="69" name="对象 68">
                          <a:extLst>
                            <a:ext uri="{FF2B5EF4-FFF2-40B4-BE49-F238E27FC236}">
                              <a16:creationId xmlns:a16="http://schemas.microsoft.com/office/drawing/2014/main" id="{C47C4B14-BAEB-4747-ABF1-3418A9C269B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136575" y="3444199"/>
                          <a:ext cx="1651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对象 70">
              <a:extLst>
                <a:ext uri="{FF2B5EF4-FFF2-40B4-BE49-F238E27FC236}">
                  <a16:creationId xmlns:a16="http://schemas.microsoft.com/office/drawing/2014/main" id="{E92E96A7-8230-4737-A45F-EB18A97526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7629376"/>
                </p:ext>
              </p:extLst>
            </p:nvPr>
          </p:nvGraphicFramePr>
          <p:xfrm>
            <a:off x="6330184" y="2314672"/>
            <a:ext cx="1524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00" name="Equation" r:id="rId18" imgW="152280" imgH="241200" progId="Equation.DSMT4">
                    <p:embed/>
                  </p:oleObj>
                </mc:Choice>
                <mc:Fallback>
                  <p:oleObj name="Equation" r:id="rId18" imgW="152280" imgH="241200" progId="Equation.DSMT4">
                    <p:embed/>
                    <p:pic>
                      <p:nvPicPr>
                        <p:cNvPr id="70" name="对象 69">
                          <a:extLst>
                            <a:ext uri="{FF2B5EF4-FFF2-40B4-BE49-F238E27FC236}">
                              <a16:creationId xmlns:a16="http://schemas.microsoft.com/office/drawing/2014/main" id="{B82D9722-C69C-448A-8151-824914ECE6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330184" y="2314672"/>
                          <a:ext cx="1524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对象 71">
              <a:extLst>
                <a:ext uri="{FF2B5EF4-FFF2-40B4-BE49-F238E27FC236}">
                  <a16:creationId xmlns:a16="http://schemas.microsoft.com/office/drawing/2014/main" id="{9A6CDCFA-FEB4-413B-B3AD-40EB75A1A8F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1471297"/>
                </p:ext>
              </p:extLst>
            </p:nvPr>
          </p:nvGraphicFramePr>
          <p:xfrm>
            <a:off x="6322822" y="2901723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01" name="Equation" r:id="rId20" imgW="215640" imgH="228600" progId="Equation.DSMT4">
                    <p:embed/>
                  </p:oleObj>
                </mc:Choice>
                <mc:Fallback>
                  <p:oleObj name="Equation" r:id="rId20" imgW="2156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6322822" y="2901723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对象 72">
              <a:extLst>
                <a:ext uri="{FF2B5EF4-FFF2-40B4-BE49-F238E27FC236}">
                  <a16:creationId xmlns:a16="http://schemas.microsoft.com/office/drawing/2014/main" id="{DC9C8DC9-51F7-4205-BC53-066EB359D0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8032742"/>
                </p:ext>
              </p:extLst>
            </p:nvPr>
          </p:nvGraphicFramePr>
          <p:xfrm>
            <a:off x="6806358" y="2291811"/>
            <a:ext cx="2159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02" name="Equation" r:id="rId22" imgW="215640" imgH="228600" progId="Equation.DSMT4">
                    <p:embed/>
                  </p:oleObj>
                </mc:Choice>
                <mc:Fallback>
                  <p:oleObj name="Equation" r:id="rId22" imgW="215640" imgH="228600" progId="Equation.DSMT4">
                    <p:embed/>
                    <p:pic>
                      <p:nvPicPr>
                        <p:cNvPr id="70" name="对象 69">
                          <a:extLst>
                            <a:ext uri="{FF2B5EF4-FFF2-40B4-BE49-F238E27FC236}">
                              <a16:creationId xmlns:a16="http://schemas.microsoft.com/office/drawing/2014/main" id="{B82D9722-C69C-448A-8151-824914ECE6F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806358" y="2291811"/>
                          <a:ext cx="2159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对象 73">
              <a:extLst>
                <a:ext uri="{FF2B5EF4-FFF2-40B4-BE49-F238E27FC236}">
                  <a16:creationId xmlns:a16="http://schemas.microsoft.com/office/drawing/2014/main" id="{EF0D020C-4426-4AD2-82A1-0DFF577F61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4080316"/>
                </p:ext>
              </p:extLst>
            </p:nvPr>
          </p:nvGraphicFramePr>
          <p:xfrm>
            <a:off x="7214693" y="3205911"/>
            <a:ext cx="215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603" name="Equation" r:id="rId24" imgW="215640" imgH="241200" progId="Equation.DSMT4">
                    <p:embed/>
                  </p:oleObj>
                </mc:Choice>
                <mc:Fallback>
                  <p:oleObj name="Equation" r:id="rId24" imgW="215640" imgH="241200" progId="Equation.DSMT4">
                    <p:embed/>
                    <p:pic>
                      <p:nvPicPr>
                        <p:cNvPr id="73" name="对象 72">
                          <a:extLst>
                            <a:ext uri="{FF2B5EF4-FFF2-40B4-BE49-F238E27FC236}">
                              <a16:creationId xmlns:a16="http://schemas.microsoft.com/office/drawing/2014/main" id="{DC9C8DC9-51F7-4205-BC53-066EB359D0D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7214693" y="3205911"/>
                          <a:ext cx="215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" name="Text Box 1043">
            <a:extLst>
              <a:ext uri="{FF2B5EF4-FFF2-40B4-BE49-F238E27FC236}">
                <a16:creationId xmlns:a16="http://schemas.microsoft.com/office/drawing/2014/main" id="{15E13500-8964-4792-B305-636BF406D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264" y="1262662"/>
            <a:ext cx="2889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r>
              <a:rPr lang="en-US" altLang="zh-CN" sz="2400" b="1" dirty="0">
                <a:solidFill>
                  <a:schemeClr val="tx2"/>
                </a:solidFill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利用对称性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endParaRPr lang="en-US" altLang="zh-CN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graphicFrame>
        <p:nvGraphicFramePr>
          <p:cNvPr id="77" name="Object 1044">
            <a:extLst>
              <a:ext uri="{FF2B5EF4-FFF2-40B4-BE49-F238E27FC236}">
                <a16:creationId xmlns:a16="http://schemas.microsoft.com/office/drawing/2014/main" id="{F3355D6E-BEA4-428B-9128-2F46101AB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776712"/>
              </p:ext>
            </p:extLst>
          </p:nvPr>
        </p:nvGraphicFramePr>
        <p:xfrm>
          <a:off x="964133" y="1776119"/>
          <a:ext cx="272891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4" name="Equation" r:id="rId26" imgW="2692080" imgH="914400" progId="Equation.DSMT4">
                  <p:embed/>
                </p:oleObj>
              </mc:Choice>
              <mc:Fallback>
                <p:oleObj name="Equation" r:id="rId26" imgW="2692080" imgH="914400" progId="Equation.DSMT4">
                  <p:embed/>
                  <p:pic>
                    <p:nvPicPr>
                      <p:cNvPr id="120852" name="Object 1044">
                        <a:extLst>
                          <a:ext uri="{FF2B5EF4-FFF2-40B4-BE49-F238E27FC236}">
                            <a16:creationId xmlns:a16="http://schemas.microsoft.com/office/drawing/2014/main" id="{0AA42D1A-04B6-40BD-8388-6E367110F6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4133" y="1776119"/>
                        <a:ext cx="272891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Text Box 1058">
            <a:extLst>
              <a:ext uri="{FF2B5EF4-FFF2-40B4-BE49-F238E27FC236}">
                <a16:creationId xmlns:a16="http://schemas.microsoft.com/office/drawing/2014/main" id="{F180D6F0-D660-45EA-B762-A876954339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454" y="1271577"/>
            <a:ext cx="187743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在第一象限 </a:t>
            </a:r>
          </a:p>
        </p:txBody>
      </p:sp>
      <p:sp>
        <p:nvSpPr>
          <p:cNvPr id="83" name="Text Box 1049">
            <a:extLst>
              <a:ext uri="{FF2B5EF4-FFF2-40B4-BE49-F238E27FC236}">
                <a16:creationId xmlns:a16="http://schemas.microsoft.com/office/drawing/2014/main" id="{B94AEB17-5809-4FFC-BAAE-77B79F22C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264" y="2696869"/>
            <a:ext cx="3200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故旋转体体积为</a:t>
            </a:r>
          </a:p>
        </p:txBody>
      </p:sp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0D39C451-D958-4748-90FA-6E951B70DB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083800"/>
              </p:ext>
            </p:extLst>
          </p:nvPr>
        </p:nvGraphicFramePr>
        <p:xfrm>
          <a:off x="636004" y="3158534"/>
          <a:ext cx="4292601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5" name="Equation" r:id="rId28" imgW="4292280" imgH="634680" progId="Equation.DSMT4">
                  <p:embed/>
                </p:oleObj>
              </mc:Choice>
              <mc:Fallback>
                <p:oleObj name="Equation" r:id="rId28" imgW="429228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36004" y="3158534"/>
                        <a:ext cx="4292601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1069">
            <a:extLst>
              <a:ext uri="{FF2B5EF4-FFF2-40B4-BE49-F238E27FC236}">
                <a16:creationId xmlns:a16="http://schemas.microsoft.com/office/drawing/2014/main" id="{AAAE9C8B-9650-4053-9205-8DF777FC37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123276"/>
              </p:ext>
            </p:extLst>
          </p:nvPr>
        </p:nvGraphicFramePr>
        <p:xfrm>
          <a:off x="4932868" y="3152075"/>
          <a:ext cx="291306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6" name="Equation" r:id="rId30" imgW="2908080" imgH="634680" progId="Equation.DSMT4">
                  <p:embed/>
                </p:oleObj>
              </mc:Choice>
              <mc:Fallback>
                <p:oleObj name="Equation" r:id="rId30" imgW="2908080" imgH="634680" progId="Equation.DSMT4">
                  <p:embed/>
                  <p:pic>
                    <p:nvPicPr>
                      <p:cNvPr id="120877" name="Object 1069">
                        <a:extLst>
                          <a:ext uri="{FF2B5EF4-FFF2-40B4-BE49-F238E27FC236}">
                            <a16:creationId xmlns:a16="http://schemas.microsoft.com/office/drawing/2014/main" id="{2F6C9555-92D1-47C5-A086-441A12AA5C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868" y="3152075"/>
                        <a:ext cx="2913063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矩形 92">
            <a:extLst>
              <a:ext uri="{FF2B5EF4-FFF2-40B4-BE49-F238E27FC236}">
                <a16:creationId xmlns:a16="http://schemas.microsoft.com/office/drawing/2014/main" id="{844ED05C-612D-45AE-BC23-5A69702C71AA}"/>
              </a:ext>
            </a:extLst>
          </p:cNvPr>
          <p:cNvSpPr/>
          <p:nvPr/>
        </p:nvSpPr>
        <p:spPr>
          <a:xfrm>
            <a:off x="6812394" y="1417348"/>
            <a:ext cx="104110" cy="37367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36760D87-969F-4B29-9AE0-AF893E9E3777}"/>
              </a:ext>
            </a:extLst>
          </p:cNvPr>
          <p:cNvSpPr/>
          <p:nvPr/>
        </p:nvSpPr>
        <p:spPr>
          <a:xfrm>
            <a:off x="7282839" y="1423719"/>
            <a:ext cx="104110" cy="373671"/>
          </a:xfrm>
          <a:prstGeom prst="rect">
            <a:avLst/>
          </a:prstGeom>
          <a:solidFill>
            <a:srgbClr val="FFFF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5" name="Object 1053">
            <a:extLst>
              <a:ext uri="{FF2B5EF4-FFF2-40B4-BE49-F238E27FC236}">
                <a16:creationId xmlns:a16="http://schemas.microsoft.com/office/drawing/2014/main" id="{9AC6E23C-2615-4019-9FC9-B15C2C644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994587"/>
              </p:ext>
            </p:extLst>
          </p:nvPr>
        </p:nvGraphicFramePr>
        <p:xfrm>
          <a:off x="910616" y="3956605"/>
          <a:ext cx="3051175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7" name="Equation" r:id="rId32" imgW="3035160" imgH="634680" progId="Equation.DSMT4">
                  <p:embed/>
                </p:oleObj>
              </mc:Choice>
              <mc:Fallback>
                <p:oleObj name="Equation" r:id="rId32" imgW="3035160" imgH="634680" progId="Equation.DSMT4">
                  <p:embed/>
                  <p:pic>
                    <p:nvPicPr>
                      <p:cNvPr id="120861" name="Object 1053">
                        <a:extLst>
                          <a:ext uri="{FF2B5EF4-FFF2-40B4-BE49-F238E27FC236}">
                            <a16:creationId xmlns:a16="http://schemas.microsoft.com/office/drawing/2014/main" id="{481952DB-2444-44F8-AE7A-D909F3FE75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0616" y="3956605"/>
                        <a:ext cx="3051175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1056">
            <a:extLst>
              <a:ext uri="{FF2B5EF4-FFF2-40B4-BE49-F238E27FC236}">
                <a16:creationId xmlns:a16="http://schemas.microsoft.com/office/drawing/2014/main" id="{5A8C69BE-6A2A-448E-9145-9B3C321FD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6178601"/>
              </p:ext>
            </p:extLst>
          </p:nvPr>
        </p:nvGraphicFramePr>
        <p:xfrm>
          <a:off x="3949237" y="3943893"/>
          <a:ext cx="22796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8" name="Equation" r:id="rId34" imgW="2273040" imgH="634680" progId="Equation.DSMT4">
                  <p:embed/>
                </p:oleObj>
              </mc:Choice>
              <mc:Fallback>
                <p:oleObj name="Equation" r:id="rId34" imgW="2273040" imgH="634680" progId="Equation.DSMT4">
                  <p:embed/>
                  <p:pic>
                    <p:nvPicPr>
                      <p:cNvPr id="120864" name="Object 1056">
                        <a:extLst>
                          <a:ext uri="{FF2B5EF4-FFF2-40B4-BE49-F238E27FC236}">
                            <a16:creationId xmlns:a16="http://schemas.microsoft.com/office/drawing/2014/main" id="{A537ED64-4A4B-4B4C-91AF-1831D4C717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237" y="3943893"/>
                        <a:ext cx="227965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1057">
            <a:extLst>
              <a:ext uri="{FF2B5EF4-FFF2-40B4-BE49-F238E27FC236}">
                <a16:creationId xmlns:a16="http://schemas.microsoft.com/office/drawing/2014/main" id="{E8EB4BA5-C897-4858-8C8E-50091A8D39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659429"/>
              </p:ext>
            </p:extLst>
          </p:nvPr>
        </p:nvGraphicFramePr>
        <p:xfrm>
          <a:off x="6332921" y="3900554"/>
          <a:ext cx="1060450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9" name="Equation" r:id="rId36" imgW="1054080" imgH="736560" progId="Equation.DSMT4">
                  <p:embed/>
                </p:oleObj>
              </mc:Choice>
              <mc:Fallback>
                <p:oleObj name="Equation" r:id="rId36" imgW="1054080" imgH="736560" progId="Equation.DSMT4">
                  <p:embed/>
                  <p:pic>
                    <p:nvPicPr>
                      <p:cNvPr id="120865" name="Object 1057">
                        <a:extLst>
                          <a:ext uri="{FF2B5EF4-FFF2-40B4-BE49-F238E27FC236}">
                            <a16:creationId xmlns:a16="http://schemas.microsoft.com/office/drawing/2014/main" id="{E8D48FA3-2285-4209-8D01-E53EC080A1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2921" y="3900554"/>
                        <a:ext cx="1060450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A5CEF77-A8FF-403D-95CE-EC3B2012BE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85127"/>
              </p:ext>
            </p:extLst>
          </p:nvPr>
        </p:nvGraphicFramePr>
        <p:xfrm>
          <a:off x="-7818" y="867311"/>
          <a:ext cx="647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10" name="Equation" r:id="rId38" imgW="647640" imgH="342720" progId="Equation.DSMT4">
                  <p:embed/>
                </p:oleObj>
              </mc:Choice>
              <mc:Fallback>
                <p:oleObj name="Equation" r:id="rId38" imgW="6476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-7818" y="867311"/>
                        <a:ext cx="647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4871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utoUpdateAnimBg="0"/>
      <p:bldP spid="82" grpId="0" build="p" autoUpdateAnimBg="0"/>
      <p:bldP spid="83" grpId="0"/>
      <p:bldP spid="93" grpId="0" animBg="1"/>
      <p:bldP spid="9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1F064795-41A1-4260-9A8A-6CE9636F1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55526"/>
            <a:ext cx="6192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曲边扇形绕极轴旋转所得旋转体的体积问题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BECE97FB-408C-4CFA-9E8B-E399FC4047BC}"/>
              </a:ext>
            </a:extLst>
          </p:cNvPr>
          <p:cNvSpPr/>
          <p:nvPr/>
        </p:nvSpPr>
        <p:spPr>
          <a:xfrm>
            <a:off x="5884317" y="1434194"/>
            <a:ext cx="2570922" cy="1775791"/>
          </a:xfrm>
          <a:custGeom>
            <a:avLst/>
            <a:gdLst>
              <a:gd name="connsiteX0" fmla="*/ 0 w 2570922"/>
              <a:gd name="connsiteY0" fmla="*/ 245165 h 1775791"/>
              <a:gd name="connsiteX1" fmla="*/ 702366 w 2570922"/>
              <a:gd name="connsiteY1" fmla="*/ 1775791 h 1775791"/>
              <a:gd name="connsiteX2" fmla="*/ 2570922 w 2570922"/>
              <a:gd name="connsiteY2" fmla="*/ 907774 h 1775791"/>
              <a:gd name="connsiteX3" fmla="*/ 2511287 w 2570922"/>
              <a:gd name="connsiteY3" fmla="*/ 848139 h 1775791"/>
              <a:gd name="connsiteX4" fmla="*/ 2378766 w 2570922"/>
              <a:gd name="connsiteY4" fmla="*/ 689113 h 1775791"/>
              <a:gd name="connsiteX5" fmla="*/ 2153479 w 2570922"/>
              <a:gd name="connsiteY5" fmla="*/ 483704 h 1775791"/>
              <a:gd name="connsiteX6" fmla="*/ 1994453 w 2570922"/>
              <a:gd name="connsiteY6" fmla="*/ 384313 h 1775791"/>
              <a:gd name="connsiteX7" fmla="*/ 1881809 w 2570922"/>
              <a:gd name="connsiteY7" fmla="*/ 324678 h 1775791"/>
              <a:gd name="connsiteX8" fmla="*/ 1683027 w 2570922"/>
              <a:gd name="connsiteY8" fmla="*/ 298174 h 1775791"/>
              <a:gd name="connsiteX9" fmla="*/ 1484244 w 2570922"/>
              <a:gd name="connsiteY9" fmla="*/ 298174 h 1775791"/>
              <a:gd name="connsiteX10" fmla="*/ 1364974 w 2570922"/>
              <a:gd name="connsiteY10" fmla="*/ 304800 h 1775791"/>
              <a:gd name="connsiteX11" fmla="*/ 1285461 w 2570922"/>
              <a:gd name="connsiteY11" fmla="*/ 284922 h 1775791"/>
              <a:gd name="connsiteX12" fmla="*/ 1199322 w 2570922"/>
              <a:gd name="connsiteY12" fmla="*/ 265044 h 1775791"/>
              <a:gd name="connsiteX13" fmla="*/ 1113183 w 2570922"/>
              <a:gd name="connsiteY13" fmla="*/ 218661 h 1775791"/>
              <a:gd name="connsiteX14" fmla="*/ 947531 w 2570922"/>
              <a:gd name="connsiteY14" fmla="*/ 139148 h 1775791"/>
              <a:gd name="connsiteX15" fmla="*/ 815009 w 2570922"/>
              <a:gd name="connsiteY15" fmla="*/ 66261 h 1775791"/>
              <a:gd name="connsiteX16" fmla="*/ 702366 w 2570922"/>
              <a:gd name="connsiteY16" fmla="*/ 13252 h 1775791"/>
              <a:gd name="connsiteX17" fmla="*/ 629479 w 2570922"/>
              <a:gd name="connsiteY17" fmla="*/ 0 h 1775791"/>
              <a:gd name="connsiteX18" fmla="*/ 490331 w 2570922"/>
              <a:gd name="connsiteY18" fmla="*/ 0 h 1775791"/>
              <a:gd name="connsiteX19" fmla="*/ 357809 w 2570922"/>
              <a:gd name="connsiteY19" fmla="*/ 46383 h 1775791"/>
              <a:gd name="connsiteX20" fmla="*/ 0 w 2570922"/>
              <a:gd name="connsiteY20" fmla="*/ 245165 h 1775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570922" h="1775791">
                <a:moveTo>
                  <a:pt x="0" y="245165"/>
                </a:moveTo>
                <a:lnTo>
                  <a:pt x="702366" y="1775791"/>
                </a:lnTo>
                <a:lnTo>
                  <a:pt x="2570922" y="907774"/>
                </a:lnTo>
                <a:lnTo>
                  <a:pt x="2511287" y="848139"/>
                </a:lnTo>
                <a:lnTo>
                  <a:pt x="2378766" y="689113"/>
                </a:lnTo>
                <a:lnTo>
                  <a:pt x="2153479" y="483704"/>
                </a:lnTo>
                <a:lnTo>
                  <a:pt x="1994453" y="384313"/>
                </a:lnTo>
                <a:lnTo>
                  <a:pt x="1881809" y="324678"/>
                </a:lnTo>
                <a:lnTo>
                  <a:pt x="1683027" y="298174"/>
                </a:lnTo>
                <a:lnTo>
                  <a:pt x="1484244" y="298174"/>
                </a:lnTo>
                <a:lnTo>
                  <a:pt x="1364974" y="304800"/>
                </a:lnTo>
                <a:lnTo>
                  <a:pt x="1285461" y="284922"/>
                </a:lnTo>
                <a:lnTo>
                  <a:pt x="1199322" y="265044"/>
                </a:lnTo>
                <a:lnTo>
                  <a:pt x="1113183" y="218661"/>
                </a:lnTo>
                <a:lnTo>
                  <a:pt x="947531" y="139148"/>
                </a:lnTo>
                <a:lnTo>
                  <a:pt x="815009" y="66261"/>
                </a:lnTo>
                <a:lnTo>
                  <a:pt x="702366" y="13252"/>
                </a:lnTo>
                <a:lnTo>
                  <a:pt x="629479" y="0"/>
                </a:lnTo>
                <a:lnTo>
                  <a:pt x="490331" y="0"/>
                </a:lnTo>
                <a:lnTo>
                  <a:pt x="357809" y="46383"/>
                </a:lnTo>
                <a:lnTo>
                  <a:pt x="0" y="24516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598F4C0A-0573-4CCD-9750-BDDFA1F1B42E}"/>
              </a:ext>
            </a:extLst>
          </p:cNvPr>
          <p:cNvSpPr/>
          <p:nvPr/>
        </p:nvSpPr>
        <p:spPr>
          <a:xfrm>
            <a:off x="6614510" y="1524527"/>
            <a:ext cx="1112138" cy="1662293"/>
          </a:xfrm>
          <a:custGeom>
            <a:avLst/>
            <a:gdLst>
              <a:gd name="connsiteX0" fmla="*/ 576470 w 993913"/>
              <a:gd name="connsiteY0" fmla="*/ 0 h 1451114"/>
              <a:gd name="connsiteX1" fmla="*/ 0 w 993913"/>
              <a:gd name="connsiteY1" fmla="*/ 1451114 h 1451114"/>
              <a:gd name="connsiteX2" fmla="*/ 993913 w 993913"/>
              <a:gd name="connsiteY2" fmla="*/ 212035 h 1451114"/>
              <a:gd name="connsiteX3" fmla="*/ 940905 w 993913"/>
              <a:gd name="connsiteY3" fmla="*/ 139148 h 1451114"/>
              <a:gd name="connsiteX4" fmla="*/ 801757 w 993913"/>
              <a:gd name="connsiteY4" fmla="*/ 59635 h 1451114"/>
              <a:gd name="connsiteX5" fmla="*/ 576470 w 993913"/>
              <a:gd name="connsiteY5" fmla="*/ 0 h 1451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3913" h="1451114">
                <a:moveTo>
                  <a:pt x="576470" y="0"/>
                </a:moveTo>
                <a:lnTo>
                  <a:pt x="0" y="1451114"/>
                </a:lnTo>
                <a:lnTo>
                  <a:pt x="993913" y="212035"/>
                </a:lnTo>
                <a:lnTo>
                  <a:pt x="940905" y="139148"/>
                </a:lnTo>
                <a:lnTo>
                  <a:pt x="801757" y="59635"/>
                </a:lnTo>
                <a:lnTo>
                  <a:pt x="57647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C27FAD7-AECD-401B-9BCF-E1DC5A0CC90E}"/>
              </a:ext>
            </a:extLst>
          </p:cNvPr>
          <p:cNvGrpSpPr/>
          <p:nvPr/>
        </p:nvGrpSpPr>
        <p:grpSpPr>
          <a:xfrm>
            <a:off x="6507269" y="3215118"/>
            <a:ext cx="2314075" cy="267556"/>
            <a:chOff x="5444330" y="2444364"/>
            <a:chExt cx="2314075" cy="267556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851E20D0-4665-4F85-AF2A-C2712E9347B4}"/>
                </a:ext>
              </a:extLst>
            </p:cNvPr>
            <p:cNvCxnSpPr>
              <a:cxnSpLocks/>
            </p:cNvCxnSpPr>
            <p:nvPr/>
          </p:nvCxnSpPr>
          <p:spPr>
            <a:xfrm>
              <a:off x="5525146" y="2444364"/>
              <a:ext cx="223325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D2157696-0988-4B66-B46B-B8A544F8C3D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5787350"/>
                </p:ext>
              </p:extLst>
            </p:nvPr>
          </p:nvGraphicFramePr>
          <p:xfrm>
            <a:off x="7574649" y="2485209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136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54" name="Object 7">
                          <a:extLst>
                            <a:ext uri="{FF2B5EF4-FFF2-40B4-BE49-F238E27FC236}">
                              <a16:creationId xmlns:a16="http://schemas.microsoft.com/office/drawing/2014/main" id="{4D9B9FED-4341-42F8-A8CE-A294A699D3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4649" y="2485209"/>
                          <a:ext cx="177800" cy="190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51DFC193-C271-4B3F-8882-63E21CAAFD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1050300"/>
                </p:ext>
              </p:extLst>
            </p:nvPr>
          </p:nvGraphicFramePr>
          <p:xfrm>
            <a:off x="5444330" y="2470620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137" name="Equation" r:id="rId5" imgW="228600" imgH="241200" progId="Equation.DSMT4">
                    <p:embed/>
                  </p:oleObj>
                </mc:Choice>
                <mc:Fallback>
                  <p:oleObj name="Equation" r:id="rId5" imgW="228600" imgH="241200" progId="Equation.DSMT4">
                    <p:embed/>
                    <p:pic>
                      <p:nvPicPr>
                        <p:cNvPr id="55" name="Object 7">
                          <a:extLst>
                            <a:ext uri="{FF2B5EF4-FFF2-40B4-BE49-F238E27FC236}">
                              <a16:creationId xmlns:a16="http://schemas.microsoft.com/office/drawing/2014/main" id="{E819B3B8-F023-40D7-A5EE-1829A1F0419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4330" y="2470620"/>
                          <a:ext cx="2286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C25FB2BE-3538-4788-9B5D-9B19ED6CA1DA}"/>
              </a:ext>
            </a:extLst>
          </p:cNvPr>
          <p:cNvSpPr/>
          <p:nvPr/>
        </p:nvSpPr>
        <p:spPr>
          <a:xfrm>
            <a:off x="5895075" y="1449126"/>
            <a:ext cx="2563874" cy="893826"/>
          </a:xfrm>
          <a:custGeom>
            <a:avLst/>
            <a:gdLst>
              <a:gd name="connsiteX0" fmla="*/ 0 w 1936045"/>
              <a:gd name="connsiteY0" fmla="*/ 237781 h 1005426"/>
              <a:gd name="connsiteX1" fmla="*/ 451556 w 1936045"/>
              <a:gd name="connsiteY1" fmla="*/ 715 h 1005426"/>
              <a:gd name="connsiteX2" fmla="*/ 953911 w 1936045"/>
              <a:gd name="connsiteY2" fmla="*/ 305515 h 1005426"/>
              <a:gd name="connsiteX3" fmla="*/ 1484489 w 1936045"/>
              <a:gd name="connsiteY3" fmla="*/ 401470 h 1005426"/>
              <a:gd name="connsiteX4" fmla="*/ 1936045 w 1936045"/>
              <a:gd name="connsiteY4" fmla="*/ 1005426 h 1005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6045" h="1005426">
                <a:moveTo>
                  <a:pt x="0" y="237781"/>
                </a:moveTo>
                <a:cubicBezTo>
                  <a:pt x="146285" y="113603"/>
                  <a:pt x="292571" y="-10574"/>
                  <a:pt x="451556" y="715"/>
                </a:cubicBezTo>
                <a:cubicBezTo>
                  <a:pt x="610541" y="12004"/>
                  <a:pt x="781756" y="238723"/>
                  <a:pt x="953911" y="305515"/>
                </a:cubicBezTo>
                <a:cubicBezTo>
                  <a:pt x="1126066" y="372307"/>
                  <a:pt x="1320800" y="284818"/>
                  <a:pt x="1484489" y="401470"/>
                </a:cubicBezTo>
                <a:cubicBezTo>
                  <a:pt x="1648178" y="518122"/>
                  <a:pt x="1792111" y="761774"/>
                  <a:pt x="1936045" y="1005426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E7CBD32-0FAC-4177-B1DF-CCED8F0184A8}"/>
              </a:ext>
            </a:extLst>
          </p:cNvPr>
          <p:cNvCxnSpPr>
            <a:cxnSpLocks/>
            <a:endCxn id="9" idx="0"/>
          </p:cNvCxnSpPr>
          <p:nvPr/>
        </p:nvCxnSpPr>
        <p:spPr>
          <a:xfrm flipH="1" flipV="1">
            <a:off x="5895075" y="1660514"/>
            <a:ext cx="704824" cy="15550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7BFB272-7423-4302-A018-5E121575BA90}"/>
              </a:ext>
            </a:extLst>
          </p:cNvPr>
          <p:cNvCxnSpPr>
            <a:cxnSpLocks/>
          </p:cNvCxnSpPr>
          <p:nvPr/>
        </p:nvCxnSpPr>
        <p:spPr>
          <a:xfrm flipV="1">
            <a:off x="6589140" y="2340043"/>
            <a:ext cx="1859051" cy="8726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9D85ED7-3DB0-4554-A168-4FE044FA4AAB}"/>
              </a:ext>
            </a:extLst>
          </p:cNvPr>
          <p:cNvGrpSpPr/>
          <p:nvPr/>
        </p:nvGrpSpPr>
        <p:grpSpPr>
          <a:xfrm>
            <a:off x="6746967" y="3031824"/>
            <a:ext cx="546115" cy="305329"/>
            <a:chOff x="6831216" y="3049978"/>
            <a:chExt cx="546115" cy="305329"/>
          </a:xfrm>
        </p:grpSpPr>
        <p:sp>
          <p:nvSpPr>
            <p:cNvPr id="13" name="弧形 12">
              <a:extLst>
                <a:ext uri="{FF2B5EF4-FFF2-40B4-BE49-F238E27FC236}">
                  <a16:creationId xmlns:a16="http://schemas.microsoft.com/office/drawing/2014/main" id="{47B310D2-A5A6-45E1-972D-E5D9C033CFA6}"/>
                </a:ext>
              </a:extLst>
            </p:cNvPr>
            <p:cNvSpPr/>
            <p:nvPr/>
          </p:nvSpPr>
          <p:spPr>
            <a:xfrm rot="2613343">
              <a:off x="6831216" y="3064058"/>
              <a:ext cx="205303" cy="291249"/>
            </a:xfrm>
            <a:prstGeom prst="arc">
              <a:avLst>
                <a:gd name="adj1" fmla="val 15197491"/>
                <a:gd name="adj2" fmla="val 20449381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4" name="Object 29">
              <a:extLst>
                <a:ext uri="{FF2B5EF4-FFF2-40B4-BE49-F238E27FC236}">
                  <a16:creationId xmlns:a16="http://schemas.microsoft.com/office/drawing/2014/main" id="{7CBBBC81-9D44-4E75-9C2B-43CEB0487A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882971"/>
                </p:ext>
              </p:extLst>
            </p:nvPr>
          </p:nvGraphicFramePr>
          <p:xfrm>
            <a:off x="7123331" y="3049978"/>
            <a:ext cx="2540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138" name="Equation" r:id="rId7" imgW="253800" imgH="241200" progId="Equation.DSMT4">
                    <p:embed/>
                  </p:oleObj>
                </mc:Choice>
                <mc:Fallback>
                  <p:oleObj name="Equation" r:id="rId7" imgW="253800" imgH="241200" progId="Equation.DSMT4">
                    <p:embed/>
                    <p:pic>
                      <p:nvPicPr>
                        <p:cNvPr id="86" name="Object 29">
                          <a:extLst>
                            <a:ext uri="{FF2B5EF4-FFF2-40B4-BE49-F238E27FC236}">
                              <a16:creationId xmlns:a16="http://schemas.microsoft.com/office/drawing/2014/main" id="{F154B7CA-8E0E-4185-8271-860173E2F9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3331" y="3049978"/>
                          <a:ext cx="254000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4D80B5D-4284-4305-AD74-2BA7CF37D58E}"/>
              </a:ext>
            </a:extLst>
          </p:cNvPr>
          <p:cNvGrpSpPr/>
          <p:nvPr/>
        </p:nvGrpSpPr>
        <p:grpSpPr>
          <a:xfrm>
            <a:off x="6091538" y="2647649"/>
            <a:ext cx="749108" cy="889609"/>
            <a:chOff x="6175787" y="2665803"/>
            <a:chExt cx="749108" cy="889609"/>
          </a:xfrm>
        </p:grpSpPr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B99146AA-F3D0-47EB-B679-86092B44EED9}"/>
                </a:ext>
              </a:extLst>
            </p:cNvPr>
            <p:cNvSpPr/>
            <p:nvPr/>
          </p:nvSpPr>
          <p:spPr>
            <a:xfrm>
              <a:off x="6175787" y="2943464"/>
              <a:ext cx="749108" cy="611948"/>
            </a:xfrm>
            <a:prstGeom prst="arc">
              <a:avLst/>
            </a:prstGeom>
            <a:ln w="19050">
              <a:solidFill>
                <a:srgbClr val="33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7" name="Object 29">
              <a:extLst>
                <a:ext uri="{FF2B5EF4-FFF2-40B4-BE49-F238E27FC236}">
                  <a16:creationId xmlns:a16="http://schemas.microsoft.com/office/drawing/2014/main" id="{9F193087-B68B-4339-A1A0-963B23AF86F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6571735"/>
                </p:ext>
              </p:extLst>
            </p:nvPr>
          </p:nvGraphicFramePr>
          <p:xfrm>
            <a:off x="6583581" y="2665803"/>
            <a:ext cx="2667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139" name="Equation" r:id="rId9" imgW="266400" imgH="291960" progId="Equation.DSMT4">
                    <p:embed/>
                  </p:oleObj>
                </mc:Choice>
                <mc:Fallback>
                  <p:oleObj name="Equation" r:id="rId9" imgW="266400" imgH="291960" progId="Equation.DSMT4">
                    <p:embed/>
                    <p:pic>
                      <p:nvPicPr>
                        <p:cNvPr id="89" name="Object 29">
                          <a:extLst>
                            <a:ext uri="{FF2B5EF4-FFF2-40B4-BE49-F238E27FC236}">
                              <a16:creationId xmlns:a16="http://schemas.microsoft.com/office/drawing/2014/main" id="{7956970C-1577-470E-82D1-445EEFE6E21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83581" y="2665803"/>
                          <a:ext cx="266700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0EBD41B-D809-4126-AE52-9E645737A4BD}"/>
              </a:ext>
            </a:extLst>
          </p:cNvPr>
          <p:cNvCxnSpPr>
            <a:cxnSpLocks/>
          </p:cNvCxnSpPr>
          <p:nvPr/>
        </p:nvCxnSpPr>
        <p:spPr>
          <a:xfrm flipV="1">
            <a:off x="6608456" y="1761345"/>
            <a:ext cx="1120693" cy="1447407"/>
          </a:xfrm>
          <a:prstGeom prst="line">
            <a:avLst/>
          </a:prstGeom>
          <a:solidFill>
            <a:schemeClr val="lt1"/>
          </a:solidFill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C4B4874-F644-4046-BA0D-92F5C60EE321}"/>
              </a:ext>
            </a:extLst>
          </p:cNvPr>
          <p:cNvCxnSpPr>
            <a:cxnSpLocks/>
            <a:stCxn id="4" idx="1"/>
            <a:endCxn id="23" idx="0"/>
          </p:cNvCxnSpPr>
          <p:nvPr/>
        </p:nvCxnSpPr>
        <p:spPr>
          <a:xfrm flipV="1">
            <a:off x="6614510" y="1537144"/>
            <a:ext cx="640193" cy="1649676"/>
          </a:xfrm>
          <a:prstGeom prst="line">
            <a:avLst/>
          </a:prstGeom>
          <a:solidFill>
            <a:schemeClr val="lt1"/>
          </a:solidFill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AECBAC6-8E89-4EF2-BCD9-E69AC876D778}"/>
              </a:ext>
            </a:extLst>
          </p:cNvPr>
          <p:cNvGrpSpPr/>
          <p:nvPr/>
        </p:nvGrpSpPr>
        <p:grpSpPr>
          <a:xfrm>
            <a:off x="6530668" y="2652412"/>
            <a:ext cx="813214" cy="1048291"/>
            <a:chOff x="6612741" y="2675577"/>
            <a:chExt cx="813214" cy="1048291"/>
          </a:xfrm>
        </p:grpSpPr>
        <p:graphicFrame>
          <p:nvGraphicFramePr>
            <p:cNvPr id="21" name="Object 8">
              <a:extLst>
                <a:ext uri="{FF2B5EF4-FFF2-40B4-BE49-F238E27FC236}">
                  <a16:creationId xmlns:a16="http://schemas.microsoft.com/office/drawing/2014/main" id="{9428450D-565E-43C8-A533-3FA7633D4B2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0260020"/>
                </p:ext>
              </p:extLst>
            </p:nvPr>
          </p:nvGraphicFramePr>
          <p:xfrm>
            <a:off x="7219580" y="2675577"/>
            <a:ext cx="206375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140" name="Equation" r:id="rId11" imgW="228600" imgH="291960" progId="Equation.DSMT4">
                    <p:embed/>
                  </p:oleObj>
                </mc:Choice>
                <mc:Fallback>
                  <p:oleObj name="Equation" r:id="rId11" imgW="228600" imgH="291960" progId="Equation.DSMT4">
                    <p:embed/>
                    <p:pic>
                      <p:nvPicPr>
                        <p:cNvPr id="52" name="Object 8">
                          <a:extLst>
                            <a:ext uri="{FF2B5EF4-FFF2-40B4-BE49-F238E27FC236}">
                              <a16:creationId xmlns:a16="http://schemas.microsoft.com/office/drawing/2014/main" id="{18FC32F7-0B5A-4A09-8BB6-E39776126D4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19580" y="2675577"/>
                          <a:ext cx="206375" cy="2921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4E300115-1030-45C3-A97F-E8EE55297C5F}"/>
                </a:ext>
              </a:extLst>
            </p:cNvPr>
            <p:cNvSpPr/>
            <p:nvPr/>
          </p:nvSpPr>
          <p:spPr>
            <a:xfrm>
              <a:off x="6612741" y="2727441"/>
              <a:ext cx="808701" cy="996427"/>
            </a:xfrm>
            <a:prstGeom prst="arc">
              <a:avLst>
                <a:gd name="adj1" fmla="val 16455616"/>
                <a:gd name="adj2" fmla="val 20369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BEB82B44-6534-456E-BA10-A65592C4A531}"/>
              </a:ext>
            </a:extLst>
          </p:cNvPr>
          <p:cNvSpPr/>
          <p:nvPr/>
        </p:nvSpPr>
        <p:spPr>
          <a:xfrm>
            <a:off x="7254703" y="1537144"/>
            <a:ext cx="471945" cy="219659"/>
          </a:xfrm>
          <a:custGeom>
            <a:avLst/>
            <a:gdLst>
              <a:gd name="connsiteX0" fmla="*/ 0 w 390939"/>
              <a:gd name="connsiteY0" fmla="*/ 0 h 185530"/>
              <a:gd name="connsiteX1" fmla="*/ 198783 w 390939"/>
              <a:gd name="connsiteY1" fmla="*/ 46383 h 185530"/>
              <a:gd name="connsiteX2" fmla="*/ 390939 w 390939"/>
              <a:gd name="connsiteY2" fmla="*/ 185530 h 18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0939" h="185530">
                <a:moveTo>
                  <a:pt x="0" y="0"/>
                </a:moveTo>
                <a:cubicBezTo>
                  <a:pt x="66813" y="7730"/>
                  <a:pt x="133627" y="15461"/>
                  <a:pt x="198783" y="46383"/>
                </a:cubicBezTo>
                <a:cubicBezTo>
                  <a:pt x="263940" y="77305"/>
                  <a:pt x="327439" y="131417"/>
                  <a:pt x="390939" y="18553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4D3286C-D767-4470-AEAB-F80C8DE73BFF}"/>
              </a:ext>
            </a:extLst>
          </p:cNvPr>
          <p:cNvGrpSpPr/>
          <p:nvPr/>
        </p:nvGrpSpPr>
        <p:grpSpPr>
          <a:xfrm>
            <a:off x="6404082" y="2090437"/>
            <a:ext cx="497212" cy="828861"/>
            <a:chOff x="6523942" y="2172734"/>
            <a:chExt cx="497212" cy="828861"/>
          </a:xfrm>
        </p:grpSpPr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DC01E09D-F53D-42CE-8770-1C273743F0E5}"/>
                </a:ext>
              </a:extLst>
            </p:cNvPr>
            <p:cNvSpPr/>
            <p:nvPr/>
          </p:nvSpPr>
          <p:spPr>
            <a:xfrm>
              <a:off x="6794742" y="2854929"/>
              <a:ext cx="226412" cy="146666"/>
            </a:xfrm>
            <a:prstGeom prst="arc">
              <a:avLst/>
            </a:prstGeom>
            <a:ln w="190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26" name="Object 8">
              <a:extLst>
                <a:ext uri="{FF2B5EF4-FFF2-40B4-BE49-F238E27FC236}">
                  <a16:creationId xmlns:a16="http://schemas.microsoft.com/office/drawing/2014/main" id="{52565E82-5EC0-4E76-9B66-4B30BAC16E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6062843"/>
                </p:ext>
              </p:extLst>
            </p:nvPr>
          </p:nvGraphicFramePr>
          <p:xfrm>
            <a:off x="6523942" y="2172734"/>
            <a:ext cx="307975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141" name="Equation" r:id="rId13" imgW="342720" imgH="304560" progId="Equation.DSMT4">
                    <p:embed/>
                  </p:oleObj>
                </mc:Choice>
                <mc:Fallback>
                  <p:oleObj name="Equation" r:id="rId13" imgW="342720" imgH="304560" progId="Equation.DSMT4">
                    <p:embed/>
                    <p:pic>
                      <p:nvPicPr>
                        <p:cNvPr id="53" name="Object 8">
                          <a:extLst>
                            <a:ext uri="{FF2B5EF4-FFF2-40B4-BE49-F238E27FC236}">
                              <a16:creationId xmlns:a16="http://schemas.microsoft.com/office/drawing/2014/main" id="{4F4BBBEA-4CF9-4333-BCFD-1E57B47642A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3942" y="2172734"/>
                          <a:ext cx="307975" cy="3032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693DE85E-B9B7-4AD4-9309-D28F6F04985F}"/>
                </a:ext>
              </a:extLst>
            </p:cNvPr>
            <p:cNvCxnSpPr>
              <a:cxnSpLocks/>
              <a:stCxn id="26" idx="3"/>
            </p:cNvCxnSpPr>
            <p:nvPr/>
          </p:nvCxnSpPr>
          <p:spPr>
            <a:xfrm>
              <a:off x="6855695" y="2324204"/>
              <a:ext cx="125318" cy="49598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" name="Object 6">
            <a:extLst>
              <a:ext uri="{FF2B5EF4-FFF2-40B4-BE49-F238E27FC236}">
                <a16:creationId xmlns:a16="http://schemas.microsoft.com/office/drawing/2014/main" id="{5C33DFF2-9D8D-46B8-9FCD-5946EE0ADF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375414"/>
              </p:ext>
            </p:extLst>
          </p:nvPr>
        </p:nvGraphicFramePr>
        <p:xfrm>
          <a:off x="7726648" y="1436123"/>
          <a:ext cx="939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142" name="Equation" r:id="rId15" imgW="939600" imgH="304560" progId="Equation.DSMT4">
                  <p:embed/>
                </p:oleObj>
              </mc:Choice>
              <mc:Fallback>
                <p:oleObj name="Equation" r:id="rId15" imgW="939600" imgH="304560" progId="Equation.DSMT4">
                  <p:embed/>
                  <p:pic>
                    <p:nvPicPr>
                      <p:cNvPr id="58" name="Object 6">
                        <a:extLst>
                          <a:ext uri="{FF2B5EF4-FFF2-40B4-BE49-F238E27FC236}">
                            <a16:creationId xmlns:a16="http://schemas.microsoft.com/office/drawing/2014/main" id="{3F7E88F6-3017-45CC-9750-D86B412C15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6648" y="1436123"/>
                        <a:ext cx="93980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8">
            <a:extLst>
              <a:ext uri="{FF2B5EF4-FFF2-40B4-BE49-F238E27FC236}">
                <a16:creationId xmlns:a16="http://schemas.microsoft.com/office/drawing/2014/main" id="{DD2B9560-3521-4A35-B854-0BC5ADDB20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714" y="1210527"/>
            <a:ext cx="17236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设曲边扇形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7385B7FC-57ED-4519-9BCC-5A739100C7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49486"/>
              </p:ext>
            </p:extLst>
          </p:nvPr>
        </p:nvGraphicFramePr>
        <p:xfrm>
          <a:off x="2195736" y="1308393"/>
          <a:ext cx="1752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143" name="Equation" r:id="rId17" imgW="1752480" imgH="330120" progId="Equation.DSMT4">
                  <p:embed/>
                </p:oleObj>
              </mc:Choice>
              <mc:Fallback>
                <p:oleObj name="Equation" r:id="rId17" imgW="1752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95736" y="1308393"/>
                        <a:ext cx="17526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179A301C-662B-4C8D-97DE-0E8A9B33C1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254382"/>
              </p:ext>
            </p:extLst>
          </p:nvPr>
        </p:nvGraphicFramePr>
        <p:xfrm>
          <a:off x="4110665" y="1308393"/>
          <a:ext cx="1587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3144" name="Equation" r:id="rId19" imgW="1587240" imgH="342720" progId="Equation.DSMT4">
                  <p:embed/>
                </p:oleObj>
              </mc:Choice>
              <mc:Fallback>
                <p:oleObj name="Equation" r:id="rId19" imgW="1587240" imgH="34272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7385B7FC-57ED-4519-9BCC-5A739100C7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10665" y="1308393"/>
                        <a:ext cx="1587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8">
            <a:extLst>
              <a:ext uri="{FF2B5EF4-FFF2-40B4-BE49-F238E27FC236}">
                <a16:creationId xmlns:a16="http://schemas.microsoft.com/office/drawing/2014/main" id="{B2C5712B-1D1C-4E95-87D4-12C61D830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18" y="1865528"/>
            <a:ext cx="52009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绕极轴旋转一周所得旋转体的体积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75B9EE77-E0E6-4B88-9555-8DA1FA4CA744}"/>
              </a:ext>
            </a:extLst>
          </p:cNvPr>
          <p:cNvGrpSpPr/>
          <p:nvPr/>
        </p:nvGrpSpPr>
        <p:grpSpPr>
          <a:xfrm>
            <a:off x="445482" y="2584296"/>
            <a:ext cx="4513504" cy="464023"/>
            <a:chOff x="1016151" y="2244065"/>
            <a:chExt cx="5081701" cy="618698"/>
          </a:xfrm>
        </p:grpSpPr>
        <p:sp>
          <p:nvSpPr>
            <p:cNvPr id="34" name="Text Box 28">
              <a:extLst>
                <a:ext uri="{FF2B5EF4-FFF2-40B4-BE49-F238E27FC236}">
                  <a16:creationId xmlns:a16="http://schemas.microsoft.com/office/drawing/2014/main" id="{5781470F-9949-4304-8C37-3B777CE03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6151" y="2247209"/>
              <a:ext cx="740969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在</a:t>
              </a:r>
            </a:p>
          </p:txBody>
        </p:sp>
        <p:graphicFrame>
          <p:nvGraphicFramePr>
            <p:cNvPr id="35" name="Object 29">
              <a:extLst>
                <a:ext uri="{FF2B5EF4-FFF2-40B4-BE49-F238E27FC236}">
                  <a16:creationId xmlns:a16="http://schemas.microsoft.com/office/drawing/2014/main" id="{28B6091A-9A9C-4004-B6B0-418566695E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2956014"/>
                </p:ext>
              </p:extLst>
            </p:nvPr>
          </p:nvGraphicFramePr>
          <p:xfrm>
            <a:off x="1502995" y="2377258"/>
            <a:ext cx="90082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145" name="Equation" r:id="rId21" imgW="799920" imgH="342720" progId="Equation.DSMT4">
                    <p:embed/>
                  </p:oleObj>
                </mc:Choice>
                <mc:Fallback>
                  <p:oleObj name="Equation" r:id="rId21" imgW="799920" imgH="342720" progId="Equation.DSMT4">
                    <p:embed/>
                    <p:pic>
                      <p:nvPicPr>
                        <p:cNvPr id="173085" name="Object 29">
                          <a:extLst>
                            <a:ext uri="{FF2B5EF4-FFF2-40B4-BE49-F238E27FC236}">
                              <a16:creationId xmlns:a16="http://schemas.microsoft.com/office/drawing/2014/main" id="{8005B834-23A7-4426-9DB5-6C29D34C5D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995" y="2377258"/>
                          <a:ext cx="900823" cy="4254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Text Box 30">
              <a:extLst>
                <a:ext uri="{FF2B5EF4-FFF2-40B4-BE49-F238E27FC236}">
                  <a16:creationId xmlns:a16="http://schemas.microsoft.com/office/drawing/2014/main" id="{EC9FEE23-24DF-401F-8EB4-141F12F6D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4247" y="2244065"/>
              <a:ext cx="2634073" cy="615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上任取小区间</a:t>
              </a:r>
            </a:p>
          </p:txBody>
        </p:sp>
        <p:graphicFrame>
          <p:nvGraphicFramePr>
            <p:cNvPr id="37" name="Object 31">
              <a:extLst>
                <a:ext uri="{FF2B5EF4-FFF2-40B4-BE49-F238E27FC236}">
                  <a16:creationId xmlns:a16="http://schemas.microsoft.com/office/drawing/2014/main" id="{5B4669D0-FCAB-48AA-B462-6FE6F7FBD1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7723772"/>
                </p:ext>
              </p:extLst>
            </p:nvPr>
          </p:nvGraphicFramePr>
          <p:xfrm>
            <a:off x="4514262" y="2382216"/>
            <a:ext cx="1583590" cy="433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3146" name="Equation" r:id="rId23" imgW="1409400" imgH="342720" progId="Equation.DSMT4">
                    <p:embed/>
                  </p:oleObj>
                </mc:Choice>
                <mc:Fallback>
                  <p:oleObj name="Equation" r:id="rId23" imgW="1409400" imgH="342720" progId="Equation.DSMT4">
                    <p:embed/>
                    <p:pic>
                      <p:nvPicPr>
                        <p:cNvPr id="173087" name="Object 31">
                          <a:extLst>
                            <a:ext uri="{FF2B5EF4-FFF2-40B4-BE49-F238E27FC236}">
                              <a16:creationId xmlns:a16="http://schemas.microsoft.com/office/drawing/2014/main" id="{AF57E737-4E99-4822-85A0-BE485078D0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4262" y="2382216"/>
                          <a:ext cx="1583590" cy="4339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Text Box 32">
            <a:extLst>
              <a:ext uri="{FF2B5EF4-FFF2-40B4-BE49-F238E27FC236}">
                <a16:creationId xmlns:a16="http://schemas.microsoft.com/office/drawing/2014/main" id="{33E8B450-32B0-4F35-AD91-0AAA56E89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853" y="3211138"/>
            <a:ext cx="39915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小曲边扇形近似看作小扇形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57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>
            <a:extLst>
              <a:ext uri="{FF2B5EF4-FFF2-40B4-BE49-F238E27FC236}">
                <a16:creationId xmlns:a16="http://schemas.microsoft.com/office/drawing/2014/main" id="{46658F4A-2F64-46AC-92F3-46F8E44506F1}"/>
              </a:ext>
            </a:extLst>
          </p:cNvPr>
          <p:cNvGrpSpPr/>
          <p:nvPr/>
        </p:nvGrpSpPr>
        <p:grpSpPr>
          <a:xfrm>
            <a:off x="5364088" y="910516"/>
            <a:ext cx="3168352" cy="2601389"/>
            <a:chOff x="5364088" y="735165"/>
            <a:chExt cx="3168352" cy="2601389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3FEF21DB-7303-4AAD-9191-65A348ADD519}"/>
                </a:ext>
              </a:extLst>
            </p:cNvPr>
            <p:cNvGrpSpPr/>
            <p:nvPr/>
          </p:nvGrpSpPr>
          <p:grpSpPr>
            <a:xfrm>
              <a:off x="5364088" y="735165"/>
              <a:ext cx="3168352" cy="2601389"/>
              <a:chOff x="5717348" y="676126"/>
              <a:chExt cx="3168352" cy="2601389"/>
            </a:xfrm>
          </p:grpSpPr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0AC2AA50-516C-438E-ABD4-AA85597EAC41}"/>
                  </a:ext>
                </a:extLst>
              </p:cNvPr>
              <p:cNvSpPr/>
              <p:nvPr/>
            </p:nvSpPr>
            <p:spPr>
              <a:xfrm>
                <a:off x="6171984" y="1318138"/>
                <a:ext cx="1616160" cy="1498594"/>
              </a:xfrm>
              <a:custGeom>
                <a:avLst/>
                <a:gdLst>
                  <a:gd name="connsiteX0" fmla="*/ 216 w 1611049"/>
                  <a:gd name="connsiteY0" fmla="*/ 1462276 h 1462399"/>
                  <a:gd name="connsiteX1" fmla="*/ 26797 w 1611049"/>
                  <a:gd name="connsiteY1" fmla="*/ 1435695 h 1462399"/>
                  <a:gd name="connsiteX2" fmla="*/ 37430 w 1611049"/>
                  <a:gd name="connsiteY2" fmla="*/ 1403797 h 1462399"/>
                  <a:gd name="connsiteX3" fmla="*/ 48063 w 1611049"/>
                  <a:gd name="connsiteY3" fmla="*/ 1387848 h 1462399"/>
                  <a:gd name="connsiteX4" fmla="*/ 53379 w 1611049"/>
                  <a:gd name="connsiteY4" fmla="*/ 1371899 h 1462399"/>
                  <a:gd name="connsiteX5" fmla="*/ 74644 w 1611049"/>
                  <a:gd name="connsiteY5" fmla="*/ 1340002 h 1462399"/>
                  <a:gd name="connsiteX6" fmla="*/ 95909 w 1611049"/>
                  <a:gd name="connsiteY6" fmla="*/ 1308104 h 1462399"/>
                  <a:gd name="connsiteX7" fmla="*/ 117174 w 1611049"/>
                  <a:gd name="connsiteY7" fmla="*/ 1276206 h 1462399"/>
                  <a:gd name="connsiteX8" fmla="*/ 127807 w 1611049"/>
                  <a:gd name="connsiteY8" fmla="*/ 1260257 h 1462399"/>
                  <a:gd name="connsiteX9" fmla="*/ 138439 w 1611049"/>
                  <a:gd name="connsiteY9" fmla="*/ 1228360 h 1462399"/>
                  <a:gd name="connsiteX10" fmla="*/ 159704 w 1611049"/>
                  <a:gd name="connsiteY10" fmla="*/ 1196462 h 1462399"/>
                  <a:gd name="connsiteX11" fmla="*/ 175653 w 1611049"/>
                  <a:gd name="connsiteY11" fmla="*/ 1180513 h 1462399"/>
                  <a:gd name="connsiteX12" fmla="*/ 196918 w 1611049"/>
                  <a:gd name="connsiteY12" fmla="*/ 1148615 h 1462399"/>
                  <a:gd name="connsiteX13" fmla="*/ 218183 w 1611049"/>
                  <a:gd name="connsiteY13" fmla="*/ 1116718 h 1462399"/>
                  <a:gd name="connsiteX14" fmla="*/ 228816 w 1611049"/>
                  <a:gd name="connsiteY14" fmla="*/ 1100769 h 1462399"/>
                  <a:gd name="connsiteX15" fmla="*/ 234132 w 1611049"/>
                  <a:gd name="connsiteY15" fmla="*/ 1084820 h 1462399"/>
                  <a:gd name="connsiteX16" fmla="*/ 255397 w 1611049"/>
                  <a:gd name="connsiteY16" fmla="*/ 1052922 h 1462399"/>
                  <a:gd name="connsiteX17" fmla="*/ 260714 w 1611049"/>
                  <a:gd name="connsiteY17" fmla="*/ 1036974 h 1462399"/>
                  <a:gd name="connsiteX18" fmla="*/ 292611 w 1611049"/>
                  <a:gd name="connsiteY18" fmla="*/ 1005076 h 1462399"/>
                  <a:gd name="connsiteX19" fmla="*/ 308560 w 1611049"/>
                  <a:gd name="connsiteY19" fmla="*/ 989127 h 1462399"/>
                  <a:gd name="connsiteX20" fmla="*/ 329825 w 1611049"/>
                  <a:gd name="connsiteY20" fmla="*/ 957229 h 1462399"/>
                  <a:gd name="connsiteX21" fmla="*/ 335142 w 1611049"/>
                  <a:gd name="connsiteY21" fmla="*/ 941281 h 1462399"/>
                  <a:gd name="connsiteX22" fmla="*/ 345774 w 1611049"/>
                  <a:gd name="connsiteY22" fmla="*/ 925332 h 1462399"/>
                  <a:gd name="connsiteX23" fmla="*/ 356407 w 1611049"/>
                  <a:gd name="connsiteY23" fmla="*/ 904067 h 1462399"/>
                  <a:gd name="connsiteX24" fmla="*/ 367039 w 1611049"/>
                  <a:gd name="connsiteY24" fmla="*/ 888118 h 1462399"/>
                  <a:gd name="connsiteX25" fmla="*/ 372356 w 1611049"/>
                  <a:gd name="connsiteY25" fmla="*/ 872169 h 1462399"/>
                  <a:gd name="connsiteX26" fmla="*/ 398937 w 1611049"/>
                  <a:gd name="connsiteY26" fmla="*/ 840271 h 1462399"/>
                  <a:gd name="connsiteX27" fmla="*/ 425518 w 1611049"/>
                  <a:gd name="connsiteY27" fmla="*/ 803057 h 1462399"/>
                  <a:gd name="connsiteX28" fmla="*/ 436151 w 1611049"/>
                  <a:gd name="connsiteY28" fmla="*/ 781792 h 1462399"/>
                  <a:gd name="connsiteX29" fmla="*/ 457416 w 1611049"/>
                  <a:gd name="connsiteY29" fmla="*/ 749895 h 1462399"/>
                  <a:gd name="connsiteX30" fmla="*/ 483997 w 1611049"/>
                  <a:gd name="connsiteY30" fmla="*/ 702048 h 1462399"/>
                  <a:gd name="connsiteX31" fmla="*/ 515895 w 1611049"/>
                  <a:gd name="connsiteY31" fmla="*/ 670150 h 1462399"/>
                  <a:gd name="connsiteX32" fmla="*/ 542476 w 1611049"/>
                  <a:gd name="connsiteY32" fmla="*/ 643569 h 1462399"/>
                  <a:gd name="connsiteX33" fmla="*/ 558425 w 1611049"/>
                  <a:gd name="connsiteY33" fmla="*/ 611671 h 1462399"/>
                  <a:gd name="connsiteX34" fmla="*/ 574374 w 1611049"/>
                  <a:gd name="connsiteY34" fmla="*/ 601039 h 1462399"/>
                  <a:gd name="connsiteX35" fmla="*/ 595639 w 1611049"/>
                  <a:gd name="connsiteY35" fmla="*/ 569141 h 1462399"/>
                  <a:gd name="connsiteX36" fmla="*/ 616904 w 1611049"/>
                  <a:gd name="connsiteY36" fmla="*/ 537243 h 1462399"/>
                  <a:gd name="connsiteX37" fmla="*/ 648802 w 1611049"/>
                  <a:gd name="connsiteY37" fmla="*/ 505346 h 1462399"/>
                  <a:gd name="connsiteX38" fmla="*/ 670067 w 1611049"/>
                  <a:gd name="connsiteY38" fmla="*/ 473448 h 1462399"/>
                  <a:gd name="connsiteX39" fmla="*/ 680700 w 1611049"/>
                  <a:gd name="connsiteY39" fmla="*/ 441550 h 1462399"/>
                  <a:gd name="connsiteX40" fmla="*/ 686016 w 1611049"/>
                  <a:gd name="connsiteY40" fmla="*/ 420285 h 1462399"/>
                  <a:gd name="connsiteX41" fmla="*/ 717914 w 1611049"/>
                  <a:gd name="connsiteY41" fmla="*/ 372439 h 1462399"/>
                  <a:gd name="connsiteX42" fmla="*/ 728546 w 1611049"/>
                  <a:gd name="connsiteY42" fmla="*/ 356490 h 1462399"/>
                  <a:gd name="connsiteX43" fmla="*/ 739179 w 1611049"/>
                  <a:gd name="connsiteY43" fmla="*/ 340541 h 1462399"/>
                  <a:gd name="connsiteX44" fmla="*/ 765760 w 1611049"/>
                  <a:gd name="connsiteY44" fmla="*/ 292695 h 1462399"/>
                  <a:gd name="connsiteX45" fmla="*/ 776393 w 1611049"/>
                  <a:gd name="connsiteY45" fmla="*/ 276746 h 1462399"/>
                  <a:gd name="connsiteX46" fmla="*/ 792342 w 1611049"/>
                  <a:gd name="connsiteY46" fmla="*/ 244848 h 1462399"/>
                  <a:gd name="connsiteX47" fmla="*/ 808290 w 1611049"/>
                  <a:gd name="connsiteY47" fmla="*/ 234215 h 1462399"/>
                  <a:gd name="connsiteX48" fmla="*/ 845504 w 1611049"/>
                  <a:gd name="connsiteY48" fmla="*/ 197002 h 1462399"/>
                  <a:gd name="connsiteX49" fmla="*/ 877402 w 1611049"/>
                  <a:gd name="connsiteY49" fmla="*/ 170420 h 1462399"/>
                  <a:gd name="connsiteX50" fmla="*/ 898667 w 1611049"/>
                  <a:gd name="connsiteY50" fmla="*/ 149155 h 1462399"/>
                  <a:gd name="connsiteX51" fmla="*/ 914616 w 1611049"/>
                  <a:gd name="connsiteY51" fmla="*/ 138522 h 1462399"/>
                  <a:gd name="connsiteX52" fmla="*/ 941197 w 1611049"/>
                  <a:gd name="connsiteY52" fmla="*/ 106625 h 1462399"/>
                  <a:gd name="connsiteX53" fmla="*/ 946514 w 1611049"/>
                  <a:gd name="connsiteY53" fmla="*/ 85360 h 1462399"/>
                  <a:gd name="connsiteX54" fmla="*/ 951830 w 1611049"/>
                  <a:gd name="connsiteY54" fmla="*/ 53462 h 1462399"/>
                  <a:gd name="connsiteX55" fmla="*/ 978411 w 1611049"/>
                  <a:gd name="connsiteY55" fmla="*/ 21564 h 1462399"/>
                  <a:gd name="connsiteX56" fmla="*/ 983728 w 1611049"/>
                  <a:gd name="connsiteY56" fmla="*/ 5615 h 1462399"/>
                  <a:gd name="connsiteX57" fmla="*/ 1015625 w 1611049"/>
                  <a:gd name="connsiteY57" fmla="*/ 5615 h 1462399"/>
                  <a:gd name="connsiteX58" fmla="*/ 1047523 w 1611049"/>
                  <a:gd name="connsiteY58" fmla="*/ 26881 h 1462399"/>
                  <a:gd name="connsiteX59" fmla="*/ 1063472 w 1611049"/>
                  <a:gd name="connsiteY59" fmla="*/ 32197 h 1462399"/>
                  <a:gd name="connsiteX60" fmla="*/ 1100686 w 1611049"/>
                  <a:gd name="connsiteY60" fmla="*/ 53462 h 1462399"/>
                  <a:gd name="connsiteX61" fmla="*/ 1132583 w 1611049"/>
                  <a:gd name="connsiteY61" fmla="*/ 80043 h 1462399"/>
                  <a:gd name="connsiteX62" fmla="*/ 1164481 w 1611049"/>
                  <a:gd name="connsiteY62" fmla="*/ 101309 h 1462399"/>
                  <a:gd name="connsiteX63" fmla="*/ 1175114 w 1611049"/>
                  <a:gd name="connsiteY63" fmla="*/ 117257 h 1462399"/>
                  <a:gd name="connsiteX64" fmla="*/ 1212328 w 1611049"/>
                  <a:gd name="connsiteY64" fmla="*/ 133206 h 1462399"/>
                  <a:gd name="connsiteX65" fmla="*/ 1228276 w 1611049"/>
                  <a:gd name="connsiteY65" fmla="*/ 143839 h 1462399"/>
                  <a:gd name="connsiteX66" fmla="*/ 1260174 w 1611049"/>
                  <a:gd name="connsiteY66" fmla="*/ 175736 h 1462399"/>
                  <a:gd name="connsiteX67" fmla="*/ 1276123 w 1611049"/>
                  <a:gd name="connsiteY67" fmla="*/ 181053 h 1462399"/>
                  <a:gd name="connsiteX68" fmla="*/ 1292072 w 1611049"/>
                  <a:gd name="connsiteY68" fmla="*/ 197002 h 1462399"/>
                  <a:gd name="connsiteX69" fmla="*/ 1308021 w 1611049"/>
                  <a:gd name="connsiteY69" fmla="*/ 207634 h 1462399"/>
                  <a:gd name="connsiteX70" fmla="*/ 1334602 w 1611049"/>
                  <a:gd name="connsiteY70" fmla="*/ 234215 h 1462399"/>
                  <a:gd name="connsiteX71" fmla="*/ 1371816 w 1611049"/>
                  <a:gd name="connsiteY71" fmla="*/ 282062 h 1462399"/>
                  <a:gd name="connsiteX72" fmla="*/ 1393081 w 1611049"/>
                  <a:gd name="connsiteY72" fmla="*/ 308643 h 1462399"/>
                  <a:gd name="connsiteX73" fmla="*/ 1414346 w 1611049"/>
                  <a:gd name="connsiteY73" fmla="*/ 340541 h 1462399"/>
                  <a:gd name="connsiteX74" fmla="*/ 1430295 w 1611049"/>
                  <a:gd name="connsiteY74" fmla="*/ 356490 h 1462399"/>
                  <a:gd name="connsiteX75" fmla="*/ 1467509 w 1611049"/>
                  <a:gd name="connsiteY75" fmla="*/ 399020 h 1462399"/>
                  <a:gd name="connsiteX76" fmla="*/ 1494090 w 1611049"/>
                  <a:gd name="connsiteY76" fmla="*/ 430918 h 1462399"/>
                  <a:gd name="connsiteX77" fmla="*/ 1525988 w 1611049"/>
                  <a:gd name="connsiteY77" fmla="*/ 484081 h 1462399"/>
                  <a:gd name="connsiteX78" fmla="*/ 1536621 w 1611049"/>
                  <a:gd name="connsiteY78" fmla="*/ 500029 h 1462399"/>
                  <a:gd name="connsiteX79" fmla="*/ 1552569 w 1611049"/>
                  <a:gd name="connsiteY79" fmla="*/ 531927 h 1462399"/>
                  <a:gd name="connsiteX80" fmla="*/ 1557886 w 1611049"/>
                  <a:gd name="connsiteY80" fmla="*/ 547876 h 1462399"/>
                  <a:gd name="connsiteX81" fmla="*/ 1584467 w 1611049"/>
                  <a:gd name="connsiteY81" fmla="*/ 579774 h 1462399"/>
                  <a:gd name="connsiteX82" fmla="*/ 1589783 w 1611049"/>
                  <a:gd name="connsiteY82" fmla="*/ 595722 h 1462399"/>
                  <a:gd name="connsiteX83" fmla="*/ 1600416 w 1611049"/>
                  <a:gd name="connsiteY83" fmla="*/ 611671 h 1462399"/>
                  <a:gd name="connsiteX84" fmla="*/ 1605732 w 1611049"/>
                  <a:gd name="connsiteY84" fmla="*/ 632936 h 1462399"/>
                  <a:gd name="connsiteX85" fmla="*/ 1611049 w 1611049"/>
                  <a:gd name="connsiteY85" fmla="*/ 648885 h 1462399"/>
                  <a:gd name="connsiteX86" fmla="*/ 1605732 w 1611049"/>
                  <a:gd name="connsiteY86" fmla="*/ 680783 h 1462399"/>
                  <a:gd name="connsiteX87" fmla="*/ 1589783 w 1611049"/>
                  <a:gd name="connsiteY87" fmla="*/ 686099 h 1462399"/>
                  <a:gd name="connsiteX88" fmla="*/ 1573835 w 1611049"/>
                  <a:gd name="connsiteY88" fmla="*/ 696732 h 1462399"/>
                  <a:gd name="connsiteX89" fmla="*/ 1541937 w 1611049"/>
                  <a:gd name="connsiteY89" fmla="*/ 707364 h 1462399"/>
                  <a:gd name="connsiteX90" fmla="*/ 1510039 w 1611049"/>
                  <a:gd name="connsiteY90" fmla="*/ 728629 h 1462399"/>
                  <a:gd name="connsiteX91" fmla="*/ 1494090 w 1611049"/>
                  <a:gd name="connsiteY91" fmla="*/ 733946 h 1462399"/>
                  <a:gd name="connsiteX92" fmla="*/ 1462193 w 1611049"/>
                  <a:gd name="connsiteY92" fmla="*/ 755211 h 1462399"/>
                  <a:gd name="connsiteX93" fmla="*/ 1440928 w 1611049"/>
                  <a:gd name="connsiteY93" fmla="*/ 765843 h 1462399"/>
                  <a:gd name="connsiteX94" fmla="*/ 1409030 w 1611049"/>
                  <a:gd name="connsiteY94" fmla="*/ 792425 h 1462399"/>
                  <a:gd name="connsiteX95" fmla="*/ 1393081 w 1611049"/>
                  <a:gd name="connsiteY95" fmla="*/ 797741 h 1462399"/>
                  <a:gd name="connsiteX96" fmla="*/ 1361183 w 1611049"/>
                  <a:gd name="connsiteY96" fmla="*/ 813690 h 1462399"/>
                  <a:gd name="connsiteX97" fmla="*/ 1345235 w 1611049"/>
                  <a:gd name="connsiteY97" fmla="*/ 824322 h 1462399"/>
                  <a:gd name="connsiteX98" fmla="*/ 1297388 w 1611049"/>
                  <a:gd name="connsiteY98" fmla="*/ 840271 h 1462399"/>
                  <a:gd name="connsiteX99" fmla="*/ 1281439 w 1611049"/>
                  <a:gd name="connsiteY99" fmla="*/ 845588 h 1462399"/>
                  <a:gd name="connsiteX100" fmla="*/ 1249542 w 1611049"/>
                  <a:gd name="connsiteY100" fmla="*/ 866853 h 1462399"/>
                  <a:gd name="connsiteX101" fmla="*/ 1212328 w 1611049"/>
                  <a:gd name="connsiteY101" fmla="*/ 882802 h 1462399"/>
                  <a:gd name="connsiteX102" fmla="*/ 1180430 w 1611049"/>
                  <a:gd name="connsiteY102" fmla="*/ 893434 h 1462399"/>
                  <a:gd name="connsiteX103" fmla="*/ 1164481 w 1611049"/>
                  <a:gd name="connsiteY103" fmla="*/ 898750 h 1462399"/>
                  <a:gd name="connsiteX104" fmla="*/ 1143216 w 1611049"/>
                  <a:gd name="connsiteY104" fmla="*/ 909383 h 1462399"/>
                  <a:gd name="connsiteX105" fmla="*/ 1111318 w 1611049"/>
                  <a:gd name="connsiteY105" fmla="*/ 920015 h 1462399"/>
                  <a:gd name="connsiteX106" fmla="*/ 1079421 w 1611049"/>
                  <a:gd name="connsiteY106" fmla="*/ 930648 h 1462399"/>
                  <a:gd name="connsiteX107" fmla="*/ 1047523 w 1611049"/>
                  <a:gd name="connsiteY107" fmla="*/ 941281 h 1462399"/>
                  <a:gd name="connsiteX108" fmla="*/ 1026258 w 1611049"/>
                  <a:gd name="connsiteY108" fmla="*/ 951913 h 1462399"/>
                  <a:gd name="connsiteX109" fmla="*/ 994360 w 1611049"/>
                  <a:gd name="connsiteY109" fmla="*/ 962546 h 1462399"/>
                  <a:gd name="connsiteX110" fmla="*/ 978411 w 1611049"/>
                  <a:gd name="connsiteY110" fmla="*/ 973178 h 1462399"/>
                  <a:gd name="connsiteX111" fmla="*/ 962463 w 1611049"/>
                  <a:gd name="connsiteY111" fmla="*/ 978495 h 1462399"/>
                  <a:gd name="connsiteX112" fmla="*/ 930565 w 1611049"/>
                  <a:gd name="connsiteY112" fmla="*/ 999760 h 1462399"/>
                  <a:gd name="connsiteX113" fmla="*/ 882718 w 1611049"/>
                  <a:gd name="connsiteY113" fmla="*/ 1021025 h 1462399"/>
                  <a:gd name="connsiteX114" fmla="*/ 866769 w 1611049"/>
                  <a:gd name="connsiteY114" fmla="*/ 1026341 h 1462399"/>
                  <a:gd name="connsiteX115" fmla="*/ 850821 w 1611049"/>
                  <a:gd name="connsiteY115" fmla="*/ 1036974 h 1462399"/>
                  <a:gd name="connsiteX116" fmla="*/ 829556 w 1611049"/>
                  <a:gd name="connsiteY116" fmla="*/ 1042290 h 1462399"/>
                  <a:gd name="connsiteX117" fmla="*/ 797658 w 1611049"/>
                  <a:gd name="connsiteY117" fmla="*/ 1052922 h 1462399"/>
                  <a:gd name="connsiteX118" fmla="*/ 781709 w 1611049"/>
                  <a:gd name="connsiteY118" fmla="*/ 1058239 h 1462399"/>
                  <a:gd name="connsiteX119" fmla="*/ 765760 w 1611049"/>
                  <a:gd name="connsiteY119" fmla="*/ 1068871 h 1462399"/>
                  <a:gd name="connsiteX120" fmla="*/ 744495 w 1611049"/>
                  <a:gd name="connsiteY120" fmla="*/ 1074188 h 1462399"/>
                  <a:gd name="connsiteX121" fmla="*/ 712597 w 1611049"/>
                  <a:gd name="connsiteY121" fmla="*/ 1084820 h 1462399"/>
                  <a:gd name="connsiteX122" fmla="*/ 680700 w 1611049"/>
                  <a:gd name="connsiteY122" fmla="*/ 1100769 h 1462399"/>
                  <a:gd name="connsiteX123" fmla="*/ 643486 w 1611049"/>
                  <a:gd name="connsiteY123" fmla="*/ 1122034 h 1462399"/>
                  <a:gd name="connsiteX124" fmla="*/ 622221 w 1611049"/>
                  <a:gd name="connsiteY124" fmla="*/ 1132667 h 1462399"/>
                  <a:gd name="connsiteX125" fmla="*/ 590323 w 1611049"/>
                  <a:gd name="connsiteY125" fmla="*/ 1153932 h 1462399"/>
                  <a:gd name="connsiteX126" fmla="*/ 553109 w 1611049"/>
                  <a:gd name="connsiteY126" fmla="*/ 1169881 h 1462399"/>
                  <a:gd name="connsiteX127" fmla="*/ 537160 w 1611049"/>
                  <a:gd name="connsiteY127" fmla="*/ 1180513 h 1462399"/>
                  <a:gd name="connsiteX128" fmla="*/ 499946 w 1611049"/>
                  <a:gd name="connsiteY128" fmla="*/ 1196462 h 1462399"/>
                  <a:gd name="connsiteX129" fmla="*/ 452100 w 1611049"/>
                  <a:gd name="connsiteY129" fmla="*/ 1217727 h 1462399"/>
                  <a:gd name="connsiteX130" fmla="*/ 430835 w 1611049"/>
                  <a:gd name="connsiteY130" fmla="*/ 1228360 h 1462399"/>
                  <a:gd name="connsiteX131" fmla="*/ 409569 w 1611049"/>
                  <a:gd name="connsiteY131" fmla="*/ 1233676 h 1462399"/>
                  <a:gd name="connsiteX132" fmla="*/ 393621 w 1611049"/>
                  <a:gd name="connsiteY132" fmla="*/ 1238992 h 1462399"/>
                  <a:gd name="connsiteX133" fmla="*/ 377672 w 1611049"/>
                  <a:gd name="connsiteY133" fmla="*/ 1249625 h 1462399"/>
                  <a:gd name="connsiteX134" fmla="*/ 356407 w 1611049"/>
                  <a:gd name="connsiteY134" fmla="*/ 1254941 h 1462399"/>
                  <a:gd name="connsiteX135" fmla="*/ 340458 w 1611049"/>
                  <a:gd name="connsiteY135" fmla="*/ 1260257 h 1462399"/>
                  <a:gd name="connsiteX136" fmla="*/ 292611 w 1611049"/>
                  <a:gd name="connsiteY136" fmla="*/ 1281522 h 1462399"/>
                  <a:gd name="connsiteX137" fmla="*/ 239449 w 1611049"/>
                  <a:gd name="connsiteY137" fmla="*/ 1313420 h 1462399"/>
                  <a:gd name="connsiteX138" fmla="*/ 223500 w 1611049"/>
                  <a:gd name="connsiteY138" fmla="*/ 1324053 h 1462399"/>
                  <a:gd name="connsiteX139" fmla="*/ 191602 w 1611049"/>
                  <a:gd name="connsiteY139" fmla="*/ 1345318 h 1462399"/>
                  <a:gd name="connsiteX140" fmla="*/ 218183 w 1611049"/>
                  <a:gd name="connsiteY140" fmla="*/ 1361267 h 1462399"/>
                  <a:gd name="connsiteX141" fmla="*/ 186286 w 1611049"/>
                  <a:gd name="connsiteY141" fmla="*/ 1371899 h 1462399"/>
                  <a:gd name="connsiteX142" fmla="*/ 154388 w 1611049"/>
                  <a:gd name="connsiteY142" fmla="*/ 1382532 h 1462399"/>
                  <a:gd name="connsiteX143" fmla="*/ 138439 w 1611049"/>
                  <a:gd name="connsiteY143" fmla="*/ 1393164 h 1462399"/>
                  <a:gd name="connsiteX144" fmla="*/ 90593 w 1611049"/>
                  <a:gd name="connsiteY144" fmla="*/ 1403797 h 1462399"/>
                  <a:gd name="connsiteX145" fmla="*/ 74644 w 1611049"/>
                  <a:gd name="connsiteY145" fmla="*/ 1414429 h 1462399"/>
                  <a:gd name="connsiteX146" fmla="*/ 42746 w 1611049"/>
                  <a:gd name="connsiteY146" fmla="*/ 1425062 h 1462399"/>
                  <a:gd name="connsiteX147" fmla="*/ 216 w 1611049"/>
                  <a:gd name="connsiteY147" fmla="*/ 1462276 h 1462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</a:cxnLst>
                <a:rect l="l" t="t" r="r" b="b"/>
                <a:pathLst>
                  <a:path w="1611049" h="1462399">
                    <a:moveTo>
                      <a:pt x="216" y="1462276"/>
                    </a:moveTo>
                    <a:cubicBezTo>
                      <a:pt x="-2442" y="1464048"/>
                      <a:pt x="20070" y="1446266"/>
                      <a:pt x="26797" y="1435695"/>
                    </a:cubicBezTo>
                    <a:cubicBezTo>
                      <a:pt x="32814" y="1426239"/>
                      <a:pt x="31213" y="1413122"/>
                      <a:pt x="37430" y="1403797"/>
                    </a:cubicBezTo>
                    <a:lnTo>
                      <a:pt x="48063" y="1387848"/>
                    </a:lnTo>
                    <a:cubicBezTo>
                      <a:pt x="49835" y="1382532"/>
                      <a:pt x="50658" y="1376798"/>
                      <a:pt x="53379" y="1371899"/>
                    </a:cubicBezTo>
                    <a:cubicBezTo>
                      <a:pt x="59585" y="1360729"/>
                      <a:pt x="67556" y="1350634"/>
                      <a:pt x="74644" y="1340002"/>
                    </a:cubicBezTo>
                    <a:lnTo>
                      <a:pt x="95909" y="1308104"/>
                    </a:lnTo>
                    <a:lnTo>
                      <a:pt x="117174" y="1276206"/>
                    </a:lnTo>
                    <a:lnTo>
                      <a:pt x="127807" y="1260257"/>
                    </a:lnTo>
                    <a:cubicBezTo>
                      <a:pt x="131351" y="1249625"/>
                      <a:pt x="132222" y="1237685"/>
                      <a:pt x="138439" y="1228360"/>
                    </a:cubicBezTo>
                    <a:cubicBezTo>
                      <a:pt x="145527" y="1217727"/>
                      <a:pt x="150668" y="1205498"/>
                      <a:pt x="159704" y="1196462"/>
                    </a:cubicBezTo>
                    <a:cubicBezTo>
                      <a:pt x="165020" y="1191146"/>
                      <a:pt x="171037" y="1186448"/>
                      <a:pt x="175653" y="1180513"/>
                    </a:cubicBezTo>
                    <a:cubicBezTo>
                      <a:pt x="183498" y="1170426"/>
                      <a:pt x="189829" y="1159248"/>
                      <a:pt x="196918" y="1148615"/>
                    </a:cubicBezTo>
                    <a:lnTo>
                      <a:pt x="218183" y="1116718"/>
                    </a:lnTo>
                    <a:lnTo>
                      <a:pt x="228816" y="1100769"/>
                    </a:lnTo>
                    <a:cubicBezTo>
                      <a:pt x="230588" y="1095453"/>
                      <a:pt x="231411" y="1089719"/>
                      <a:pt x="234132" y="1084820"/>
                    </a:cubicBezTo>
                    <a:cubicBezTo>
                      <a:pt x="240338" y="1073649"/>
                      <a:pt x="251355" y="1065045"/>
                      <a:pt x="255397" y="1052922"/>
                    </a:cubicBezTo>
                    <a:cubicBezTo>
                      <a:pt x="257169" y="1047606"/>
                      <a:pt x="257274" y="1041397"/>
                      <a:pt x="260714" y="1036974"/>
                    </a:cubicBezTo>
                    <a:cubicBezTo>
                      <a:pt x="269946" y="1025105"/>
                      <a:pt x="281979" y="1015709"/>
                      <a:pt x="292611" y="1005076"/>
                    </a:cubicBezTo>
                    <a:cubicBezTo>
                      <a:pt x="297927" y="999760"/>
                      <a:pt x="304390" y="995383"/>
                      <a:pt x="308560" y="989127"/>
                    </a:cubicBezTo>
                    <a:cubicBezTo>
                      <a:pt x="315648" y="978494"/>
                      <a:pt x="325783" y="969352"/>
                      <a:pt x="329825" y="957229"/>
                    </a:cubicBezTo>
                    <a:cubicBezTo>
                      <a:pt x="331597" y="951913"/>
                      <a:pt x="332636" y="946293"/>
                      <a:pt x="335142" y="941281"/>
                    </a:cubicBezTo>
                    <a:cubicBezTo>
                      <a:pt x="337999" y="935566"/>
                      <a:pt x="342604" y="930879"/>
                      <a:pt x="345774" y="925332"/>
                    </a:cubicBezTo>
                    <a:cubicBezTo>
                      <a:pt x="349706" y="918451"/>
                      <a:pt x="352475" y="910948"/>
                      <a:pt x="356407" y="904067"/>
                    </a:cubicBezTo>
                    <a:cubicBezTo>
                      <a:pt x="359577" y="898520"/>
                      <a:pt x="364182" y="893833"/>
                      <a:pt x="367039" y="888118"/>
                    </a:cubicBezTo>
                    <a:cubicBezTo>
                      <a:pt x="369545" y="883106"/>
                      <a:pt x="369850" y="877181"/>
                      <a:pt x="372356" y="872169"/>
                    </a:cubicBezTo>
                    <a:cubicBezTo>
                      <a:pt x="381757" y="853367"/>
                      <a:pt x="384826" y="856734"/>
                      <a:pt x="398937" y="840271"/>
                    </a:cubicBezTo>
                    <a:cubicBezTo>
                      <a:pt x="403832" y="834561"/>
                      <a:pt x="420707" y="811476"/>
                      <a:pt x="425518" y="803057"/>
                    </a:cubicBezTo>
                    <a:cubicBezTo>
                      <a:pt x="429450" y="796176"/>
                      <a:pt x="432074" y="788588"/>
                      <a:pt x="436151" y="781792"/>
                    </a:cubicBezTo>
                    <a:cubicBezTo>
                      <a:pt x="442726" y="770835"/>
                      <a:pt x="457416" y="749895"/>
                      <a:pt x="457416" y="749895"/>
                    </a:cubicBezTo>
                    <a:cubicBezTo>
                      <a:pt x="464101" y="729839"/>
                      <a:pt x="465717" y="720328"/>
                      <a:pt x="483997" y="702048"/>
                    </a:cubicBezTo>
                    <a:cubicBezTo>
                      <a:pt x="494630" y="691415"/>
                      <a:pt x="507554" y="682661"/>
                      <a:pt x="515895" y="670150"/>
                    </a:cubicBezTo>
                    <a:cubicBezTo>
                      <a:pt x="530072" y="648886"/>
                      <a:pt x="521212" y="657746"/>
                      <a:pt x="542476" y="643569"/>
                    </a:cubicBezTo>
                    <a:cubicBezTo>
                      <a:pt x="546800" y="630600"/>
                      <a:pt x="548121" y="621975"/>
                      <a:pt x="558425" y="611671"/>
                    </a:cubicBezTo>
                    <a:cubicBezTo>
                      <a:pt x="562943" y="607153"/>
                      <a:pt x="569058" y="604583"/>
                      <a:pt x="574374" y="601039"/>
                    </a:cubicBezTo>
                    <a:cubicBezTo>
                      <a:pt x="584541" y="570537"/>
                      <a:pt x="572409" y="599008"/>
                      <a:pt x="595639" y="569141"/>
                    </a:cubicBezTo>
                    <a:cubicBezTo>
                      <a:pt x="603484" y="559054"/>
                      <a:pt x="607868" y="546279"/>
                      <a:pt x="616904" y="537243"/>
                    </a:cubicBezTo>
                    <a:cubicBezTo>
                      <a:pt x="627537" y="526611"/>
                      <a:pt x="640461" y="517857"/>
                      <a:pt x="648802" y="505346"/>
                    </a:cubicBezTo>
                    <a:cubicBezTo>
                      <a:pt x="655890" y="494713"/>
                      <a:pt x="666026" y="485571"/>
                      <a:pt x="670067" y="473448"/>
                    </a:cubicBezTo>
                    <a:cubicBezTo>
                      <a:pt x="673611" y="462815"/>
                      <a:pt x="677982" y="452423"/>
                      <a:pt x="680700" y="441550"/>
                    </a:cubicBezTo>
                    <a:cubicBezTo>
                      <a:pt x="682472" y="434462"/>
                      <a:pt x="682748" y="426820"/>
                      <a:pt x="686016" y="420285"/>
                    </a:cubicBezTo>
                    <a:cubicBezTo>
                      <a:pt x="686019" y="420280"/>
                      <a:pt x="712596" y="380416"/>
                      <a:pt x="717914" y="372439"/>
                    </a:cubicBezTo>
                    <a:lnTo>
                      <a:pt x="728546" y="356490"/>
                    </a:lnTo>
                    <a:lnTo>
                      <a:pt x="739179" y="340541"/>
                    </a:lnTo>
                    <a:cubicBezTo>
                      <a:pt x="748536" y="312469"/>
                      <a:pt x="741387" y="329254"/>
                      <a:pt x="765760" y="292695"/>
                    </a:cubicBezTo>
                    <a:lnTo>
                      <a:pt x="776393" y="276746"/>
                    </a:lnTo>
                    <a:cubicBezTo>
                      <a:pt x="780717" y="263773"/>
                      <a:pt x="782035" y="255155"/>
                      <a:pt x="792342" y="244848"/>
                    </a:cubicBezTo>
                    <a:cubicBezTo>
                      <a:pt x="796860" y="240330"/>
                      <a:pt x="802974" y="237759"/>
                      <a:pt x="808290" y="234215"/>
                    </a:cubicBezTo>
                    <a:cubicBezTo>
                      <a:pt x="820321" y="198128"/>
                      <a:pt x="802850" y="239656"/>
                      <a:pt x="845504" y="197002"/>
                    </a:cubicBezTo>
                    <a:cubicBezTo>
                      <a:pt x="900808" y="141698"/>
                      <a:pt x="825592" y="214829"/>
                      <a:pt x="877402" y="170420"/>
                    </a:cubicBezTo>
                    <a:cubicBezTo>
                      <a:pt x="885013" y="163896"/>
                      <a:pt x="891056" y="155679"/>
                      <a:pt x="898667" y="149155"/>
                    </a:cubicBezTo>
                    <a:cubicBezTo>
                      <a:pt x="903518" y="144997"/>
                      <a:pt x="909707" y="142612"/>
                      <a:pt x="914616" y="138522"/>
                    </a:cubicBezTo>
                    <a:cubicBezTo>
                      <a:pt x="929968" y="125729"/>
                      <a:pt x="930741" y="122309"/>
                      <a:pt x="941197" y="106625"/>
                    </a:cubicBezTo>
                    <a:cubicBezTo>
                      <a:pt x="942969" y="99537"/>
                      <a:pt x="945081" y="92525"/>
                      <a:pt x="946514" y="85360"/>
                    </a:cubicBezTo>
                    <a:cubicBezTo>
                      <a:pt x="948628" y="74790"/>
                      <a:pt x="948421" y="63688"/>
                      <a:pt x="951830" y="53462"/>
                    </a:cubicBezTo>
                    <a:cubicBezTo>
                      <a:pt x="955530" y="42362"/>
                      <a:pt x="971010" y="28966"/>
                      <a:pt x="978411" y="21564"/>
                    </a:cubicBezTo>
                    <a:cubicBezTo>
                      <a:pt x="980183" y="16248"/>
                      <a:pt x="979765" y="9578"/>
                      <a:pt x="983728" y="5615"/>
                    </a:cubicBezTo>
                    <a:cubicBezTo>
                      <a:pt x="994360" y="-5017"/>
                      <a:pt x="1004993" y="2071"/>
                      <a:pt x="1015625" y="5615"/>
                    </a:cubicBezTo>
                    <a:cubicBezTo>
                      <a:pt x="1026258" y="12704"/>
                      <a:pt x="1035400" y="22840"/>
                      <a:pt x="1047523" y="26881"/>
                    </a:cubicBezTo>
                    <a:cubicBezTo>
                      <a:pt x="1052839" y="28653"/>
                      <a:pt x="1058321" y="29990"/>
                      <a:pt x="1063472" y="32197"/>
                    </a:cubicBezTo>
                    <a:cubicBezTo>
                      <a:pt x="1082360" y="40291"/>
                      <a:pt x="1084668" y="42783"/>
                      <a:pt x="1100686" y="53462"/>
                    </a:cubicBezTo>
                    <a:cubicBezTo>
                      <a:pt x="1118131" y="79631"/>
                      <a:pt x="1102605" y="62056"/>
                      <a:pt x="1132583" y="80043"/>
                    </a:cubicBezTo>
                    <a:cubicBezTo>
                      <a:pt x="1143541" y="86618"/>
                      <a:pt x="1164481" y="101309"/>
                      <a:pt x="1164481" y="101309"/>
                    </a:cubicBezTo>
                    <a:cubicBezTo>
                      <a:pt x="1168025" y="106625"/>
                      <a:pt x="1170206" y="113167"/>
                      <a:pt x="1175114" y="117257"/>
                    </a:cubicBezTo>
                    <a:cubicBezTo>
                      <a:pt x="1183875" y="124558"/>
                      <a:pt x="1201246" y="129512"/>
                      <a:pt x="1212328" y="133206"/>
                    </a:cubicBezTo>
                    <a:cubicBezTo>
                      <a:pt x="1217644" y="136750"/>
                      <a:pt x="1223501" y="139594"/>
                      <a:pt x="1228276" y="143839"/>
                    </a:cubicBezTo>
                    <a:cubicBezTo>
                      <a:pt x="1239514" y="153829"/>
                      <a:pt x="1245909" y="170980"/>
                      <a:pt x="1260174" y="175736"/>
                    </a:cubicBezTo>
                    <a:lnTo>
                      <a:pt x="1276123" y="181053"/>
                    </a:lnTo>
                    <a:cubicBezTo>
                      <a:pt x="1281439" y="186369"/>
                      <a:pt x="1286296" y="192189"/>
                      <a:pt x="1292072" y="197002"/>
                    </a:cubicBezTo>
                    <a:cubicBezTo>
                      <a:pt x="1296980" y="201092"/>
                      <a:pt x="1303503" y="203116"/>
                      <a:pt x="1308021" y="207634"/>
                    </a:cubicBezTo>
                    <a:cubicBezTo>
                      <a:pt x="1343462" y="243075"/>
                      <a:pt x="1292071" y="205863"/>
                      <a:pt x="1334602" y="234215"/>
                    </a:cubicBezTo>
                    <a:cubicBezTo>
                      <a:pt x="1360037" y="272369"/>
                      <a:pt x="1346831" y="257077"/>
                      <a:pt x="1371816" y="282062"/>
                    </a:cubicBezTo>
                    <a:cubicBezTo>
                      <a:pt x="1383788" y="317979"/>
                      <a:pt x="1367184" y="279047"/>
                      <a:pt x="1393081" y="308643"/>
                    </a:cubicBezTo>
                    <a:cubicBezTo>
                      <a:pt x="1401496" y="318260"/>
                      <a:pt x="1405310" y="331505"/>
                      <a:pt x="1414346" y="340541"/>
                    </a:cubicBezTo>
                    <a:cubicBezTo>
                      <a:pt x="1419662" y="345857"/>
                      <a:pt x="1425679" y="350555"/>
                      <a:pt x="1430295" y="356490"/>
                    </a:cubicBezTo>
                    <a:cubicBezTo>
                      <a:pt x="1463692" y="399429"/>
                      <a:pt x="1436633" y="378438"/>
                      <a:pt x="1467509" y="399020"/>
                    </a:cubicBezTo>
                    <a:cubicBezTo>
                      <a:pt x="1505501" y="456006"/>
                      <a:pt x="1446340" y="369525"/>
                      <a:pt x="1494090" y="430918"/>
                    </a:cubicBezTo>
                    <a:cubicBezTo>
                      <a:pt x="1522115" y="466949"/>
                      <a:pt x="1508176" y="452911"/>
                      <a:pt x="1525988" y="484081"/>
                    </a:cubicBezTo>
                    <a:cubicBezTo>
                      <a:pt x="1529158" y="489628"/>
                      <a:pt x="1533077" y="494713"/>
                      <a:pt x="1536621" y="500029"/>
                    </a:cubicBezTo>
                    <a:cubicBezTo>
                      <a:pt x="1549981" y="540111"/>
                      <a:pt x="1531961" y="490711"/>
                      <a:pt x="1552569" y="531927"/>
                    </a:cubicBezTo>
                    <a:cubicBezTo>
                      <a:pt x="1555075" y="536939"/>
                      <a:pt x="1555380" y="542864"/>
                      <a:pt x="1557886" y="547876"/>
                    </a:cubicBezTo>
                    <a:cubicBezTo>
                      <a:pt x="1565289" y="562681"/>
                      <a:pt x="1572708" y="568015"/>
                      <a:pt x="1584467" y="579774"/>
                    </a:cubicBezTo>
                    <a:cubicBezTo>
                      <a:pt x="1586239" y="585090"/>
                      <a:pt x="1587277" y="590710"/>
                      <a:pt x="1589783" y="595722"/>
                    </a:cubicBezTo>
                    <a:cubicBezTo>
                      <a:pt x="1592641" y="601437"/>
                      <a:pt x="1597899" y="605798"/>
                      <a:pt x="1600416" y="611671"/>
                    </a:cubicBezTo>
                    <a:cubicBezTo>
                      <a:pt x="1603294" y="618387"/>
                      <a:pt x="1603725" y="625911"/>
                      <a:pt x="1605732" y="632936"/>
                    </a:cubicBezTo>
                    <a:cubicBezTo>
                      <a:pt x="1607272" y="638324"/>
                      <a:pt x="1609277" y="643569"/>
                      <a:pt x="1611049" y="648885"/>
                    </a:cubicBezTo>
                    <a:cubicBezTo>
                      <a:pt x="1609277" y="659518"/>
                      <a:pt x="1611080" y="671424"/>
                      <a:pt x="1605732" y="680783"/>
                    </a:cubicBezTo>
                    <a:cubicBezTo>
                      <a:pt x="1602952" y="685648"/>
                      <a:pt x="1594795" y="683593"/>
                      <a:pt x="1589783" y="686099"/>
                    </a:cubicBezTo>
                    <a:cubicBezTo>
                      <a:pt x="1584068" y="688956"/>
                      <a:pt x="1579674" y="694137"/>
                      <a:pt x="1573835" y="696732"/>
                    </a:cubicBezTo>
                    <a:cubicBezTo>
                      <a:pt x="1563593" y="701284"/>
                      <a:pt x="1541937" y="707364"/>
                      <a:pt x="1541937" y="707364"/>
                    </a:cubicBezTo>
                    <a:cubicBezTo>
                      <a:pt x="1531304" y="714452"/>
                      <a:pt x="1522162" y="724588"/>
                      <a:pt x="1510039" y="728629"/>
                    </a:cubicBezTo>
                    <a:cubicBezTo>
                      <a:pt x="1504723" y="730401"/>
                      <a:pt x="1498989" y="731224"/>
                      <a:pt x="1494090" y="733946"/>
                    </a:cubicBezTo>
                    <a:cubicBezTo>
                      <a:pt x="1482920" y="740152"/>
                      <a:pt x="1473623" y="749496"/>
                      <a:pt x="1462193" y="755211"/>
                    </a:cubicBezTo>
                    <a:lnTo>
                      <a:pt x="1440928" y="765843"/>
                    </a:lnTo>
                    <a:cubicBezTo>
                      <a:pt x="1429171" y="777600"/>
                      <a:pt x="1423832" y="785024"/>
                      <a:pt x="1409030" y="792425"/>
                    </a:cubicBezTo>
                    <a:cubicBezTo>
                      <a:pt x="1404018" y="794931"/>
                      <a:pt x="1398397" y="795969"/>
                      <a:pt x="1393081" y="797741"/>
                    </a:cubicBezTo>
                    <a:cubicBezTo>
                      <a:pt x="1347378" y="828211"/>
                      <a:pt x="1405200" y="791682"/>
                      <a:pt x="1361183" y="813690"/>
                    </a:cubicBezTo>
                    <a:cubicBezTo>
                      <a:pt x="1355468" y="816547"/>
                      <a:pt x="1351073" y="821727"/>
                      <a:pt x="1345235" y="824322"/>
                    </a:cubicBezTo>
                    <a:cubicBezTo>
                      <a:pt x="1345220" y="824329"/>
                      <a:pt x="1305370" y="837610"/>
                      <a:pt x="1297388" y="840271"/>
                    </a:cubicBezTo>
                    <a:cubicBezTo>
                      <a:pt x="1292072" y="842043"/>
                      <a:pt x="1286102" y="842479"/>
                      <a:pt x="1281439" y="845588"/>
                    </a:cubicBezTo>
                    <a:cubicBezTo>
                      <a:pt x="1270807" y="852676"/>
                      <a:pt x="1261665" y="862812"/>
                      <a:pt x="1249542" y="866853"/>
                    </a:cubicBezTo>
                    <a:cubicBezTo>
                      <a:pt x="1198203" y="883965"/>
                      <a:pt x="1278022" y="856525"/>
                      <a:pt x="1212328" y="882802"/>
                    </a:cubicBezTo>
                    <a:cubicBezTo>
                      <a:pt x="1201922" y="886964"/>
                      <a:pt x="1191063" y="889890"/>
                      <a:pt x="1180430" y="893434"/>
                    </a:cubicBezTo>
                    <a:cubicBezTo>
                      <a:pt x="1175114" y="895206"/>
                      <a:pt x="1169493" y="896244"/>
                      <a:pt x="1164481" y="898750"/>
                    </a:cubicBezTo>
                    <a:cubicBezTo>
                      <a:pt x="1157393" y="902294"/>
                      <a:pt x="1150574" y="906440"/>
                      <a:pt x="1143216" y="909383"/>
                    </a:cubicBezTo>
                    <a:cubicBezTo>
                      <a:pt x="1132810" y="913545"/>
                      <a:pt x="1121951" y="916471"/>
                      <a:pt x="1111318" y="920015"/>
                    </a:cubicBezTo>
                    <a:lnTo>
                      <a:pt x="1079421" y="930648"/>
                    </a:lnTo>
                    <a:lnTo>
                      <a:pt x="1047523" y="941281"/>
                    </a:lnTo>
                    <a:cubicBezTo>
                      <a:pt x="1040435" y="944825"/>
                      <a:pt x="1033616" y="948970"/>
                      <a:pt x="1026258" y="951913"/>
                    </a:cubicBezTo>
                    <a:cubicBezTo>
                      <a:pt x="1015852" y="956075"/>
                      <a:pt x="1003686" y="956329"/>
                      <a:pt x="994360" y="962546"/>
                    </a:cubicBezTo>
                    <a:cubicBezTo>
                      <a:pt x="989044" y="966090"/>
                      <a:pt x="984126" y="970321"/>
                      <a:pt x="978411" y="973178"/>
                    </a:cubicBezTo>
                    <a:cubicBezTo>
                      <a:pt x="973399" y="975684"/>
                      <a:pt x="967361" y="975774"/>
                      <a:pt x="962463" y="978495"/>
                    </a:cubicBezTo>
                    <a:cubicBezTo>
                      <a:pt x="951292" y="984701"/>
                      <a:pt x="941198" y="992672"/>
                      <a:pt x="930565" y="999760"/>
                    </a:cubicBezTo>
                    <a:cubicBezTo>
                      <a:pt x="905293" y="1016608"/>
                      <a:pt x="920673" y="1008373"/>
                      <a:pt x="882718" y="1021025"/>
                    </a:cubicBezTo>
                    <a:lnTo>
                      <a:pt x="866769" y="1026341"/>
                    </a:lnTo>
                    <a:cubicBezTo>
                      <a:pt x="861453" y="1029885"/>
                      <a:pt x="856694" y="1034457"/>
                      <a:pt x="850821" y="1036974"/>
                    </a:cubicBezTo>
                    <a:cubicBezTo>
                      <a:pt x="844105" y="1039852"/>
                      <a:pt x="836554" y="1040191"/>
                      <a:pt x="829556" y="1042290"/>
                    </a:cubicBezTo>
                    <a:cubicBezTo>
                      <a:pt x="818821" y="1045510"/>
                      <a:pt x="808291" y="1049378"/>
                      <a:pt x="797658" y="1052922"/>
                    </a:cubicBezTo>
                    <a:cubicBezTo>
                      <a:pt x="792342" y="1054694"/>
                      <a:pt x="786372" y="1055131"/>
                      <a:pt x="781709" y="1058239"/>
                    </a:cubicBezTo>
                    <a:cubicBezTo>
                      <a:pt x="776393" y="1061783"/>
                      <a:pt x="771633" y="1066354"/>
                      <a:pt x="765760" y="1068871"/>
                    </a:cubicBezTo>
                    <a:cubicBezTo>
                      <a:pt x="759044" y="1071749"/>
                      <a:pt x="751493" y="1072088"/>
                      <a:pt x="744495" y="1074188"/>
                    </a:cubicBezTo>
                    <a:cubicBezTo>
                      <a:pt x="733760" y="1077409"/>
                      <a:pt x="712597" y="1084820"/>
                      <a:pt x="712597" y="1084820"/>
                    </a:cubicBezTo>
                    <a:cubicBezTo>
                      <a:pt x="681948" y="1105254"/>
                      <a:pt x="711515" y="1087563"/>
                      <a:pt x="680700" y="1100769"/>
                    </a:cubicBezTo>
                    <a:cubicBezTo>
                      <a:pt x="648580" y="1114535"/>
                      <a:pt x="670173" y="1106784"/>
                      <a:pt x="643486" y="1122034"/>
                    </a:cubicBezTo>
                    <a:cubicBezTo>
                      <a:pt x="636605" y="1125966"/>
                      <a:pt x="629017" y="1128590"/>
                      <a:pt x="622221" y="1132667"/>
                    </a:cubicBezTo>
                    <a:cubicBezTo>
                      <a:pt x="611263" y="1139242"/>
                      <a:pt x="602446" y="1149891"/>
                      <a:pt x="590323" y="1153932"/>
                    </a:cubicBezTo>
                    <a:cubicBezTo>
                      <a:pt x="572427" y="1159897"/>
                      <a:pt x="571507" y="1159368"/>
                      <a:pt x="553109" y="1169881"/>
                    </a:cubicBezTo>
                    <a:cubicBezTo>
                      <a:pt x="547562" y="1173051"/>
                      <a:pt x="542707" y="1177343"/>
                      <a:pt x="537160" y="1180513"/>
                    </a:cubicBezTo>
                    <a:cubicBezTo>
                      <a:pt x="518762" y="1191026"/>
                      <a:pt x="517842" y="1190497"/>
                      <a:pt x="499946" y="1196462"/>
                    </a:cubicBezTo>
                    <a:cubicBezTo>
                      <a:pt x="453026" y="1227743"/>
                      <a:pt x="528026" y="1179762"/>
                      <a:pt x="452100" y="1217727"/>
                    </a:cubicBezTo>
                    <a:cubicBezTo>
                      <a:pt x="445012" y="1221271"/>
                      <a:pt x="438255" y="1225577"/>
                      <a:pt x="430835" y="1228360"/>
                    </a:cubicBezTo>
                    <a:cubicBezTo>
                      <a:pt x="423993" y="1230926"/>
                      <a:pt x="416595" y="1231669"/>
                      <a:pt x="409569" y="1233676"/>
                    </a:cubicBezTo>
                    <a:cubicBezTo>
                      <a:pt x="404181" y="1235215"/>
                      <a:pt x="398937" y="1237220"/>
                      <a:pt x="393621" y="1238992"/>
                    </a:cubicBezTo>
                    <a:cubicBezTo>
                      <a:pt x="388305" y="1242536"/>
                      <a:pt x="383545" y="1247108"/>
                      <a:pt x="377672" y="1249625"/>
                    </a:cubicBezTo>
                    <a:cubicBezTo>
                      <a:pt x="370956" y="1252503"/>
                      <a:pt x="363432" y="1252934"/>
                      <a:pt x="356407" y="1254941"/>
                    </a:cubicBezTo>
                    <a:cubicBezTo>
                      <a:pt x="351019" y="1256480"/>
                      <a:pt x="345774" y="1258485"/>
                      <a:pt x="340458" y="1260257"/>
                    </a:cubicBezTo>
                    <a:cubicBezTo>
                      <a:pt x="300896" y="1289929"/>
                      <a:pt x="339169" y="1266003"/>
                      <a:pt x="292611" y="1281522"/>
                    </a:cubicBezTo>
                    <a:cubicBezTo>
                      <a:pt x="276266" y="1286970"/>
                      <a:pt x="251579" y="1305333"/>
                      <a:pt x="239449" y="1313420"/>
                    </a:cubicBezTo>
                    <a:lnTo>
                      <a:pt x="223500" y="1324053"/>
                    </a:lnTo>
                    <a:lnTo>
                      <a:pt x="191602" y="1345318"/>
                    </a:lnTo>
                    <a:cubicBezTo>
                      <a:pt x="200462" y="1350634"/>
                      <a:pt x="220209" y="1351135"/>
                      <a:pt x="218183" y="1361267"/>
                    </a:cubicBezTo>
                    <a:cubicBezTo>
                      <a:pt x="215985" y="1372257"/>
                      <a:pt x="196918" y="1368355"/>
                      <a:pt x="186286" y="1371899"/>
                    </a:cubicBezTo>
                    <a:cubicBezTo>
                      <a:pt x="186281" y="1371901"/>
                      <a:pt x="154392" y="1382529"/>
                      <a:pt x="154388" y="1382532"/>
                    </a:cubicBezTo>
                    <a:cubicBezTo>
                      <a:pt x="149072" y="1386076"/>
                      <a:pt x="144500" y="1391143"/>
                      <a:pt x="138439" y="1393164"/>
                    </a:cubicBezTo>
                    <a:cubicBezTo>
                      <a:pt x="113941" y="1401330"/>
                      <a:pt x="110047" y="1394070"/>
                      <a:pt x="90593" y="1403797"/>
                    </a:cubicBezTo>
                    <a:cubicBezTo>
                      <a:pt x="84878" y="1406654"/>
                      <a:pt x="80483" y="1411834"/>
                      <a:pt x="74644" y="1414429"/>
                    </a:cubicBezTo>
                    <a:cubicBezTo>
                      <a:pt x="64402" y="1418981"/>
                      <a:pt x="42746" y="1425062"/>
                      <a:pt x="42746" y="1425062"/>
                    </a:cubicBezTo>
                    <a:cubicBezTo>
                      <a:pt x="25322" y="1436678"/>
                      <a:pt x="2874" y="1460504"/>
                      <a:pt x="216" y="1462276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Line 50">
                <a:extLst>
                  <a:ext uri="{FF2B5EF4-FFF2-40B4-BE49-F238E27FC236}">
                    <a16:creationId xmlns:a16="http://schemas.microsoft.com/office/drawing/2014/main" id="{74743C14-5126-4946-944A-084EEBA79A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17348" y="2787169"/>
                <a:ext cx="3168352" cy="7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4" name="对象 13">
                <a:extLst>
                  <a:ext uri="{FF2B5EF4-FFF2-40B4-BE49-F238E27FC236}">
                    <a16:creationId xmlns:a16="http://schemas.microsoft.com/office/drawing/2014/main" id="{9E8591E9-3445-4284-9F1D-B0F07B09E6B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2940992"/>
                  </p:ext>
                </p:extLst>
              </p:nvPr>
            </p:nvGraphicFramePr>
            <p:xfrm>
              <a:off x="8696225" y="288184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378" name="Equation" r:id="rId4" imgW="177480" imgH="190440" progId="Equation.DSMT4">
                      <p:embed/>
                    </p:oleObj>
                  </mc:Choice>
                  <mc:Fallback>
                    <p:oleObj name="Equation" r:id="rId4" imgW="177480" imgH="190440" progId="Equation.DSMT4">
                      <p:embed/>
                      <p:pic>
                        <p:nvPicPr>
                          <p:cNvPr id="66" name="对象 65">
                            <a:extLst>
                              <a:ext uri="{FF2B5EF4-FFF2-40B4-BE49-F238E27FC236}">
                                <a16:creationId xmlns:a16="http://schemas.microsoft.com/office/drawing/2014/main" id="{B26AFF3F-C5DC-4047-B63C-452508941F8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8696225" y="2881844"/>
                            <a:ext cx="1778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1FAB094B-94A9-49D9-9D89-3CC4FB188E7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46651905"/>
                  </p:ext>
                </p:extLst>
              </p:nvPr>
            </p:nvGraphicFramePr>
            <p:xfrm>
              <a:off x="5885705" y="784519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379" name="Equation" r:id="rId6" imgW="190440" imgH="241200" progId="Equation.DSMT4">
                      <p:embed/>
                    </p:oleObj>
                  </mc:Choice>
                  <mc:Fallback>
                    <p:oleObj name="Equation" r:id="rId6" imgW="190440" imgH="241200" progId="Equation.DSMT4">
                      <p:embed/>
                      <p:pic>
                        <p:nvPicPr>
                          <p:cNvPr id="67" name="对象 66">
                            <a:extLst>
                              <a:ext uri="{FF2B5EF4-FFF2-40B4-BE49-F238E27FC236}">
                                <a16:creationId xmlns:a16="http://schemas.microsoft.com/office/drawing/2014/main" id="{D35CAC43-6295-4F51-B6E9-FB3F9FC29D3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5885705" y="784519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" name="对象 24">
                <a:extLst>
                  <a:ext uri="{FF2B5EF4-FFF2-40B4-BE49-F238E27FC236}">
                    <a16:creationId xmlns:a16="http://schemas.microsoft.com/office/drawing/2014/main" id="{A73524AE-2460-440E-AD83-0D76CAF3AA0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83971928"/>
                  </p:ext>
                </p:extLst>
              </p:nvPr>
            </p:nvGraphicFramePr>
            <p:xfrm>
              <a:off x="5885705" y="2789966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380" name="Equation" r:id="rId8" imgW="228600" imgH="241200" progId="Equation.DSMT4">
                      <p:embed/>
                    </p:oleObj>
                  </mc:Choice>
                  <mc:Fallback>
                    <p:oleObj name="Equation" r:id="rId8" imgW="228600" imgH="241200" progId="Equation.DSMT4">
                      <p:embed/>
                      <p:pic>
                        <p:nvPicPr>
                          <p:cNvPr id="15" name="对象 14">
                            <a:extLst>
                              <a:ext uri="{FF2B5EF4-FFF2-40B4-BE49-F238E27FC236}">
                                <a16:creationId xmlns:a16="http://schemas.microsoft.com/office/drawing/2014/main" id="{1FAB094B-94A9-49D9-9D89-3CC4FB188E7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5885705" y="2789966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9D18D324-B746-461A-854F-BEFF673C0F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57090" y="1288575"/>
                <a:ext cx="1005270" cy="1498594"/>
              </a:xfrm>
              <a:prstGeom prst="line">
                <a:avLst/>
              </a:prstGeom>
              <a:solidFill>
                <a:schemeClr val="lt1"/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1F835531-E858-41C7-8D8D-5FCDC4E8E2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57090" y="1986859"/>
                <a:ext cx="1655270" cy="800311"/>
              </a:xfrm>
              <a:prstGeom prst="line">
                <a:avLst/>
              </a:prstGeom>
              <a:solidFill>
                <a:schemeClr val="lt1"/>
              </a:solidFill>
              <a:ln w="190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Line 50">
                <a:extLst>
                  <a:ext uri="{FF2B5EF4-FFF2-40B4-BE49-F238E27FC236}">
                    <a16:creationId xmlns:a16="http://schemas.microsoft.com/office/drawing/2014/main" id="{136E2459-E314-4113-9516-D07DBD9A3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143342" y="712511"/>
                <a:ext cx="6054" cy="25188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" name="任意多边形: 形状 41">
                <a:extLst>
                  <a:ext uri="{FF2B5EF4-FFF2-40B4-BE49-F238E27FC236}">
                    <a16:creationId xmlns:a16="http://schemas.microsoft.com/office/drawing/2014/main" id="{682FDBD3-5CF8-48C3-A3B6-4595C85812B4}"/>
                  </a:ext>
                </a:extLst>
              </p:cNvPr>
              <p:cNvSpPr/>
              <p:nvPr/>
            </p:nvSpPr>
            <p:spPr>
              <a:xfrm rot="1264174">
                <a:off x="7061437" y="1444162"/>
                <a:ext cx="859540" cy="401618"/>
              </a:xfrm>
              <a:custGeom>
                <a:avLst/>
                <a:gdLst>
                  <a:gd name="connsiteX0" fmla="*/ 0 w 390939"/>
                  <a:gd name="connsiteY0" fmla="*/ 0 h 185530"/>
                  <a:gd name="connsiteX1" fmla="*/ 198783 w 390939"/>
                  <a:gd name="connsiteY1" fmla="*/ 46383 h 185530"/>
                  <a:gd name="connsiteX2" fmla="*/ 390939 w 390939"/>
                  <a:gd name="connsiteY2" fmla="*/ 185530 h 185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0939" h="185530">
                    <a:moveTo>
                      <a:pt x="0" y="0"/>
                    </a:moveTo>
                    <a:cubicBezTo>
                      <a:pt x="66813" y="7730"/>
                      <a:pt x="133627" y="15461"/>
                      <a:pt x="198783" y="46383"/>
                    </a:cubicBezTo>
                    <a:cubicBezTo>
                      <a:pt x="263940" y="77305"/>
                      <a:pt x="327439" y="131417"/>
                      <a:pt x="390939" y="18553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C932FF0E-F1A7-433C-83A8-89E308E98700}"/>
                  </a:ext>
                </a:extLst>
              </p:cNvPr>
              <p:cNvSpPr/>
              <p:nvPr/>
            </p:nvSpPr>
            <p:spPr>
              <a:xfrm>
                <a:off x="6270480" y="2629443"/>
                <a:ext cx="407832" cy="648072"/>
              </a:xfrm>
              <a:prstGeom prst="arc">
                <a:avLst>
                  <a:gd name="adj1" fmla="val 16200000"/>
                  <a:gd name="adj2" fmla="val 19194197"/>
                </a:avLst>
              </a:prstGeom>
              <a:ln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45" name="对象 44">
                <a:extLst>
                  <a:ext uri="{FF2B5EF4-FFF2-40B4-BE49-F238E27FC236}">
                    <a16:creationId xmlns:a16="http://schemas.microsoft.com/office/drawing/2014/main" id="{0EFC6A78-BF3B-49D7-A0A2-CDAF7B2EA3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58908977"/>
                  </p:ext>
                </p:extLst>
              </p:nvPr>
            </p:nvGraphicFramePr>
            <p:xfrm>
              <a:off x="6678312" y="2550327"/>
              <a:ext cx="2159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381" name="Equation" r:id="rId10" imgW="215640" imgH="190440" progId="Equation.DSMT4">
                      <p:embed/>
                    </p:oleObj>
                  </mc:Choice>
                  <mc:Fallback>
                    <p:oleObj name="Equation" r:id="rId10" imgW="21564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6678312" y="2550327"/>
                            <a:ext cx="215900" cy="190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7" name="弧形 46">
                <a:extLst>
                  <a:ext uri="{FF2B5EF4-FFF2-40B4-BE49-F238E27FC236}">
                    <a16:creationId xmlns:a16="http://schemas.microsoft.com/office/drawing/2014/main" id="{9213EA55-C416-4B0D-8C43-B69B38DD69E8}"/>
                  </a:ext>
                </a:extLst>
              </p:cNvPr>
              <p:cNvSpPr/>
              <p:nvPr/>
            </p:nvSpPr>
            <p:spPr>
              <a:xfrm rot="19313273">
                <a:off x="6489289" y="2247713"/>
                <a:ext cx="407832" cy="648072"/>
              </a:xfrm>
              <a:prstGeom prst="arc">
                <a:avLst>
                  <a:gd name="adj1" fmla="val 16200000"/>
                  <a:gd name="adj2" fmla="val 4857198"/>
                </a:avLst>
              </a:prstGeom>
              <a:ln>
                <a:solidFill>
                  <a:schemeClr val="tx1"/>
                </a:solidFill>
                <a:head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aphicFrame>
            <p:nvGraphicFramePr>
              <p:cNvPr id="48" name="对象 47">
                <a:extLst>
                  <a:ext uri="{FF2B5EF4-FFF2-40B4-BE49-F238E27FC236}">
                    <a16:creationId xmlns:a16="http://schemas.microsoft.com/office/drawing/2014/main" id="{B024CC37-3A1B-4B78-B0F5-DAD4E445E50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6361636"/>
                  </p:ext>
                </p:extLst>
              </p:nvPr>
            </p:nvGraphicFramePr>
            <p:xfrm>
              <a:off x="6786262" y="2065801"/>
              <a:ext cx="1778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382" name="Equation" r:id="rId12" imgW="177480" imgH="241200" progId="Equation.DSMT4">
                      <p:embed/>
                    </p:oleObj>
                  </mc:Choice>
                  <mc:Fallback>
                    <p:oleObj name="Equation" r:id="rId12" imgW="177480" imgH="241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3"/>
                          <a:stretch>
                            <a:fillRect/>
                          </a:stretch>
                        </p:blipFill>
                        <p:spPr>
                          <a:xfrm>
                            <a:off x="6786262" y="2065801"/>
                            <a:ext cx="1778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FE3C814E-B787-4FC6-AF04-83A605FA7072}"/>
                  </a:ext>
                </a:extLst>
              </p:cNvPr>
              <p:cNvCxnSpPr>
                <a:stCxn id="42" idx="0"/>
              </p:cNvCxnSpPr>
              <p:nvPr/>
            </p:nvCxnSpPr>
            <p:spPr>
              <a:xfrm flipH="1">
                <a:off x="7162360" y="1303084"/>
                <a:ext cx="1" cy="1484085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54C43BAD-57E5-4E7B-9A69-AB00B9D41D43}"/>
                  </a:ext>
                </a:extLst>
              </p:cNvPr>
              <p:cNvCxnSpPr>
                <a:stCxn id="42" idx="2"/>
              </p:cNvCxnSpPr>
              <p:nvPr/>
            </p:nvCxnSpPr>
            <p:spPr>
              <a:xfrm flipH="1">
                <a:off x="7812360" y="1986858"/>
                <a:ext cx="7693" cy="807566"/>
              </a:xfrm>
              <a:prstGeom prst="line">
                <a:avLst/>
              </a:prstGeom>
              <a:ln w="12700">
                <a:solidFill>
                  <a:schemeClr val="tx1">
                    <a:lumMod val="65000"/>
                    <a:lumOff val="3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4" name="对象 53">
                <a:extLst>
                  <a:ext uri="{FF2B5EF4-FFF2-40B4-BE49-F238E27FC236}">
                    <a16:creationId xmlns:a16="http://schemas.microsoft.com/office/drawing/2014/main" id="{D7D09FE4-CB45-43E4-84DB-1BE19B778E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75800049"/>
                  </p:ext>
                </p:extLst>
              </p:nvPr>
            </p:nvGraphicFramePr>
            <p:xfrm>
              <a:off x="7324828" y="1091511"/>
              <a:ext cx="635000" cy="292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383" name="Equation" r:id="rId14" imgW="634680" imgH="291960" progId="Equation.DSMT4">
                      <p:embed/>
                    </p:oleObj>
                  </mc:Choice>
                  <mc:Fallback>
                    <p:oleObj name="Equation" r:id="rId14" imgW="634680" imgH="29196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5"/>
                          <a:stretch>
                            <a:fillRect/>
                          </a:stretch>
                        </p:blipFill>
                        <p:spPr>
                          <a:xfrm>
                            <a:off x="7324828" y="1091511"/>
                            <a:ext cx="635000" cy="2921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对象 54">
                <a:extLst>
                  <a:ext uri="{FF2B5EF4-FFF2-40B4-BE49-F238E27FC236}">
                    <a16:creationId xmlns:a16="http://schemas.microsoft.com/office/drawing/2014/main" id="{C3DA3FBE-BFB0-43B7-B8AA-ECEB459F9D3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8110707"/>
                  </p:ext>
                </p:extLst>
              </p:nvPr>
            </p:nvGraphicFramePr>
            <p:xfrm>
              <a:off x="7159391" y="676126"/>
              <a:ext cx="1473200" cy="342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3384" name="Equation" r:id="rId16" imgW="1473120" imgH="342720" progId="Equation.DSMT4">
                      <p:embed/>
                    </p:oleObj>
                  </mc:Choice>
                  <mc:Fallback>
                    <p:oleObj name="Equation" r:id="rId16" imgW="1473120" imgH="3427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7159391" y="676126"/>
                            <a:ext cx="1473200" cy="3429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1" name="对象 60">
              <a:extLst>
                <a:ext uri="{FF2B5EF4-FFF2-40B4-BE49-F238E27FC236}">
                  <a16:creationId xmlns:a16="http://schemas.microsoft.com/office/drawing/2014/main" id="{0E4F3A1F-9294-4912-A458-7DEF9581DE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2243222"/>
                </p:ext>
              </p:extLst>
            </p:nvPr>
          </p:nvGraphicFramePr>
          <p:xfrm>
            <a:off x="6674751" y="2886242"/>
            <a:ext cx="1905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385" name="Equation" r:id="rId18" imgW="190440" imgH="215640" progId="Equation.DSMT4">
                    <p:embed/>
                  </p:oleObj>
                </mc:Choice>
                <mc:Fallback>
                  <p:oleObj name="Equation" r:id="rId18" imgW="19044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674751" y="2886242"/>
                          <a:ext cx="1905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对象 61">
              <a:extLst>
                <a:ext uri="{FF2B5EF4-FFF2-40B4-BE49-F238E27FC236}">
                  <a16:creationId xmlns:a16="http://schemas.microsoft.com/office/drawing/2014/main" id="{C0103BF8-F2C7-4D0C-A165-FAD70C103B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5912518"/>
                </p:ext>
              </p:extLst>
            </p:nvPr>
          </p:nvGraphicFramePr>
          <p:xfrm>
            <a:off x="7363850" y="2875771"/>
            <a:ext cx="1905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386" name="Equation" r:id="rId20" imgW="190440" imgH="215640" progId="Equation.DSMT4">
                    <p:embed/>
                  </p:oleObj>
                </mc:Choice>
                <mc:Fallback>
                  <p:oleObj name="Equation" r:id="rId20" imgW="19044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7363850" y="2875771"/>
                          <a:ext cx="1905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67F40987-D176-4BA1-A30F-D18957F83D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9701743"/>
                </p:ext>
              </p:extLst>
            </p:nvPr>
          </p:nvGraphicFramePr>
          <p:xfrm>
            <a:off x="6585851" y="1121806"/>
            <a:ext cx="279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387" name="Equation" r:id="rId22" imgW="279360" imgH="215640" progId="Equation.DSMT4">
                    <p:embed/>
                  </p:oleObj>
                </mc:Choice>
                <mc:Fallback>
                  <p:oleObj name="Equation" r:id="rId22" imgW="27936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6585851" y="1121806"/>
                          <a:ext cx="2794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4" name="对象 63">
              <a:extLst>
                <a:ext uri="{FF2B5EF4-FFF2-40B4-BE49-F238E27FC236}">
                  <a16:creationId xmlns:a16="http://schemas.microsoft.com/office/drawing/2014/main" id="{E1098F89-7C5A-4A19-A3E7-1FC542B838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6092537"/>
                </p:ext>
              </p:extLst>
            </p:nvPr>
          </p:nvGraphicFramePr>
          <p:xfrm>
            <a:off x="7486878" y="1915829"/>
            <a:ext cx="2286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3388" name="Equation" r:id="rId24" imgW="228600" imgH="228600" progId="Equation.DSMT4">
                    <p:embed/>
                  </p:oleObj>
                </mc:Choice>
                <mc:Fallback>
                  <p:oleObj name="Equation" r:id="rId24" imgW="228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7486878" y="1915829"/>
                          <a:ext cx="2286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5" name="对象 64">
            <a:extLst>
              <a:ext uri="{FF2B5EF4-FFF2-40B4-BE49-F238E27FC236}">
                <a16:creationId xmlns:a16="http://schemas.microsoft.com/office/drawing/2014/main" id="{73DEB1A1-C584-4068-A7E6-253C1A30D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5902032"/>
              </p:ext>
            </p:extLst>
          </p:nvPr>
        </p:nvGraphicFramePr>
        <p:xfrm>
          <a:off x="741363" y="479425"/>
          <a:ext cx="15113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89" name="Equation" r:id="rId26" imgW="1511280" imgH="304560" progId="Equation.DSMT4">
                  <p:embed/>
                </p:oleObj>
              </mc:Choice>
              <mc:Fallback>
                <p:oleObj name="Equation" r:id="rId26" imgW="1511280" imgH="30456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759E3258-402C-4230-B172-24B75350CA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41363" y="479425"/>
                        <a:ext cx="15113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13DB8415-9FDF-4164-9110-7BA580233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01931"/>
              </p:ext>
            </p:extLst>
          </p:nvPr>
        </p:nvGraphicFramePr>
        <p:xfrm>
          <a:off x="2636838" y="496888"/>
          <a:ext cx="156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0" name="Equation" r:id="rId28" imgW="1562040" imgH="304560" progId="Equation.DSMT4">
                  <p:embed/>
                </p:oleObj>
              </mc:Choice>
              <mc:Fallback>
                <p:oleObj name="Equation" r:id="rId28" imgW="1562040" imgH="30456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73DEB1A1-C584-4068-A7E6-253C1A30D2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636838" y="496888"/>
                        <a:ext cx="15621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9E1443E4-0A56-4FD3-95D5-DD84E74431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80209"/>
              </p:ext>
            </p:extLst>
          </p:nvPr>
        </p:nvGraphicFramePr>
        <p:xfrm>
          <a:off x="703263" y="903748"/>
          <a:ext cx="15875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1" name="Equation" r:id="rId30" imgW="1587240" imgH="304560" progId="Equation.DSMT4">
                  <p:embed/>
                </p:oleObj>
              </mc:Choice>
              <mc:Fallback>
                <p:oleObj name="Equation" r:id="rId30" imgW="1587240" imgH="30456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73DEB1A1-C584-4068-A7E6-253C1A30D2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03263" y="903748"/>
                        <a:ext cx="15875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3D3D9D00-C9FC-4D6F-B60E-51EB427618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44258"/>
              </p:ext>
            </p:extLst>
          </p:nvPr>
        </p:nvGraphicFramePr>
        <p:xfrm>
          <a:off x="2619897" y="951678"/>
          <a:ext cx="15240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2" name="Equation" r:id="rId32" imgW="1523880" imgH="266400" progId="Equation.DSMT4">
                  <p:embed/>
                </p:oleObj>
              </mc:Choice>
              <mc:Fallback>
                <p:oleObj name="Equation" r:id="rId32" imgW="1523880" imgH="26640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9E1443E4-0A56-4FD3-95D5-DD84E74431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619897" y="951678"/>
                        <a:ext cx="1524000" cy="266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BB1DE411-28F9-48A9-8269-6EA7C076F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717333"/>
              </p:ext>
            </p:extLst>
          </p:nvPr>
        </p:nvGraphicFramePr>
        <p:xfrm>
          <a:off x="659709" y="1178189"/>
          <a:ext cx="3213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3" name="Equation" r:id="rId34" imgW="3213000" imgH="672840" progId="Equation.DSMT4">
                  <p:embed/>
                </p:oleObj>
              </mc:Choice>
              <mc:Fallback>
                <p:oleObj name="Equation" r:id="rId34" imgW="321300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659709" y="1178189"/>
                        <a:ext cx="32131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0FC4DFC5-06FD-4B23-AEFC-A2716DA5CE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765450"/>
              </p:ext>
            </p:extLst>
          </p:nvPr>
        </p:nvGraphicFramePr>
        <p:xfrm>
          <a:off x="659709" y="1805064"/>
          <a:ext cx="37211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4" name="Equation" r:id="rId36" imgW="3720960" imgH="558720" progId="Equation.DSMT4">
                  <p:embed/>
                </p:oleObj>
              </mc:Choice>
              <mc:Fallback>
                <p:oleObj name="Equation" r:id="rId36" imgW="3720960" imgH="558720" progId="Equation.DSMT4">
                  <p:embed/>
                  <p:pic>
                    <p:nvPicPr>
                      <p:cNvPr id="75" name="对象 74">
                        <a:extLst>
                          <a:ext uri="{FF2B5EF4-FFF2-40B4-BE49-F238E27FC236}">
                            <a16:creationId xmlns:a16="http://schemas.microsoft.com/office/drawing/2014/main" id="{7CE117CF-7601-4F8C-8E97-0CF97DAEEE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59709" y="1805064"/>
                        <a:ext cx="37211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613E7B75-430F-48AD-BC78-C0090A50A2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71009"/>
              </p:ext>
            </p:extLst>
          </p:nvPr>
        </p:nvGraphicFramePr>
        <p:xfrm>
          <a:off x="677403" y="2330020"/>
          <a:ext cx="3238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5" name="Equation" r:id="rId38" imgW="3238200" imgH="672840" progId="Equation.DSMT4">
                  <p:embed/>
                </p:oleObj>
              </mc:Choice>
              <mc:Fallback>
                <p:oleObj name="Equation" r:id="rId38" imgW="3238200" imgH="672840" progId="Equation.DSMT4">
                  <p:embed/>
                  <p:pic>
                    <p:nvPicPr>
                      <p:cNvPr id="75" name="对象 74">
                        <a:extLst>
                          <a:ext uri="{FF2B5EF4-FFF2-40B4-BE49-F238E27FC236}">
                            <a16:creationId xmlns:a16="http://schemas.microsoft.com/office/drawing/2014/main" id="{7CE117CF-7601-4F8C-8E97-0CF97DAEEE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77403" y="2330020"/>
                        <a:ext cx="32385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A8632713-AD68-4B4E-A6A3-222BE23C7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213336"/>
              </p:ext>
            </p:extLst>
          </p:nvPr>
        </p:nvGraphicFramePr>
        <p:xfrm>
          <a:off x="623779" y="3038018"/>
          <a:ext cx="3479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6" name="Equation" r:id="rId40" imgW="3479760" imgH="368280" progId="Equation.DSMT4">
                  <p:embed/>
                </p:oleObj>
              </mc:Choice>
              <mc:Fallback>
                <p:oleObj name="Equation" r:id="rId40" imgW="34797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23779" y="3038018"/>
                        <a:ext cx="34798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B61599B3-8386-4A2F-896F-C8BC9011A4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0522777"/>
              </p:ext>
            </p:extLst>
          </p:nvPr>
        </p:nvGraphicFramePr>
        <p:xfrm>
          <a:off x="844778" y="3432411"/>
          <a:ext cx="68707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7" name="Equation" r:id="rId42" imgW="6870600" imgH="672840" progId="Equation.DSMT4">
                  <p:embed/>
                </p:oleObj>
              </mc:Choice>
              <mc:Fallback>
                <p:oleObj name="Equation" r:id="rId42" imgW="687060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844778" y="3432411"/>
                        <a:ext cx="68707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E7318DF2-D13E-4E7B-9E0B-001E87160A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610976"/>
              </p:ext>
            </p:extLst>
          </p:nvPr>
        </p:nvGraphicFramePr>
        <p:xfrm>
          <a:off x="4912707" y="4109809"/>
          <a:ext cx="2133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3398" name="Equation" r:id="rId44" imgW="2133360" imgH="672840" progId="Equation.DSMT4">
                  <p:embed/>
                </p:oleObj>
              </mc:Choice>
              <mc:Fallback>
                <p:oleObj name="Equation" r:id="rId44" imgW="213336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4912707" y="4109809"/>
                        <a:ext cx="21336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2346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89F653A-60D1-45D5-91E0-B9C136964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90355"/>
              </p:ext>
            </p:extLst>
          </p:nvPr>
        </p:nvGraphicFramePr>
        <p:xfrm>
          <a:off x="685800" y="523875"/>
          <a:ext cx="7772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06" name="Equation" r:id="rId3" imgW="7772400" imgH="736560" progId="Equation.DSMT4">
                  <p:embed/>
                </p:oleObj>
              </mc:Choice>
              <mc:Fallback>
                <p:oleObj name="Equation" r:id="rId3" imgW="7772400" imgH="736560" progId="Equation.DSMT4">
                  <p:embed/>
                  <p:pic>
                    <p:nvPicPr>
                      <p:cNvPr id="81" name="对象 80">
                        <a:extLst>
                          <a:ext uri="{FF2B5EF4-FFF2-40B4-BE49-F238E27FC236}">
                            <a16:creationId xmlns:a16="http://schemas.microsoft.com/office/drawing/2014/main" id="{B61599B3-8386-4A2F-896F-C8BC9011A4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523875"/>
                        <a:ext cx="7772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E482A1E-332A-4A84-87B9-42BACAD4A1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706416"/>
              </p:ext>
            </p:extLst>
          </p:nvPr>
        </p:nvGraphicFramePr>
        <p:xfrm>
          <a:off x="5148064" y="1262956"/>
          <a:ext cx="2324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07" name="Equation" r:id="rId5" imgW="2323800" imgH="736560" progId="Equation.DSMT4">
                  <p:embed/>
                </p:oleObj>
              </mc:Choice>
              <mc:Fallback>
                <p:oleObj name="Equation" r:id="rId5" imgW="2323800" imgH="73656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E7318DF2-D13E-4E7B-9E0B-001E87160A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064" y="1262956"/>
                        <a:ext cx="2324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2">
            <a:extLst>
              <a:ext uri="{FF2B5EF4-FFF2-40B4-BE49-F238E27FC236}">
                <a16:creationId xmlns:a16="http://schemas.microsoft.com/office/drawing/2014/main" id="{1A67672B-638D-4EE5-9F7D-7B4E11205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261" y="2125017"/>
            <a:ext cx="39915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对上式微分得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6F0B051-D4D9-45D3-861A-A5BC1741DF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110150"/>
              </p:ext>
            </p:extLst>
          </p:nvPr>
        </p:nvGraphicFramePr>
        <p:xfrm>
          <a:off x="2843808" y="2041958"/>
          <a:ext cx="246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08" name="Equation" r:id="rId7" imgW="2463480" imgH="736560" progId="Equation.DSMT4">
                  <p:embed/>
                </p:oleObj>
              </mc:Choice>
              <mc:Fallback>
                <p:oleObj name="Equation" r:id="rId7" imgW="24634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3808" y="2041958"/>
                        <a:ext cx="246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2">
            <a:extLst>
              <a:ext uri="{FF2B5EF4-FFF2-40B4-BE49-F238E27FC236}">
                <a16:creationId xmlns:a16="http://schemas.microsoft.com/office/drawing/2014/main" id="{AC13903F-12E1-4B27-B2C8-40978A10A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2916025"/>
            <a:ext cx="39915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旋转体的体积元素为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61E78DF-6085-4ED5-A195-41AF7806A0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346497"/>
              </p:ext>
            </p:extLst>
          </p:nvPr>
        </p:nvGraphicFramePr>
        <p:xfrm>
          <a:off x="3491880" y="2823441"/>
          <a:ext cx="302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09" name="Equation" r:id="rId9" imgW="3022560" imgH="736560" progId="Equation.DSMT4">
                  <p:embed/>
                </p:oleObj>
              </mc:Choice>
              <mc:Fallback>
                <p:oleObj name="Equation" r:id="rId9" imgW="302256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6F0B051-D4D9-45D3-861A-A5BC1741DF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491880" y="2823441"/>
                        <a:ext cx="3022600" cy="736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7FA8083-9D51-4858-8968-9D47B12EE487}"/>
              </a:ext>
            </a:extLst>
          </p:cNvPr>
          <p:cNvSpPr/>
          <p:nvPr/>
        </p:nvSpPr>
        <p:spPr>
          <a:xfrm>
            <a:off x="467544" y="3795886"/>
            <a:ext cx="25584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n-ea"/>
              </a:rPr>
              <a:t>旋转体的体积为</a:t>
            </a:r>
            <a:endParaRPr lang="zh-CN" altLang="en-US" sz="2400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C3BCB7D-7B4D-435A-87BC-125D264027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644776"/>
              </p:ext>
            </p:extLst>
          </p:nvPr>
        </p:nvGraphicFramePr>
        <p:xfrm>
          <a:off x="3004784" y="3707033"/>
          <a:ext cx="325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010" name="Equation" r:id="rId11" imgW="3251160" imgH="736560" progId="Equation.DSMT4">
                  <p:embed/>
                </p:oleObj>
              </mc:Choice>
              <mc:Fallback>
                <p:oleObj name="Equation" r:id="rId11" imgW="32511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004784" y="3707033"/>
                        <a:ext cx="3251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15631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8">
            <a:extLst>
              <a:ext uri="{FF2B5EF4-FFF2-40B4-BE49-F238E27FC236}">
                <a16:creationId xmlns:a16="http://schemas.microsoft.com/office/drawing/2014/main" id="{6F4D48F4-B56C-4076-A4E0-B8DBEDE37CB2}"/>
              </a:ext>
            </a:extLst>
          </p:cNvPr>
          <p:cNvSpPr txBox="1">
            <a:spLocks noChangeArrowheads="1"/>
          </p:cNvSpPr>
          <p:nvPr/>
        </p:nvSpPr>
        <p:spPr>
          <a:xfrm>
            <a:off x="665292" y="385133"/>
            <a:ext cx="8136904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9 </a:t>
            </a:r>
            <a:r>
              <a:rPr lang="zh-CN" altLang="en-US" sz="2400" b="1" dirty="0">
                <a:latin typeface="+mj-ea"/>
              </a:rPr>
              <a:t>求心形线                 所围图形绕极轴旋转一周                 </a:t>
            </a:r>
          </a:p>
        </p:txBody>
      </p:sp>
      <p:graphicFrame>
        <p:nvGraphicFramePr>
          <p:cNvPr id="3" name="Object 7">
            <a:extLst>
              <a:ext uri="{FF2B5EF4-FFF2-40B4-BE49-F238E27FC236}">
                <a16:creationId xmlns:a16="http://schemas.microsoft.com/office/drawing/2014/main" id="{47D2EA81-FC75-49DD-9CB0-C08E1C4D16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3177048"/>
              </p:ext>
            </p:extLst>
          </p:nvPr>
        </p:nvGraphicFramePr>
        <p:xfrm>
          <a:off x="2604274" y="518582"/>
          <a:ext cx="255111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68" name="Equation" r:id="rId3" imgW="2895480" imgH="342720" progId="Equation.DSMT4">
                  <p:embed/>
                </p:oleObj>
              </mc:Choice>
              <mc:Fallback>
                <p:oleObj name="Equation" r:id="rId3" imgW="2895480" imgH="342720" progId="Equation.DSMT4">
                  <p:embed/>
                  <p:pic>
                    <p:nvPicPr>
                      <p:cNvPr id="24585" name="Object 7">
                        <a:extLst>
                          <a:ext uri="{FF2B5EF4-FFF2-40B4-BE49-F238E27FC236}">
                            <a16:creationId xmlns:a16="http://schemas.microsoft.com/office/drawing/2014/main" id="{4A107C6E-E8A7-4CC2-8285-47A27ECF9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4274" y="518582"/>
                        <a:ext cx="2551113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038">
            <a:extLst>
              <a:ext uri="{FF2B5EF4-FFF2-40B4-BE49-F238E27FC236}">
                <a16:creationId xmlns:a16="http://schemas.microsoft.com/office/drawing/2014/main" id="{868CE418-E7EF-4A2C-A6F2-A49E11BCA4C9}"/>
              </a:ext>
            </a:extLst>
          </p:cNvPr>
          <p:cNvSpPr txBox="1">
            <a:spLocks noChangeArrowheads="1"/>
          </p:cNvSpPr>
          <p:nvPr/>
        </p:nvSpPr>
        <p:spPr>
          <a:xfrm>
            <a:off x="201589" y="844291"/>
            <a:ext cx="2736304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+mj-ea"/>
              </a:rPr>
              <a:t>所成立体的体积</a:t>
            </a:r>
            <a:r>
              <a:rPr lang="en-US" altLang="zh-CN" sz="2400" b="1" dirty="0">
                <a:latin typeface="+mj-ea"/>
              </a:rPr>
              <a:t>.</a:t>
            </a:r>
            <a:r>
              <a:rPr lang="zh-CN" altLang="en-US" sz="2400" b="1" dirty="0">
                <a:latin typeface="+mj-ea"/>
              </a:rPr>
              <a:t>                 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DD1A17AE-2189-4A2D-8F5E-D5C10D3238C9}"/>
              </a:ext>
            </a:extLst>
          </p:cNvPr>
          <p:cNvGrpSpPr/>
          <p:nvPr/>
        </p:nvGrpSpPr>
        <p:grpSpPr>
          <a:xfrm>
            <a:off x="5889913" y="1278707"/>
            <a:ext cx="3051197" cy="2154285"/>
            <a:chOff x="4473131" y="1727240"/>
            <a:chExt cx="3051197" cy="2154285"/>
          </a:xfrm>
        </p:grpSpPr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65365D32-A436-486F-B3A8-5780DEACC163}"/>
                </a:ext>
              </a:extLst>
            </p:cNvPr>
            <p:cNvSpPr>
              <a:spLocks/>
            </p:cNvSpPr>
            <p:nvPr/>
          </p:nvSpPr>
          <p:spPr>
            <a:xfrm>
              <a:off x="4846196" y="1730473"/>
              <a:ext cx="1875926" cy="2138657"/>
            </a:xfrm>
            <a:custGeom>
              <a:avLst/>
              <a:gdLst/>
              <a:ahLst/>
              <a:cxnLst/>
              <a:rect l="0" t="0" r="0" b="0"/>
              <a:pathLst>
                <a:path w="1543049" h="1336315">
                  <a:moveTo>
                    <a:pt x="1371600" y="668157"/>
                  </a:moveTo>
                  <a:cubicBezTo>
                    <a:pt x="1371614" y="668157"/>
                    <a:pt x="1371654" y="668157"/>
                    <a:pt x="1371722" y="668155"/>
                  </a:cubicBezTo>
                  <a:cubicBezTo>
                    <a:pt x="1371816" y="668153"/>
                    <a:pt x="1371938" y="668149"/>
                    <a:pt x="1372087" y="668143"/>
                  </a:cubicBezTo>
                  <a:cubicBezTo>
                    <a:pt x="1372263" y="668135"/>
                    <a:pt x="1372465" y="668124"/>
                    <a:pt x="1372695" y="668110"/>
                  </a:cubicBezTo>
                  <a:cubicBezTo>
                    <a:pt x="1372950" y="668093"/>
                    <a:pt x="1373233" y="668072"/>
                    <a:pt x="1373543" y="668047"/>
                  </a:cubicBezTo>
                  <a:cubicBezTo>
                    <a:pt x="1373879" y="668017"/>
                    <a:pt x="1374242" y="667982"/>
                    <a:pt x="1374630" y="667942"/>
                  </a:cubicBezTo>
                  <a:cubicBezTo>
                    <a:pt x="1375045" y="667896"/>
                    <a:pt x="1375487" y="667845"/>
                    <a:pt x="1375953" y="667786"/>
                  </a:cubicBezTo>
                  <a:cubicBezTo>
                    <a:pt x="1376446" y="667721"/>
                    <a:pt x="1376965" y="667649"/>
                    <a:pt x="1377510" y="667569"/>
                  </a:cubicBezTo>
                  <a:cubicBezTo>
                    <a:pt x="1378079" y="667481"/>
                    <a:pt x="1378674" y="667385"/>
                    <a:pt x="1379294" y="667280"/>
                  </a:cubicBezTo>
                  <a:cubicBezTo>
                    <a:pt x="1379939" y="667166"/>
                    <a:pt x="1380610" y="667043"/>
                    <a:pt x="1381303" y="666911"/>
                  </a:cubicBezTo>
                  <a:cubicBezTo>
                    <a:pt x="1382023" y="666768"/>
                    <a:pt x="1382765" y="666614"/>
                    <a:pt x="1383532" y="666450"/>
                  </a:cubicBezTo>
                  <a:cubicBezTo>
                    <a:pt x="1384323" y="666275"/>
                    <a:pt x="1385137" y="666088"/>
                    <a:pt x="1385974" y="665889"/>
                  </a:cubicBezTo>
                  <a:cubicBezTo>
                    <a:pt x="1386835" y="665678"/>
                    <a:pt x="1387718" y="665455"/>
                    <a:pt x="1388625" y="665219"/>
                  </a:cubicBezTo>
                  <a:cubicBezTo>
                    <a:pt x="1389553" y="664969"/>
                    <a:pt x="1390503" y="664706"/>
                    <a:pt x="1391475" y="664429"/>
                  </a:cubicBezTo>
                  <a:cubicBezTo>
                    <a:pt x="1392468" y="664138"/>
                    <a:pt x="1393483" y="663833"/>
                    <a:pt x="1394520" y="663512"/>
                  </a:cubicBezTo>
                  <a:cubicBezTo>
                    <a:pt x="1395576" y="663177"/>
                    <a:pt x="1396653" y="662826"/>
                    <a:pt x="1397750" y="662459"/>
                  </a:cubicBezTo>
                  <a:cubicBezTo>
                    <a:pt x="1398866" y="662076"/>
                    <a:pt x="1400001" y="661677"/>
                    <a:pt x="1401156" y="661261"/>
                  </a:cubicBezTo>
                  <a:cubicBezTo>
                    <a:pt x="1402331" y="660828"/>
                    <a:pt x="1403523" y="660378"/>
                    <a:pt x="1404733" y="659910"/>
                  </a:cubicBezTo>
                  <a:cubicBezTo>
                    <a:pt x="1405961" y="659424"/>
                    <a:pt x="1407206" y="658920"/>
                    <a:pt x="1408468" y="658398"/>
                  </a:cubicBezTo>
                  <a:cubicBezTo>
                    <a:pt x="1409747" y="657857"/>
                    <a:pt x="1411042" y="657296"/>
                    <a:pt x="1412353" y="656717"/>
                  </a:cubicBezTo>
                  <a:cubicBezTo>
                    <a:pt x="1413680" y="656118"/>
                    <a:pt x="1415021" y="655499"/>
                    <a:pt x="1416377" y="654861"/>
                  </a:cubicBezTo>
                  <a:cubicBezTo>
                    <a:pt x="1417748" y="654201"/>
                    <a:pt x="1419133" y="653521"/>
                    <a:pt x="1420530" y="652821"/>
                  </a:cubicBezTo>
                  <a:cubicBezTo>
                    <a:pt x="1421941" y="652099"/>
                    <a:pt x="1423365" y="651356"/>
                    <a:pt x="1424801" y="650592"/>
                  </a:cubicBezTo>
                  <a:cubicBezTo>
                    <a:pt x="1426249" y="649806"/>
                    <a:pt x="1427707" y="648998"/>
                    <a:pt x="1429177" y="648167"/>
                  </a:cubicBezTo>
                  <a:cubicBezTo>
                    <a:pt x="1430658" y="647314"/>
                    <a:pt x="1432148" y="646439"/>
                    <a:pt x="1433648" y="645540"/>
                  </a:cubicBezTo>
                  <a:cubicBezTo>
                    <a:pt x="1435157" y="644619"/>
                    <a:pt x="1436675" y="643674"/>
                    <a:pt x="1438201" y="642706"/>
                  </a:cubicBezTo>
                  <a:cubicBezTo>
                    <a:pt x="1439735" y="641714"/>
                    <a:pt x="1441275" y="640699"/>
                    <a:pt x="1442823" y="639659"/>
                  </a:cubicBezTo>
                  <a:cubicBezTo>
                    <a:pt x="1444377" y="638595"/>
                    <a:pt x="1445937" y="637507"/>
                    <a:pt x="1447501" y="636395"/>
                  </a:cubicBezTo>
                  <a:cubicBezTo>
                    <a:pt x="1449070" y="635257"/>
                    <a:pt x="1450645" y="634095"/>
                    <a:pt x="1452222" y="632908"/>
                  </a:cubicBezTo>
                  <a:cubicBezTo>
                    <a:pt x="1453804" y="631696"/>
                    <a:pt x="1455387" y="630458"/>
                    <a:pt x="1456973" y="629195"/>
                  </a:cubicBezTo>
                  <a:cubicBezTo>
                    <a:pt x="1458561" y="627907"/>
                    <a:pt x="1460150" y="626593"/>
                    <a:pt x="1461740" y="625253"/>
                  </a:cubicBezTo>
                  <a:cubicBezTo>
                    <a:pt x="1463330" y="623888"/>
                    <a:pt x="1464920" y="622496"/>
                    <a:pt x="1466509" y="621078"/>
                  </a:cubicBezTo>
                  <a:cubicBezTo>
                    <a:pt x="1468096" y="619635"/>
                    <a:pt x="1469682" y="618165"/>
                    <a:pt x="1471265" y="616668"/>
                  </a:cubicBezTo>
                  <a:cubicBezTo>
                    <a:pt x="1472845" y="615146"/>
                    <a:pt x="1474422" y="613596"/>
                    <a:pt x="1475994" y="612020"/>
                  </a:cubicBezTo>
                  <a:cubicBezTo>
                    <a:pt x="1477562" y="610418"/>
                    <a:pt x="1479124" y="608788"/>
                    <a:pt x="1480682" y="607132"/>
                  </a:cubicBezTo>
                  <a:cubicBezTo>
                    <a:pt x="1482232" y="605450"/>
                    <a:pt x="1483776" y="603740"/>
                    <a:pt x="1485312" y="602004"/>
                  </a:cubicBezTo>
                  <a:cubicBezTo>
                    <a:pt x="1486841" y="600240"/>
                    <a:pt x="1488361" y="598450"/>
                    <a:pt x="1489873" y="596633"/>
                  </a:cubicBezTo>
                  <a:cubicBezTo>
                    <a:pt x="1491374" y="594789"/>
                    <a:pt x="1492865" y="592918"/>
                    <a:pt x="1494345" y="591019"/>
                  </a:cubicBezTo>
                  <a:cubicBezTo>
                    <a:pt x="1495815" y="589095"/>
                    <a:pt x="1497272" y="587143"/>
                    <a:pt x="1498718" y="585164"/>
                  </a:cubicBezTo>
                  <a:cubicBezTo>
                    <a:pt x="1500150" y="583158"/>
                    <a:pt x="1501568" y="581125"/>
                    <a:pt x="1502973" y="579066"/>
                  </a:cubicBezTo>
                  <a:cubicBezTo>
                    <a:pt x="1504362" y="576980"/>
                    <a:pt x="1505737" y="574867"/>
                    <a:pt x="1507096" y="572728"/>
                  </a:cubicBezTo>
                  <a:cubicBezTo>
                    <a:pt x="1508438" y="570561"/>
                    <a:pt x="1509764" y="568369"/>
                    <a:pt x="1511072" y="566149"/>
                  </a:cubicBezTo>
                  <a:cubicBezTo>
                    <a:pt x="1512363" y="563904"/>
                    <a:pt x="1513634" y="561631"/>
                    <a:pt x="1514887" y="559333"/>
                  </a:cubicBezTo>
                  <a:cubicBezTo>
                    <a:pt x="1516119" y="557009"/>
                    <a:pt x="1517331" y="554658"/>
                    <a:pt x="1518523" y="552282"/>
                  </a:cubicBezTo>
                  <a:cubicBezTo>
                    <a:pt x="1519693" y="549879"/>
                    <a:pt x="1520841" y="547451"/>
                    <a:pt x="1521968" y="544997"/>
                  </a:cubicBezTo>
                  <a:cubicBezTo>
                    <a:pt x="1523071" y="542519"/>
                    <a:pt x="1524150" y="540014"/>
                    <a:pt x="1525205" y="537484"/>
                  </a:cubicBezTo>
                  <a:cubicBezTo>
                    <a:pt x="1526235" y="534929"/>
                    <a:pt x="1527240" y="532350"/>
                    <a:pt x="1528219" y="529745"/>
                  </a:cubicBezTo>
                  <a:cubicBezTo>
                    <a:pt x="1529173" y="527116"/>
                    <a:pt x="1530099" y="524463"/>
                    <a:pt x="1530997" y="521785"/>
                  </a:cubicBezTo>
                  <a:cubicBezTo>
                    <a:pt x="1531868" y="519084"/>
                    <a:pt x="1532710" y="516358"/>
                    <a:pt x="1533523" y="513609"/>
                  </a:cubicBezTo>
                  <a:cubicBezTo>
                    <a:pt x="1534308" y="510836"/>
                    <a:pt x="1535061" y="508040"/>
                    <a:pt x="1535785" y="505220"/>
                  </a:cubicBezTo>
                  <a:cubicBezTo>
                    <a:pt x="1536477" y="502378"/>
                    <a:pt x="1537137" y="499514"/>
                    <a:pt x="1537765" y="496627"/>
                  </a:cubicBezTo>
                  <a:cubicBezTo>
                    <a:pt x="1538360" y="493717"/>
                    <a:pt x="1538923" y="490786"/>
                    <a:pt x="1539452" y="487833"/>
                  </a:cubicBezTo>
                  <a:cubicBezTo>
                    <a:pt x="1539946" y="484858"/>
                    <a:pt x="1540407" y="481863"/>
                    <a:pt x="1540832" y="478846"/>
                  </a:cubicBezTo>
                  <a:cubicBezTo>
                    <a:pt x="1541221" y="475809"/>
                    <a:pt x="1541574" y="472751"/>
                    <a:pt x="1541890" y="469673"/>
                  </a:cubicBezTo>
                  <a:cubicBezTo>
                    <a:pt x="1542170" y="466576"/>
                    <a:pt x="1542411" y="463458"/>
                    <a:pt x="1542615" y="460321"/>
                  </a:cubicBezTo>
                  <a:cubicBezTo>
                    <a:pt x="1542781" y="457165"/>
                    <a:pt x="1542907" y="453991"/>
                    <a:pt x="1542994" y="450798"/>
                  </a:cubicBezTo>
                  <a:cubicBezTo>
                    <a:pt x="1543041" y="447587"/>
                    <a:pt x="1543048" y="444358"/>
                    <a:pt x="1543014" y="441112"/>
                  </a:cubicBezTo>
                  <a:cubicBezTo>
                    <a:pt x="1542938" y="437849"/>
                    <a:pt x="1542821" y="434568"/>
                    <a:pt x="1542662" y="431271"/>
                  </a:cubicBezTo>
                  <a:cubicBezTo>
                    <a:pt x="1542462" y="427958"/>
                    <a:pt x="1542217" y="424630"/>
                    <a:pt x="1541929" y="421286"/>
                  </a:cubicBezTo>
                  <a:cubicBezTo>
                    <a:pt x="1541598" y="417926"/>
                    <a:pt x="1541223" y="414552"/>
                    <a:pt x="1540803" y="411164"/>
                  </a:cubicBezTo>
                  <a:cubicBezTo>
                    <a:pt x="1540338" y="407761"/>
                    <a:pt x="1539828" y="404345"/>
                    <a:pt x="1539272" y="400915"/>
                  </a:cubicBezTo>
                  <a:cubicBezTo>
                    <a:pt x="1538670" y="397473"/>
                    <a:pt x="1538022" y="394018"/>
                    <a:pt x="1537327" y="390551"/>
                  </a:cubicBezTo>
                  <a:cubicBezTo>
                    <a:pt x="1536585" y="387072"/>
                    <a:pt x="1535795" y="383582"/>
                    <a:pt x="1534957" y="380080"/>
                  </a:cubicBezTo>
                  <a:cubicBezTo>
                    <a:pt x="1534071" y="376569"/>
                    <a:pt x="1533138" y="373047"/>
                    <a:pt x="1532155" y="369515"/>
                  </a:cubicBezTo>
                  <a:cubicBezTo>
                    <a:pt x="1531123" y="365974"/>
                    <a:pt x="1530041" y="362424"/>
                    <a:pt x="1528911" y="358866"/>
                  </a:cubicBezTo>
                  <a:cubicBezTo>
                    <a:pt x="1527729" y="355299"/>
                    <a:pt x="1526498" y="351725"/>
                    <a:pt x="1525215" y="348144"/>
                  </a:cubicBezTo>
                  <a:cubicBezTo>
                    <a:pt x="1523882" y="344555"/>
                    <a:pt x="1522498" y="340961"/>
                    <a:pt x="1521062" y="337361"/>
                  </a:cubicBezTo>
                  <a:cubicBezTo>
                    <a:pt x="1519575" y="333755"/>
                    <a:pt x="1518035" y="330144"/>
                    <a:pt x="1516444" y="326529"/>
                  </a:cubicBezTo>
                  <a:cubicBezTo>
                    <a:pt x="1514800" y="322909"/>
                    <a:pt x="1513104" y="319286"/>
                    <a:pt x="1511354" y="315660"/>
                  </a:cubicBezTo>
                  <a:cubicBezTo>
                    <a:pt x="1509552" y="312030"/>
                    <a:pt x="1507696" y="308399"/>
                    <a:pt x="1505786" y="304766"/>
                  </a:cubicBezTo>
                  <a:cubicBezTo>
                    <a:pt x="1503824" y="301131"/>
                    <a:pt x="1501808" y="297496"/>
                    <a:pt x="1499736" y="293860"/>
                  </a:cubicBezTo>
                  <a:cubicBezTo>
                    <a:pt x="1497612" y="290225"/>
                    <a:pt x="1495432" y="286590"/>
                    <a:pt x="1493199" y="282956"/>
                  </a:cubicBezTo>
                  <a:cubicBezTo>
                    <a:pt x="1490911" y="279323"/>
                    <a:pt x="1488567" y="275693"/>
                    <a:pt x="1486169" y="272065"/>
                  </a:cubicBezTo>
                  <a:cubicBezTo>
                    <a:pt x="1483716" y="268440"/>
                    <a:pt x="1481208" y="264819"/>
                    <a:pt x="1478645" y="261202"/>
                  </a:cubicBezTo>
                  <a:cubicBezTo>
                    <a:pt x="1476025" y="257589"/>
                    <a:pt x="1473351" y="253981"/>
                    <a:pt x="1470622" y="250379"/>
                  </a:cubicBezTo>
                  <a:cubicBezTo>
                    <a:pt x="1467837" y="246783"/>
                    <a:pt x="1464996" y="243193"/>
                    <a:pt x="1462099" y="239610"/>
                  </a:cubicBezTo>
                  <a:cubicBezTo>
                    <a:pt x="1459147" y="236035"/>
                    <a:pt x="1456139" y="232467"/>
                    <a:pt x="1453075" y="228909"/>
                  </a:cubicBezTo>
                  <a:cubicBezTo>
                    <a:pt x="1449955" y="225359"/>
                    <a:pt x="1446780" y="221819"/>
                    <a:pt x="1443548" y="218288"/>
                  </a:cubicBezTo>
                  <a:cubicBezTo>
                    <a:pt x="1440261" y="214769"/>
                    <a:pt x="1436918" y="211260"/>
                    <a:pt x="1433519" y="207763"/>
                  </a:cubicBezTo>
                  <a:cubicBezTo>
                    <a:pt x="1430065" y="204278"/>
                    <a:pt x="1426555" y="200806"/>
                    <a:pt x="1422988" y="197347"/>
                  </a:cubicBezTo>
                  <a:cubicBezTo>
                    <a:pt x="1419367" y="193901"/>
                    <a:pt x="1415690" y="190470"/>
                    <a:pt x="1411956" y="187053"/>
                  </a:cubicBezTo>
                  <a:cubicBezTo>
                    <a:pt x="1408168" y="183652"/>
                    <a:pt x="1404325" y="180266"/>
                    <a:pt x="1400426" y="176896"/>
                  </a:cubicBezTo>
                  <a:cubicBezTo>
                    <a:pt x="1396472" y="173543"/>
                    <a:pt x="1392464" y="170208"/>
                    <a:pt x="1388400" y="166890"/>
                  </a:cubicBezTo>
                  <a:cubicBezTo>
                    <a:pt x="1384281" y="163590"/>
                    <a:pt x="1380108" y="160309"/>
                    <a:pt x="1375880" y="157048"/>
                  </a:cubicBezTo>
                  <a:cubicBezTo>
                    <a:pt x="1371598" y="153806"/>
                    <a:pt x="1367262" y="150584"/>
                    <a:pt x="1362873" y="147384"/>
                  </a:cubicBezTo>
                  <a:cubicBezTo>
                    <a:pt x="1358429" y="144204"/>
                    <a:pt x="1353931" y="141047"/>
                    <a:pt x="1349380" y="137912"/>
                  </a:cubicBezTo>
                  <a:cubicBezTo>
                    <a:pt x="1344777" y="134800"/>
                    <a:pt x="1340120" y="131711"/>
                    <a:pt x="1335410" y="128645"/>
                  </a:cubicBezTo>
                  <a:cubicBezTo>
                    <a:pt x="1330648" y="125605"/>
                    <a:pt x="1325833" y="122589"/>
                    <a:pt x="1320967" y="119598"/>
                  </a:cubicBezTo>
                  <a:cubicBezTo>
                    <a:pt x="1316049" y="116634"/>
                    <a:pt x="1311079" y="113695"/>
                    <a:pt x="1306058" y="110784"/>
                  </a:cubicBezTo>
                  <a:cubicBezTo>
                    <a:pt x="1300986" y="107899"/>
                    <a:pt x="1295864" y="105043"/>
                    <a:pt x="1290691" y="102215"/>
                  </a:cubicBezTo>
                  <a:cubicBezTo>
                    <a:pt x="1285468" y="99416"/>
                    <a:pt x="1280196" y="96646"/>
                    <a:pt x="1274873" y="93906"/>
                  </a:cubicBezTo>
                  <a:cubicBezTo>
                    <a:pt x="1269502" y="91196"/>
                    <a:pt x="1264083" y="88517"/>
                    <a:pt x="1258615" y="85869"/>
                  </a:cubicBezTo>
                  <a:cubicBezTo>
                    <a:pt x="1253098" y="83252"/>
                    <a:pt x="1247535" y="80668"/>
                    <a:pt x="1241923" y="78116"/>
                  </a:cubicBezTo>
                  <a:cubicBezTo>
                    <a:pt x="1236266" y="75598"/>
                    <a:pt x="1230561" y="73113"/>
                    <a:pt x="1224811" y="70662"/>
                  </a:cubicBezTo>
                  <a:cubicBezTo>
                    <a:pt x="1219015" y="68245"/>
                    <a:pt x="1213173" y="65864"/>
                    <a:pt x="1207287" y="63517"/>
                  </a:cubicBezTo>
                  <a:cubicBezTo>
                    <a:pt x="1201356" y="61207"/>
                    <a:pt x="1195381" y="58932"/>
                    <a:pt x="1189363" y="56695"/>
                  </a:cubicBezTo>
                  <a:cubicBezTo>
                    <a:pt x="1183302" y="54494"/>
                    <a:pt x="1177198" y="52331"/>
                    <a:pt x="1171052" y="50206"/>
                  </a:cubicBezTo>
                  <a:cubicBezTo>
                    <a:pt x="1164864" y="48119"/>
                    <a:pt x="1158635" y="46072"/>
                    <a:pt x="1152365" y="44063"/>
                  </a:cubicBezTo>
                  <a:cubicBezTo>
                    <a:pt x="1146056" y="42094"/>
                    <a:pt x="1139706" y="40165"/>
                    <a:pt x="1133317" y="38277"/>
                  </a:cubicBezTo>
                  <a:cubicBezTo>
                    <a:pt x="1126889" y="36429"/>
                    <a:pt x="1120424" y="34623"/>
                    <a:pt x="1113920" y="32858"/>
                  </a:cubicBezTo>
                  <a:cubicBezTo>
                    <a:pt x="1107380" y="31135"/>
                    <a:pt x="1100803" y="29455"/>
                    <a:pt x="1094191" y="27818"/>
                  </a:cubicBezTo>
                  <a:cubicBezTo>
                    <a:pt x="1087541" y="26224"/>
                    <a:pt x="1080858" y="24673"/>
                    <a:pt x="1074141" y="23166"/>
                  </a:cubicBezTo>
                  <a:cubicBezTo>
                    <a:pt x="1067390" y="21704"/>
                    <a:pt x="1060605" y="20286"/>
                    <a:pt x="1053788" y="18913"/>
                  </a:cubicBezTo>
                  <a:cubicBezTo>
                    <a:pt x="1046939" y="17586"/>
                    <a:pt x="1040059" y="16304"/>
                    <a:pt x="1033148" y="15068"/>
                  </a:cubicBezTo>
                  <a:cubicBezTo>
                    <a:pt x="1026206" y="13879"/>
                    <a:pt x="1019236" y="12736"/>
                    <a:pt x="1012237" y="11640"/>
                  </a:cubicBezTo>
                  <a:cubicBezTo>
                    <a:pt x="1005208" y="10592"/>
                    <a:pt x="998153" y="9591"/>
                    <a:pt x="991071" y="8638"/>
                  </a:cubicBezTo>
                  <a:cubicBezTo>
                    <a:pt x="983962" y="7733"/>
                    <a:pt x="976828" y="6877"/>
                    <a:pt x="969669" y="6070"/>
                  </a:cubicBezTo>
                  <a:cubicBezTo>
                    <a:pt x="962485" y="5312"/>
                    <a:pt x="955277" y="4603"/>
                    <a:pt x="948047" y="3944"/>
                  </a:cubicBezTo>
                  <a:cubicBezTo>
                    <a:pt x="940795" y="3335"/>
                    <a:pt x="933520" y="2776"/>
                    <a:pt x="926225" y="2267"/>
                  </a:cubicBezTo>
                  <a:cubicBezTo>
                    <a:pt x="918910" y="1809"/>
                    <a:pt x="911575" y="1402"/>
                    <a:pt x="904221" y="1047"/>
                  </a:cubicBezTo>
                  <a:cubicBezTo>
                    <a:pt x="896849" y="742"/>
                    <a:pt x="889460" y="490"/>
                    <a:pt x="882054" y="289"/>
                  </a:cubicBezTo>
                  <a:cubicBezTo>
                    <a:pt x="874632" y="140"/>
                    <a:pt x="867194" y="44"/>
                    <a:pt x="859743" y="0"/>
                  </a:cubicBezTo>
                  <a:cubicBezTo>
                    <a:pt x="852277" y="8"/>
                    <a:pt x="844799" y="70"/>
                    <a:pt x="837308" y="185"/>
                  </a:cubicBezTo>
                  <a:cubicBezTo>
                    <a:pt x="829805" y="353"/>
                    <a:pt x="822292" y="574"/>
                    <a:pt x="814769" y="849"/>
                  </a:cubicBezTo>
                  <a:cubicBezTo>
                    <a:pt x="807236" y="1178"/>
                    <a:pt x="799695" y="1560"/>
                    <a:pt x="792146" y="1997"/>
                  </a:cubicBezTo>
                  <a:cubicBezTo>
                    <a:pt x="784590" y="2488"/>
                    <a:pt x="777028" y="3033"/>
                    <a:pt x="769460" y="3632"/>
                  </a:cubicBezTo>
                  <a:cubicBezTo>
                    <a:pt x="761888" y="4286"/>
                    <a:pt x="754311" y="4995"/>
                    <a:pt x="746731" y="5758"/>
                  </a:cubicBezTo>
                  <a:cubicBezTo>
                    <a:pt x="739149" y="6577"/>
                    <a:pt x="731566" y="7450"/>
                    <a:pt x="723981" y="8379"/>
                  </a:cubicBezTo>
                  <a:cubicBezTo>
                    <a:pt x="716397" y="9362"/>
                    <a:pt x="708814" y="10401"/>
                    <a:pt x="701232" y="11495"/>
                  </a:cubicBezTo>
                  <a:cubicBezTo>
                    <a:pt x="693651" y="12644"/>
                    <a:pt x="686075" y="13849"/>
                    <a:pt x="678503" y="15109"/>
                  </a:cubicBezTo>
                  <a:cubicBezTo>
                    <a:pt x="670935" y="16424"/>
                    <a:pt x="663372" y="17796"/>
                    <a:pt x="655816" y="19222"/>
                  </a:cubicBezTo>
                  <a:cubicBezTo>
                    <a:pt x="648267" y="20704"/>
                    <a:pt x="640726" y="22242"/>
                    <a:pt x="633193" y="23835"/>
                  </a:cubicBezTo>
                  <a:cubicBezTo>
                    <a:pt x="625670" y="25484"/>
                    <a:pt x="618158" y="27188"/>
                    <a:pt x="610656" y="28948"/>
                  </a:cubicBezTo>
                  <a:cubicBezTo>
                    <a:pt x="603167" y="30763"/>
                    <a:pt x="595690" y="32634"/>
                    <a:pt x="588226" y="34560"/>
                  </a:cubicBezTo>
                  <a:cubicBezTo>
                    <a:pt x="580778" y="36542"/>
                    <a:pt x="573344" y="38579"/>
                    <a:pt x="565926" y="40671"/>
                  </a:cubicBezTo>
                  <a:cubicBezTo>
                    <a:pt x="558524" y="42819"/>
                    <a:pt x="551141" y="45021"/>
                    <a:pt x="543776" y="47279"/>
                  </a:cubicBezTo>
                  <a:cubicBezTo>
                    <a:pt x="536429" y="49591"/>
                    <a:pt x="529103" y="51959"/>
                    <a:pt x="521798" y="54381"/>
                  </a:cubicBezTo>
                  <a:cubicBezTo>
                    <a:pt x="514514" y="56858"/>
                    <a:pt x="507252" y="59389"/>
                    <a:pt x="500014" y="61975"/>
                  </a:cubicBezTo>
                  <a:cubicBezTo>
                    <a:pt x="492799" y="64615"/>
                    <a:pt x="485610" y="67310"/>
                    <a:pt x="478445" y="70058"/>
                  </a:cubicBezTo>
                  <a:cubicBezTo>
                    <a:pt x="471307" y="72860"/>
                    <a:pt x="464196" y="75716"/>
                    <a:pt x="457113" y="78626"/>
                  </a:cubicBezTo>
                  <a:cubicBezTo>
                    <a:pt x="450059" y="81589"/>
                    <a:pt x="443034" y="84605"/>
                    <a:pt x="436039" y="87674"/>
                  </a:cubicBezTo>
                  <a:cubicBezTo>
                    <a:pt x="429076" y="90796"/>
                    <a:pt x="422144" y="93970"/>
                    <a:pt x="415244" y="97197"/>
                  </a:cubicBezTo>
                  <a:cubicBezTo>
                    <a:pt x="408378" y="100477"/>
                    <a:pt x="401546" y="103808"/>
                    <a:pt x="394750" y="107191"/>
                  </a:cubicBezTo>
                  <a:cubicBezTo>
                    <a:pt x="387988" y="110625"/>
                    <a:pt x="381263" y="114111"/>
                    <a:pt x="374575" y="117648"/>
                  </a:cubicBezTo>
                  <a:cubicBezTo>
                    <a:pt x="367925" y="121236"/>
                    <a:pt x="361313" y="124874"/>
                    <a:pt x="354742" y="128563"/>
                  </a:cubicBezTo>
                  <a:cubicBezTo>
                    <a:pt x="348209" y="132301"/>
                    <a:pt x="341718" y="136090"/>
                    <a:pt x="335269" y="139928"/>
                  </a:cubicBezTo>
                  <a:cubicBezTo>
                    <a:pt x="328862" y="143815"/>
                    <a:pt x="322498" y="147751"/>
                    <a:pt x="316177" y="151735"/>
                  </a:cubicBezTo>
                  <a:cubicBezTo>
                    <a:pt x="309902" y="155768"/>
                    <a:pt x="303671" y="159848"/>
                    <a:pt x="297486" y="163977"/>
                  </a:cubicBezTo>
                  <a:cubicBezTo>
                    <a:pt x="291348" y="168152"/>
                    <a:pt x="285257" y="172375"/>
                    <a:pt x="279215" y="176644"/>
                  </a:cubicBezTo>
                  <a:cubicBezTo>
                    <a:pt x="273221" y="180960"/>
                    <a:pt x="267276" y="185321"/>
                    <a:pt x="261381" y="189728"/>
                  </a:cubicBezTo>
                  <a:cubicBezTo>
                    <a:pt x="255538" y="194180"/>
                    <a:pt x="249745" y="198677"/>
                    <a:pt x="244004" y="203218"/>
                  </a:cubicBezTo>
                  <a:cubicBezTo>
                    <a:pt x="238317" y="207804"/>
                    <a:pt x="232683" y="212433"/>
                    <a:pt x="227102" y="217105"/>
                  </a:cubicBezTo>
                  <a:cubicBezTo>
                    <a:pt x="221577" y="221821"/>
                    <a:pt x="216107" y="226579"/>
                    <a:pt x="210692" y="231379"/>
                  </a:cubicBezTo>
                  <a:cubicBezTo>
                    <a:pt x="205335" y="236220"/>
                    <a:pt x="200034" y="241103"/>
                    <a:pt x="194792" y="246027"/>
                  </a:cubicBezTo>
                  <a:cubicBezTo>
                    <a:pt x="189607" y="250991"/>
                    <a:pt x="184482" y="255995"/>
                    <a:pt x="179416" y="261038"/>
                  </a:cubicBezTo>
                  <a:cubicBezTo>
                    <a:pt x="174411" y="266121"/>
                    <a:pt x="169466" y="271242"/>
                    <a:pt x="164583" y="276401"/>
                  </a:cubicBezTo>
                  <a:cubicBezTo>
                    <a:pt x="159761" y="281598"/>
                    <a:pt x="155002" y="286832"/>
                    <a:pt x="150306" y="292102"/>
                  </a:cubicBezTo>
                  <a:cubicBezTo>
                    <a:pt x="145674" y="297409"/>
                    <a:pt x="141106" y="302753"/>
                    <a:pt x="136602" y="308131"/>
                  </a:cubicBezTo>
                  <a:cubicBezTo>
                    <a:pt x="132163" y="313543"/>
                    <a:pt x="127791" y="318990"/>
                    <a:pt x="123484" y="324471"/>
                  </a:cubicBezTo>
                  <a:cubicBezTo>
                    <a:pt x="119244" y="329985"/>
                    <a:pt x="115071" y="335533"/>
                    <a:pt x="110966" y="341112"/>
                  </a:cubicBezTo>
                  <a:cubicBezTo>
                    <a:pt x="106930" y="346723"/>
                    <a:pt x="102962" y="352365"/>
                    <a:pt x="99062" y="358038"/>
                  </a:cubicBezTo>
                  <a:cubicBezTo>
                    <a:pt x="95233" y="363741"/>
                    <a:pt x="91473" y="369473"/>
                    <a:pt x="87784" y="375235"/>
                  </a:cubicBezTo>
                  <a:cubicBezTo>
                    <a:pt x="84166" y="381025"/>
                    <a:pt x="80619" y="386843"/>
                    <a:pt x="77143" y="392689"/>
                  </a:cubicBezTo>
                  <a:cubicBezTo>
                    <a:pt x="73740" y="398561"/>
                    <a:pt x="70410" y="404460"/>
                    <a:pt x="67152" y="410384"/>
                  </a:cubicBezTo>
                  <a:cubicBezTo>
                    <a:pt x="63967" y="416334"/>
                    <a:pt x="60857" y="422308"/>
                    <a:pt x="57820" y="428307"/>
                  </a:cubicBezTo>
                  <a:cubicBezTo>
                    <a:pt x="54858" y="434329"/>
                    <a:pt x="51970" y="440373"/>
                    <a:pt x="49158" y="446440"/>
                  </a:cubicBezTo>
                  <a:cubicBezTo>
                    <a:pt x="46421" y="452529"/>
                    <a:pt x="43759" y="458639"/>
                    <a:pt x="41174" y="464769"/>
                  </a:cubicBezTo>
                  <a:cubicBezTo>
                    <a:pt x="38665" y="470920"/>
                    <a:pt x="36233" y="477090"/>
                    <a:pt x="33878" y="483278"/>
                  </a:cubicBezTo>
                  <a:cubicBezTo>
                    <a:pt x="31600" y="489485"/>
                    <a:pt x="29399" y="495709"/>
                    <a:pt x="27276" y="501950"/>
                  </a:cubicBezTo>
                  <a:cubicBezTo>
                    <a:pt x="25231" y="508207"/>
                    <a:pt x="23264" y="514481"/>
                    <a:pt x="21376" y="520769"/>
                  </a:cubicBezTo>
                  <a:cubicBezTo>
                    <a:pt x="19567" y="527072"/>
                    <a:pt x="17836" y="533388"/>
                    <a:pt x="16185" y="539718"/>
                  </a:cubicBezTo>
                  <a:cubicBezTo>
                    <a:pt x="14613" y="546061"/>
                    <a:pt x="13120" y="552416"/>
                    <a:pt x="11707" y="558782"/>
                  </a:cubicBezTo>
                  <a:cubicBezTo>
                    <a:pt x="10374" y="565158"/>
                    <a:pt x="9121" y="571545"/>
                    <a:pt x="7948" y="577942"/>
                  </a:cubicBezTo>
                  <a:cubicBezTo>
                    <a:pt x="6855" y="584347"/>
                    <a:pt x="5842" y="590761"/>
                    <a:pt x="4911" y="597182"/>
                  </a:cubicBezTo>
                  <a:cubicBezTo>
                    <a:pt x="4059" y="603611"/>
                    <a:pt x="3289" y="610045"/>
                    <a:pt x="2599" y="616485"/>
                  </a:cubicBezTo>
                  <a:cubicBezTo>
                    <a:pt x="1991" y="622931"/>
                    <a:pt x="1463" y="629381"/>
                    <a:pt x="1016" y="635835"/>
                  </a:cubicBezTo>
                  <a:cubicBezTo>
                    <a:pt x="651" y="642292"/>
                    <a:pt x="366" y="648751"/>
                    <a:pt x="163" y="655212"/>
                  </a:cubicBezTo>
                  <a:cubicBezTo>
                    <a:pt x="41" y="661675"/>
                    <a:pt x="0" y="668138"/>
                    <a:pt x="40" y="674602"/>
                  </a:cubicBezTo>
                  <a:cubicBezTo>
                    <a:pt x="162" y="681064"/>
                    <a:pt x="365" y="687526"/>
                    <a:pt x="649" y="693985"/>
                  </a:cubicBezTo>
                  <a:cubicBezTo>
                    <a:pt x="1014" y="700442"/>
                    <a:pt x="1460" y="706896"/>
                    <a:pt x="1987" y="713346"/>
                  </a:cubicBezTo>
                  <a:cubicBezTo>
                    <a:pt x="2596" y="719791"/>
                    <a:pt x="3285" y="726232"/>
                    <a:pt x="4055" y="732667"/>
                  </a:cubicBezTo>
                  <a:cubicBezTo>
                    <a:pt x="4906" y="739095"/>
                    <a:pt x="5837" y="745516"/>
                    <a:pt x="6849" y="751930"/>
                  </a:cubicBezTo>
                  <a:cubicBezTo>
                    <a:pt x="7941" y="758335"/>
                    <a:pt x="9114" y="764732"/>
                    <a:pt x="10366" y="771119"/>
                  </a:cubicBezTo>
                  <a:cubicBezTo>
                    <a:pt x="11699" y="777496"/>
                    <a:pt x="13112" y="783862"/>
                    <a:pt x="14604" y="790217"/>
                  </a:cubicBezTo>
                  <a:cubicBezTo>
                    <a:pt x="16175" y="796559"/>
                    <a:pt x="17826" y="802889"/>
                    <a:pt x="19557" y="809206"/>
                  </a:cubicBezTo>
                  <a:cubicBezTo>
                    <a:pt x="21366" y="815509"/>
                    <a:pt x="23254" y="821797"/>
                    <a:pt x="25220" y="828070"/>
                  </a:cubicBezTo>
                  <a:cubicBezTo>
                    <a:pt x="27264" y="834328"/>
                    <a:pt x="29387" y="840569"/>
                    <a:pt x="31587" y="846794"/>
                  </a:cubicBezTo>
                  <a:cubicBezTo>
                    <a:pt x="33864" y="853000"/>
                    <a:pt x="36219" y="859189"/>
                    <a:pt x="38651" y="865359"/>
                  </a:cubicBezTo>
                  <a:cubicBezTo>
                    <a:pt x="41160" y="871509"/>
                    <a:pt x="43744" y="877640"/>
                    <a:pt x="46405" y="883750"/>
                  </a:cubicBezTo>
                  <a:cubicBezTo>
                    <a:pt x="49142" y="889839"/>
                    <a:pt x="51954" y="895906"/>
                    <a:pt x="54841" y="901950"/>
                  </a:cubicBezTo>
                  <a:cubicBezTo>
                    <a:pt x="57803" y="907973"/>
                    <a:pt x="60839" y="913971"/>
                    <a:pt x="63950" y="919946"/>
                  </a:cubicBezTo>
                  <a:cubicBezTo>
                    <a:pt x="67133" y="925896"/>
                    <a:pt x="70391" y="931820"/>
                    <a:pt x="73721" y="937719"/>
                  </a:cubicBezTo>
                  <a:cubicBezTo>
                    <a:pt x="77124" y="943592"/>
                    <a:pt x="80599" y="949437"/>
                    <a:pt x="84145" y="955256"/>
                  </a:cubicBezTo>
                  <a:cubicBezTo>
                    <a:pt x="87763" y="961046"/>
                    <a:pt x="91452" y="966808"/>
                    <a:pt x="95211" y="972540"/>
                  </a:cubicBezTo>
                  <a:cubicBezTo>
                    <a:pt x="99040" y="978243"/>
                    <a:pt x="102939" y="983917"/>
                    <a:pt x="106907" y="989559"/>
                  </a:cubicBezTo>
                  <a:cubicBezTo>
                    <a:pt x="110943" y="995170"/>
                    <a:pt x="115048" y="1000749"/>
                    <a:pt x="119220" y="1006296"/>
                  </a:cubicBezTo>
                  <a:cubicBezTo>
                    <a:pt x="123460" y="1011811"/>
                    <a:pt x="127766" y="1017292"/>
                    <a:pt x="132138" y="1022740"/>
                  </a:cubicBezTo>
                  <a:cubicBezTo>
                    <a:pt x="136576" y="1028152"/>
                    <a:pt x="141079" y="1033531"/>
                    <a:pt x="145647" y="1038874"/>
                  </a:cubicBezTo>
                  <a:cubicBezTo>
                    <a:pt x="150280" y="1044181"/>
                    <a:pt x="154975" y="1049452"/>
                    <a:pt x="159734" y="1054687"/>
                  </a:cubicBezTo>
                  <a:cubicBezTo>
                    <a:pt x="164555" y="1059883"/>
                    <a:pt x="169438" y="1065043"/>
                    <a:pt x="174382" y="1070164"/>
                  </a:cubicBezTo>
                  <a:cubicBezTo>
                    <a:pt x="179387" y="1075247"/>
                    <a:pt x="184453" y="1080290"/>
                    <a:pt x="189578" y="1085295"/>
                  </a:cubicBezTo>
                  <a:cubicBezTo>
                    <a:pt x="194761" y="1090259"/>
                    <a:pt x="200004" y="1095182"/>
                    <a:pt x="205304" y="1100066"/>
                  </a:cubicBezTo>
                  <a:cubicBezTo>
                    <a:pt x="210662" y="1104907"/>
                    <a:pt x="216075" y="1109708"/>
                    <a:pt x="221545" y="1114466"/>
                  </a:cubicBezTo>
                  <a:cubicBezTo>
                    <a:pt x="227071" y="1119181"/>
                    <a:pt x="232650" y="1123854"/>
                    <a:pt x="238284" y="1128484"/>
                  </a:cubicBezTo>
                  <a:cubicBezTo>
                    <a:pt x="243972" y="1133069"/>
                    <a:pt x="249712" y="1137611"/>
                    <a:pt x="255504" y="1142108"/>
                  </a:cubicBezTo>
                  <a:cubicBezTo>
                    <a:pt x="261348" y="1146561"/>
                    <a:pt x="267242" y="1150968"/>
                    <a:pt x="273186" y="1155330"/>
                  </a:cubicBezTo>
                  <a:cubicBezTo>
                    <a:pt x="279180" y="1159645"/>
                    <a:pt x="285223" y="1163915"/>
                    <a:pt x="291313" y="1168137"/>
                  </a:cubicBezTo>
                  <a:cubicBezTo>
                    <a:pt x="297451" y="1172313"/>
                    <a:pt x="303635" y="1176442"/>
                    <a:pt x="309866" y="1180523"/>
                  </a:cubicBezTo>
                  <a:cubicBezTo>
                    <a:pt x="316141" y="1184556"/>
                    <a:pt x="322461" y="1188541"/>
                    <a:pt x="328825" y="1192477"/>
                  </a:cubicBezTo>
                  <a:cubicBezTo>
                    <a:pt x="335232" y="1196364"/>
                    <a:pt x="341681" y="1200202"/>
                    <a:pt x="348172" y="1203991"/>
                  </a:cubicBezTo>
                  <a:cubicBezTo>
                    <a:pt x="354704" y="1207730"/>
                    <a:pt x="361276" y="1211419"/>
                    <a:pt x="367887" y="1215057"/>
                  </a:cubicBezTo>
                  <a:cubicBezTo>
                    <a:pt x="374536" y="1218645"/>
                    <a:pt x="381224" y="1222182"/>
                    <a:pt x="387949" y="1225669"/>
                  </a:cubicBezTo>
                  <a:cubicBezTo>
                    <a:pt x="394710" y="1229104"/>
                    <a:pt x="401507" y="1232487"/>
                    <a:pt x="408339" y="1235818"/>
                  </a:cubicBezTo>
                  <a:cubicBezTo>
                    <a:pt x="415205" y="1239098"/>
                    <a:pt x="422104" y="1242325"/>
                    <a:pt x="429035" y="1245500"/>
                  </a:cubicBezTo>
                  <a:cubicBezTo>
                    <a:pt x="435999" y="1248622"/>
                    <a:pt x="442994" y="1251692"/>
                    <a:pt x="450018" y="1254708"/>
                  </a:cubicBezTo>
                  <a:cubicBezTo>
                    <a:pt x="457072" y="1257671"/>
                    <a:pt x="464155" y="1260581"/>
                    <a:pt x="471266" y="1263438"/>
                  </a:cubicBezTo>
                  <a:cubicBezTo>
                    <a:pt x="478404" y="1266240"/>
                    <a:pt x="485568" y="1268989"/>
                    <a:pt x="492758" y="1271683"/>
                  </a:cubicBezTo>
                  <a:cubicBezTo>
                    <a:pt x="499972" y="1274324"/>
                    <a:pt x="507211" y="1276910"/>
                    <a:pt x="514472" y="1279442"/>
                  </a:cubicBezTo>
                  <a:cubicBezTo>
                    <a:pt x="521756" y="1281919"/>
                    <a:pt x="529061" y="1284341"/>
                    <a:pt x="536387" y="1286709"/>
                  </a:cubicBezTo>
                  <a:cubicBezTo>
                    <a:pt x="543733" y="1289022"/>
                    <a:pt x="551099" y="1291280"/>
                    <a:pt x="558482" y="1293483"/>
                  </a:cubicBezTo>
                  <a:cubicBezTo>
                    <a:pt x="565883" y="1295631"/>
                    <a:pt x="573301" y="1297723"/>
                    <a:pt x="580735" y="1299760"/>
                  </a:cubicBezTo>
                  <a:cubicBezTo>
                    <a:pt x="588183" y="1301742"/>
                    <a:pt x="595647" y="1303669"/>
                    <a:pt x="603124" y="1305540"/>
                  </a:cubicBezTo>
                  <a:cubicBezTo>
                    <a:pt x="610613" y="1307356"/>
                    <a:pt x="618115" y="1309116"/>
                    <a:pt x="625627" y="1310820"/>
                  </a:cubicBezTo>
                  <a:cubicBezTo>
                    <a:pt x="633150" y="1312470"/>
                    <a:pt x="640682" y="1314063"/>
                    <a:pt x="648224" y="1315601"/>
                  </a:cubicBezTo>
                  <a:cubicBezTo>
                    <a:pt x="655772" y="1317083"/>
                    <a:pt x="663329" y="1318510"/>
                    <a:pt x="670891" y="1319882"/>
                  </a:cubicBezTo>
                  <a:cubicBezTo>
                    <a:pt x="678459" y="1321198"/>
                    <a:pt x="686032" y="1322458"/>
                    <a:pt x="693608" y="1323663"/>
                  </a:cubicBezTo>
                  <a:cubicBezTo>
                    <a:pt x="701188" y="1324813"/>
                    <a:pt x="708770" y="1325907"/>
                    <a:pt x="716354" y="1326946"/>
                  </a:cubicBezTo>
                  <a:cubicBezTo>
                    <a:pt x="723938" y="1327930"/>
                    <a:pt x="731523" y="1328859"/>
                    <a:pt x="739106" y="1329732"/>
                  </a:cubicBezTo>
                  <a:cubicBezTo>
                    <a:pt x="746688" y="1330551"/>
                    <a:pt x="754267" y="1331315"/>
                    <a:pt x="761844" y="1332024"/>
                  </a:cubicBezTo>
                  <a:cubicBezTo>
                    <a:pt x="769417" y="1332678"/>
                    <a:pt x="776984" y="1333278"/>
                    <a:pt x="784547" y="1333823"/>
                  </a:cubicBezTo>
                  <a:cubicBezTo>
                    <a:pt x="792102" y="1334314"/>
                    <a:pt x="799651" y="1334751"/>
                    <a:pt x="807193" y="1335134"/>
                  </a:cubicBezTo>
                  <a:cubicBezTo>
                    <a:pt x="814725" y="1335463"/>
                    <a:pt x="822249" y="1335738"/>
                    <a:pt x="829762" y="1335960"/>
                  </a:cubicBezTo>
                  <a:cubicBezTo>
                    <a:pt x="837264" y="1336128"/>
                    <a:pt x="844755" y="1336243"/>
                    <a:pt x="852234" y="1336305"/>
                  </a:cubicBezTo>
                  <a:cubicBezTo>
                    <a:pt x="859699" y="1336314"/>
                    <a:pt x="867152" y="1336271"/>
                    <a:pt x="874588" y="1336175"/>
                  </a:cubicBezTo>
                  <a:cubicBezTo>
                    <a:pt x="882011" y="1336026"/>
                    <a:pt x="889417" y="1335826"/>
                    <a:pt x="896807" y="1335573"/>
                  </a:cubicBezTo>
                  <a:cubicBezTo>
                    <a:pt x="904178" y="1335269"/>
                    <a:pt x="911532" y="1334914"/>
                    <a:pt x="918867" y="1334507"/>
                  </a:cubicBezTo>
                  <a:cubicBezTo>
                    <a:pt x="926183" y="1334050"/>
                    <a:pt x="933479" y="1333542"/>
                    <a:pt x="940753" y="1332983"/>
                  </a:cubicBezTo>
                  <a:cubicBezTo>
                    <a:pt x="948006" y="1332374"/>
                    <a:pt x="955235" y="1331715"/>
                    <a:pt x="962444" y="1331006"/>
                  </a:cubicBezTo>
                  <a:cubicBezTo>
                    <a:pt x="969627" y="1330249"/>
                    <a:pt x="976787" y="1329442"/>
                    <a:pt x="983921" y="1328586"/>
                  </a:cubicBezTo>
                  <a:cubicBezTo>
                    <a:pt x="991030" y="1327681"/>
                    <a:pt x="998113" y="1326729"/>
                    <a:pt x="1005168" y="1325728"/>
                  </a:cubicBezTo>
                  <a:cubicBezTo>
                    <a:pt x="1012196" y="1324680"/>
                    <a:pt x="1019196" y="1323584"/>
                    <a:pt x="1026167" y="1322442"/>
                  </a:cubicBezTo>
                  <a:cubicBezTo>
                    <a:pt x="1033108" y="1321253"/>
                    <a:pt x="1040019" y="1320018"/>
                    <a:pt x="1046900" y="1318736"/>
                  </a:cubicBezTo>
                  <a:cubicBezTo>
                    <a:pt x="1053749" y="1317408"/>
                    <a:pt x="1060566" y="1316036"/>
                    <a:pt x="1067350" y="1314618"/>
                  </a:cubicBezTo>
                  <a:cubicBezTo>
                    <a:pt x="1074102" y="1313156"/>
                    <a:pt x="1080820" y="1311650"/>
                    <a:pt x="1087503" y="1310099"/>
                  </a:cubicBezTo>
                  <a:cubicBezTo>
                    <a:pt x="1094152" y="1308505"/>
                    <a:pt x="1100765" y="1306868"/>
                    <a:pt x="1107342" y="1305188"/>
                  </a:cubicBezTo>
                  <a:cubicBezTo>
                    <a:pt x="1113883" y="1303466"/>
                    <a:pt x="1120387" y="1301701"/>
                    <a:pt x="1126852" y="1299896"/>
                  </a:cubicBezTo>
                  <a:cubicBezTo>
                    <a:pt x="1133280" y="1298048"/>
                    <a:pt x="1139669" y="1296160"/>
                    <a:pt x="1146019" y="1294231"/>
                  </a:cubicBezTo>
                  <a:cubicBezTo>
                    <a:pt x="1152330" y="1292262"/>
                    <a:pt x="1158599" y="1290254"/>
                    <a:pt x="1164828" y="1288206"/>
                  </a:cubicBezTo>
                  <a:cubicBezTo>
                    <a:pt x="1171017" y="1286120"/>
                    <a:pt x="1177163" y="1283995"/>
                    <a:pt x="1183267" y="1281832"/>
                  </a:cubicBezTo>
                  <a:cubicBezTo>
                    <a:pt x="1189329" y="1279632"/>
                    <a:pt x="1195347" y="1277395"/>
                    <a:pt x="1201322" y="1275120"/>
                  </a:cubicBezTo>
                  <a:cubicBezTo>
                    <a:pt x="1207253" y="1272810"/>
                    <a:pt x="1213139" y="1270464"/>
                    <a:pt x="1218981" y="1268082"/>
                  </a:cubicBezTo>
                  <a:cubicBezTo>
                    <a:pt x="1224778" y="1265666"/>
                    <a:pt x="1230528" y="1263215"/>
                    <a:pt x="1236233" y="1260731"/>
                  </a:cubicBezTo>
                  <a:cubicBezTo>
                    <a:pt x="1241891" y="1258212"/>
                    <a:pt x="1247502" y="1255661"/>
                    <a:pt x="1253066" y="1253077"/>
                  </a:cubicBezTo>
                  <a:cubicBezTo>
                    <a:pt x="1258583" y="1250461"/>
                    <a:pt x="1264052" y="1247813"/>
                    <a:pt x="1269471" y="1245134"/>
                  </a:cubicBezTo>
                  <a:cubicBezTo>
                    <a:pt x="1274842" y="1242424"/>
                    <a:pt x="1280164" y="1239684"/>
                    <a:pt x="1285438" y="1236914"/>
                  </a:cubicBezTo>
                  <a:cubicBezTo>
                    <a:pt x="1290661" y="1234115"/>
                    <a:pt x="1295834" y="1231287"/>
                    <a:pt x="1300957" y="1228431"/>
                  </a:cubicBezTo>
                  <a:cubicBezTo>
                    <a:pt x="1306029" y="1225547"/>
                    <a:pt x="1311050" y="1222636"/>
                    <a:pt x="1316020" y="1219697"/>
                  </a:cubicBezTo>
                  <a:cubicBezTo>
                    <a:pt x="1320939" y="1216733"/>
                    <a:pt x="1325806" y="1213743"/>
                    <a:pt x="1330620" y="1210727"/>
                  </a:cubicBezTo>
                  <a:cubicBezTo>
                    <a:pt x="1335383" y="1207686"/>
                    <a:pt x="1340093" y="1204621"/>
                    <a:pt x="1344750" y="1201532"/>
                  </a:cubicBezTo>
                  <a:cubicBezTo>
                    <a:pt x="1349354" y="1198420"/>
                    <a:pt x="1353906" y="1195285"/>
                    <a:pt x="1358403" y="1192128"/>
                  </a:cubicBezTo>
                  <a:cubicBezTo>
                    <a:pt x="1362847" y="1188948"/>
                    <a:pt x="1367237" y="1185748"/>
                    <a:pt x="1371574" y="1182527"/>
                  </a:cubicBezTo>
                  <a:cubicBezTo>
                    <a:pt x="1375856" y="1179285"/>
                    <a:pt x="1380084" y="1176024"/>
                    <a:pt x="1384257" y="1172743"/>
                  </a:cubicBezTo>
                  <a:cubicBezTo>
                    <a:pt x="1388376" y="1169443"/>
                    <a:pt x="1392440" y="1166125"/>
                    <a:pt x="1396450" y="1162790"/>
                  </a:cubicBezTo>
                  <a:cubicBezTo>
                    <a:pt x="1400404" y="1159437"/>
                    <a:pt x="1404302" y="1156068"/>
                    <a:pt x="1408146" y="1152682"/>
                  </a:cubicBezTo>
                  <a:cubicBezTo>
                    <a:pt x="1411935" y="1149281"/>
                    <a:pt x="1415668" y="1145864"/>
                    <a:pt x="1419345" y="1142433"/>
                  </a:cubicBezTo>
                  <a:cubicBezTo>
                    <a:pt x="1422967" y="1138988"/>
                    <a:pt x="1426533" y="1135528"/>
                    <a:pt x="1430044" y="1132056"/>
                  </a:cubicBezTo>
                  <a:cubicBezTo>
                    <a:pt x="1433499" y="1128572"/>
                    <a:pt x="1436898" y="1125075"/>
                    <a:pt x="1440242" y="1121566"/>
                  </a:cubicBezTo>
                  <a:cubicBezTo>
                    <a:pt x="1443529" y="1118047"/>
                    <a:pt x="1446761" y="1114517"/>
                    <a:pt x="1449936" y="1110977"/>
                  </a:cubicBezTo>
                  <a:cubicBezTo>
                    <a:pt x="1453056" y="1107427"/>
                    <a:pt x="1456120" y="1103868"/>
                    <a:pt x="1459129" y="1100301"/>
                  </a:cubicBezTo>
                  <a:cubicBezTo>
                    <a:pt x="1462081" y="1096726"/>
                    <a:pt x="1464978" y="1093143"/>
                    <a:pt x="1467820" y="1089554"/>
                  </a:cubicBezTo>
                  <a:cubicBezTo>
                    <a:pt x="1470605" y="1085957"/>
                    <a:pt x="1473335" y="1082355"/>
                    <a:pt x="1476009" y="1078747"/>
                  </a:cubicBezTo>
                  <a:cubicBezTo>
                    <a:pt x="1478628" y="1075135"/>
                    <a:pt x="1481193" y="1071517"/>
                    <a:pt x="1483701" y="1067896"/>
                  </a:cubicBezTo>
                  <a:cubicBezTo>
                    <a:pt x="1486154" y="1064272"/>
                    <a:pt x="1488553" y="1060644"/>
                    <a:pt x="1490896" y="1057013"/>
                  </a:cubicBezTo>
                  <a:cubicBezTo>
                    <a:pt x="1493184" y="1053381"/>
                    <a:pt x="1495419" y="1049747"/>
                    <a:pt x="1497598" y="1046112"/>
                  </a:cubicBezTo>
                  <a:cubicBezTo>
                    <a:pt x="1499723" y="1042477"/>
                    <a:pt x="1501794" y="1038841"/>
                    <a:pt x="1503811" y="1035206"/>
                  </a:cubicBezTo>
                  <a:cubicBezTo>
                    <a:pt x="1505775" y="1031571"/>
                    <a:pt x="1507684" y="1027938"/>
                    <a:pt x="1509540" y="1024307"/>
                  </a:cubicBezTo>
                  <a:cubicBezTo>
                    <a:pt x="1511343" y="1020678"/>
                    <a:pt x="1513092" y="1017052"/>
                    <a:pt x="1514789" y="1013429"/>
                  </a:cubicBezTo>
                  <a:cubicBezTo>
                    <a:pt x="1516434" y="1009809"/>
                    <a:pt x="1518025" y="1006194"/>
                    <a:pt x="1519565" y="1002583"/>
                  </a:cubicBezTo>
                  <a:cubicBezTo>
                    <a:pt x="1521053" y="998977"/>
                    <a:pt x="1522488" y="995377"/>
                    <a:pt x="1523873" y="991782"/>
                  </a:cubicBezTo>
                  <a:cubicBezTo>
                    <a:pt x="1525206" y="988194"/>
                    <a:pt x="1526489" y="984612"/>
                    <a:pt x="1527721" y="981038"/>
                  </a:cubicBezTo>
                  <a:cubicBezTo>
                    <a:pt x="1528903" y="977472"/>
                    <a:pt x="1530034" y="973914"/>
                    <a:pt x="1531116" y="970363"/>
                  </a:cubicBezTo>
                  <a:cubicBezTo>
                    <a:pt x="1532148" y="966822"/>
                    <a:pt x="1533131" y="963291"/>
                    <a:pt x="1534066" y="959769"/>
                  </a:cubicBezTo>
                  <a:cubicBezTo>
                    <a:pt x="1534952" y="956257"/>
                    <a:pt x="1535789" y="952756"/>
                    <a:pt x="1536580" y="949265"/>
                  </a:cubicBezTo>
                  <a:cubicBezTo>
                    <a:pt x="1537322" y="945787"/>
                    <a:pt x="1538017" y="942319"/>
                    <a:pt x="1538666" y="938865"/>
                  </a:cubicBezTo>
                  <a:cubicBezTo>
                    <a:pt x="1539268" y="935422"/>
                    <a:pt x="1539825" y="931992"/>
                    <a:pt x="1540335" y="928576"/>
                  </a:cubicBezTo>
                  <a:cubicBezTo>
                    <a:pt x="1540800" y="925174"/>
                    <a:pt x="1541220" y="921785"/>
                    <a:pt x="1541596" y="918411"/>
                  </a:cubicBezTo>
                  <a:cubicBezTo>
                    <a:pt x="1541928" y="915052"/>
                    <a:pt x="1542215" y="911707"/>
                    <a:pt x="1542460" y="908378"/>
                  </a:cubicBezTo>
                  <a:cubicBezTo>
                    <a:pt x="1542662" y="905065"/>
                    <a:pt x="1542821" y="901769"/>
                    <a:pt x="1542938" y="898488"/>
                  </a:cubicBezTo>
                  <a:cubicBezTo>
                    <a:pt x="1543014" y="895225"/>
                    <a:pt x="1543048" y="891978"/>
                    <a:pt x="1543041" y="888749"/>
                  </a:cubicBezTo>
                  <a:cubicBezTo>
                    <a:pt x="1542994" y="885538"/>
                    <a:pt x="1542908" y="882345"/>
                    <a:pt x="1542782" y="879171"/>
                  </a:cubicBezTo>
                  <a:cubicBezTo>
                    <a:pt x="1542617" y="876015"/>
                    <a:pt x="1542413" y="872878"/>
                    <a:pt x="1542172" y="869761"/>
                  </a:cubicBezTo>
                  <a:cubicBezTo>
                    <a:pt x="1541893" y="866663"/>
                    <a:pt x="1541576" y="863585"/>
                    <a:pt x="1541224" y="860527"/>
                  </a:cubicBezTo>
                  <a:cubicBezTo>
                    <a:pt x="1540835" y="857489"/>
                    <a:pt x="1540410" y="854473"/>
                    <a:pt x="1539950" y="851477"/>
                  </a:cubicBezTo>
                  <a:cubicBezTo>
                    <a:pt x="1539456" y="848502"/>
                    <a:pt x="1538927" y="845549"/>
                    <a:pt x="1538365" y="842618"/>
                  </a:cubicBezTo>
                  <a:cubicBezTo>
                    <a:pt x="1537770" y="839708"/>
                    <a:pt x="1537141" y="836821"/>
                    <a:pt x="1536481" y="833956"/>
                  </a:cubicBezTo>
                  <a:cubicBezTo>
                    <a:pt x="1535789" y="831114"/>
                    <a:pt x="1535067" y="828295"/>
                    <a:pt x="1534313" y="825499"/>
                  </a:cubicBezTo>
                  <a:cubicBezTo>
                    <a:pt x="1533530" y="822725"/>
                    <a:pt x="1532717" y="819976"/>
                    <a:pt x="1531874" y="817250"/>
                  </a:cubicBezTo>
                  <a:cubicBezTo>
                    <a:pt x="1531004" y="814548"/>
                    <a:pt x="1530105" y="811871"/>
                    <a:pt x="1529180" y="809217"/>
                  </a:cubicBezTo>
                  <a:cubicBezTo>
                    <a:pt x="1528226" y="806588"/>
                    <a:pt x="1527247" y="803984"/>
                    <a:pt x="1526242" y="801404"/>
                  </a:cubicBezTo>
                  <a:cubicBezTo>
                    <a:pt x="1525212" y="798849"/>
                    <a:pt x="1524157" y="796319"/>
                    <a:pt x="1523078" y="793814"/>
                  </a:cubicBezTo>
                  <a:cubicBezTo>
                    <a:pt x="1521976" y="791335"/>
                    <a:pt x="1520851" y="788881"/>
                    <a:pt x="1519702" y="786453"/>
                  </a:cubicBezTo>
                  <a:cubicBezTo>
                    <a:pt x="1518532" y="784050"/>
                    <a:pt x="1517341" y="781674"/>
                    <a:pt x="1516128" y="779323"/>
                  </a:cubicBezTo>
                  <a:cubicBezTo>
                    <a:pt x="1514896" y="776998"/>
                    <a:pt x="1513643" y="774700"/>
                    <a:pt x="1512372" y="772428"/>
                  </a:cubicBezTo>
                  <a:cubicBezTo>
                    <a:pt x="1511082" y="770182"/>
                    <a:pt x="1509774" y="767963"/>
                    <a:pt x="1508448" y="765769"/>
                  </a:cubicBezTo>
                  <a:cubicBezTo>
                    <a:pt x="1507106" y="763603"/>
                    <a:pt x="1505748" y="761463"/>
                    <a:pt x="1504373" y="759350"/>
                  </a:cubicBezTo>
                  <a:cubicBezTo>
                    <a:pt x="1502983" y="757264"/>
                    <a:pt x="1501579" y="755204"/>
                    <a:pt x="1500160" y="753172"/>
                  </a:cubicBezTo>
                  <a:cubicBezTo>
                    <a:pt x="1498729" y="751165"/>
                    <a:pt x="1497284" y="749187"/>
                    <a:pt x="1495827" y="747235"/>
                  </a:cubicBezTo>
                  <a:cubicBezTo>
                    <a:pt x="1494357" y="745309"/>
                    <a:pt x="1492876" y="743411"/>
                    <a:pt x="1491386" y="741540"/>
                  </a:cubicBezTo>
                  <a:cubicBezTo>
                    <a:pt x="1489884" y="739696"/>
                    <a:pt x="1488373" y="737878"/>
                    <a:pt x="1486853" y="736088"/>
                  </a:cubicBezTo>
                  <a:cubicBezTo>
                    <a:pt x="1485325" y="734324"/>
                    <a:pt x="1483789" y="732588"/>
                    <a:pt x="1482244" y="730878"/>
                  </a:cubicBezTo>
                  <a:cubicBezTo>
                    <a:pt x="1480694" y="729195"/>
                    <a:pt x="1479137" y="727539"/>
                    <a:pt x="1477575" y="725909"/>
                  </a:cubicBezTo>
                  <a:cubicBezTo>
                    <a:pt x="1476007" y="724307"/>
                    <a:pt x="1474434" y="722730"/>
                    <a:pt x="1472858" y="721181"/>
                  </a:cubicBezTo>
                  <a:cubicBezTo>
                    <a:pt x="1471278" y="719658"/>
                    <a:pt x="1469695" y="718161"/>
                    <a:pt x="1468109" y="716691"/>
                  </a:cubicBezTo>
                  <a:cubicBezTo>
                    <a:pt x="1466522" y="715247"/>
                    <a:pt x="1464933" y="713829"/>
                    <a:pt x="1463343" y="712437"/>
                  </a:cubicBezTo>
                  <a:cubicBezTo>
                    <a:pt x="1461753" y="711071"/>
                    <a:pt x="1460164" y="709732"/>
                    <a:pt x="1458575" y="708418"/>
                  </a:cubicBezTo>
                  <a:cubicBezTo>
                    <a:pt x="1456986" y="707129"/>
                    <a:pt x="1455400" y="705866"/>
                    <a:pt x="1453817" y="704628"/>
                  </a:cubicBezTo>
                  <a:cubicBezTo>
                    <a:pt x="1452235" y="703416"/>
                    <a:pt x="1450658" y="702229"/>
                    <a:pt x="1449084" y="701066"/>
                  </a:cubicBezTo>
                  <a:cubicBezTo>
                    <a:pt x="1447514" y="699929"/>
                    <a:pt x="1445949" y="698816"/>
                    <a:pt x="1444389" y="697728"/>
                  </a:cubicBezTo>
                  <a:cubicBezTo>
                    <a:pt x="1442835" y="696664"/>
                    <a:pt x="1441288" y="695624"/>
                    <a:pt x="1439747" y="694608"/>
                  </a:cubicBezTo>
                  <a:cubicBezTo>
                    <a:pt x="1438214" y="693616"/>
                    <a:pt x="1436688" y="692648"/>
                    <a:pt x="1435170" y="691703"/>
                  </a:cubicBezTo>
                  <a:cubicBezTo>
                    <a:pt x="1433661" y="690782"/>
                    <a:pt x="1432161" y="689883"/>
                    <a:pt x="1430670" y="689007"/>
                  </a:cubicBezTo>
                  <a:cubicBezTo>
                    <a:pt x="1429190" y="688154"/>
                    <a:pt x="1427720" y="687323"/>
                    <a:pt x="1426261" y="686515"/>
                  </a:cubicBezTo>
                  <a:cubicBezTo>
                    <a:pt x="1424813" y="685728"/>
                    <a:pt x="1423377" y="684964"/>
                    <a:pt x="1421954" y="684221"/>
                  </a:cubicBezTo>
                  <a:cubicBezTo>
                    <a:pt x="1420542" y="683499"/>
                    <a:pt x="1419144" y="682798"/>
                    <a:pt x="1417760" y="682118"/>
                  </a:cubicBezTo>
                  <a:cubicBezTo>
                    <a:pt x="1416389" y="681459"/>
                    <a:pt x="1415033" y="680820"/>
                    <a:pt x="1413691" y="680201"/>
                  </a:cubicBezTo>
                  <a:cubicBezTo>
                    <a:pt x="1412364" y="679602"/>
                    <a:pt x="1411053" y="679022"/>
                    <a:pt x="1409758" y="678462"/>
                  </a:cubicBezTo>
                  <a:cubicBezTo>
                    <a:pt x="1408479" y="677921"/>
                    <a:pt x="1407216" y="677398"/>
                    <a:pt x="1405972" y="676894"/>
                  </a:cubicBezTo>
                  <a:cubicBezTo>
                    <a:pt x="1404744" y="676408"/>
                    <a:pt x="1403533" y="675940"/>
                    <a:pt x="1402341" y="675490"/>
                  </a:cubicBezTo>
                  <a:cubicBezTo>
                    <a:pt x="1401167" y="675057"/>
                    <a:pt x="1400011" y="674640"/>
                    <a:pt x="1398876" y="674241"/>
                  </a:cubicBezTo>
                  <a:cubicBezTo>
                    <a:pt x="1397759" y="673858"/>
                    <a:pt x="1396662" y="673491"/>
                    <a:pt x="1395585" y="673140"/>
                  </a:cubicBezTo>
                  <a:cubicBezTo>
                    <a:pt x="1394529" y="672804"/>
                    <a:pt x="1393492" y="672484"/>
                    <a:pt x="1392478" y="672178"/>
                  </a:cubicBezTo>
                  <a:cubicBezTo>
                    <a:pt x="1391484" y="671887"/>
                    <a:pt x="1390511" y="671610"/>
                    <a:pt x="1389561" y="671347"/>
                  </a:cubicBezTo>
                  <a:cubicBezTo>
                    <a:pt x="1388632" y="671098"/>
                    <a:pt x="1387726" y="670861"/>
                    <a:pt x="1386843" y="670638"/>
                  </a:cubicBezTo>
                  <a:cubicBezTo>
                    <a:pt x="1385982" y="670427"/>
                    <a:pt x="1385144" y="670228"/>
                    <a:pt x="1384330" y="670041"/>
                  </a:cubicBezTo>
                  <a:cubicBezTo>
                    <a:pt x="1383540" y="669866"/>
                    <a:pt x="1382772" y="669701"/>
                    <a:pt x="1382029" y="669548"/>
                  </a:cubicBezTo>
                  <a:cubicBezTo>
                    <a:pt x="1381309" y="669405"/>
                    <a:pt x="1380615" y="669272"/>
                    <a:pt x="1379945" y="669149"/>
                  </a:cubicBezTo>
                  <a:cubicBezTo>
                    <a:pt x="1379300" y="669035"/>
                    <a:pt x="1378679" y="668930"/>
                    <a:pt x="1378084" y="668834"/>
                  </a:cubicBezTo>
                  <a:cubicBezTo>
                    <a:pt x="1377514" y="668746"/>
                    <a:pt x="1376969" y="668666"/>
                    <a:pt x="1376451" y="668593"/>
                  </a:cubicBezTo>
                  <a:cubicBezTo>
                    <a:pt x="1375958" y="668528"/>
                    <a:pt x="1375490" y="668470"/>
                    <a:pt x="1375049" y="668418"/>
                  </a:cubicBezTo>
                  <a:cubicBezTo>
                    <a:pt x="1374634" y="668372"/>
                    <a:pt x="1374245" y="668332"/>
                    <a:pt x="1373882" y="668297"/>
                  </a:cubicBezTo>
                  <a:cubicBezTo>
                    <a:pt x="1373546" y="668267"/>
                    <a:pt x="1373236" y="668242"/>
                    <a:pt x="1372953" y="668221"/>
                  </a:cubicBezTo>
                  <a:cubicBezTo>
                    <a:pt x="1372697" y="668204"/>
                    <a:pt x="1372467" y="668190"/>
                    <a:pt x="1372264" y="668179"/>
                  </a:cubicBezTo>
                  <a:cubicBezTo>
                    <a:pt x="1372088" y="668171"/>
                    <a:pt x="1371940" y="668165"/>
                    <a:pt x="1371817" y="668161"/>
                  </a:cubicBezTo>
                  <a:cubicBezTo>
                    <a:pt x="1371722" y="668159"/>
                    <a:pt x="1371655" y="668157"/>
                    <a:pt x="1371614" y="668157"/>
                  </a:cubicBezTo>
                </a:path>
              </a:pathLst>
            </a:cu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0A6CBFD-4106-49AC-96A1-DF718105C724}"/>
                </a:ext>
              </a:extLst>
            </p:cNvPr>
            <p:cNvGrpSpPr/>
            <p:nvPr/>
          </p:nvGrpSpPr>
          <p:grpSpPr>
            <a:xfrm>
              <a:off x="6408657" y="2824592"/>
              <a:ext cx="1115671" cy="268053"/>
              <a:chOff x="5444966" y="2444364"/>
              <a:chExt cx="1115671" cy="268053"/>
            </a:xfrm>
          </p:grpSpPr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45DC7FCF-44A9-4ECE-838F-00013F6A36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5146" y="2444364"/>
                <a:ext cx="103549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1" name="Object 7">
                <a:extLst>
                  <a:ext uri="{FF2B5EF4-FFF2-40B4-BE49-F238E27FC236}">
                    <a16:creationId xmlns:a16="http://schemas.microsoft.com/office/drawing/2014/main" id="{5D2D4EB7-A2BA-49D1-8748-1A556C2B379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71025364"/>
                  </p:ext>
                </p:extLst>
              </p:nvPr>
            </p:nvGraphicFramePr>
            <p:xfrm>
              <a:off x="6353026" y="2485036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9269" name="Equation" r:id="rId5" imgW="177480" imgH="190440" progId="Equation.DSMT4">
                      <p:embed/>
                    </p:oleObj>
                  </mc:Choice>
                  <mc:Fallback>
                    <p:oleObj name="Equation" r:id="rId5" imgW="177480" imgH="190440" progId="Equation.DSMT4">
                      <p:embed/>
                      <p:pic>
                        <p:nvPicPr>
                          <p:cNvPr id="38" name="Object 7">
                            <a:extLst>
                              <a:ext uri="{FF2B5EF4-FFF2-40B4-BE49-F238E27FC236}">
                                <a16:creationId xmlns:a16="http://schemas.microsoft.com/office/drawing/2014/main" id="{3B927A69-F2E3-40B6-91F3-DB0EE142A15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53026" y="2485036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7">
                <a:extLst>
                  <a:ext uri="{FF2B5EF4-FFF2-40B4-BE49-F238E27FC236}">
                    <a16:creationId xmlns:a16="http://schemas.microsoft.com/office/drawing/2014/main" id="{CD669160-AAF2-4748-B80C-DE0B68AC66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44352918"/>
                  </p:ext>
                </p:extLst>
              </p:nvPr>
            </p:nvGraphicFramePr>
            <p:xfrm>
              <a:off x="5444966" y="2471117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9270" name="Equation" r:id="rId7" imgW="228600" imgH="241200" progId="Equation.DSMT4">
                      <p:embed/>
                    </p:oleObj>
                  </mc:Choice>
                  <mc:Fallback>
                    <p:oleObj name="Equation" r:id="rId7" imgW="228600" imgH="241200" progId="Equation.DSMT4">
                      <p:embed/>
                      <p:pic>
                        <p:nvPicPr>
                          <p:cNvPr id="39" name="Object 7">
                            <a:extLst>
                              <a:ext uri="{FF2B5EF4-FFF2-40B4-BE49-F238E27FC236}">
                                <a16:creationId xmlns:a16="http://schemas.microsoft.com/office/drawing/2014/main" id="{C2E5D44B-0F00-4111-A28E-E5BE0716EA2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44966" y="2471117"/>
                            <a:ext cx="2286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DDB5D0FB-96A7-4233-B6A4-07D7D4C95077}"/>
                </a:ext>
              </a:extLst>
            </p:cNvPr>
            <p:cNvSpPr>
              <a:spLocks/>
            </p:cNvSpPr>
            <p:nvPr/>
          </p:nvSpPr>
          <p:spPr>
            <a:xfrm>
              <a:off x="4820923" y="1742868"/>
              <a:ext cx="1875926" cy="2138657"/>
            </a:xfrm>
            <a:custGeom>
              <a:avLst/>
              <a:gdLst/>
              <a:ahLst/>
              <a:cxnLst/>
              <a:rect l="0" t="0" r="0" b="0"/>
              <a:pathLst>
                <a:path w="1543049" h="1336315">
                  <a:moveTo>
                    <a:pt x="1371600" y="668157"/>
                  </a:moveTo>
                  <a:cubicBezTo>
                    <a:pt x="1371614" y="668157"/>
                    <a:pt x="1371654" y="668157"/>
                    <a:pt x="1371722" y="668155"/>
                  </a:cubicBezTo>
                  <a:cubicBezTo>
                    <a:pt x="1371816" y="668153"/>
                    <a:pt x="1371938" y="668149"/>
                    <a:pt x="1372087" y="668143"/>
                  </a:cubicBezTo>
                  <a:cubicBezTo>
                    <a:pt x="1372263" y="668135"/>
                    <a:pt x="1372465" y="668124"/>
                    <a:pt x="1372695" y="668110"/>
                  </a:cubicBezTo>
                  <a:cubicBezTo>
                    <a:pt x="1372950" y="668093"/>
                    <a:pt x="1373233" y="668072"/>
                    <a:pt x="1373543" y="668047"/>
                  </a:cubicBezTo>
                  <a:cubicBezTo>
                    <a:pt x="1373879" y="668017"/>
                    <a:pt x="1374242" y="667982"/>
                    <a:pt x="1374630" y="667942"/>
                  </a:cubicBezTo>
                  <a:cubicBezTo>
                    <a:pt x="1375045" y="667896"/>
                    <a:pt x="1375487" y="667845"/>
                    <a:pt x="1375953" y="667786"/>
                  </a:cubicBezTo>
                  <a:cubicBezTo>
                    <a:pt x="1376446" y="667721"/>
                    <a:pt x="1376965" y="667649"/>
                    <a:pt x="1377510" y="667569"/>
                  </a:cubicBezTo>
                  <a:cubicBezTo>
                    <a:pt x="1378079" y="667481"/>
                    <a:pt x="1378674" y="667385"/>
                    <a:pt x="1379294" y="667280"/>
                  </a:cubicBezTo>
                  <a:cubicBezTo>
                    <a:pt x="1379939" y="667166"/>
                    <a:pt x="1380610" y="667043"/>
                    <a:pt x="1381303" y="666911"/>
                  </a:cubicBezTo>
                  <a:cubicBezTo>
                    <a:pt x="1382023" y="666768"/>
                    <a:pt x="1382765" y="666614"/>
                    <a:pt x="1383532" y="666450"/>
                  </a:cubicBezTo>
                  <a:cubicBezTo>
                    <a:pt x="1384323" y="666275"/>
                    <a:pt x="1385137" y="666088"/>
                    <a:pt x="1385974" y="665889"/>
                  </a:cubicBezTo>
                  <a:cubicBezTo>
                    <a:pt x="1386835" y="665678"/>
                    <a:pt x="1387718" y="665455"/>
                    <a:pt x="1388625" y="665219"/>
                  </a:cubicBezTo>
                  <a:cubicBezTo>
                    <a:pt x="1389553" y="664969"/>
                    <a:pt x="1390503" y="664706"/>
                    <a:pt x="1391475" y="664429"/>
                  </a:cubicBezTo>
                  <a:cubicBezTo>
                    <a:pt x="1392468" y="664138"/>
                    <a:pt x="1393483" y="663833"/>
                    <a:pt x="1394520" y="663512"/>
                  </a:cubicBezTo>
                  <a:cubicBezTo>
                    <a:pt x="1395576" y="663177"/>
                    <a:pt x="1396653" y="662826"/>
                    <a:pt x="1397750" y="662459"/>
                  </a:cubicBezTo>
                  <a:cubicBezTo>
                    <a:pt x="1398866" y="662076"/>
                    <a:pt x="1400001" y="661677"/>
                    <a:pt x="1401156" y="661261"/>
                  </a:cubicBezTo>
                  <a:cubicBezTo>
                    <a:pt x="1402331" y="660828"/>
                    <a:pt x="1403523" y="660378"/>
                    <a:pt x="1404733" y="659910"/>
                  </a:cubicBezTo>
                  <a:cubicBezTo>
                    <a:pt x="1405961" y="659424"/>
                    <a:pt x="1407206" y="658920"/>
                    <a:pt x="1408468" y="658398"/>
                  </a:cubicBezTo>
                  <a:cubicBezTo>
                    <a:pt x="1409747" y="657857"/>
                    <a:pt x="1411042" y="657296"/>
                    <a:pt x="1412353" y="656717"/>
                  </a:cubicBezTo>
                  <a:cubicBezTo>
                    <a:pt x="1413680" y="656118"/>
                    <a:pt x="1415021" y="655499"/>
                    <a:pt x="1416377" y="654861"/>
                  </a:cubicBezTo>
                  <a:cubicBezTo>
                    <a:pt x="1417748" y="654201"/>
                    <a:pt x="1419133" y="653521"/>
                    <a:pt x="1420530" y="652821"/>
                  </a:cubicBezTo>
                  <a:cubicBezTo>
                    <a:pt x="1421941" y="652099"/>
                    <a:pt x="1423365" y="651356"/>
                    <a:pt x="1424801" y="650592"/>
                  </a:cubicBezTo>
                  <a:cubicBezTo>
                    <a:pt x="1426249" y="649806"/>
                    <a:pt x="1427707" y="648998"/>
                    <a:pt x="1429177" y="648167"/>
                  </a:cubicBezTo>
                  <a:cubicBezTo>
                    <a:pt x="1430658" y="647314"/>
                    <a:pt x="1432148" y="646439"/>
                    <a:pt x="1433648" y="645540"/>
                  </a:cubicBezTo>
                  <a:cubicBezTo>
                    <a:pt x="1435157" y="644619"/>
                    <a:pt x="1436675" y="643674"/>
                    <a:pt x="1438201" y="642706"/>
                  </a:cubicBezTo>
                  <a:cubicBezTo>
                    <a:pt x="1439735" y="641714"/>
                    <a:pt x="1441275" y="640699"/>
                    <a:pt x="1442823" y="639659"/>
                  </a:cubicBezTo>
                  <a:cubicBezTo>
                    <a:pt x="1444377" y="638595"/>
                    <a:pt x="1445937" y="637507"/>
                    <a:pt x="1447501" y="636395"/>
                  </a:cubicBezTo>
                  <a:cubicBezTo>
                    <a:pt x="1449070" y="635257"/>
                    <a:pt x="1450645" y="634095"/>
                    <a:pt x="1452222" y="632908"/>
                  </a:cubicBezTo>
                  <a:cubicBezTo>
                    <a:pt x="1453804" y="631696"/>
                    <a:pt x="1455387" y="630458"/>
                    <a:pt x="1456973" y="629195"/>
                  </a:cubicBezTo>
                  <a:cubicBezTo>
                    <a:pt x="1458561" y="627907"/>
                    <a:pt x="1460150" y="626593"/>
                    <a:pt x="1461740" y="625253"/>
                  </a:cubicBezTo>
                  <a:cubicBezTo>
                    <a:pt x="1463330" y="623888"/>
                    <a:pt x="1464920" y="622496"/>
                    <a:pt x="1466509" y="621078"/>
                  </a:cubicBezTo>
                  <a:cubicBezTo>
                    <a:pt x="1468096" y="619635"/>
                    <a:pt x="1469682" y="618165"/>
                    <a:pt x="1471265" y="616668"/>
                  </a:cubicBezTo>
                  <a:cubicBezTo>
                    <a:pt x="1472845" y="615146"/>
                    <a:pt x="1474422" y="613596"/>
                    <a:pt x="1475994" y="612020"/>
                  </a:cubicBezTo>
                  <a:cubicBezTo>
                    <a:pt x="1477562" y="610418"/>
                    <a:pt x="1479124" y="608788"/>
                    <a:pt x="1480682" y="607132"/>
                  </a:cubicBezTo>
                  <a:cubicBezTo>
                    <a:pt x="1482232" y="605450"/>
                    <a:pt x="1483776" y="603740"/>
                    <a:pt x="1485312" y="602004"/>
                  </a:cubicBezTo>
                  <a:cubicBezTo>
                    <a:pt x="1486841" y="600240"/>
                    <a:pt x="1488361" y="598450"/>
                    <a:pt x="1489873" y="596633"/>
                  </a:cubicBezTo>
                  <a:cubicBezTo>
                    <a:pt x="1491374" y="594789"/>
                    <a:pt x="1492865" y="592918"/>
                    <a:pt x="1494345" y="591019"/>
                  </a:cubicBezTo>
                  <a:cubicBezTo>
                    <a:pt x="1495815" y="589095"/>
                    <a:pt x="1497272" y="587143"/>
                    <a:pt x="1498718" y="585164"/>
                  </a:cubicBezTo>
                  <a:cubicBezTo>
                    <a:pt x="1500150" y="583158"/>
                    <a:pt x="1501568" y="581125"/>
                    <a:pt x="1502973" y="579066"/>
                  </a:cubicBezTo>
                  <a:cubicBezTo>
                    <a:pt x="1504362" y="576980"/>
                    <a:pt x="1505737" y="574867"/>
                    <a:pt x="1507096" y="572728"/>
                  </a:cubicBezTo>
                  <a:cubicBezTo>
                    <a:pt x="1508438" y="570561"/>
                    <a:pt x="1509764" y="568369"/>
                    <a:pt x="1511072" y="566149"/>
                  </a:cubicBezTo>
                  <a:cubicBezTo>
                    <a:pt x="1512363" y="563904"/>
                    <a:pt x="1513634" y="561631"/>
                    <a:pt x="1514887" y="559333"/>
                  </a:cubicBezTo>
                  <a:cubicBezTo>
                    <a:pt x="1516119" y="557009"/>
                    <a:pt x="1517331" y="554658"/>
                    <a:pt x="1518523" y="552282"/>
                  </a:cubicBezTo>
                  <a:cubicBezTo>
                    <a:pt x="1519693" y="549879"/>
                    <a:pt x="1520841" y="547451"/>
                    <a:pt x="1521968" y="544997"/>
                  </a:cubicBezTo>
                  <a:cubicBezTo>
                    <a:pt x="1523071" y="542519"/>
                    <a:pt x="1524150" y="540014"/>
                    <a:pt x="1525205" y="537484"/>
                  </a:cubicBezTo>
                  <a:cubicBezTo>
                    <a:pt x="1526235" y="534929"/>
                    <a:pt x="1527240" y="532350"/>
                    <a:pt x="1528219" y="529745"/>
                  </a:cubicBezTo>
                  <a:cubicBezTo>
                    <a:pt x="1529173" y="527116"/>
                    <a:pt x="1530099" y="524463"/>
                    <a:pt x="1530997" y="521785"/>
                  </a:cubicBezTo>
                  <a:cubicBezTo>
                    <a:pt x="1531868" y="519084"/>
                    <a:pt x="1532710" y="516358"/>
                    <a:pt x="1533523" y="513609"/>
                  </a:cubicBezTo>
                  <a:cubicBezTo>
                    <a:pt x="1534308" y="510836"/>
                    <a:pt x="1535061" y="508040"/>
                    <a:pt x="1535785" y="505220"/>
                  </a:cubicBezTo>
                  <a:cubicBezTo>
                    <a:pt x="1536477" y="502378"/>
                    <a:pt x="1537137" y="499514"/>
                    <a:pt x="1537765" y="496627"/>
                  </a:cubicBezTo>
                  <a:cubicBezTo>
                    <a:pt x="1538360" y="493717"/>
                    <a:pt x="1538923" y="490786"/>
                    <a:pt x="1539452" y="487833"/>
                  </a:cubicBezTo>
                  <a:cubicBezTo>
                    <a:pt x="1539946" y="484858"/>
                    <a:pt x="1540407" y="481863"/>
                    <a:pt x="1540832" y="478846"/>
                  </a:cubicBezTo>
                  <a:cubicBezTo>
                    <a:pt x="1541221" y="475809"/>
                    <a:pt x="1541574" y="472751"/>
                    <a:pt x="1541890" y="469673"/>
                  </a:cubicBezTo>
                  <a:cubicBezTo>
                    <a:pt x="1542170" y="466576"/>
                    <a:pt x="1542411" y="463458"/>
                    <a:pt x="1542615" y="460321"/>
                  </a:cubicBezTo>
                  <a:cubicBezTo>
                    <a:pt x="1542781" y="457165"/>
                    <a:pt x="1542907" y="453991"/>
                    <a:pt x="1542994" y="450798"/>
                  </a:cubicBezTo>
                  <a:cubicBezTo>
                    <a:pt x="1543041" y="447587"/>
                    <a:pt x="1543048" y="444358"/>
                    <a:pt x="1543014" y="441112"/>
                  </a:cubicBezTo>
                  <a:cubicBezTo>
                    <a:pt x="1542938" y="437849"/>
                    <a:pt x="1542821" y="434568"/>
                    <a:pt x="1542662" y="431271"/>
                  </a:cubicBezTo>
                  <a:cubicBezTo>
                    <a:pt x="1542462" y="427958"/>
                    <a:pt x="1542217" y="424630"/>
                    <a:pt x="1541929" y="421286"/>
                  </a:cubicBezTo>
                  <a:cubicBezTo>
                    <a:pt x="1541598" y="417926"/>
                    <a:pt x="1541223" y="414552"/>
                    <a:pt x="1540803" y="411164"/>
                  </a:cubicBezTo>
                  <a:cubicBezTo>
                    <a:pt x="1540338" y="407761"/>
                    <a:pt x="1539828" y="404345"/>
                    <a:pt x="1539272" y="400915"/>
                  </a:cubicBezTo>
                  <a:cubicBezTo>
                    <a:pt x="1538670" y="397473"/>
                    <a:pt x="1538022" y="394018"/>
                    <a:pt x="1537327" y="390551"/>
                  </a:cubicBezTo>
                  <a:cubicBezTo>
                    <a:pt x="1536585" y="387072"/>
                    <a:pt x="1535795" y="383582"/>
                    <a:pt x="1534957" y="380080"/>
                  </a:cubicBezTo>
                  <a:cubicBezTo>
                    <a:pt x="1534071" y="376569"/>
                    <a:pt x="1533138" y="373047"/>
                    <a:pt x="1532155" y="369515"/>
                  </a:cubicBezTo>
                  <a:cubicBezTo>
                    <a:pt x="1531123" y="365974"/>
                    <a:pt x="1530041" y="362424"/>
                    <a:pt x="1528911" y="358866"/>
                  </a:cubicBezTo>
                  <a:cubicBezTo>
                    <a:pt x="1527729" y="355299"/>
                    <a:pt x="1526498" y="351725"/>
                    <a:pt x="1525215" y="348144"/>
                  </a:cubicBezTo>
                  <a:cubicBezTo>
                    <a:pt x="1523882" y="344555"/>
                    <a:pt x="1522498" y="340961"/>
                    <a:pt x="1521062" y="337361"/>
                  </a:cubicBezTo>
                  <a:cubicBezTo>
                    <a:pt x="1519575" y="333755"/>
                    <a:pt x="1518035" y="330144"/>
                    <a:pt x="1516444" y="326529"/>
                  </a:cubicBezTo>
                  <a:cubicBezTo>
                    <a:pt x="1514800" y="322909"/>
                    <a:pt x="1513104" y="319286"/>
                    <a:pt x="1511354" y="315660"/>
                  </a:cubicBezTo>
                  <a:cubicBezTo>
                    <a:pt x="1509552" y="312030"/>
                    <a:pt x="1507696" y="308399"/>
                    <a:pt x="1505786" y="304766"/>
                  </a:cubicBezTo>
                  <a:cubicBezTo>
                    <a:pt x="1503824" y="301131"/>
                    <a:pt x="1501808" y="297496"/>
                    <a:pt x="1499736" y="293860"/>
                  </a:cubicBezTo>
                  <a:cubicBezTo>
                    <a:pt x="1497612" y="290225"/>
                    <a:pt x="1495432" y="286590"/>
                    <a:pt x="1493199" y="282956"/>
                  </a:cubicBezTo>
                  <a:cubicBezTo>
                    <a:pt x="1490911" y="279323"/>
                    <a:pt x="1488567" y="275693"/>
                    <a:pt x="1486169" y="272065"/>
                  </a:cubicBezTo>
                  <a:cubicBezTo>
                    <a:pt x="1483716" y="268440"/>
                    <a:pt x="1481208" y="264819"/>
                    <a:pt x="1478645" y="261202"/>
                  </a:cubicBezTo>
                  <a:cubicBezTo>
                    <a:pt x="1476025" y="257589"/>
                    <a:pt x="1473351" y="253981"/>
                    <a:pt x="1470622" y="250379"/>
                  </a:cubicBezTo>
                  <a:cubicBezTo>
                    <a:pt x="1467837" y="246783"/>
                    <a:pt x="1464996" y="243193"/>
                    <a:pt x="1462099" y="239610"/>
                  </a:cubicBezTo>
                  <a:cubicBezTo>
                    <a:pt x="1459147" y="236035"/>
                    <a:pt x="1456139" y="232467"/>
                    <a:pt x="1453075" y="228909"/>
                  </a:cubicBezTo>
                  <a:cubicBezTo>
                    <a:pt x="1449955" y="225359"/>
                    <a:pt x="1446780" y="221819"/>
                    <a:pt x="1443548" y="218288"/>
                  </a:cubicBezTo>
                  <a:cubicBezTo>
                    <a:pt x="1440261" y="214769"/>
                    <a:pt x="1436918" y="211260"/>
                    <a:pt x="1433519" y="207763"/>
                  </a:cubicBezTo>
                  <a:cubicBezTo>
                    <a:pt x="1430065" y="204278"/>
                    <a:pt x="1426555" y="200806"/>
                    <a:pt x="1422988" y="197347"/>
                  </a:cubicBezTo>
                  <a:cubicBezTo>
                    <a:pt x="1419367" y="193901"/>
                    <a:pt x="1415690" y="190470"/>
                    <a:pt x="1411956" y="187053"/>
                  </a:cubicBezTo>
                  <a:cubicBezTo>
                    <a:pt x="1408168" y="183652"/>
                    <a:pt x="1404325" y="180266"/>
                    <a:pt x="1400426" y="176896"/>
                  </a:cubicBezTo>
                  <a:cubicBezTo>
                    <a:pt x="1396472" y="173543"/>
                    <a:pt x="1392464" y="170208"/>
                    <a:pt x="1388400" y="166890"/>
                  </a:cubicBezTo>
                  <a:cubicBezTo>
                    <a:pt x="1384281" y="163590"/>
                    <a:pt x="1380108" y="160309"/>
                    <a:pt x="1375880" y="157048"/>
                  </a:cubicBezTo>
                  <a:cubicBezTo>
                    <a:pt x="1371598" y="153806"/>
                    <a:pt x="1367262" y="150584"/>
                    <a:pt x="1362873" y="147384"/>
                  </a:cubicBezTo>
                  <a:cubicBezTo>
                    <a:pt x="1358429" y="144204"/>
                    <a:pt x="1353931" y="141047"/>
                    <a:pt x="1349380" y="137912"/>
                  </a:cubicBezTo>
                  <a:cubicBezTo>
                    <a:pt x="1344777" y="134800"/>
                    <a:pt x="1340120" y="131711"/>
                    <a:pt x="1335410" y="128645"/>
                  </a:cubicBezTo>
                  <a:cubicBezTo>
                    <a:pt x="1330648" y="125605"/>
                    <a:pt x="1325833" y="122589"/>
                    <a:pt x="1320967" y="119598"/>
                  </a:cubicBezTo>
                  <a:cubicBezTo>
                    <a:pt x="1316049" y="116634"/>
                    <a:pt x="1311079" y="113695"/>
                    <a:pt x="1306058" y="110784"/>
                  </a:cubicBezTo>
                  <a:cubicBezTo>
                    <a:pt x="1300986" y="107899"/>
                    <a:pt x="1295864" y="105043"/>
                    <a:pt x="1290691" y="102215"/>
                  </a:cubicBezTo>
                  <a:cubicBezTo>
                    <a:pt x="1285468" y="99416"/>
                    <a:pt x="1280196" y="96646"/>
                    <a:pt x="1274873" y="93906"/>
                  </a:cubicBezTo>
                  <a:cubicBezTo>
                    <a:pt x="1269502" y="91196"/>
                    <a:pt x="1264083" y="88517"/>
                    <a:pt x="1258615" y="85869"/>
                  </a:cubicBezTo>
                  <a:cubicBezTo>
                    <a:pt x="1253098" y="83252"/>
                    <a:pt x="1247535" y="80668"/>
                    <a:pt x="1241923" y="78116"/>
                  </a:cubicBezTo>
                  <a:cubicBezTo>
                    <a:pt x="1236266" y="75598"/>
                    <a:pt x="1230561" y="73113"/>
                    <a:pt x="1224811" y="70662"/>
                  </a:cubicBezTo>
                  <a:cubicBezTo>
                    <a:pt x="1219015" y="68245"/>
                    <a:pt x="1213173" y="65864"/>
                    <a:pt x="1207287" y="63517"/>
                  </a:cubicBezTo>
                  <a:cubicBezTo>
                    <a:pt x="1201356" y="61207"/>
                    <a:pt x="1195381" y="58932"/>
                    <a:pt x="1189363" y="56695"/>
                  </a:cubicBezTo>
                  <a:cubicBezTo>
                    <a:pt x="1183302" y="54494"/>
                    <a:pt x="1177198" y="52331"/>
                    <a:pt x="1171052" y="50206"/>
                  </a:cubicBezTo>
                  <a:cubicBezTo>
                    <a:pt x="1164864" y="48119"/>
                    <a:pt x="1158635" y="46072"/>
                    <a:pt x="1152365" y="44063"/>
                  </a:cubicBezTo>
                  <a:cubicBezTo>
                    <a:pt x="1146056" y="42094"/>
                    <a:pt x="1139706" y="40165"/>
                    <a:pt x="1133317" y="38277"/>
                  </a:cubicBezTo>
                  <a:cubicBezTo>
                    <a:pt x="1126889" y="36429"/>
                    <a:pt x="1120424" y="34623"/>
                    <a:pt x="1113920" y="32858"/>
                  </a:cubicBezTo>
                  <a:cubicBezTo>
                    <a:pt x="1107380" y="31135"/>
                    <a:pt x="1100803" y="29455"/>
                    <a:pt x="1094191" y="27818"/>
                  </a:cubicBezTo>
                  <a:cubicBezTo>
                    <a:pt x="1087541" y="26224"/>
                    <a:pt x="1080858" y="24673"/>
                    <a:pt x="1074141" y="23166"/>
                  </a:cubicBezTo>
                  <a:cubicBezTo>
                    <a:pt x="1067390" y="21704"/>
                    <a:pt x="1060605" y="20286"/>
                    <a:pt x="1053788" y="18913"/>
                  </a:cubicBezTo>
                  <a:cubicBezTo>
                    <a:pt x="1046939" y="17586"/>
                    <a:pt x="1040059" y="16304"/>
                    <a:pt x="1033148" y="15068"/>
                  </a:cubicBezTo>
                  <a:cubicBezTo>
                    <a:pt x="1026206" y="13879"/>
                    <a:pt x="1019236" y="12736"/>
                    <a:pt x="1012237" y="11640"/>
                  </a:cubicBezTo>
                  <a:cubicBezTo>
                    <a:pt x="1005208" y="10592"/>
                    <a:pt x="998153" y="9591"/>
                    <a:pt x="991071" y="8638"/>
                  </a:cubicBezTo>
                  <a:cubicBezTo>
                    <a:pt x="983962" y="7733"/>
                    <a:pt x="976828" y="6877"/>
                    <a:pt x="969669" y="6070"/>
                  </a:cubicBezTo>
                  <a:cubicBezTo>
                    <a:pt x="962485" y="5312"/>
                    <a:pt x="955277" y="4603"/>
                    <a:pt x="948047" y="3944"/>
                  </a:cubicBezTo>
                  <a:cubicBezTo>
                    <a:pt x="940795" y="3335"/>
                    <a:pt x="933520" y="2776"/>
                    <a:pt x="926225" y="2267"/>
                  </a:cubicBezTo>
                  <a:cubicBezTo>
                    <a:pt x="918910" y="1809"/>
                    <a:pt x="911575" y="1402"/>
                    <a:pt x="904221" y="1047"/>
                  </a:cubicBezTo>
                  <a:cubicBezTo>
                    <a:pt x="896849" y="742"/>
                    <a:pt x="889460" y="490"/>
                    <a:pt x="882054" y="289"/>
                  </a:cubicBezTo>
                  <a:cubicBezTo>
                    <a:pt x="874632" y="140"/>
                    <a:pt x="867194" y="44"/>
                    <a:pt x="859743" y="0"/>
                  </a:cubicBezTo>
                  <a:cubicBezTo>
                    <a:pt x="852277" y="8"/>
                    <a:pt x="844799" y="70"/>
                    <a:pt x="837308" y="185"/>
                  </a:cubicBezTo>
                  <a:cubicBezTo>
                    <a:pt x="829805" y="353"/>
                    <a:pt x="822292" y="574"/>
                    <a:pt x="814769" y="849"/>
                  </a:cubicBezTo>
                  <a:cubicBezTo>
                    <a:pt x="807236" y="1178"/>
                    <a:pt x="799695" y="1560"/>
                    <a:pt x="792146" y="1997"/>
                  </a:cubicBezTo>
                  <a:cubicBezTo>
                    <a:pt x="784590" y="2488"/>
                    <a:pt x="777028" y="3033"/>
                    <a:pt x="769460" y="3632"/>
                  </a:cubicBezTo>
                  <a:cubicBezTo>
                    <a:pt x="761888" y="4286"/>
                    <a:pt x="754311" y="4995"/>
                    <a:pt x="746731" y="5758"/>
                  </a:cubicBezTo>
                  <a:cubicBezTo>
                    <a:pt x="739149" y="6577"/>
                    <a:pt x="731566" y="7450"/>
                    <a:pt x="723981" y="8379"/>
                  </a:cubicBezTo>
                  <a:cubicBezTo>
                    <a:pt x="716397" y="9362"/>
                    <a:pt x="708814" y="10401"/>
                    <a:pt x="701232" y="11495"/>
                  </a:cubicBezTo>
                  <a:cubicBezTo>
                    <a:pt x="693651" y="12644"/>
                    <a:pt x="686075" y="13849"/>
                    <a:pt x="678503" y="15109"/>
                  </a:cubicBezTo>
                  <a:cubicBezTo>
                    <a:pt x="670935" y="16424"/>
                    <a:pt x="663372" y="17796"/>
                    <a:pt x="655816" y="19222"/>
                  </a:cubicBezTo>
                  <a:cubicBezTo>
                    <a:pt x="648267" y="20704"/>
                    <a:pt x="640726" y="22242"/>
                    <a:pt x="633193" y="23835"/>
                  </a:cubicBezTo>
                  <a:cubicBezTo>
                    <a:pt x="625670" y="25484"/>
                    <a:pt x="618158" y="27188"/>
                    <a:pt x="610656" y="28948"/>
                  </a:cubicBezTo>
                  <a:cubicBezTo>
                    <a:pt x="603167" y="30763"/>
                    <a:pt x="595690" y="32634"/>
                    <a:pt x="588226" y="34560"/>
                  </a:cubicBezTo>
                  <a:cubicBezTo>
                    <a:pt x="580778" y="36542"/>
                    <a:pt x="573344" y="38579"/>
                    <a:pt x="565926" y="40671"/>
                  </a:cubicBezTo>
                  <a:cubicBezTo>
                    <a:pt x="558524" y="42819"/>
                    <a:pt x="551141" y="45021"/>
                    <a:pt x="543776" y="47279"/>
                  </a:cubicBezTo>
                  <a:cubicBezTo>
                    <a:pt x="536429" y="49591"/>
                    <a:pt x="529103" y="51959"/>
                    <a:pt x="521798" y="54381"/>
                  </a:cubicBezTo>
                  <a:cubicBezTo>
                    <a:pt x="514514" y="56858"/>
                    <a:pt x="507252" y="59389"/>
                    <a:pt x="500014" y="61975"/>
                  </a:cubicBezTo>
                  <a:cubicBezTo>
                    <a:pt x="492799" y="64615"/>
                    <a:pt x="485610" y="67310"/>
                    <a:pt x="478445" y="70058"/>
                  </a:cubicBezTo>
                  <a:cubicBezTo>
                    <a:pt x="471307" y="72860"/>
                    <a:pt x="464196" y="75716"/>
                    <a:pt x="457113" y="78626"/>
                  </a:cubicBezTo>
                  <a:cubicBezTo>
                    <a:pt x="450059" y="81589"/>
                    <a:pt x="443034" y="84605"/>
                    <a:pt x="436039" y="87674"/>
                  </a:cubicBezTo>
                  <a:cubicBezTo>
                    <a:pt x="429076" y="90796"/>
                    <a:pt x="422144" y="93970"/>
                    <a:pt x="415244" y="97197"/>
                  </a:cubicBezTo>
                  <a:cubicBezTo>
                    <a:pt x="408378" y="100477"/>
                    <a:pt x="401546" y="103808"/>
                    <a:pt x="394750" y="107191"/>
                  </a:cubicBezTo>
                  <a:cubicBezTo>
                    <a:pt x="387988" y="110625"/>
                    <a:pt x="381263" y="114111"/>
                    <a:pt x="374575" y="117648"/>
                  </a:cubicBezTo>
                  <a:cubicBezTo>
                    <a:pt x="367925" y="121236"/>
                    <a:pt x="361313" y="124874"/>
                    <a:pt x="354742" y="128563"/>
                  </a:cubicBezTo>
                  <a:cubicBezTo>
                    <a:pt x="348209" y="132301"/>
                    <a:pt x="341718" y="136090"/>
                    <a:pt x="335269" y="139928"/>
                  </a:cubicBezTo>
                  <a:cubicBezTo>
                    <a:pt x="328862" y="143815"/>
                    <a:pt x="322498" y="147751"/>
                    <a:pt x="316177" y="151735"/>
                  </a:cubicBezTo>
                  <a:cubicBezTo>
                    <a:pt x="309902" y="155768"/>
                    <a:pt x="303671" y="159848"/>
                    <a:pt x="297486" y="163977"/>
                  </a:cubicBezTo>
                  <a:cubicBezTo>
                    <a:pt x="291348" y="168152"/>
                    <a:pt x="285257" y="172375"/>
                    <a:pt x="279215" y="176644"/>
                  </a:cubicBezTo>
                  <a:cubicBezTo>
                    <a:pt x="273221" y="180960"/>
                    <a:pt x="267276" y="185321"/>
                    <a:pt x="261381" y="189728"/>
                  </a:cubicBezTo>
                  <a:cubicBezTo>
                    <a:pt x="255538" y="194180"/>
                    <a:pt x="249745" y="198677"/>
                    <a:pt x="244004" y="203218"/>
                  </a:cubicBezTo>
                  <a:cubicBezTo>
                    <a:pt x="238317" y="207804"/>
                    <a:pt x="232683" y="212433"/>
                    <a:pt x="227102" y="217105"/>
                  </a:cubicBezTo>
                  <a:cubicBezTo>
                    <a:pt x="221577" y="221821"/>
                    <a:pt x="216107" y="226579"/>
                    <a:pt x="210692" y="231379"/>
                  </a:cubicBezTo>
                  <a:cubicBezTo>
                    <a:pt x="205335" y="236220"/>
                    <a:pt x="200034" y="241103"/>
                    <a:pt x="194792" y="246027"/>
                  </a:cubicBezTo>
                  <a:cubicBezTo>
                    <a:pt x="189607" y="250991"/>
                    <a:pt x="184482" y="255995"/>
                    <a:pt x="179416" y="261038"/>
                  </a:cubicBezTo>
                  <a:cubicBezTo>
                    <a:pt x="174411" y="266121"/>
                    <a:pt x="169466" y="271242"/>
                    <a:pt x="164583" y="276401"/>
                  </a:cubicBezTo>
                  <a:cubicBezTo>
                    <a:pt x="159761" y="281598"/>
                    <a:pt x="155002" y="286832"/>
                    <a:pt x="150306" y="292102"/>
                  </a:cubicBezTo>
                  <a:cubicBezTo>
                    <a:pt x="145674" y="297409"/>
                    <a:pt x="141106" y="302753"/>
                    <a:pt x="136602" y="308131"/>
                  </a:cubicBezTo>
                  <a:cubicBezTo>
                    <a:pt x="132163" y="313543"/>
                    <a:pt x="127791" y="318990"/>
                    <a:pt x="123484" y="324471"/>
                  </a:cubicBezTo>
                  <a:cubicBezTo>
                    <a:pt x="119244" y="329985"/>
                    <a:pt x="115071" y="335533"/>
                    <a:pt x="110966" y="341112"/>
                  </a:cubicBezTo>
                  <a:cubicBezTo>
                    <a:pt x="106930" y="346723"/>
                    <a:pt x="102962" y="352365"/>
                    <a:pt x="99062" y="358038"/>
                  </a:cubicBezTo>
                  <a:cubicBezTo>
                    <a:pt x="95233" y="363741"/>
                    <a:pt x="91473" y="369473"/>
                    <a:pt x="87784" y="375235"/>
                  </a:cubicBezTo>
                  <a:cubicBezTo>
                    <a:pt x="84166" y="381025"/>
                    <a:pt x="80619" y="386843"/>
                    <a:pt x="77143" y="392689"/>
                  </a:cubicBezTo>
                  <a:cubicBezTo>
                    <a:pt x="73740" y="398561"/>
                    <a:pt x="70410" y="404460"/>
                    <a:pt x="67152" y="410384"/>
                  </a:cubicBezTo>
                  <a:cubicBezTo>
                    <a:pt x="63967" y="416334"/>
                    <a:pt x="60857" y="422308"/>
                    <a:pt x="57820" y="428307"/>
                  </a:cubicBezTo>
                  <a:cubicBezTo>
                    <a:pt x="54858" y="434329"/>
                    <a:pt x="51970" y="440373"/>
                    <a:pt x="49158" y="446440"/>
                  </a:cubicBezTo>
                  <a:cubicBezTo>
                    <a:pt x="46421" y="452529"/>
                    <a:pt x="43759" y="458639"/>
                    <a:pt x="41174" y="464769"/>
                  </a:cubicBezTo>
                  <a:cubicBezTo>
                    <a:pt x="38665" y="470920"/>
                    <a:pt x="36233" y="477090"/>
                    <a:pt x="33878" y="483278"/>
                  </a:cubicBezTo>
                  <a:cubicBezTo>
                    <a:pt x="31600" y="489485"/>
                    <a:pt x="29399" y="495709"/>
                    <a:pt x="27276" y="501950"/>
                  </a:cubicBezTo>
                  <a:cubicBezTo>
                    <a:pt x="25231" y="508207"/>
                    <a:pt x="23264" y="514481"/>
                    <a:pt x="21376" y="520769"/>
                  </a:cubicBezTo>
                  <a:cubicBezTo>
                    <a:pt x="19567" y="527072"/>
                    <a:pt x="17836" y="533388"/>
                    <a:pt x="16185" y="539718"/>
                  </a:cubicBezTo>
                  <a:cubicBezTo>
                    <a:pt x="14613" y="546061"/>
                    <a:pt x="13120" y="552416"/>
                    <a:pt x="11707" y="558782"/>
                  </a:cubicBezTo>
                  <a:cubicBezTo>
                    <a:pt x="10374" y="565158"/>
                    <a:pt x="9121" y="571545"/>
                    <a:pt x="7948" y="577942"/>
                  </a:cubicBezTo>
                  <a:cubicBezTo>
                    <a:pt x="6855" y="584347"/>
                    <a:pt x="5842" y="590761"/>
                    <a:pt x="4911" y="597182"/>
                  </a:cubicBezTo>
                  <a:cubicBezTo>
                    <a:pt x="4059" y="603611"/>
                    <a:pt x="3289" y="610045"/>
                    <a:pt x="2599" y="616485"/>
                  </a:cubicBezTo>
                  <a:cubicBezTo>
                    <a:pt x="1991" y="622931"/>
                    <a:pt x="1463" y="629381"/>
                    <a:pt x="1016" y="635835"/>
                  </a:cubicBezTo>
                  <a:cubicBezTo>
                    <a:pt x="651" y="642292"/>
                    <a:pt x="366" y="648751"/>
                    <a:pt x="163" y="655212"/>
                  </a:cubicBezTo>
                  <a:cubicBezTo>
                    <a:pt x="41" y="661675"/>
                    <a:pt x="0" y="668138"/>
                    <a:pt x="40" y="674602"/>
                  </a:cubicBezTo>
                  <a:cubicBezTo>
                    <a:pt x="162" y="681064"/>
                    <a:pt x="365" y="687526"/>
                    <a:pt x="649" y="693985"/>
                  </a:cubicBezTo>
                  <a:cubicBezTo>
                    <a:pt x="1014" y="700442"/>
                    <a:pt x="1460" y="706896"/>
                    <a:pt x="1987" y="713346"/>
                  </a:cubicBezTo>
                  <a:cubicBezTo>
                    <a:pt x="2596" y="719791"/>
                    <a:pt x="3285" y="726232"/>
                    <a:pt x="4055" y="732667"/>
                  </a:cubicBezTo>
                  <a:cubicBezTo>
                    <a:pt x="4906" y="739095"/>
                    <a:pt x="5837" y="745516"/>
                    <a:pt x="6849" y="751930"/>
                  </a:cubicBezTo>
                  <a:cubicBezTo>
                    <a:pt x="7941" y="758335"/>
                    <a:pt x="9114" y="764732"/>
                    <a:pt x="10366" y="771119"/>
                  </a:cubicBezTo>
                  <a:cubicBezTo>
                    <a:pt x="11699" y="777496"/>
                    <a:pt x="13112" y="783862"/>
                    <a:pt x="14604" y="790217"/>
                  </a:cubicBezTo>
                  <a:cubicBezTo>
                    <a:pt x="16175" y="796559"/>
                    <a:pt x="17826" y="802889"/>
                    <a:pt x="19557" y="809206"/>
                  </a:cubicBezTo>
                  <a:cubicBezTo>
                    <a:pt x="21366" y="815509"/>
                    <a:pt x="23254" y="821797"/>
                    <a:pt x="25220" y="828070"/>
                  </a:cubicBezTo>
                  <a:cubicBezTo>
                    <a:pt x="27264" y="834328"/>
                    <a:pt x="29387" y="840569"/>
                    <a:pt x="31587" y="846794"/>
                  </a:cubicBezTo>
                  <a:cubicBezTo>
                    <a:pt x="33864" y="853000"/>
                    <a:pt x="36219" y="859189"/>
                    <a:pt x="38651" y="865359"/>
                  </a:cubicBezTo>
                  <a:cubicBezTo>
                    <a:pt x="41160" y="871509"/>
                    <a:pt x="43744" y="877640"/>
                    <a:pt x="46405" y="883750"/>
                  </a:cubicBezTo>
                  <a:cubicBezTo>
                    <a:pt x="49142" y="889839"/>
                    <a:pt x="51954" y="895906"/>
                    <a:pt x="54841" y="901950"/>
                  </a:cubicBezTo>
                  <a:cubicBezTo>
                    <a:pt x="57803" y="907973"/>
                    <a:pt x="60839" y="913971"/>
                    <a:pt x="63950" y="919946"/>
                  </a:cubicBezTo>
                  <a:cubicBezTo>
                    <a:pt x="67133" y="925896"/>
                    <a:pt x="70391" y="931820"/>
                    <a:pt x="73721" y="937719"/>
                  </a:cubicBezTo>
                  <a:cubicBezTo>
                    <a:pt x="77124" y="943592"/>
                    <a:pt x="80599" y="949437"/>
                    <a:pt x="84145" y="955256"/>
                  </a:cubicBezTo>
                  <a:cubicBezTo>
                    <a:pt x="87763" y="961046"/>
                    <a:pt x="91452" y="966808"/>
                    <a:pt x="95211" y="972540"/>
                  </a:cubicBezTo>
                  <a:cubicBezTo>
                    <a:pt x="99040" y="978243"/>
                    <a:pt x="102939" y="983917"/>
                    <a:pt x="106907" y="989559"/>
                  </a:cubicBezTo>
                  <a:cubicBezTo>
                    <a:pt x="110943" y="995170"/>
                    <a:pt x="115048" y="1000749"/>
                    <a:pt x="119220" y="1006296"/>
                  </a:cubicBezTo>
                  <a:cubicBezTo>
                    <a:pt x="123460" y="1011811"/>
                    <a:pt x="127766" y="1017292"/>
                    <a:pt x="132138" y="1022740"/>
                  </a:cubicBezTo>
                  <a:cubicBezTo>
                    <a:pt x="136576" y="1028152"/>
                    <a:pt x="141079" y="1033531"/>
                    <a:pt x="145647" y="1038874"/>
                  </a:cubicBezTo>
                  <a:cubicBezTo>
                    <a:pt x="150280" y="1044181"/>
                    <a:pt x="154975" y="1049452"/>
                    <a:pt x="159734" y="1054687"/>
                  </a:cubicBezTo>
                  <a:cubicBezTo>
                    <a:pt x="164555" y="1059883"/>
                    <a:pt x="169438" y="1065043"/>
                    <a:pt x="174382" y="1070164"/>
                  </a:cubicBezTo>
                  <a:cubicBezTo>
                    <a:pt x="179387" y="1075247"/>
                    <a:pt x="184453" y="1080290"/>
                    <a:pt x="189578" y="1085295"/>
                  </a:cubicBezTo>
                  <a:cubicBezTo>
                    <a:pt x="194761" y="1090259"/>
                    <a:pt x="200004" y="1095182"/>
                    <a:pt x="205304" y="1100066"/>
                  </a:cubicBezTo>
                  <a:cubicBezTo>
                    <a:pt x="210662" y="1104907"/>
                    <a:pt x="216075" y="1109708"/>
                    <a:pt x="221545" y="1114466"/>
                  </a:cubicBezTo>
                  <a:cubicBezTo>
                    <a:pt x="227071" y="1119181"/>
                    <a:pt x="232650" y="1123854"/>
                    <a:pt x="238284" y="1128484"/>
                  </a:cubicBezTo>
                  <a:cubicBezTo>
                    <a:pt x="243972" y="1133069"/>
                    <a:pt x="249712" y="1137611"/>
                    <a:pt x="255504" y="1142108"/>
                  </a:cubicBezTo>
                  <a:cubicBezTo>
                    <a:pt x="261348" y="1146561"/>
                    <a:pt x="267242" y="1150968"/>
                    <a:pt x="273186" y="1155330"/>
                  </a:cubicBezTo>
                  <a:cubicBezTo>
                    <a:pt x="279180" y="1159645"/>
                    <a:pt x="285223" y="1163915"/>
                    <a:pt x="291313" y="1168137"/>
                  </a:cubicBezTo>
                  <a:cubicBezTo>
                    <a:pt x="297451" y="1172313"/>
                    <a:pt x="303635" y="1176442"/>
                    <a:pt x="309866" y="1180523"/>
                  </a:cubicBezTo>
                  <a:cubicBezTo>
                    <a:pt x="316141" y="1184556"/>
                    <a:pt x="322461" y="1188541"/>
                    <a:pt x="328825" y="1192477"/>
                  </a:cubicBezTo>
                  <a:cubicBezTo>
                    <a:pt x="335232" y="1196364"/>
                    <a:pt x="341681" y="1200202"/>
                    <a:pt x="348172" y="1203991"/>
                  </a:cubicBezTo>
                  <a:cubicBezTo>
                    <a:pt x="354704" y="1207730"/>
                    <a:pt x="361276" y="1211419"/>
                    <a:pt x="367887" y="1215057"/>
                  </a:cubicBezTo>
                  <a:cubicBezTo>
                    <a:pt x="374536" y="1218645"/>
                    <a:pt x="381224" y="1222182"/>
                    <a:pt x="387949" y="1225669"/>
                  </a:cubicBezTo>
                  <a:cubicBezTo>
                    <a:pt x="394710" y="1229104"/>
                    <a:pt x="401507" y="1232487"/>
                    <a:pt x="408339" y="1235818"/>
                  </a:cubicBezTo>
                  <a:cubicBezTo>
                    <a:pt x="415205" y="1239098"/>
                    <a:pt x="422104" y="1242325"/>
                    <a:pt x="429035" y="1245500"/>
                  </a:cubicBezTo>
                  <a:cubicBezTo>
                    <a:pt x="435999" y="1248622"/>
                    <a:pt x="442994" y="1251692"/>
                    <a:pt x="450018" y="1254708"/>
                  </a:cubicBezTo>
                  <a:cubicBezTo>
                    <a:pt x="457072" y="1257671"/>
                    <a:pt x="464155" y="1260581"/>
                    <a:pt x="471266" y="1263438"/>
                  </a:cubicBezTo>
                  <a:cubicBezTo>
                    <a:pt x="478404" y="1266240"/>
                    <a:pt x="485568" y="1268989"/>
                    <a:pt x="492758" y="1271683"/>
                  </a:cubicBezTo>
                  <a:cubicBezTo>
                    <a:pt x="499972" y="1274324"/>
                    <a:pt x="507211" y="1276910"/>
                    <a:pt x="514472" y="1279442"/>
                  </a:cubicBezTo>
                  <a:cubicBezTo>
                    <a:pt x="521756" y="1281919"/>
                    <a:pt x="529061" y="1284341"/>
                    <a:pt x="536387" y="1286709"/>
                  </a:cubicBezTo>
                  <a:cubicBezTo>
                    <a:pt x="543733" y="1289022"/>
                    <a:pt x="551099" y="1291280"/>
                    <a:pt x="558482" y="1293483"/>
                  </a:cubicBezTo>
                  <a:cubicBezTo>
                    <a:pt x="565883" y="1295631"/>
                    <a:pt x="573301" y="1297723"/>
                    <a:pt x="580735" y="1299760"/>
                  </a:cubicBezTo>
                  <a:cubicBezTo>
                    <a:pt x="588183" y="1301742"/>
                    <a:pt x="595647" y="1303669"/>
                    <a:pt x="603124" y="1305540"/>
                  </a:cubicBezTo>
                  <a:cubicBezTo>
                    <a:pt x="610613" y="1307356"/>
                    <a:pt x="618115" y="1309116"/>
                    <a:pt x="625627" y="1310820"/>
                  </a:cubicBezTo>
                  <a:cubicBezTo>
                    <a:pt x="633150" y="1312470"/>
                    <a:pt x="640682" y="1314063"/>
                    <a:pt x="648224" y="1315601"/>
                  </a:cubicBezTo>
                  <a:cubicBezTo>
                    <a:pt x="655772" y="1317083"/>
                    <a:pt x="663329" y="1318510"/>
                    <a:pt x="670891" y="1319882"/>
                  </a:cubicBezTo>
                  <a:cubicBezTo>
                    <a:pt x="678459" y="1321198"/>
                    <a:pt x="686032" y="1322458"/>
                    <a:pt x="693608" y="1323663"/>
                  </a:cubicBezTo>
                  <a:cubicBezTo>
                    <a:pt x="701188" y="1324813"/>
                    <a:pt x="708770" y="1325907"/>
                    <a:pt x="716354" y="1326946"/>
                  </a:cubicBezTo>
                  <a:cubicBezTo>
                    <a:pt x="723938" y="1327930"/>
                    <a:pt x="731523" y="1328859"/>
                    <a:pt x="739106" y="1329732"/>
                  </a:cubicBezTo>
                  <a:cubicBezTo>
                    <a:pt x="746688" y="1330551"/>
                    <a:pt x="754267" y="1331315"/>
                    <a:pt x="761844" y="1332024"/>
                  </a:cubicBezTo>
                  <a:cubicBezTo>
                    <a:pt x="769417" y="1332678"/>
                    <a:pt x="776984" y="1333278"/>
                    <a:pt x="784547" y="1333823"/>
                  </a:cubicBezTo>
                  <a:cubicBezTo>
                    <a:pt x="792102" y="1334314"/>
                    <a:pt x="799651" y="1334751"/>
                    <a:pt x="807193" y="1335134"/>
                  </a:cubicBezTo>
                  <a:cubicBezTo>
                    <a:pt x="814725" y="1335463"/>
                    <a:pt x="822249" y="1335738"/>
                    <a:pt x="829762" y="1335960"/>
                  </a:cubicBezTo>
                  <a:cubicBezTo>
                    <a:pt x="837264" y="1336128"/>
                    <a:pt x="844755" y="1336243"/>
                    <a:pt x="852234" y="1336305"/>
                  </a:cubicBezTo>
                  <a:cubicBezTo>
                    <a:pt x="859699" y="1336314"/>
                    <a:pt x="867152" y="1336271"/>
                    <a:pt x="874588" y="1336175"/>
                  </a:cubicBezTo>
                  <a:cubicBezTo>
                    <a:pt x="882011" y="1336026"/>
                    <a:pt x="889417" y="1335826"/>
                    <a:pt x="896807" y="1335573"/>
                  </a:cubicBezTo>
                  <a:cubicBezTo>
                    <a:pt x="904178" y="1335269"/>
                    <a:pt x="911532" y="1334914"/>
                    <a:pt x="918867" y="1334507"/>
                  </a:cubicBezTo>
                  <a:cubicBezTo>
                    <a:pt x="926183" y="1334050"/>
                    <a:pt x="933479" y="1333542"/>
                    <a:pt x="940753" y="1332983"/>
                  </a:cubicBezTo>
                  <a:cubicBezTo>
                    <a:pt x="948006" y="1332374"/>
                    <a:pt x="955235" y="1331715"/>
                    <a:pt x="962444" y="1331006"/>
                  </a:cubicBezTo>
                  <a:cubicBezTo>
                    <a:pt x="969627" y="1330249"/>
                    <a:pt x="976787" y="1329442"/>
                    <a:pt x="983921" y="1328586"/>
                  </a:cubicBezTo>
                  <a:cubicBezTo>
                    <a:pt x="991030" y="1327681"/>
                    <a:pt x="998113" y="1326729"/>
                    <a:pt x="1005168" y="1325728"/>
                  </a:cubicBezTo>
                  <a:cubicBezTo>
                    <a:pt x="1012196" y="1324680"/>
                    <a:pt x="1019196" y="1323584"/>
                    <a:pt x="1026167" y="1322442"/>
                  </a:cubicBezTo>
                  <a:cubicBezTo>
                    <a:pt x="1033108" y="1321253"/>
                    <a:pt x="1040019" y="1320018"/>
                    <a:pt x="1046900" y="1318736"/>
                  </a:cubicBezTo>
                  <a:cubicBezTo>
                    <a:pt x="1053749" y="1317408"/>
                    <a:pt x="1060566" y="1316036"/>
                    <a:pt x="1067350" y="1314618"/>
                  </a:cubicBezTo>
                  <a:cubicBezTo>
                    <a:pt x="1074102" y="1313156"/>
                    <a:pt x="1080820" y="1311650"/>
                    <a:pt x="1087503" y="1310099"/>
                  </a:cubicBezTo>
                  <a:cubicBezTo>
                    <a:pt x="1094152" y="1308505"/>
                    <a:pt x="1100765" y="1306868"/>
                    <a:pt x="1107342" y="1305188"/>
                  </a:cubicBezTo>
                  <a:cubicBezTo>
                    <a:pt x="1113883" y="1303466"/>
                    <a:pt x="1120387" y="1301701"/>
                    <a:pt x="1126852" y="1299896"/>
                  </a:cubicBezTo>
                  <a:cubicBezTo>
                    <a:pt x="1133280" y="1298048"/>
                    <a:pt x="1139669" y="1296160"/>
                    <a:pt x="1146019" y="1294231"/>
                  </a:cubicBezTo>
                  <a:cubicBezTo>
                    <a:pt x="1152330" y="1292262"/>
                    <a:pt x="1158599" y="1290254"/>
                    <a:pt x="1164828" y="1288206"/>
                  </a:cubicBezTo>
                  <a:cubicBezTo>
                    <a:pt x="1171017" y="1286120"/>
                    <a:pt x="1177163" y="1283995"/>
                    <a:pt x="1183267" y="1281832"/>
                  </a:cubicBezTo>
                  <a:cubicBezTo>
                    <a:pt x="1189329" y="1279632"/>
                    <a:pt x="1195347" y="1277395"/>
                    <a:pt x="1201322" y="1275120"/>
                  </a:cubicBezTo>
                  <a:cubicBezTo>
                    <a:pt x="1207253" y="1272810"/>
                    <a:pt x="1213139" y="1270464"/>
                    <a:pt x="1218981" y="1268082"/>
                  </a:cubicBezTo>
                  <a:cubicBezTo>
                    <a:pt x="1224778" y="1265666"/>
                    <a:pt x="1230528" y="1263215"/>
                    <a:pt x="1236233" y="1260731"/>
                  </a:cubicBezTo>
                  <a:cubicBezTo>
                    <a:pt x="1241891" y="1258212"/>
                    <a:pt x="1247502" y="1255661"/>
                    <a:pt x="1253066" y="1253077"/>
                  </a:cubicBezTo>
                  <a:cubicBezTo>
                    <a:pt x="1258583" y="1250461"/>
                    <a:pt x="1264052" y="1247813"/>
                    <a:pt x="1269471" y="1245134"/>
                  </a:cubicBezTo>
                  <a:cubicBezTo>
                    <a:pt x="1274842" y="1242424"/>
                    <a:pt x="1280164" y="1239684"/>
                    <a:pt x="1285438" y="1236914"/>
                  </a:cubicBezTo>
                  <a:cubicBezTo>
                    <a:pt x="1290661" y="1234115"/>
                    <a:pt x="1295834" y="1231287"/>
                    <a:pt x="1300957" y="1228431"/>
                  </a:cubicBezTo>
                  <a:cubicBezTo>
                    <a:pt x="1306029" y="1225547"/>
                    <a:pt x="1311050" y="1222636"/>
                    <a:pt x="1316020" y="1219697"/>
                  </a:cubicBezTo>
                  <a:cubicBezTo>
                    <a:pt x="1320939" y="1216733"/>
                    <a:pt x="1325806" y="1213743"/>
                    <a:pt x="1330620" y="1210727"/>
                  </a:cubicBezTo>
                  <a:cubicBezTo>
                    <a:pt x="1335383" y="1207686"/>
                    <a:pt x="1340093" y="1204621"/>
                    <a:pt x="1344750" y="1201532"/>
                  </a:cubicBezTo>
                  <a:cubicBezTo>
                    <a:pt x="1349354" y="1198420"/>
                    <a:pt x="1353906" y="1195285"/>
                    <a:pt x="1358403" y="1192128"/>
                  </a:cubicBezTo>
                  <a:cubicBezTo>
                    <a:pt x="1362847" y="1188948"/>
                    <a:pt x="1367237" y="1185748"/>
                    <a:pt x="1371574" y="1182527"/>
                  </a:cubicBezTo>
                  <a:cubicBezTo>
                    <a:pt x="1375856" y="1179285"/>
                    <a:pt x="1380084" y="1176024"/>
                    <a:pt x="1384257" y="1172743"/>
                  </a:cubicBezTo>
                  <a:cubicBezTo>
                    <a:pt x="1388376" y="1169443"/>
                    <a:pt x="1392440" y="1166125"/>
                    <a:pt x="1396450" y="1162790"/>
                  </a:cubicBezTo>
                  <a:cubicBezTo>
                    <a:pt x="1400404" y="1159437"/>
                    <a:pt x="1404302" y="1156068"/>
                    <a:pt x="1408146" y="1152682"/>
                  </a:cubicBezTo>
                  <a:cubicBezTo>
                    <a:pt x="1411935" y="1149281"/>
                    <a:pt x="1415668" y="1145864"/>
                    <a:pt x="1419345" y="1142433"/>
                  </a:cubicBezTo>
                  <a:cubicBezTo>
                    <a:pt x="1422967" y="1138988"/>
                    <a:pt x="1426533" y="1135528"/>
                    <a:pt x="1430044" y="1132056"/>
                  </a:cubicBezTo>
                  <a:cubicBezTo>
                    <a:pt x="1433499" y="1128572"/>
                    <a:pt x="1436898" y="1125075"/>
                    <a:pt x="1440242" y="1121566"/>
                  </a:cubicBezTo>
                  <a:cubicBezTo>
                    <a:pt x="1443529" y="1118047"/>
                    <a:pt x="1446761" y="1114517"/>
                    <a:pt x="1449936" y="1110977"/>
                  </a:cubicBezTo>
                  <a:cubicBezTo>
                    <a:pt x="1453056" y="1107427"/>
                    <a:pt x="1456120" y="1103868"/>
                    <a:pt x="1459129" y="1100301"/>
                  </a:cubicBezTo>
                  <a:cubicBezTo>
                    <a:pt x="1462081" y="1096726"/>
                    <a:pt x="1464978" y="1093143"/>
                    <a:pt x="1467820" y="1089554"/>
                  </a:cubicBezTo>
                  <a:cubicBezTo>
                    <a:pt x="1470605" y="1085957"/>
                    <a:pt x="1473335" y="1082355"/>
                    <a:pt x="1476009" y="1078747"/>
                  </a:cubicBezTo>
                  <a:cubicBezTo>
                    <a:pt x="1478628" y="1075135"/>
                    <a:pt x="1481193" y="1071517"/>
                    <a:pt x="1483701" y="1067896"/>
                  </a:cubicBezTo>
                  <a:cubicBezTo>
                    <a:pt x="1486154" y="1064272"/>
                    <a:pt x="1488553" y="1060644"/>
                    <a:pt x="1490896" y="1057013"/>
                  </a:cubicBezTo>
                  <a:cubicBezTo>
                    <a:pt x="1493184" y="1053381"/>
                    <a:pt x="1495419" y="1049747"/>
                    <a:pt x="1497598" y="1046112"/>
                  </a:cubicBezTo>
                  <a:cubicBezTo>
                    <a:pt x="1499723" y="1042477"/>
                    <a:pt x="1501794" y="1038841"/>
                    <a:pt x="1503811" y="1035206"/>
                  </a:cubicBezTo>
                  <a:cubicBezTo>
                    <a:pt x="1505775" y="1031571"/>
                    <a:pt x="1507684" y="1027938"/>
                    <a:pt x="1509540" y="1024307"/>
                  </a:cubicBezTo>
                  <a:cubicBezTo>
                    <a:pt x="1511343" y="1020678"/>
                    <a:pt x="1513092" y="1017052"/>
                    <a:pt x="1514789" y="1013429"/>
                  </a:cubicBezTo>
                  <a:cubicBezTo>
                    <a:pt x="1516434" y="1009809"/>
                    <a:pt x="1518025" y="1006194"/>
                    <a:pt x="1519565" y="1002583"/>
                  </a:cubicBezTo>
                  <a:cubicBezTo>
                    <a:pt x="1521053" y="998977"/>
                    <a:pt x="1522488" y="995377"/>
                    <a:pt x="1523873" y="991782"/>
                  </a:cubicBezTo>
                  <a:cubicBezTo>
                    <a:pt x="1525206" y="988194"/>
                    <a:pt x="1526489" y="984612"/>
                    <a:pt x="1527721" y="981038"/>
                  </a:cubicBezTo>
                  <a:cubicBezTo>
                    <a:pt x="1528903" y="977472"/>
                    <a:pt x="1530034" y="973914"/>
                    <a:pt x="1531116" y="970363"/>
                  </a:cubicBezTo>
                  <a:cubicBezTo>
                    <a:pt x="1532148" y="966822"/>
                    <a:pt x="1533131" y="963291"/>
                    <a:pt x="1534066" y="959769"/>
                  </a:cubicBezTo>
                  <a:cubicBezTo>
                    <a:pt x="1534952" y="956257"/>
                    <a:pt x="1535789" y="952756"/>
                    <a:pt x="1536580" y="949265"/>
                  </a:cubicBezTo>
                  <a:cubicBezTo>
                    <a:pt x="1537322" y="945787"/>
                    <a:pt x="1538017" y="942319"/>
                    <a:pt x="1538666" y="938865"/>
                  </a:cubicBezTo>
                  <a:cubicBezTo>
                    <a:pt x="1539268" y="935422"/>
                    <a:pt x="1539825" y="931992"/>
                    <a:pt x="1540335" y="928576"/>
                  </a:cubicBezTo>
                  <a:cubicBezTo>
                    <a:pt x="1540800" y="925174"/>
                    <a:pt x="1541220" y="921785"/>
                    <a:pt x="1541596" y="918411"/>
                  </a:cubicBezTo>
                  <a:cubicBezTo>
                    <a:pt x="1541928" y="915052"/>
                    <a:pt x="1542215" y="911707"/>
                    <a:pt x="1542460" y="908378"/>
                  </a:cubicBezTo>
                  <a:cubicBezTo>
                    <a:pt x="1542662" y="905065"/>
                    <a:pt x="1542821" y="901769"/>
                    <a:pt x="1542938" y="898488"/>
                  </a:cubicBezTo>
                  <a:cubicBezTo>
                    <a:pt x="1543014" y="895225"/>
                    <a:pt x="1543048" y="891978"/>
                    <a:pt x="1543041" y="888749"/>
                  </a:cubicBezTo>
                  <a:cubicBezTo>
                    <a:pt x="1542994" y="885538"/>
                    <a:pt x="1542908" y="882345"/>
                    <a:pt x="1542782" y="879171"/>
                  </a:cubicBezTo>
                  <a:cubicBezTo>
                    <a:pt x="1542617" y="876015"/>
                    <a:pt x="1542413" y="872878"/>
                    <a:pt x="1542172" y="869761"/>
                  </a:cubicBezTo>
                  <a:cubicBezTo>
                    <a:pt x="1541893" y="866663"/>
                    <a:pt x="1541576" y="863585"/>
                    <a:pt x="1541224" y="860527"/>
                  </a:cubicBezTo>
                  <a:cubicBezTo>
                    <a:pt x="1540835" y="857489"/>
                    <a:pt x="1540410" y="854473"/>
                    <a:pt x="1539950" y="851477"/>
                  </a:cubicBezTo>
                  <a:cubicBezTo>
                    <a:pt x="1539456" y="848502"/>
                    <a:pt x="1538927" y="845549"/>
                    <a:pt x="1538365" y="842618"/>
                  </a:cubicBezTo>
                  <a:cubicBezTo>
                    <a:pt x="1537770" y="839708"/>
                    <a:pt x="1537141" y="836821"/>
                    <a:pt x="1536481" y="833956"/>
                  </a:cubicBezTo>
                  <a:cubicBezTo>
                    <a:pt x="1535789" y="831114"/>
                    <a:pt x="1535067" y="828295"/>
                    <a:pt x="1534313" y="825499"/>
                  </a:cubicBezTo>
                  <a:cubicBezTo>
                    <a:pt x="1533530" y="822725"/>
                    <a:pt x="1532717" y="819976"/>
                    <a:pt x="1531874" y="817250"/>
                  </a:cubicBezTo>
                  <a:cubicBezTo>
                    <a:pt x="1531004" y="814548"/>
                    <a:pt x="1530105" y="811871"/>
                    <a:pt x="1529180" y="809217"/>
                  </a:cubicBezTo>
                  <a:cubicBezTo>
                    <a:pt x="1528226" y="806588"/>
                    <a:pt x="1527247" y="803984"/>
                    <a:pt x="1526242" y="801404"/>
                  </a:cubicBezTo>
                  <a:cubicBezTo>
                    <a:pt x="1525212" y="798849"/>
                    <a:pt x="1524157" y="796319"/>
                    <a:pt x="1523078" y="793814"/>
                  </a:cubicBezTo>
                  <a:cubicBezTo>
                    <a:pt x="1521976" y="791335"/>
                    <a:pt x="1520851" y="788881"/>
                    <a:pt x="1519702" y="786453"/>
                  </a:cubicBezTo>
                  <a:cubicBezTo>
                    <a:pt x="1518532" y="784050"/>
                    <a:pt x="1517341" y="781674"/>
                    <a:pt x="1516128" y="779323"/>
                  </a:cubicBezTo>
                  <a:cubicBezTo>
                    <a:pt x="1514896" y="776998"/>
                    <a:pt x="1513643" y="774700"/>
                    <a:pt x="1512372" y="772428"/>
                  </a:cubicBezTo>
                  <a:cubicBezTo>
                    <a:pt x="1511082" y="770182"/>
                    <a:pt x="1509774" y="767963"/>
                    <a:pt x="1508448" y="765769"/>
                  </a:cubicBezTo>
                  <a:cubicBezTo>
                    <a:pt x="1507106" y="763603"/>
                    <a:pt x="1505748" y="761463"/>
                    <a:pt x="1504373" y="759350"/>
                  </a:cubicBezTo>
                  <a:cubicBezTo>
                    <a:pt x="1502983" y="757264"/>
                    <a:pt x="1501579" y="755204"/>
                    <a:pt x="1500160" y="753172"/>
                  </a:cubicBezTo>
                  <a:cubicBezTo>
                    <a:pt x="1498729" y="751165"/>
                    <a:pt x="1497284" y="749187"/>
                    <a:pt x="1495827" y="747235"/>
                  </a:cubicBezTo>
                  <a:cubicBezTo>
                    <a:pt x="1494357" y="745309"/>
                    <a:pt x="1492876" y="743411"/>
                    <a:pt x="1491386" y="741540"/>
                  </a:cubicBezTo>
                  <a:cubicBezTo>
                    <a:pt x="1489884" y="739696"/>
                    <a:pt x="1488373" y="737878"/>
                    <a:pt x="1486853" y="736088"/>
                  </a:cubicBezTo>
                  <a:cubicBezTo>
                    <a:pt x="1485325" y="734324"/>
                    <a:pt x="1483789" y="732588"/>
                    <a:pt x="1482244" y="730878"/>
                  </a:cubicBezTo>
                  <a:cubicBezTo>
                    <a:pt x="1480694" y="729195"/>
                    <a:pt x="1479137" y="727539"/>
                    <a:pt x="1477575" y="725909"/>
                  </a:cubicBezTo>
                  <a:cubicBezTo>
                    <a:pt x="1476007" y="724307"/>
                    <a:pt x="1474434" y="722730"/>
                    <a:pt x="1472858" y="721181"/>
                  </a:cubicBezTo>
                  <a:cubicBezTo>
                    <a:pt x="1471278" y="719658"/>
                    <a:pt x="1469695" y="718161"/>
                    <a:pt x="1468109" y="716691"/>
                  </a:cubicBezTo>
                  <a:cubicBezTo>
                    <a:pt x="1466522" y="715247"/>
                    <a:pt x="1464933" y="713829"/>
                    <a:pt x="1463343" y="712437"/>
                  </a:cubicBezTo>
                  <a:cubicBezTo>
                    <a:pt x="1461753" y="711071"/>
                    <a:pt x="1460164" y="709732"/>
                    <a:pt x="1458575" y="708418"/>
                  </a:cubicBezTo>
                  <a:cubicBezTo>
                    <a:pt x="1456986" y="707129"/>
                    <a:pt x="1455400" y="705866"/>
                    <a:pt x="1453817" y="704628"/>
                  </a:cubicBezTo>
                  <a:cubicBezTo>
                    <a:pt x="1452235" y="703416"/>
                    <a:pt x="1450658" y="702229"/>
                    <a:pt x="1449084" y="701066"/>
                  </a:cubicBezTo>
                  <a:cubicBezTo>
                    <a:pt x="1447514" y="699929"/>
                    <a:pt x="1445949" y="698816"/>
                    <a:pt x="1444389" y="697728"/>
                  </a:cubicBezTo>
                  <a:cubicBezTo>
                    <a:pt x="1442835" y="696664"/>
                    <a:pt x="1441288" y="695624"/>
                    <a:pt x="1439747" y="694608"/>
                  </a:cubicBezTo>
                  <a:cubicBezTo>
                    <a:pt x="1438214" y="693616"/>
                    <a:pt x="1436688" y="692648"/>
                    <a:pt x="1435170" y="691703"/>
                  </a:cubicBezTo>
                  <a:cubicBezTo>
                    <a:pt x="1433661" y="690782"/>
                    <a:pt x="1432161" y="689883"/>
                    <a:pt x="1430670" y="689007"/>
                  </a:cubicBezTo>
                  <a:cubicBezTo>
                    <a:pt x="1429190" y="688154"/>
                    <a:pt x="1427720" y="687323"/>
                    <a:pt x="1426261" y="686515"/>
                  </a:cubicBezTo>
                  <a:cubicBezTo>
                    <a:pt x="1424813" y="685728"/>
                    <a:pt x="1423377" y="684964"/>
                    <a:pt x="1421954" y="684221"/>
                  </a:cubicBezTo>
                  <a:cubicBezTo>
                    <a:pt x="1420542" y="683499"/>
                    <a:pt x="1419144" y="682798"/>
                    <a:pt x="1417760" y="682118"/>
                  </a:cubicBezTo>
                  <a:cubicBezTo>
                    <a:pt x="1416389" y="681459"/>
                    <a:pt x="1415033" y="680820"/>
                    <a:pt x="1413691" y="680201"/>
                  </a:cubicBezTo>
                  <a:cubicBezTo>
                    <a:pt x="1412364" y="679602"/>
                    <a:pt x="1411053" y="679022"/>
                    <a:pt x="1409758" y="678462"/>
                  </a:cubicBezTo>
                  <a:cubicBezTo>
                    <a:pt x="1408479" y="677921"/>
                    <a:pt x="1407216" y="677398"/>
                    <a:pt x="1405972" y="676894"/>
                  </a:cubicBezTo>
                  <a:cubicBezTo>
                    <a:pt x="1404744" y="676408"/>
                    <a:pt x="1403533" y="675940"/>
                    <a:pt x="1402341" y="675490"/>
                  </a:cubicBezTo>
                  <a:cubicBezTo>
                    <a:pt x="1401167" y="675057"/>
                    <a:pt x="1400011" y="674640"/>
                    <a:pt x="1398876" y="674241"/>
                  </a:cubicBezTo>
                  <a:cubicBezTo>
                    <a:pt x="1397759" y="673858"/>
                    <a:pt x="1396662" y="673491"/>
                    <a:pt x="1395585" y="673140"/>
                  </a:cubicBezTo>
                  <a:cubicBezTo>
                    <a:pt x="1394529" y="672804"/>
                    <a:pt x="1393492" y="672484"/>
                    <a:pt x="1392478" y="672178"/>
                  </a:cubicBezTo>
                  <a:cubicBezTo>
                    <a:pt x="1391484" y="671887"/>
                    <a:pt x="1390511" y="671610"/>
                    <a:pt x="1389561" y="671347"/>
                  </a:cubicBezTo>
                  <a:cubicBezTo>
                    <a:pt x="1388632" y="671098"/>
                    <a:pt x="1387726" y="670861"/>
                    <a:pt x="1386843" y="670638"/>
                  </a:cubicBezTo>
                  <a:cubicBezTo>
                    <a:pt x="1385982" y="670427"/>
                    <a:pt x="1385144" y="670228"/>
                    <a:pt x="1384330" y="670041"/>
                  </a:cubicBezTo>
                  <a:cubicBezTo>
                    <a:pt x="1383540" y="669866"/>
                    <a:pt x="1382772" y="669701"/>
                    <a:pt x="1382029" y="669548"/>
                  </a:cubicBezTo>
                  <a:cubicBezTo>
                    <a:pt x="1381309" y="669405"/>
                    <a:pt x="1380615" y="669272"/>
                    <a:pt x="1379945" y="669149"/>
                  </a:cubicBezTo>
                  <a:cubicBezTo>
                    <a:pt x="1379300" y="669035"/>
                    <a:pt x="1378679" y="668930"/>
                    <a:pt x="1378084" y="668834"/>
                  </a:cubicBezTo>
                  <a:cubicBezTo>
                    <a:pt x="1377514" y="668746"/>
                    <a:pt x="1376969" y="668666"/>
                    <a:pt x="1376451" y="668593"/>
                  </a:cubicBezTo>
                  <a:cubicBezTo>
                    <a:pt x="1375958" y="668528"/>
                    <a:pt x="1375490" y="668470"/>
                    <a:pt x="1375049" y="668418"/>
                  </a:cubicBezTo>
                  <a:cubicBezTo>
                    <a:pt x="1374634" y="668372"/>
                    <a:pt x="1374245" y="668332"/>
                    <a:pt x="1373882" y="668297"/>
                  </a:cubicBezTo>
                  <a:cubicBezTo>
                    <a:pt x="1373546" y="668267"/>
                    <a:pt x="1373236" y="668242"/>
                    <a:pt x="1372953" y="668221"/>
                  </a:cubicBezTo>
                  <a:cubicBezTo>
                    <a:pt x="1372697" y="668204"/>
                    <a:pt x="1372467" y="668190"/>
                    <a:pt x="1372264" y="668179"/>
                  </a:cubicBezTo>
                  <a:cubicBezTo>
                    <a:pt x="1372088" y="668171"/>
                    <a:pt x="1371940" y="668165"/>
                    <a:pt x="1371817" y="668161"/>
                  </a:cubicBezTo>
                  <a:cubicBezTo>
                    <a:pt x="1371722" y="668159"/>
                    <a:pt x="1371655" y="668157"/>
                    <a:pt x="1371614" y="668157"/>
                  </a:cubicBezTo>
                </a:path>
              </a:pathLst>
            </a:cu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5" name="Object 8">
              <a:extLst>
                <a:ext uri="{FF2B5EF4-FFF2-40B4-BE49-F238E27FC236}">
                  <a16:creationId xmlns:a16="http://schemas.microsoft.com/office/drawing/2014/main" id="{C566FCF4-2802-40C3-AD72-780E0A7702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55239850"/>
                </p:ext>
              </p:extLst>
            </p:nvPr>
          </p:nvGraphicFramePr>
          <p:xfrm>
            <a:off x="6361170" y="2229132"/>
            <a:ext cx="204787" cy="290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271" name="Equation" r:id="rId9" imgW="228600" imgH="291960" progId="Equation.DSMT4">
                    <p:embed/>
                  </p:oleObj>
                </mc:Choice>
                <mc:Fallback>
                  <p:oleObj name="Equation" r:id="rId9" imgW="228600" imgH="291960" progId="Equation.DSMT4">
                    <p:embed/>
                    <p:pic>
                      <p:nvPicPr>
                        <p:cNvPr id="44" name="Object 8">
                          <a:extLst>
                            <a:ext uri="{FF2B5EF4-FFF2-40B4-BE49-F238E27FC236}">
                              <a16:creationId xmlns:a16="http://schemas.microsoft.com/office/drawing/2014/main" id="{AD97F288-A569-408D-8E43-A3391BC87C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61170" y="2229132"/>
                          <a:ext cx="204787" cy="2905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7">
              <a:extLst>
                <a:ext uri="{FF2B5EF4-FFF2-40B4-BE49-F238E27FC236}">
                  <a16:creationId xmlns:a16="http://schemas.microsoft.com/office/drawing/2014/main" id="{1820D737-743C-44A1-AD94-81A17066DE8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1954564"/>
                </p:ext>
              </p:extLst>
            </p:nvPr>
          </p:nvGraphicFramePr>
          <p:xfrm>
            <a:off x="4552635" y="2891713"/>
            <a:ext cx="268288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272" name="Equation" r:id="rId11" imgW="304560" imgH="241200" progId="Equation.DSMT4">
                    <p:embed/>
                  </p:oleObj>
                </mc:Choice>
                <mc:Fallback>
                  <p:oleObj name="Equation" r:id="rId11" imgW="304560" imgH="241200" progId="Equation.DSMT4">
                    <p:embed/>
                    <p:pic>
                      <p:nvPicPr>
                        <p:cNvPr id="90" name="Object 7">
                          <a:extLst>
                            <a:ext uri="{FF2B5EF4-FFF2-40B4-BE49-F238E27FC236}">
                              <a16:creationId xmlns:a16="http://schemas.microsoft.com/office/drawing/2014/main" id="{EA454C03-8C32-4FD1-BCF0-99E4140BF0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2635" y="2891713"/>
                          <a:ext cx="268288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5E90434-F735-4FA8-ABF7-4F628113A05A}"/>
                </a:ext>
              </a:extLst>
            </p:cNvPr>
            <p:cNvCxnSpPr>
              <a:cxnSpLocks/>
            </p:cNvCxnSpPr>
            <p:nvPr/>
          </p:nvCxnSpPr>
          <p:spPr>
            <a:xfrm>
              <a:off x="4473131" y="2799766"/>
              <a:ext cx="2031522" cy="21211"/>
            </a:xfrm>
            <a:prstGeom prst="line">
              <a:avLst/>
            </a:prstGeom>
            <a:solidFill>
              <a:schemeClr val="lt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01728EFC-BA14-440A-954C-D56D419CC741}"/>
                </a:ext>
              </a:extLst>
            </p:cNvPr>
            <p:cNvGrpSpPr/>
            <p:nvPr/>
          </p:nvGrpSpPr>
          <p:grpSpPr>
            <a:xfrm rot="14791004">
              <a:off x="5111193" y="1944135"/>
              <a:ext cx="1377055" cy="943265"/>
              <a:chOff x="6530612" y="1580858"/>
              <a:chExt cx="1486954" cy="943265"/>
            </a:xfrm>
          </p:grpSpPr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AD4D4D51-A007-445A-AE03-C0BC504EBAA2}"/>
                  </a:ext>
                </a:extLst>
              </p:cNvPr>
              <p:cNvSpPr/>
              <p:nvPr/>
            </p:nvSpPr>
            <p:spPr>
              <a:xfrm>
                <a:off x="6530612" y="1585048"/>
                <a:ext cx="1486954" cy="939075"/>
              </a:xfrm>
              <a:custGeom>
                <a:avLst/>
                <a:gdLst>
                  <a:gd name="connsiteX0" fmla="*/ 1563756 w 1563756"/>
                  <a:gd name="connsiteY0" fmla="*/ 384314 h 1053548"/>
                  <a:gd name="connsiteX1" fmla="*/ 0 w 1563756"/>
                  <a:gd name="connsiteY1" fmla="*/ 1053548 h 1053548"/>
                  <a:gd name="connsiteX2" fmla="*/ 1311965 w 1563756"/>
                  <a:gd name="connsiteY2" fmla="*/ 0 h 1053548"/>
                  <a:gd name="connsiteX3" fmla="*/ 1411356 w 1563756"/>
                  <a:gd name="connsiteY3" fmla="*/ 106018 h 1053548"/>
                  <a:gd name="connsiteX4" fmla="*/ 1510748 w 1563756"/>
                  <a:gd name="connsiteY4" fmla="*/ 238540 h 1053548"/>
                  <a:gd name="connsiteX5" fmla="*/ 1563756 w 1563756"/>
                  <a:gd name="connsiteY5" fmla="*/ 384314 h 1053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63756" h="1053548">
                    <a:moveTo>
                      <a:pt x="1563756" y="384314"/>
                    </a:moveTo>
                    <a:lnTo>
                      <a:pt x="0" y="1053548"/>
                    </a:lnTo>
                    <a:lnTo>
                      <a:pt x="1311965" y="0"/>
                    </a:lnTo>
                    <a:lnTo>
                      <a:pt x="1411356" y="106018"/>
                    </a:lnTo>
                    <a:lnTo>
                      <a:pt x="1510748" y="238540"/>
                    </a:lnTo>
                    <a:lnTo>
                      <a:pt x="1563756" y="384314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0031504C-1948-41BC-B9CA-F831F34D84F1}"/>
                  </a:ext>
                </a:extLst>
              </p:cNvPr>
              <p:cNvSpPr/>
              <p:nvPr/>
            </p:nvSpPr>
            <p:spPr>
              <a:xfrm>
                <a:off x="7774804" y="1580858"/>
                <a:ext cx="232750" cy="340707"/>
              </a:xfrm>
              <a:custGeom>
                <a:avLst/>
                <a:gdLst>
                  <a:gd name="connsiteX0" fmla="*/ 218661 w 218661"/>
                  <a:gd name="connsiteY0" fmla="*/ 390939 h 390939"/>
                  <a:gd name="connsiteX1" fmla="*/ 152400 w 218661"/>
                  <a:gd name="connsiteY1" fmla="*/ 205409 h 390939"/>
                  <a:gd name="connsiteX2" fmla="*/ 86139 w 218661"/>
                  <a:gd name="connsiteY2" fmla="*/ 106017 h 390939"/>
                  <a:gd name="connsiteX3" fmla="*/ 0 w 218661"/>
                  <a:gd name="connsiteY3" fmla="*/ 0 h 390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8661" h="390939">
                    <a:moveTo>
                      <a:pt x="218661" y="390939"/>
                    </a:moveTo>
                    <a:cubicBezTo>
                      <a:pt x="196574" y="321917"/>
                      <a:pt x="174487" y="252896"/>
                      <a:pt x="152400" y="205409"/>
                    </a:cubicBezTo>
                    <a:cubicBezTo>
                      <a:pt x="130313" y="157922"/>
                      <a:pt x="111539" y="140252"/>
                      <a:pt x="86139" y="106017"/>
                    </a:cubicBezTo>
                    <a:cubicBezTo>
                      <a:pt x="60739" y="71782"/>
                      <a:pt x="30369" y="35891"/>
                      <a:pt x="0" y="0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3873E01-40ED-433B-9598-A769DDDCDC6B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 flipH="1" flipV="1">
              <a:off x="5410812" y="1834031"/>
              <a:ext cx="1078116" cy="989904"/>
            </a:xfrm>
            <a:prstGeom prst="line">
              <a:avLst/>
            </a:prstGeom>
            <a:solidFill>
              <a:schemeClr val="lt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6BF000C9-0A2D-4865-BCFE-157E8AD157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53748" y="2104428"/>
              <a:ext cx="1409816" cy="720164"/>
            </a:xfrm>
            <a:prstGeom prst="line">
              <a:avLst/>
            </a:prstGeom>
            <a:solidFill>
              <a:schemeClr val="lt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弧形 64">
              <a:extLst>
                <a:ext uri="{FF2B5EF4-FFF2-40B4-BE49-F238E27FC236}">
                  <a16:creationId xmlns:a16="http://schemas.microsoft.com/office/drawing/2014/main" id="{B6F540F0-3A65-465A-ADB5-80B386D8D67A}"/>
                </a:ext>
              </a:extLst>
            </p:cNvPr>
            <p:cNvSpPr/>
            <p:nvPr/>
          </p:nvSpPr>
          <p:spPr>
            <a:xfrm>
              <a:off x="6156176" y="2464510"/>
              <a:ext cx="616765" cy="782079"/>
            </a:xfrm>
            <a:prstGeom prst="arc">
              <a:avLst>
                <a:gd name="adj1" fmla="val 14179417"/>
                <a:gd name="adj2" fmla="val 21279792"/>
              </a:avLst>
            </a:prstGeom>
            <a:ln w="127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弧形 65">
              <a:extLst>
                <a:ext uri="{FF2B5EF4-FFF2-40B4-BE49-F238E27FC236}">
                  <a16:creationId xmlns:a16="http://schemas.microsoft.com/office/drawing/2014/main" id="{A0E90ADA-2991-4EA5-9DE6-01CF6B42A679}"/>
                </a:ext>
              </a:extLst>
            </p:cNvPr>
            <p:cNvSpPr/>
            <p:nvPr/>
          </p:nvSpPr>
          <p:spPr>
            <a:xfrm rot="13994464">
              <a:off x="5952706" y="2361571"/>
              <a:ext cx="288032" cy="400754"/>
            </a:xfrm>
            <a:prstGeom prst="arc">
              <a:avLst>
                <a:gd name="adj1" fmla="val 18903580"/>
                <a:gd name="adj2" fmla="val 960195"/>
              </a:avLst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67" name="对象 66">
              <a:extLst>
                <a:ext uri="{FF2B5EF4-FFF2-40B4-BE49-F238E27FC236}">
                  <a16:creationId xmlns:a16="http://schemas.microsoft.com/office/drawing/2014/main" id="{DC97AF89-768D-48D1-90AD-22DD88C4E4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1609758"/>
                </p:ext>
              </p:extLst>
            </p:nvPr>
          </p:nvGraphicFramePr>
          <p:xfrm>
            <a:off x="5827277" y="1887406"/>
            <a:ext cx="3302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273" name="Equation" r:id="rId13" imgW="330120" imgH="253800" progId="Equation.DSMT4">
                    <p:embed/>
                  </p:oleObj>
                </mc:Choice>
                <mc:Fallback>
                  <p:oleObj name="Equation" r:id="rId13" imgW="33012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827277" y="1887406"/>
                          <a:ext cx="3302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7376850B-9258-429F-BC94-DF15C919DC78}"/>
                </a:ext>
              </a:extLst>
            </p:cNvPr>
            <p:cNvCxnSpPr>
              <a:cxnSpLocks/>
              <a:stCxn id="67" idx="2"/>
            </p:cNvCxnSpPr>
            <p:nvPr/>
          </p:nvCxnSpPr>
          <p:spPr>
            <a:xfrm flipH="1">
              <a:off x="5949871" y="2141406"/>
              <a:ext cx="42506" cy="3231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 Box 22">
            <a:extLst>
              <a:ext uri="{FF2B5EF4-FFF2-40B4-BE49-F238E27FC236}">
                <a16:creationId xmlns:a16="http://schemas.microsoft.com/office/drawing/2014/main" id="{A1CDDC52-A103-45CE-BB1E-CE10D1DC0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291" y="1341553"/>
            <a:ext cx="5425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solidFill>
                  <a:srgbClr val="3366FF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75" name="Text Box 22">
            <a:extLst>
              <a:ext uri="{FF2B5EF4-FFF2-40B4-BE49-F238E27FC236}">
                <a16:creationId xmlns:a16="http://schemas.microsoft.com/office/drawing/2014/main" id="{B18436AE-B693-4D95-A237-8CED2F6F4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465" y="1341553"/>
            <a:ext cx="48087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由对称性，所求旋转体体积可看成</a:t>
            </a: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896B3441-4318-4ACB-8F58-2B101FD64C11}"/>
              </a:ext>
            </a:extLst>
          </p:cNvPr>
          <p:cNvGrpSpPr/>
          <p:nvPr/>
        </p:nvGrpSpPr>
        <p:grpSpPr>
          <a:xfrm>
            <a:off x="129570" y="1956112"/>
            <a:ext cx="5780253" cy="461665"/>
            <a:chOff x="129571" y="2266421"/>
            <a:chExt cx="5780253" cy="461665"/>
          </a:xfrm>
        </p:grpSpPr>
        <p:sp>
          <p:nvSpPr>
            <p:cNvPr id="76" name="Text Box 22">
              <a:extLst>
                <a:ext uri="{FF2B5EF4-FFF2-40B4-BE49-F238E27FC236}">
                  <a16:creationId xmlns:a16="http://schemas.microsoft.com/office/drawing/2014/main" id="{CB804E1B-F69C-48BD-8361-6A0122CC70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71" y="2266421"/>
              <a:ext cx="57802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 b="1" dirty="0">
                  <a:latin typeface="+mn-ea"/>
                  <a:ea typeface="+mn-ea"/>
                </a:rPr>
                <a:t>心形线        与极轴所在直线围成图形     </a:t>
              </a:r>
            </a:p>
          </p:txBody>
        </p:sp>
        <p:graphicFrame>
          <p:nvGraphicFramePr>
            <p:cNvPr id="77" name="对象 76">
              <a:extLst>
                <a:ext uri="{FF2B5EF4-FFF2-40B4-BE49-F238E27FC236}">
                  <a16:creationId xmlns:a16="http://schemas.microsoft.com/office/drawing/2014/main" id="{60753A5A-7784-4993-ACA4-4414F9FDBAB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78889"/>
                </p:ext>
              </p:extLst>
            </p:nvPr>
          </p:nvGraphicFramePr>
          <p:xfrm>
            <a:off x="1207851" y="2372444"/>
            <a:ext cx="1117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274" name="Equation" r:id="rId15" imgW="1117440" imgH="279360" progId="Equation.DSMT4">
                    <p:embed/>
                  </p:oleObj>
                </mc:Choice>
                <mc:Fallback>
                  <p:oleObj name="Equation" r:id="rId15" imgW="1117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207851" y="2372444"/>
                          <a:ext cx="1117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8" name="Text Box 22">
            <a:extLst>
              <a:ext uri="{FF2B5EF4-FFF2-40B4-BE49-F238E27FC236}">
                <a16:creationId xmlns:a16="http://schemas.microsoft.com/office/drawing/2014/main" id="{B79C9124-10E3-49B2-AB1C-266462005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2522200"/>
            <a:ext cx="40324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+mn-ea"/>
                <a:ea typeface="+mn-ea"/>
              </a:rPr>
              <a:t>绕极轴旋转所成立体的体积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2F09C04B-D73F-44A8-B301-680FD1C5E4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344270"/>
              </p:ext>
            </p:extLst>
          </p:nvPr>
        </p:nvGraphicFramePr>
        <p:xfrm>
          <a:off x="206313" y="3095343"/>
          <a:ext cx="3200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75" name="Equation" r:id="rId17" imgW="3200400" imgH="736560" progId="Equation.DSMT4">
                  <p:embed/>
                </p:oleObj>
              </mc:Choice>
              <mc:Fallback>
                <p:oleObj name="Equation" r:id="rId17" imgW="320040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C3BCB7D-7B4D-435A-87BC-125D26402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6313" y="3095343"/>
                        <a:ext cx="3200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63AE8E08-5118-4752-B835-7D5ECA296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8393445"/>
              </p:ext>
            </p:extLst>
          </p:nvPr>
        </p:nvGraphicFramePr>
        <p:xfrm>
          <a:off x="3319828" y="3082883"/>
          <a:ext cx="3657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76" name="Equation" r:id="rId19" imgW="3657600" imgH="736560" progId="Equation.DSMT4">
                  <p:embed/>
                </p:oleObj>
              </mc:Choice>
              <mc:Fallback>
                <p:oleObj name="Equation" r:id="rId19" imgW="36576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319828" y="3082883"/>
                        <a:ext cx="3657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6B4EADF5-80F0-49BB-9163-612F730883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7487057"/>
              </p:ext>
            </p:extLst>
          </p:nvPr>
        </p:nvGraphicFramePr>
        <p:xfrm>
          <a:off x="466086" y="3819483"/>
          <a:ext cx="4000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77" name="Equation" r:id="rId21" imgW="4000320" imgH="774360" progId="Equation.DSMT4">
                  <p:embed/>
                </p:oleObj>
              </mc:Choice>
              <mc:Fallback>
                <p:oleObj name="Equation" r:id="rId21" imgW="400032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6086" y="3819483"/>
                        <a:ext cx="4000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824FC76E-08F1-4D3E-8581-FFD9C28E7E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534360"/>
              </p:ext>
            </p:extLst>
          </p:nvPr>
        </p:nvGraphicFramePr>
        <p:xfrm>
          <a:off x="4355976" y="3773386"/>
          <a:ext cx="3924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278" name="Equation" r:id="rId23" imgW="3924000" imgH="888840" progId="Equation.DSMT4">
                  <p:embed/>
                </p:oleObj>
              </mc:Choice>
              <mc:Fallback>
                <p:oleObj name="Equation" r:id="rId23" imgW="39240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355976" y="3773386"/>
                        <a:ext cx="39243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2128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5" grpId="0"/>
      <p:bldP spid="7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>
            <a:extLst>
              <a:ext uri="{FF2B5EF4-FFF2-40B4-BE49-F238E27FC236}">
                <a16:creationId xmlns:a16="http://schemas.microsoft.com/office/drawing/2014/main" id="{717D43FC-CA13-4110-9C75-07C458FC07D0}"/>
              </a:ext>
            </a:extLst>
          </p:cNvPr>
          <p:cNvGrpSpPr/>
          <p:nvPr/>
        </p:nvGrpSpPr>
        <p:grpSpPr>
          <a:xfrm>
            <a:off x="5285386" y="2058421"/>
            <a:ext cx="3604106" cy="1709406"/>
            <a:chOff x="4980343" y="2006461"/>
            <a:chExt cx="3604106" cy="1709406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D6013ED6-1CFA-4A9C-9172-B666E22BADE3}"/>
                </a:ext>
              </a:extLst>
            </p:cNvPr>
            <p:cNvGrpSpPr/>
            <p:nvPr/>
          </p:nvGrpSpPr>
          <p:grpSpPr>
            <a:xfrm>
              <a:off x="5628638" y="2418299"/>
              <a:ext cx="2448272" cy="1297568"/>
              <a:chOff x="2123728" y="1994263"/>
              <a:chExt cx="2448272" cy="1297568"/>
            </a:xfrm>
          </p:grpSpPr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8B4ADDBD-99E4-454B-891F-D1F1F2881D9B}"/>
                  </a:ext>
                </a:extLst>
              </p:cNvPr>
              <p:cNvSpPr/>
              <p:nvPr/>
            </p:nvSpPr>
            <p:spPr>
              <a:xfrm>
                <a:off x="2123728" y="1995686"/>
                <a:ext cx="2448272" cy="1296144"/>
              </a:xfrm>
              <a:prstGeom prst="ellipse">
                <a:avLst/>
              </a:prstGeom>
              <a:gradFill>
                <a:gsLst>
                  <a:gs pos="40000">
                    <a:schemeClr val="accent1">
                      <a:lumMod val="60000"/>
                      <a:lumOff val="4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80DE7B8A-E2CC-437A-AF87-4C3CFE36C64D}"/>
                  </a:ext>
                </a:extLst>
              </p:cNvPr>
              <p:cNvSpPr/>
              <p:nvPr/>
            </p:nvSpPr>
            <p:spPr>
              <a:xfrm>
                <a:off x="4283968" y="2355850"/>
                <a:ext cx="288032" cy="611944"/>
              </a:xfrm>
              <a:prstGeom prst="ellipse">
                <a:avLst/>
              </a:prstGeom>
              <a:gradFill>
                <a:gsLst>
                  <a:gs pos="40000">
                    <a:schemeClr val="tx1">
                      <a:lumMod val="75000"/>
                      <a:lumOff val="2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83A65FDA-9BD9-4379-A53D-31A5BD864BA9}"/>
                  </a:ext>
                </a:extLst>
              </p:cNvPr>
              <p:cNvSpPr/>
              <p:nvPr/>
            </p:nvSpPr>
            <p:spPr>
              <a:xfrm>
                <a:off x="2123728" y="2319721"/>
                <a:ext cx="288032" cy="648073"/>
              </a:xfrm>
              <a:prstGeom prst="ellipse">
                <a:avLst/>
              </a:prstGeom>
              <a:gradFill>
                <a:gsLst>
                  <a:gs pos="40000">
                    <a:schemeClr val="tx1">
                      <a:lumMod val="75000"/>
                      <a:lumOff val="25000"/>
                      <a:alpha val="86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2" name="Group 88">
                <a:extLst>
                  <a:ext uri="{FF2B5EF4-FFF2-40B4-BE49-F238E27FC236}">
                    <a16:creationId xmlns:a16="http://schemas.microsoft.com/office/drawing/2014/main" id="{86AC15F8-D767-47E7-91FB-8BCB0F6C1A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0984" y="1995687"/>
                <a:ext cx="574675" cy="1296144"/>
                <a:chOff x="4235" y="1060"/>
                <a:chExt cx="362" cy="908"/>
              </a:xfrm>
            </p:grpSpPr>
            <p:sp>
              <p:nvSpPr>
                <p:cNvPr id="34" name="Arc 90">
                  <a:extLst>
                    <a:ext uri="{FF2B5EF4-FFF2-40B4-BE49-F238E27FC236}">
                      <a16:creationId xmlns:a16="http://schemas.microsoft.com/office/drawing/2014/main" id="{60D4948E-BC10-48B8-952A-B1B1D1D1A9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4386" y="1060"/>
                  <a:ext cx="211" cy="907"/>
                </a:xfrm>
                <a:custGeom>
                  <a:avLst/>
                  <a:gdLst>
                    <a:gd name="T0" fmla="*/ 174 w 25187"/>
                    <a:gd name="T1" fmla="*/ 907 h 43184"/>
                    <a:gd name="T2" fmla="*/ 211 w 25187"/>
                    <a:gd name="T3" fmla="*/ 6 h 43184"/>
                    <a:gd name="T4" fmla="*/ 181 w 25187"/>
                    <a:gd name="T5" fmla="*/ 454 h 4318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5187" h="43184" fill="none" extrusionOk="0">
                      <a:moveTo>
                        <a:pt x="20769" y="43184"/>
                      </a:moveTo>
                      <a:cubicBezTo>
                        <a:pt x="9172" y="42738"/>
                        <a:pt x="0" y="3320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01" y="0"/>
                        <a:pt x="24001" y="100"/>
                        <a:pt x="25187" y="299"/>
                      </a:cubicBezTo>
                    </a:path>
                    <a:path w="25187" h="43184" stroke="0" extrusionOk="0">
                      <a:moveTo>
                        <a:pt x="20769" y="43184"/>
                      </a:moveTo>
                      <a:cubicBezTo>
                        <a:pt x="9172" y="42738"/>
                        <a:pt x="0" y="3320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01" y="0"/>
                        <a:pt x="24001" y="100"/>
                        <a:pt x="25187" y="299"/>
                      </a:cubicBezTo>
                      <a:lnTo>
                        <a:pt x="21600" y="21600"/>
                      </a:lnTo>
                      <a:lnTo>
                        <a:pt x="20769" y="4318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Arc 89">
                  <a:extLst>
                    <a:ext uri="{FF2B5EF4-FFF2-40B4-BE49-F238E27FC236}">
                      <a16:creationId xmlns:a16="http://schemas.microsoft.com/office/drawing/2014/main" id="{FE5DC171-1CFD-401A-A1D2-5A07BB978F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5" y="1061"/>
                  <a:ext cx="181" cy="907"/>
                </a:xfrm>
                <a:custGeom>
                  <a:avLst/>
                  <a:gdLst>
                    <a:gd name="T0" fmla="*/ 174 w 21600"/>
                    <a:gd name="T1" fmla="*/ 907 h 43179"/>
                    <a:gd name="T2" fmla="*/ 177 w 21600"/>
                    <a:gd name="T3" fmla="*/ 0 h 43179"/>
                    <a:gd name="T4" fmla="*/ 181 w 21600"/>
                    <a:gd name="T5" fmla="*/ 454 h 4317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3179" fill="none" extrusionOk="0">
                      <a:moveTo>
                        <a:pt x="20769" y="43179"/>
                      </a:moveTo>
                      <a:cubicBezTo>
                        <a:pt x="9172" y="42733"/>
                        <a:pt x="0" y="33201"/>
                        <a:pt x="0" y="21595"/>
                      </a:cubicBez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43179" stroke="0" extrusionOk="0">
                      <a:moveTo>
                        <a:pt x="20769" y="43179"/>
                      </a:moveTo>
                      <a:cubicBezTo>
                        <a:pt x="9172" y="42733"/>
                        <a:pt x="0" y="33201"/>
                        <a:pt x="0" y="21595"/>
                      </a:cubicBez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20769" y="43179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5" name="Group 88">
                <a:extLst>
                  <a:ext uri="{FF2B5EF4-FFF2-40B4-BE49-F238E27FC236}">
                    <a16:creationId xmlns:a16="http://schemas.microsoft.com/office/drawing/2014/main" id="{B6A0943A-FCF2-40EF-B519-F4FE8628A5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30840" y="1994263"/>
                <a:ext cx="574675" cy="1294718"/>
                <a:chOff x="4235" y="1060"/>
                <a:chExt cx="362" cy="908"/>
              </a:xfrm>
            </p:grpSpPr>
            <p:sp>
              <p:nvSpPr>
                <p:cNvPr id="37" name="Arc 90">
                  <a:extLst>
                    <a:ext uri="{FF2B5EF4-FFF2-40B4-BE49-F238E27FC236}">
                      <a16:creationId xmlns:a16="http://schemas.microsoft.com/office/drawing/2014/main" id="{7689C81F-ED05-47AF-B634-6FCE603F81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4386" y="1060"/>
                  <a:ext cx="211" cy="907"/>
                </a:xfrm>
                <a:custGeom>
                  <a:avLst/>
                  <a:gdLst>
                    <a:gd name="T0" fmla="*/ 174 w 25187"/>
                    <a:gd name="T1" fmla="*/ 907 h 43184"/>
                    <a:gd name="T2" fmla="*/ 211 w 25187"/>
                    <a:gd name="T3" fmla="*/ 6 h 43184"/>
                    <a:gd name="T4" fmla="*/ 181 w 25187"/>
                    <a:gd name="T5" fmla="*/ 454 h 4318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5187" h="43184" fill="none" extrusionOk="0">
                      <a:moveTo>
                        <a:pt x="20769" y="43184"/>
                      </a:moveTo>
                      <a:cubicBezTo>
                        <a:pt x="9172" y="42738"/>
                        <a:pt x="0" y="3320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01" y="0"/>
                        <a:pt x="24001" y="100"/>
                        <a:pt x="25187" y="299"/>
                      </a:cubicBezTo>
                    </a:path>
                    <a:path w="25187" h="43184" stroke="0" extrusionOk="0">
                      <a:moveTo>
                        <a:pt x="20769" y="43184"/>
                      </a:moveTo>
                      <a:cubicBezTo>
                        <a:pt x="9172" y="42738"/>
                        <a:pt x="0" y="3320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01" y="0"/>
                        <a:pt x="24001" y="100"/>
                        <a:pt x="25187" y="299"/>
                      </a:cubicBezTo>
                      <a:lnTo>
                        <a:pt x="21600" y="21600"/>
                      </a:lnTo>
                      <a:lnTo>
                        <a:pt x="20769" y="4318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Arc 89">
                  <a:extLst>
                    <a:ext uri="{FF2B5EF4-FFF2-40B4-BE49-F238E27FC236}">
                      <a16:creationId xmlns:a16="http://schemas.microsoft.com/office/drawing/2014/main" id="{1F2825B9-8100-4DF0-8DCB-1B7DF03C7A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5" y="1061"/>
                  <a:ext cx="181" cy="907"/>
                </a:xfrm>
                <a:custGeom>
                  <a:avLst/>
                  <a:gdLst>
                    <a:gd name="T0" fmla="*/ 174 w 21600"/>
                    <a:gd name="T1" fmla="*/ 907 h 43179"/>
                    <a:gd name="T2" fmla="*/ 177 w 21600"/>
                    <a:gd name="T3" fmla="*/ 0 h 43179"/>
                    <a:gd name="T4" fmla="*/ 181 w 21600"/>
                    <a:gd name="T5" fmla="*/ 454 h 4317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3179" fill="none" extrusionOk="0">
                      <a:moveTo>
                        <a:pt x="20769" y="43179"/>
                      </a:moveTo>
                      <a:cubicBezTo>
                        <a:pt x="9172" y="42733"/>
                        <a:pt x="0" y="33201"/>
                        <a:pt x="0" y="21595"/>
                      </a:cubicBez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43179" stroke="0" extrusionOk="0">
                      <a:moveTo>
                        <a:pt x="20769" y="43179"/>
                      </a:moveTo>
                      <a:cubicBezTo>
                        <a:pt x="9172" y="42733"/>
                        <a:pt x="0" y="33201"/>
                        <a:pt x="0" y="21595"/>
                      </a:cubicBez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20769" y="43179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A7BE5C9B-C28A-4C8E-B053-D9EF5D9D7D7E}"/>
                </a:ext>
              </a:extLst>
            </p:cNvPr>
            <p:cNvCxnSpPr>
              <a:cxnSpLocks/>
            </p:cNvCxnSpPr>
            <p:nvPr/>
          </p:nvCxnSpPr>
          <p:spPr>
            <a:xfrm>
              <a:off x="7932894" y="3067794"/>
              <a:ext cx="577179" cy="13089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Line 50">
              <a:extLst>
                <a:ext uri="{FF2B5EF4-FFF2-40B4-BE49-F238E27FC236}">
                  <a16:creationId xmlns:a16="http://schemas.microsoft.com/office/drawing/2014/main" id="{5E7E019D-11F1-454F-942C-C3542E587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2654" y="3067794"/>
              <a:ext cx="2160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EF592A84-419C-4D10-8A47-A55FB3A524BB}"/>
                </a:ext>
              </a:extLst>
            </p:cNvPr>
            <p:cNvCxnSpPr>
              <a:cxnSpLocks/>
            </p:cNvCxnSpPr>
            <p:nvPr/>
          </p:nvCxnSpPr>
          <p:spPr>
            <a:xfrm>
              <a:off x="4980343" y="3067794"/>
              <a:ext cx="79231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0243C77-8EAC-4003-B603-8592FBF6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2614" y="2211716"/>
              <a:ext cx="0" cy="1296143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7C5E1760-1566-4CD5-AB82-6363A3D5B4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6029583"/>
                </p:ext>
              </p:extLst>
            </p:nvPr>
          </p:nvGraphicFramePr>
          <p:xfrm>
            <a:off x="8406649" y="315996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67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406649" y="315996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>
              <a:extLst>
                <a:ext uri="{FF2B5EF4-FFF2-40B4-BE49-F238E27FC236}">
                  <a16:creationId xmlns:a16="http://schemas.microsoft.com/office/drawing/2014/main" id="{D010E615-450B-4326-811A-50974B4CAB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92650076"/>
                </p:ext>
              </p:extLst>
            </p:nvPr>
          </p:nvGraphicFramePr>
          <p:xfrm>
            <a:off x="5140726" y="2190611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68" name="Equation" r:id="rId5" imgW="190440" imgH="241200" progId="Equation.DSMT4">
                    <p:embed/>
                  </p:oleObj>
                </mc:Choice>
                <mc:Fallback>
                  <p:oleObj name="Equation" r:id="rId5" imgW="190440" imgH="24120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7C5E1760-1566-4CD5-AB82-6363A3D5B4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40726" y="2190611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>
              <a:extLst>
                <a:ext uri="{FF2B5EF4-FFF2-40B4-BE49-F238E27FC236}">
                  <a16:creationId xmlns:a16="http://schemas.microsoft.com/office/drawing/2014/main" id="{D7F5FC20-A090-4336-9821-F7DF1E4F00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1582760"/>
                </p:ext>
              </p:extLst>
            </p:nvPr>
          </p:nvGraphicFramePr>
          <p:xfrm>
            <a:off x="5144491" y="3109162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69" name="Equation" r:id="rId7" imgW="228600" imgH="241200" progId="Equation.DSMT4">
                    <p:embed/>
                  </p:oleObj>
                </mc:Choice>
                <mc:Fallback>
                  <p:oleObj name="Equation" r:id="rId7" imgW="22860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44491" y="3109162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F72E915D-E39F-4D5E-8335-FD4B938D265A}"/>
                </a:ext>
              </a:extLst>
            </p:cNvPr>
            <p:cNvCxnSpPr>
              <a:cxnSpLocks/>
              <a:endCxn id="7" idx="4"/>
            </p:cNvCxnSpPr>
            <p:nvPr/>
          </p:nvCxnSpPr>
          <p:spPr>
            <a:xfrm flipH="1">
              <a:off x="7932894" y="2802521"/>
              <a:ext cx="11158" cy="58930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F3523DC4-B25C-4ED1-9CA2-0E01C18BE62D}"/>
                </a:ext>
              </a:extLst>
            </p:cNvPr>
            <p:cNvSpPr/>
            <p:nvPr/>
          </p:nvSpPr>
          <p:spPr>
            <a:xfrm>
              <a:off x="6723748" y="2432347"/>
              <a:ext cx="324977" cy="1279245"/>
            </a:xfrm>
            <a:custGeom>
              <a:avLst/>
              <a:gdLst>
                <a:gd name="connsiteX0" fmla="*/ 266217 w 324977"/>
                <a:gd name="connsiteY0" fmla="*/ 153 h 1279245"/>
                <a:gd name="connsiteX1" fmla="*/ 248855 w 324977"/>
                <a:gd name="connsiteY1" fmla="*/ 5940 h 1279245"/>
                <a:gd name="connsiteX2" fmla="*/ 231493 w 324977"/>
                <a:gd name="connsiteY2" fmla="*/ 20408 h 1279245"/>
                <a:gd name="connsiteX3" fmla="*/ 214131 w 324977"/>
                <a:gd name="connsiteY3" fmla="*/ 26196 h 1279245"/>
                <a:gd name="connsiteX4" fmla="*/ 205450 w 324977"/>
                <a:gd name="connsiteY4" fmla="*/ 29089 h 1279245"/>
                <a:gd name="connsiteX5" fmla="*/ 196769 w 324977"/>
                <a:gd name="connsiteY5" fmla="*/ 34877 h 1279245"/>
                <a:gd name="connsiteX6" fmla="*/ 170726 w 324977"/>
                <a:gd name="connsiteY6" fmla="*/ 46451 h 1279245"/>
                <a:gd name="connsiteX7" fmla="*/ 164939 w 324977"/>
                <a:gd name="connsiteY7" fmla="*/ 52239 h 1279245"/>
                <a:gd name="connsiteX8" fmla="*/ 156258 w 324977"/>
                <a:gd name="connsiteY8" fmla="*/ 69601 h 1279245"/>
                <a:gd name="connsiteX9" fmla="*/ 147577 w 324977"/>
                <a:gd name="connsiteY9" fmla="*/ 81175 h 1279245"/>
                <a:gd name="connsiteX10" fmla="*/ 141790 w 324977"/>
                <a:gd name="connsiteY10" fmla="*/ 89856 h 1279245"/>
                <a:gd name="connsiteX11" fmla="*/ 133109 w 324977"/>
                <a:gd name="connsiteY11" fmla="*/ 92750 h 1279245"/>
                <a:gd name="connsiteX12" fmla="*/ 127321 w 324977"/>
                <a:gd name="connsiteY12" fmla="*/ 98537 h 1279245"/>
                <a:gd name="connsiteX13" fmla="*/ 115747 w 324977"/>
                <a:gd name="connsiteY13" fmla="*/ 113006 h 1279245"/>
                <a:gd name="connsiteX14" fmla="*/ 107066 w 324977"/>
                <a:gd name="connsiteY14" fmla="*/ 130368 h 1279245"/>
                <a:gd name="connsiteX15" fmla="*/ 98384 w 324977"/>
                <a:gd name="connsiteY15" fmla="*/ 144836 h 1279245"/>
                <a:gd name="connsiteX16" fmla="*/ 86810 w 324977"/>
                <a:gd name="connsiteY16" fmla="*/ 185348 h 1279245"/>
                <a:gd name="connsiteX17" fmla="*/ 81022 w 324977"/>
                <a:gd name="connsiteY17" fmla="*/ 194029 h 1279245"/>
                <a:gd name="connsiteX18" fmla="*/ 78129 w 324977"/>
                <a:gd name="connsiteY18" fmla="*/ 211391 h 1279245"/>
                <a:gd name="connsiteX19" fmla="*/ 72341 w 324977"/>
                <a:gd name="connsiteY19" fmla="*/ 228753 h 1279245"/>
                <a:gd name="connsiteX20" fmla="*/ 69448 w 324977"/>
                <a:gd name="connsiteY20" fmla="*/ 237434 h 1279245"/>
                <a:gd name="connsiteX21" fmla="*/ 63660 w 324977"/>
                <a:gd name="connsiteY21" fmla="*/ 263477 h 1279245"/>
                <a:gd name="connsiteX22" fmla="*/ 57873 w 324977"/>
                <a:gd name="connsiteY22" fmla="*/ 280839 h 1279245"/>
                <a:gd name="connsiteX23" fmla="*/ 54979 w 324977"/>
                <a:gd name="connsiteY23" fmla="*/ 298201 h 1279245"/>
                <a:gd name="connsiteX24" fmla="*/ 49192 w 324977"/>
                <a:gd name="connsiteY24" fmla="*/ 315563 h 1279245"/>
                <a:gd name="connsiteX25" fmla="*/ 43405 w 324977"/>
                <a:gd name="connsiteY25" fmla="*/ 332925 h 1279245"/>
                <a:gd name="connsiteX26" fmla="*/ 40511 w 324977"/>
                <a:gd name="connsiteY26" fmla="*/ 341606 h 1279245"/>
                <a:gd name="connsiteX27" fmla="*/ 34724 w 324977"/>
                <a:gd name="connsiteY27" fmla="*/ 370542 h 1279245"/>
                <a:gd name="connsiteX28" fmla="*/ 23149 w 324977"/>
                <a:gd name="connsiteY28" fmla="*/ 399479 h 1279245"/>
                <a:gd name="connsiteX29" fmla="*/ 20255 w 324977"/>
                <a:gd name="connsiteY29" fmla="*/ 437097 h 1279245"/>
                <a:gd name="connsiteX30" fmla="*/ 14468 w 324977"/>
                <a:gd name="connsiteY30" fmla="*/ 468927 h 1279245"/>
                <a:gd name="connsiteX31" fmla="*/ 11574 w 324977"/>
                <a:gd name="connsiteY31" fmla="*/ 561525 h 1279245"/>
                <a:gd name="connsiteX32" fmla="*/ 5787 w 324977"/>
                <a:gd name="connsiteY32" fmla="*/ 590461 h 1279245"/>
                <a:gd name="connsiteX33" fmla="*/ 0 w 324977"/>
                <a:gd name="connsiteY33" fmla="*/ 625186 h 1279245"/>
                <a:gd name="connsiteX34" fmla="*/ 2893 w 324977"/>
                <a:gd name="connsiteY34" fmla="*/ 711996 h 1279245"/>
                <a:gd name="connsiteX35" fmla="*/ 8681 w 324977"/>
                <a:gd name="connsiteY35" fmla="*/ 729358 h 1279245"/>
                <a:gd name="connsiteX36" fmla="*/ 11574 w 324977"/>
                <a:gd name="connsiteY36" fmla="*/ 755401 h 1279245"/>
                <a:gd name="connsiteX37" fmla="*/ 14468 w 324977"/>
                <a:gd name="connsiteY37" fmla="*/ 764082 h 1279245"/>
                <a:gd name="connsiteX38" fmla="*/ 17362 w 324977"/>
                <a:gd name="connsiteY38" fmla="*/ 778550 h 1279245"/>
                <a:gd name="connsiteX39" fmla="*/ 23149 w 324977"/>
                <a:gd name="connsiteY39" fmla="*/ 795912 h 1279245"/>
                <a:gd name="connsiteX40" fmla="*/ 28936 w 324977"/>
                <a:gd name="connsiteY40" fmla="*/ 839317 h 1279245"/>
                <a:gd name="connsiteX41" fmla="*/ 31830 w 324977"/>
                <a:gd name="connsiteY41" fmla="*/ 847998 h 1279245"/>
                <a:gd name="connsiteX42" fmla="*/ 34724 w 324977"/>
                <a:gd name="connsiteY42" fmla="*/ 920340 h 1279245"/>
                <a:gd name="connsiteX43" fmla="*/ 37617 w 324977"/>
                <a:gd name="connsiteY43" fmla="*/ 946383 h 1279245"/>
                <a:gd name="connsiteX44" fmla="*/ 40511 w 324977"/>
                <a:gd name="connsiteY44" fmla="*/ 1010044 h 1279245"/>
                <a:gd name="connsiteX45" fmla="*/ 52086 w 324977"/>
                <a:gd name="connsiteY45" fmla="*/ 1027406 h 1279245"/>
                <a:gd name="connsiteX46" fmla="*/ 57873 w 324977"/>
                <a:gd name="connsiteY46" fmla="*/ 1036087 h 1279245"/>
                <a:gd name="connsiteX47" fmla="*/ 63660 w 324977"/>
                <a:gd name="connsiteY47" fmla="*/ 1053449 h 1279245"/>
                <a:gd name="connsiteX48" fmla="*/ 75235 w 324977"/>
                <a:gd name="connsiteY48" fmla="*/ 1070811 h 1279245"/>
                <a:gd name="connsiteX49" fmla="*/ 86810 w 324977"/>
                <a:gd name="connsiteY49" fmla="*/ 1088173 h 1279245"/>
                <a:gd name="connsiteX50" fmla="*/ 92597 w 324977"/>
                <a:gd name="connsiteY50" fmla="*/ 1120003 h 1279245"/>
                <a:gd name="connsiteX51" fmla="*/ 98384 w 324977"/>
                <a:gd name="connsiteY51" fmla="*/ 1128684 h 1279245"/>
                <a:gd name="connsiteX52" fmla="*/ 101278 w 324977"/>
                <a:gd name="connsiteY52" fmla="*/ 1137365 h 1279245"/>
                <a:gd name="connsiteX53" fmla="*/ 109959 w 324977"/>
                <a:gd name="connsiteY53" fmla="*/ 1143153 h 1279245"/>
                <a:gd name="connsiteX54" fmla="*/ 121534 w 324977"/>
                <a:gd name="connsiteY54" fmla="*/ 1157621 h 1279245"/>
                <a:gd name="connsiteX55" fmla="*/ 130215 w 324977"/>
                <a:gd name="connsiteY55" fmla="*/ 1174983 h 1279245"/>
                <a:gd name="connsiteX56" fmla="*/ 147577 w 324977"/>
                <a:gd name="connsiteY56" fmla="*/ 1192345 h 1279245"/>
                <a:gd name="connsiteX57" fmla="*/ 156258 w 324977"/>
                <a:gd name="connsiteY57" fmla="*/ 1201026 h 1279245"/>
                <a:gd name="connsiteX58" fmla="*/ 167833 w 324977"/>
                <a:gd name="connsiteY58" fmla="*/ 1215494 h 1279245"/>
                <a:gd name="connsiteX59" fmla="*/ 176514 w 324977"/>
                <a:gd name="connsiteY59" fmla="*/ 1221282 h 1279245"/>
                <a:gd name="connsiteX60" fmla="*/ 193876 w 324977"/>
                <a:gd name="connsiteY60" fmla="*/ 1238644 h 1279245"/>
                <a:gd name="connsiteX61" fmla="*/ 205450 w 324977"/>
                <a:gd name="connsiteY61" fmla="*/ 1244431 h 1279245"/>
                <a:gd name="connsiteX62" fmla="*/ 211238 w 324977"/>
                <a:gd name="connsiteY62" fmla="*/ 1250218 h 1279245"/>
                <a:gd name="connsiteX63" fmla="*/ 219919 w 324977"/>
                <a:gd name="connsiteY63" fmla="*/ 1253112 h 1279245"/>
                <a:gd name="connsiteX64" fmla="*/ 234387 w 324977"/>
                <a:gd name="connsiteY64" fmla="*/ 1264687 h 1279245"/>
                <a:gd name="connsiteX65" fmla="*/ 260430 w 324977"/>
                <a:gd name="connsiteY65" fmla="*/ 1270474 h 1279245"/>
                <a:gd name="connsiteX66" fmla="*/ 269111 w 324977"/>
                <a:gd name="connsiteY66" fmla="*/ 1273368 h 1279245"/>
                <a:gd name="connsiteX67" fmla="*/ 292260 w 324977"/>
                <a:gd name="connsiteY67" fmla="*/ 1276261 h 1279245"/>
                <a:gd name="connsiteX68" fmla="*/ 303835 w 324977"/>
                <a:gd name="connsiteY68" fmla="*/ 1279155 h 1279245"/>
                <a:gd name="connsiteX69" fmla="*/ 324091 w 324977"/>
                <a:gd name="connsiteY69" fmla="*/ 1276261 h 1279245"/>
                <a:gd name="connsiteX70" fmla="*/ 321197 w 324977"/>
                <a:gd name="connsiteY70" fmla="*/ 1267580 h 1279245"/>
                <a:gd name="connsiteX71" fmla="*/ 312516 w 324977"/>
                <a:gd name="connsiteY71" fmla="*/ 1261793 h 1279245"/>
                <a:gd name="connsiteX72" fmla="*/ 303835 w 324977"/>
                <a:gd name="connsiteY72" fmla="*/ 1258899 h 1279245"/>
                <a:gd name="connsiteX73" fmla="*/ 286473 w 324977"/>
                <a:gd name="connsiteY73" fmla="*/ 1247325 h 1279245"/>
                <a:gd name="connsiteX74" fmla="*/ 277792 w 324977"/>
                <a:gd name="connsiteY74" fmla="*/ 1241537 h 1279245"/>
                <a:gd name="connsiteX75" fmla="*/ 269111 w 324977"/>
                <a:gd name="connsiteY75" fmla="*/ 1238644 h 1279245"/>
                <a:gd name="connsiteX76" fmla="*/ 254643 w 324977"/>
                <a:gd name="connsiteY76" fmla="*/ 1227069 h 1279245"/>
                <a:gd name="connsiteX77" fmla="*/ 245962 w 324977"/>
                <a:gd name="connsiteY77" fmla="*/ 1224175 h 1279245"/>
                <a:gd name="connsiteX78" fmla="*/ 231493 w 324977"/>
                <a:gd name="connsiteY78" fmla="*/ 1209707 h 1279245"/>
                <a:gd name="connsiteX79" fmla="*/ 222812 w 324977"/>
                <a:gd name="connsiteY79" fmla="*/ 1192345 h 1279245"/>
                <a:gd name="connsiteX80" fmla="*/ 214131 w 324977"/>
                <a:gd name="connsiteY80" fmla="*/ 1172089 h 1279245"/>
                <a:gd name="connsiteX81" fmla="*/ 211238 w 324977"/>
                <a:gd name="connsiteY81" fmla="*/ 1160515 h 1279245"/>
                <a:gd name="connsiteX82" fmla="*/ 205450 w 324977"/>
                <a:gd name="connsiteY82" fmla="*/ 1143153 h 1279245"/>
                <a:gd name="connsiteX83" fmla="*/ 196769 w 324977"/>
                <a:gd name="connsiteY83" fmla="*/ 1108429 h 1279245"/>
                <a:gd name="connsiteX84" fmla="*/ 190982 w 324977"/>
                <a:gd name="connsiteY84" fmla="*/ 1099748 h 1279245"/>
                <a:gd name="connsiteX85" fmla="*/ 188088 w 324977"/>
                <a:gd name="connsiteY85" fmla="*/ 1091067 h 1279245"/>
                <a:gd name="connsiteX86" fmla="*/ 185195 w 324977"/>
                <a:gd name="connsiteY86" fmla="*/ 1076598 h 1279245"/>
                <a:gd name="connsiteX87" fmla="*/ 199663 w 324977"/>
                <a:gd name="connsiteY87" fmla="*/ 1114216 h 1279245"/>
                <a:gd name="connsiteX88" fmla="*/ 205450 w 324977"/>
                <a:gd name="connsiteY88" fmla="*/ 1131578 h 1279245"/>
                <a:gd name="connsiteX89" fmla="*/ 217025 w 324977"/>
                <a:gd name="connsiteY89" fmla="*/ 1146046 h 1279245"/>
                <a:gd name="connsiteX90" fmla="*/ 219919 w 324977"/>
                <a:gd name="connsiteY90" fmla="*/ 1157621 h 1279245"/>
                <a:gd name="connsiteX91" fmla="*/ 234387 w 324977"/>
                <a:gd name="connsiteY91" fmla="*/ 1177877 h 1279245"/>
                <a:gd name="connsiteX92" fmla="*/ 237281 w 324977"/>
                <a:gd name="connsiteY92" fmla="*/ 1186558 h 1279245"/>
                <a:gd name="connsiteX93" fmla="*/ 248855 w 324977"/>
                <a:gd name="connsiteY93" fmla="*/ 1203920 h 1279245"/>
                <a:gd name="connsiteX94" fmla="*/ 251749 w 324977"/>
                <a:gd name="connsiteY94" fmla="*/ 1212601 h 1279245"/>
                <a:gd name="connsiteX95" fmla="*/ 260430 w 324977"/>
                <a:gd name="connsiteY95" fmla="*/ 1218388 h 1279245"/>
                <a:gd name="connsiteX96" fmla="*/ 266217 w 324977"/>
                <a:gd name="connsiteY96" fmla="*/ 1235750 h 1279245"/>
                <a:gd name="connsiteX97" fmla="*/ 280686 w 324977"/>
                <a:gd name="connsiteY97" fmla="*/ 1250218 h 1279245"/>
                <a:gd name="connsiteX98" fmla="*/ 269111 w 324977"/>
                <a:gd name="connsiteY98" fmla="*/ 1232856 h 1279245"/>
                <a:gd name="connsiteX99" fmla="*/ 257536 w 324977"/>
                <a:gd name="connsiteY99" fmla="*/ 1209707 h 1279245"/>
                <a:gd name="connsiteX100" fmla="*/ 254643 w 324977"/>
                <a:gd name="connsiteY100" fmla="*/ 1201026 h 1279245"/>
                <a:gd name="connsiteX101" fmla="*/ 237281 w 324977"/>
                <a:gd name="connsiteY101" fmla="*/ 1180770 h 1279245"/>
                <a:gd name="connsiteX102" fmla="*/ 228600 w 324977"/>
                <a:gd name="connsiteY102" fmla="*/ 1160515 h 1279245"/>
                <a:gd name="connsiteX103" fmla="*/ 222812 w 324977"/>
                <a:gd name="connsiteY103" fmla="*/ 1154727 h 1279245"/>
                <a:gd name="connsiteX104" fmla="*/ 208344 w 324977"/>
                <a:gd name="connsiteY104" fmla="*/ 1128684 h 1279245"/>
                <a:gd name="connsiteX105" fmla="*/ 202557 w 324977"/>
                <a:gd name="connsiteY105" fmla="*/ 1120003 h 1279245"/>
                <a:gd name="connsiteX106" fmla="*/ 196769 w 324977"/>
                <a:gd name="connsiteY106" fmla="*/ 1114216 h 1279245"/>
                <a:gd name="connsiteX107" fmla="*/ 185195 w 324977"/>
                <a:gd name="connsiteY107" fmla="*/ 1096854 h 1279245"/>
                <a:gd name="connsiteX108" fmla="*/ 182301 w 324977"/>
                <a:gd name="connsiteY108" fmla="*/ 1088173 h 1279245"/>
                <a:gd name="connsiteX109" fmla="*/ 173620 w 324977"/>
                <a:gd name="connsiteY109" fmla="*/ 1079492 h 1279245"/>
                <a:gd name="connsiteX110" fmla="*/ 162045 w 324977"/>
                <a:gd name="connsiteY110" fmla="*/ 1053449 h 1279245"/>
                <a:gd name="connsiteX111" fmla="*/ 159152 w 324977"/>
                <a:gd name="connsiteY111" fmla="*/ 1041874 h 1279245"/>
                <a:gd name="connsiteX112" fmla="*/ 153364 w 324977"/>
                <a:gd name="connsiteY112" fmla="*/ 1033193 h 1279245"/>
                <a:gd name="connsiteX113" fmla="*/ 150471 w 324977"/>
                <a:gd name="connsiteY113" fmla="*/ 986894 h 1279245"/>
                <a:gd name="connsiteX114" fmla="*/ 144683 w 324977"/>
                <a:gd name="connsiteY114" fmla="*/ 963745 h 1279245"/>
                <a:gd name="connsiteX115" fmla="*/ 138896 w 324977"/>
                <a:gd name="connsiteY115" fmla="*/ 940596 h 1279245"/>
                <a:gd name="connsiteX116" fmla="*/ 133109 w 324977"/>
                <a:gd name="connsiteY116" fmla="*/ 920340 h 1279245"/>
                <a:gd name="connsiteX117" fmla="*/ 127321 w 324977"/>
                <a:gd name="connsiteY117" fmla="*/ 908765 h 1279245"/>
                <a:gd name="connsiteX118" fmla="*/ 121534 w 324977"/>
                <a:gd name="connsiteY118" fmla="*/ 891403 h 1279245"/>
                <a:gd name="connsiteX119" fmla="*/ 118640 w 324977"/>
                <a:gd name="connsiteY119" fmla="*/ 882722 h 1279245"/>
                <a:gd name="connsiteX120" fmla="*/ 115747 w 324977"/>
                <a:gd name="connsiteY120" fmla="*/ 856679 h 1279245"/>
                <a:gd name="connsiteX121" fmla="*/ 112853 w 324977"/>
                <a:gd name="connsiteY121" fmla="*/ 845104 h 1279245"/>
                <a:gd name="connsiteX122" fmla="*/ 107066 w 324977"/>
                <a:gd name="connsiteY122" fmla="*/ 781444 h 1279245"/>
                <a:gd name="connsiteX123" fmla="*/ 109959 w 324977"/>
                <a:gd name="connsiteY123" fmla="*/ 685953 h 1279245"/>
                <a:gd name="connsiteX124" fmla="*/ 112853 w 324977"/>
                <a:gd name="connsiteY124" fmla="*/ 677272 h 1279245"/>
                <a:gd name="connsiteX125" fmla="*/ 118640 w 324977"/>
                <a:gd name="connsiteY125" fmla="*/ 619398 h 1279245"/>
                <a:gd name="connsiteX126" fmla="*/ 121534 w 324977"/>
                <a:gd name="connsiteY126" fmla="*/ 610717 h 1279245"/>
                <a:gd name="connsiteX127" fmla="*/ 121534 w 324977"/>
                <a:gd name="connsiteY127" fmla="*/ 434203 h 1279245"/>
                <a:gd name="connsiteX128" fmla="*/ 124428 w 324977"/>
                <a:gd name="connsiteY128" fmla="*/ 419735 h 1279245"/>
                <a:gd name="connsiteX129" fmla="*/ 127321 w 324977"/>
                <a:gd name="connsiteY129" fmla="*/ 385011 h 1279245"/>
                <a:gd name="connsiteX130" fmla="*/ 136002 w 324977"/>
                <a:gd name="connsiteY130" fmla="*/ 356074 h 1279245"/>
                <a:gd name="connsiteX131" fmla="*/ 133109 w 324977"/>
                <a:gd name="connsiteY131" fmla="*/ 321350 h 1279245"/>
                <a:gd name="connsiteX132" fmla="*/ 136002 w 324977"/>
                <a:gd name="connsiteY132" fmla="*/ 303988 h 1279245"/>
                <a:gd name="connsiteX133" fmla="*/ 144683 w 324977"/>
                <a:gd name="connsiteY133" fmla="*/ 272158 h 1279245"/>
                <a:gd name="connsiteX134" fmla="*/ 150471 w 324977"/>
                <a:gd name="connsiteY134" fmla="*/ 260583 h 1279245"/>
                <a:gd name="connsiteX135" fmla="*/ 153364 w 324977"/>
                <a:gd name="connsiteY135" fmla="*/ 251902 h 1279245"/>
                <a:gd name="connsiteX136" fmla="*/ 162045 w 324977"/>
                <a:gd name="connsiteY136" fmla="*/ 240327 h 1279245"/>
                <a:gd name="connsiteX137" fmla="*/ 167833 w 324977"/>
                <a:gd name="connsiteY137" fmla="*/ 231646 h 1279245"/>
                <a:gd name="connsiteX138" fmla="*/ 173620 w 324977"/>
                <a:gd name="connsiteY138" fmla="*/ 220072 h 1279245"/>
                <a:gd name="connsiteX139" fmla="*/ 179407 w 324977"/>
                <a:gd name="connsiteY139" fmla="*/ 214284 h 1279245"/>
                <a:gd name="connsiteX140" fmla="*/ 185195 w 324977"/>
                <a:gd name="connsiteY140" fmla="*/ 205603 h 1279245"/>
                <a:gd name="connsiteX141" fmla="*/ 188088 w 324977"/>
                <a:gd name="connsiteY141" fmla="*/ 196922 h 1279245"/>
                <a:gd name="connsiteX142" fmla="*/ 190982 w 324977"/>
                <a:gd name="connsiteY142" fmla="*/ 185348 h 1279245"/>
                <a:gd name="connsiteX143" fmla="*/ 199663 w 324977"/>
                <a:gd name="connsiteY143" fmla="*/ 176667 h 1279245"/>
                <a:gd name="connsiteX144" fmla="*/ 208344 w 324977"/>
                <a:gd name="connsiteY144" fmla="*/ 162198 h 1279245"/>
                <a:gd name="connsiteX145" fmla="*/ 211238 w 324977"/>
                <a:gd name="connsiteY145" fmla="*/ 153517 h 1279245"/>
                <a:gd name="connsiteX146" fmla="*/ 217025 w 324977"/>
                <a:gd name="connsiteY146" fmla="*/ 144836 h 1279245"/>
                <a:gd name="connsiteX147" fmla="*/ 234387 w 324977"/>
                <a:gd name="connsiteY147" fmla="*/ 113006 h 1279245"/>
                <a:gd name="connsiteX148" fmla="*/ 240174 w 324977"/>
                <a:gd name="connsiteY148" fmla="*/ 92750 h 1279245"/>
                <a:gd name="connsiteX149" fmla="*/ 245962 w 324977"/>
                <a:gd name="connsiteY149" fmla="*/ 84069 h 1279245"/>
                <a:gd name="connsiteX150" fmla="*/ 254643 w 324977"/>
                <a:gd name="connsiteY150" fmla="*/ 63813 h 1279245"/>
                <a:gd name="connsiteX151" fmla="*/ 257536 w 324977"/>
                <a:gd name="connsiteY151" fmla="*/ 52239 h 1279245"/>
                <a:gd name="connsiteX152" fmla="*/ 269111 w 324977"/>
                <a:gd name="connsiteY152" fmla="*/ 34877 h 1279245"/>
                <a:gd name="connsiteX153" fmla="*/ 274898 w 324977"/>
                <a:gd name="connsiteY153" fmla="*/ 26196 h 1279245"/>
                <a:gd name="connsiteX154" fmla="*/ 280686 w 324977"/>
                <a:gd name="connsiteY154" fmla="*/ 20408 h 1279245"/>
                <a:gd name="connsiteX155" fmla="*/ 298048 w 324977"/>
                <a:gd name="connsiteY155" fmla="*/ 11727 h 1279245"/>
                <a:gd name="connsiteX156" fmla="*/ 266217 w 324977"/>
                <a:gd name="connsiteY156" fmla="*/ 153 h 127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24977" h="1279245">
                  <a:moveTo>
                    <a:pt x="266217" y="153"/>
                  </a:moveTo>
                  <a:cubicBezTo>
                    <a:pt x="258018" y="-812"/>
                    <a:pt x="254188" y="2977"/>
                    <a:pt x="248855" y="5940"/>
                  </a:cubicBezTo>
                  <a:cubicBezTo>
                    <a:pt x="221587" y="21089"/>
                    <a:pt x="257285" y="8944"/>
                    <a:pt x="231493" y="20408"/>
                  </a:cubicBezTo>
                  <a:cubicBezTo>
                    <a:pt x="225918" y="22886"/>
                    <a:pt x="219918" y="24267"/>
                    <a:pt x="214131" y="26196"/>
                  </a:cubicBezTo>
                  <a:lnTo>
                    <a:pt x="205450" y="29089"/>
                  </a:lnTo>
                  <a:cubicBezTo>
                    <a:pt x="202556" y="31018"/>
                    <a:pt x="199947" y="33464"/>
                    <a:pt x="196769" y="34877"/>
                  </a:cubicBezTo>
                  <a:cubicBezTo>
                    <a:pt x="178704" y="42906"/>
                    <a:pt x="183003" y="36629"/>
                    <a:pt x="170726" y="46451"/>
                  </a:cubicBezTo>
                  <a:cubicBezTo>
                    <a:pt x="168596" y="48155"/>
                    <a:pt x="166643" y="50109"/>
                    <a:pt x="164939" y="52239"/>
                  </a:cubicBezTo>
                  <a:cubicBezTo>
                    <a:pt x="149814" y="71148"/>
                    <a:pt x="166959" y="50876"/>
                    <a:pt x="156258" y="69601"/>
                  </a:cubicBezTo>
                  <a:cubicBezTo>
                    <a:pt x="153865" y="73788"/>
                    <a:pt x="150380" y="77251"/>
                    <a:pt x="147577" y="81175"/>
                  </a:cubicBezTo>
                  <a:cubicBezTo>
                    <a:pt x="145556" y="84005"/>
                    <a:pt x="144506" y="87683"/>
                    <a:pt x="141790" y="89856"/>
                  </a:cubicBezTo>
                  <a:cubicBezTo>
                    <a:pt x="139408" y="91762"/>
                    <a:pt x="136003" y="91785"/>
                    <a:pt x="133109" y="92750"/>
                  </a:cubicBezTo>
                  <a:cubicBezTo>
                    <a:pt x="131180" y="94679"/>
                    <a:pt x="129025" y="96407"/>
                    <a:pt x="127321" y="98537"/>
                  </a:cubicBezTo>
                  <a:cubicBezTo>
                    <a:pt x="112709" y="116801"/>
                    <a:pt x="129729" y="99022"/>
                    <a:pt x="115747" y="113006"/>
                  </a:cubicBezTo>
                  <a:cubicBezTo>
                    <a:pt x="108473" y="134826"/>
                    <a:pt x="118285" y="107930"/>
                    <a:pt x="107066" y="130368"/>
                  </a:cubicBezTo>
                  <a:cubicBezTo>
                    <a:pt x="99554" y="145391"/>
                    <a:pt x="109688" y="133534"/>
                    <a:pt x="98384" y="144836"/>
                  </a:cubicBezTo>
                  <a:cubicBezTo>
                    <a:pt x="97613" y="147921"/>
                    <a:pt x="90131" y="180367"/>
                    <a:pt x="86810" y="185348"/>
                  </a:cubicBezTo>
                  <a:lnTo>
                    <a:pt x="81022" y="194029"/>
                  </a:lnTo>
                  <a:cubicBezTo>
                    <a:pt x="80058" y="199816"/>
                    <a:pt x="79552" y="205699"/>
                    <a:pt x="78129" y="211391"/>
                  </a:cubicBezTo>
                  <a:cubicBezTo>
                    <a:pt x="76649" y="217309"/>
                    <a:pt x="74270" y="222966"/>
                    <a:pt x="72341" y="228753"/>
                  </a:cubicBezTo>
                  <a:cubicBezTo>
                    <a:pt x="71376" y="231647"/>
                    <a:pt x="70046" y="234443"/>
                    <a:pt x="69448" y="237434"/>
                  </a:cubicBezTo>
                  <a:cubicBezTo>
                    <a:pt x="67795" y="245697"/>
                    <a:pt x="66112" y="255302"/>
                    <a:pt x="63660" y="263477"/>
                  </a:cubicBezTo>
                  <a:cubicBezTo>
                    <a:pt x="61907" y="269320"/>
                    <a:pt x="58876" y="274822"/>
                    <a:pt x="57873" y="280839"/>
                  </a:cubicBezTo>
                  <a:cubicBezTo>
                    <a:pt x="56908" y="286626"/>
                    <a:pt x="56402" y="292509"/>
                    <a:pt x="54979" y="298201"/>
                  </a:cubicBezTo>
                  <a:cubicBezTo>
                    <a:pt x="53499" y="304119"/>
                    <a:pt x="51121" y="309776"/>
                    <a:pt x="49192" y="315563"/>
                  </a:cubicBezTo>
                  <a:lnTo>
                    <a:pt x="43405" y="332925"/>
                  </a:lnTo>
                  <a:cubicBezTo>
                    <a:pt x="42440" y="335819"/>
                    <a:pt x="41109" y="338615"/>
                    <a:pt x="40511" y="341606"/>
                  </a:cubicBezTo>
                  <a:cubicBezTo>
                    <a:pt x="38582" y="351251"/>
                    <a:pt x="37835" y="361211"/>
                    <a:pt x="34724" y="370542"/>
                  </a:cubicBezTo>
                  <a:cubicBezTo>
                    <a:pt x="27572" y="391996"/>
                    <a:pt x="31664" y="382447"/>
                    <a:pt x="23149" y="399479"/>
                  </a:cubicBezTo>
                  <a:cubicBezTo>
                    <a:pt x="22184" y="412018"/>
                    <a:pt x="21815" y="424618"/>
                    <a:pt x="20255" y="437097"/>
                  </a:cubicBezTo>
                  <a:cubicBezTo>
                    <a:pt x="18917" y="447798"/>
                    <a:pt x="15219" y="458169"/>
                    <a:pt x="14468" y="468927"/>
                  </a:cubicBezTo>
                  <a:cubicBezTo>
                    <a:pt x="12319" y="499733"/>
                    <a:pt x="13155" y="530684"/>
                    <a:pt x="11574" y="561525"/>
                  </a:cubicBezTo>
                  <a:cubicBezTo>
                    <a:pt x="9557" y="600855"/>
                    <a:pt x="10253" y="568129"/>
                    <a:pt x="5787" y="590461"/>
                  </a:cubicBezTo>
                  <a:cubicBezTo>
                    <a:pt x="3486" y="601968"/>
                    <a:pt x="0" y="625186"/>
                    <a:pt x="0" y="625186"/>
                  </a:cubicBezTo>
                  <a:cubicBezTo>
                    <a:pt x="964" y="654123"/>
                    <a:pt x="489" y="683143"/>
                    <a:pt x="2893" y="711996"/>
                  </a:cubicBezTo>
                  <a:cubicBezTo>
                    <a:pt x="3400" y="718075"/>
                    <a:pt x="8681" y="729358"/>
                    <a:pt x="8681" y="729358"/>
                  </a:cubicBezTo>
                  <a:cubicBezTo>
                    <a:pt x="9645" y="738039"/>
                    <a:pt x="10138" y="746785"/>
                    <a:pt x="11574" y="755401"/>
                  </a:cubicBezTo>
                  <a:cubicBezTo>
                    <a:pt x="12075" y="758410"/>
                    <a:pt x="13728" y="761123"/>
                    <a:pt x="14468" y="764082"/>
                  </a:cubicBezTo>
                  <a:cubicBezTo>
                    <a:pt x="15661" y="768853"/>
                    <a:pt x="16068" y="773805"/>
                    <a:pt x="17362" y="778550"/>
                  </a:cubicBezTo>
                  <a:cubicBezTo>
                    <a:pt x="18967" y="784435"/>
                    <a:pt x="23149" y="795912"/>
                    <a:pt x="23149" y="795912"/>
                  </a:cubicBezTo>
                  <a:cubicBezTo>
                    <a:pt x="23851" y="801527"/>
                    <a:pt x="27608" y="832678"/>
                    <a:pt x="28936" y="839317"/>
                  </a:cubicBezTo>
                  <a:cubicBezTo>
                    <a:pt x="29534" y="842308"/>
                    <a:pt x="30865" y="845104"/>
                    <a:pt x="31830" y="847998"/>
                  </a:cubicBezTo>
                  <a:cubicBezTo>
                    <a:pt x="32795" y="872112"/>
                    <a:pt x="33307" y="896248"/>
                    <a:pt x="34724" y="920340"/>
                  </a:cubicBezTo>
                  <a:cubicBezTo>
                    <a:pt x="35237" y="929059"/>
                    <a:pt x="37055" y="937667"/>
                    <a:pt x="37617" y="946383"/>
                  </a:cubicBezTo>
                  <a:cubicBezTo>
                    <a:pt x="38985" y="967581"/>
                    <a:pt x="38817" y="988869"/>
                    <a:pt x="40511" y="1010044"/>
                  </a:cubicBezTo>
                  <a:cubicBezTo>
                    <a:pt x="41321" y="1020169"/>
                    <a:pt x="45780" y="1019839"/>
                    <a:pt x="52086" y="1027406"/>
                  </a:cubicBezTo>
                  <a:cubicBezTo>
                    <a:pt x="54312" y="1030078"/>
                    <a:pt x="56461" y="1032909"/>
                    <a:pt x="57873" y="1036087"/>
                  </a:cubicBezTo>
                  <a:cubicBezTo>
                    <a:pt x="60350" y="1041662"/>
                    <a:pt x="60276" y="1048373"/>
                    <a:pt x="63660" y="1053449"/>
                  </a:cubicBezTo>
                  <a:cubicBezTo>
                    <a:pt x="67518" y="1059236"/>
                    <a:pt x="72125" y="1064590"/>
                    <a:pt x="75235" y="1070811"/>
                  </a:cubicBezTo>
                  <a:cubicBezTo>
                    <a:pt x="82242" y="1084826"/>
                    <a:pt x="77972" y="1079336"/>
                    <a:pt x="86810" y="1088173"/>
                  </a:cubicBezTo>
                  <a:cubicBezTo>
                    <a:pt x="87481" y="1092873"/>
                    <a:pt x="89672" y="1113178"/>
                    <a:pt x="92597" y="1120003"/>
                  </a:cubicBezTo>
                  <a:cubicBezTo>
                    <a:pt x="93967" y="1123199"/>
                    <a:pt x="96829" y="1125573"/>
                    <a:pt x="98384" y="1128684"/>
                  </a:cubicBezTo>
                  <a:cubicBezTo>
                    <a:pt x="99748" y="1131412"/>
                    <a:pt x="99373" y="1134983"/>
                    <a:pt x="101278" y="1137365"/>
                  </a:cubicBezTo>
                  <a:cubicBezTo>
                    <a:pt x="103451" y="1140081"/>
                    <a:pt x="107243" y="1140980"/>
                    <a:pt x="109959" y="1143153"/>
                  </a:cubicBezTo>
                  <a:cubicBezTo>
                    <a:pt x="114447" y="1146743"/>
                    <a:pt x="119026" y="1152604"/>
                    <a:pt x="121534" y="1157621"/>
                  </a:cubicBezTo>
                  <a:cubicBezTo>
                    <a:pt x="127279" y="1169111"/>
                    <a:pt x="120740" y="1164323"/>
                    <a:pt x="130215" y="1174983"/>
                  </a:cubicBezTo>
                  <a:cubicBezTo>
                    <a:pt x="135652" y="1181100"/>
                    <a:pt x="141790" y="1186558"/>
                    <a:pt x="147577" y="1192345"/>
                  </a:cubicBezTo>
                  <a:cubicBezTo>
                    <a:pt x="150471" y="1195239"/>
                    <a:pt x="153988" y="1197621"/>
                    <a:pt x="156258" y="1201026"/>
                  </a:cubicBezTo>
                  <a:cubicBezTo>
                    <a:pt x="160557" y="1207476"/>
                    <a:pt x="161940" y="1210780"/>
                    <a:pt x="167833" y="1215494"/>
                  </a:cubicBezTo>
                  <a:cubicBezTo>
                    <a:pt x="170549" y="1217667"/>
                    <a:pt x="173915" y="1218971"/>
                    <a:pt x="176514" y="1221282"/>
                  </a:cubicBezTo>
                  <a:cubicBezTo>
                    <a:pt x="182631" y="1226720"/>
                    <a:pt x="186556" y="1234984"/>
                    <a:pt x="193876" y="1238644"/>
                  </a:cubicBezTo>
                  <a:cubicBezTo>
                    <a:pt x="197734" y="1240573"/>
                    <a:pt x="201861" y="1242038"/>
                    <a:pt x="205450" y="1244431"/>
                  </a:cubicBezTo>
                  <a:cubicBezTo>
                    <a:pt x="207720" y="1245944"/>
                    <a:pt x="208899" y="1248814"/>
                    <a:pt x="211238" y="1250218"/>
                  </a:cubicBezTo>
                  <a:cubicBezTo>
                    <a:pt x="213854" y="1251787"/>
                    <a:pt x="217191" y="1251748"/>
                    <a:pt x="219919" y="1253112"/>
                  </a:cubicBezTo>
                  <a:cubicBezTo>
                    <a:pt x="254680" y="1270492"/>
                    <a:pt x="207462" y="1248532"/>
                    <a:pt x="234387" y="1264687"/>
                  </a:cubicBezTo>
                  <a:cubicBezTo>
                    <a:pt x="240131" y="1268134"/>
                    <a:pt x="256416" y="1269582"/>
                    <a:pt x="260430" y="1270474"/>
                  </a:cubicBezTo>
                  <a:cubicBezTo>
                    <a:pt x="263408" y="1271136"/>
                    <a:pt x="266110" y="1272822"/>
                    <a:pt x="269111" y="1273368"/>
                  </a:cubicBezTo>
                  <a:cubicBezTo>
                    <a:pt x="276762" y="1274759"/>
                    <a:pt x="284544" y="1275297"/>
                    <a:pt x="292260" y="1276261"/>
                  </a:cubicBezTo>
                  <a:cubicBezTo>
                    <a:pt x="296118" y="1277226"/>
                    <a:pt x="299858" y="1279155"/>
                    <a:pt x="303835" y="1279155"/>
                  </a:cubicBezTo>
                  <a:cubicBezTo>
                    <a:pt x="310656" y="1279155"/>
                    <a:pt x="318416" y="1280044"/>
                    <a:pt x="324091" y="1276261"/>
                  </a:cubicBezTo>
                  <a:cubicBezTo>
                    <a:pt x="326629" y="1274569"/>
                    <a:pt x="323103" y="1269962"/>
                    <a:pt x="321197" y="1267580"/>
                  </a:cubicBezTo>
                  <a:cubicBezTo>
                    <a:pt x="319024" y="1264864"/>
                    <a:pt x="315627" y="1263348"/>
                    <a:pt x="312516" y="1261793"/>
                  </a:cubicBezTo>
                  <a:cubicBezTo>
                    <a:pt x="309788" y="1260429"/>
                    <a:pt x="306501" y="1260380"/>
                    <a:pt x="303835" y="1258899"/>
                  </a:cubicBezTo>
                  <a:cubicBezTo>
                    <a:pt x="297755" y="1255521"/>
                    <a:pt x="292260" y="1251183"/>
                    <a:pt x="286473" y="1247325"/>
                  </a:cubicBezTo>
                  <a:cubicBezTo>
                    <a:pt x="283579" y="1245396"/>
                    <a:pt x="281091" y="1242637"/>
                    <a:pt x="277792" y="1241537"/>
                  </a:cubicBezTo>
                  <a:lnTo>
                    <a:pt x="269111" y="1238644"/>
                  </a:lnTo>
                  <a:cubicBezTo>
                    <a:pt x="263727" y="1233259"/>
                    <a:pt x="261946" y="1230720"/>
                    <a:pt x="254643" y="1227069"/>
                  </a:cubicBezTo>
                  <a:cubicBezTo>
                    <a:pt x="251915" y="1225705"/>
                    <a:pt x="248856" y="1225140"/>
                    <a:pt x="245962" y="1224175"/>
                  </a:cubicBezTo>
                  <a:cubicBezTo>
                    <a:pt x="241139" y="1219352"/>
                    <a:pt x="235276" y="1215382"/>
                    <a:pt x="231493" y="1209707"/>
                  </a:cubicBezTo>
                  <a:cubicBezTo>
                    <a:pt x="220373" y="1193026"/>
                    <a:pt x="229999" y="1209116"/>
                    <a:pt x="222812" y="1192345"/>
                  </a:cubicBezTo>
                  <a:cubicBezTo>
                    <a:pt x="216202" y="1176921"/>
                    <a:pt x="218007" y="1185655"/>
                    <a:pt x="214131" y="1172089"/>
                  </a:cubicBezTo>
                  <a:cubicBezTo>
                    <a:pt x="213039" y="1168265"/>
                    <a:pt x="212381" y="1164324"/>
                    <a:pt x="211238" y="1160515"/>
                  </a:cubicBezTo>
                  <a:cubicBezTo>
                    <a:pt x="209485" y="1154672"/>
                    <a:pt x="205450" y="1143153"/>
                    <a:pt x="205450" y="1143153"/>
                  </a:cubicBezTo>
                  <a:cubicBezTo>
                    <a:pt x="204003" y="1134471"/>
                    <a:pt x="201866" y="1116075"/>
                    <a:pt x="196769" y="1108429"/>
                  </a:cubicBezTo>
                  <a:cubicBezTo>
                    <a:pt x="194840" y="1105535"/>
                    <a:pt x="192537" y="1102859"/>
                    <a:pt x="190982" y="1099748"/>
                  </a:cubicBezTo>
                  <a:cubicBezTo>
                    <a:pt x="189618" y="1097020"/>
                    <a:pt x="188828" y="1094026"/>
                    <a:pt x="188088" y="1091067"/>
                  </a:cubicBezTo>
                  <a:cubicBezTo>
                    <a:pt x="186895" y="1086295"/>
                    <a:pt x="185195" y="1071680"/>
                    <a:pt x="185195" y="1076598"/>
                  </a:cubicBezTo>
                  <a:cubicBezTo>
                    <a:pt x="185195" y="1114703"/>
                    <a:pt x="188258" y="1079998"/>
                    <a:pt x="199663" y="1114216"/>
                  </a:cubicBezTo>
                  <a:cubicBezTo>
                    <a:pt x="201592" y="1120003"/>
                    <a:pt x="201136" y="1127265"/>
                    <a:pt x="205450" y="1131578"/>
                  </a:cubicBezTo>
                  <a:cubicBezTo>
                    <a:pt x="213697" y="1139824"/>
                    <a:pt x="209725" y="1135095"/>
                    <a:pt x="217025" y="1146046"/>
                  </a:cubicBezTo>
                  <a:cubicBezTo>
                    <a:pt x="217990" y="1149904"/>
                    <a:pt x="218352" y="1153965"/>
                    <a:pt x="219919" y="1157621"/>
                  </a:cubicBezTo>
                  <a:cubicBezTo>
                    <a:pt x="221330" y="1160913"/>
                    <a:pt x="233398" y="1176559"/>
                    <a:pt x="234387" y="1177877"/>
                  </a:cubicBezTo>
                  <a:cubicBezTo>
                    <a:pt x="235352" y="1180771"/>
                    <a:pt x="235800" y="1183892"/>
                    <a:pt x="237281" y="1186558"/>
                  </a:cubicBezTo>
                  <a:cubicBezTo>
                    <a:pt x="240659" y="1192638"/>
                    <a:pt x="246655" y="1197322"/>
                    <a:pt x="248855" y="1203920"/>
                  </a:cubicBezTo>
                  <a:cubicBezTo>
                    <a:pt x="249820" y="1206814"/>
                    <a:pt x="249843" y="1210219"/>
                    <a:pt x="251749" y="1212601"/>
                  </a:cubicBezTo>
                  <a:cubicBezTo>
                    <a:pt x="253922" y="1215317"/>
                    <a:pt x="257536" y="1216459"/>
                    <a:pt x="260430" y="1218388"/>
                  </a:cubicBezTo>
                  <a:cubicBezTo>
                    <a:pt x="262359" y="1224175"/>
                    <a:pt x="261903" y="1231437"/>
                    <a:pt x="266217" y="1235750"/>
                  </a:cubicBezTo>
                  <a:cubicBezTo>
                    <a:pt x="271040" y="1240573"/>
                    <a:pt x="284469" y="1255893"/>
                    <a:pt x="280686" y="1250218"/>
                  </a:cubicBezTo>
                  <a:cubicBezTo>
                    <a:pt x="276828" y="1244431"/>
                    <a:pt x="271310" y="1239455"/>
                    <a:pt x="269111" y="1232856"/>
                  </a:cubicBezTo>
                  <a:cubicBezTo>
                    <a:pt x="262461" y="1212906"/>
                    <a:pt x="267638" y="1219807"/>
                    <a:pt x="257536" y="1209707"/>
                  </a:cubicBezTo>
                  <a:cubicBezTo>
                    <a:pt x="256572" y="1206813"/>
                    <a:pt x="256416" y="1203508"/>
                    <a:pt x="254643" y="1201026"/>
                  </a:cubicBezTo>
                  <a:cubicBezTo>
                    <a:pt x="242774" y="1184408"/>
                    <a:pt x="244715" y="1195638"/>
                    <a:pt x="237281" y="1180770"/>
                  </a:cubicBezTo>
                  <a:cubicBezTo>
                    <a:pt x="229567" y="1165342"/>
                    <a:pt x="240638" y="1178571"/>
                    <a:pt x="228600" y="1160515"/>
                  </a:cubicBezTo>
                  <a:cubicBezTo>
                    <a:pt x="227086" y="1158245"/>
                    <a:pt x="224741" y="1156656"/>
                    <a:pt x="222812" y="1154727"/>
                  </a:cubicBezTo>
                  <a:cubicBezTo>
                    <a:pt x="217720" y="1139447"/>
                    <a:pt x="221611" y="1148585"/>
                    <a:pt x="208344" y="1128684"/>
                  </a:cubicBezTo>
                  <a:cubicBezTo>
                    <a:pt x="206415" y="1125790"/>
                    <a:pt x="205016" y="1122462"/>
                    <a:pt x="202557" y="1120003"/>
                  </a:cubicBezTo>
                  <a:cubicBezTo>
                    <a:pt x="200628" y="1118074"/>
                    <a:pt x="198406" y="1116399"/>
                    <a:pt x="196769" y="1114216"/>
                  </a:cubicBezTo>
                  <a:cubicBezTo>
                    <a:pt x="192596" y="1108652"/>
                    <a:pt x="187395" y="1103452"/>
                    <a:pt x="185195" y="1096854"/>
                  </a:cubicBezTo>
                  <a:cubicBezTo>
                    <a:pt x="184230" y="1093960"/>
                    <a:pt x="183993" y="1090711"/>
                    <a:pt x="182301" y="1088173"/>
                  </a:cubicBezTo>
                  <a:cubicBezTo>
                    <a:pt x="180031" y="1084768"/>
                    <a:pt x="176514" y="1082386"/>
                    <a:pt x="173620" y="1079492"/>
                  </a:cubicBezTo>
                  <a:cubicBezTo>
                    <a:pt x="166733" y="1058831"/>
                    <a:pt x="171217" y="1067206"/>
                    <a:pt x="162045" y="1053449"/>
                  </a:cubicBezTo>
                  <a:cubicBezTo>
                    <a:pt x="161081" y="1049591"/>
                    <a:pt x="160719" y="1045529"/>
                    <a:pt x="159152" y="1041874"/>
                  </a:cubicBezTo>
                  <a:cubicBezTo>
                    <a:pt x="157782" y="1038677"/>
                    <a:pt x="153906" y="1036628"/>
                    <a:pt x="153364" y="1033193"/>
                  </a:cubicBezTo>
                  <a:cubicBezTo>
                    <a:pt x="150952" y="1017919"/>
                    <a:pt x="151937" y="1002287"/>
                    <a:pt x="150471" y="986894"/>
                  </a:cubicBezTo>
                  <a:cubicBezTo>
                    <a:pt x="149090" y="972390"/>
                    <a:pt x="147823" y="975259"/>
                    <a:pt x="144683" y="963745"/>
                  </a:cubicBezTo>
                  <a:cubicBezTo>
                    <a:pt x="142590" y="956071"/>
                    <a:pt x="140825" y="948312"/>
                    <a:pt x="138896" y="940596"/>
                  </a:cubicBezTo>
                  <a:cubicBezTo>
                    <a:pt x="137430" y="934731"/>
                    <a:pt x="135597" y="926145"/>
                    <a:pt x="133109" y="920340"/>
                  </a:cubicBezTo>
                  <a:cubicBezTo>
                    <a:pt x="131410" y="916375"/>
                    <a:pt x="128923" y="912770"/>
                    <a:pt x="127321" y="908765"/>
                  </a:cubicBezTo>
                  <a:cubicBezTo>
                    <a:pt x="125055" y="903101"/>
                    <a:pt x="123463" y="897190"/>
                    <a:pt x="121534" y="891403"/>
                  </a:cubicBezTo>
                  <a:lnTo>
                    <a:pt x="118640" y="882722"/>
                  </a:lnTo>
                  <a:cubicBezTo>
                    <a:pt x="117676" y="874041"/>
                    <a:pt x="117075" y="865312"/>
                    <a:pt x="115747" y="856679"/>
                  </a:cubicBezTo>
                  <a:cubicBezTo>
                    <a:pt x="115142" y="852748"/>
                    <a:pt x="113458" y="849035"/>
                    <a:pt x="112853" y="845104"/>
                  </a:cubicBezTo>
                  <a:cubicBezTo>
                    <a:pt x="110216" y="827967"/>
                    <a:pt x="108259" y="796950"/>
                    <a:pt x="107066" y="781444"/>
                  </a:cubicBezTo>
                  <a:cubicBezTo>
                    <a:pt x="108030" y="749614"/>
                    <a:pt x="108193" y="717749"/>
                    <a:pt x="109959" y="685953"/>
                  </a:cubicBezTo>
                  <a:cubicBezTo>
                    <a:pt x="110128" y="682907"/>
                    <a:pt x="112450" y="680295"/>
                    <a:pt x="112853" y="677272"/>
                  </a:cubicBezTo>
                  <a:cubicBezTo>
                    <a:pt x="116261" y="651712"/>
                    <a:pt x="114395" y="642749"/>
                    <a:pt x="118640" y="619398"/>
                  </a:cubicBezTo>
                  <a:cubicBezTo>
                    <a:pt x="119186" y="616397"/>
                    <a:pt x="120569" y="613611"/>
                    <a:pt x="121534" y="610717"/>
                  </a:cubicBezTo>
                  <a:cubicBezTo>
                    <a:pt x="117352" y="527089"/>
                    <a:pt x="116760" y="543984"/>
                    <a:pt x="121534" y="434203"/>
                  </a:cubicBezTo>
                  <a:cubicBezTo>
                    <a:pt x="121748" y="429289"/>
                    <a:pt x="123463" y="424558"/>
                    <a:pt x="124428" y="419735"/>
                  </a:cubicBezTo>
                  <a:cubicBezTo>
                    <a:pt x="125392" y="408160"/>
                    <a:pt x="125880" y="396536"/>
                    <a:pt x="127321" y="385011"/>
                  </a:cubicBezTo>
                  <a:cubicBezTo>
                    <a:pt x="128195" y="378017"/>
                    <a:pt x="134325" y="361105"/>
                    <a:pt x="136002" y="356074"/>
                  </a:cubicBezTo>
                  <a:cubicBezTo>
                    <a:pt x="135038" y="344499"/>
                    <a:pt x="133109" y="332965"/>
                    <a:pt x="133109" y="321350"/>
                  </a:cubicBezTo>
                  <a:cubicBezTo>
                    <a:pt x="133109" y="315483"/>
                    <a:pt x="134953" y="309760"/>
                    <a:pt x="136002" y="303988"/>
                  </a:cubicBezTo>
                  <a:cubicBezTo>
                    <a:pt x="137816" y="294013"/>
                    <a:pt x="140165" y="281193"/>
                    <a:pt x="144683" y="272158"/>
                  </a:cubicBezTo>
                  <a:cubicBezTo>
                    <a:pt x="146612" y="268300"/>
                    <a:pt x="148772" y="264548"/>
                    <a:pt x="150471" y="260583"/>
                  </a:cubicBezTo>
                  <a:cubicBezTo>
                    <a:pt x="151672" y="257779"/>
                    <a:pt x="151851" y="254550"/>
                    <a:pt x="153364" y="251902"/>
                  </a:cubicBezTo>
                  <a:cubicBezTo>
                    <a:pt x="155757" y="247715"/>
                    <a:pt x="159242" y="244251"/>
                    <a:pt x="162045" y="240327"/>
                  </a:cubicBezTo>
                  <a:cubicBezTo>
                    <a:pt x="164067" y="237497"/>
                    <a:pt x="166107" y="234666"/>
                    <a:pt x="167833" y="231646"/>
                  </a:cubicBezTo>
                  <a:cubicBezTo>
                    <a:pt x="169973" y="227901"/>
                    <a:pt x="171227" y="223661"/>
                    <a:pt x="173620" y="220072"/>
                  </a:cubicBezTo>
                  <a:cubicBezTo>
                    <a:pt x="175133" y="217802"/>
                    <a:pt x="177703" y="216414"/>
                    <a:pt x="179407" y="214284"/>
                  </a:cubicBezTo>
                  <a:cubicBezTo>
                    <a:pt x="181580" y="211568"/>
                    <a:pt x="183266" y="208497"/>
                    <a:pt x="185195" y="205603"/>
                  </a:cubicBezTo>
                  <a:cubicBezTo>
                    <a:pt x="186159" y="202709"/>
                    <a:pt x="187250" y="199855"/>
                    <a:pt x="188088" y="196922"/>
                  </a:cubicBezTo>
                  <a:cubicBezTo>
                    <a:pt x="189180" y="193098"/>
                    <a:pt x="189009" y="188801"/>
                    <a:pt x="190982" y="185348"/>
                  </a:cubicBezTo>
                  <a:cubicBezTo>
                    <a:pt x="193012" y="181795"/>
                    <a:pt x="196769" y="179561"/>
                    <a:pt x="199663" y="176667"/>
                  </a:cubicBezTo>
                  <a:cubicBezTo>
                    <a:pt x="207861" y="152075"/>
                    <a:pt x="196428" y="182059"/>
                    <a:pt x="208344" y="162198"/>
                  </a:cubicBezTo>
                  <a:cubicBezTo>
                    <a:pt x="209913" y="159582"/>
                    <a:pt x="209874" y="156245"/>
                    <a:pt x="211238" y="153517"/>
                  </a:cubicBezTo>
                  <a:cubicBezTo>
                    <a:pt x="212793" y="150406"/>
                    <a:pt x="215360" y="147889"/>
                    <a:pt x="217025" y="144836"/>
                  </a:cubicBezTo>
                  <a:cubicBezTo>
                    <a:pt x="236720" y="108729"/>
                    <a:pt x="221168" y="132835"/>
                    <a:pt x="234387" y="113006"/>
                  </a:cubicBezTo>
                  <a:cubicBezTo>
                    <a:pt x="235313" y="109304"/>
                    <a:pt x="238101" y="96897"/>
                    <a:pt x="240174" y="92750"/>
                  </a:cubicBezTo>
                  <a:cubicBezTo>
                    <a:pt x="241729" y="89639"/>
                    <a:pt x="244033" y="86963"/>
                    <a:pt x="245962" y="84069"/>
                  </a:cubicBezTo>
                  <a:cubicBezTo>
                    <a:pt x="254267" y="50842"/>
                    <a:pt x="242654" y="91787"/>
                    <a:pt x="254643" y="63813"/>
                  </a:cubicBezTo>
                  <a:cubicBezTo>
                    <a:pt x="256210" y="60158"/>
                    <a:pt x="255758" y="55796"/>
                    <a:pt x="257536" y="52239"/>
                  </a:cubicBezTo>
                  <a:cubicBezTo>
                    <a:pt x="260647" y="46018"/>
                    <a:pt x="265253" y="40664"/>
                    <a:pt x="269111" y="34877"/>
                  </a:cubicBezTo>
                  <a:cubicBezTo>
                    <a:pt x="271040" y="31983"/>
                    <a:pt x="272439" y="28655"/>
                    <a:pt x="274898" y="26196"/>
                  </a:cubicBezTo>
                  <a:cubicBezTo>
                    <a:pt x="276827" y="24267"/>
                    <a:pt x="278555" y="22112"/>
                    <a:pt x="280686" y="20408"/>
                  </a:cubicBezTo>
                  <a:cubicBezTo>
                    <a:pt x="286375" y="15857"/>
                    <a:pt x="290918" y="13153"/>
                    <a:pt x="298048" y="11727"/>
                  </a:cubicBezTo>
                  <a:cubicBezTo>
                    <a:pt x="299940" y="11349"/>
                    <a:pt x="274416" y="1118"/>
                    <a:pt x="266217" y="153"/>
                  </a:cubicBezTo>
                  <a:close/>
                </a:path>
              </a:pathLst>
            </a:custGeom>
            <a:solidFill>
              <a:schemeClr val="accent4">
                <a:lumMod val="20000"/>
                <a:lumOff val="8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8152292-9BC2-4992-908F-0F3D5C53EC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3889" y="2752053"/>
              <a:ext cx="11158" cy="58930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A28FC33C-D320-44BF-AB6B-6DCA9A7AC8A3}"/>
                </a:ext>
              </a:extLst>
            </p:cNvPr>
            <p:cNvCxnSpPr>
              <a:cxnSpLocks/>
            </p:cNvCxnSpPr>
            <p:nvPr/>
          </p:nvCxnSpPr>
          <p:spPr>
            <a:xfrm>
              <a:off x="7003751" y="2451431"/>
              <a:ext cx="9570" cy="624834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60" name="对象 59">
              <a:extLst>
                <a:ext uri="{FF2B5EF4-FFF2-40B4-BE49-F238E27FC236}">
                  <a16:creationId xmlns:a16="http://schemas.microsoft.com/office/drawing/2014/main" id="{F4DFCC06-3A3B-4ABE-89FC-5058C6F0EB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9259209"/>
                </p:ext>
              </p:extLst>
            </p:nvPr>
          </p:nvGraphicFramePr>
          <p:xfrm>
            <a:off x="6922916" y="308088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70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922916" y="308088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" name="对象 60">
              <a:extLst>
                <a:ext uri="{FF2B5EF4-FFF2-40B4-BE49-F238E27FC236}">
                  <a16:creationId xmlns:a16="http://schemas.microsoft.com/office/drawing/2014/main" id="{22FCEB13-40EF-4C17-9F2C-F90D81F51D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4695323"/>
                </p:ext>
              </p:extLst>
            </p:nvPr>
          </p:nvGraphicFramePr>
          <p:xfrm>
            <a:off x="5572721" y="312778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71" name="Equation" r:id="rId11" imgW="177480" imgH="190440" progId="Equation.DSMT4">
                    <p:embed/>
                  </p:oleObj>
                </mc:Choice>
                <mc:Fallback>
                  <p:oleObj name="Equation" r:id="rId11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572721" y="312778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对象 61">
              <a:extLst>
                <a:ext uri="{FF2B5EF4-FFF2-40B4-BE49-F238E27FC236}">
                  <a16:creationId xmlns:a16="http://schemas.microsoft.com/office/drawing/2014/main" id="{D80B02DA-F5F2-4DCA-83D4-62D3FA6DF5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89351009"/>
                </p:ext>
              </p:extLst>
            </p:nvPr>
          </p:nvGraphicFramePr>
          <p:xfrm>
            <a:off x="7959435" y="3040236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72" name="Equation" r:id="rId13" imgW="164880" imgH="253800" progId="Equation.DSMT4">
                    <p:embed/>
                  </p:oleObj>
                </mc:Choice>
                <mc:Fallback>
                  <p:oleObj name="Equation" r:id="rId13" imgW="164880" imgH="253800" progId="Equation.DSMT4">
                    <p:embed/>
                    <p:pic>
                      <p:nvPicPr>
                        <p:cNvPr id="61" name="对象 60">
                          <a:extLst>
                            <a:ext uri="{FF2B5EF4-FFF2-40B4-BE49-F238E27FC236}">
                              <a16:creationId xmlns:a16="http://schemas.microsoft.com/office/drawing/2014/main" id="{22FCEB13-40EF-4C17-9F2C-F90D81F51DE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959435" y="3040236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3" name="对象 62">
              <a:extLst>
                <a:ext uri="{FF2B5EF4-FFF2-40B4-BE49-F238E27FC236}">
                  <a16:creationId xmlns:a16="http://schemas.microsoft.com/office/drawing/2014/main" id="{8BE67008-23D7-4A1D-80F0-A235DF0F40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5611807"/>
                </p:ext>
              </p:extLst>
            </p:nvPr>
          </p:nvGraphicFramePr>
          <p:xfrm>
            <a:off x="6459366" y="2006461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273" name="Equation" r:id="rId15" imgW="927000" imgH="304560" progId="Equation.DSMT4">
                    <p:embed/>
                  </p:oleObj>
                </mc:Choice>
                <mc:Fallback>
                  <p:oleObj name="Equation" r:id="rId15" imgW="92700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459366" y="2006461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Rectangle 11">
            <a:extLst>
              <a:ext uri="{FF2B5EF4-FFF2-40B4-BE49-F238E27FC236}">
                <a16:creationId xmlns:a16="http://schemas.microsoft.com/office/drawing/2014/main" id="{5EA3F176-A3BB-4143-8EA2-DF739A2555E6}"/>
              </a:ext>
            </a:extLst>
          </p:cNvPr>
          <p:cNvSpPr txBox="1">
            <a:spLocks noChangeArrowheads="1"/>
          </p:cNvSpPr>
          <p:nvPr/>
        </p:nvSpPr>
        <p:spPr>
          <a:xfrm>
            <a:off x="774700" y="123478"/>
            <a:ext cx="5867400" cy="6858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四、旋转体的侧面积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延展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66" name="Text Box 12">
            <a:extLst>
              <a:ext uri="{FF2B5EF4-FFF2-40B4-BE49-F238E27FC236}">
                <a16:creationId xmlns:a16="http://schemas.microsoft.com/office/drawing/2014/main" id="{FB35688C-8F68-4530-B674-121D52F04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507" y="759185"/>
            <a:ext cx="3048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设平面光滑曲线</a:t>
            </a:r>
          </a:p>
        </p:txBody>
      </p:sp>
      <p:graphicFrame>
        <p:nvGraphicFramePr>
          <p:cNvPr id="67" name="Object 13">
            <a:extLst>
              <a:ext uri="{FF2B5EF4-FFF2-40B4-BE49-F238E27FC236}">
                <a16:creationId xmlns:a16="http://schemas.microsoft.com/office/drawing/2014/main" id="{07264916-7314-4CB8-B7EE-CF6860AE5E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622663"/>
              </p:ext>
            </p:extLst>
          </p:nvPr>
        </p:nvGraphicFramePr>
        <p:xfrm>
          <a:off x="3239376" y="756664"/>
          <a:ext cx="24066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74" name="Equation" r:id="rId17" imgW="2400120" imgH="406080" progId="Equation.DSMT4">
                  <p:embed/>
                </p:oleObj>
              </mc:Choice>
              <mc:Fallback>
                <p:oleObj name="Equation" r:id="rId17" imgW="2400120" imgH="406080" progId="Equation.DSMT4">
                  <p:embed/>
                  <p:pic>
                    <p:nvPicPr>
                      <p:cNvPr id="207885" name="Object 13">
                        <a:extLst>
                          <a:ext uri="{FF2B5EF4-FFF2-40B4-BE49-F238E27FC236}">
                            <a16:creationId xmlns:a16="http://schemas.microsoft.com/office/drawing/2014/main" id="{40E46D38-ECFF-419A-BCA8-3B93285946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9376" y="756664"/>
                        <a:ext cx="2406650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Text Box 14">
            <a:extLst>
              <a:ext uri="{FF2B5EF4-FFF2-40B4-BE49-F238E27FC236}">
                <a16:creationId xmlns:a16="http://schemas.microsoft.com/office/drawing/2014/main" id="{2F0388E1-312C-4243-8E29-CCCEF7254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8414" y="705636"/>
            <a:ext cx="685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69" name="Object 19">
            <a:extLst>
              <a:ext uri="{FF2B5EF4-FFF2-40B4-BE49-F238E27FC236}">
                <a16:creationId xmlns:a16="http://schemas.microsoft.com/office/drawing/2014/main" id="{02698CD3-29A0-4138-B9D2-8019DDD915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010702"/>
              </p:ext>
            </p:extLst>
          </p:nvPr>
        </p:nvGraphicFramePr>
        <p:xfrm>
          <a:off x="5815331" y="780369"/>
          <a:ext cx="15176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75" name="Equation" r:id="rId19" imgW="1511280" imgH="368280" progId="Equation.DSMT4">
                  <p:embed/>
                </p:oleObj>
              </mc:Choice>
              <mc:Fallback>
                <p:oleObj name="Equation" r:id="rId19" imgW="1511280" imgH="368280" progId="Equation.DSMT4">
                  <p:embed/>
                  <p:pic>
                    <p:nvPicPr>
                      <p:cNvPr id="207891" name="Object 19">
                        <a:extLst>
                          <a:ext uri="{FF2B5EF4-FFF2-40B4-BE49-F238E27FC236}">
                            <a16:creationId xmlns:a16="http://schemas.microsoft.com/office/drawing/2014/main" id="{96B752AD-D5CF-45C6-ADC2-72AC32FFD7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5331" y="780369"/>
                        <a:ext cx="15176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Text Box 20">
            <a:extLst>
              <a:ext uri="{FF2B5EF4-FFF2-40B4-BE49-F238E27FC236}">
                <a16:creationId xmlns:a16="http://schemas.microsoft.com/office/drawing/2014/main" id="{876D8B3F-0181-48D1-98C9-87D6A8121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02" y="1242849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它绕 </a:t>
            </a:r>
            <a:r>
              <a:rPr lang="en-US" altLang="zh-CN" sz="2400" i="1" dirty="0"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i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轴旋转一周所得到的旋转曲面的侧面积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72" name="Text Box 21">
            <a:extLst>
              <a:ext uri="{FF2B5EF4-FFF2-40B4-BE49-F238E27FC236}">
                <a16:creationId xmlns:a16="http://schemas.microsoft.com/office/drawing/2014/main" id="{C49C9ACB-53D0-4F5D-86F5-1D424420E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40" y="1767205"/>
            <a:ext cx="259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取</a:t>
            </a: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侧面积元素</a:t>
            </a:r>
            <a:r>
              <a:rPr lang="en-US" altLang="zh-CN" sz="2400" b="1" dirty="0">
                <a:latin typeface="+mj-ea"/>
                <a:ea typeface="+mj-ea"/>
              </a:rPr>
              <a:t>:</a:t>
            </a:r>
          </a:p>
        </p:txBody>
      </p:sp>
      <p:graphicFrame>
        <p:nvGraphicFramePr>
          <p:cNvPr id="75" name="Object 16">
            <a:extLst>
              <a:ext uri="{FF2B5EF4-FFF2-40B4-BE49-F238E27FC236}">
                <a16:creationId xmlns:a16="http://schemas.microsoft.com/office/drawing/2014/main" id="{A99FF841-25DB-471D-A754-8105D0BCAE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047847"/>
              </p:ext>
            </p:extLst>
          </p:nvPr>
        </p:nvGraphicFramePr>
        <p:xfrm>
          <a:off x="309665" y="2412651"/>
          <a:ext cx="1566863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76" name="Equation" r:id="rId21" imgW="1562040" imgH="342720" progId="Equation.DSMT4">
                  <p:embed/>
                </p:oleObj>
              </mc:Choice>
              <mc:Fallback>
                <p:oleObj name="Equation" r:id="rId21" imgW="1562040" imgH="342720" progId="Equation.DSMT4">
                  <p:embed/>
                  <p:pic>
                    <p:nvPicPr>
                      <p:cNvPr id="207888" name="Object 16">
                        <a:extLst>
                          <a:ext uri="{FF2B5EF4-FFF2-40B4-BE49-F238E27FC236}">
                            <a16:creationId xmlns:a16="http://schemas.microsoft.com/office/drawing/2014/main" id="{56CA1BCA-7CC3-4124-A039-FF8FB5327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665" y="2412651"/>
                        <a:ext cx="1566863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22">
            <a:extLst>
              <a:ext uri="{FF2B5EF4-FFF2-40B4-BE49-F238E27FC236}">
                <a16:creationId xmlns:a16="http://schemas.microsoft.com/office/drawing/2014/main" id="{25A6BAAD-9FE2-40E3-B56A-FD2EF9A8E2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782799"/>
              </p:ext>
            </p:extLst>
          </p:nvPr>
        </p:nvGraphicFramePr>
        <p:xfrm>
          <a:off x="1902980" y="2412301"/>
          <a:ext cx="121443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77" name="Equation" r:id="rId23" imgW="1206360" imgH="342720" progId="Equation.DSMT4">
                  <p:embed/>
                </p:oleObj>
              </mc:Choice>
              <mc:Fallback>
                <p:oleObj name="Equation" r:id="rId23" imgW="1206360" imgH="342720" progId="Equation.DSMT4">
                  <p:embed/>
                  <p:pic>
                    <p:nvPicPr>
                      <p:cNvPr id="207894" name="Object 22">
                        <a:extLst>
                          <a:ext uri="{FF2B5EF4-FFF2-40B4-BE49-F238E27FC236}">
                            <a16:creationId xmlns:a16="http://schemas.microsoft.com/office/drawing/2014/main" id="{E9EAF376-2A03-4718-ABDA-76E61497ED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980" y="2412301"/>
                        <a:ext cx="121443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23">
            <a:extLst>
              <a:ext uri="{FF2B5EF4-FFF2-40B4-BE49-F238E27FC236}">
                <a16:creationId xmlns:a16="http://schemas.microsoft.com/office/drawing/2014/main" id="{704425B4-0AD4-4223-B132-19172EA29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00027"/>
              </p:ext>
            </p:extLst>
          </p:nvPr>
        </p:nvGraphicFramePr>
        <p:xfrm>
          <a:off x="3051452" y="2367394"/>
          <a:ext cx="187325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78" name="Equation" r:id="rId25" imgW="1866600" imgH="495000" progId="Equation.DSMT4">
                  <p:embed/>
                </p:oleObj>
              </mc:Choice>
              <mc:Fallback>
                <p:oleObj name="Equation" r:id="rId25" imgW="1866600" imgH="495000" progId="Equation.DSMT4">
                  <p:embed/>
                  <p:pic>
                    <p:nvPicPr>
                      <p:cNvPr id="207895" name="Object 23">
                        <a:extLst>
                          <a:ext uri="{FF2B5EF4-FFF2-40B4-BE49-F238E27FC236}">
                            <a16:creationId xmlns:a16="http://schemas.microsoft.com/office/drawing/2014/main" id="{2FF3B02C-695A-421F-893B-F4B8109061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452" y="2367394"/>
                        <a:ext cx="187325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17">
            <a:extLst>
              <a:ext uri="{FF2B5EF4-FFF2-40B4-BE49-F238E27FC236}">
                <a16:creationId xmlns:a16="http://schemas.microsoft.com/office/drawing/2014/main" id="{3A9B85F2-2757-4FD5-A68A-CDA982979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326" y="2881812"/>
            <a:ext cx="434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积分后得旋转体的侧面积</a:t>
            </a:r>
          </a:p>
        </p:txBody>
      </p:sp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59FCABD9-C988-404B-B401-93E6BF76CE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110373"/>
              </p:ext>
            </p:extLst>
          </p:nvPr>
        </p:nvGraphicFramePr>
        <p:xfrm>
          <a:off x="542407" y="3578768"/>
          <a:ext cx="3632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79" name="Equation" r:id="rId27" imgW="3632040" imgH="634680" progId="Equation.DSMT4">
                  <p:embed/>
                </p:oleObj>
              </mc:Choice>
              <mc:Fallback>
                <p:oleObj name="Equation" r:id="rId27" imgW="363204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42407" y="3578768"/>
                        <a:ext cx="3632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08137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680818A-6C74-4B98-B079-6F8D3511874C}"/>
              </a:ext>
            </a:extLst>
          </p:cNvPr>
          <p:cNvGrpSpPr/>
          <p:nvPr/>
        </p:nvGrpSpPr>
        <p:grpSpPr>
          <a:xfrm>
            <a:off x="5478269" y="553802"/>
            <a:ext cx="3443723" cy="1717971"/>
            <a:chOff x="5140726" y="2006461"/>
            <a:chExt cx="3443723" cy="1717971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B16A5D8B-E7BF-473E-89D6-D6F6D6FD335E}"/>
                </a:ext>
              </a:extLst>
            </p:cNvPr>
            <p:cNvGrpSpPr/>
            <p:nvPr/>
          </p:nvGrpSpPr>
          <p:grpSpPr>
            <a:xfrm>
              <a:off x="5628638" y="2418299"/>
              <a:ext cx="2448272" cy="1306133"/>
              <a:chOff x="2123728" y="1994263"/>
              <a:chExt cx="2448272" cy="1306133"/>
            </a:xfrm>
          </p:grpSpPr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9B1E3337-3C25-4D59-8230-20D3195E84A1}"/>
                  </a:ext>
                </a:extLst>
              </p:cNvPr>
              <p:cNvSpPr/>
              <p:nvPr/>
            </p:nvSpPr>
            <p:spPr>
              <a:xfrm>
                <a:off x="2123728" y="1995686"/>
                <a:ext cx="2448272" cy="1296144"/>
              </a:xfrm>
              <a:prstGeom prst="ellipse">
                <a:avLst/>
              </a:prstGeom>
              <a:gradFill>
                <a:gsLst>
                  <a:gs pos="40000">
                    <a:schemeClr val="accent1">
                      <a:lumMod val="60000"/>
                      <a:lumOff val="4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EC184AD3-F95C-4A5E-92BE-1017742893D8}"/>
                  </a:ext>
                </a:extLst>
              </p:cNvPr>
              <p:cNvSpPr/>
              <p:nvPr/>
            </p:nvSpPr>
            <p:spPr>
              <a:xfrm>
                <a:off x="4283968" y="2355850"/>
                <a:ext cx="288032" cy="611944"/>
              </a:xfrm>
              <a:prstGeom prst="ellipse">
                <a:avLst/>
              </a:prstGeom>
              <a:gradFill>
                <a:gsLst>
                  <a:gs pos="40000">
                    <a:schemeClr val="tx1">
                      <a:lumMod val="75000"/>
                      <a:lumOff val="25000"/>
                      <a:alpha val="6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E73F8EF2-3251-4ECF-888D-DE292E248F20}"/>
                  </a:ext>
                </a:extLst>
              </p:cNvPr>
              <p:cNvSpPr/>
              <p:nvPr/>
            </p:nvSpPr>
            <p:spPr>
              <a:xfrm>
                <a:off x="2123728" y="2319721"/>
                <a:ext cx="288032" cy="648073"/>
              </a:xfrm>
              <a:prstGeom prst="ellipse">
                <a:avLst/>
              </a:prstGeom>
              <a:gradFill>
                <a:gsLst>
                  <a:gs pos="40000">
                    <a:schemeClr val="tx1">
                      <a:lumMod val="75000"/>
                      <a:lumOff val="25000"/>
                      <a:alpha val="71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2" name="Group 88">
                <a:extLst>
                  <a:ext uri="{FF2B5EF4-FFF2-40B4-BE49-F238E27FC236}">
                    <a16:creationId xmlns:a16="http://schemas.microsoft.com/office/drawing/2014/main" id="{6019AE80-BA8E-479F-B58C-57AE1F091C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10984" y="1995687"/>
                <a:ext cx="574675" cy="1304709"/>
                <a:chOff x="4235" y="1060"/>
                <a:chExt cx="362" cy="914"/>
              </a:xfrm>
            </p:grpSpPr>
            <p:sp>
              <p:nvSpPr>
                <p:cNvPr id="26" name="Arc 89">
                  <a:extLst>
                    <a:ext uri="{FF2B5EF4-FFF2-40B4-BE49-F238E27FC236}">
                      <a16:creationId xmlns:a16="http://schemas.microsoft.com/office/drawing/2014/main" id="{F7BC7C00-33AC-4804-B1AF-C9D32FC09C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5" y="1067"/>
                  <a:ext cx="181" cy="907"/>
                </a:xfrm>
                <a:custGeom>
                  <a:avLst/>
                  <a:gdLst>
                    <a:gd name="T0" fmla="*/ 174 w 21600"/>
                    <a:gd name="T1" fmla="*/ 907 h 43179"/>
                    <a:gd name="T2" fmla="*/ 177 w 21600"/>
                    <a:gd name="T3" fmla="*/ 0 h 43179"/>
                    <a:gd name="T4" fmla="*/ 181 w 21600"/>
                    <a:gd name="T5" fmla="*/ 454 h 4317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3179" fill="none" extrusionOk="0">
                      <a:moveTo>
                        <a:pt x="20769" y="43179"/>
                      </a:moveTo>
                      <a:cubicBezTo>
                        <a:pt x="9172" y="42733"/>
                        <a:pt x="0" y="33201"/>
                        <a:pt x="0" y="21595"/>
                      </a:cubicBez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43179" stroke="0" extrusionOk="0">
                      <a:moveTo>
                        <a:pt x="20769" y="43179"/>
                      </a:moveTo>
                      <a:cubicBezTo>
                        <a:pt x="9172" y="42733"/>
                        <a:pt x="0" y="33201"/>
                        <a:pt x="0" y="21595"/>
                      </a:cubicBez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20769" y="43179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7" name="Arc 90">
                  <a:extLst>
                    <a:ext uri="{FF2B5EF4-FFF2-40B4-BE49-F238E27FC236}">
                      <a16:creationId xmlns:a16="http://schemas.microsoft.com/office/drawing/2014/main" id="{C60F2175-AC21-43D5-B3C4-2B97CAA75B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4386" y="1060"/>
                  <a:ext cx="211" cy="907"/>
                </a:xfrm>
                <a:custGeom>
                  <a:avLst/>
                  <a:gdLst>
                    <a:gd name="T0" fmla="*/ 174 w 25187"/>
                    <a:gd name="T1" fmla="*/ 907 h 43184"/>
                    <a:gd name="T2" fmla="*/ 211 w 25187"/>
                    <a:gd name="T3" fmla="*/ 6 h 43184"/>
                    <a:gd name="T4" fmla="*/ 181 w 25187"/>
                    <a:gd name="T5" fmla="*/ 454 h 4318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5187" h="43184" fill="none" extrusionOk="0">
                      <a:moveTo>
                        <a:pt x="20769" y="43184"/>
                      </a:moveTo>
                      <a:cubicBezTo>
                        <a:pt x="9172" y="42738"/>
                        <a:pt x="0" y="3320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01" y="0"/>
                        <a:pt x="24001" y="100"/>
                        <a:pt x="25187" y="299"/>
                      </a:cubicBezTo>
                    </a:path>
                    <a:path w="25187" h="43184" stroke="0" extrusionOk="0">
                      <a:moveTo>
                        <a:pt x="20769" y="43184"/>
                      </a:moveTo>
                      <a:cubicBezTo>
                        <a:pt x="9172" y="42738"/>
                        <a:pt x="0" y="3320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01" y="0"/>
                        <a:pt x="24001" y="100"/>
                        <a:pt x="25187" y="299"/>
                      </a:cubicBezTo>
                      <a:lnTo>
                        <a:pt x="21600" y="21600"/>
                      </a:lnTo>
                      <a:lnTo>
                        <a:pt x="20769" y="4318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88">
                <a:extLst>
                  <a:ext uri="{FF2B5EF4-FFF2-40B4-BE49-F238E27FC236}">
                    <a16:creationId xmlns:a16="http://schemas.microsoft.com/office/drawing/2014/main" id="{9C0CDC7F-8FAF-46A1-8C56-76BE299C0C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30840" y="1994263"/>
                <a:ext cx="574675" cy="1294718"/>
                <a:chOff x="4235" y="1060"/>
                <a:chExt cx="362" cy="908"/>
              </a:xfrm>
            </p:grpSpPr>
            <p:sp>
              <p:nvSpPr>
                <p:cNvPr id="24" name="Arc 90">
                  <a:extLst>
                    <a:ext uri="{FF2B5EF4-FFF2-40B4-BE49-F238E27FC236}">
                      <a16:creationId xmlns:a16="http://schemas.microsoft.com/office/drawing/2014/main" id="{197CC3B5-4606-40B2-9710-AAE5CFAC89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10800000">
                  <a:off x="4386" y="1060"/>
                  <a:ext cx="211" cy="907"/>
                </a:xfrm>
                <a:custGeom>
                  <a:avLst/>
                  <a:gdLst>
                    <a:gd name="T0" fmla="*/ 174 w 25187"/>
                    <a:gd name="T1" fmla="*/ 907 h 43184"/>
                    <a:gd name="T2" fmla="*/ 211 w 25187"/>
                    <a:gd name="T3" fmla="*/ 6 h 43184"/>
                    <a:gd name="T4" fmla="*/ 181 w 25187"/>
                    <a:gd name="T5" fmla="*/ 454 h 4318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5187" h="43184" fill="none" extrusionOk="0">
                      <a:moveTo>
                        <a:pt x="20769" y="43184"/>
                      </a:moveTo>
                      <a:cubicBezTo>
                        <a:pt x="9172" y="42738"/>
                        <a:pt x="0" y="3320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01" y="0"/>
                        <a:pt x="24001" y="100"/>
                        <a:pt x="25187" y="299"/>
                      </a:cubicBezTo>
                    </a:path>
                    <a:path w="25187" h="43184" stroke="0" extrusionOk="0">
                      <a:moveTo>
                        <a:pt x="20769" y="43184"/>
                      </a:moveTo>
                      <a:cubicBezTo>
                        <a:pt x="9172" y="42738"/>
                        <a:pt x="0" y="33206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22801" y="0"/>
                        <a:pt x="24001" y="100"/>
                        <a:pt x="25187" y="299"/>
                      </a:cubicBezTo>
                      <a:lnTo>
                        <a:pt x="21600" y="21600"/>
                      </a:lnTo>
                      <a:lnTo>
                        <a:pt x="20769" y="43184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Arc 89">
                  <a:extLst>
                    <a:ext uri="{FF2B5EF4-FFF2-40B4-BE49-F238E27FC236}">
                      <a16:creationId xmlns:a16="http://schemas.microsoft.com/office/drawing/2014/main" id="{1B86F072-BDA4-4399-8FEA-40725E74D7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235" y="1061"/>
                  <a:ext cx="181" cy="907"/>
                </a:xfrm>
                <a:custGeom>
                  <a:avLst/>
                  <a:gdLst>
                    <a:gd name="T0" fmla="*/ 174 w 21600"/>
                    <a:gd name="T1" fmla="*/ 907 h 43179"/>
                    <a:gd name="T2" fmla="*/ 177 w 21600"/>
                    <a:gd name="T3" fmla="*/ 0 h 43179"/>
                    <a:gd name="T4" fmla="*/ 181 w 21600"/>
                    <a:gd name="T5" fmla="*/ 454 h 4317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43179" fill="none" extrusionOk="0">
                      <a:moveTo>
                        <a:pt x="20769" y="43179"/>
                      </a:moveTo>
                      <a:cubicBezTo>
                        <a:pt x="9172" y="42733"/>
                        <a:pt x="0" y="33201"/>
                        <a:pt x="0" y="21595"/>
                      </a:cubicBezTo>
                      <a:cubicBezTo>
                        <a:pt x="0" y="9841"/>
                        <a:pt x="9398" y="244"/>
                        <a:pt x="21149" y="-1"/>
                      </a:cubicBezTo>
                    </a:path>
                    <a:path w="21600" h="43179" stroke="0" extrusionOk="0">
                      <a:moveTo>
                        <a:pt x="20769" y="43179"/>
                      </a:moveTo>
                      <a:cubicBezTo>
                        <a:pt x="9172" y="42733"/>
                        <a:pt x="0" y="33201"/>
                        <a:pt x="0" y="21595"/>
                      </a:cubicBezTo>
                      <a:cubicBezTo>
                        <a:pt x="0" y="9841"/>
                        <a:pt x="9398" y="244"/>
                        <a:pt x="21149" y="-1"/>
                      </a:cubicBezTo>
                      <a:lnTo>
                        <a:pt x="21600" y="21595"/>
                      </a:lnTo>
                      <a:lnTo>
                        <a:pt x="20769" y="43179"/>
                      </a:lnTo>
                      <a:close/>
                    </a:path>
                  </a:pathLst>
                </a:cu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50D46F76-178B-4411-B5AF-D4FEB5E2DDDF}"/>
                </a:ext>
              </a:extLst>
            </p:cNvPr>
            <p:cNvCxnSpPr>
              <a:cxnSpLocks/>
            </p:cNvCxnSpPr>
            <p:nvPr/>
          </p:nvCxnSpPr>
          <p:spPr>
            <a:xfrm>
              <a:off x="7932894" y="3067794"/>
              <a:ext cx="577179" cy="13089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" name="Line 50">
              <a:extLst>
                <a:ext uri="{FF2B5EF4-FFF2-40B4-BE49-F238E27FC236}">
                  <a16:creationId xmlns:a16="http://schemas.microsoft.com/office/drawing/2014/main" id="{86C30ADC-9F77-4BB1-AED9-8E3715124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2654" y="3067794"/>
              <a:ext cx="21602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28B9941-E94A-4356-B9E2-35D4930AFD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569" y="3067794"/>
              <a:ext cx="530085" cy="84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0A6B0E5-36C2-4577-A327-874D1686D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12614" y="2211717"/>
              <a:ext cx="0" cy="1180113"/>
            </a:xfrm>
            <a:prstGeom prst="line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276C872B-04A5-46E3-8C64-134947A7EF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0755045"/>
                </p:ext>
              </p:extLst>
            </p:nvPr>
          </p:nvGraphicFramePr>
          <p:xfrm>
            <a:off x="8406649" y="3159962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35" name="Equation" r:id="rId3" imgW="177480" imgH="190440" progId="Equation.DSMT4">
                    <p:embed/>
                  </p:oleObj>
                </mc:Choice>
                <mc:Fallback>
                  <p:oleObj name="Equation" r:id="rId3" imgW="177480" imgH="19044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7C5E1760-1566-4CD5-AB82-6363A3D5B4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406649" y="3159962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D9209FA2-CEEF-4DD7-A4F1-F5B80FEBEC5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9895143"/>
                </p:ext>
              </p:extLst>
            </p:nvPr>
          </p:nvGraphicFramePr>
          <p:xfrm>
            <a:off x="5140726" y="2190611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36" name="Equation" r:id="rId5" imgW="190440" imgH="241200" progId="Equation.DSMT4">
                    <p:embed/>
                  </p:oleObj>
                </mc:Choice>
                <mc:Fallback>
                  <p:oleObj name="Equation" r:id="rId5" imgW="190440" imgH="241200" progId="Equation.DSMT4">
                    <p:embed/>
                    <p:pic>
                      <p:nvPicPr>
                        <p:cNvPr id="50" name="对象 49">
                          <a:extLst>
                            <a:ext uri="{FF2B5EF4-FFF2-40B4-BE49-F238E27FC236}">
                              <a16:creationId xmlns:a16="http://schemas.microsoft.com/office/drawing/2014/main" id="{D010E615-450B-4326-811A-50974B4CABD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40726" y="2190611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12CD705-BAD2-413F-8396-3D5208723A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72050166"/>
                </p:ext>
              </p:extLst>
            </p:nvPr>
          </p:nvGraphicFramePr>
          <p:xfrm>
            <a:off x="5144491" y="3109162"/>
            <a:ext cx="2286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37" name="Equation" r:id="rId7" imgW="228600" imgH="241200" progId="Equation.DSMT4">
                    <p:embed/>
                  </p:oleObj>
                </mc:Choice>
                <mc:Fallback>
                  <p:oleObj name="Equation" r:id="rId7" imgW="228600" imgH="241200" progId="Equation.DSMT4">
                    <p:embed/>
                    <p:pic>
                      <p:nvPicPr>
                        <p:cNvPr id="51" name="对象 50">
                          <a:extLst>
                            <a:ext uri="{FF2B5EF4-FFF2-40B4-BE49-F238E27FC236}">
                              <a16:creationId xmlns:a16="http://schemas.microsoft.com/office/drawing/2014/main" id="{D7F5FC20-A090-4336-9821-F7DF1E4F009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44491" y="3109162"/>
                          <a:ext cx="2286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F317BF2-A9CB-4923-8E43-1D1C326FEC02}"/>
                </a:ext>
              </a:extLst>
            </p:cNvPr>
            <p:cNvCxnSpPr>
              <a:cxnSpLocks/>
              <a:endCxn id="20" idx="4"/>
            </p:cNvCxnSpPr>
            <p:nvPr/>
          </p:nvCxnSpPr>
          <p:spPr>
            <a:xfrm flipH="1">
              <a:off x="7932894" y="2802521"/>
              <a:ext cx="11158" cy="58930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926E1E6-162B-4840-AFC9-1F873CEEC7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63889" y="2752053"/>
              <a:ext cx="11158" cy="589309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4C69B916-8F53-4404-8C10-05A5BA7DC996}"/>
                </a:ext>
              </a:extLst>
            </p:cNvPr>
            <p:cNvSpPr/>
            <p:nvPr/>
          </p:nvSpPr>
          <p:spPr>
            <a:xfrm>
              <a:off x="6723748" y="2432347"/>
              <a:ext cx="324977" cy="1279245"/>
            </a:xfrm>
            <a:custGeom>
              <a:avLst/>
              <a:gdLst>
                <a:gd name="connsiteX0" fmla="*/ 266217 w 324977"/>
                <a:gd name="connsiteY0" fmla="*/ 153 h 1279245"/>
                <a:gd name="connsiteX1" fmla="*/ 248855 w 324977"/>
                <a:gd name="connsiteY1" fmla="*/ 5940 h 1279245"/>
                <a:gd name="connsiteX2" fmla="*/ 231493 w 324977"/>
                <a:gd name="connsiteY2" fmla="*/ 20408 h 1279245"/>
                <a:gd name="connsiteX3" fmla="*/ 214131 w 324977"/>
                <a:gd name="connsiteY3" fmla="*/ 26196 h 1279245"/>
                <a:gd name="connsiteX4" fmla="*/ 205450 w 324977"/>
                <a:gd name="connsiteY4" fmla="*/ 29089 h 1279245"/>
                <a:gd name="connsiteX5" fmla="*/ 196769 w 324977"/>
                <a:gd name="connsiteY5" fmla="*/ 34877 h 1279245"/>
                <a:gd name="connsiteX6" fmla="*/ 170726 w 324977"/>
                <a:gd name="connsiteY6" fmla="*/ 46451 h 1279245"/>
                <a:gd name="connsiteX7" fmla="*/ 164939 w 324977"/>
                <a:gd name="connsiteY7" fmla="*/ 52239 h 1279245"/>
                <a:gd name="connsiteX8" fmla="*/ 156258 w 324977"/>
                <a:gd name="connsiteY8" fmla="*/ 69601 h 1279245"/>
                <a:gd name="connsiteX9" fmla="*/ 147577 w 324977"/>
                <a:gd name="connsiteY9" fmla="*/ 81175 h 1279245"/>
                <a:gd name="connsiteX10" fmla="*/ 141790 w 324977"/>
                <a:gd name="connsiteY10" fmla="*/ 89856 h 1279245"/>
                <a:gd name="connsiteX11" fmla="*/ 133109 w 324977"/>
                <a:gd name="connsiteY11" fmla="*/ 92750 h 1279245"/>
                <a:gd name="connsiteX12" fmla="*/ 127321 w 324977"/>
                <a:gd name="connsiteY12" fmla="*/ 98537 h 1279245"/>
                <a:gd name="connsiteX13" fmla="*/ 115747 w 324977"/>
                <a:gd name="connsiteY13" fmla="*/ 113006 h 1279245"/>
                <a:gd name="connsiteX14" fmla="*/ 107066 w 324977"/>
                <a:gd name="connsiteY14" fmla="*/ 130368 h 1279245"/>
                <a:gd name="connsiteX15" fmla="*/ 98384 w 324977"/>
                <a:gd name="connsiteY15" fmla="*/ 144836 h 1279245"/>
                <a:gd name="connsiteX16" fmla="*/ 86810 w 324977"/>
                <a:gd name="connsiteY16" fmla="*/ 185348 h 1279245"/>
                <a:gd name="connsiteX17" fmla="*/ 81022 w 324977"/>
                <a:gd name="connsiteY17" fmla="*/ 194029 h 1279245"/>
                <a:gd name="connsiteX18" fmla="*/ 78129 w 324977"/>
                <a:gd name="connsiteY18" fmla="*/ 211391 h 1279245"/>
                <a:gd name="connsiteX19" fmla="*/ 72341 w 324977"/>
                <a:gd name="connsiteY19" fmla="*/ 228753 h 1279245"/>
                <a:gd name="connsiteX20" fmla="*/ 69448 w 324977"/>
                <a:gd name="connsiteY20" fmla="*/ 237434 h 1279245"/>
                <a:gd name="connsiteX21" fmla="*/ 63660 w 324977"/>
                <a:gd name="connsiteY21" fmla="*/ 263477 h 1279245"/>
                <a:gd name="connsiteX22" fmla="*/ 57873 w 324977"/>
                <a:gd name="connsiteY22" fmla="*/ 280839 h 1279245"/>
                <a:gd name="connsiteX23" fmla="*/ 54979 w 324977"/>
                <a:gd name="connsiteY23" fmla="*/ 298201 h 1279245"/>
                <a:gd name="connsiteX24" fmla="*/ 49192 w 324977"/>
                <a:gd name="connsiteY24" fmla="*/ 315563 h 1279245"/>
                <a:gd name="connsiteX25" fmla="*/ 43405 w 324977"/>
                <a:gd name="connsiteY25" fmla="*/ 332925 h 1279245"/>
                <a:gd name="connsiteX26" fmla="*/ 40511 w 324977"/>
                <a:gd name="connsiteY26" fmla="*/ 341606 h 1279245"/>
                <a:gd name="connsiteX27" fmla="*/ 34724 w 324977"/>
                <a:gd name="connsiteY27" fmla="*/ 370542 h 1279245"/>
                <a:gd name="connsiteX28" fmla="*/ 23149 w 324977"/>
                <a:gd name="connsiteY28" fmla="*/ 399479 h 1279245"/>
                <a:gd name="connsiteX29" fmla="*/ 20255 w 324977"/>
                <a:gd name="connsiteY29" fmla="*/ 437097 h 1279245"/>
                <a:gd name="connsiteX30" fmla="*/ 14468 w 324977"/>
                <a:gd name="connsiteY30" fmla="*/ 468927 h 1279245"/>
                <a:gd name="connsiteX31" fmla="*/ 11574 w 324977"/>
                <a:gd name="connsiteY31" fmla="*/ 561525 h 1279245"/>
                <a:gd name="connsiteX32" fmla="*/ 5787 w 324977"/>
                <a:gd name="connsiteY32" fmla="*/ 590461 h 1279245"/>
                <a:gd name="connsiteX33" fmla="*/ 0 w 324977"/>
                <a:gd name="connsiteY33" fmla="*/ 625186 h 1279245"/>
                <a:gd name="connsiteX34" fmla="*/ 2893 w 324977"/>
                <a:gd name="connsiteY34" fmla="*/ 711996 h 1279245"/>
                <a:gd name="connsiteX35" fmla="*/ 8681 w 324977"/>
                <a:gd name="connsiteY35" fmla="*/ 729358 h 1279245"/>
                <a:gd name="connsiteX36" fmla="*/ 11574 w 324977"/>
                <a:gd name="connsiteY36" fmla="*/ 755401 h 1279245"/>
                <a:gd name="connsiteX37" fmla="*/ 14468 w 324977"/>
                <a:gd name="connsiteY37" fmla="*/ 764082 h 1279245"/>
                <a:gd name="connsiteX38" fmla="*/ 17362 w 324977"/>
                <a:gd name="connsiteY38" fmla="*/ 778550 h 1279245"/>
                <a:gd name="connsiteX39" fmla="*/ 23149 w 324977"/>
                <a:gd name="connsiteY39" fmla="*/ 795912 h 1279245"/>
                <a:gd name="connsiteX40" fmla="*/ 28936 w 324977"/>
                <a:gd name="connsiteY40" fmla="*/ 839317 h 1279245"/>
                <a:gd name="connsiteX41" fmla="*/ 31830 w 324977"/>
                <a:gd name="connsiteY41" fmla="*/ 847998 h 1279245"/>
                <a:gd name="connsiteX42" fmla="*/ 34724 w 324977"/>
                <a:gd name="connsiteY42" fmla="*/ 920340 h 1279245"/>
                <a:gd name="connsiteX43" fmla="*/ 37617 w 324977"/>
                <a:gd name="connsiteY43" fmla="*/ 946383 h 1279245"/>
                <a:gd name="connsiteX44" fmla="*/ 40511 w 324977"/>
                <a:gd name="connsiteY44" fmla="*/ 1010044 h 1279245"/>
                <a:gd name="connsiteX45" fmla="*/ 52086 w 324977"/>
                <a:gd name="connsiteY45" fmla="*/ 1027406 h 1279245"/>
                <a:gd name="connsiteX46" fmla="*/ 57873 w 324977"/>
                <a:gd name="connsiteY46" fmla="*/ 1036087 h 1279245"/>
                <a:gd name="connsiteX47" fmla="*/ 63660 w 324977"/>
                <a:gd name="connsiteY47" fmla="*/ 1053449 h 1279245"/>
                <a:gd name="connsiteX48" fmla="*/ 75235 w 324977"/>
                <a:gd name="connsiteY48" fmla="*/ 1070811 h 1279245"/>
                <a:gd name="connsiteX49" fmla="*/ 86810 w 324977"/>
                <a:gd name="connsiteY49" fmla="*/ 1088173 h 1279245"/>
                <a:gd name="connsiteX50" fmla="*/ 92597 w 324977"/>
                <a:gd name="connsiteY50" fmla="*/ 1120003 h 1279245"/>
                <a:gd name="connsiteX51" fmla="*/ 98384 w 324977"/>
                <a:gd name="connsiteY51" fmla="*/ 1128684 h 1279245"/>
                <a:gd name="connsiteX52" fmla="*/ 101278 w 324977"/>
                <a:gd name="connsiteY52" fmla="*/ 1137365 h 1279245"/>
                <a:gd name="connsiteX53" fmla="*/ 109959 w 324977"/>
                <a:gd name="connsiteY53" fmla="*/ 1143153 h 1279245"/>
                <a:gd name="connsiteX54" fmla="*/ 121534 w 324977"/>
                <a:gd name="connsiteY54" fmla="*/ 1157621 h 1279245"/>
                <a:gd name="connsiteX55" fmla="*/ 130215 w 324977"/>
                <a:gd name="connsiteY55" fmla="*/ 1174983 h 1279245"/>
                <a:gd name="connsiteX56" fmla="*/ 147577 w 324977"/>
                <a:gd name="connsiteY56" fmla="*/ 1192345 h 1279245"/>
                <a:gd name="connsiteX57" fmla="*/ 156258 w 324977"/>
                <a:gd name="connsiteY57" fmla="*/ 1201026 h 1279245"/>
                <a:gd name="connsiteX58" fmla="*/ 167833 w 324977"/>
                <a:gd name="connsiteY58" fmla="*/ 1215494 h 1279245"/>
                <a:gd name="connsiteX59" fmla="*/ 176514 w 324977"/>
                <a:gd name="connsiteY59" fmla="*/ 1221282 h 1279245"/>
                <a:gd name="connsiteX60" fmla="*/ 193876 w 324977"/>
                <a:gd name="connsiteY60" fmla="*/ 1238644 h 1279245"/>
                <a:gd name="connsiteX61" fmla="*/ 205450 w 324977"/>
                <a:gd name="connsiteY61" fmla="*/ 1244431 h 1279245"/>
                <a:gd name="connsiteX62" fmla="*/ 211238 w 324977"/>
                <a:gd name="connsiteY62" fmla="*/ 1250218 h 1279245"/>
                <a:gd name="connsiteX63" fmla="*/ 219919 w 324977"/>
                <a:gd name="connsiteY63" fmla="*/ 1253112 h 1279245"/>
                <a:gd name="connsiteX64" fmla="*/ 234387 w 324977"/>
                <a:gd name="connsiteY64" fmla="*/ 1264687 h 1279245"/>
                <a:gd name="connsiteX65" fmla="*/ 260430 w 324977"/>
                <a:gd name="connsiteY65" fmla="*/ 1270474 h 1279245"/>
                <a:gd name="connsiteX66" fmla="*/ 269111 w 324977"/>
                <a:gd name="connsiteY66" fmla="*/ 1273368 h 1279245"/>
                <a:gd name="connsiteX67" fmla="*/ 292260 w 324977"/>
                <a:gd name="connsiteY67" fmla="*/ 1276261 h 1279245"/>
                <a:gd name="connsiteX68" fmla="*/ 303835 w 324977"/>
                <a:gd name="connsiteY68" fmla="*/ 1279155 h 1279245"/>
                <a:gd name="connsiteX69" fmla="*/ 324091 w 324977"/>
                <a:gd name="connsiteY69" fmla="*/ 1276261 h 1279245"/>
                <a:gd name="connsiteX70" fmla="*/ 321197 w 324977"/>
                <a:gd name="connsiteY70" fmla="*/ 1267580 h 1279245"/>
                <a:gd name="connsiteX71" fmla="*/ 312516 w 324977"/>
                <a:gd name="connsiteY71" fmla="*/ 1261793 h 1279245"/>
                <a:gd name="connsiteX72" fmla="*/ 303835 w 324977"/>
                <a:gd name="connsiteY72" fmla="*/ 1258899 h 1279245"/>
                <a:gd name="connsiteX73" fmla="*/ 286473 w 324977"/>
                <a:gd name="connsiteY73" fmla="*/ 1247325 h 1279245"/>
                <a:gd name="connsiteX74" fmla="*/ 277792 w 324977"/>
                <a:gd name="connsiteY74" fmla="*/ 1241537 h 1279245"/>
                <a:gd name="connsiteX75" fmla="*/ 269111 w 324977"/>
                <a:gd name="connsiteY75" fmla="*/ 1238644 h 1279245"/>
                <a:gd name="connsiteX76" fmla="*/ 254643 w 324977"/>
                <a:gd name="connsiteY76" fmla="*/ 1227069 h 1279245"/>
                <a:gd name="connsiteX77" fmla="*/ 245962 w 324977"/>
                <a:gd name="connsiteY77" fmla="*/ 1224175 h 1279245"/>
                <a:gd name="connsiteX78" fmla="*/ 231493 w 324977"/>
                <a:gd name="connsiteY78" fmla="*/ 1209707 h 1279245"/>
                <a:gd name="connsiteX79" fmla="*/ 222812 w 324977"/>
                <a:gd name="connsiteY79" fmla="*/ 1192345 h 1279245"/>
                <a:gd name="connsiteX80" fmla="*/ 214131 w 324977"/>
                <a:gd name="connsiteY80" fmla="*/ 1172089 h 1279245"/>
                <a:gd name="connsiteX81" fmla="*/ 211238 w 324977"/>
                <a:gd name="connsiteY81" fmla="*/ 1160515 h 1279245"/>
                <a:gd name="connsiteX82" fmla="*/ 205450 w 324977"/>
                <a:gd name="connsiteY82" fmla="*/ 1143153 h 1279245"/>
                <a:gd name="connsiteX83" fmla="*/ 196769 w 324977"/>
                <a:gd name="connsiteY83" fmla="*/ 1108429 h 1279245"/>
                <a:gd name="connsiteX84" fmla="*/ 190982 w 324977"/>
                <a:gd name="connsiteY84" fmla="*/ 1099748 h 1279245"/>
                <a:gd name="connsiteX85" fmla="*/ 188088 w 324977"/>
                <a:gd name="connsiteY85" fmla="*/ 1091067 h 1279245"/>
                <a:gd name="connsiteX86" fmla="*/ 185195 w 324977"/>
                <a:gd name="connsiteY86" fmla="*/ 1076598 h 1279245"/>
                <a:gd name="connsiteX87" fmla="*/ 199663 w 324977"/>
                <a:gd name="connsiteY87" fmla="*/ 1114216 h 1279245"/>
                <a:gd name="connsiteX88" fmla="*/ 205450 w 324977"/>
                <a:gd name="connsiteY88" fmla="*/ 1131578 h 1279245"/>
                <a:gd name="connsiteX89" fmla="*/ 217025 w 324977"/>
                <a:gd name="connsiteY89" fmla="*/ 1146046 h 1279245"/>
                <a:gd name="connsiteX90" fmla="*/ 219919 w 324977"/>
                <a:gd name="connsiteY90" fmla="*/ 1157621 h 1279245"/>
                <a:gd name="connsiteX91" fmla="*/ 234387 w 324977"/>
                <a:gd name="connsiteY91" fmla="*/ 1177877 h 1279245"/>
                <a:gd name="connsiteX92" fmla="*/ 237281 w 324977"/>
                <a:gd name="connsiteY92" fmla="*/ 1186558 h 1279245"/>
                <a:gd name="connsiteX93" fmla="*/ 248855 w 324977"/>
                <a:gd name="connsiteY93" fmla="*/ 1203920 h 1279245"/>
                <a:gd name="connsiteX94" fmla="*/ 251749 w 324977"/>
                <a:gd name="connsiteY94" fmla="*/ 1212601 h 1279245"/>
                <a:gd name="connsiteX95" fmla="*/ 260430 w 324977"/>
                <a:gd name="connsiteY95" fmla="*/ 1218388 h 1279245"/>
                <a:gd name="connsiteX96" fmla="*/ 266217 w 324977"/>
                <a:gd name="connsiteY96" fmla="*/ 1235750 h 1279245"/>
                <a:gd name="connsiteX97" fmla="*/ 280686 w 324977"/>
                <a:gd name="connsiteY97" fmla="*/ 1250218 h 1279245"/>
                <a:gd name="connsiteX98" fmla="*/ 269111 w 324977"/>
                <a:gd name="connsiteY98" fmla="*/ 1232856 h 1279245"/>
                <a:gd name="connsiteX99" fmla="*/ 257536 w 324977"/>
                <a:gd name="connsiteY99" fmla="*/ 1209707 h 1279245"/>
                <a:gd name="connsiteX100" fmla="*/ 254643 w 324977"/>
                <a:gd name="connsiteY100" fmla="*/ 1201026 h 1279245"/>
                <a:gd name="connsiteX101" fmla="*/ 237281 w 324977"/>
                <a:gd name="connsiteY101" fmla="*/ 1180770 h 1279245"/>
                <a:gd name="connsiteX102" fmla="*/ 228600 w 324977"/>
                <a:gd name="connsiteY102" fmla="*/ 1160515 h 1279245"/>
                <a:gd name="connsiteX103" fmla="*/ 222812 w 324977"/>
                <a:gd name="connsiteY103" fmla="*/ 1154727 h 1279245"/>
                <a:gd name="connsiteX104" fmla="*/ 208344 w 324977"/>
                <a:gd name="connsiteY104" fmla="*/ 1128684 h 1279245"/>
                <a:gd name="connsiteX105" fmla="*/ 202557 w 324977"/>
                <a:gd name="connsiteY105" fmla="*/ 1120003 h 1279245"/>
                <a:gd name="connsiteX106" fmla="*/ 196769 w 324977"/>
                <a:gd name="connsiteY106" fmla="*/ 1114216 h 1279245"/>
                <a:gd name="connsiteX107" fmla="*/ 185195 w 324977"/>
                <a:gd name="connsiteY107" fmla="*/ 1096854 h 1279245"/>
                <a:gd name="connsiteX108" fmla="*/ 182301 w 324977"/>
                <a:gd name="connsiteY108" fmla="*/ 1088173 h 1279245"/>
                <a:gd name="connsiteX109" fmla="*/ 173620 w 324977"/>
                <a:gd name="connsiteY109" fmla="*/ 1079492 h 1279245"/>
                <a:gd name="connsiteX110" fmla="*/ 162045 w 324977"/>
                <a:gd name="connsiteY110" fmla="*/ 1053449 h 1279245"/>
                <a:gd name="connsiteX111" fmla="*/ 159152 w 324977"/>
                <a:gd name="connsiteY111" fmla="*/ 1041874 h 1279245"/>
                <a:gd name="connsiteX112" fmla="*/ 153364 w 324977"/>
                <a:gd name="connsiteY112" fmla="*/ 1033193 h 1279245"/>
                <a:gd name="connsiteX113" fmla="*/ 150471 w 324977"/>
                <a:gd name="connsiteY113" fmla="*/ 986894 h 1279245"/>
                <a:gd name="connsiteX114" fmla="*/ 144683 w 324977"/>
                <a:gd name="connsiteY114" fmla="*/ 963745 h 1279245"/>
                <a:gd name="connsiteX115" fmla="*/ 138896 w 324977"/>
                <a:gd name="connsiteY115" fmla="*/ 940596 h 1279245"/>
                <a:gd name="connsiteX116" fmla="*/ 133109 w 324977"/>
                <a:gd name="connsiteY116" fmla="*/ 920340 h 1279245"/>
                <a:gd name="connsiteX117" fmla="*/ 127321 w 324977"/>
                <a:gd name="connsiteY117" fmla="*/ 908765 h 1279245"/>
                <a:gd name="connsiteX118" fmla="*/ 121534 w 324977"/>
                <a:gd name="connsiteY118" fmla="*/ 891403 h 1279245"/>
                <a:gd name="connsiteX119" fmla="*/ 118640 w 324977"/>
                <a:gd name="connsiteY119" fmla="*/ 882722 h 1279245"/>
                <a:gd name="connsiteX120" fmla="*/ 115747 w 324977"/>
                <a:gd name="connsiteY120" fmla="*/ 856679 h 1279245"/>
                <a:gd name="connsiteX121" fmla="*/ 112853 w 324977"/>
                <a:gd name="connsiteY121" fmla="*/ 845104 h 1279245"/>
                <a:gd name="connsiteX122" fmla="*/ 107066 w 324977"/>
                <a:gd name="connsiteY122" fmla="*/ 781444 h 1279245"/>
                <a:gd name="connsiteX123" fmla="*/ 109959 w 324977"/>
                <a:gd name="connsiteY123" fmla="*/ 685953 h 1279245"/>
                <a:gd name="connsiteX124" fmla="*/ 112853 w 324977"/>
                <a:gd name="connsiteY124" fmla="*/ 677272 h 1279245"/>
                <a:gd name="connsiteX125" fmla="*/ 118640 w 324977"/>
                <a:gd name="connsiteY125" fmla="*/ 619398 h 1279245"/>
                <a:gd name="connsiteX126" fmla="*/ 121534 w 324977"/>
                <a:gd name="connsiteY126" fmla="*/ 610717 h 1279245"/>
                <a:gd name="connsiteX127" fmla="*/ 121534 w 324977"/>
                <a:gd name="connsiteY127" fmla="*/ 434203 h 1279245"/>
                <a:gd name="connsiteX128" fmla="*/ 124428 w 324977"/>
                <a:gd name="connsiteY128" fmla="*/ 419735 h 1279245"/>
                <a:gd name="connsiteX129" fmla="*/ 127321 w 324977"/>
                <a:gd name="connsiteY129" fmla="*/ 385011 h 1279245"/>
                <a:gd name="connsiteX130" fmla="*/ 136002 w 324977"/>
                <a:gd name="connsiteY130" fmla="*/ 356074 h 1279245"/>
                <a:gd name="connsiteX131" fmla="*/ 133109 w 324977"/>
                <a:gd name="connsiteY131" fmla="*/ 321350 h 1279245"/>
                <a:gd name="connsiteX132" fmla="*/ 136002 w 324977"/>
                <a:gd name="connsiteY132" fmla="*/ 303988 h 1279245"/>
                <a:gd name="connsiteX133" fmla="*/ 144683 w 324977"/>
                <a:gd name="connsiteY133" fmla="*/ 272158 h 1279245"/>
                <a:gd name="connsiteX134" fmla="*/ 150471 w 324977"/>
                <a:gd name="connsiteY134" fmla="*/ 260583 h 1279245"/>
                <a:gd name="connsiteX135" fmla="*/ 153364 w 324977"/>
                <a:gd name="connsiteY135" fmla="*/ 251902 h 1279245"/>
                <a:gd name="connsiteX136" fmla="*/ 162045 w 324977"/>
                <a:gd name="connsiteY136" fmla="*/ 240327 h 1279245"/>
                <a:gd name="connsiteX137" fmla="*/ 167833 w 324977"/>
                <a:gd name="connsiteY137" fmla="*/ 231646 h 1279245"/>
                <a:gd name="connsiteX138" fmla="*/ 173620 w 324977"/>
                <a:gd name="connsiteY138" fmla="*/ 220072 h 1279245"/>
                <a:gd name="connsiteX139" fmla="*/ 179407 w 324977"/>
                <a:gd name="connsiteY139" fmla="*/ 214284 h 1279245"/>
                <a:gd name="connsiteX140" fmla="*/ 185195 w 324977"/>
                <a:gd name="connsiteY140" fmla="*/ 205603 h 1279245"/>
                <a:gd name="connsiteX141" fmla="*/ 188088 w 324977"/>
                <a:gd name="connsiteY141" fmla="*/ 196922 h 1279245"/>
                <a:gd name="connsiteX142" fmla="*/ 190982 w 324977"/>
                <a:gd name="connsiteY142" fmla="*/ 185348 h 1279245"/>
                <a:gd name="connsiteX143" fmla="*/ 199663 w 324977"/>
                <a:gd name="connsiteY143" fmla="*/ 176667 h 1279245"/>
                <a:gd name="connsiteX144" fmla="*/ 208344 w 324977"/>
                <a:gd name="connsiteY144" fmla="*/ 162198 h 1279245"/>
                <a:gd name="connsiteX145" fmla="*/ 211238 w 324977"/>
                <a:gd name="connsiteY145" fmla="*/ 153517 h 1279245"/>
                <a:gd name="connsiteX146" fmla="*/ 217025 w 324977"/>
                <a:gd name="connsiteY146" fmla="*/ 144836 h 1279245"/>
                <a:gd name="connsiteX147" fmla="*/ 234387 w 324977"/>
                <a:gd name="connsiteY147" fmla="*/ 113006 h 1279245"/>
                <a:gd name="connsiteX148" fmla="*/ 240174 w 324977"/>
                <a:gd name="connsiteY148" fmla="*/ 92750 h 1279245"/>
                <a:gd name="connsiteX149" fmla="*/ 245962 w 324977"/>
                <a:gd name="connsiteY149" fmla="*/ 84069 h 1279245"/>
                <a:gd name="connsiteX150" fmla="*/ 254643 w 324977"/>
                <a:gd name="connsiteY150" fmla="*/ 63813 h 1279245"/>
                <a:gd name="connsiteX151" fmla="*/ 257536 w 324977"/>
                <a:gd name="connsiteY151" fmla="*/ 52239 h 1279245"/>
                <a:gd name="connsiteX152" fmla="*/ 269111 w 324977"/>
                <a:gd name="connsiteY152" fmla="*/ 34877 h 1279245"/>
                <a:gd name="connsiteX153" fmla="*/ 274898 w 324977"/>
                <a:gd name="connsiteY153" fmla="*/ 26196 h 1279245"/>
                <a:gd name="connsiteX154" fmla="*/ 280686 w 324977"/>
                <a:gd name="connsiteY154" fmla="*/ 20408 h 1279245"/>
                <a:gd name="connsiteX155" fmla="*/ 298048 w 324977"/>
                <a:gd name="connsiteY155" fmla="*/ 11727 h 1279245"/>
                <a:gd name="connsiteX156" fmla="*/ 266217 w 324977"/>
                <a:gd name="connsiteY156" fmla="*/ 153 h 127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24977" h="1279245">
                  <a:moveTo>
                    <a:pt x="266217" y="153"/>
                  </a:moveTo>
                  <a:cubicBezTo>
                    <a:pt x="258018" y="-812"/>
                    <a:pt x="254188" y="2977"/>
                    <a:pt x="248855" y="5940"/>
                  </a:cubicBezTo>
                  <a:cubicBezTo>
                    <a:pt x="221587" y="21089"/>
                    <a:pt x="257285" y="8944"/>
                    <a:pt x="231493" y="20408"/>
                  </a:cubicBezTo>
                  <a:cubicBezTo>
                    <a:pt x="225918" y="22886"/>
                    <a:pt x="219918" y="24267"/>
                    <a:pt x="214131" y="26196"/>
                  </a:cubicBezTo>
                  <a:lnTo>
                    <a:pt x="205450" y="29089"/>
                  </a:lnTo>
                  <a:cubicBezTo>
                    <a:pt x="202556" y="31018"/>
                    <a:pt x="199947" y="33464"/>
                    <a:pt x="196769" y="34877"/>
                  </a:cubicBezTo>
                  <a:cubicBezTo>
                    <a:pt x="178704" y="42906"/>
                    <a:pt x="183003" y="36629"/>
                    <a:pt x="170726" y="46451"/>
                  </a:cubicBezTo>
                  <a:cubicBezTo>
                    <a:pt x="168596" y="48155"/>
                    <a:pt x="166643" y="50109"/>
                    <a:pt x="164939" y="52239"/>
                  </a:cubicBezTo>
                  <a:cubicBezTo>
                    <a:pt x="149814" y="71148"/>
                    <a:pt x="166959" y="50876"/>
                    <a:pt x="156258" y="69601"/>
                  </a:cubicBezTo>
                  <a:cubicBezTo>
                    <a:pt x="153865" y="73788"/>
                    <a:pt x="150380" y="77251"/>
                    <a:pt x="147577" y="81175"/>
                  </a:cubicBezTo>
                  <a:cubicBezTo>
                    <a:pt x="145556" y="84005"/>
                    <a:pt x="144506" y="87683"/>
                    <a:pt x="141790" y="89856"/>
                  </a:cubicBezTo>
                  <a:cubicBezTo>
                    <a:pt x="139408" y="91762"/>
                    <a:pt x="136003" y="91785"/>
                    <a:pt x="133109" y="92750"/>
                  </a:cubicBezTo>
                  <a:cubicBezTo>
                    <a:pt x="131180" y="94679"/>
                    <a:pt x="129025" y="96407"/>
                    <a:pt x="127321" y="98537"/>
                  </a:cubicBezTo>
                  <a:cubicBezTo>
                    <a:pt x="112709" y="116801"/>
                    <a:pt x="129729" y="99022"/>
                    <a:pt x="115747" y="113006"/>
                  </a:cubicBezTo>
                  <a:cubicBezTo>
                    <a:pt x="108473" y="134826"/>
                    <a:pt x="118285" y="107930"/>
                    <a:pt x="107066" y="130368"/>
                  </a:cubicBezTo>
                  <a:cubicBezTo>
                    <a:pt x="99554" y="145391"/>
                    <a:pt x="109688" y="133534"/>
                    <a:pt x="98384" y="144836"/>
                  </a:cubicBezTo>
                  <a:cubicBezTo>
                    <a:pt x="97613" y="147921"/>
                    <a:pt x="90131" y="180367"/>
                    <a:pt x="86810" y="185348"/>
                  </a:cubicBezTo>
                  <a:lnTo>
                    <a:pt x="81022" y="194029"/>
                  </a:lnTo>
                  <a:cubicBezTo>
                    <a:pt x="80058" y="199816"/>
                    <a:pt x="79552" y="205699"/>
                    <a:pt x="78129" y="211391"/>
                  </a:cubicBezTo>
                  <a:cubicBezTo>
                    <a:pt x="76649" y="217309"/>
                    <a:pt x="74270" y="222966"/>
                    <a:pt x="72341" y="228753"/>
                  </a:cubicBezTo>
                  <a:cubicBezTo>
                    <a:pt x="71376" y="231647"/>
                    <a:pt x="70046" y="234443"/>
                    <a:pt x="69448" y="237434"/>
                  </a:cubicBezTo>
                  <a:cubicBezTo>
                    <a:pt x="67795" y="245697"/>
                    <a:pt x="66112" y="255302"/>
                    <a:pt x="63660" y="263477"/>
                  </a:cubicBezTo>
                  <a:cubicBezTo>
                    <a:pt x="61907" y="269320"/>
                    <a:pt x="58876" y="274822"/>
                    <a:pt x="57873" y="280839"/>
                  </a:cubicBezTo>
                  <a:cubicBezTo>
                    <a:pt x="56908" y="286626"/>
                    <a:pt x="56402" y="292509"/>
                    <a:pt x="54979" y="298201"/>
                  </a:cubicBezTo>
                  <a:cubicBezTo>
                    <a:pt x="53499" y="304119"/>
                    <a:pt x="51121" y="309776"/>
                    <a:pt x="49192" y="315563"/>
                  </a:cubicBezTo>
                  <a:lnTo>
                    <a:pt x="43405" y="332925"/>
                  </a:lnTo>
                  <a:cubicBezTo>
                    <a:pt x="42440" y="335819"/>
                    <a:pt x="41109" y="338615"/>
                    <a:pt x="40511" y="341606"/>
                  </a:cubicBezTo>
                  <a:cubicBezTo>
                    <a:pt x="38582" y="351251"/>
                    <a:pt x="37835" y="361211"/>
                    <a:pt x="34724" y="370542"/>
                  </a:cubicBezTo>
                  <a:cubicBezTo>
                    <a:pt x="27572" y="391996"/>
                    <a:pt x="31664" y="382447"/>
                    <a:pt x="23149" y="399479"/>
                  </a:cubicBezTo>
                  <a:cubicBezTo>
                    <a:pt x="22184" y="412018"/>
                    <a:pt x="21815" y="424618"/>
                    <a:pt x="20255" y="437097"/>
                  </a:cubicBezTo>
                  <a:cubicBezTo>
                    <a:pt x="18917" y="447798"/>
                    <a:pt x="15219" y="458169"/>
                    <a:pt x="14468" y="468927"/>
                  </a:cubicBezTo>
                  <a:cubicBezTo>
                    <a:pt x="12319" y="499733"/>
                    <a:pt x="13155" y="530684"/>
                    <a:pt x="11574" y="561525"/>
                  </a:cubicBezTo>
                  <a:cubicBezTo>
                    <a:pt x="9557" y="600855"/>
                    <a:pt x="10253" y="568129"/>
                    <a:pt x="5787" y="590461"/>
                  </a:cubicBezTo>
                  <a:cubicBezTo>
                    <a:pt x="3486" y="601968"/>
                    <a:pt x="0" y="625186"/>
                    <a:pt x="0" y="625186"/>
                  </a:cubicBezTo>
                  <a:cubicBezTo>
                    <a:pt x="964" y="654123"/>
                    <a:pt x="489" y="683143"/>
                    <a:pt x="2893" y="711996"/>
                  </a:cubicBezTo>
                  <a:cubicBezTo>
                    <a:pt x="3400" y="718075"/>
                    <a:pt x="8681" y="729358"/>
                    <a:pt x="8681" y="729358"/>
                  </a:cubicBezTo>
                  <a:cubicBezTo>
                    <a:pt x="9645" y="738039"/>
                    <a:pt x="10138" y="746785"/>
                    <a:pt x="11574" y="755401"/>
                  </a:cubicBezTo>
                  <a:cubicBezTo>
                    <a:pt x="12075" y="758410"/>
                    <a:pt x="13728" y="761123"/>
                    <a:pt x="14468" y="764082"/>
                  </a:cubicBezTo>
                  <a:cubicBezTo>
                    <a:pt x="15661" y="768853"/>
                    <a:pt x="16068" y="773805"/>
                    <a:pt x="17362" y="778550"/>
                  </a:cubicBezTo>
                  <a:cubicBezTo>
                    <a:pt x="18967" y="784435"/>
                    <a:pt x="23149" y="795912"/>
                    <a:pt x="23149" y="795912"/>
                  </a:cubicBezTo>
                  <a:cubicBezTo>
                    <a:pt x="23851" y="801527"/>
                    <a:pt x="27608" y="832678"/>
                    <a:pt x="28936" y="839317"/>
                  </a:cubicBezTo>
                  <a:cubicBezTo>
                    <a:pt x="29534" y="842308"/>
                    <a:pt x="30865" y="845104"/>
                    <a:pt x="31830" y="847998"/>
                  </a:cubicBezTo>
                  <a:cubicBezTo>
                    <a:pt x="32795" y="872112"/>
                    <a:pt x="33307" y="896248"/>
                    <a:pt x="34724" y="920340"/>
                  </a:cubicBezTo>
                  <a:cubicBezTo>
                    <a:pt x="35237" y="929059"/>
                    <a:pt x="37055" y="937667"/>
                    <a:pt x="37617" y="946383"/>
                  </a:cubicBezTo>
                  <a:cubicBezTo>
                    <a:pt x="38985" y="967581"/>
                    <a:pt x="38817" y="988869"/>
                    <a:pt x="40511" y="1010044"/>
                  </a:cubicBezTo>
                  <a:cubicBezTo>
                    <a:pt x="41321" y="1020169"/>
                    <a:pt x="45780" y="1019839"/>
                    <a:pt x="52086" y="1027406"/>
                  </a:cubicBezTo>
                  <a:cubicBezTo>
                    <a:pt x="54312" y="1030078"/>
                    <a:pt x="56461" y="1032909"/>
                    <a:pt x="57873" y="1036087"/>
                  </a:cubicBezTo>
                  <a:cubicBezTo>
                    <a:pt x="60350" y="1041662"/>
                    <a:pt x="60276" y="1048373"/>
                    <a:pt x="63660" y="1053449"/>
                  </a:cubicBezTo>
                  <a:cubicBezTo>
                    <a:pt x="67518" y="1059236"/>
                    <a:pt x="72125" y="1064590"/>
                    <a:pt x="75235" y="1070811"/>
                  </a:cubicBezTo>
                  <a:cubicBezTo>
                    <a:pt x="82242" y="1084826"/>
                    <a:pt x="77972" y="1079336"/>
                    <a:pt x="86810" y="1088173"/>
                  </a:cubicBezTo>
                  <a:cubicBezTo>
                    <a:pt x="87481" y="1092873"/>
                    <a:pt x="89672" y="1113178"/>
                    <a:pt x="92597" y="1120003"/>
                  </a:cubicBezTo>
                  <a:cubicBezTo>
                    <a:pt x="93967" y="1123199"/>
                    <a:pt x="96829" y="1125573"/>
                    <a:pt x="98384" y="1128684"/>
                  </a:cubicBezTo>
                  <a:cubicBezTo>
                    <a:pt x="99748" y="1131412"/>
                    <a:pt x="99373" y="1134983"/>
                    <a:pt x="101278" y="1137365"/>
                  </a:cubicBezTo>
                  <a:cubicBezTo>
                    <a:pt x="103451" y="1140081"/>
                    <a:pt x="107243" y="1140980"/>
                    <a:pt x="109959" y="1143153"/>
                  </a:cubicBezTo>
                  <a:cubicBezTo>
                    <a:pt x="114447" y="1146743"/>
                    <a:pt x="119026" y="1152604"/>
                    <a:pt x="121534" y="1157621"/>
                  </a:cubicBezTo>
                  <a:cubicBezTo>
                    <a:pt x="127279" y="1169111"/>
                    <a:pt x="120740" y="1164323"/>
                    <a:pt x="130215" y="1174983"/>
                  </a:cubicBezTo>
                  <a:cubicBezTo>
                    <a:pt x="135652" y="1181100"/>
                    <a:pt x="141790" y="1186558"/>
                    <a:pt x="147577" y="1192345"/>
                  </a:cubicBezTo>
                  <a:cubicBezTo>
                    <a:pt x="150471" y="1195239"/>
                    <a:pt x="153988" y="1197621"/>
                    <a:pt x="156258" y="1201026"/>
                  </a:cubicBezTo>
                  <a:cubicBezTo>
                    <a:pt x="160557" y="1207476"/>
                    <a:pt x="161940" y="1210780"/>
                    <a:pt x="167833" y="1215494"/>
                  </a:cubicBezTo>
                  <a:cubicBezTo>
                    <a:pt x="170549" y="1217667"/>
                    <a:pt x="173915" y="1218971"/>
                    <a:pt x="176514" y="1221282"/>
                  </a:cubicBezTo>
                  <a:cubicBezTo>
                    <a:pt x="182631" y="1226720"/>
                    <a:pt x="186556" y="1234984"/>
                    <a:pt x="193876" y="1238644"/>
                  </a:cubicBezTo>
                  <a:cubicBezTo>
                    <a:pt x="197734" y="1240573"/>
                    <a:pt x="201861" y="1242038"/>
                    <a:pt x="205450" y="1244431"/>
                  </a:cubicBezTo>
                  <a:cubicBezTo>
                    <a:pt x="207720" y="1245944"/>
                    <a:pt x="208899" y="1248814"/>
                    <a:pt x="211238" y="1250218"/>
                  </a:cubicBezTo>
                  <a:cubicBezTo>
                    <a:pt x="213854" y="1251787"/>
                    <a:pt x="217191" y="1251748"/>
                    <a:pt x="219919" y="1253112"/>
                  </a:cubicBezTo>
                  <a:cubicBezTo>
                    <a:pt x="254680" y="1270492"/>
                    <a:pt x="207462" y="1248532"/>
                    <a:pt x="234387" y="1264687"/>
                  </a:cubicBezTo>
                  <a:cubicBezTo>
                    <a:pt x="240131" y="1268134"/>
                    <a:pt x="256416" y="1269582"/>
                    <a:pt x="260430" y="1270474"/>
                  </a:cubicBezTo>
                  <a:cubicBezTo>
                    <a:pt x="263408" y="1271136"/>
                    <a:pt x="266110" y="1272822"/>
                    <a:pt x="269111" y="1273368"/>
                  </a:cubicBezTo>
                  <a:cubicBezTo>
                    <a:pt x="276762" y="1274759"/>
                    <a:pt x="284544" y="1275297"/>
                    <a:pt x="292260" y="1276261"/>
                  </a:cubicBezTo>
                  <a:cubicBezTo>
                    <a:pt x="296118" y="1277226"/>
                    <a:pt x="299858" y="1279155"/>
                    <a:pt x="303835" y="1279155"/>
                  </a:cubicBezTo>
                  <a:cubicBezTo>
                    <a:pt x="310656" y="1279155"/>
                    <a:pt x="318416" y="1280044"/>
                    <a:pt x="324091" y="1276261"/>
                  </a:cubicBezTo>
                  <a:cubicBezTo>
                    <a:pt x="326629" y="1274569"/>
                    <a:pt x="323103" y="1269962"/>
                    <a:pt x="321197" y="1267580"/>
                  </a:cubicBezTo>
                  <a:cubicBezTo>
                    <a:pt x="319024" y="1264864"/>
                    <a:pt x="315627" y="1263348"/>
                    <a:pt x="312516" y="1261793"/>
                  </a:cubicBezTo>
                  <a:cubicBezTo>
                    <a:pt x="309788" y="1260429"/>
                    <a:pt x="306501" y="1260380"/>
                    <a:pt x="303835" y="1258899"/>
                  </a:cubicBezTo>
                  <a:cubicBezTo>
                    <a:pt x="297755" y="1255521"/>
                    <a:pt x="292260" y="1251183"/>
                    <a:pt x="286473" y="1247325"/>
                  </a:cubicBezTo>
                  <a:cubicBezTo>
                    <a:pt x="283579" y="1245396"/>
                    <a:pt x="281091" y="1242637"/>
                    <a:pt x="277792" y="1241537"/>
                  </a:cubicBezTo>
                  <a:lnTo>
                    <a:pt x="269111" y="1238644"/>
                  </a:lnTo>
                  <a:cubicBezTo>
                    <a:pt x="263727" y="1233259"/>
                    <a:pt x="261946" y="1230720"/>
                    <a:pt x="254643" y="1227069"/>
                  </a:cubicBezTo>
                  <a:cubicBezTo>
                    <a:pt x="251915" y="1225705"/>
                    <a:pt x="248856" y="1225140"/>
                    <a:pt x="245962" y="1224175"/>
                  </a:cubicBezTo>
                  <a:cubicBezTo>
                    <a:pt x="241139" y="1219352"/>
                    <a:pt x="235276" y="1215382"/>
                    <a:pt x="231493" y="1209707"/>
                  </a:cubicBezTo>
                  <a:cubicBezTo>
                    <a:pt x="220373" y="1193026"/>
                    <a:pt x="229999" y="1209116"/>
                    <a:pt x="222812" y="1192345"/>
                  </a:cubicBezTo>
                  <a:cubicBezTo>
                    <a:pt x="216202" y="1176921"/>
                    <a:pt x="218007" y="1185655"/>
                    <a:pt x="214131" y="1172089"/>
                  </a:cubicBezTo>
                  <a:cubicBezTo>
                    <a:pt x="213039" y="1168265"/>
                    <a:pt x="212381" y="1164324"/>
                    <a:pt x="211238" y="1160515"/>
                  </a:cubicBezTo>
                  <a:cubicBezTo>
                    <a:pt x="209485" y="1154672"/>
                    <a:pt x="205450" y="1143153"/>
                    <a:pt x="205450" y="1143153"/>
                  </a:cubicBezTo>
                  <a:cubicBezTo>
                    <a:pt x="204003" y="1134471"/>
                    <a:pt x="201866" y="1116075"/>
                    <a:pt x="196769" y="1108429"/>
                  </a:cubicBezTo>
                  <a:cubicBezTo>
                    <a:pt x="194840" y="1105535"/>
                    <a:pt x="192537" y="1102859"/>
                    <a:pt x="190982" y="1099748"/>
                  </a:cubicBezTo>
                  <a:cubicBezTo>
                    <a:pt x="189618" y="1097020"/>
                    <a:pt x="188828" y="1094026"/>
                    <a:pt x="188088" y="1091067"/>
                  </a:cubicBezTo>
                  <a:cubicBezTo>
                    <a:pt x="186895" y="1086295"/>
                    <a:pt x="185195" y="1071680"/>
                    <a:pt x="185195" y="1076598"/>
                  </a:cubicBezTo>
                  <a:cubicBezTo>
                    <a:pt x="185195" y="1114703"/>
                    <a:pt x="188258" y="1079998"/>
                    <a:pt x="199663" y="1114216"/>
                  </a:cubicBezTo>
                  <a:cubicBezTo>
                    <a:pt x="201592" y="1120003"/>
                    <a:pt x="201136" y="1127265"/>
                    <a:pt x="205450" y="1131578"/>
                  </a:cubicBezTo>
                  <a:cubicBezTo>
                    <a:pt x="213697" y="1139824"/>
                    <a:pt x="209725" y="1135095"/>
                    <a:pt x="217025" y="1146046"/>
                  </a:cubicBezTo>
                  <a:cubicBezTo>
                    <a:pt x="217990" y="1149904"/>
                    <a:pt x="218352" y="1153965"/>
                    <a:pt x="219919" y="1157621"/>
                  </a:cubicBezTo>
                  <a:cubicBezTo>
                    <a:pt x="221330" y="1160913"/>
                    <a:pt x="233398" y="1176559"/>
                    <a:pt x="234387" y="1177877"/>
                  </a:cubicBezTo>
                  <a:cubicBezTo>
                    <a:pt x="235352" y="1180771"/>
                    <a:pt x="235800" y="1183892"/>
                    <a:pt x="237281" y="1186558"/>
                  </a:cubicBezTo>
                  <a:cubicBezTo>
                    <a:pt x="240659" y="1192638"/>
                    <a:pt x="246655" y="1197322"/>
                    <a:pt x="248855" y="1203920"/>
                  </a:cubicBezTo>
                  <a:cubicBezTo>
                    <a:pt x="249820" y="1206814"/>
                    <a:pt x="249843" y="1210219"/>
                    <a:pt x="251749" y="1212601"/>
                  </a:cubicBezTo>
                  <a:cubicBezTo>
                    <a:pt x="253922" y="1215317"/>
                    <a:pt x="257536" y="1216459"/>
                    <a:pt x="260430" y="1218388"/>
                  </a:cubicBezTo>
                  <a:cubicBezTo>
                    <a:pt x="262359" y="1224175"/>
                    <a:pt x="261903" y="1231437"/>
                    <a:pt x="266217" y="1235750"/>
                  </a:cubicBezTo>
                  <a:cubicBezTo>
                    <a:pt x="271040" y="1240573"/>
                    <a:pt x="284469" y="1255893"/>
                    <a:pt x="280686" y="1250218"/>
                  </a:cubicBezTo>
                  <a:cubicBezTo>
                    <a:pt x="276828" y="1244431"/>
                    <a:pt x="271310" y="1239455"/>
                    <a:pt x="269111" y="1232856"/>
                  </a:cubicBezTo>
                  <a:cubicBezTo>
                    <a:pt x="262461" y="1212906"/>
                    <a:pt x="267638" y="1219807"/>
                    <a:pt x="257536" y="1209707"/>
                  </a:cubicBezTo>
                  <a:cubicBezTo>
                    <a:pt x="256572" y="1206813"/>
                    <a:pt x="256416" y="1203508"/>
                    <a:pt x="254643" y="1201026"/>
                  </a:cubicBezTo>
                  <a:cubicBezTo>
                    <a:pt x="242774" y="1184408"/>
                    <a:pt x="244715" y="1195638"/>
                    <a:pt x="237281" y="1180770"/>
                  </a:cubicBezTo>
                  <a:cubicBezTo>
                    <a:pt x="229567" y="1165342"/>
                    <a:pt x="240638" y="1178571"/>
                    <a:pt x="228600" y="1160515"/>
                  </a:cubicBezTo>
                  <a:cubicBezTo>
                    <a:pt x="227086" y="1158245"/>
                    <a:pt x="224741" y="1156656"/>
                    <a:pt x="222812" y="1154727"/>
                  </a:cubicBezTo>
                  <a:cubicBezTo>
                    <a:pt x="217720" y="1139447"/>
                    <a:pt x="221611" y="1148585"/>
                    <a:pt x="208344" y="1128684"/>
                  </a:cubicBezTo>
                  <a:cubicBezTo>
                    <a:pt x="206415" y="1125790"/>
                    <a:pt x="205016" y="1122462"/>
                    <a:pt x="202557" y="1120003"/>
                  </a:cubicBezTo>
                  <a:cubicBezTo>
                    <a:pt x="200628" y="1118074"/>
                    <a:pt x="198406" y="1116399"/>
                    <a:pt x="196769" y="1114216"/>
                  </a:cubicBezTo>
                  <a:cubicBezTo>
                    <a:pt x="192596" y="1108652"/>
                    <a:pt x="187395" y="1103452"/>
                    <a:pt x="185195" y="1096854"/>
                  </a:cubicBezTo>
                  <a:cubicBezTo>
                    <a:pt x="184230" y="1093960"/>
                    <a:pt x="183993" y="1090711"/>
                    <a:pt x="182301" y="1088173"/>
                  </a:cubicBezTo>
                  <a:cubicBezTo>
                    <a:pt x="180031" y="1084768"/>
                    <a:pt x="176514" y="1082386"/>
                    <a:pt x="173620" y="1079492"/>
                  </a:cubicBezTo>
                  <a:cubicBezTo>
                    <a:pt x="166733" y="1058831"/>
                    <a:pt x="171217" y="1067206"/>
                    <a:pt x="162045" y="1053449"/>
                  </a:cubicBezTo>
                  <a:cubicBezTo>
                    <a:pt x="161081" y="1049591"/>
                    <a:pt x="160719" y="1045529"/>
                    <a:pt x="159152" y="1041874"/>
                  </a:cubicBezTo>
                  <a:cubicBezTo>
                    <a:pt x="157782" y="1038677"/>
                    <a:pt x="153906" y="1036628"/>
                    <a:pt x="153364" y="1033193"/>
                  </a:cubicBezTo>
                  <a:cubicBezTo>
                    <a:pt x="150952" y="1017919"/>
                    <a:pt x="151937" y="1002287"/>
                    <a:pt x="150471" y="986894"/>
                  </a:cubicBezTo>
                  <a:cubicBezTo>
                    <a:pt x="149090" y="972390"/>
                    <a:pt x="147823" y="975259"/>
                    <a:pt x="144683" y="963745"/>
                  </a:cubicBezTo>
                  <a:cubicBezTo>
                    <a:pt x="142590" y="956071"/>
                    <a:pt x="140825" y="948312"/>
                    <a:pt x="138896" y="940596"/>
                  </a:cubicBezTo>
                  <a:cubicBezTo>
                    <a:pt x="137430" y="934731"/>
                    <a:pt x="135597" y="926145"/>
                    <a:pt x="133109" y="920340"/>
                  </a:cubicBezTo>
                  <a:cubicBezTo>
                    <a:pt x="131410" y="916375"/>
                    <a:pt x="128923" y="912770"/>
                    <a:pt x="127321" y="908765"/>
                  </a:cubicBezTo>
                  <a:cubicBezTo>
                    <a:pt x="125055" y="903101"/>
                    <a:pt x="123463" y="897190"/>
                    <a:pt x="121534" y="891403"/>
                  </a:cubicBezTo>
                  <a:lnTo>
                    <a:pt x="118640" y="882722"/>
                  </a:lnTo>
                  <a:cubicBezTo>
                    <a:pt x="117676" y="874041"/>
                    <a:pt x="117075" y="865312"/>
                    <a:pt x="115747" y="856679"/>
                  </a:cubicBezTo>
                  <a:cubicBezTo>
                    <a:pt x="115142" y="852748"/>
                    <a:pt x="113458" y="849035"/>
                    <a:pt x="112853" y="845104"/>
                  </a:cubicBezTo>
                  <a:cubicBezTo>
                    <a:pt x="110216" y="827967"/>
                    <a:pt x="108259" y="796950"/>
                    <a:pt x="107066" y="781444"/>
                  </a:cubicBezTo>
                  <a:cubicBezTo>
                    <a:pt x="108030" y="749614"/>
                    <a:pt x="108193" y="717749"/>
                    <a:pt x="109959" y="685953"/>
                  </a:cubicBezTo>
                  <a:cubicBezTo>
                    <a:pt x="110128" y="682907"/>
                    <a:pt x="112450" y="680295"/>
                    <a:pt x="112853" y="677272"/>
                  </a:cubicBezTo>
                  <a:cubicBezTo>
                    <a:pt x="116261" y="651712"/>
                    <a:pt x="114395" y="642749"/>
                    <a:pt x="118640" y="619398"/>
                  </a:cubicBezTo>
                  <a:cubicBezTo>
                    <a:pt x="119186" y="616397"/>
                    <a:pt x="120569" y="613611"/>
                    <a:pt x="121534" y="610717"/>
                  </a:cubicBezTo>
                  <a:cubicBezTo>
                    <a:pt x="117352" y="527089"/>
                    <a:pt x="116760" y="543984"/>
                    <a:pt x="121534" y="434203"/>
                  </a:cubicBezTo>
                  <a:cubicBezTo>
                    <a:pt x="121748" y="429289"/>
                    <a:pt x="123463" y="424558"/>
                    <a:pt x="124428" y="419735"/>
                  </a:cubicBezTo>
                  <a:cubicBezTo>
                    <a:pt x="125392" y="408160"/>
                    <a:pt x="125880" y="396536"/>
                    <a:pt x="127321" y="385011"/>
                  </a:cubicBezTo>
                  <a:cubicBezTo>
                    <a:pt x="128195" y="378017"/>
                    <a:pt x="134325" y="361105"/>
                    <a:pt x="136002" y="356074"/>
                  </a:cubicBezTo>
                  <a:cubicBezTo>
                    <a:pt x="135038" y="344499"/>
                    <a:pt x="133109" y="332965"/>
                    <a:pt x="133109" y="321350"/>
                  </a:cubicBezTo>
                  <a:cubicBezTo>
                    <a:pt x="133109" y="315483"/>
                    <a:pt x="134953" y="309760"/>
                    <a:pt x="136002" y="303988"/>
                  </a:cubicBezTo>
                  <a:cubicBezTo>
                    <a:pt x="137816" y="294013"/>
                    <a:pt x="140165" y="281193"/>
                    <a:pt x="144683" y="272158"/>
                  </a:cubicBezTo>
                  <a:cubicBezTo>
                    <a:pt x="146612" y="268300"/>
                    <a:pt x="148772" y="264548"/>
                    <a:pt x="150471" y="260583"/>
                  </a:cubicBezTo>
                  <a:cubicBezTo>
                    <a:pt x="151672" y="257779"/>
                    <a:pt x="151851" y="254550"/>
                    <a:pt x="153364" y="251902"/>
                  </a:cubicBezTo>
                  <a:cubicBezTo>
                    <a:pt x="155757" y="247715"/>
                    <a:pt x="159242" y="244251"/>
                    <a:pt x="162045" y="240327"/>
                  </a:cubicBezTo>
                  <a:cubicBezTo>
                    <a:pt x="164067" y="237497"/>
                    <a:pt x="166107" y="234666"/>
                    <a:pt x="167833" y="231646"/>
                  </a:cubicBezTo>
                  <a:cubicBezTo>
                    <a:pt x="169973" y="227901"/>
                    <a:pt x="171227" y="223661"/>
                    <a:pt x="173620" y="220072"/>
                  </a:cubicBezTo>
                  <a:cubicBezTo>
                    <a:pt x="175133" y="217802"/>
                    <a:pt x="177703" y="216414"/>
                    <a:pt x="179407" y="214284"/>
                  </a:cubicBezTo>
                  <a:cubicBezTo>
                    <a:pt x="181580" y="211568"/>
                    <a:pt x="183266" y="208497"/>
                    <a:pt x="185195" y="205603"/>
                  </a:cubicBezTo>
                  <a:cubicBezTo>
                    <a:pt x="186159" y="202709"/>
                    <a:pt x="187250" y="199855"/>
                    <a:pt x="188088" y="196922"/>
                  </a:cubicBezTo>
                  <a:cubicBezTo>
                    <a:pt x="189180" y="193098"/>
                    <a:pt x="189009" y="188801"/>
                    <a:pt x="190982" y="185348"/>
                  </a:cubicBezTo>
                  <a:cubicBezTo>
                    <a:pt x="193012" y="181795"/>
                    <a:pt x="196769" y="179561"/>
                    <a:pt x="199663" y="176667"/>
                  </a:cubicBezTo>
                  <a:cubicBezTo>
                    <a:pt x="207861" y="152075"/>
                    <a:pt x="196428" y="182059"/>
                    <a:pt x="208344" y="162198"/>
                  </a:cubicBezTo>
                  <a:cubicBezTo>
                    <a:pt x="209913" y="159582"/>
                    <a:pt x="209874" y="156245"/>
                    <a:pt x="211238" y="153517"/>
                  </a:cubicBezTo>
                  <a:cubicBezTo>
                    <a:pt x="212793" y="150406"/>
                    <a:pt x="215360" y="147889"/>
                    <a:pt x="217025" y="144836"/>
                  </a:cubicBezTo>
                  <a:cubicBezTo>
                    <a:pt x="236720" y="108729"/>
                    <a:pt x="221168" y="132835"/>
                    <a:pt x="234387" y="113006"/>
                  </a:cubicBezTo>
                  <a:cubicBezTo>
                    <a:pt x="235313" y="109304"/>
                    <a:pt x="238101" y="96897"/>
                    <a:pt x="240174" y="92750"/>
                  </a:cubicBezTo>
                  <a:cubicBezTo>
                    <a:pt x="241729" y="89639"/>
                    <a:pt x="244033" y="86963"/>
                    <a:pt x="245962" y="84069"/>
                  </a:cubicBezTo>
                  <a:cubicBezTo>
                    <a:pt x="254267" y="50842"/>
                    <a:pt x="242654" y="91787"/>
                    <a:pt x="254643" y="63813"/>
                  </a:cubicBezTo>
                  <a:cubicBezTo>
                    <a:pt x="256210" y="60158"/>
                    <a:pt x="255758" y="55796"/>
                    <a:pt x="257536" y="52239"/>
                  </a:cubicBezTo>
                  <a:cubicBezTo>
                    <a:pt x="260647" y="46018"/>
                    <a:pt x="265253" y="40664"/>
                    <a:pt x="269111" y="34877"/>
                  </a:cubicBezTo>
                  <a:cubicBezTo>
                    <a:pt x="271040" y="31983"/>
                    <a:pt x="272439" y="28655"/>
                    <a:pt x="274898" y="26196"/>
                  </a:cubicBezTo>
                  <a:cubicBezTo>
                    <a:pt x="276827" y="24267"/>
                    <a:pt x="278555" y="22112"/>
                    <a:pt x="280686" y="20408"/>
                  </a:cubicBezTo>
                  <a:cubicBezTo>
                    <a:pt x="286375" y="15857"/>
                    <a:pt x="290918" y="13153"/>
                    <a:pt x="298048" y="11727"/>
                  </a:cubicBezTo>
                  <a:cubicBezTo>
                    <a:pt x="299940" y="11349"/>
                    <a:pt x="274416" y="1118"/>
                    <a:pt x="266217" y="153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13378D22-1B70-4DD2-B04B-A3CE2DADA45E}"/>
                </a:ext>
              </a:extLst>
            </p:cNvPr>
            <p:cNvCxnSpPr>
              <a:cxnSpLocks/>
            </p:cNvCxnSpPr>
            <p:nvPr/>
          </p:nvCxnSpPr>
          <p:spPr>
            <a:xfrm>
              <a:off x="7003751" y="2451431"/>
              <a:ext cx="9570" cy="624834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AA964A81-3E0E-45FC-9F63-F210F243B5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6487433"/>
                </p:ext>
              </p:extLst>
            </p:nvPr>
          </p:nvGraphicFramePr>
          <p:xfrm>
            <a:off x="6922916" y="308088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38" name="Equation" r:id="rId9" imgW="177480" imgH="190440" progId="Equation.DSMT4">
                    <p:embed/>
                  </p:oleObj>
                </mc:Choice>
                <mc:Fallback>
                  <p:oleObj name="Equation" r:id="rId9" imgW="177480" imgH="190440" progId="Equation.DSMT4">
                    <p:embed/>
                    <p:pic>
                      <p:nvPicPr>
                        <p:cNvPr id="60" name="对象 59">
                          <a:extLst>
                            <a:ext uri="{FF2B5EF4-FFF2-40B4-BE49-F238E27FC236}">
                              <a16:creationId xmlns:a16="http://schemas.microsoft.com/office/drawing/2014/main" id="{F4DFCC06-3A3B-4ABE-89FC-5058C6F0EB0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6922916" y="308088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B427BF2-7452-41CC-AB38-0E5AEBF786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3030178"/>
                </p:ext>
              </p:extLst>
            </p:nvPr>
          </p:nvGraphicFramePr>
          <p:xfrm>
            <a:off x="5572721" y="312778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39" name="Equation" r:id="rId11" imgW="177480" imgH="190440" progId="Equation.DSMT4">
                    <p:embed/>
                  </p:oleObj>
                </mc:Choice>
                <mc:Fallback>
                  <p:oleObj name="Equation" r:id="rId11" imgW="177480" imgH="190440" progId="Equation.DSMT4">
                    <p:embed/>
                    <p:pic>
                      <p:nvPicPr>
                        <p:cNvPr id="61" name="对象 60">
                          <a:extLst>
                            <a:ext uri="{FF2B5EF4-FFF2-40B4-BE49-F238E27FC236}">
                              <a16:creationId xmlns:a16="http://schemas.microsoft.com/office/drawing/2014/main" id="{22FCEB13-40EF-4C17-9F2C-F90D81F51DE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572721" y="312778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9A67D942-480C-4BF2-A558-5C807C17AC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668983"/>
                </p:ext>
              </p:extLst>
            </p:nvPr>
          </p:nvGraphicFramePr>
          <p:xfrm>
            <a:off x="7959435" y="3040236"/>
            <a:ext cx="165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40" name="Equation" r:id="rId13" imgW="164880" imgH="253800" progId="Equation.DSMT4">
                    <p:embed/>
                  </p:oleObj>
                </mc:Choice>
                <mc:Fallback>
                  <p:oleObj name="Equation" r:id="rId13" imgW="164880" imgH="253800" progId="Equation.DSMT4">
                    <p:embed/>
                    <p:pic>
                      <p:nvPicPr>
                        <p:cNvPr id="62" name="对象 61">
                          <a:extLst>
                            <a:ext uri="{FF2B5EF4-FFF2-40B4-BE49-F238E27FC236}">
                              <a16:creationId xmlns:a16="http://schemas.microsoft.com/office/drawing/2014/main" id="{D80B02DA-F5F2-4DCA-83D4-62D3FA6DF57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959435" y="3040236"/>
                          <a:ext cx="165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4FA96F3E-5D9A-4886-8029-3B87D2E80C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2491789"/>
                </p:ext>
              </p:extLst>
            </p:nvPr>
          </p:nvGraphicFramePr>
          <p:xfrm>
            <a:off x="6459366" y="2006461"/>
            <a:ext cx="9271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141" name="Equation" r:id="rId15" imgW="927000" imgH="304560" progId="Equation.DSMT4">
                    <p:embed/>
                  </p:oleObj>
                </mc:Choice>
                <mc:Fallback>
                  <p:oleObj name="Equation" r:id="rId15" imgW="927000" imgH="304560" progId="Equation.DSMT4">
                    <p:embed/>
                    <p:pic>
                      <p:nvPicPr>
                        <p:cNvPr id="63" name="对象 62">
                          <a:extLst>
                            <a:ext uri="{FF2B5EF4-FFF2-40B4-BE49-F238E27FC236}">
                              <a16:creationId xmlns:a16="http://schemas.microsoft.com/office/drawing/2014/main" id="{8BE67008-23D7-4A1D-80F0-A235DF0F40F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459366" y="2006461"/>
                          <a:ext cx="9271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6F6E2358-B92A-46EC-9AB4-51CAB8028CD1}"/>
              </a:ext>
            </a:extLst>
          </p:cNvPr>
          <p:cNvGrpSpPr/>
          <p:nvPr/>
        </p:nvGrpSpPr>
        <p:grpSpPr>
          <a:xfrm>
            <a:off x="7091806" y="3147814"/>
            <a:ext cx="737649" cy="1577664"/>
            <a:chOff x="2195736" y="2070949"/>
            <a:chExt cx="737649" cy="1577664"/>
          </a:xfrm>
        </p:grpSpPr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E98304E0-93A7-4B3A-9BB7-9313504323B2}"/>
                </a:ext>
              </a:extLst>
            </p:cNvPr>
            <p:cNvGrpSpPr/>
            <p:nvPr/>
          </p:nvGrpSpPr>
          <p:grpSpPr>
            <a:xfrm>
              <a:off x="2195736" y="2211710"/>
              <a:ext cx="648072" cy="1296144"/>
              <a:chOff x="2987824" y="2211710"/>
              <a:chExt cx="648072" cy="1296144"/>
            </a:xfrm>
          </p:grpSpPr>
          <p:sp>
            <p:nvSpPr>
              <p:cNvPr id="28" name="流程图: 直接访问存储器 27">
                <a:extLst>
                  <a:ext uri="{FF2B5EF4-FFF2-40B4-BE49-F238E27FC236}">
                    <a16:creationId xmlns:a16="http://schemas.microsoft.com/office/drawing/2014/main" id="{CB92BF77-6D07-4746-9525-07AAED496947}"/>
                  </a:ext>
                </a:extLst>
              </p:cNvPr>
              <p:cNvSpPr/>
              <p:nvPr/>
            </p:nvSpPr>
            <p:spPr>
              <a:xfrm>
                <a:off x="2987824" y="2211710"/>
                <a:ext cx="648072" cy="1296144"/>
              </a:xfrm>
              <a:prstGeom prst="flowChartMagneticDrum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7A448E2B-554D-4152-B136-882DFC419AE3}"/>
                  </a:ext>
                </a:extLst>
              </p:cNvPr>
              <p:cNvSpPr/>
              <p:nvPr/>
            </p:nvSpPr>
            <p:spPr>
              <a:xfrm>
                <a:off x="3419872" y="2211710"/>
                <a:ext cx="216024" cy="1296144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1" name="Arc 90">
              <a:extLst>
                <a:ext uri="{FF2B5EF4-FFF2-40B4-BE49-F238E27FC236}">
                  <a16:creationId xmlns:a16="http://schemas.microsoft.com/office/drawing/2014/main" id="{6F7FCBEC-4847-49E2-8A66-45FF3F4B0B4B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305737" y="2216144"/>
              <a:ext cx="95475" cy="1293292"/>
            </a:xfrm>
            <a:custGeom>
              <a:avLst/>
              <a:gdLst>
                <a:gd name="T0" fmla="*/ 174 w 25187"/>
                <a:gd name="T1" fmla="*/ 907 h 43184"/>
                <a:gd name="T2" fmla="*/ 211 w 25187"/>
                <a:gd name="T3" fmla="*/ 6 h 43184"/>
                <a:gd name="T4" fmla="*/ 181 w 25187"/>
                <a:gd name="T5" fmla="*/ 454 h 43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187" h="43184" fill="none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0"/>
                    <a:pt x="24001" y="100"/>
                    <a:pt x="25187" y="299"/>
                  </a:cubicBezTo>
                </a:path>
                <a:path w="25187" h="43184" stroke="0" extrusionOk="0">
                  <a:moveTo>
                    <a:pt x="20769" y="43184"/>
                  </a:moveTo>
                  <a:cubicBezTo>
                    <a:pt x="9172" y="42738"/>
                    <a:pt x="0" y="33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2801" y="0"/>
                    <a:pt x="24001" y="100"/>
                    <a:pt x="25187" y="299"/>
                  </a:cubicBezTo>
                  <a:lnTo>
                    <a:pt x="21600" y="21600"/>
                  </a:lnTo>
                  <a:lnTo>
                    <a:pt x="20769" y="4318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8FCE9826-F050-45DA-AAA8-BE0C97FA61EB}"/>
                </a:ext>
              </a:extLst>
            </p:cNvPr>
            <p:cNvGrpSpPr/>
            <p:nvPr/>
          </p:nvGrpSpPr>
          <p:grpSpPr>
            <a:xfrm>
              <a:off x="2497070" y="2070950"/>
              <a:ext cx="436315" cy="1577663"/>
              <a:chOff x="3386737" y="2098303"/>
              <a:chExt cx="436315" cy="1577663"/>
            </a:xfrm>
          </p:grpSpPr>
          <p:sp>
            <p:nvSpPr>
              <p:cNvPr id="47" name="Arc 90">
                <a:extLst>
                  <a:ext uri="{FF2B5EF4-FFF2-40B4-BE49-F238E27FC236}">
                    <a16:creationId xmlns:a16="http://schemas.microsoft.com/office/drawing/2014/main" id="{54BD3B56-EAF7-45DC-BD7A-DCA468023D63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545271" y="2098303"/>
                <a:ext cx="277781" cy="1577663"/>
              </a:xfrm>
              <a:custGeom>
                <a:avLst/>
                <a:gdLst>
                  <a:gd name="T0" fmla="*/ 174 w 25187"/>
                  <a:gd name="T1" fmla="*/ 907 h 43184"/>
                  <a:gd name="T2" fmla="*/ 211 w 25187"/>
                  <a:gd name="T3" fmla="*/ 6 h 43184"/>
                  <a:gd name="T4" fmla="*/ 181 w 25187"/>
                  <a:gd name="T5" fmla="*/ 454 h 43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187" h="43184" fill="none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0"/>
                      <a:pt x="24001" y="100"/>
                      <a:pt x="25187" y="299"/>
                    </a:cubicBezTo>
                  </a:path>
                  <a:path w="25187" h="43184" stroke="0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0"/>
                      <a:pt x="24001" y="100"/>
                      <a:pt x="25187" y="299"/>
                    </a:cubicBezTo>
                    <a:lnTo>
                      <a:pt x="21600" y="21600"/>
                    </a:lnTo>
                    <a:lnTo>
                      <a:pt x="20769" y="4318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scene3d>
                <a:camera prst="orthographicFront">
                  <a:rot lat="10800000" lon="10800000" rev="0"/>
                </a:camera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Arc 90">
                <a:extLst>
                  <a:ext uri="{FF2B5EF4-FFF2-40B4-BE49-F238E27FC236}">
                    <a16:creationId xmlns:a16="http://schemas.microsoft.com/office/drawing/2014/main" id="{5BABB841-0AE1-4F7C-A8C0-56635027E22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386737" y="2098303"/>
                <a:ext cx="277781" cy="1577663"/>
              </a:xfrm>
              <a:custGeom>
                <a:avLst/>
                <a:gdLst>
                  <a:gd name="T0" fmla="*/ 174 w 25187"/>
                  <a:gd name="T1" fmla="*/ 907 h 43184"/>
                  <a:gd name="T2" fmla="*/ 211 w 25187"/>
                  <a:gd name="T3" fmla="*/ 6 h 43184"/>
                  <a:gd name="T4" fmla="*/ 181 w 25187"/>
                  <a:gd name="T5" fmla="*/ 454 h 4318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5187" h="43184" fill="none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0"/>
                      <a:pt x="24001" y="100"/>
                      <a:pt x="25187" y="299"/>
                    </a:cubicBezTo>
                  </a:path>
                  <a:path w="25187" h="43184" stroke="0" extrusionOk="0">
                    <a:moveTo>
                      <a:pt x="20769" y="43184"/>
                    </a:moveTo>
                    <a:cubicBezTo>
                      <a:pt x="9172" y="42738"/>
                      <a:pt x="0" y="33206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22801" y="0"/>
                      <a:pt x="24001" y="100"/>
                      <a:pt x="25187" y="299"/>
                    </a:cubicBezTo>
                    <a:lnTo>
                      <a:pt x="21600" y="21600"/>
                    </a:lnTo>
                    <a:lnTo>
                      <a:pt x="20769" y="4318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scene3d>
                <a:camera prst="orthographicFront">
                  <a:rot lat="10800000" lon="2160000" rev="0"/>
                </a:camera>
                <a:lightRig rig="threePt" dir="t"/>
              </a:scene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</p:grp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CC4A7A2F-E9FB-4BE1-B876-C251AA58DC9B}"/>
                </a:ext>
              </a:extLst>
            </p:cNvPr>
            <p:cNvSpPr/>
            <p:nvPr/>
          </p:nvSpPr>
          <p:spPr>
            <a:xfrm>
              <a:off x="2203450" y="2127250"/>
              <a:ext cx="436315" cy="1521363"/>
            </a:xfrm>
            <a:custGeom>
              <a:avLst/>
              <a:gdLst>
                <a:gd name="connsiteX0" fmla="*/ 88900 w 419100"/>
                <a:gd name="connsiteY0" fmla="*/ 101600 h 1467381"/>
                <a:gd name="connsiteX1" fmla="*/ 139700 w 419100"/>
                <a:gd name="connsiteY1" fmla="*/ 88900 h 1467381"/>
                <a:gd name="connsiteX2" fmla="*/ 165100 w 419100"/>
                <a:gd name="connsiteY2" fmla="*/ 82550 h 1467381"/>
                <a:gd name="connsiteX3" fmla="*/ 203200 w 419100"/>
                <a:gd name="connsiteY3" fmla="*/ 69850 h 1467381"/>
                <a:gd name="connsiteX4" fmla="*/ 222250 w 419100"/>
                <a:gd name="connsiteY4" fmla="*/ 57150 h 1467381"/>
                <a:gd name="connsiteX5" fmla="*/ 311150 w 419100"/>
                <a:gd name="connsiteY5" fmla="*/ 31750 h 1467381"/>
                <a:gd name="connsiteX6" fmla="*/ 368300 w 419100"/>
                <a:gd name="connsiteY6" fmla="*/ 12700 h 1467381"/>
                <a:gd name="connsiteX7" fmla="*/ 387350 w 419100"/>
                <a:gd name="connsiteY7" fmla="*/ 6350 h 1467381"/>
                <a:gd name="connsiteX8" fmla="*/ 406400 w 419100"/>
                <a:gd name="connsiteY8" fmla="*/ 0 h 1467381"/>
                <a:gd name="connsiteX9" fmla="*/ 419100 w 419100"/>
                <a:gd name="connsiteY9" fmla="*/ 19050 h 1467381"/>
                <a:gd name="connsiteX10" fmla="*/ 406400 w 419100"/>
                <a:gd name="connsiteY10" fmla="*/ 38100 h 1467381"/>
                <a:gd name="connsiteX11" fmla="*/ 400050 w 419100"/>
                <a:gd name="connsiteY11" fmla="*/ 57150 h 1467381"/>
                <a:gd name="connsiteX12" fmla="*/ 387350 w 419100"/>
                <a:gd name="connsiteY12" fmla="*/ 76200 h 1467381"/>
                <a:gd name="connsiteX13" fmla="*/ 368300 w 419100"/>
                <a:gd name="connsiteY13" fmla="*/ 114300 h 1467381"/>
                <a:gd name="connsiteX14" fmla="*/ 355600 w 419100"/>
                <a:gd name="connsiteY14" fmla="*/ 165100 h 1467381"/>
                <a:gd name="connsiteX15" fmla="*/ 349250 w 419100"/>
                <a:gd name="connsiteY15" fmla="*/ 184150 h 1467381"/>
                <a:gd name="connsiteX16" fmla="*/ 336550 w 419100"/>
                <a:gd name="connsiteY16" fmla="*/ 241300 h 1467381"/>
                <a:gd name="connsiteX17" fmla="*/ 330200 w 419100"/>
                <a:gd name="connsiteY17" fmla="*/ 292100 h 1467381"/>
                <a:gd name="connsiteX18" fmla="*/ 323850 w 419100"/>
                <a:gd name="connsiteY18" fmla="*/ 336550 h 1467381"/>
                <a:gd name="connsiteX19" fmla="*/ 317500 w 419100"/>
                <a:gd name="connsiteY19" fmla="*/ 374650 h 1467381"/>
                <a:gd name="connsiteX20" fmla="*/ 311150 w 419100"/>
                <a:gd name="connsiteY20" fmla="*/ 393700 h 1467381"/>
                <a:gd name="connsiteX21" fmla="*/ 298450 w 419100"/>
                <a:gd name="connsiteY21" fmla="*/ 476250 h 1467381"/>
                <a:gd name="connsiteX22" fmla="*/ 304800 w 419100"/>
                <a:gd name="connsiteY22" fmla="*/ 762000 h 1467381"/>
                <a:gd name="connsiteX23" fmla="*/ 311150 w 419100"/>
                <a:gd name="connsiteY23" fmla="*/ 793750 h 1467381"/>
                <a:gd name="connsiteX24" fmla="*/ 317500 w 419100"/>
                <a:gd name="connsiteY24" fmla="*/ 850900 h 1467381"/>
                <a:gd name="connsiteX25" fmla="*/ 323850 w 419100"/>
                <a:gd name="connsiteY25" fmla="*/ 1193800 h 1467381"/>
                <a:gd name="connsiteX26" fmla="*/ 336550 w 419100"/>
                <a:gd name="connsiteY26" fmla="*/ 1238250 h 1467381"/>
                <a:gd name="connsiteX27" fmla="*/ 342900 w 419100"/>
                <a:gd name="connsiteY27" fmla="*/ 1270000 h 1467381"/>
                <a:gd name="connsiteX28" fmla="*/ 355600 w 419100"/>
                <a:gd name="connsiteY28" fmla="*/ 1308100 h 1467381"/>
                <a:gd name="connsiteX29" fmla="*/ 361950 w 419100"/>
                <a:gd name="connsiteY29" fmla="*/ 1327150 h 1467381"/>
                <a:gd name="connsiteX30" fmla="*/ 381000 w 419100"/>
                <a:gd name="connsiteY30" fmla="*/ 1403350 h 1467381"/>
                <a:gd name="connsiteX31" fmla="*/ 387350 w 419100"/>
                <a:gd name="connsiteY31" fmla="*/ 1428750 h 1467381"/>
                <a:gd name="connsiteX32" fmla="*/ 412750 w 419100"/>
                <a:gd name="connsiteY32" fmla="*/ 1466850 h 1467381"/>
                <a:gd name="connsiteX33" fmla="*/ 355600 w 419100"/>
                <a:gd name="connsiteY33" fmla="*/ 1447800 h 1467381"/>
                <a:gd name="connsiteX34" fmla="*/ 336550 w 419100"/>
                <a:gd name="connsiteY34" fmla="*/ 1441450 h 1467381"/>
                <a:gd name="connsiteX35" fmla="*/ 317500 w 419100"/>
                <a:gd name="connsiteY35" fmla="*/ 1435100 h 1467381"/>
                <a:gd name="connsiteX36" fmla="*/ 228600 w 419100"/>
                <a:gd name="connsiteY36" fmla="*/ 1409700 h 1467381"/>
                <a:gd name="connsiteX37" fmla="*/ 209550 w 419100"/>
                <a:gd name="connsiteY37" fmla="*/ 1403350 h 1467381"/>
                <a:gd name="connsiteX38" fmla="*/ 190500 w 419100"/>
                <a:gd name="connsiteY38" fmla="*/ 1390650 h 1467381"/>
                <a:gd name="connsiteX39" fmla="*/ 165100 w 419100"/>
                <a:gd name="connsiteY39" fmla="*/ 1384300 h 1467381"/>
                <a:gd name="connsiteX40" fmla="*/ 146050 w 419100"/>
                <a:gd name="connsiteY40" fmla="*/ 1377950 h 1467381"/>
                <a:gd name="connsiteX41" fmla="*/ 88900 w 419100"/>
                <a:gd name="connsiteY41" fmla="*/ 1365250 h 1467381"/>
                <a:gd name="connsiteX42" fmla="*/ 69850 w 419100"/>
                <a:gd name="connsiteY42" fmla="*/ 1358900 h 1467381"/>
                <a:gd name="connsiteX43" fmla="*/ 50800 w 419100"/>
                <a:gd name="connsiteY43" fmla="*/ 1346200 h 1467381"/>
                <a:gd name="connsiteX44" fmla="*/ 31750 w 419100"/>
                <a:gd name="connsiteY44" fmla="*/ 1289050 h 1467381"/>
                <a:gd name="connsiteX45" fmla="*/ 25400 w 419100"/>
                <a:gd name="connsiteY45" fmla="*/ 1270000 h 1467381"/>
                <a:gd name="connsiteX46" fmla="*/ 19050 w 419100"/>
                <a:gd name="connsiteY46" fmla="*/ 1231900 h 1467381"/>
                <a:gd name="connsiteX47" fmla="*/ 12700 w 419100"/>
                <a:gd name="connsiteY47" fmla="*/ 1143000 h 1467381"/>
                <a:gd name="connsiteX48" fmla="*/ 6350 w 419100"/>
                <a:gd name="connsiteY48" fmla="*/ 1111250 h 1467381"/>
                <a:gd name="connsiteX49" fmla="*/ 0 w 419100"/>
                <a:gd name="connsiteY49" fmla="*/ 1009650 h 1467381"/>
                <a:gd name="connsiteX50" fmla="*/ 6350 w 419100"/>
                <a:gd name="connsiteY50" fmla="*/ 698500 h 1467381"/>
                <a:gd name="connsiteX51" fmla="*/ 12700 w 419100"/>
                <a:gd name="connsiteY51" fmla="*/ 673100 h 1467381"/>
                <a:gd name="connsiteX52" fmla="*/ 19050 w 419100"/>
                <a:gd name="connsiteY52" fmla="*/ 495300 h 1467381"/>
                <a:gd name="connsiteX53" fmla="*/ 25400 w 419100"/>
                <a:gd name="connsiteY53" fmla="*/ 298450 h 1467381"/>
                <a:gd name="connsiteX54" fmla="*/ 44450 w 419100"/>
                <a:gd name="connsiteY54" fmla="*/ 241300 h 1467381"/>
                <a:gd name="connsiteX55" fmla="*/ 57150 w 419100"/>
                <a:gd name="connsiteY55" fmla="*/ 196850 h 1467381"/>
                <a:gd name="connsiteX56" fmla="*/ 63500 w 419100"/>
                <a:gd name="connsiteY56" fmla="*/ 177800 h 1467381"/>
                <a:gd name="connsiteX57" fmla="*/ 69850 w 419100"/>
                <a:gd name="connsiteY57" fmla="*/ 146050 h 1467381"/>
                <a:gd name="connsiteX58" fmla="*/ 88900 w 419100"/>
                <a:gd name="connsiteY58" fmla="*/ 101600 h 1467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19100" h="1467381">
                  <a:moveTo>
                    <a:pt x="88900" y="101600"/>
                  </a:moveTo>
                  <a:cubicBezTo>
                    <a:pt x="100542" y="92075"/>
                    <a:pt x="94139" y="101917"/>
                    <a:pt x="139700" y="88900"/>
                  </a:cubicBezTo>
                  <a:cubicBezTo>
                    <a:pt x="148091" y="86502"/>
                    <a:pt x="156741" y="85058"/>
                    <a:pt x="165100" y="82550"/>
                  </a:cubicBezTo>
                  <a:cubicBezTo>
                    <a:pt x="177922" y="78703"/>
                    <a:pt x="192061" y="77276"/>
                    <a:pt x="203200" y="69850"/>
                  </a:cubicBezTo>
                  <a:cubicBezTo>
                    <a:pt x="209550" y="65617"/>
                    <a:pt x="215276" y="60250"/>
                    <a:pt x="222250" y="57150"/>
                  </a:cubicBezTo>
                  <a:cubicBezTo>
                    <a:pt x="258942" y="40842"/>
                    <a:pt x="270789" y="45204"/>
                    <a:pt x="311150" y="31750"/>
                  </a:cubicBezTo>
                  <a:lnTo>
                    <a:pt x="368300" y="12700"/>
                  </a:lnTo>
                  <a:lnTo>
                    <a:pt x="387350" y="6350"/>
                  </a:lnTo>
                  <a:lnTo>
                    <a:pt x="406400" y="0"/>
                  </a:lnTo>
                  <a:cubicBezTo>
                    <a:pt x="410633" y="6350"/>
                    <a:pt x="419100" y="11418"/>
                    <a:pt x="419100" y="19050"/>
                  </a:cubicBezTo>
                  <a:cubicBezTo>
                    <a:pt x="419100" y="26682"/>
                    <a:pt x="409813" y="31274"/>
                    <a:pt x="406400" y="38100"/>
                  </a:cubicBezTo>
                  <a:cubicBezTo>
                    <a:pt x="403407" y="44087"/>
                    <a:pt x="403043" y="51163"/>
                    <a:pt x="400050" y="57150"/>
                  </a:cubicBezTo>
                  <a:cubicBezTo>
                    <a:pt x="396637" y="63976"/>
                    <a:pt x="390763" y="69374"/>
                    <a:pt x="387350" y="76200"/>
                  </a:cubicBezTo>
                  <a:cubicBezTo>
                    <a:pt x="361060" y="128780"/>
                    <a:pt x="404696" y="59705"/>
                    <a:pt x="368300" y="114300"/>
                  </a:cubicBezTo>
                  <a:cubicBezTo>
                    <a:pt x="364067" y="131233"/>
                    <a:pt x="361120" y="148541"/>
                    <a:pt x="355600" y="165100"/>
                  </a:cubicBezTo>
                  <a:cubicBezTo>
                    <a:pt x="353483" y="171450"/>
                    <a:pt x="351089" y="177714"/>
                    <a:pt x="349250" y="184150"/>
                  </a:cubicBezTo>
                  <a:cubicBezTo>
                    <a:pt x="345036" y="198898"/>
                    <a:pt x="338732" y="227114"/>
                    <a:pt x="336550" y="241300"/>
                  </a:cubicBezTo>
                  <a:cubicBezTo>
                    <a:pt x="333955" y="258167"/>
                    <a:pt x="332455" y="275185"/>
                    <a:pt x="330200" y="292100"/>
                  </a:cubicBezTo>
                  <a:cubicBezTo>
                    <a:pt x="328222" y="306936"/>
                    <a:pt x="326126" y="321757"/>
                    <a:pt x="323850" y="336550"/>
                  </a:cubicBezTo>
                  <a:cubicBezTo>
                    <a:pt x="321892" y="349275"/>
                    <a:pt x="320293" y="362081"/>
                    <a:pt x="317500" y="374650"/>
                  </a:cubicBezTo>
                  <a:cubicBezTo>
                    <a:pt x="316048" y="381184"/>
                    <a:pt x="312602" y="387166"/>
                    <a:pt x="311150" y="393700"/>
                  </a:cubicBezTo>
                  <a:cubicBezTo>
                    <a:pt x="307626" y="409559"/>
                    <a:pt x="300476" y="462071"/>
                    <a:pt x="298450" y="476250"/>
                  </a:cubicBezTo>
                  <a:cubicBezTo>
                    <a:pt x="300567" y="571500"/>
                    <a:pt x="300992" y="666803"/>
                    <a:pt x="304800" y="762000"/>
                  </a:cubicBezTo>
                  <a:cubicBezTo>
                    <a:pt x="305231" y="772784"/>
                    <a:pt x="309624" y="783066"/>
                    <a:pt x="311150" y="793750"/>
                  </a:cubicBezTo>
                  <a:cubicBezTo>
                    <a:pt x="313861" y="812725"/>
                    <a:pt x="315383" y="831850"/>
                    <a:pt x="317500" y="850900"/>
                  </a:cubicBezTo>
                  <a:cubicBezTo>
                    <a:pt x="319617" y="965200"/>
                    <a:pt x="319910" y="1079548"/>
                    <a:pt x="323850" y="1193800"/>
                  </a:cubicBezTo>
                  <a:cubicBezTo>
                    <a:pt x="324325" y="1207578"/>
                    <a:pt x="333191" y="1224815"/>
                    <a:pt x="336550" y="1238250"/>
                  </a:cubicBezTo>
                  <a:cubicBezTo>
                    <a:pt x="339168" y="1248721"/>
                    <a:pt x="340060" y="1259587"/>
                    <a:pt x="342900" y="1270000"/>
                  </a:cubicBezTo>
                  <a:cubicBezTo>
                    <a:pt x="346422" y="1282915"/>
                    <a:pt x="351367" y="1295400"/>
                    <a:pt x="355600" y="1308100"/>
                  </a:cubicBezTo>
                  <a:cubicBezTo>
                    <a:pt x="357717" y="1314450"/>
                    <a:pt x="360850" y="1320548"/>
                    <a:pt x="361950" y="1327150"/>
                  </a:cubicBezTo>
                  <a:cubicBezTo>
                    <a:pt x="378566" y="1426846"/>
                    <a:pt x="355843" y="1302721"/>
                    <a:pt x="381000" y="1403350"/>
                  </a:cubicBezTo>
                  <a:cubicBezTo>
                    <a:pt x="383117" y="1411817"/>
                    <a:pt x="383447" y="1420944"/>
                    <a:pt x="387350" y="1428750"/>
                  </a:cubicBezTo>
                  <a:cubicBezTo>
                    <a:pt x="394176" y="1442402"/>
                    <a:pt x="427230" y="1471677"/>
                    <a:pt x="412750" y="1466850"/>
                  </a:cubicBezTo>
                  <a:lnTo>
                    <a:pt x="355600" y="1447800"/>
                  </a:lnTo>
                  <a:lnTo>
                    <a:pt x="336550" y="1441450"/>
                  </a:lnTo>
                  <a:cubicBezTo>
                    <a:pt x="330200" y="1439333"/>
                    <a:pt x="323994" y="1436723"/>
                    <a:pt x="317500" y="1435100"/>
                  </a:cubicBezTo>
                  <a:cubicBezTo>
                    <a:pt x="253713" y="1419153"/>
                    <a:pt x="283259" y="1427920"/>
                    <a:pt x="228600" y="1409700"/>
                  </a:cubicBezTo>
                  <a:cubicBezTo>
                    <a:pt x="222250" y="1407583"/>
                    <a:pt x="215119" y="1407063"/>
                    <a:pt x="209550" y="1403350"/>
                  </a:cubicBezTo>
                  <a:cubicBezTo>
                    <a:pt x="203200" y="1399117"/>
                    <a:pt x="197515" y="1393656"/>
                    <a:pt x="190500" y="1390650"/>
                  </a:cubicBezTo>
                  <a:cubicBezTo>
                    <a:pt x="182478" y="1387212"/>
                    <a:pt x="173491" y="1386698"/>
                    <a:pt x="165100" y="1384300"/>
                  </a:cubicBezTo>
                  <a:cubicBezTo>
                    <a:pt x="158664" y="1382461"/>
                    <a:pt x="152544" y="1379573"/>
                    <a:pt x="146050" y="1377950"/>
                  </a:cubicBezTo>
                  <a:cubicBezTo>
                    <a:pt x="93672" y="1364856"/>
                    <a:pt x="134530" y="1378287"/>
                    <a:pt x="88900" y="1365250"/>
                  </a:cubicBezTo>
                  <a:cubicBezTo>
                    <a:pt x="82464" y="1363411"/>
                    <a:pt x="75837" y="1361893"/>
                    <a:pt x="69850" y="1358900"/>
                  </a:cubicBezTo>
                  <a:cubicBezTo>
                    <a:pt x="63024" y="1355487"/>
                    <a:pt x="57150" y="1350433"/>
                    <a:pt x="50800" y="1346200"/>
                  </a:cubicBezTo>
                  <a:cubicBezTo>
                    <a:pt x="28704" y="1313056"/>
                    <a:pt x="43157" y="1340381"/>
                    <a:pt x="31750" y="1289050"/>
                  </a:cubicBezTo>
                  <a:cubicBezTo>
                    <a:pt x="30298" y="1282516"/>
                    <a:pt x="26852" y="1276534"/>
                    <a:pt x="25400" y="1270000"/>
                  </a:cubicBezTo>
                  <a:cubicBezTo>
                    <a:pt x="22607" y="1257431"/>
                    <a:pt x="21167" y="1244600"/>
                    <a:pt x="19050" y="1231900"/>
                  </a:cubicBezTo>
                  <a:cubicBezTo>
                    <a:pt x="16933" y="1202267"/>
                    <a:pt x="15810" y="1172546"/>
                    <a:pt x="12700" y="1143000"/>
                  </a:cubicBezTo>
                  <a:cubicBezTo>
                    <a:pt x="11570" y="1132266"/>
                    <a:pt x="7373" y="1121994"/>
                    <a:pt x="6350" y="1111250"/>
                  </a:cubicBezTo>
                  <a:cubicBezTo>
                    <a:pt x="3133" y="1077470"/>
                    <a:pt x="2117" y="1043517"/>
                    <a:pt x="0" y="1009650"/>
                  </a:cubicBezTo>
                  <a:cubicBezTo>
                    <a:pt x="2117" y="905933"/>
                    <a:pt x="2438" y="802164"/>
                    <a:pt x="6350" y="698500"/>
                  </a:cubicBezTo>
                  <a:cubicBezTo>
                    <a:pt x="6679" y="689779"/>
                    <a:pt x="12156" y="681810"/>
                    <a:pt x="12700" y="673100"/>
                  </a:cubicBezTo>
                  <a:cubicBezTo>
                    <a:pt x="16399" y="613911"/>
                    <a:pt x="17041" y="554570"/>
                    <a:pt x="19050" y="495300"/>
                  </a:cubicBezTo>
                  <a:cubicBezTo>
                    <a:pt x="21274" y="429687"/>
                    <a:pt x="20094" y="363886"/>
                    <a:pt x="25400" y="298450"/>
                  </a:cubicBezTo>
                  <a:lnTo>
                    <a:pt x="44450" y="241300"/>
                  </a:lnTo>
                  <a:cubicBezTo>
                    <a:pt x="59675" y="195625"/>
                    <a:pt x="41203" y="252664"/>
                    <a:pt x="57150" y="196850"/>
                  </a:cubicBezTo>
                  <a:cubicBezTo>
                    <a:pt x="58989" y="190414"/>
                    <a:pt x="61877" y="184294"/>
                    <a:pt x="63500" y="177800"/>
                  </a:cubicBezTo>
                  <a:cubicBezTo>
                    <a:pt x="66118" y="167329"/>
                    <a:pt x="67232" y="156521"/>
                    <a:pt x="69850" y="146050"/>
                  </a:cubicBezTo>
                  <a:cubicBezTo>
                    <a:pt x="78208" y="112618"/>
                    <a:pt x="77258" y="111125"/>
                    <a:pt x="88900" y="10160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A6DE5ACC-3715-4AA1-8F87-65DF6F9EE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5736" y="2070949"/>
              <a:ext cx="370095" cy="14076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1422F80-C545-43D2-9716-BA6D517A783A}"/>
                </a:ext>
              </a:extLst>
            </p:cNvPr>
            <p:cNvCxnSpPr>
              <a:cxnSpLocks/>
            </p:cNvCxnSpPr>
            <p:nvPr/>
          </p:nvCxnSpPr>
          <p:spPr>
            <a:xfrm>
              <a:off x="2299481" y="3507854"/>
              <a:ext cx="436315" cy="1407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Freeform 36">
            <a:extLst>
              <a:ext uri="{FF2B5EF4-FFF2-40B4-BE49-F238E27FC236}">
                <a16:creationId xmlns:a16="http://schemas.microsoft.com/office/drawing/2014/main" id="{3D01EB94-7291-4C4B-BA6B-7C6AA7C42166}"/>
              </a:ext>
            </a:extLst>
          </p:cNvPr>
          <p:cNvSpPr>
            <a:spLocks/>
          </p:cNvSpPr>
          <p:nvPr/>
        </p:nvSpPr>
        <p:spPr bwMode="auto">
          <a:xfrm flipH="1">
            <a:off x="7316939" y="2324510"/>
            <a:ext cx="152400" cy="762000"/>
          </a:xfrm>
          <a:custGeom>
            <a:avLst/>
            <a:gdLst>
              <a:gd name="T0" fmla="*/ 152400 w 2592"/>
              <a:gd name="T1" fmla="*/ 0 h 1104"/>
              <a:gd name="T2" fmla="*/ 93133 w 2592"/>
              <a:gd name="T3" fmla="*/ 430696 h 1104"/>
              <a:gd name="T4" fmla="*/ 0 w 2592"/>
              <a:gd name="T5" fmla="*/ 762000 h 11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592" h="1104">
                <a:moveTo>
                  <a:pt x="2592" y="0"/>
                </a:moveTo>
                <a:cubicBezTo>
                  <a:pt x="2304" y="220"/>
                  <a:pt x="2016" y="440"/>
                  <a:pt x="1584" y="624"/>
                </a:cubicBezTo>
                <a:cubicBezTo>
                  <a:pt x="1152" y="808"/>
                  <a:pt x="576" y="956"/>
                  <a:pt x="0" y="110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0" name="Object 19">
            <a:extLst>
              <a:ext uri="{FF2B5EF4-FFF2-40B4-BE49-F238E27FC236}">
                <a16:creationId xmlns:a16="http://schemas.microsoft.com/office/drawing/2014/main" id="{7A139F31-2186-4F62-BB18-E61260B2B8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528491"/>
              </p:ext>
            </p:extLst>
          </p:nvPr>
        </p:nvGraphicFramePr>
        <p:xfrm>
          <a:off x="1241425" y="2074863"/>
          <a:ext cx="1811338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42" name="Equation" r:id="rId17" imgW="1803240" imgH="342720" progId="Equation.DSMT4">
                  <p:embed/>
                </p:oleObj>
              </mc:Choice>
              <mc:Fallback>
                <p:oleObj name="Equation" r:id="rId17" imgW="1803240" imgH="342720" progId="Equation.DSMT4">
                  <p:embed/>
                  <p:pic>
                    <p:nvPicPr>
                      <p:cNvPr id="124947" name="Object 19">
                        <a:extLst>
                          <a:ext uri="{FF2B5EF4-FFF2-40B4-BE49-F238E27FC236}">
                            <a16:creationId xmlns:a16="http://schemas.microsoft.com/office/drawing/2014/main" id="{585FA699-2C4F-4EBD-B802-426FFE3D12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2074863"/>
                        <a:ext cx="1811338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20">
            <a:extLst>
              <a:ext uri="{FF2B5EF4-FFF2-40B4-BE49-F238E27FC236}">
                <a16:creationId xmlns:a16="http://schemas.microsoft.com/office/drawing/2014/main" id="{F1A675D1-190C-4D6D-AD36-FA2D2C187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933" y="1213460"/>
            <a:ext cx="2133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侧面积元素</a:t>
            </a:r>
          </a:p>
        </p:txBody>
      </p:sp>
      <p:graphicFrame>
        <p:nvGraphicFramePr>
          <p:cNvPr id="63" name="Object 22">
            <a:extLst>
              <a:ext uri="{FF2B5EF4-FFF2-40B4-BE49-F238E27FC236}">
                <a16:creationId xmlns:a16="http://schemas.microsoft.com/office/drawing/2014/main" id="{CEAE2EB7-0C3C-4127-98A7-00173D6114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406779"/>
              </p:ext>
            </p:extLst>
          </p:nvPr>
        </p:nvGraphicFramePr>
        <p:xfrm>
          <a:off x="3114622" y="2062216"/>
          <a:ext cx="896937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43" name="Equation" r:id="rId19" imgW="888840" imgH="342720" progId="Equation.DSMT4">
                  <p:embed/>
                </p:oleObj>
              </mc:Choice>
              <mc:Fallback>
                <p:oleObj name="Equation" r:id="rId19" imgW="888840" imgH="342720" progId="Equation.DSMT4">
                  <p:embed/>
                  <p:pic>
                    <p:nvPicPr>
                      <p:cNvPr id="124950" name="Object 22">
                        <a:extLst>
                          <a:ext uri="{FF2B5EF4-FFF2-40B4-BE49-F238E27FC236}">
                            <a16:creationId xmlns:a16="http://schemas.microsoft.com/office/drawing/2014/main" id="{CD9E1F22-6F90-4A41-A695-B736E55BD9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622" y="2062216"/>
                        <a:ext cx="896937" cy="347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44">
            <a:extLst>
              <a:ext uri="{FF2B5EF4-FFF2-40B4-BE49-F238E27FC236}">
                <a16:creationId xmlns:a16="http://schemas.microsoft.com/office/drawing/2014/main" id="{6A764594-64CB-425E-A9F0-C62EC012CC7D}"/>
              </a:ext>
            </a:extLst>
          </p:cNvPr>
          <p:cNvSpPr txBox="1">
            <a:spLocks noChangeArrowheads="1"/>
          </p:cNvSpPr>
          <p:nvPr/>
        </p:nvSpPr>
        <p:spPr>
          <a:xfrm>
            <a:off x="1121778" y="1226819"/>
            <a:ext cx="50385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endParaRPr lang="en-US" altLang="zh-CN" sz="2400" b="1" dirty="0">
              <a:solidFill>
                <a:srgbClr val="3366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65" name="Object 71">
            <a:extLst>
              <a:ext uri="{FF2B5EF4-FFF2-40B4-BE49-F238E27FC236}">
                <a16:creationId xmlns:a16="http://schemas.microsoft.com/office/drawing/2014/main" id="{1E6620B8-BF53-43FE-A769-4076230F8B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852154"/>
              </p:ext>
            </p:extLst>
          </p:nvPr>
        </p:nvGraphicFramePr>
        <p:xfrm>
          <a:off x="1348237" y="2772308"/>
          <a:ext cx="18462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44" name="Equation" r:id="rId21" imgW="1841400" imgH="380880" progId="Equation.DSMT4">
                  <p:embed/>
                </p:oleObj>
              </mc:Choice>
              <mc:Fallback>
                <p:oleObj name="Equation" r:id="rId21" imgW="1841400" imgH="380880" progId="Equation.DSMT4">
                  <p:embed/>
                  <p:pic>
                    <p:nvPicPr>
                      <p:cNvPr id="124999" name="Object 71">
                        <a:extLst>
                          <a:ext uri="{FF2B5EF4-FFF2-40B4-BE49-F238E27FC236}">
                            <a16:creationId xmlns:a16="http://schemas.microsoft.com/office/drawing/2014/main" id="{A9822A22-2D21-4676-9F8E-14C4695D18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237" y="2772308"/>
                        <a:ext cx="184626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72">
            <a:extLst>
              <a:ext uri="{FF2B5EF4-FFF2-40B4-BE49-F238E27FC236}">
                <a16:creationId xmlns:a16="http://schemas.microsoft.com/office/drawing/2014/main" id="{230ADDB9-62FC-4E44-B798-8512E8DE54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658" y="3473453"/>
            <a:ext cx="2286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线性主部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67" name="Text Box 73">
            <a:extLst>
              <a:ext uri="{FF2B5EF4-FFF2-40B4-BE49-F238E27FC236}">
                <a16:creationId xmlns:a16="http://schemas.microsoft.com/office/drawing/2014/main" id="{4F298B74-4D84-44E1-B586-A1ABE8288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3817" y="2733562"/>
            <a:ext cx="29149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不是薄片侧面积</a:t>
            </a:r>
            <a:r>
              <a:rPr lang="zh-CN" altLang="en-US" sz="2400" b="1" dirty="0">
                <a:ea typeface="+mj-ea"/>
                <a:cs typeface="Times New Roman" panose="02020603050405020304" pitchFamily="18" charset="0"/>
              </a:rPr>
              <a:t>△</a:t>
            </a:r>
            <a:r>
              <a:rPr lang="en-US" altLang="zh-CN" sz="2400" b="1" i="1" dirty="0">
                <a:ea typeface="+mj-ea"/>
                <a:cs typeface="Times New Roman" panose="02020603050405020304" pitchFamily="18" charset="0"/>
              </a:rPr>
              <a:t>A </a:t>
            </a:r>
            <a:r>
              <a:rPr lang="en-US" altLang="zh-CN" sz="2400" b="1" dirty="0">
                <a:ea typeface="+mj-ea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8890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4">
            <a:extLst>
              <a:ext uri="{FF2B5EF4-FFF2-40B4-BE49-F238E27FC236}">
                <a16:creationId xmlns:a16="http://schemas.microsoft.com/office/drawing/2014/main" id="{036EC87A-B733-40CA-ADF6-880261370E40}"/>
              </a:ext>
            </a:extLst>
          </p:cNvPr>
          <p:cNvGrpSpPr>
            <a:grpSpLocks/>
          </p:cNvGrpSpPr>
          <p:nvPr/>
        </p:nvGrpSpPr>
        <p:grpSpPr bwMode="auto">
          <a:xfrm>
            <a:off x="7116280" y="2884277"/>
            <a:ext cx="1356221" cy="1733951"/>
            <a:chOff x="4179" y="2428"/>
            <a:chExt cx="1066" cy="1307"/>
          </a:xfrm>
        </p:grpSpPr>
        <p:grpSp>
          <p:nvGrpSpPr>
            <p:cNvPr id="5" name="Group 37">
              <a:extLst>
                <a:ext uri="{FF2B5EF4-FFF2-40B4-BE49-F238E27FC236}">
                  <a16:creationId xmlns:a16="http://schemas.microsoft.com/office/drawing/2014/main" id="{F2E00CB9-F697-4595-9F84-424F20457B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8" y="2482"/>
              <a:ext cx="887" cy="1030"/>
              <a:chOff x="2370" y="995"/>
              <a:chExt cx="887" cy="1030"/>
            </a:xfrm>
          </p:grpSpPr>
          <p:sp>
            <p:nvSpPr>
              <p:cNvPr id="1147" name="Freeform 38">
                <a:extLst>
                  <a:ext uri="{FF2B5EF4-FFF2-40B4-BE49-F238E27FC236}">
                    <a16:creationId xmlns:a16="http://schemas.microsoft.com/office/drawing/2014/main" id="{C4320093-6CAB-47DB-8EA4-4FE13CDC4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114"/>
                <a:ext cx="33" cy="126"/>
              </a:xfrm>
              <a:custGeom>
                <a:avLst/>
                <a:gdLst>
                  <a:gd name="T0" fmla="*/ 0 w 33"/>
                  <a:gd name="T1" fmla="*/ 120 h 126"/>
                  <a:gd name="T2" fmla="*/ 33 w 33"/>
                  <a:gd name="T3" fmla="*/ 126 h 126"/>
                  <a:gd name="T4" fmla="*/ 26 w 33"/>
                  <a:gd name="T5" fmla="*/ 0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26">
                    <a:moveTo>
                      <a:pt x="0" y="120"/>
                    </a:moveTo>
                    <a:lnTo>
                      <a:pt x="33" y="126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8" name="Freeform 39">
                <a:extLst>
                  <a:ext uri="{FF2B5EF4-FFF2-40B4-BE49-F238E27FC236}">
                    <a16:creationId xmlns:a16="http://schemas.microsoft.com/office/drawing/2014/main" id="{1BAC8EE1-B856-4BBD-BAB0-263A0ABDA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599"/>
                <a:ext cx="86" cy="140"/>
              </a:xfrm>
              <a:custGeom>
                <a:avLst/>
                <a:gdLst>
                  <a:gd name="T0" fmla="*/ 0 w 86"/>
                  <a:gd name="T1" fmla="*/ 133 h 140"/>
                  <a:gd name="T2" fmla="*/ 33 w 86"/>
                  <a:gd name="T3" fmla="*/ 140 h 140"/>
                  <a:gd name="T4" fmla="*/ 86 w 86"/>
                  <a:gd name="T5" fmla="*/ 0 h 140"/>
                  <a:gd name="T6" fmla="*/ 0 w 86"/>
                  <a:gd name="T7" fmla="*/ 133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40">
                    <a:moveTo>
                      <a:pt x="0" y="133"/>
                    </a:moveTo>
                    <a:lnTo>
                      <a:pt x="33" y="140"/>
                    </a:lnTo>
                    <a:lnTo>
                      <a:pt x="86" y="0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888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9" name="Freeform 40">
                <a:extLst>
                  <a:ext uri="{FF2B5EF4-FFF2-40B4-BE49-F238E27FC236}">
                    <a16:creationId xmlns:a16="http://schemas.microsoft.com/office/drawing/2014/main" id="{345DE3FF-DAFB-4CFE-8C8E-630CE6006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599"/>
                <a:ext cx="86" cy="140"/>
              </a:xfrm>
              <a:custGeom>
                <a:avLst/>
                <a:gdLst>
                  <a:gd name="T0" fmla="*/ 0 w 86"/>
                  <a:gd name="T1" fmla="*/ 133 h 140"/>
                  <a:gd name="T2" fmla="*/ 33 w 86"/>
                  <a:gd name="T3" fmla="*/ 140 h 140"/>
                  <a:gd name="T4" fmla="*/ 86 w 86"/>
                  <a:gd name="T5" fmla="*/ 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40">
                    <a:moveTo>
                      <a:pt x="0" y="133"/>
                    </a:moveTo>
                    <a:lnTo>
                      <a:pt x="33" y="140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0" name="Freeform 41">
                <a:extLst>
                  <a:ext uri="{FF2B5EF4-FFF2-40B4-BE49-F238E27FC236}">
                    <a16:creationId xmlns:a16="http://schemas.microsoft.com/office/drawing/2014/main" id="{61888B94-ADDE-44AD-8E8F-7772FCC4E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732"/>
                <a:ext cx="99" cy="133"/>
              </a:xfrm>
              <a:custGeom>
                <a:avLst/>
                <a:gdLst>
                  <a:gd name="T0" fmla="*/ 99 w 99"/>
                  <a:gd name="T1" fmla="*/ 7 h 133"/>
                  <a:gd name="T2" fmla="*/ 66 w 99"/>
                  <a:gd name="T3" fmla="*/ 0 h 133"/>
                  <a:gd name="T4" fmla="*/ 0 w 99"/>
                  <a:gd name="T5" fmla="*/ 133 h 133"/>
                  <a:gd name="T6" fmla="*/ 99 w 99"/>
                  <a:gd name="T7" fmla="*/ 7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3">
                    <a:moveTo>
                      <a:pt x="99" y="7"/>
                    </a:moveTo>
                    <a:lnTo>
                      <a:pt x="66" y="0"/>
                    </a:lnTo>
                    <a:lnTo>
                      <a:pt x="0" y="133"/>
                    </a:lnTo>
                    <a:lnTo>
                      <a:pt x="99" y="7"/>
                    </a:lnTo>
                    <a:close/>
                  </a:path>
                </a:pathLst>
              </a:custGeom>
              <a:solidFill>
                <a:srgbClr val="9094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1" name="Freeform 42">
                <a:extLst>
                  <a:ext uri="{FF2B5EF4-FFF2-40B4-BE49-F238E27FC236}">
                    <a16:creationId xmlns:a16="http://schemas.microsoft.com/office/drawing/2014/main" id="{A427A6A9-1C0F-45B7-B270-6F13AE8E6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732"/>
                <a:ext cx="99" cy="133"/>
              </a:xfrm>
              <a:custGeom>
                <a:avLst/>
                <a:gdLst>
                  <a:gd name="T0" fmla="*/ 99 w 99"/>
                  <a:gd name="T1" fmla="*/ 7 h 133"/>
                  <a:gd name="T2" fmla="*/ 66 w 99"/>
                  <a:gd name="T3" fmla="*/ 0 h 133"/>
                  <a:gd name="T4" fmla="*/ 0 w 99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3">
                    <a:moveTo>
                      <a:pt x="99" y="7"/>
                    </a:moveTo>
                    <a:lnTo>
                      <a:pt x="66" y="0"/>
                    </a:lnTo>
                    <a:lnTo>
                      <a:pt x="0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2" name="Freeform 43">
                <a:extLst>
                  <a:ext uri="{FF2B5EF4-FFF2-40B4-BE49-F238E27FC236}">
                    <a16:creationId xmlns:a16="http://schemas.microsoft.com/office/drawing/2014/main" id="{DA9DC807-E6CF-4E04-8230-D0805251E9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1732"/>
                <a:ext cx="93" cy="133"/>
              </a:xfrm>
              <a:custGeom>
                <a:avLst/>
                <a:gdLst>
                  <a:gd name="T0" fmla="*/ 0 w 93"/>
                  <a:gd name="T1" fmla="*/ 126 h 133"/>
                  <a:gd name="T2" fmla="*/ 27 w 93"/>
                  <a:gd name="T3" fmla="*/ 133 h 133"/>
                  <a:gd name="T4" fmla="*/ 93 w 93"/>
                  <a:gd name="T5" fmla="*/ 0 h 133"/>
                  <a:gd name="T6" fmla="*/ 0 w 93"/>
                  <a:gd name="T7" fmla="*/ 126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33">
                    <a:moveTo>
                      <a:pt x="0" y="126"/>
                    </a:moveTo>
                    <a:lnTo>
                      <a:pt x="27" y="133"/>
                    </a:lnTo>
                    <a:lnTo>
                      <a:pt x="93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909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3" name="Freeform 44">
                <a:extLst>
                  <a:ext uri="{FF2B5EF4-FFF2-40B4-BE49-F238E27FC236}">
                    <a16:creationId xmlns:a16="http://schemas.microsoft.com/office/drawing/2014/main" id="{FAF4E101-D9E8-413A-AA0D-CB7C0690F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1732"/>
                <a:ext cx="93" cy="133"/>
              </a:xfrm>
              <a:custGeom>
                <a:avLst/>
                <a:gdLst>
                  <a:gd name="T0" fmla="*/ 0 w 93"/>
                  <a:gd name="T1" fmla="*/ 126 h 133"/>
                  <a:gd name="T2" fmla="*/ 27 w 93"/>
                  <a:gd name="T3" fmla="*/ 133 h 133"/>
                  <a:gd name="T4" fmla="*/ 93 w 93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33">
                    <a:moveTo>
                      <a:pt x="0" y="126"/>
                    </a:moveTo>
                    <a:lnTo>
                      <a:pt x="27" y="133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4" name="Freeform 45">
                <a:extLst>
                  <a:ext uri="{FF2B5EF4-FFF2-40B4-BE49-F238E27FC236}">
                    <a16:creationId xmlns:a16="http://schemas.microsoft.com/office/drawing/2014/main" id="{BB2622F4-D66B-4554-8B0D-FBEE50B1A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845"/>
                <a:ext cx="112" cy="106"/>
              </a:xfrm>
              <a:custGeom>
                <a:avLst/>
                <a:gdLst>
                  <a:gd name="T0" fmla="*/ 112 w 112"/>
                  <a:gd name="T1" fmla="*/ 7 h 106"/>
                  <a:gd name="T2" fmla="*/ 79 w 112"/>
                  <a:gd name="T3" fmla="*/ 0 h 106"/>
                  <a:gd name="T4" fmla="*/ 0 w 112"/>
                  <a:gd name="T5" fmla="*/ 106 h 106"/>
                  <a:gd name="T6" fmla="*/ 112 w 112"/>
                  <a:gd name="T7" fmla="*/ 7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06">
                    <a:moveTo>
                      <a:pt x="112" y="7"/>
                    </a:moveTo>
                    <a:lnTo>
                      <a:pt x="79" y="0"/>
                    </a:lnTo>
                    <a:lnTo>
                      <a:pt x="0" y="106"/>
                    </a:lnTo>
                    <a:lnTo>
                      <a:pt x="112" y="7"/>
                    </a:lnTo>
                    <a:close/>
                  </a:path>
                </a:pathLst>
              </a:custGeom>
              <a:solidFill>
                <a:srgbClr val="A0B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5" name="Freeform 46">
                <a:extLst>
                  <a:ext uri="{FF2B5EF4-FFF2-40B4-BE49-F238E27FC236}">
                    <a16:creationId xmlns:a16="http://schemas.microsoft.com/office/drawing/2014/main" id="{E2051C42-1CFF-44C9-A2CF-05C9F607C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845"/>
                <a:ext cx="112" cy="106"/>
              </a:xfrm>
              <a:custGeom>
                <a:avLst/>
                <a:gdLst>
                  <a:gd name="T0" fmla="*/ 112 w 112"/>
                  <a:gd name="T1" fmla="*/ 7 h 106"/>
                  <a:gd name="T2" fmla="*/ 79 w 112"/>
                  <a:gd name="T3" fmla="*/ 0 h 106"/>
                  <a:gd name="T4" fmla="*/ 0 w 112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06">
                    <a:moveTo>
                      <a:pt x="112" y="7"/>
                    </a:moveTo>
                    <a:lnTo>
                      <a:pt x="79" y="0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6" name="Freeform 47">
                <a:extLst>
                  <a:ext uri="{FF2B5EF4-FFF2-40B4-BE49-F238E27FC236}">
                    <a16:creationId xmlns:a16="http://schemas.microsoft.com/office/drawing/2014/main" id="{E819F521-6EE1-4DB8-83A5-912029ACD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845"/>
                <a:ext cx="112" cy="106"/>
              </a:xfrm>
              <a:custGeom>
                <a:avLst/>
                <a:gdLst>
                  <a:gd name="T0" fmla="*/ 0 w 112"/>
                  <a:gd name="T1" fmla="*/ 100 h 106"/>
                  <a:gd name="T2" fmla="*/ 33 w 112"/>
                  <a:gd name="T3" fmla="*/ 106 h 106"/>
                  <a:gd name="T4" fmla="*/ 112 w 112"/>
                  <a:gd name="T5" fmla="*/ 0 h 106"/>
                  <a:gd name="T6" fmla="*/ 0 w 112"/>
                  <a:gd name="T7" fmla="*/ 10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06">
                    <a:moveTo>
                      <a:pt x="0" y="100"/>
                    </a:moveTo>
                    <a:lnTo>
                      <a:pt x="33" y="106"/>
                    </a:lnTo>
                    <a:lnTo>
                      <a:pt x="112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A8B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7" name="Freeform 48">
                <a:extLst>
                  <a:ext uri="{FF2B5EF4-FFF2-40B4-BE49-F238E27FC236}">
                    <a16:creationId xmlns:a16="http://schemas.microsoft.com/office/drawing/2014/main" id="{D8907B73-7FA6-4DB4-BAAF-DA2843EEA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845"/>
                <a:ext cx="112" cy="106"/>
              </a:xfrm>
              <a:custGeom>
                <a:avLst/>
                <a:gdLst>
                  <a:gd name="T0" fmla="*/ 0 w 112"/>
                  <a:gd name="T1" fmla="*/ 100 h 106"/>
                  <a:gd name="T2" fmla="*/ 33 w 112"/>
                  <a:gd name="T3" fmla="*/ 106 h 106"/>
                  <a:gd name="T4" fmla="*/ 112 w 112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06">
                    <a:moveTo>
                      <a:pt x="0" y="100"/>
                    </a:moveTo>
                    <a:lnTo>
                      <a:pt x="33" y="106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8" name="Freeform 49">
                <a:extLst>
                  <a:ext uri="{FF2B5EF4-FFF2-40B4-BE49-F238E27FC236}">
                    <a16:creationId xmlns:a16="http://schemas.microsoft.com/office/drawing/2014/main" id="{4DEE95D0-2E06-4411-8F18-825B1B7CB6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1114"/>
                <a:ext cx="33" cy="126"/>
              </a:xfrm>
              <a:custGeom>
                <a:avLst/>
                <a:gdLst>
                  <a:gd name="T0" fmla="*/ 33 w 33"/>
                  <a:gd name="T1" fmla="*/ 14 h 126"/>
                  <a:gd name="T2" fmla="*/ 0 w 33"/>
                  <a:gd name="T3" fmla="*/ 0 h 126"/>
                  <a:gd name="T4" fmla="*/ 7 w 33"/>
                  <a:gd name="T5" fmla="*/ 126 h 126"/>
                  <a:gd name="T6" fmla="*/ 33 w 33"/>
                  <a:gd name="T7" fmla="*/ 14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26">
                    <a:moveTo>
                      <a:pt x="33" y="14"/>
                    </a:moveTo>
                    <a:lnTo>
                      <a:pt x="0" y="0"/>
                    </a:lnTo>
                    <a:lnTo>
                      <a:pt x="7" y="126"/>
                    </a:lnTo>
                    <a:lnTo>
                      <a:pt x="33" y="14"/>
                    </a:lnTo>
                    <a:close/>
                  </a:path>
                </a:pathLst>
              </a:custGeom>
              <a:solidFill>
                <a:srgbClr val="884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9" name="Freeform 50">
                <a:extLst>
                  <a:ext uri="{FF2B5EF4-FFF2-40B4-BE49-F238E27FC236}">
                    <a16:creationId xmlns:a16="http://schemas.microsoft.com/office/drawing/2014/main" id="{1F8DB637-8ED2-40B7-816A-B168D4BD4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1114"/>
                <a:ext cx="33" cy="126"/>
              </a:xfrm>
              <a:custGeom>
                <a:avLst/>
                <a:gdLst>
                  <a:gd name="T0" fmla="*/ 33 w 33"/>
                  <a:gd name="T1" fmla="*/ 14 h 126"/>
                  <a:gd name="T2" fmla="*/ 0 w 33"/>
                  <a:gd name="T3" fmla="*/ 0 h 126"/>
                  <a:gd name="T4" fmla="*/ 7 w 33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26">
                    <a:moveTo>
                      <a:pt x="33" y="14"/>
                    </a:moveTo>
                    <a:lnTo>
                      <a:pt x="0" y="0"/>
                    </a:lnTo>
                    <a:lnTo>
                      <a:pt x="7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0" name="Freeform 51">
                <a:extLst>
                  <a:ext uri="{FF2B5EF4-FFF2-40B4-BE49-F238E27FC236}">
                    <a16:creationId xmlns:a16="http://schemas.microsoft.com/office/drawing/2014/main" id="{92D1DB97-EE21-4427-A95C-92B83EEFA5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128"/>
                <a:ext cx="33" cy="126"/>
              </a:xfrm>
              <a:custGeom>
                <a:avLst/>
                <a:gdLst>
                  <a:gd name="T0" fmla="*/ 0 w 33"/>
                  <a:gd name="T1" fmla="*/ 112 h 126"/>
                  <a:gd name="T2" fmla="*/ 33 w 33"/>
                  <a:gd name="T3" fmla="*/ 126 h 126"/>
                  <a:gd name="T4" fmla="*/ 26 w 33"/>
                  <a:gd name="T5" fmla="*/ 0 h 126"/>
                  <a:gd name="T6" fmla="*/ 0 w 33"/>
                  <a:gd name="T7" fmla="*/ 112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26">
                    <a:moveTo>
                      <a:pt x="0" y="112"/>
                    </a:moveTo>
                    <a:lnTo>
                      <a:pt x="33" y="126"/>
                    </a:lnTo>
                    <a:lnTo>
                      <a:pt x="26" y="0"/>
                    </a:lnTo>
                    <a:lnTo>
                      <a:pt x="0" y="112"/>
                    </a:lnTo>
                    <a:close/>
                  </a:path>
                </a:pathLst>
              </a:custGeom>
              <a:solidFill>
                <a:srgbClr val="884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1" name="Freeform 52">
                <a:extLst>
                  <a:ext uri="{FF2B5EF4-FFF2-40B4-BE49-F238E27FC236}">
                    <a16:creationId xmlns:a16="http://schemas.microsoft.com/office/drawing/2014/main" id="{7B967E54-201A-45D2-A740-CB17A48C7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128"/>
                <a:ext cx="33" cy="126"/>
              </a:xfrm>
              <a:custGeom>
                <a:avLst/>
                <a:gdLst>
                  <a:gd name="T0" fmla="*/ 0 w 33"/>
                  <a:gd name="T1" fmla="*/ 112 h 126"/>
                  <a:gd name="T2" fmla="*/ 33 w 33"/>
                  <a:gd name="T3" fmla="*/ 126 h 126"/>
                  <a:gd name="T4" fmla="*/ 26 w 33"/>
                  <a:gd name="T5" fmla="*/ 0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26">
                    <a:moveTo>
                      <a:pt x="0" y="112"/>
                    </a:moveTo>
                    <a:lnTo>
                      <a:pt x="33" y="126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2" name="Freeform 53">
                <a:extLst>
                  <a:ext uri="{FF2B5EF4-FFF2-40B4-BE49-F238E27FC236}">
                    <a16:creationId xmlns:a16="http://schemas.microsoft.com/office/drawing/2014/main" id="{2F709E9E-41DB-4780-9F55-652B8EBCE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453"/>
                <a:ext cx="66" cy="146"/>
              </a:xfrm>
              <a:custGeom>
                <a:avLst/>
                <a:gdLst>
                  <a:gd name="T0" fmla="*/ 66 w 66"/>
                  <a:gd name="T1" fmla="*/ 13 h 146"/>
                  <a:gd name="T2" fmla="*/ 33 w 66"/>
                  <a:gd name="T3" fmla="*/ 0 h 146"/>
                  <a:gd name="T4" fmla="*/ 0 w 66"/>
                  <a:gd name="T5" fmla="*/ 146 h 146"/>
                  <a:gd name="T6" fmla="*/ 66 w 66"/>
                  <a:gd name="T7" fmla="*/ 13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46">
                    <a:moveTo>
                      <a:pt x="66" y="13"/>
                    </a:moveTo>
                    <a:lnTo>
                      <a:pt x="33" y="0"/>
                    </a:lnTo>
                    <a:lnTo>
                      <a:pt x="0" y="146"/>
                    </a:lnTo>
                    <a:lnTo>
                      <a:pt x="66" y="13"/>
                    </a:lnTo>
                    <a:close/>
                  </a:path>
                </a:pathLst>
              </a:custGeom>
              <a:solidFill>
                <a:srgbClr val="806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3" name="Freeform 54">
                <a:extLst>
                  <a:ext uri="{FF2B5EF4-FFF2-40B4-BE49-F238E27FC236}">
                    <a16:creationId xmlns:a16="http://schemas.microsoft.com/office/drawing/2014/main" id="{0956D46E-C59D-4D0E-B497-D89C991FA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453"/>
                <a:ext cx="66" cy="146"/>
              </a:xfrm>
              <a:custGeom>
                <a:avLst/>
                <a:gdLst>
                  <a:gd name="T0" fmla="*/ 66 w 66"/>
                  <a:gd name="T1" fmla="*/ 13 h 146"/>
                  <a:gd name="T2" fmla="*/ 33 w 66"/>
                  <a:gd name="T3" fmla="*/ 0 h 146"/>
                  <a:gd name="T4" fmla="*/ 0 w 66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46">
                    <a:moveTo>
                      <a:pt x="66" y="13"/>
                    </a:moveTo>
                    <a:lnTo>
                      <a:pt x="33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4" name="Freeform 55">
                <a:extLst>
                  <a:ext uri="{FF2B5EF4-FFF2-40B4-BE49-F238E27FC236}">
                    <a16:creationId xmlns:a16="http://schemas.microsoft.com/office/drawing/2014/main" id="{4B025C3E-DCF1-470F-854C-096E29385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466"/>
                <a:ext cx="66" cy="140"/>
              </a:xfrm>
              <a:custGeom>
                <a:avLst/>
                <a:gdLst>
                  <a:gd name="T0" fmla="*/ 0 w 66"/>
                  <a:gd name="T1" fmla="*/ 133 h 140"/>
                  <a:gd name="T2" fmla="*/ 27 w 66"/>
                  <a:gd name="T3" fmla="*/ 140 h 140"/>
                  <a:gd name="T4" fmla="*/ 66 w 66"/>
                  <a:gd name="T5" fmla="*/ 0 h 140"/>
                  <a:gd name="T6" fmla="*/ 0 w 66"/>
                  <a:gd name="T7" fmla="*/ 133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40">
                    <a:moveTo>
                      <a:pt x="0" y="133"/>
                    </a:moveTo>
                    <a:lnTo>
                      <a:pt x="27" y="140"/>
                    </a:lnTo>
                    <a:lnTo>
                      <a:pt x="66" y="0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806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5" name="Freeform 56">
                <a:extLst>
                  <a:ext uri="{FF2B5EF4-FFF2-40B4-BE49-F238E27FC236}">
                    <a16:creationId xmlns:a16="http://schemas.microsoft.com/office/drawing/2014/main" id="{2D345B4D-7735-4CEE-AC2F-C1FA907D54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466"/>
                <a:ext cx="66" cy="140"/>
              </a:xfrm>
              <a:custGeom>
                <a:avLst/>
                <a:gdLst>
                  <a:gd name="T0" fmla="*/ 0 w 66"/>
                  <a:gd name="T1" fmla="*/ 133 h 140"/>
                  <a:gd name="T2" fmla="*/ 27 w 66"/>
                  <a:gd name="T3" fmla="*/ 140 h 140"/>
                  <a:gd name="T4" fmla="*/ 66 w 66"/>
                  <a:gd name="T5" fmla="*/ 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40">
                    <a:moveTo>
                      <a:pt x="0" y="133"/>
                    </a:moveTo>
                    <a:lnTo>
                      <a:pt x="27" y="140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6" name="Freeform 57">
                <a:extLst>
                  <a:ext uri="{FF2B5EF4-FFF2-40B4-BE49-F238E27FC236}">
                    <a16:creationId xmlns:a16="http://schemas.microsoft.com/office/drawing/2014/main" id="{0622C58F-EF89-4E43-9456-6AAB884C9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599"/>
                <a:ext cx="80" cy="140"/>
              </a:xfrm>
              <a:custGeom>
                <a:avLst/>
                <a:gdLst>
                  <a:gd name="T0" fmla="*/ 80 w 80"/>
                  <a:gd name="T1" fmla="*/ 7 h 140"/>
                  <a:gd name="T2" fmla="*/ 53 w 80"/>
                  <a:gd name="T3" fmla="*/ 0 h 140"/>
                  <a:gd name="T4" fmla="*/ 0 w 80"/>
                  <a:gd name="T5" fmla="*/ 140 h 140"/>
                  <a:gd name="T6" fmla="*/ 80 w 80"/>
                  <a:gd name="T7" fmla="*/ 7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40">
                    <a:moveTo>
                      <a:pt x="80" y="7"/>
                    </a:moveTo>
                    <a:lnTo>
                      <a:pt x="53" y="0"/>
                    </a:lnTo>
                    <a:lnTo>
                      <a:pt x="0" y="140"/>
                    </a:lnTo>
                    <a:lnTo>
                      <a:pt x="80" y="7"/>
                    </a:lnTo>
                    <a:close/>
                  </a:path>
                </a:pathLst>
              </a:custGeom>
              <a:solidFill>
                <a:srgbClr val="807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7" name="Freeform 58">
                <a:extLst>
                  <a:ext uri="{FF2B5EF4-FFF2-40B4-BE49-F238E27FC236}">
                    <a16:creationId xmlns:a16="http://schemas.microsoft.com/office/drawing/2014/main" id="{88DC93FE-F4BA-4251-8F7E-07B9BBDE6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599"/>
                <a:ext cx="80" cy="140"/>
              </a:xfrm>
              <a:custGeom>
                <a:avLst/>
                <a:gdLst>
                  <a:gd name="T0" fmla="*/ 80 w 80"/>
                  <a:gd name="T1" fmla="*/ 7 h 140"/>
                  <a:gd name="T2" fmla="*/ 53 w 80"/>
                  <a:gd name="T3" fmla="*/ 0 h 140"/>
                  <a:gd name="T4" fmla="*/ 0 w 80"/>
                  <a:gd name="T5" fmla="*/ 14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40">
                    <a:moveTo>
                      <a:pt x="80" y="7"/>
                    </a:moveTo>
                    <a:lnTo>
                      <a:pt x="53" y="0"/>
                    </a:lnTo>
                    <a:lnTo>
                      <a:pt x="0" y="1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8" name="Freeform 59">
                <a:extLst>
                  <a:ext uri="{FF2B5EF4-FFF2-40B4-BE49-F238E27FC236}">
                    <a16:creationId xmlns:a16="http://schemas.microsoft.com/office/drawing/2014/main" id="{B0D5CA7C-8D46-49D5-8493-2E653281F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294"/>
                <a:ext cx="46" cy="146"/>
              </a:xfrm>
              <a:custGeom>
                <a:avLst/>
                <a:gdLst>
                  <a:gd name="T0" fmla="*/ 46 w 46"/>
                  <a:gd name="T1" fmla="*/ 20 h 146"/>
                  <a:gd name="T2" fmla="*/ 20 w 46"/>
                  <a:gd name="T3" fmla="*/ 0 h 146"/>
                  <a:gd name="T4" fmla="*/ 0 w 46"/>
                  <a:gd name="T5" fmla="*/ 146 h 146"/>
                  <a:gd name="T6" fmla="*/ 46 w 46"/>
                  <a:gd name="T7" fmla="*/ 20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46">
                    <a:moveTo>
                      <a:pt x="46" y="20"/>
                    </a:moveTo>
                    <a:lnTo>
                      <a:pt x="20" y="0"/>
                    </a:lnTo>
                    <a:lnTo>
                      <a:pt x="0" y="146"/>
                    </a:lnTo>
                    <a:lnTo>
                      <a:pt x="46" y="20"/>
                    </a:lnTo>
                    <a:close/>
                  </a:path>
                </a:pathLst>
              </a:custGeom>
              <a:solidFill>
                <a:srgbClr val="7854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9" name="Freeform 60">
                <a:extLst>
                  <a:ext uri="{FF2B5EF4-FFF2-40B4-BE49-F238E27FC236}">
                    <a16:creationId xmlns:a16="http://schemas.microsoft.com/office/drawing/2014/main" id="{6028261F-6598-4A89-9828-C41AE57B6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294"/>
                <a:ext cx="46" cy="146"/>
              </a:xfrm>
              <a:custGeom>
                <a:avLst/>
                <a:gdLst>
                  <a:gd name="T0" fmla="*/ 46 w 46"/>
                  <a:gd name="T1" fmla="*/ 20 h 146"/>
                  <a:gd name="T2" fmla="*/ 20 w 46"/>
                  <a:gd name="T3" fmla="*/ 0 h 146"/>
                  <a:gd name="T4" fmla="*/ 0 w 46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46">
                    <a:moveTo>
                      <a:pt x="46" y="20"/>
                    </a:moveTo>
                    <a:lnTo>
                      <a:pt x="20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0" name="Freeform 61">
                <a:extLst>
                  <a:ext uri="{FF2B5EF4-FFF2-40B4-BE49-F238E27FC236}">
                    <a16:creationId xmlns:a16="http://schemas.microsoft.com/office/drawing/2014/main" id="{BBB22A12-8F14-4544-8939-204931F231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314"/>
                <a:ext cx="46" cy="139"/>
              </a:xfrm>
              <a:custGeom>
                <a:avLst/>
                <a:gdLst>
                  <a:gd name="T0" fmla="*/ 0 w 46"/>
                  <a:gd name="T1" fmla="*/ 126 h 139"/>
                  <a:gd name="T2" fmla="*/ 26 w 46"/>
                  <a:gd name="T3" fmla="*/ 139 h 139"/>
                  <a:gd name="T4" fmla="*/ 46 w 46"/>
                  <a:gd name="T5" fmla="*/ 0 h 139"/>
                  <a:gd name="T6" fmla="*/ 0 w 46"/>
                  <a:gd name="T7" fmla="*/ 126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39">
                    <a:moveTo>
                      <a:pt x="0" y="126"/>
                    </a:moveTo>
                    <a:lnTo>
                      <a:pt x="26" y="139"/>
                    </a:lnTo>
                    <a:lnTo>
                      <a:pt x="46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7854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1" name="Freeform 62">
                <a:extLst>
                  <a:ext uri="{FF2B5EF4-FFF2-40B4-BE49-F238E27FC236}">
                    <a16:creationId xmlns:a16="http://schemas.microsoft.com/office/drawing/2014/main" id="{6D37E2A2-C444-469E-A305-82958D043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314"/>
                <a:ext cx="46" cy="139"/>
              </a:xfrm>
              <a:custGeom>
                <a:avLst/>
                <a:gdLst>
                  <a:gd name="T0" fmla="*/ 0 w 46"/>
                  <a:gd name="T1" fmla="*/ 126 h 139"/>
                  <a:gd name="T2" fmla="*/ 26 w 46"/>
                  <a:gd name="T3" fmla="*/ 139 h 139"/>
                  <a:gd name="T4" fmla="*/ 46 w 46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39">
                    <a:moveTo>
                      <a:pt x="0" y="126"/>
                    </a:moveTo>
                    <a:lnTo>
                      <a:pt x="26" y="139"/>
                    </a:lnTo>
                    <a:lnTo>
                      <a:pt x="4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2" name="Freeform 63">
                <a:extLst>
                  <a:ext uri="{FF2B5EF4-FFF2-40B4-BE49-F238E27FC236}">
                    <a16:creationId xmlns:a16="http://schemas.microsoft.com/office/drawing/2014/main" id="{494CC106-D86C-49FB-B424-98F335A5F8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852"/>
                <a:ext cx="112" cy="113"/>
              </a:xfrm>
              <a:custGeom>
                <a:avLst/>
                <a:gdLst>
                  <a:gd name="T0" fmla="*/ 112 w 112"/>
                  <a:gd name="T1" fmla="*/ 6 h 113"/>
                  <a:gd name="T2" fmla="*/ 79 w 112"/>
                  <a:gd name="T3" fmla="*/ 0 h 113"/>
                  <a:gd name="T4" fmla="*/ 0 w 112"/>
                  <a:gd name="T5" fmla="*/ 113 h 113"/>
                  <a:gd name="T6" fmla="*/ 112 w 112"/>
                  <a:gd name="T7" fmla="*/ 6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13">
                    <a:moveTo>
                      <a:pt x="112" y="6"/>
                    </a:moveTo>
                    <a:lnTo>
                      <a:pt x="79" y="0"/>
                    </a:lnTo>
                    <a:lnTo>
                      <a:pt x="0" y="113"/>
                    </a:lnTo>
                    <a:lnTo>
                      <a:pt x="112" y="6"/>
                    </a:lnTo>
                    <a:close/>
                  </a:path>
                </a:pathLst>
              </a:custGeom>
              <a:solidFill>
                <a:srgbClr val="98A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3" name="Freeform 64">
                <a:extLst>
                  <a:ext uri="{FF2B5EF4-FFF2-40B4-BE49-F238E27FC236}">
                    <a16:creationId xmlns:a16="http://schemas.microsoft.com/office/drawing/2014/main" id="{AA808C60-8589-4997-8583-A52650A42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852"/>
                <a:ext cx="112" cy="113"/>
              </a:xfrm>
              <a:custGeom>
                <a:avLst/>
                <a:gdLst>
                  <a:gd name="T0" fmla="*/ 112 w 112"/>
                  <a:gd name="T1" fmla="*/ 6 h 113"/>
                  <a:gd name="T2" fmla="*/ 79 w 112"/>
                  <a:gd name="T3" fmla="*/ 0 h 113"/>
                  <a:gd name="T4" fmla="*/ 0 w 112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13">
                    <a:moveTo>
                      <a:pt x="112" y="6"/>
                    </a:moveTo>
                    <a:lnTo>
                      <a:pt x="79" y="0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4" name="Freeform 65">
                <a:extLst>
                  <a:ext uri="{FF2B5EF4-FFF2-40B4-BE49-F238E27FC236}">
                    <a16:creationId xmlns:a16="http://schemas.microsoft.com/office/drawing/2014/main" id="{2FE6FF00-2E0B-410C-B045-636DE4D60C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852"/>
                <a:ext cx="112" cy="113"/>
              </a:xfrm>
              <a:custGeom>
                <a:avLst/>
                <a:gdLst>
                  <a:gd name="T0" fmla="*/ 0 w 112"/>
                  <a:gd name="T1" fmla="*/ 99 h 113"/>
                  <a:gd name="T2" fmla="*/ 33 w 112"/>
                  <a:gd name="T3" fmla="*/ 113 h 113"/>
                  <a:gd name="T4" fmla="*/ 112 w 112"/>
                  <a:gd name="T5" fmla="*/ 0 h 113"/>
                  <a:gd name="T6" fmla="*/ 0 w 112"/>
                  <a:gd name="T7" fmla="*/ 99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13">
                    <a:moveTo>
                      <a:pt x="0" y="99"/>
                    </a:moveTo>
                    <a:lnTo>
                      <a:pt x="33" y="113"/>
                    </a:lnTo>
                    <a:lnTo>
                      <a:pt x="112" y="0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A0B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5" name="Freeform 66">
                <a:extLst>
                  <a:ext uri="{FF2B5EF4-FFF2-40B4-BE49-F238E27FC236}">
                    <a16:creationId xmlns:a16="http://schemas.microsoft.com/office/drawing/2014/main" id="{7E309507-B2E5-48A2-A831-878F32F18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852"/>
                <a:ext cx="112" cy="113"/>
              </a:xfrm>
              <a:custGeom>
                <a:avLst/>
                <a:gdLst>
                  <a:gd name="T0" fmla="*/ 0 w 112"/>
                  <a:gd name="T1" fmla="*/ 99 h 113"/>
                  <a:gd name="T2" fmla="*/ 33 w 112"/>
                  <a:gd name="T3" fmla="*/ 113 h 113"/>
                  <a:gd name="T4" fmla="*/ 112 w 112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13">
                    <a:moveTo>
                      <a:pt x="0" y="99"/>
                    </a:moveTo>
                    <a:lnTo>
                      <a:pt x="33" y="113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6" name="Freeform 67">
                <a:extLst>
                  <a:ext uri="{FF2B5EF4-FFF2-40B4-BE49-F238E27FC236}">
                    <a16:creationId xmlns:a16="http://schemas.microsoft.com/office/drawing/2014/main" id="{5F237C21-10EF-41AF-B9A7-6F78C9F6B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128"/>
                <a:ext cx="33" cy="126"/>
              </a:xfrm>
              <a:custGeom>
                <a:avLst/>
                <a:gdLst>
                  <a:gd name="T0" fmla="*/ 33 w 33"/>
                  <a:gd name="T1" fmla="*/ 13 h 126"/>
                  <a:gd name="T2" fmla="*/ 0 w 33"/>
                  <a:gd name="T3" fmla="*/ 0 h 126"/>
                  <a:gd name="T4" fmla="*/ 7 w 33"/>
                  <a:gd name="T5" fmla="*/ 126 h 126"/>
                  <a:gd name="T6" fmla="*/ 33 w 33"/>
                  <a:gd name="T7" fmla="*/ 13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26">
                    <a:moveTo>
                      <a:pt x="33" y="13"/>
                    </a:moveTo>
                    <a:lnTo>
                      <a:pt x="0" y="0"/>
                    </a:lnTo>
                    <a:lnTo>
                      <a:pt x="7" y="126"/>
                    </a:lnTo>
                    <a:lnTo>
                      <a:pt x="33" y="13"/>
                    </a:lnTo>
                    <a:close/>
                  </a:path>
                </a:pathLst>
              </a:custGeom>
              <a:solidFill>
                <a:srgbClr val="8044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7" name="Freeform 68">
                <a:extLst>
                  <a:ext uri="{FF2B5EF4-FFF2-40B4-BE49-F238E27FC236}">
                    <a16:creationId xmlns:a16="http://schemas.microsoft.com/office/drawing/2014/main" id="{FE21BCC5-9AFD-4292-8200-2B760F6298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128"/>
                <a:ext cx="33" cy="126"/>
              </a:xfrm>
              <a:custGeom>
                <a:avLst/>
                <a:gdLst>
                  <a:gd name="T0" fmla="*/ 33 w 33"/>
                  <a:gd name="T1" fmla="*/ 13 h 126"/>
                  <a:gd name="T2" fmla="*/ 0 w 33"/>
                  <a:gd name="T3" fmla="*/ 0 h 126"/>
                  <a:gd name="T4" fmla="*/ 7 w 33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26">
                    <a:moveTo>
                      <a:pt x="33" y="13"/>
                    </a:moveTo>
                    <a:lnTo>
                      <a:pt x="0" y="0"/>
                    </a:lnTo>
                    <a:lnTo>
                      <a:pt x="7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8" name="Freeform 69">
                <a:extLst>
                  <a:ext uri="{FF2B5EF4-FFF2-40B4-BE49-F238E27FC236}">
                    <a16:creationId xmlns:a16="http://schemas.microsoft.com/office/drawing/2014/main" id="{4D330AEF-FB00-4A8D-AD6B-665B96B57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" y="1141"/>
                <a:ext cx="33" cy="126"/>
              </a:xfrm>
              <a:custGeom>
                <a:avLst/>
                <a:gdLst>
                  <a:gd name="T0" fmla="*/ 0 w 33"/>
                  <a:gd name="T1" fmla="*/ 113 h 126"/>
                  <a:gd name="T2" fmla="*/ 33 w 33"/>
                  <a:gd name="T3" fmla="*/ 126 h 126"/>
                  <a:gd name="T4" fmla="*/ 26 w 33"/>
                  <a:gd name="T5" fmla="*/ 0 h 126"/>
                  <a:gd name="T6" fmla="*/ 0 w 33"/>
                  <a:gd name="T7" fmla="*/ 113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26">
                    <a:moveTo>
                      <a:pt x="0" y="113"/>
                    </a:moveTo>
                    <a:lnTo>
                      <a:pt x="33" y="126"/>
                    </a:lnTo>
                    <a:lnTo>
                      <a:pt x="26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8044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9" name="Freeform 70">
                <a:extLst>
                  <a:ext uri="{FF2B5EF4-FFF2-40B4-BE49-F238E27FC236}">
                    <a16:creationId xmlns:a16="http://schemas.microsoft.com/office/drawing/2014/main" id="{400F8835-D0AB-4B0B-9A15-B01111452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" y="1141"/>
                <a:ext cx="33" cy="126"/>
              </a:xfrm>
              <a:custGeom>
                <a:avLst/>
                <a:gdLst>
                  <a:gd name="T0" fmla="*/ 0 w 33"/>
                  <a:gd name="T1" fmla="*/ 113 h 126"/>
                  <a:gd name="T2" fmla="*/ 33 w 33"/>
                  <a:gd name="T3" fmla="*/ 126 h 126"/>
                  <a:gd name="T4" fmla="*/ 26 w 33"/>
                  <a:gd name="T5" fmla="*/ 0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26">
                    <a:moveTo>
                      <a:pt x="0" y="113"/>
                    </a:moveTo>
                    <a:lnTo>
                      <a:pt x="33" y="126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0" name="Freeform 71">
                <a:extLst>
                  <a:ext uri="{FF2B5EF4-FFF2-40B4-BE49-F238E27FC236}">
                    <a16:creationId xmlns:a16="http://schemas.microsoft.com/office/drawing/2014/main" id="{A8C6DFFE-BC2B-406B-8C81-971A3F0AE8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779"/>
                <a:ext cx="106" cy="53"/>
              </a:xfrm>
              <a:custGeom>
                <a:avLst/>
                <a:gdLst>
                  <a:gd name="T0" fmla="*/ 106 w 106"/>
                  <a:gd name="T1" fmla="*/ 33 h 53"/>
                  <a:gd name="T2" fmla="*/ 73 w 106"/>
                  <a:gd name="T3" fmla="*/ 0 h 53"/>
                  <a:gd name="T4" fmla="*/ 0 w 106"/>
                  <a:gd name="T5" fmla="*/ 53 h 53"/>
                  <a:gd name="T6" fmla="*/ 106 w 106"/>
                  <a:gd name="T7" fmla="*/ 33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53">
                    <a:moveTo>
                      <a:pt x="106" y="33"/>
                    </a:moveTo>
                    <a:lnTo>
                      <a:pt x="73" y="0"/>
                    </a:lnTo>
                    <a:lnTo>
                      <a:pt x="0" y="53"/>
                    </a:lnTo>
                    <a:lnTo>
                      <a:pt x="106" y="33"/>
                    </a:lnTo>
                    <a:close/>
                  </a:path>
                </a:pathLst>
              </a:custGeom>
              <a:solidFill>
                <a:srgbClr val="D0D4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1" name="Freeform 72">
                <a:extLst>
                  <a:ext uri="{FF2B5EF4-FFF2-40B4-BE49-F238E27FC236}">
                    <a16:creationId xmlns:a16="http://schemas.microsoft.com/office/drawing/2014/main" id="{4C47BAC8-32FE-414E-9C6B-7F6FC5553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779"/>
                <a:ext cx="106" cy="53"/>
              </a:xfrm>
              <a:custGeom>
                <a:avLst/>
                <a:gdLst>
                  <a:gd name="T0" fmla="*/ 106 w 106"/>
                  <a:gd name="T1" fmla="*/ 33 h 53"/>
                  <a:gd name="T2" fmla="*/ 73 w 106"/>
                  <a:gd name="T3" fmla="*/ 0 h 53"/>
                  <a:gd name="T4" fmla="*/ 0 w 106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53">
                    <a:moveTo>
                      <a:pt x="106" y="33"/>
                    </a:moveTo>
                    <a:lnTo>
                      <a:pt x="73" y="0"/>
                    </a:lnTo>
                    <a:lnTo>
                      <a:pt x="0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2" name="Freeform 73">
                <a:extLst>
                  <a:ext uri="{FF2B5EF4-FFF2-40B4-BE49-F238E27FC236}">
                    <a16:creationId xmlns:a16="http://schemas.microsoft.com/office/drawing/2014/main" id="{C6BCCE3D-CB88-451E-958C-C19D7B50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745"/>
                <a:ext cx="106" cy="47"/>
              </a:xfrm>
              <a:custGeom>
                <a:avLst/>
                <a:gdLst>
                  <a:gd name="T0" fmla="*/ 106 w 106"/>
                  <a:gd name="T1" fmla="*/ 34 h 47"/>
                  <a:gd name="T2" fmla="*/ 72 w 106"/>
                  <a:gd name="T3" fmla="*/ 0 h 47"/>
                  <a:gd name="T4" fmla="*/ 0 w 106"/>
                  <a:gd name="T5" fmla="*/ 47 h 47"/>
                  <a:gd name="T6" fmla="*/ 106 w 106"/>
                  <a:gd name="T7" fmla="*/ 34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47">
                    <a:moveTo>
                      <a:pt x="106" y="34"/>
                    </a:moveTo>
                    <a:lnTo>
                      <a:pt x="72" y="0"/>
                    </a:lnTo>
                    <a:lnTo>
                      <a:pt x="0" y="47"/>
                    </a:lnTo>
                    <a:lnTo>
                      <a:pt x="106" y="34"/>
                    </a:lnTo>
                    <a:close/>
                  </a:path>
                </a:pathLst>
              </a:custGeom>
              <a:solidFill>
                <a:srgbClr val="D8D0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3" name="Freeform 74">
                <a:extLst>
                  <a:ext uri="{FF2B5EF4-FFF2-40B4-BE49-F238E27FC236}">
                    <a16:creationId xmlns:a16="http://schemas.microsoft.com/office/drawing/2014/main" id="{638418D8-46BC-484D-9D79-D709AAF35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745"/>
                <a:ext cx="106" cy="47"/>
              </a:xfrm>
              <a:custGeom>
                <a:avLst/>
                <a:gdLst>
                  <a:gd name="T0" fmla="*/ 106 w 106"/>
                  <a:gd name="T1" fmla="*/ 34 h 47"/>
                  <a:gd name="T2" fmla="*/ 72 w 106"/>
                  <a:gd name="T3" fmla="*/ 0 h 47"/>
                  <a:gd name="T4" fmla="*/ 0 w 106"/>
                  <a:gd name="T5" fmla="*/ 47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47">
                    <a:moveTo>
                      <a:pt x="106" y="34"/>
                    </a:moveTo>
                    <a:lnTo>
                      <a:pt x="72" y="0"/>
                    </a:lnTo>
                    <a:lnTo>
                      <a:pt x="0" y="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4" name="Freeform 75">
                <a:extLst>
                  <a:ext uri="{FF2B5EF4-FFF2-40B4-BE49-F238E27FC236}">
                    <a16:creationId xmlns:a16="http://schemas.microsoft.com/office/drawing/2014/main" id="{D9F823BE-14C1-434D-96AE-715500166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779"/>
                <a:ext cx="106" cy="53"/>
              </a:xfrm>
              <a:custGeom>
                <a:avLst/>
                <a:gdLst>
                  <a:gd name="T0" fmla="*/ 0 w 106"/>
                  <a:gd name="T1" fmla="*/ 13 h 53"/>
                  <a:gd name="T2" fmla="*/ 33 w 106"/>
                  <a:gd name="T3" fmla="*/ 53 h 53"/>
                  <a:gd name="T4" fmla="*/ 106 w 106"/>
                  <a:gd name="T5" fmla="*/ 0 h 53"/>
                  <a:gd name="T6" fmla="*/ 0 w 106"/>
                  <a:gd name="T7" fmla="*/ 13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53">
                    <a:moveTo>
                      <a:pt x="0" y="13"/>
                    </a:moveTo>
                    <a:lnTo>
                      <a:pt x="33" y="53"/>
                    </a:lnTo>
                    <a:lnTo>
                      <a:pt x="106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D8D0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5" name="Freeform 76">
                <a:extLst>
                  <a:ext uri="{FF2B5EF4-FFF2-40B4-BE49-F238E27FC236}">
                    <a16:creationId xmlns:a16="http://schemas.microsoft.com/office/drawing/2014/main" id="{F43A2F5B-CFEA-4CC9-A702-1362B2D50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779"/>
                <a:ext cx="106" cy="53"/>
              </a:xfrm>
              <a:custGeom>
                <a:avLst/>
                <a:gdLst>
                  <a:gd name="T0" fmla="*/ 0 w 106"/>
                  <a:gd name="T1" fmla="*/ 13 h 53"/>
                  <a:gd name="T2" fmla="*/ 33 w 106"/>
                  <a:gd name="T3" fmla="*/ 53 h 53"/>
                  <a:gd name="T4" fmla="*/ 106 w 106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53">
                    <a:moveTo>
                      <a:pt x="0" y="13"/>
                    </a:moveTo>
                    <a:lnTo>
                      <a:pt x="33" y="53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6" name="Freeform 77">
                <a:extLst>
                  <a:ext uri="{FF2B5EF4-FFF2-40B4-BE49-F238E27FC236}">
                    <a16:creationId xmlns:a16="http://schemas.microsoft.com/office/drawing/2014/main" id="{E52E62BD-C098-4C69-BACF-48929D81D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706"/>
                <a:ext cx="99" cy="46"/>
              </a:xfrm>
              <a:custGeom>
                <a:avLst/>
                <a:gdLst>
                  <a:gd name="T0" fmla="*/ 99 w 99"/>
                  <a:gd name="T1" fmla="*/ 39 h 46"/>
                  <a:gd name="T2" fmla="*/ 66 w 99"/>
                  <a:gd name="T3" fmla="*/ 0 h 46"/>
                  <a:gd name="T4" fmla="*/ 0 w 99"/>
                  <a:gd name="T5" fmla="*/ 46 h 46"/>
                  <a:gd name="T6" fmla="*/ 99 w 99"/>
                  <a:gd name="T7" fmla="*/ 39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46">
                    <a:moveTo>
                      <a:pt x="99" y="39"/>
                    </a:moveTo>
                    <a:lnTo>
                      <a:pt x="66" y="0"/>
                    </a:lnTo>
                    <a:lnTo>
                      <a:pt x="0" y="46"/>
                    </a:lnTo>
                    <a:lnTo>
                      <a:pt x="99" y="39"/>
                    </a:lnTo>
                    <a:close/>
                  </a:path>
                </a:pathLst>
              </a:custGeom>
              <a:solidFill>
                <a:srgbClr val="D8D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7" name="Freeform 78">
                <a:extLst>
                  <a:ext uri="{FF2B5EF4-FFF2-40B4-BE49-F238E27FC236}">
                    <a16:creationId xmlns:a16="http://schemas.microsoft.com/office/drawing/2014/main" id="{B3C3F21E-82AC-4F89-AE61-E8D38AAB6F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706"/>
                <a:ext cx="99" cy="46"/>
              </a:xfrm>
              <a:custGeom>
                <a:avLst/>
                <a:gdLst>
                  <a:gd name="T0" fmla="*/ 99 w 99"/>
                  <a:gd name="T1" fmla="*/ 39 h 46"/>
                  <a:gd name="T2" fmla="*/ 66 w 99"/>
                  <a:gd name="T3" fmla="*/ 0 h 46"/>
                  <a:gd name="T4" fmla="*/ 0 w 99"/>
                  <a:gd name="T5" fmla="*/ 46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46">
                    <a:moveTo>
                      <a:pt x="99" y="39"/>
                    </a:moveTo>
                    <a:lnTo>
                      <a:pt x="66" y="0"/>
                    </a:lnTo>
                    <a:lnTo>
                      <a:pt x="0" y="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8" name="Freeform 79">
                <a:extLst>
                  <a:ext uri="{FF2B5EF4-FFF2-40B4-BE49-F238E27FC236}">
                    <a16:creationId xmlns:a16="http://schemas.microsoft.com/office/drawing/2014/main" id="{A7595CA2-66C9-4751-93F4-BDA0EA706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745"/>
                <a:ext cx="99" cy="47"/>
              </a:xfrm>
              <a:custGeom>
                <a:avLst/>
                <a:gdLst>
                  <a:gd name="T0" fmla="*/ 0 w 99"/>
                  <a:gd name="T1" fmla="*/ 7 h 47"/>
                  <a:gd name="T2" fmla="*/ 27 w 99"/>
                  <a:gd name="T3" fmla="*/ 47 h 47"/>
                  <a:gd name="T4" fmla="*/ 99 w 99"/>
                  <a:gd name="T5" fmla="*/ 0 h 47"/>
                  <a:gd name="T6" fmla="*/ 0 w 99"/>
                  <a:gd name="T7" fmla="*/ 7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47">
                    <a:moveTo>
                      <a:pt x="0" y="7"/>
                    </a:moveTo>
                    <a:lnTo>
                      <a:pt x="27" y="47"/>
                    </a:lnTo>
                    <a:lnTo>
                      <a:pt x="99" y="0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D8D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9" name="Freeform 80">
                <a:extLst>
                  <a:ext uri="{FF2B5EF4-FFF2-40B4-BE49-F238E27FC236}">
                    <a16:creationId xmlns:a16="http://schemas.microsoft.com/office/drawing/2014/main" id="{5808172A-2BFD-46FC-A349-331C7C0D5C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745"/>
                <a:ext cx="99" cy="47"/>
              </a:xfrm>
              <a:custGeom>
                <a:avLst/>
                <a:gdLst>
                  <a:gd name="T0" fmla="*/ 0 w 99"/>
                  <a:gd name="T1" fmla="*/ 7 h 47"/>
                  <a:gd name="T2" fmla="*/ 27 w 99"/>
                  <a:gd name="T3" fmla="*/ 47 h 47"/>
                  <a:gd name="T4" fmla="*/ 99 w 99"/>
                  <a:gd name="T5" fmla="*/ 0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47">
                    <a:moveTo>
                      <a:pt x="0" y="7"/>
                    </a:moveTo>
                    <a:lnTo>
                      <a:pt x="27" y="47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0" name="Freeform 81">
                <a:extLst>
                  <a:ext uri="{FF2B5EF4-FFF2-40B4-BE49-F238E27FC236}">
                    <a16:creationId xmlns:a16="http://schemas.microsoft.com/office/drawing/2014/main" id="{B507504E-D6EB-4207-B8DC-DC7C4D568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606"/>
                <a:ext cx="80" cy="139"/>
              </a:xfrm>
              <a:custGeom>
                <a:avLst/>
                <a:gdLst>
                  <a:gd name="T0" fmla="*/ 0 w 80"/>
                  <a:gd name="T1" fmla="*/ 133 h 139"/>
                  <a:gd name="T2" fmla="*/ 33 w 80"/>
                  <a:gd name="T3" fmla="*/ 139 h 139"/>
                  <a:gd name="T4" fmla="*/ 80 w 80"/>
                  <a:gd name="T5" fmla="*/ 0 h 139"/>
                  <a:gd name="T6" fmla="*/ 0 w 80"/>
                  <a:gd name="T7" fmla="*/ 133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39">
                    <a:moveTo>
                      <a:pt x="0" y="133"/>
                    </a:moveTo>
                    <a:lnTo>
                      <a:pt x="33" y="139"/>
                    </a:lnTo>
                    <a:lnTo>
                      <a:pt x="80" y="0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807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1" name="Freeform 82">
                <a:extLst>
                  <a:ext uri="{FF2B5EF4-FFF2-40B4-BE49-F238E27FC236}">
                    <a16:creationId xmlns:a16="http://schemas.microsoft.com/office/drawing/2014/main" id="{D9124851-B248-4CF8-91E7-CE8616C907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606"/>
                <a:ext cx="80" cy="139"/>
              </a:xfrm>
              <a:custGeom>
                <a:avLst/>
                <a:gdLst>
                  <a:gd name="T0" fmla="*/ 0 w 80"/>
                  <a:gd name="T1" fmla="*/ 133 h 139"/>
                  <a:gd name="T2" fmla="*/ 33 w 80"/>
                  <a:gd name="T3" fmla="*/ 139 h 139"/>
                  <a:gd name="T4" fmla="*/ 80 w 80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39">
                    <a:moveTo>
                      <a:pt x="0" y="133"/>
                    </a:moveTo>
                    <a:lnTo>
                      <a:pt x="33" y="139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2" name="Freeform 83">
                <a:extLst>
                  <a:ext uri="{FF2B5EF4-FFF2-40B4-BE49-F238E27FC236}">
                    <a16:creationId xmlns:a16="http://schemas.microsoft.com/office/drawing/2014/main" id="{B17F27A0-A4D6-4201-99A2-4611A233A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1739"/>
                <a:ext cx="99" cy="133"/>
              </a:xfrm>
              <a:custGeom>
                <a:avLst/>
                <a:gdLst>
                  <a:gd name="T0" fmla="*/ 99 w 99"/>
                  <a:gd name="T1" fmla="*/ 6 h 133"/>
                  <a:gd name="T2" fmla="*/ 66 w 99"/>
                  <a:gd name="T3" fmla="*/ 0 h 133"/>
                  <a:gd name="T4" fmla="*/ 0 w 99"/>
                  <a:gd name="T5" fmla="*/ 133 h 133"/>
                  <a:gd name="T6" fmla="*/ 99 w 99"/>
                  <a:gd name="T7" fmla="*/ 6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3">
                    <a:moveTo>
                      <a:pt x="99" y="6"/>
                    </a:moveTo>
                    <a:lnTo>
                      <a:pt x="66" y="0"/>
                    </a:lnTo>
                    <a:lnTo>
                      <a:pt x="0" y="133"/>
                    </a:lnTo>
                    <a:lnTo>
                      <a:pt x="99" y="6"/>
                    </a:lnTo>
                    <a:close/>
                  </a:path>
                </a:pathLst>
              </a:custGeom>
              <a:solidFill>
                <a:srgbClr val="8090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3" name="Freeform 84">
                <a:extLst>
                  <a:ext uri="{FF2B5EF4-FFF2-40B4-BE49-F238E27FC236}">
                    <a16:creationId xmlns:a16="http://schemas.microsoft.com/office/drawing/2014/main" id="{6EDFF8AA-CE9C-475B-BF5C-402882A48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1739"/>
                <a:ext cx="99" cy="133"/>
              </a:xfrm>
              <a:custGeom>
                <a:avLst/>
                <a:gdLst>
                  <a:gd name="T0" fmla="*/ 99 w 99"/>
                  <a:gd name="T1" fmla="*/ 6 h 133"/>
                  <a:gd name="T2" fmla="*/ 66 w 99"/>
                  <a:gd name="T3" fmla="*/ 0 h 133"/>
                  <a:gd name="T4" fmla="*/ 0 w 99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3">
                    <a:moveTo>
                      <a:pt x="99" y="6"/>
                    </a:moveTo>
                    <a:lnTo>
                      <a:pt x="66" y="0"/>
                    </a:lnTo>
                    <a:lnTo>
                      <a:pt x="0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4" name="Freeform 85">
                <a:extLst>
                  <a:ext uri="{FF2B5EF4-FFF2-40B4-BE49-F238E27FC236}">
                    <a16:creationId xmlns:a16="http://schemas.microsoft.com/office/drawing/2014/main" id="{907F2C85-5FD2-4396-90B3-A90DAB46C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739"/>
                <a:ext cx="99" cy="133"/>
              </a:xfrm>
              <a:custGeom>
                <a:avLst/>
                <a:gdLst>
                  <a:gd name="T0" fmla="*/ 0 w 99"/>
                  <a:gd name="T1" fmla="*/ 126 h 133"/>
                  <a:gd name="T2" fmla="*/ 33 w 99"/>
                  <a:gd name="T3" fmla="*/ 133 h 133"/>
                  <a:gd name="T4" fmla="*/ 99 w 99"/>
                  <a:gd name="T5" fmla="*/ 0 h 133"/>
                  <a:gd name="T6" fmla="*/ 0 w 99"/>
                  <a:gd name="T7" fmla="*/ 126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3">
                    <a:moveTo>
                      <a:pt x="0" y="126"/>
                    </a:moveTo>
                    <a:lnTo>
                      <a:pt x="33" y="133"/>
                    </a:lnTo>
                    <a:lnTo>
                      <a:pt x="99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9094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5" name="Freeform 86">
                <a:extLst>
                  <a:ext uri="{FF2B5EF4-FFF2-40B4-BE49-F238E27FC236}">
                    <a16:creationId xmlns:a16="http://schemas.microsoft.com/office/drawing/2014/main" id="{A7A358AF-B35D-4B23-B342-F8BF012A7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739"/>
                <a:ext cx="99" cy="133"/>
              </a:xfrm>
              <a:custGeom>
                <a:avLst/>
                <a:gdLst>
                  <a:gd name="T0" fmla="*/ 0 w 99"/>
                  <a:gd name="T1" fmla="*/ 126 h 133"/>
                  <a:gd name="T2" fmla="*/ 33 w 99"/>
                  <a:gd name="T3" fmla="*/ 133 h 133"/>
                  <a:gd name="T4" fmla="*/ 99 w 99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3">
                    <a:moveTo>
                      <a:pt x="0" y="126"/>
                    </a:moveTo>
                    <a:lnTo>
                      <a:pt x="33" y="133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6" name="Freeform 87">
                <a:extLst>
                  <a:ext uri="{FF2B5EF4-FFF2-40B4-BE49-F238E27FC236}">
                    <a16:creationId xmlns:a16="http://schemas.microsoft.com/office/drawing/2014/main" id="{F11DDCD9-6CE0-4BC4-BFE9-9DB37145B2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6" y="1812"/>
                <a:ext cx="106" cy="53"/>
              </a:xfrm>
              <a:custGeom>
                <a:avLst/>
                <a:gdLst>
                  <a:gd name="T0" fmla="*/ 106 w 106"/>
                  <a:gd name="T1" fmla="*/ 26 h 53"/>
                  <a:gd name="T2" fmla="*/ 80 w 106"/>
                  <a:gd name="T3" fmla="*/ 0 h 53"/>
                  <a:gd name="T4" fmla="*/ 0 w 106"/>
                  <a:gd name="T5" fmla="*/ 53 h 53"/>
                  <a:gd name="T6" fmla="*/ 106 w 106"/>
                  <a:gd name="T7" fmla="*/ 26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53">
                    <a:moveTo>
                      <a:pt x="106" y="26"/>
                    </a:moveTo>
                    <a:lnTo>
                      <a:pt x="80" y="0"/>
                    </a:lnTo>
                    <a:lnTo>
                      <a:pt x="0" y="53"/>
                    </a:lnTo>
                    <a:lnTo>
                      <a:pt x="106" y="26"/>
                    </a:lnTo>
                    <a:close/>
                  </a:path>
                </a:pathLst>
              </a:custGeom>
              <a:solidFill>
                <a:srgbClr val="D0D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7" name="Freeform 88">
                <a:extLst>
                  <a:ext uri="{FF2B5EF4-FFF2-40B4-BE49-F238E27FC236}">
                    <a16:creationId xmlns:a16="http://schemas.microsoft.com/office/drawing/2014/main" id="{8A749ECD-DFC4-4E49-B821-3C21CF0A3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6" y="1812"/>
                <a:ext cx="106" cy="53"/>
              </a:xfrm>
              <a:custGeom>
                <a:avLst/>
                <a:gdLst>
                  <a:gd name="T0" fmla="*/ 106 w 106"/>
                  <a:gd name="T1" fmla="*/ 26 h 53"/>
                  <a:gd name="T2" fmla="*/ 80 w 106"/>
                  <a:gd name="T3" fmla="*/ 0 h 53"/>
                  <a:gd name="T4" fmla="*/ 0 w 106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53">
                    <a:moveTo>
                      <a:pt x="106" y="26"/>
                    </a:moveTo>
                    <a:lnTo>
                      <a:pt x="80" y="0"/>
                    </a:lnTo>
                    <a:lnTo>
                      <a:pt x="0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8" name="Freeform 89">
                <a:extLst>
                  <a:ext uri="{FF2B5EF4-FFF2-40B4-BE49-F238E27FC236}">
                    <a16:creationId xmlns:a16="http://schemas.microsoft.com/office/drawing/2014/main" id="{8B936E12-9E96-45AC-A35E-E7A0193E44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812"/>
                <a:ext cx="106" cy="53"/>
              </a:xfrm>
              <a:custGeom>
                <a:avLst/>
                <a:gdLst>
                  <a:gd name="T0" fmla="*/ 0 w 106"/>
                  <a:gd name="T1" fmla="*/ 20 h 53"/>
                  <a:gd name="T2" fmla="*/ 26 w 106"/>
                  <a:gd name="T3" fmla="*/ 53 h 53"/>
                  <a:gd name="T4" fmla="*/ 106 w 106"/>
                  <a:gd name="T5" fmla="*/ 0 h 53"/>
                  <a:gd name="T6" fmla="*/ 0 w 106"/>
                  <a:gd name="T7" fmla="*/ 2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53">
                    <a:moveTo>
                      <a:pt x="0" y="20"/>
                    </a:moveTo>
                    <a:lnTo>
                      <a:pt x="26" y="53"/>
                    </a:lnTo>
                    <a:lnTo>
                      <a:pt x="106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D0D4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9" name="Freeform 90">
                <a:extLst>
                  <a:ext uri="{FF2B5EF4-FFF2-40B4-BE49-F238E27FC236}">
                    <a16:creationId xmlns:a16="http://schemas.microsoft.com/office/drawing/2014/main" id="{1DF48DAF-0EA1-4640-A68F-3C5A96255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812"/>
                <a:ext cx="106" cy="53"/>
              </a:xfrm>
              <a:custGeom>
                <a:avLst/>
                <a:gdLst>
                  <a:gd name="T0" fmla="*/ 0 w 106"/>
                  <a:gd name="T1" fmla="*/ 20 h 53"/>
                  <a:gd name="T2" fmla="*/ 26 w 106"/>
                  <a:gd name="T3" fmla="*/ 53 h 53"/>
                  <a:gd name="T4" fmla="*/ 106 w 106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53">
                    <a:moveTo>
                      <a:pt x="0" y="20"/>
                    </a:moveTo>
                    <a:lnTo>
                      <a:pt x="26" y="53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0" name="Freeform 91">
                <a:extLst>
                  <a:ext uri="{FF2B5EF4-FFF2-40B4-BE49-F238E27FC236}">
                    <a16:creationId xmlns:a16="http://schemas.microsoft.com/office/drawing/2014/main" id="{93A3EE4F-1976-4F3A-948A-C44142BA3D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3" y="1838"/>
                <a:ext cx="112" cy="60"/>
              </a:xfrm>
              <a:custGeom>
                <a:avLst/>
                <a:gdLst>
                  <a:gd name="T0" fmla="*/ 112 w 112"/>
                  <a:gd name="T1" fmla="*/ 20 h 60"/>
                  <a:gd name="T2" fmla="*/ 79 w 112"/>
                  <a:gd name="T3" fmla="*/ 0 h 60"/>
                  <a:gd name="T4" fmla="*/ 0 w 112"/>
                  <a:gd name="T5" fmla="*/ 60 h 60"/>
                  <a:gd name="T6" fmla="*/ 112 w 112"/>
                  <a:gd name="T7" fmla="*/ 2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60">
                    <a:moveTo>
                      <a:pt x="112" y="20"/>
                    </a:moveTo>
                    <a:lnTo>
                      <a:pt x="79" y="0"/>
                    </a:lnTo>
                    <a:lnTo>
                      <a:pt x="0" y="60"/>
                    </a:lnTo>
                    <a:lnTo>
                      <a:pt x="112" y="20"/>
                    </a:lnTo>
                    <a:close/>
                  </a:path>
                </a:pathLst>
              </a:custGeom>
              <a:solidFill>
                <a:srgbClr val="C8D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1" name="Freeform 92">
                <a:extLst>
                  <a:ext uri="{FF2B5EF4-FFF2-40B4-BE49-F238E27FC236}">
                    <a16:creationId xmlns:a16="http://schemas.microsoft.com/office/drawing/2014/main" id="{1885B209-8B77-41A5-A6B5-F2CC14350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3" y="1838"/>
                <a:ext cx="112" cy="60"/>
              </a:xfrm>
              <a:custGeom>
                <a:avLst/>
                <a:gdLst>
                  <a:gd name="T0" fmla="*/ 112 w 112"/>
                  <a:gd name="T1" fmla="*/ 20 h 60"/>
                  <a:gd name="T2" fmla="*/ 79 w 112"/>
                  <a:gd name="T3" fmla="*/ 0 h 60"/>
                  <a:gd name="T4" fmla="*/ 0 w 112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60">
                    <a:moveTo>
                      <a:pt x="112" y="20"/>
                    </a:moveTo>
                    <a:lnTo>
                      <a:pt x="79" y="0"/>
                    </a:lnTo>
                    <a:lnTo>
                      <a:pt x="0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2" name="Freeform 93">
                <a:extLst>
                  <a:ext uri="{FF2B5EF4-FFF2-40B4-BE49-F238E27FC236}">
                    <a16:creationId xmlns:a16="http://schemas.microsoft.com/office/drawing/2014/main" id="{6B27CC86-7CB5-47B3-95A2-40750AF16B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6" y="1838"/>
                <a:ext cx="106" cy="60"/>
              </a:xfrm>
              <a:custGeom>
                <a:avLst/>
                <a:gdLst>
                  <a:gd name="T0" fmla="*/ 0 w 106"/>
                  <a:gd name="T1" fmla="*/ 27 h 60"/>
                  <a:gd name="T2" fmla="*/ 27 w 106"/>
                  <a:gd name="T3" fmla="*/ 60 h 60"/>
                  <a:gd name="T4" fmla="*/ 106 w 106"/>
                  <a:gd name="T5" fmla="*/ 0 h 60"/>
                  <a:gd name="T6" fmla="*/ 0 w 106"/>
                  <a:gd name="T7" fmla="*/ 27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60">
                    <a:moveTo>
                      <a:pt x="0" y="27"/>
                    </a:moveTo>
                    <a:lnTo>
                      <a:pt x="27" y="60"/>
                    </a:lnTo>
                    <a:lnTo>
                      <a:pt x="106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D0D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3" name="Freeform 94">
                <a:extLst>
                  <a:ext uri="{FF2B5EF4-FFF2-40B4-BE49-F238E27FC236}">
                    <a16:creationId xmlns:a16="http://schemas.microsoft.com/office/drawing/2014/main" id="{9F22BF6A-DE83-4118-9FDE-9E649341C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6" y="1838"/>
                <a:ext cx="106" cy="60"/>
              </a:xfrm>
              <a:custGeom>
                <a:avLst/>
                <a:gdLst>
                  <a:gd name="T0" fmla="*/ 0 w 106"/>
                  <a:gd name="T1" fmla="*/ 27 h 60"/>
                  <a:gd name="T2" fmla="*/ 27 w 106"/>
                  <a:gd name="T3" fmla="*/ 60 h 60"/>
                  <a:gd name="T4" fmla="*/ 106 w 106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60">
                    <a:moveTo>
                      <a:pt x="0" y="27"/>
                    </a:moveTo>
                    <a:lnTo>
                      <a:pt x="27" y="60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4" name="Freeform 95">
                <a:extLst>
                  <a:ext uri="{FF2B5EF4-FFF2-40B4-BE49-F238E27FC236}">
                    <a16:creationId xmlns:a16="http://schemas.microsoft.com/office/drawing/2014/main" id="{22878CA0-01CF-4332-B7A8-88FAC304ED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314"/>
                <a:ext cx="47" cy="139"/>
              </a:xfrm>
              <a:custGeom>
                <a:avLst/>
                <a:gdLst>
                  <a:gd name="T0" fmla="*/ 47 w 47"/>
                  <a:gd name="T1" fmla="*/ 19 h 139"/>
                  <a:gd name="T2" fmla="*/ 20 w 47"/>
                  <a:gd name="T3" fmla="*/ 0 h 139"/>
                  <a:gd name="T4" fmla="*/ 0 w 47"/>
                  <a:gd name="T5" fmla="*/ 139 h 139"/>
                  <a:gd name="T6" fmla="*/ 47 w 47"/>
                  <a:gd name="T7" fmla="*/ 19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39">
                    <a:moveTo>
                      <a:pt x="47" y="19"/>
                    </a:moveTo>
                    <a:lnTo>
                      <a:pt x="20" y="0"/>
                    </a:lnTo>
                    <a:lnTo>
                      <a:pt x="0" y="139"/>
                    </a:lnTo>
                    <a:lnTo>
                      <a:pt x="47" y="19"/>
                    </a:lnTo>
                    <a:close/>
                  </a:path>
                </a:pathLst>
              </a:custGeom>
              <a:solidFill>
                <a:srgbClr val="704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5" name="Freeform 96">
                <a:extLst>
                  <a:ext uri="{FF2B5EF4-FFF2-40B4-BE49-F238E27FC236}">
                    <a16:creationId xmlns:a16="http://schemas.microsoft.com/office/drawing/2014/main" id="{27F14404-7916-48A7-9988-8F8E72AA32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314"/>
                <a:ext cx="47" cy="139"/>
              </a:xfrm>
              <a:custGeom>
                <a:avLst/>
                <a:gdLst>
                  <a:gd name="T0" fmla="*/ 47 w 47"/>
                  <a:gd name="T1" fmla="*/ 19 h 139"/>
                  <a:gd name="T2" fmla="*/ 20 w 47"/>
                  <a:gd name="T3" fmla="*/ 0 h 139"/>
                  <a:gd name="T4" fmla="*/ 0 w 47"/>
                  <a:gd name="T5" fmla="*/ 139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39">
                    <a:moveTo>
                      <a:pt x="47" y="19"/>
                    </a:moveTo>
                    <a:lnTo>
                      <a:pt x="20" y="0"/>
                    </a:lnTo>
                    <a:lnTo>
                      <a:pt x="0" y="1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6" name="Freeform 97">
                <a:extLst>
                  <a:ext uri="{FF2B5EF4-FFF2-40B4-BE49-F238E27FC236}">
                    <a16:creationId xmlns:a16="http://schemas.microsoft.com/office/drawing/2014/main" id="{162D196B-1876-4152-B6F2-D65EFE68F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333"/>
                <a:ext cx="47" cy="133"/>
              </a:xfrm>
              <a:custGeom>
                <a:avLst/>
                <a:gdLst>
                  <a:gd name="T0" fmla="*/ 0 w 47"/>
                  <a:gd name="T1" fmla="*/ 120 h 133"/>
                  <a:gd name="T2" fmla="*/ 33 w 47"/>
                  <a:gd name="T3" fmla="*/ 133 h 133"/>
                  <a:gd name="T4" fmla="*/ 47 w 47"/>
                  <a:gd name="T5" fmla="*/ 0 h 133"/>
                  <a:gd name="T6" fmla="*/ 0 w 47"/>
                  <a:gd name="T7" fmla="*/ 120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33">
                    <a:moveTo>
                      <a:pt x="0" y="120"/>
                    </a:moveTo>
                    <a:lnTo>
                      <a:pt x="33" y="133"/>
                    </a:lnTo>
                    <a:lnTo>
                      <a:pt x="47" y="0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704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7" name="Freeform 98">
                <a:extLst>
                  <a:ext uri="{FF2B5EF4-FFF2-40B4-BE49-F238E27FC236}">
                    <a16:creationId xmlns:a16="http://schemas.microsoft.com/office/drawing/2014/main" id="{5EA783EF-3D17-423B-8CD4-74C8F75314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333"/>
                <a:ext cx="47" cy="133"/>
              </a:xfrm>
              <a:custGeom>
                <a:avLst/>
                <a:gdLst>
                  <a:gd name="T0" fmla="*/ 0 w 47"/>
                  <a:gd name="T1" fmla="*/ 120 h 133"/>
                  <a:gd name="T2" fmla="*/ 33 w 47"/>
                  <a:gd name="T3" fmla="*/ 133 h 133"/>
                  <a:gd name="T4" fmla="*/ 47 w 47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33">
                    <a:moveTo>
                      <a:pt x="0" y="120"/>
                    </a:moveTo>
                    <a:lnTo>
                      <a:pt x="33" y="133"/>
                    </a:lnTo>
                    <a:lnTo>
                      <a:pt x="4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" name="Freeform 99">
                <a:extLst>
                  <a:ext uri="{FF2B5EF4-FFF2-40B4-BE49-F238E27FC236}">
                    <a16:creationId xmlns:a16="http://schemas.microsoft.com/office/drawing/2014/main" id="{A337B1C3-B51B-4182-B19A-704B00CB0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1858"/>
                <a:ext cx="112" cy="67"/>
              </a:xfrm>
              <a:custGeom>
                <a:avLst/>
                <a:gdLst>
                  <a:gd name="T0" fmla="*/ 112 w 112"/>
                  <a:gd name="T1" fmla="*/ 20 h 67"/>
                  <a:gd name="T2" fmla="*/ 79 w 112"/>
                  <a:gd name="T3" fmla="*/ 0 h 67"/>
                  <a:gd name="T4" fmla="*/ 0 w 112"/>
                  <a:gd name="T5" fmla="*/ 67 h 67"/>
                  <a:gd name="T6" fmla="*/ 112 w 112"/>
                  <a:gd name="T7" fmla="*/ 2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67">
                    <a:moveTo>
                      <a:pt x="112" y="20"/>
                    </a:moveTo>
                    <a:lnTo>
                      <a:pt x="79" y="0"/>
                    </a:lnTo>
                    <a:lnTo>
                      <a:pt x="0" y="67"/>
                    </a:lnTo>
                    <a:lnTo>
                      <a:pt x="112" y="20"/>
                    </a:lnTo>
                    <a:close/>
                  </a:path>
                </a:pathLst>
              </a:custGeom>
              <a:solidFill>
                <a:srgbClr val="C8D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9" name="Freeform 100">
                <a:extLst>
                  <a:ext uri="{FF2B5EF4-FFF2-40B4-BE49-F238E27FC236}">
                    <a16:creationId xmlns:a16="http://schemas.microsoft.com/office/drawing/2014/main" id="{DAFC2039-1250-42F0-91D6-827113C8C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1858"/>
                <a:ext cx="112" cy="67"/>
              </a:xfrm>
              <a:custGeom>
                <a:avLst/>
                <a:gdLst>
                  <a:gd name="T0" fmla="*/ 112 w 112"/>
                  <a:gd name="T1" fmla="*/ 20 h 67"/>
                  <a:gd name="T2" fmla="*/ 79 w 112"/>
                  <a:gd name="T3" fmla="*/ 0 h 67"/>
                  <a:gd name="T4" fmla="*/ 0 w 112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67">
                    <a:moveTo>
                      <a:pt x="112" y="20"/>
                    </a:moveTo>
                    <a:lnTo>
                      <a:pt x="79" y="0"/>
                    </a:lnTo>
                    <a:lnTo>
                      <a:pt x="0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0" name="Freeform 101">
                <a:extLst>
                  <a:ext uri="{FF2B5EF4-FFF2-40B4-BE49-F238E27FC236}">
                    <a16:creationId xmlns:a16="http://schemas.microsoft.com/office/drawing/2014/main" id="{F55E59B3-0BD0-4090-A275-EB5A5E26D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3" y="1858"/>
                <a:ext cx="112" cy="67"/>
              </a:xfrm>
              <a:custGeom>
                <a:avLst/>
                <a:gdLst>
                  <a:gd name="T0" fmla="*/ 0 w 112"/>
                  <a:gd name="T1" fmla="*/ 40 h 67"/>
                  <a:gd name="T2" fmla="*/ 33 w 112"/>
                  <a:gd name="T3" fmla="*/ 67 h 67"/>
                  <a:gd name="T4" fmla="*/ 112 w 112"/>
                  <a:gd name="T5" fmla="*/ 0 h 67"/>
                  <a:gd name="T6" fmla="*/ 0 w 112"/>
                  <a:gd name="T7" fmla="*/ 4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67">
                    <a:moveTo>
                      <a:pt x="0" y="40"/>
                    </a:moveTo>
                    <a:lnTo>
                      <a:pt x="33" y="67"/>
                    </a:lnTo>
                    <a:lnTo>
                      <a:pt x="112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C8D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1" name="Freeform 102">
                <a:extLst>
                  <a:ext uri="{FF2B5EF4-FFF2-40B4-BE49-F238E27FC236}">
                    <a16:creationId xmlns:a16="http://schemas.microsoft.com/office/drawing/2014/main" id="{17549E2F-B577-4E57-BB06-5795A3B33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3" y="1858"/>
                <a:ext cx="112" cy="67"/>
              </a:xfrm>
              <a:custGeom>
                <a:avLst/>
                <a:gdLst>
                  <a:gd name="T0" fmla="*/ 0 w 112"/>
                  <a:gd name="T1" fmla="*/ 40 h 67"/>
                  <a:gd name="T2" fmla="*/ 33 w 112"/>
                  <a:gd name="T3" fmla="*/ 67 h 67"/>
                  <a:gd name="T4" fmla="*/ 112 w 112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67">
                    <a:moveTo>
                      <a:pt x="0" y="40"/>
                    </a:moveTo>
                    <a:lnTo>
                      <a:pt x="33" y="67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2" name="Freeform 103">
                <a:extLst>
                  <a:ext uri="{FF2B5EF4-FFF2-40B4-BE49-F238E27FC236}">
                    <a16:creationId xmlns:a16="http://schemas.microsoft.com/office/drawing/2014/main" id="{AEB2D7BB-215E-4420-87D1-B88FCF1EE2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141"/>
                <a:ext cx="34" cy="126"/>
              </a:xfrm>
              <a:custGeom>
                <a:avLst/>
                <a:gdLst>
                  <a:gd name="T0" fmla="*/ 34 w 34"/>
                  <a:gd name="T1" fmla="*/ 13 h 126"/>
                  <a:gd name="T2" fmla="*/ 0 w 34"/>
                  <a:gd name="T3" fmla="*/ 0 h 126"/>
                  <a:gd name="T4" fmla="*/ 7 w 34"/>
                  <a:gd name="T5" fmla="*/ 126 h 126"/>
                  <a:gd name="T6" fmla="*/ 34 w 34"/>
                  <a:gd name="T7" fmla="*/ 13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126">
                    <a:moveTo>
                      <a:pt x="34" y="13"/>
                    </a:moveTo>
                    <a:lnTo>
                      <a:pt x="0" y="0"/>
                    </a:lnTo>
                    <a:lnTo>
                      <a:pt x="7" y="126"/>
                    </a:lnTo>
                    <a:lnTo>
                      <a:pt x="34" y="13"/>
                    </a:lnTo>
                    <a:close/>
                  </a:path>
                </a:pathLst>
              </a:custGeom>
              <a:solidFill>
                <a:srgbClr val="783C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3" name="Freeform 104">
                <a:extLst>
                  <a:ext uri="{FF2B5EF4-FFF2-40B4-BE49-F238E27FC236}">
                    <a16:creationId xmlns:a16="http://schemas.microsoft.com/office/drawing/2014/main" id="{11BCEF23-55DC-4656-B99F-35AA52AD60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141"/>
                <a:ext cx="34" cy="126"/>
              </a:xfrm>
              <a:custGeom>
                <a:avLst/>
                <a:gdLst>
                  <a:gd name="T0" fmla="*/ 34 w 34"/>
                  <a:gd name="T1" fmla="*/ 13 h 126"/>
                  <a:gd name="T2" fmla="*/ 0 w 34"/>
                  <a:gd name="T3" fmla="*/ 0 h 126"/>
                  <a:gd name="T4" fmla="*/ 7 w 34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126">
                    <a:moveTo>
                      <a:pt x="34" y="13"/>
                    </a:moveTo>
                    <a:lnTo>
                      <a:pt x="0" y="0"/>
                    </a:lnTo>
                    <a:lnTo>
                      <a:pt x="7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4" name="Freeform 105">
                <a:extLst>
                  <a:ext uri="{FF2B5EF4-FFF2-40B4-BE49-F238E27FC236}">
                    <a16:creationId xmlns:a16="http://schemas.microsoft.com/office/drawing/2014/main" id="{0C09C98E-2CFF-4CD9-9468-C7B531ECB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154"/>
                <a:ext cx="27" cy="126"/>
              </a:xfrm>
              <a:custGeom>
                <a:avLst/>
                <a:gdLst>
                  <a:gd name="T0" fmla="*/ 0 w 27"/>
                  <a:gd name="T1" fmla="*/ 113 h 126"/>
                  <a:gd name="T2" fmla="*/ 27 w 27"/>
                  <a:gd name="T3" fmla="*/ 126 h 126"/>
                  <a:gd name="T4" fmla="*/ 27 w 27"/>
                  <a:gd name="T5" fmla="*/ 0 h 126"/>
                  <a:gd name="T6" fmla="*/ 0 w 27"/>
                  <a:gd name="T7" fmla="*/ 113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26">
                    <a:moveTo>
                      <a:pt x="0" y="113"/>
                    </a:moveTo>
                    <a:lnTo>
                      <a:pt x="27" y="126"/>
                    </a:lnTo>
                    <a:lnTo>
                      <a:pt x="27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783C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5" name="Freeform 106">
                <a:extLst>
                  <a:ext uri="{FF2B5EF4-FFF2-40B4-BE49-F238E27FC236}">
                    <a16:creationId xmlns:a16="http://schemas.microsoft.com/office/drawing/2014/main" id="{11BA4BD1-4722-45D4-AC00-F7C951BE0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154"/>
                <a:ext cx="27" cy="126"/>
              </a:xfrm>
              <a:custGeom>
                <a:avLst/>
                <a:gdLst>
                  <a:gd name="T0" fmla="*/ 0 w 27"/>
                  <a:gd name="T1" fmla="*/ 113 h 126"/>
                  <a:gd name="T2" fmla="*/ 27 w 27"/>
                  <a:gd name="T3" fmla="*/ 126 h 126"/>
                  <a:gd name="T4" fmla="*/ 27 w 27"/>
                  <a:gd name="T5" fmla="*/ 0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26">
                    <a:moveTo>
                      <a:pt x="0" y="113"/>
                    </a:moveTo>
                    <a:lnTo>
                      <a:pt x="27" y="126"/>
                    </a:lnTo>
                    <a:lnTo>
                      <a:pt x="2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6" name="Freeform 107">
                <a:extLst>
                  <a:ext uri="{FF2B5EF4-FFF2-40B4-BE49-F238E27FC236}">
                    <a16:creationId xmlns:a16="http://schemas.microsoft.com/office/drawing/2014/main" id="{3B9339CE-BE71-4A87-BDF2-1E8948B9F7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466"/>
                <a:ext cx="66" cy="140"/>
              </a:xfrm>
              <a:custGeom>
                <a:avLst/>
                <a:gdLst>
                  <a:gd name="T0" fmla="*/ 66 w 66"/>
                  <a:gd name="T1" fmla="*/ 14 h 140"/>
                  <a:gd name="T2" fmla="*/ 39 w 66"/>
                  <a:gd name="T3" fmla="*/ 0 h 140"/>
                  <a:gd name="T4" fmla="*/ 0 w 66"/>
                  <a:gd name="T5" fmla="*/ 140 h 140"/>
                  <a:gd name="T6" fmla="*/ 66 w 66"/>
                  <a:gd name="T7" fmla="*/ 14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40">
                    <a:moveTo>
                      <a:pt x="66" y="14"/>
                    </a:moveTo>
                    <a:lnTo>
                      <a:pt x="39" y="0"/>
                    </a:lnTo>
                    <a:lnTo>
                      <a:pt x="0" y="140"/>
                    </a:lnTo>
                    <a:lnTo>
                      <a:pt x="66" y="14"/>
                    </a:lnTo>
                    <a:close/>
                  </a:path>
                </a:pathLst>
              </a:custGeom>
              <a:solidFill>
                <a:srgbClr val="706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7" name="Freeform 108">
                <a:extLst>
                  <a:ext uri="{FF2B5EF4-FFF2-40B4-BE49-F238E27FC236}">
                    <a16:creationId xmlns:a16="http://schemas.microsoft.com/office/drawing/2014/main" id="{6533FB0C-94A6-4EB0-8369-8A0D19FBB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466"/>
                <a:ext cx="66" cy="140"/>
              </a:xfrm>
              <a:custGeom>
                <a:avLst/>
                <a:gdLst>
                  <a:gd name="T0" fmla="*/ 66 w 66"/>
                  <a:gd name="T1" fmla="*/ 14 h 140"/>
                  <a:gd name="T2" fmla="*/ 39 w 66"/>
                  <a:gd name="T3" fmla="*/ 0 h 140"/>
                  <a:gd name="T4" fmla="*/ 0 w 66"/>
                  <a:gd name="T5" fmla="*/ 14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40">
                    <a:moveTo>
                      <a:pt x="66" y="14"/>
                    </a:moveTo>
                    <a:lnTo>
                      <a:pt x="39" y="0"/>
                    </a:lnTo>
                    <a:lnTo>
                      <a:pt x="0" y="1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8" name="Freeform 109">
                <a:extLst>
                  <a:ext uri="{FF2B5EF4-FFF2-40B4-BE49-F238E27FC236}">
                    <a16:creationId xmlns:a16="http://schemas.microsoft.com/office/drawing/2014/main" id="{4631DED1-348B-4448-BB81-3563AB37A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480"/>
                <a:ext cx="66" cy="139"/>
              </a:xfrm>
              <a:custGeom>
                <a:avLst/>
                <a:gdLst>
                  <a:gd name="T0" fmla="*/ 0 w 66"/>
                  <a:gd name="T1" fmla="*/ 126 h 139"/>
                  <a:gd name="T2" fmla="*/ 26 w 66"/>
                  <a:gd name="T3" fmla="*/ 139 h 139"/>
                  <a:gd name="T4" fmla="*/ 66 w 66"/>
                  <a:gd name="T5" fmla="*/ 0 h 139"/>
                  <a:gd name="T6" fmla="*/ 0 w 66"/>
                  <a:gd name="T7" fmla="*/ 126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39">
                    <a:moveTo>
                      <a:pt x="0" y="126"/>
                    </a:moveTo>
                    <a:lnTo>
                      <a:pt x="26" y="139"/>
                    </a:lnTo>
                    <a:lnTo>
                      <a:pt x="66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706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" name="Freeform 110">
                <a:extLst>
                  <a:ext uri="{FF2B5EF4-FFF2-40B4-BE49-F238E27FC236}">
                    <a16:creationId xmlns:a16="http://schemas.microsoft.com/office/drawing/2014/main" id="{22C3A04E-0B78-4ABD-A470-5F7B2813F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480"/>
                <a:ext cx="66" cy="139"/>
              </a:xfrm>
              <a:custGeom>
                <a:avLst/>
                <a:gdLst>
                  <a:gd name="T0" fmla="*/ 0 w 66"/>
                  <a:gd name="T1" fmla="*/ 126 h 139"/>
                  <a:gd name="T2" fmla="*/ 26 w 66"/>
                  <a:gd name="T3" fmla="*/ 139 h 139"/>
                  <a:gd name="T4" fmla="*/ 66 w 66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39">
                    <a:moveTo>
                      <a:pt x="0" y="126"/>
                    </a:moveTo>
                    <a:lnTo>
                      <a:pt x="26" y="139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0" name="Freeform 111">
                <a:extLst>
                  <a:ext uri="{FF2B5EF4-FFF2-40B4-BE49-F238E27FC236}">
                    <a16:creationId xmlns:a16="http://schemas.microsoft.com/office/drawing/2014/main" id="{4B4DCA5C-6CED-4E3F-876F-8E4D06734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1606"/>
                <a:ext cx="73" cy="139"/>
              </a:xfrm>
              <a:custGeom>
                <a:avLst/>
                <a:gdLst>
                  <a:gd name="T0" fmla="*/ 73 w 73"/>
                  <a:gd name="T1" fmla="*/ 13 h 139"/>
                  <a:gd name="T2" fmla="*/ 47 w 73"/>
                  <a:gd name="T3" fmla="*/ 0 h 139"/>
                  <a:gd name="T4" fmla="*/ 0 w 73"/>
                  <a:gd name="T5" fmla="*/ 139 h 139"/>
                  <a:gd name="T6" fmla="*/ 73 w 73"/>
                  <a:gd name="T7" fmla="*/ 13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39">
                    <a:moveTo>
                      <a:pt x="73" y="13"/>
                    </a:moveTo>
                    <a:lnTo>
                      <a:pt x="47" y="0"/>
                    </a:lnTo>
                    <a:lnTo>
                      <a:pt x="0" y="139"/>
                    </a:ln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787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1" name="Freeform 112">
                <a:extLst>
                  <a:ext uri="{FF2B5EF4-FFF2-40B4-BE49-F238E27FC236}">
                    <a16:creationId xmlns:a16="http://schemas.microsoft.com/office/drawing/2014/main" id="{5C2B3B68-30A6-4B2F-9B16-B9E0B4429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1606"/>
                <a:ext cx="73" cy="139"/>
              </a:xfrm>
              <a:custGeom>
                <a:avLst/>
                <a:gdLst>
                  <a:gd name="T0" fmla="*/ 73 w 73"/>
                  <a:gd name="T1" fmla="*/ 13 h 139"/>
                  <a:gd name="T2" fmla="*/ 47 w 73"/>
                  <a:gd name="T3" fmla="*/ 0 h 139"/>
                  <a:gd name="T4" fmla="*/ 0 w 73"/>
                  <a:gd name="T5" fmla="*/ 139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39">
                    <a:moveTo>
                      <a:pt x="73" y="13"/>
                    </a:moveTo>
                    <a:lnTo>
                      <a:pt x="47" y="0"/>
                    </a:lnTo>
                    <a:lnTo>
                      <a:pt x="0" y="1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2" name="Freeform 113">
                <a:extLst>
                  <a:ext uri="{FF2B5EF4-FFF2-40B4-BE49-F238E27FC236}">
                    <a16:creationId xmlns:a16="http://schemas.microsoft.com/office/drawing/2014/main" id="{2876B49B-F836-4EE7-BC88-E230A9763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1858"/>
                <a:ext cx="106" cy="107"/>
              </a:xfrm>
              <a:custGeom>
                <a:avLst/>
                <a:gdLst>
                  <a:gd name="T0" fmla="*/ 106 w 106"/>
                  <a:gd name="T1" fmla="*/ 7 h 107"/>
                  <a:gd name="T2" fmla="*/ 79 w 106"/>
                  <a:gd name="T3" fmla="*/ 0 h 107"/>
                  <a:gd name="T4" fmla="*/ 0 w 106"/>
                  <a:gd name="T5" fmla="*/ 107 h 107"/>
                  <a:gd name="T6" fmla="*/ 106 w 106"/>
                  <a:gd name="T7" fmla="*/ 7 h 10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107">
                    <a:moveTo>
                      <a:pt x="106" y="7"/>
                    </a:moveTo>
                    <a:lnTo>
                      <a:pt x="79" y="0"/>
                    </a:lnTo>
                    <a:lnTo>
                      <a:pt x="0" y="107"/>
                    </a:lnTo>
                    <a:lnTo>
                      <a:pt x="106" y="7"/>
                    </a:lnTo>
                    <a:close/>
                  </a:path>
                </a:pathLst>
              </a:custGeom>
              <a:solidFill>
                <a:srgbClr val="90A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3" name="Freeform 114">
                <a:extLst>
                  <a:ext uri="{FF2B5EF4-FFF2-40B4-BE49-F238E27FC236}">
                    <a16:creationId xmlns:a16="http://schemas.microsoft.com/office/drawing/2014/main" id="{75214160-9692-4ABF-BE9F-11F1E0B02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1858"/>
                <a:ext cx="106" cy="107"/>
              </a:xfrm>
              <a:custGeom>
                <a:avLst/>
                <a:gdLst>
                  <a:gd name="T0" fmla="*/ 106 w 106"/>
                  <a:gd name="T1" fmla="*/ 7 h 107"/>
                  <a:gd name="T2" fmla="*/ 79 w 106"/>
                  <a:gd name="T3" fmla="*/ 0 h 107"/>
                  <a:gd name="T4" fmla="*/ 0 w 106"/>
                  <a:gd name="T5" fmla="*/ 107 h 10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107">
                    <a:moveTo>
                      <a:pt x="106" y="7"/>
                    </a:moveTo>
                    <a:lnTo>
                      <a:pt x="79" y="0"/>
                    </a:lnTo>
                    <a:lnTo>
                      <a:pt x="0" y="10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4" name="Freeform 115">
                <a:extLst>
                  <a:ext uri="{FF2B5EF4-FFF2-40B4-BE49-F238E27FC236}">
                    <a16:creationId xmlns:a16="http://schemas.microsoft.com/office/drawing/2014/main" id="{19229EA6-C6DB-4C87-A3D2-FDD099830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858"/>
                <a:ext cx="112" cy="107"/>
              </a:xfrm>
              <a:custGeom>
                <a:avLst/>
                <a:gdLst>
                  <a:gd name="T0" fmla="*/ 0 w 112"/>
                  <a:gd name="T1" fmla="*/ 107 h 107"/>
                  <a:gd name="T2" fmla="*/ 33 w 112"/>
                  <a:gd name="T3" fmla="*/ 107 h 107"/>
                  <a:gd name="T4" fmla="*/ 112 w 112"/>
                  <a:gd name="T5" fmla="*/ 0 h 107"/>
                  <a:gd name="T6" fmla="*/ 0 w 112"/>
                  <a:gd name="T7" fmla="*/ 107 h 10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07">
                    <a:moveTo>
                      <a:pt x="0" y="107"/>
                    </a:moveTo>
                    <a:lnTo>
                      <a:pt x="33" y="107"/>
                    </a:lnTo>
                    <a:lnTo>
                      <a:pt x="112" y="0"/>
                    </a:lnTo>
                    <a:lnTo>
                      <a:pt x="0" y="107"/>
                    </a:lnTo>
                    <a:close/>
                  </a:path>
                </a:pathLst>
              </a:custGeom>
              <a:solidFill>
                <a:srgbClr val="98A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5" name="Freeform 116">
                <a:extLst>
                  <a:ext uri="{FF2B5EF4-FFF2-40B4-BE49-F238E27FC236}">
                    <a16:creationId xmlns:a16="http://schemas.microsoft.com/office/drawing/2014/main" id="{E4CBFF6A-5318-4A3B-864B-63694DBD7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858"/>
                <a:ext cx="112" cy="107"/>
              </a:xfrm>
              <a:custGeom>
                <a:avLst/>
                <a:gdLst>
                  <a:gd name="T0" fmla="*/ 0 w 112"/>
                  <a:gd name="T1" fmla="*/ 107 h 107"/>
                  <a:gd name="T2" fmla="*/ 33 w 112"/>
                  <a:gd name="T3" fmla="*/ 107 h 107"/>
                  <a:gd name="T4" fmla="*/ 112 w 112"/>
                  <a:gd name="T5" fmla="*/ 0 h 10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07">
                    <a:moveTo>
                      <a:pt x="0" y="107"/>
                    </a:moveTo>
                    <a:lnTo>
                      <a:pt x="33" y="107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6" name="Freeform 117">
                <a:extLst>
                  <a:ext uri="{FF2B5EF4-FFF2-40B4-BE49-F238E27FC236}">
                    <a16:creationId xmlns:a16="http://schemas.microsoft.com/office/drawing/2014/main" id="{4A9EBC3F-1E5E-4821-93BB-70B568008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1021"/>
                <a:ext cx="47" cy="87"/>
              </a:xfrm>
              <a:custGeom>
                <a:avLst/>
                <a:gdLst>
                  <a:gd name="T0" fmla="*/ 47 w 47"/>
                  <a:gd name="T1" fmla="*/ 0 h 87"/>
                  <a:gd name="T2" fmla="*/ 0 w 47"/>
                  <a:gd name="T3" fmla="*/ 13 h 87"/>
                  <a:gd name="T4" fmla="*/ 33 w 47"/>
                  <a:gd name="T5" fmla="*/ 87 h 87"/>
                  <a:gd name="T6" fmla="*/ 47 w 47"/>
                  <a:gd name="T7" fmla="*/ 0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87">
                    <a:moveTo>
                      <a:pt x="47" y="0"/>
                    </a:moveTo>
                    <a:lnTo>
                      <a:pt x="0" y="13"/>
                    </a:lnTo>
                    <a:lnTo>
                      <a:pt x="33" y="87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B860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7" name="Freeform 118">
                <a:extLst>
                  <a:ext uri="{FF2B5EF4-FFF2-40B4-BE49-F238E27FC236}">
                    <a16:creationId xmlns:a16="http://schemas.microsoft.com/office/drawing/2014/main" id="{85A3BB02-4224-482D-98F9-57D5E48FD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1021"/>
                <a:ext cx="47" cy="87"/>
              </a:xfrm>
              <a:custGeom>
                <a:avLst/>
                <a:gdLst>
                  <a:gd name="T0" fmla="*/ 47 w 47"/>
                  <a:gd name="T1" fmla="*/ 0 h 87"/>
                  <a:gd name="T2" fmla="*/ 0 w 47"/>
                  <a:gd name="T3" fmla="*/ 13 h 87"/>
                  <a:gd name="T4" fmla="*/ 33 w 47"/>
                  <a:gd name="T5" fmla="*/ 87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87">
                    <a:moveTo>
                      <a:pt x="47" y="0"/>
                    </a:moveTo>
                    <a:lnTo>
                      <a:pt x="0" y="13"/>
                    </a:lnTo>
                    <a:lnTo>
                      <a:pt x="33" y="8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8" name="Freeform 119">
                <a:extLst>
                  <a:ext uri="{FF2B5EF4-FFF2-40B4-BE49-F238E27FC236}">
                    <a16:creationId xmlns:a16="http://schemas.microsoft.com/office/drawing/2014/main" id="{4F463685-8AED-47B9-92E8-490416FEA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021"/>
                <a:ext cx="47" cy="87"/>
              </a:xfrm>
              <a:custGeom>
                <a:avLst/>
                <a:gdLst>
                  <a:gd name="T0" fmla="*/ 0 w 47"/>
                  <a:gd name="T1" fmla="*/ 87 h 87"/>
                  <a:gd name="T2" fmla="*/ 47 w 47"/>
                  <a:gd name="T3" fmla="*/ 80 h 87"/>
                  <a:gd name="T4" fmla="*/ 14 w 47"/>
                  <a:gd name="T5" fmla="*/ 0 h 87"/>
                  <a:gd name="T6" fmla="*/ 0 w 47"/>
                  <a:gd name="T7" fmla="*/ 87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87">
                    <a:moveTo>
                      <a:pt x="0" y="87"/>
                    </a:moveTo>
                    <a:lnTo>
                      <a:pt x="47" y="80"/>
                    </a:lnTo>
                    <a:lnTo>
                      <a:pt x="14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B860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" name="Freeform 120">
                <a:extLst>
                  <a:ext uri="{FF2B5EF4-FFF2-40B4-BE49-F238E27FC236}">
                    <a16:creationId xmlns:a16="http://schemas.microsoft.com/office/drawing/2014/main" id="{579E54A1-A0AE-4953-AC8F-05DC743E8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021"/>
                <a:ext cx="47" cy="87"/>
              </a:xfrm>
              <a:custGeom>
                <a:avLst/>
                <a:gdLst>
                  <a:gd name="T0" fmla="*/ 0 w 47"/>
                  <a:gd name="T1" fmla="*/ 87 h 87"/>
                  <a:gd name="T2" fmla="*/ 47 w 47"/>
                  <a:gd name="T3" fmla="*/ 80 h 87"/>
                  <a:gd name="T4" fmla="*/ 14 w 47"/>
                  <a:gd name="T5" fmla="*/ 0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87">
                    <a:moveTo>
                      <a:pt x="0" y="87"/>
                    </a:moveTo>
                    <a:lnTo>
                      <a:pt x="47" y="80"/>
                    </a:lnTo>
                    <a:lnTo>
                      <a:pt x="14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" name="Freeform 121">
                <a:extLst>
                  <a:ext uri="{FF2B5EF4-FFF2-40B4-BE49-F238E27FC236}">
                    <a16:creationId xmlns:a16="http://schemas.microsoft.com/office/drawing/2014/main" id="{B7BB5C12-2989-499C-8D3C-A2B7153CA3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1034"/>
                <a:ext cx="46" cy="87"/>
              </a:xfrm>
              <a:custGeom>
                <a:avLst/>
                <a:gdLst>
                  <a:gd name="T0" fmla="*/ 0 w 46"/>
                  <a:gd name="T1" fmla="*/ 87 h 87"/>
                  <a:gd name="T2" fmla="*/ 46 w 46"/>
                  <a:gd name="T3" fmla="*/ 74 h 87"/>
                  <a:gd name="T4" fmla="*/ 13 w 46"/>
                  <a:gd name="T5" fmla="*/ 0 h 87"/>
                  <a:gd name="T6" fmla="*/ 0 w 46"/>
                  <a:gd name="T7" fmla="*/ 87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87">
                    <a:moveTo>
                      <a:pt x="0" y="87"/>
                    </a:moveTo>
                    <a:lnTo>
                      <a:pt x="46" y="74"/>
                    </a:lnTo>
                    <a:lnTo>
                      <a:pt x="13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C0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" name="Freeform 122">
                <a:extLst>
                  <a:ext uri="{FF2B5EF4-FFF2-40B4-BE49-F238E27FC236}">
                    <a16:creationId xmlns:a16="http://schemas.microsoft.com/office/drawing/2014/main" id="{F0FA782F-B109-4E3E-A8F6-D38417881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1034"/>
                <a:ext cx="46" cy="87"/>
              </a:xfrm>
              <a:custGeom>
                <a:avLst/>
                <a:gdLst>
                  <a:gd name="T0" fmla="*/ 0 w 46"/>
                  <a:gd name="T1" fmla="*/ 87 h 87"/>
                  <a:gd name="T2" fmla="*/ 46 w 46"/>
                  <a:gd name="T3" fmla="*/ 74 h 87"/>
                  <a:gd name="T4" fmla="*/ 13 w 46"/>
                  <a:gd name="T5" fmla="*/ 0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87">
                    <a:moveTo>
                      <a:pt x="0" y="87"/>
                    </a:moveTo>
                    <a:lnTo>
                      <a:pt x="46" y="74"/>
                    </a:lnTo>
                    <a:lnTo>
                      <a:pt x="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" name="Freeform 123">
                <a:extLst>
                  <a:ext uri="{FF2B5EF4-FFF2-40B4-BE49-F238E27FC236}">
                    <a16:creationId xmlns:a16="http://schemas.microsoft.com/office/drawing/2014/main" id="{441234A8-C059-4DCD-B69E-E13572E1E5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878"/>
                <a:ext cx="112" cy="67"/>
              </a:xfrm>
              <a:custGeom>
                <a:avLst/>
                <a:gdLst>
                  <a:gd name="T0" fmla="*/ 112 w 112"/>
                  <a:gd name="T1" fmla="*/ 20 h 67"/>
                  <a:gd name="T2" fmla="*/ 79 w 112"/>
                  <a:gd name="T3" fmla="*/ 0 h 67"/>
                  <a:gd name="T4" fmla="*/ 0 w 112"/>
                  <a:gd name="T5" fmla="*/ 67 h 67"/>
                  <a:gd name="T6" fmla="*/ 112 w 112"/>
                  <a:gd name="T7" fmla="*/ 2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67">
                    <a:moveTo>
                      <a:pt x="112" y="20"/>
                    </a:moveTo>
                    <a:lnTo>
                      <a:pt x="79" y="0"/>
                    </a:lnTo>
                    <a:lnTo>
                      <a:pt x="0" y="67"/>
                    </a:lnTo>
                    <a:lnTo>
                      <a:pt x="112" y="20"/>
                    </a:lnTo>
                    <a:close/>
                  </a:path>
                </a:pathLst>
              </a:custGeom>
              <a:solidFill>
                <a:srgbClr val="C0D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" name="Freeform 124">
                <a:extLst>
                  <a:ext uri="{FF2B5EF4-FFF2-40B4-BE49-F238E27FC236}">
                    <a16:creationId xmlns:a16="http://schemas.microsoft.com/office/drawing/2014/main" id="{A2E7BC0C-9DEE-4877-8294-2B33DF3813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878"/>
                <a:ext cx="112" cy="67"/>
              </a:xfrm>
              <a:custGeom>
                <a:avLst/>
                <a:gdLst>
                  <a:gd name="T0" fmla="*/ 112 w 112"/>
                  <a:gd name="T1" fmla="*/ 20 h 67"/>
                  <a:gd name="T2" fmla="*/ 79 w 112"/>
                  <a:gd name="T3" fmla="*/ 0 h 67"/>
                  <a:gd name="T4" fmla="*/ 0 w 112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67">
                    <a:moveTo>
                      <a:pt x="112" y="20"/>
                    </a:moveTo>
                    <a:lnTo>
                      <a:pt x="79" y="0"/>
                    </a:lnTo>
                    <a:lnTo>
                      <a:pt x="0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4" name="Freeform 125">
                <a:extLst>
                  <a:ext uri="{FF2B5EF4-FFF2-40B4-BE49-F238E27FC236}">
                    <a16:creationId xmlns:a16="http://schemas.microsoft.com/office/drawing/2014/main" id="{36139D78-1A44-4FEB-BCCA-5B4BC8A8D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1878"/>
                <a:ext cx="112" cy="67"/>
              </a:xfrm>
              <a:custGeom>
                <a:avLst/>
                <a:gdLst>
                  <a:gd name="T0" fmla="*/ 0 w 112"/>
                  <a:gd name="T1" fmla="*/ 47 h 67"/>
                  <a:gd name="T2" fmla="*/ 33 w 112"/>
                  <a:gd name="T3" fmla="*/ 67 h 67"/>
                  <a:gd name="T4" fmla="*/ 112 w 112"/>
                  <a:gd name="T5" fmla="*/ 0 h 67"/>
                  <a:gd name="T6" fmla="*/ 0 w 112"/>
                  <a:gd name="T7" fmla="*/ 4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67">
                    <a:moveTo>
                      <a:pt x="0" y="47"/>
                    </a:moveTo>
                    <a:lnTo>
                      <a:pt x="33" y="67"/>
                    </a:lnTo>
                    <a:lnTo>
                      <a:pt x="112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C8D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" name="Freeform 126">
                <a:extLst>
                  <a:ext uri="{FF2B5EF4-FFF2-40B4-BE49-F238E27FC236}">
                    <a16:creationId xmlns:a16="http://schemas.microsoft.com/office/drawing/2014/main" id="{77F8DA53-28FD-4D57-B5E6-904DC293D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1878"/>
                <a:ext cx="112" cy="67"/>
              </a:xfrm>
              <a:custGeom>
                <a:avLst/>
                <a:gdLst>
                  <a:gd name="T0" fmla="*/ 0 w 112"/>
                  <a:gd name="T1" fmla="*/ 47 h 67"/>
                  <a:gd name="T2" fmla="*/ 33 w 112"/>
                  <a:gd name="T3" fmla="*/ 67 h 67"/>
                  <a:gd name="T4" fmla="*/ 112 w 112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67">
                    <a:moveTo>
                      <a:pt x="0" y="47"/>
                    </a:moveTo>
                    <a:lnTo>
                      <a:pt x="33" y="67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6" name="Freeform 127">
                <a:extLst>
                  <a:ext uri="{FF2B5EF4-FFF2-40B4-BE49-F238E27FC236}">
                    <a16:creationId xmlns:a16="http://schemas.microsoft.com/office/drawing/2014/main" id="{A2CE62E3-9B98-47D0-AE7F-2167FB218A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1008"/>
                <a:ext cx="39" cy="93"/>
              </a:xfrm>
              <a:custGeom>
                <a:avLst/>
                <a:gdLst>
                  <a:gd name="T0" fmla="*/ 39 w 39"/>
                  <a:gd name="T1" fmla="*/ 0 h 93"/>
                  <a:gd name="T2" fmla="*/ 0 w 39"/>
                  <a:gd name="T3" fmla="*/ 13 h 93"/>
                  <a:gd name="T4" fmla="*/ 33 w 39"/>
                  <a:gd name="T5" fmla="*/ 93 h 93"/>
                  <a:gd name="T6" fmla="*/ 39 w 39"/>
                  <a:gd name="T7" fmla="*/ 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93">
                    <a:moveTo>
                      <a:pt x="39" y="0"/>
                    </a:moveTo>
                    <a:lnTo>
                      <a:pt x="0" y="13"/>
                    </a:lnTo>
                    <a:lnTo>
                      <a:pt x="33" y="93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B058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7" name="Freeform 128">
                <a:extLst>
                  <a:ext uri="{FF2B5EF4-FFF2-40B4-BE49-F238E27FC236}">
                    <a16:creationId xmlns:a16="http://schemas.microsoft.com/office/drawing/2014/main" id="{F3EC0919-2948-4ACC-8836-E04D1EFCC7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1008"/>
                <a:ext cx="39" cy="93"/>
              </a:xfrm>
              <a:custGeom>
                <a:avLst/>
                <a:gdLst>
                  <a:gd name="T0" fmla="*/ 39 w 39"/>
                  <a:gd name="T1" fmla="*/ 0 h 93"/>
                  <a:gd name="T2" fmla="*/ 0 w 39"/>
                  <a:gd name="T3" fmla="*/ 13 h 93"/>
                  <a:gd name="T4" fmla="*/ 33 w 39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93">
                    <a:moveTo>
                      <a:pt x="39" y="0"/>
                    </a:moveTo>
                    <a:lnTo>
                      <a:pt x="0" y="13"/>
                    </a:lnTo>
                    <a:lnTo>
                      <a:pt x="33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8" name="Freeform 129">
                <a:extLst>
                  <a:ext uri="{FF2B5EF4-FFF2-40B4-BE49-F238E27FC236}">
                    <a16:creationId xmlns:a16="http://schemas.microsoft.com/office/drawing/2014/main" id="{C5432566-368F-4420-B484-92107F3B09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008"/>
                <a:ext cx="39" cy="93"/>
              </a:xfrm>
              <a:custGeom>
                <a:avLst/>
                <a:gdLst>
                  <a:gd name="T0" fmla="*/ 0 w 39"/>
                  <a:gd name="T1" fmla="*/ 93 h 93"/>
                  <a:gd name="T2" fmla="*/ 39 w 39"/>
                  <a:gd name="T3" fmla="*/ 86 h 93"/>
                  <a:gd name="T4" fmla="*/ 6 w 39"/>
                  <a:gd name="T5" fmla="*/ 0 h 93"/>
                  <a:gd name="T6" fmla="*/ 0 w 39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93">
                    <a:moveTo>
                      <a:pt x="0" y="93"/>
                    </a:moveTo>
                    <a:lnTo>
                      <a:pt x="39" y="86"/>
                    </a:lnTo>
                    <a:lnTo>
                      <a:pt x="6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B058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9" name="Freeform 130">
                <a:extLst>
                  <a:ext uri="{FF2B5EF4-FFF2-40B4-BE49-F238E27FC236}">
                    <a16:creationId xmlns:a16="http://schemas.microsoft.com/office/drawing/2014/main" id="{6C354527-759A-49C7-9487-525E308B0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008"/>
                <a:ext cx="39" cy="93"/>
              </a:xfrm>
              <a:custGeom>
                <a:avLst/>
                <a:gdLst>
                  <a:gd name="T0" fmla="*/ 0 w 39"/>
                  <a:gd name="T1" fmla="*/ 93 h 93"/>
                  <a:gd name="T2" fmla="*/ 39 w 39"/>
                  <a:gd name="T3" fmla="*/ 86 h 93"/>
                  <a:gd name="T4" fmla="*/ 6 w 39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93">
                    <a:moveTo>
                      <a:pt x="0" y="93"/>
                    </a:moveTo>
                    <a:lnTo>
                      <a:pt x="39" y="86"/>
                    </a:lnTo>
                    <a:lnTo>
                      <a:pt x="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0" name="Freeform 131">
                <a:extLst>
                  <a:ext uri="{FF2B5EF4-FFF2-40B4-BE49-F238E27FC236}">
                    <a16:creationId xmlns:a16="http://schemas.microsoft.com/office/drawing/2014/main" id="{DD0DBC50-F0C0-4EEE-89B8-3EBC8D98AF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034"/>
                <a:ext cx="46" cy="87"/>
              </a:xfrm>
              <a:custGeom>
                <a:avLst/>
                <a:gdLst>
                  <a:gd name="T0" fmla="*/ 46 w 46"/>
                  <a:gd name="T1" fmla="*/ 0 h 87"/>
                  <a:gd name="T2" fmla="*/ 0 w 46"/>
                  <a:gd name="T3" fmla="*/ 20 h 87"/>
                  <a:gd name="T4" fmla="*/ 33 w 46"/>
                  <a:gd name="T5" fmla="*/ 87 h 87"/>
                  <a:gd name="T6" fmla="*/ 46 w 46"/>
                  <a:gd name="T7" fmla="*/ 0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87">
                    <a:moveTo>
                      <a:pt x="46" y="0"/>
                    </a:moveTo>
                    <a:lnTo>
                      <a:pt x="0" y="20"/>
                    </a:lnTo>
                    <a:lnTo>
                      <a:pt x="33" y="8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C068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1" name="Freeform 132">
                <a:extLst>
                  <a:ext uri="{FF2B5EF4-FFF2-40B4-BE49-F238E27FC236}">
                    <a16:creationId xmlns:a16="http://schemas.microsoft.com/office/drawing/2014/main" id="{8BEA0268-D18E-46B5-A289-DBF3B5470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034"/>
                <a:ext cx="46" cy="87"/>
              </a:xfrm>
              <a:custGeom>
                <a:avLst/>
                <a:gdLst>
                  <a:gd name="T0" fmla="*/ 46 w 46"/>
                  <a:gd name="T1" fmla="*/ 0 h 87"/>
                  <a:gd name="T2" fmla="*/ 0 w 46"/>
                  <a:gd name="T3" fmla="*/ 20 h 87"/>
                  <a:gd name="T4" fmla="*/ 33 w 46"/>
                  <a:gd name="T5" fmla="*/ 87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87">
                    <a:moveTo>
                      <a:pt x="46" y="0"/>
                    </a:moveTo>
                    <a:lnTo>
                      <a:pt x="0" y="20"/>
                    </a:lnTo>
                    <a:lnTo>
                      <a:pt x="33" y="8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2" name="Freeform 133">
                <a:extLst>
                  <a:ext uri="{FF2B5EF4-FFF2-40B4-BE49-F238E27FC236}">
                    <a16:creationId xmlns:a16="http://schemas.microsoft.com/office/drawing/2014/main" id="{F8D39299-D173-4AD7-AA82-8BCF44782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001"/>
                <a:ext cx="40" cy="93"/>
              </a:xfrm>
              <a:custGeom>
                <a:avLst/>
                <a:gdLst>
                  <a:gd name="T0" fmla="*/ 40 w 40"/>
                  <a:gd name="T1" fmla="*/ 0 h 93"/>
                  <a:gd name="T2" fmla="*/ 0 w 40"/>
                  <a:gd name="T3" fmla="*/ 7 h 93"/>
                  <a:gd name="T4" fmla="*/ 33 w 40"/>
                  <a:gd name="T5" fmla="*/ 93 h 93"/>
                  <a:gd name="T6" fmla="*/ 40 w 40"/>
                  <a:gd name="T7" fmla="*/ 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93">
                    <a:moveTo>
                      <a:pt x="40" y="0"/>
                    </a:moveTo>
                    <a:lnTo>
                      <a:pt x="0" y="7"/>
                    </a:lnTo>
                    <a:lnTo>
                      <a:pt x="33" y="9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A8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3" name="Freeform 134">
                <a:extLst>
                  <a:ext uri="{FF2B5EF4-FFF2-40B4-BE49-F238E27FC236}">
                    <a16:creationId xmlns:a16="http://schemas.microsoft.com/office/drawing/2014/main" id="{5FDA0CA4-CD0B-4B9A-B248-33400D108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001"/>
                <a:ext cx="40" cy="93"/>
              </a:xfrm>
              <a:custGeom>
                <a:avLst/>
                <a:gdLst>
                  <a:gd name="T0" fmla="*/ 40 w 40"/>
                  <a:gd name="T1" fmla="*/ 0 h 93"/>
                  <a:gd name="T2" fmla="*/ 0 w 40"/>
                  <a:gd name="T3" fmla="*/ 7 h 93"/>
                  <a:gd name="T4" fmla="*/ 33 w 40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93">
                    <a:moveTo>
                      <a:pt x="40" y="0"/>
                    </a:moveTo>
                    <a:lnTo>
                      <a:pt x="0" y="7"/>
                    </a:lnTo>
                    <a:lnTo>
                      <a:pt x="33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4" name="Freeform 135">
                <a:extLst>
                  <a:ext uri="{FF2B5EF4-FFF2-40B4-BE49-F238E27FC236}">
                    <a16:creationId xmlns:a16="http://schemas.microsoft.com/office/drawing/2014/main" id="{5DF23D2E-ACE2-4F10-9859-082F91A82C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001"/>
                <a:ext cx="47" cy="93"/>
              </a:xfrm>
              <a:custGeom>
                <a:avLst/>
                <a:gdLst>
                  <a:gd name="T0" fmla="*/ 0 w 47"/>
                  <a:gd name="T1" fmla="*/ 93 h 93"/>
                  <a:gd name="T2" fmla="*/ 47 w 47"/>
                  <a:gd name="T3" fmla="*/ 87 h 93"/>
                  <a:gd name="T4" fmla="*/ 7 w 47"/>
                  <a:gd name="T5" fmla="*/ 0 h 93"/>
                  <a:gd name="T6" fmla="*/ 0 w 47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93">
                    <a:moveTo>
                      <a:pt x="0" y="93"/>
                    </a:moveTo>
                    <a:lnTo>
                      <a:pt x="47" y="87"/>
                    </a:lnTo>
                    <a:lnTo>
                      <a:pt x="7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A8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5" name="Freeform 136">
                <a:extLst>
                  <a:ext uri="{FF2B5EF4-FFF2-40B4-BE49-F238E27FC236}">
                    <a16:creationId xmlns:a16="http://schemas.microsoft.com/office/drawing/2014/main" id="{19D67E8C-B1D3-4CB0-988A-086781EAC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001"/>
                <a:ext cx="47" cy="93"/>
              </a:xfrm>
              <a:custGeom>
                <a:avLst/>
                <a:gdLst>
                  <a:gd name="T0" fmla="*/ 0 w 47"/>
                  <a:gd name="T1" fmla="*/ 93 h 93"/>
                  <a:gd name="T2" fmla="*/ 47 w 47"/>
                  <a:gd name="T3" fmla="*/ 87 h 93"/>
                  <a:gd name="T4" fmla="*/ 7 w 47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93">
                    <a:moveTo>
                      <a:pt x="0" y="93"/>
                    </a:moveTo>
                    <a:lnTo>
                      <a:pt x="47" y="87"/>
                    </a:lnTo>
                    <a:lnTo>
                      <a:pt x="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6" name="Freeform 137">
                <a:extLst>
                  <a:ext uri="{FF2B5EF4-FFF2-40B4-BE49-F238E27FC236}">
                    <a16:creationId xmlns:a16="http://schemas.microsoft.com/office/drawing/2014/main" id="{6D1FA6A2-5EA6-4E51-A9D9-6A2867CB55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995"/>
                <a:ext cx="40" cy="93"/>
              </a:xfrm>
              <a:custGeom>
                <a:avLst/>
                <a:gdLst>
                  <a:gd name="T0" fmla="*/ 40 w 40"/>
                  <a:gd name="T1" fmla="*/ 0 h 93"/>
                  <a:gd name="T2" fmla="*/ 0 w 40"/>
                  <a:gd name="T3" fmla="*/ 6 h 93"/>
                  <a:gd name="T4" fmla="*/ 40 w 40"/>
                  <a:gd name="T5" fmla="*/ 93 h 93"/>
                  <a:gd name="T6" fmla="*/ 40 w 40"/>
                  <a:gd name="T7" fmla="*/ 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93">
                    <a:moveTo>
                      <a:pt x="40" y="0"/>
                    </a:moveTo>
                    <a:lnTo>
                      <a:pt x="0" y="6"/>
                    </a:lnTo>
                    <a:lnTo>
                      <a:pt x="40" y="9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A048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7" name="Freeform 138">
                <a:extLst>
                  <a:ext uri="{FF2B5EF4-FFF2-40B4-BE49-F238E27FC236}">
                    <a16:creationId xmlns:a16="http://schemas.microsoft.com/office/drawing/2014/main" id="{D717E957-21AC-41B9-86A9-9E0EF3426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995"/>
                <a:ext cx="40" cy="93"/>
              </a:xfrm>
              <a:custGeom>
                <a:avLst/>
                <a:gdLst>
                  <a:gd name="T0" fmla="*/ 40 w 40"/>
                  <a:gd name="T1" fmla="*/ 0 h 93"/>
                  <a:gd name="T2" fmla="*/ 0 w 40"/>
                  <a:gd name="T3" fmla="*/ 6 h 93"/>
                  <a:gd name="T4" fmla="*/ 40 w 40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93">
                    <a:moveTo>
                      <a:pt x="40" y="0"/>
                    </a:moveTo>
                    <a:lnTo>
                      <a:pt x="0" y="6"/>
                    </a:lnTo>
                    <a:lnTo>
                      <a:pt x="40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8" name="Freeform 139">
                <a:extLst>
                  <a:ext uri="{FF2B5EF4-FFF2-40B4-BE49-F238E27FC236}">
                    <a16:creationId xmlns:a16="http://schemas.microsoft.com/office/drawing/2014/main" id="{C0D8EAC2-8929-4FA6-B394-266419E87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995"/>
                <a:ext cx="39" cy="93"/>
              </a:xfrm>
              <a:custGeom>
                <a:avLst/>
                <a:gdLst>
                  <a:gd name="T0" fmla="*/ 0 w 39"/>
                  <a:gd name="T1" fmla="*/ 93 h 93"/>
                  <a:gd name="T2" fmla="*/ 39 w 39"/>
                  <a:gd name="T3" fmla="*/ 93 h 93"/>
                  <a:gd name="T4" fmla="*/ 0 w 39"/>
                  <a:gd name="T5" fmla="*/ 0 h 93"/>
                  <a:gd name="T6" fmla="*/ 0 w 39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93">
                    <a:moveTo>
                      <a:pt x="0" y="93"/>
                    </a:moveTo>
                    <a:lnTo>
                      <a:pt x="39" y="93"/>
                    </a:lnTo>
                    <a:lnTo>
                      <a:pt x="0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A048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9" name="Freeform 140">
                <a:extLst>
                  <a:ext uri="{FF2B5EF4-FFF2-40B4-BE49-F238E27FC236}">
                    <a16:creationId xmlns:a16="http://schemas.microsoft.com/office/drawing/2014/main" id="{75F2F570-3854-4617-97D7-EF4A8675E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995"/>
                <a:ext cx="39" cy="93"/>
              </a:xfrm>
              <a:custGeom>
                <a:avLst/>
                <a:gdLst>
                  <a:gd name="T0" fmla="*/ 0 w 39"/>
                  <a:gd name="T1" fmla="*/ 93 h 93"/>
                  <a:gd name="T2" fmla="*/ 39 w 39"/>
                  <a:gd name="T3" fmla="*/ 93 h 93"/>
                  <a:gd name="T4" fmla="*/ 0 w 39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93">
                    <a:moveTo>
                      <a:pt x="0" y="93"/>
                    </a:moveTo>
                    <a:lnTo>
                      <a:pt x="39" y="9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0" name="Freeform 141">
                <a:extLst>
                  <a:ext uri="{FF2B5EF4-FFF2-40B4-BE49-F238E27FC236}">
                    <a16:creationId xmlns:a16="http://schemas.microsoft.com/office/drawing/2014/main" id="{F97D6185-7CF6-4B0C-9205-6782FD324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898"/>
                <a:ext cx="119" cy="67"/>
              </a:xfrm>
              <a:custGeom>
                <a:avLst/>
                <a:gdLst>
                  <a:gd name="T0" fmla="*/ 119 w 119"/>
                  <a:gd name="T1" fmla="*/ 20 h 67"/>
                  <a:gd name="T2" fmla="*/ 86 w 119"/>
                  <a:gd name="T3" fmla="*/ 0 h 67"/>
                  <a:gd name="T4" fmla="*/ 0 w 119"/>
                  <a:gd name="T5" fmla="*/ 67 h 67"/>
                  <a:gd name="T6" fmla="*/ 119 w 119"/>
                  <a:gd name="T7" fmla="*/ 2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9" h="67">
                    <a:moveTo>
                      <a:pt x="119" y="20"/>
                    </a:moveTo>
                    <a:lnTo>
                      <a:pt x="86" y="0"/>
                    </a:lnTo>
                    <a:lnTo>
                      <a:pt x="0" y="67"/>
                    </a:lnTo>
                    <a:lnTo>
                      <a:pt x="119" y="20"/>
                    </a:lnTo>
                    <a:close/>
                  </a:path>
                </a:pathLst>
              </a:custGeom>
              <a:solidFill>
                <a:srgbClr val="B8D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1" name="Freeform 142">
                <a:extLst>
                  <a:ext uri="{FF2B5EF4-FFF2-40B4-BE49-F238E27FC236}">
                    <a16:creationId xmlns:a16="http://schemas.microsoft.com/office/drawing/2014/main" id="{77D1D772-D31C-4514-B7E4-7EC6D29BF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898"/>
                <a:ext cx="119" cy="67"/>
              </a:xfrm>
              <a:custGeom>
                <a:avLst/>
                <a:gdLst>
                  <a:gd name="T0" fmla="*/ 119 w 119"/>
                  <a:gd name="T1" fmla="*/ 20 h 67"/>
                  <a:gd name="T2" fmla="*/ 86 w 119"/>
                  <a:gd name="T3" fmla="*/ 0 h 67"/>
                  <a:gd name="T4" fmla="*/ 0 w 119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9" h="67">
                    <a:moveTo>
                      <a:pt x="119" y="20"/>
                    </a:moveTo>
                    <a:lnTo>
                      <a:pt x="86" y="0"/>
                    </a:lnTo>
                    <a:lnTo>
                      <a:pt x="0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2" name="Freeform 143">
                <a:extLst>
                  <a:ext uri="{FF2B5EF4-FFF2-40B4-BE49-F238E27FC236}">
                    <a16:creationId xmlns:a16="http://schemas.microsoft.com/office/drawing/2014/main" id="{DA6F106C-7353-4963-995F-814B73E5E7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898"/>
                <a:ext cx="112" cy="67"/>
              </a:xfrm>
              <a:custGeom>
                <a:avLst/>
                <a:gdLst>
                  <a:gd name="T0" fmla="*/ 0 w 112"/>
                  <a:gd name="T1" fmla="*/ 47 h 67"/>
                  <a:gd name="T2" fmla="*/ 26 w 112"/>
                  <a:gd name="T3" fmla="*/ 67 h 67"/>
                  <a:gd name="T4" fmla="*/ 112 w 112"/>
                  <a:gd name="T5" fmla="*/ 0 h 67"/>
                  <a:gd name="T6" fmla="*/ 0 w 112"/>
                  <a:gd name="T7" fmla="*/ 4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67">
                    <a:moveTo>
                      <a:pt x="0" y="47"/>
                    </a:moveTo>
                    <a:lnTo>
                      <a:pt x="26" y="67"/>
                    </a:lnTo>
                    <a:lnTo>
                      <a:pt x="112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C0D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3" name="Freeform 144">
                <a:extLst>
                  <a:ext uri="{FF2B5EF4-FFF2-40B4-BE49-F238E27FC236}">
                    <a16:creationId xmlns:a16="http://schemas.microsoft.com/office/drawing/2014/main" id="{AEA1F866-D39C-4DBB-922E-F56A6FBBF0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898"/>
                <a:ext cx="112" cy="67"/>
              </a:xfrm>
              <a:custGeom>
                <a:avLst/>
                <a:gdLst>
                  <a:gd name="T0" fmla="*/ 0 w 112"/>
                  <a:gd name="T1" fmla="*/ 47 h 67"/>
                  <a:gd name="T2" fmla="*/ 26 w 112"/>
                  <a:gd name="T3" fmla="*/ 67 h 67"/>
                  <a:gd name="T4" fmla="*/ 112 w 112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67">
                    <a:moveTo>
                      <a:pt x="0" y="47"/>
                    </a:moveTo>
                    <a:lnTo>
                      <a:pt x="26" y="67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4" name="Freeform 145">
                <a:extLst>
                  <a:ext uri="{FF2B5EF4-FFF2-40B4-BE49-F238E27FC236}">
                    <a16:creationId xmlns:a16="http://schemas.microsoft.com/office/drawing/2014/main" id="{6F2D5146-2A5B-43C5-B929-5ECEA2C3D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1619"/>
                <a:ext cx="73" cy="133"/>
              </a:xfrm>
              <a:custGeom>
                <a:avLst/>
                <a:gdLst>
                  <a:gd name="T0" fmla="*/ 0 w 73"/>
                  <a:gd name="T1" fmla="*/ 126 h 133"/>
                  <a:gd name="T2" fmla="*/ 27 w 73"/>
                  <a:gd name="T3" fmla="*/ 133 h 133"/>
                  <a:gd name="T4" fmla="*/ 73 w 73"/>
                  <a:gd name="T5" fmla="*/ 0 h 133"/>
                  <a:gd name="T6" fmla="*/ 0 w 73"/>
                  <a:gd name="T7" fmla="*/ 126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33">
                    <a:moveTo>
                      <a:pt x="0" y="126"/>
                    </a:moveTo>
                    <a:lnTo>
                      <a:pt x="27" y="133"/>
                    </a:lnTo>
                    <a:lnTo>
                      <a:pt x="73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7878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5" name="Freeform 146">
                <a:extLst>
                  <a:ext uri="{FF2B5EF4-FFF2-40B4-BE49-F238E27FC236}">
                    <a16:creationId xmlns:a16="http://schemas.microsoft.com/office/drawing/2014/main" id="{E59BD615-0BB8-4CEB-97A6-3881DC75C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1619"/>
                <a:ext cx="73" cy="133"/>
              </a:xfrm>
              <a:custGeom>
                <a:avLst/>
                <a:gdLst>
                  <a:gd name="T0" fmla="*/ 0 w 73"/>
                  <a:gd name="T1" fmla="*/ 126 h 133"/>
                  <a:gd name="T2" fmla="*/ 27 w 73"/>
                  <a:gd name="T3" fmla="*/ 133 h 133"/>
                  <a:gd name="T4" fmla="*/ 73 w 73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33">
                    <a:moveTo>
                      <a:pt x="0" y="126"/>
                    </a:moveTo>
                    <a:lnTo>
                      <a:pt x="27" y="133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6" name="Freeform 147">
                <a:extLst>
                  <a:ext uri="{FF2B5EF4-FFF2-40B4-BE49-F238E27FC236}">
                    <a16:creationId xmlns:a16="http://schemas.microsoft.com/office/drawing/2014/main" id="{3E33049E-CAAB-4FF8-84B8-9EF1E1045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745"/>
                <a:ext cx="93" cy="127"/>
              </a:xfrm>
              <a:custGeom>
                <a:avLst/>
                <a:gdLst>
                  <a:gd name="T0" fmla="*/ 93 w 93"/>
                  <a:gd name="T1" fmla="*/ 7 h 127"/>
                  <a:gd name="T2" fmla="*/ 66 w 93"/>
                  <a:gd name="T3" fmla="*/ 0 h 127"/>
                  <a:gd name="T4" fmla="*/ 0 w 93"/>
                  <a:gd name="T5" fmla="*/ 127 h 127"/>
                  <a:gd name="T6" fmla="*/ 93 w 93"/>
                  <a:gd name="T7" fmla="*/ 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27">
                    <a:moveTo>
                      <a:pt x="93" y="7"/>
                    </a:moveTo>
                    <a:lnTo>
                      <a:pt x="66" y="0"/>
                    </a:lnTo>
                    <a:lnTo>
                      <a:pt x="0" y="127"/>
                    </a:lnTo>
                    <a:lnTo>
                      <a:pt x="93" y="7"/>
                    </a:lnTo>
                    <a:close/>
                  </a:path>
                </a:pathLst>
              </a:custGeom>
              <a:solidFill>
                <a:srgbClr val="788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7" name="Freeform 148">
                <a:extLst>
                  <a:ext uri="{FF2B5EF4-FFF2-40B4-BE49-F238E27FC236}">
                    <a16:creationId xmlns:a16="http://schemas.microsoft.com/office/drawing/2014/main" id="{3F0EE31B-046C-475A-A467-F9D395E46E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745"/>
                <a:ext cx="93" cy="127"/>
              </a:xfrm>
              <a:custGeom>
                <a:avLst/>
                <a:gdLst>
                  <a:gd name="T0" fmla="*/ 93 w 93"/>
                  <a:gd name="T1" fmla="*/ 7 h 127"/>
                  <a:gd name="T2" fmla="*/ 66 w 93"/>
                  <a:gd name="T3" fmla="*/ 0 h 127"/>
                  <a:gd name="T4" fmla="*/ 0 w 93"/>
                  <a:gd name="T5" fmla="*/ 127 h 1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27">
                    <a:moveTo>
                      <a:pt x="93" y="7"/>
                    </a:moveTo>
                    <a:lnTo>
                      <a:pt x="66" y="0"/>
                    </a:lnTo>
                    <a:lnTo>
                      <a:pt x="0" y="1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8" name="Freeform 149">
                <a:extLst>
                  <a:ext uri="{FF2B5EF4-FFF2-40B4-BE49-F238E27FC236}">
                    <a16:creationId xmlns:a16="http://schemas.microsoft.com/office/drawing/2014/main" id="{A751D0DF-7C3F-4862-A386-443AE795E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1745"/>
                <a:ext cx="99" cy="127"/>
              </a:xfrm>
              <a:custGeom>
                <a:avLst/>
                <a:gdLst>
                  <a:gd name="T0" fmla="*/ 0 w 99"/>
                  <a:gd name="T1" fmla="*/ 127 h 127"/>
                  <a:gd name="T2" fmla="*/ 33 w 99"/>
                  <a:gd name="T3" fmla="*/ 127 h 127"/>
                  <a:gd name="T4" fmla="*/ 99 w 99"/>
                  <a:gd name="T5" fmla="*/ 0 h 127"/>
                  <a:gd name="T6" fmla="*/ 0 w 99"/>
                  <a:gd name="T7" fmla="*/ 12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27">
                    <a:moveTo>
                      <a:pt x="0" y="127"/>
                    </a:moveTo>
                    <a:lnTo>
                      <a:pt x="33" y="127"/>
                    </a:lnTo>
                    <a:lnTo>
                      <a:pt x="99" y="0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8090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9" name="Freeform 150">
                <a:extLst>
                  <a:ext uri="{FF2B5EF4-FFF2-40B4-BE49-F238E27FC236}">
                    <a16:creationId xmlns:a16="http://schemas.microsoft.com/office/drawing/2014/main" id="{7624356F-2054-4D18-A7B4-5016E883F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1745"/>
                <a:ext cx="99" cy="127"/>
              </a:xfrm>
              <a:custGeom>
                <a:avLst/>
                <a:gdLst>
                  <a:gd name="T0" fmla="*/ 0 w 99"/>
                  <a:gd name="T1" fmla="*/ 127 h 127"/>
                  <a:gd name="T2" fmla="*/ 33 w 99"/>
                  <a:gd name="T3" fmla="*/ 127 h 127"/>
                  <a:gd name="T4" fmla="*/ 99 w 99"/>
                  <a:gd name="T5" fmla="*/ 0 h 1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27">
                    <a:moveTo>
                      <a:pt x="0" y="127"/>
                    </a:moveTo>
                    <a:lnTo>
                      <a:pt x="33" y="127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0" name="Freeform 151">
                <a:extLst>
                  <a:ext uri="{FF2B5EF4-FFF2-40B4-BE49-F238E27FC236}">
                    <a16:creationId xmlns:a16="http://schemas.microsoft.com/office/drawing/2014/main" id="{1C28DD79-3688-44B3-8F8D-846BDAC066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154"/>
                <a:ext cx="33" cy="126"/>
              </a:xfrm>
              <a:custGeom>
                <a:avLst/>
                <a:gdLst>
                  <a:gd name="T0" fmla="*/ 33 w 33"/>
                  <a:gd name="T1" fmla="*/ 20 h 126"/>
                  <a:gd name="T2" fmla="*/ 0 w 33"/>
                  <a:gd name="T3" fmla="*/ 0 h 126"/>
                  <a:gd name="T4" fmla="*/ 0 w 33"/>
                  <a:gd name="T5" fmla="*/ 126 h 126"/>
                  <a:gd name="T6" fmla="*/ 33 w 33"/>
                  <a:gd name="T7" fmla="*/ 2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26">
                    <a:moveTo>
                      <a:pt x="33" y="20"/>
                    </a:moveTo>
                    <a:lnTo>
                      <a:pt x="0" y="0"/>
                    </a:lnTo>
                    <a:lnTo>
                      <a:pt x="0" y="126"/>
                    </a:lnTo>
                    <a:lnTo>
                      <a:pt x="33" y="20"/>
                    </a:lnTo>
                    <a:close/>
                  </a:path>
                </a:pathLst>
              </a:custGeom>
              <a:solidFill>
                <a:srgbClr val="7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1" name="Freeform 152">
                <a:extLst>
                  <a:ext uri="{FF2B5EF4-FFF2-40B4-BE49-F238E27FC236}">
                    <a16:creationId xmlns:a16="http://schemas.microsoft.com/office/drawing/2014/main" id="{88F3708C-1329-4EB5-AE2A-658AD90EFC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154"/>
                <a:ext cx="33" cy="126"/>
              </a:xfrm>
              <a:custGeom>
                <a:avLst/>
                <a:gdLst>
                  <a:gd name="T0" fmla="*/ 33 w 33"/>
                  <a:gd name="T1" fmla="*/ 20 h 126"/>
                  <a:gd name="T2" fmla="*/ 0 w 33"/>
                  <a:gd name="T3" fmla="*/ 0 h 126"/>
                  <a:gd name="T4" fmla="*/ 0 w 33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26">
                    <a:moveTo>
                      <a:pt x="33" y="20"/>
                    </a:moveTo>
                    <a:lnTo>
                      <a:pt x="0" y="0"/>
                    </a:lnTo>
                    <a:lnTo>
                      <a:pt x="0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2" name="Freeform 153">
                <a:extLst>
                  <a:ext uri="{FF2B5EF4-FFF2-40B4-BE49-F238E27FC236}">
                    <a16:creationId xmlns:a16="http://schemas.microsoft.com/office/drawing/2014/main" id="{ADE6B4BB-9242-433E-B24B-C24E87C215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174"/>
                <a:ext cx="33" cy="120"/>
              </a:xfrm>
              <a:custGeom>
                <a:avLst/>
                <a:gdLst>
                  <a:gd name="T0" fmla="*/ 0 w 33"/>
                  <a:gd name="T1" fmla="*/ 106 h 120"/>
                  <a:gd name="T2" fmla="*/ 33 w 33"/>
                  <a:gd name="T3" fmla="*/ 120 h 120"/>
                  <a:gd name="T4" fmla="*/ 33 w 33"/>
                  <a:gd name="T5" fmla="*/ 0 h 120"/>
                  <a:gd name="T6" fmla="*/ 0 w 33"/>
                  <a:gd name="T7" fmla="*/ 106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20">
                    <a:moveTo>
                      <a:pt x="0" y="106"/>
                    </a:moveTo>
                    <a:lnTo>
                      <a:pt x="33" y="120"/>
                    </a:lnTo>
                    <a:lnTo>
                      <a:pt x="33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70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3" name="Freeform 154">
                <a:extLst>
                  <a:ext uri="{FF2B5EF4-FFF2-40B4-BE49-F238E27FC236}">
                    <a16:creationId xmlns:a16="http://schemas.microsoft.com/office/drawing/2014/main" id="{C87B8F65-0AE2-4390-B9C8-49B93F254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174"/>
                <a:ext cx="33" cy="120"/>
              </a:xfrm>
              <a:custGeom>
                <a:avLst/>
                <a:gdLst>
                  <a:gd name="T0" fmla="*/ 0 w 33"/>
                  <a:gd name="T1" fmla="*/ 106 h 120"/>
                  <a:gd name="T2" fmla="*/ 33 w 33"/>
                  <a:gd name="T3" fmla="*/ 120 h 120"/>
                  <a:gd name="T4" fmla="*/ 33 w 33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20">
                    <a:moveTo>
                      <a:pt x="0" y="106"/>
                    </a:moveTo>
                    <a:lnTo>
                      <a:pt x="33" y="120"/>
                    </a:lnTo>
                    <a:lnTo>
                      <a:pt x="3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4" name="Freeform 155">
                <a:extLst>
                  <a:ext uri="{FF2B5EF4-FFF2-40B4-BE49-F238E27FC236}">
                    <a16:creationId xmlns:a16="http://schemas.microsoft.com/office/drawing/2014/main" id="{86B47183-141E-4184-964B-A1D1B8586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995"/>
                <a:ext cx="39" cy="93"/>
              </a:xfrm>
              <a:custGeom>
                <a:avLst/>
                <a:gdLst>
                  <a:gd name="T0" fmla="*/ 39 w 39"/>
                  <a:gd name="T1" fmla="*/ 0 h 93"/>
                  <a:gd name="T2" fmla="*/ 0 w 39"/>
                  <a:gd name="T3" fmla="*/ 0 h 93"/>
                  <a:gd name="T4" fmla="*/ 39 w 39"/>
                  <a:gd name="T5" fmla="*/ 93 h 93"/>
                  <a:gd name="T6" fmla="*/ 39 w 39"/>
                  <a:gd name="T7" fmla="*/ 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93">
                    <a:moveTo>
                      <a:pt x="39" y="0"/>
                    </a:moveTo>
                    <a:lnTo>
                      <a:pt x="0" y="0"/>
                    </a:lnTo>
                    <a:lnTo>
                      <a:pt x="39" y="93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9840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5" name="Freeform 156">
                <a:extLst>
                  <a:ext uri="{FF2B5EF4-FFF2-40B4-BE49-F238E27FC236}">
                    <a16:creationId xmlns:a16="http://schemas.microsoft.com/office/drawing/2014/main" id="{52E0BE4B-C533-462F-A9ED-A75334DEAD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995"/>
                <a:ext cx="39" cy="93"/>
              </a:xfrm>
              <a:custGeom>
                <a:avLst/>
                <a:gdLst>
                  <a:gd name="T0" fmla="*/ 39 w 39"/>
                  <a:gd name="T1" fmla="*/ 0 h 93"/>
                  <a:gd name="T2" fmla="*/ 0 w 39"/>
                  <a:gd name="T3" fmla="*/ 0 h 93"/>
                  <a:gd name="T4" fmla="*/ 39 w 39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93">
                    <a:moveTo>
                      <a:pt x="39" y="0"/>
                    </a:moveTo>
                    <a:lnTo>
                      <a:pt x="0" y="0"/>
                    </a:lnTo>
                    <a:lnTo>
                      <a:pt x="39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6" name="Freeform 157">
                <a:extLst>
                  <a:ext uri="{FF2B5EF4-FFF2-40B4-BE49-F238E27FC236}">
                    <a16:creationId xmlns:a16="http://schemas.microsoft.com/office/drawing/2014/main" id="{9FA0FE5D-3378-4C1E-95D0-A8C99D7F4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995"/>
                <a:ext cx="40" cy="93"/>
              </a:xfrm>
              <a:custGeom>
                <a:avLst/>
                <a:gdLst>
                  <a:gd name="T0" fmla="*/ 0 w 40"/>
                  <a:gd name="T1" fmla="*/ 93 h 93"/>
                  <a:gd name="T2" fmla="*/ 40 w 40"/>
                  <a:gd name="T3" fmla="*/ 93 h 93"/>
                  <a:gd name="T4" fmla="*/ 0 w 40"/>
                  <a:gd name="T5" fmla="*/ 0 h 93"/>
                  <a:gd name="T6" fmla="*/ 0 w 40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93">
                    <a:moveTo>
                      <a:pt x="0" y="93"/>
                    </a:moveTo>
                    <a:lnTo>
                      <a:pt x="40" y="93"/>
                    </a:lnTo>
                    <a:lnTo>
                      <a:pt x="0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9840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7" name="Freeform 158">
                <a:extLst>
                  <a:ext uri="{FF2B5EF4-FFF2-40B4-BE49-F238E27FC236}">
                    <a16:creationId xmlns:a16="http://schemas.microsoft.com/office/drawing/2014/main" id="{FC784C0D-09C0-4CB7-85A0-16F9F0265E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995"/>
                <a:ext cx="40" cy="93"/>
              </a:xfrm>
              <a:custGeom>
                <a:avLst/>
                <a:gdLst>
                  <a:gd name="T0" fmla="*/ 0 w 40"/>
                  <a:gd name="T1" fmla="*/ 93 h 93"/>
                  <a:gd name="T2" fmla="*/ 40 w 40"/>
                  <a:gd name="T3" fmla="*/ 93 h 93"/>
                  <a:gd name="T4" fmla="*/ 0 w 40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93">
                    <a:moveTo>
                      <a:pt x="0" y="93"/>
                    </a:moveTo>
                    <a:lnTo>
                      <a:pt x="40" y="9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8" name="Freeform 159">
                <a:extLst>
                  <a:ext uri="{FF2B5EF4-FFF2-40B4-BE49-F238E27FC236}">
                    <a16:creationId xmlns:a16="http://schemas.microsoft.com/office/drawing/2014/main" id="{39C5AFD0-B15B-45A0-A645-62EB4ED22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865"/>
                <a:ext cx="99" cy="106"/>
              </a:xfrm>
              <a:custGeom>
                <a:avLst/>
                <a:gdLst>
                  <a:gd name="T0" fmla="*/ 99 w 99"/>
                  <a:gd name="T1" fmla="*/ 7 h 106"/>
                  <a:gd name="T2" fmla="*/ 66 w 99"/>
                  <a:gd name="T3" fmla="*/ 0 h 106"/>
                  <a:gd name="T4" fmla="*/ 0 w 99"/>
                  <a:gd name="T5" fmla="*/ 106 h 106"/>
                  <a:gd name="T6" fmla="*/ 99 w 99"/>
                  <a:gd name="T7" fmla="*/ 7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06">
                    <a:moveTo>
                      <a:pt x="99" y="7"/>
                    </a:moveTo>
                    <a:lnTo>
                      <a:pt x="66" y="0"/>
                    </a:lnTo>
                    <a:lnTo>
                      <a:pt x="0" y="106"/>
                    </a:lnTo>
                    <a:lnTo>
                      <a:pt x="99" y="7"/>
                    </a:lnTo>
                    <a:close/>
                  </a:path>
                </a:pathLst>
              </a:custGeom>
              <a:solidFill>
                <a:srgbClr val="88A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9" name="Freeform 160">
                <a:extLst>
                  <a:ext uri="{FF2B5EF4-FFF2-40B4-BE49-F238E27FC236}">
                    <a16:creationId xmlns:a16="http://schemas.microsoft.com/office/drawing/2014/main" id="{319FB34C-AEC6-491A-997C-AAE95DDFB7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865"/>
                <a:ext cx="99" cy="106"/>
              </a:xfrm>
              <a:custGeom>
                <a:avLst/>
                <a:gdLst>
                  <a:gd name="T0" fmla="*/ 99 w 99"/>
                  <a:gd name="T1" fmla="*/ 7 h 106"/>
                  <a:gd name="T2" fmla="*/ 66 w 99"/>
                  <a:gd name="T3" fmla="*/ 0 h 106"/>
                  <a:gd name="T4" fmla="*/ 0 w 99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06">
                    <a:moveTo>
                      <a:pt x="99" y="7"/>
                    </a:moveTo>
                    <a:lnTo>
                      <a:pt x="66" y="0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0" name="Freeform 161">
                <a:extLst>
                  <a:ext uri="{FF2B5EF4-FFF2-40B4-BE49-F238E27FC236}">
                    <a16:creationId xmlns:a16="http://schemas.microsoft.com/office/drawing/2014/main" id="{DA040761-7F02-41FF-987C-EF402F22A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1865"/>
                <a:ext cx="106" cy="106"/>
              </a:xfrm>
              <a:custGeom>
                <a:avLst/>
                <a:gdLst>
                  <a:gd name="T0" fmla="*/ 0 w 106"/>
                  <a:gd name="T1" fmla="*/ 100 h 106"/>
                  <a:gd name="T2" fmla="*/ 40 w 106"/>
                  <a:gd name="T3" fmla="*/ 106 h 106"/>
                  <a:gd name="T4" fmla="*/ 106 w 106"/>
                  <a:gd name="T5" fmla="*/ 0 h 106"/>
                  <a:gd name="T6" fmla="*/ 0 w 106"/>
                  <a:gd name="T7" fmla="*/ 10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106">
                    <a:moveTo>
                      <a:pt x="0" y="100"/>
                    </a:moveTo>
                    <a:lnTo>
                      <a:pt x="40" y="106"/>
                    </a:lnTo>
                    <a:lnTo>
                      <a:pt x="106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90A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1" name="Freeform 162">
                <a:extLst>
                  <a:ext uri="{FF2B5EF4-FFF2-40B4-BE49-F238E27FC236}">
                    <a16:creationId xmlns:a16="http://schemas.microsoft.com/office/drawing/2014/main" id="{434B6C27-D4B8-4BE8-9B98-E7D4DCCB4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1865"/>
                <a:ext cx="106" cy="106"/>
              </a:xfrm>
              <a:custGeom>
                <a:avLst/>
                <a:gdLst>
                  <a:gd name="T0" fmla="*/ 0 w 106"/>
                  <a:gd name="T1" fmla="*/ 100 h 106"/>
                  <a:gd name="T2" fmla="*/ 40 w 106"/>
                  <a:gd name="T3" fmla="*/ 106 h 106"/>
                  <a:gd name="T4" fmla="*/ 106 w 106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106">
                    <a:moveTo>
                      <a:pt x="0" y="100"/>
                    </a:moveTo>
                    <a:lnTo>
                      <a:pt x="40" y="106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2" name="Freeform 163">
                <a:extLst>
                  <a:ext uri="{FF2B5EF4-FFF2-40B4-BE49-F238E27FC236}">
                    <a16:creationId xmlns:a16="http://schemas.microsoft.com/office/drawing/2014/main" id="{AABE0A18-62ED-4742-9D35-65A042728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333"/>
                <a:ext cx="40" cy="133"/>
              </a:xfrm>
              <a:custGeom>
                <a:avLst/>
                <a:gdLst>
                  <a:gd name="T0" fmla="*/ 40 w 40"/>
                  <a:gd name="T1" fmla="*/ 20 h 133"/>
                  <a:gd name="T2" fmla="*/ 14 w 40"/>
                  <a:gd name="T3" fmla="*/ 0 h 133"/>
                  <a:gd name="T4" fmla="*/ 0 w 40"/>
                  <a:gd name="T5" fmla="*/ 133 h 133"/>
                  <a:gd name="T6" fmla="*/ 40 w 40"/>
                  <a:gd name="T7" fmla="*/ 20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33">
                    <a:moveTo>
                      <a:pt x="40" y="20"/>
                    </a:moveTo>
                    <a:lnTo>
                      <a:pt x="14" y="0"/>
                    </a:lnTo>
                    <a:lnTo>
                      <a:pt x="0" y="133"/>
                    </a:lnTo>
                    <a:lnTo>
                      <a:pt x="40" y="20"/>
                    </a:lnTo>
                    <a:close/>
                  </a:path>
                </a:pathLst>
              </a:custGeom>
              <a:solidFill>
                <a:srgbClr val="684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3" name="Freeform 164">
                <a:extLst>
                  <a:ext uri="{FF2B5EF4-FFF2-40B4-BE49-F238E27FC236}">
                    <a16:creationId xmlns:a16="http://schemas.microsoft.com/office/drawing/2014/main" id="{3EEB3504-A2D3-457F-A9ED-36E5FC4995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333"/>
                <a:ext cx="40" cy="133"/>
              </a:xfrm>
              <a:custGeom>
                <a:avLst/>
                <a:gdLst>
                  <a:gd name="T0" fmla="*/ 40 w 40"/>
                  <a:gd name="T1" fmla="*/ 20 h 133"/>
                  <a:gd name="T2" fmla="*/ 14 w 40"/>
                  <a:gd name="T3" fmla="*/ 0 h 133"/>
                  <a:gd name="T4" fmla="*/ 0 w 40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33">
                    <a:moveTo>
                      <a:pt x="40" y="20"/>
                    </a:moveTo>
                    <a:lnTo>
                      <a:pt x="14" y="0"/>
                    </a:lnTo>
                    <a:lnTo>
                      <a:pt x="0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4" name="Freeform 165">
                <a:extLst>
                  <a:ext uri="{FF2B5EF4-FFF2-40B4-BE49-F238E27FC236}">
                    <a16:creationId xmlns:a16="http://schemas.microsoft.com/office/drawing/2014/main" id="{14942E0E-5FD1-4461-8F32-1067155069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353"/>
                <a:ext cx="40" cy="127"/>
              </a:xfrm>
              <a:custGeom>
                <a:avLst/>
                <a:gdLst>
                  <a:gd name="T0" fmla="*/ 0 w 40"/>
                  <a:gd name="T1" fmla="*/ 113 h 127"/>
                  <a:gd name="T2" fmla="*/ 27 w 40"/>
                  <a:gd name="T3" fmla="*/ 127 h 127"/>
                  <a:gd name="T4" fmla="*/ 40 w 40"/>
                  <a:gd name="T5" fmla="*/ 0 h 127"/>
                  <a:gd name="T6" fmla="*/ 0 w 40"/>
                  <a:gd name="T7" fmla="*/ 113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27">
                    <a:moveTo>
                      <a:pt x="0" y="113"/>
                    </a:moveTo>
                    <a:lnTo>
                      <a:pt x="27" y="127"/>
                    </a:lnTo>
                    <a:lnTo>
                      <a:pt x="40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684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5" name="Freeform 166">
                <a:extLst>
                  <a:ext uri="{FF2B5EF4-FFF2-40B4-BE49-F238E27FC236}">
                    <a16:creationId xmlns:a16="http://schemas.microsoft.com/office/drawing/2014/main" id="{70488C75-851F-4F67-A105-92A26C47AC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353"/>
                <a:ext cx="40" cy="127"/>
              </a:xfrm>
              <a:custGeom>
                <a:avLst/>
                <a:gdLst>
                  <a:gd name="T0" fmla="*/ 0 w 40"/>
                  <a:gd name="T1" fmla="*/ 113 h 127"/>
                  <a:gd name="T2" fmla="*/ 27 w 40"/>
                  <a:gd name="T3" fmla="*/ 127 h 127"/>
                  <a:gd name="T4" fmla="*/ 40 w 40"/>
                  <a:gd name="T5" fmla="*/ 0 h 1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27">
                    <a:moveTo>
                      <a:pt x="0" y="113"/>
                    </a:moveTo>
                    <a:lnTo>
                      <a:pt x="27" y="127"/>
                    </a:lnTo>
                    <a:lnTo>
                      <a:pt x="4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6" name="Freeform 167">
                <a:extLst>
                  <a:ext uri="{FF2B5EF4-FFF2-40B4-BE49-F238E27FC236}">
                    <a16:creationId xmlns:a16="http://schemas.microsoft.com/office/drawing/2014/main" id="{6374727B-9CD3-4B93-A8E2-B322E1BA5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918"/>
                <a:ext cx="120" cy="67"/>
              </a:xfrm>
              <a:custGeom>
                <a:avLst/>
                <a:gdLst>
                  <a:gd name="T0" fmla="*/ 120 w 120"/>
                  <a:gd name="T1" fmla="*/ 13 h 67"/>
                  <a:gd name="T2" fmla="*/ 86 w 120"/>
                  <a:gd name="T3" fmla="*/ 0 h 67"/>
                  <a:gd name="T4" fmla="*/ 0 w 120"/>
                  <a:gd name="T5" fmla="*/ 67 h 67"/>
                  <a:gd name="T6" fmla="*/ 120 w 120"/>
                  <a:gd name="T7" fmla="*/ 13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0" h="67">
                    <a:moveTo>
                      <a:pt x="120" y="13"/>
                    </a:moveTo>
                    <a:lnTo>
                      <a:pt x="86" y="0"/>
                    </a:lnTo>
                    <a:lnTo>
                      <a:pt x="0" y="67"/>
                    </a:lnTo>
                    <a:lnTo>
                      <a:pt x="120" y="13"/>
                    </a:lnTo>
                    <a:close/>
                  </a:path>
                </a:pathLst>
              </a:custGeom>
              <a:solidFill>
                <a:srgbClr val="B0D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7" name="Freeform 168">
                <a:extLst>
                  <a:ext uri="{FF2B5EF4-FFF2-40B4-BE49-F238E27FC236}">
                    <a16:creationId xmlns:a16="http://schemas.microsoft.com/office/drawing/2014/main" id="{CEBA7EE1-BD46-478F-AC4A-4E8B80512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918"/>
                <a:ext cx="120" cy="67"/>
              </a:xfrm>
              <a:custGeom>
                <a:avLst/>
                <a:gdLst>
                  <a:gd name="T0" fmla="*/ 120 w 120"/>
                  <a:gd name="T1" fmla="*/ 13 h 67"/>
                  <a:gd name="T2" fmla="*/ 86 w 120"/>
                  <a:gd name="T3" fmla="*/ 0 h 67"/>
                  <a:gd name="T4" fmla="*/ 0 w 120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0" h="67">
                    <a:moveTo>
                      <a:pt x="120" y="13"/>
                    </a:moveTo>
                    <a:lnTo>
                      <a:pt x="86" y="0"/>
                    </a:lnTo>
                    <a:lnTo>
                      <a:pt x="0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8" name="Freeform 169">
                <a:extLst>
                  <a:ext uri="{FF2B5EF4-FFF2-40B4-BE49-F238E27FC236}">
                    <a16:creationId xmlns:a16="http://schemas.microsoft.com/office/drawing/2014/main" id="{52786425-81F7-463D-ADBB-28721AEDE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918"/>
                <a:ext cx="119" cy="67"/>
              </a:xfrm>
              <a:custGeom>
                <a:avLst/>
                <a:gdLst>
                  <a:gd name="T0" fmla="*/ 0 w 119"/>
                  <a:gd name="T1" fmla="*/ 47 h 67"/>
                  <a:gd name="T2" fmla="*/ 33 w 119"/>
                  <a:gd name="T3" fmla="*/ 67 h 67"/>
                  <a:gd name="T4" fmla="*/ 119 w 119"/>
                  <a:gd name="T5" fmla="*/ 0 h 67"/>
                  <a:gd name="T6" fmla="*/ 0 w 119"/>
                  <a:gd name="T7" fmla="*/ 4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9" h="67">
                    <a:moveTo>
                      <a:pt x="0" y="47"/>
                    </a:moveTo>
                    <a:lnTo>
                      <a:pt x="33" y="67"/>
                    </a:lnTo>
                    <a:lnTo>
                      <a:pt x="119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B8D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9" name="Freeform 170">
                <a:extLst>
                  <a:ext uri="{FF2B5EF4-FFF2-40B4-BE49-F238E27FC236}">
                    <a16:creationId xmlns:a16="http://schemas.microsoft.com/office/drawing/2014/main" id="{46A5DCA5-BF73-4A47-92B7-DC87122CF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918"/>
                <a:ext cx="119" cy="67"/>
              </a:xfrm>
              <a:custGeom>
                <a:avLst/>
                <a:gdLst>
                  <a:gd name="T0" fmla="*/ 0 w 119"/>
                  <a:gd name="T1" fmla="*/ 47 h 67"/>
                  <a:gd name="T2" fmla="*/ 33 w 119"/>
                  <a:gd name="T3" fmla="*/ 67 h 67"/>
                  <a:gd name="T4" fmla="*/ 119 w 119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9" h="67">
                    <a:moveTo>
                      <a:pt x="0" y="47"/>
                    </a:moveTo>
                    <a:lnTo>
                      <a:pt x="33" y="67"/>
                    </a:lnTo>
                    <a:lnTo>
                      <a:pt x="11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0" name="Freeform 171">
                <a:extLst>
                  <a:ext uri="{FF2B5EF4-FFF2-40B4-BE49-F238E27FC236}">
                    <a16:creationId xmlns:a16="http://schemas.microsoft.com/office/drawing/2014/main" id="{AE087F01-4193-45C5-B516-6504BC6F6E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995"/>
                <a:ext cx="40" cy="93"/>
              </a:xfrm>
              <a:custGeom>
                <a:avLst/>
                <a:gdLst>
                  <a:gd name="T0" fmla="*/ 40 w 40"/>
                  <a:gd name="T1" fmla="*/ 0 h 93"/>
                  <a:gd name="T2" fmla="*/ 0 w 40"/>
                  <a:gd name="T3" fmla="*/ 0 h 93"/>
                  <a:gd name="T4" fmla="*/ 40 w 40"/>
                  <a:gd name="T5" fmla="*/ 93 h 93"/>
                  <a:gd name="T6" fmla="*/ 40 w 40"/>
                  <a:gd name="T7" fmla="*/ 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93">
                    <a:moveTo>
                      <a:pt x="40" y="0"/>
                    </a:moveTo>
                    <a:lnTo>
                      <a:pt x="0" y="0"/>
                    </a:lnTo>
                    <a:lnTo>
                      <a:pt x="40" y="9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9038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1" name="Freeform 172">
                <a:extLst>
                  <a:ext uri="{FF2B5EF4-FFF2-40B4-BE49-F238E27FC236}">
                    <a16:creationId xmlns:a16="http://schemas.microsoft.com/office/drawing/2014/main" id="{EF38FECD-52BE-40DE-A4D7-0D186E516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995"/>
                <a:ext cx="40" cy="93"/>
              </a:xfrm>
              <a:custGeom>
                <a:avLst/>
                <a:gdLst>
                  <a:gd name="T0" fmla="*/ 40 w 40"/>
                  <a:gd name="T1" fmla="*/ 0 h 93"/>
                  <a:gd name="T2" fmla="*/ 0 w 40"/>
                  <a:gd name="T3" fmla="*/ 0 h 93"/>
                  <a:gd name="T4" fmla="*/ 40 w 40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93">
                    <a:moveTo>
                      <a:pt x="40" y="0"/>
                    </a:moveTo>
                    <a:lnTo>
                      <a:pt x="0" y="0"/>
                    </a:lnTo>
                    <a:lnTo>
                      <a:pt x="40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2" name="Freeform 173">
                <a:extLst>
                  <a:ext uri="{FF2B5EF4-FFF2-40B4-BE49-F238E27FC236}">
                    <a16:creationId xmlns:a16="http://schemas.microsoft.com/office/drawing/2014/main" id="{F59CDA31-D892-44FC-BB42-BB0CC4621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995"/>
                <a:ext cx="33" cy="99"/>
              </a:xfrm>
              <a:custGeom>
                <a:avLst/>
                <a:gdLst>
                  <a:gd name="T0" fmla="*/ 0 w 33"/>
                  <a:gd name="T1" fmla="*/ 93 h 99"/>
                  <a:gd name="T2" fmla="*/ 33 w 33"/>
                  <a:gd name="T3" fmla="*/ 99 h 99"/>
                  <a:gd name="T4" fmla="*/ 0 w 33"/>
                  <a:gd name="T5" fmla="*/ 0 h 99"/>
                  <a:gd name="T6" fmla="*/ 0 w 33"/>
                  <a:gd name="T7" fmla="*/ 93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99">
                    <a:moveTo>
                      <a:pt x="0" y="93"/>
                    </a:moveTo>
                    <a:lnTo>
                      <a:pt x="33" y="99"/>
                    </a:lnTo>
                    <a:lnTo>
                      <a:pt x="0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9038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3" name="Freeform 174">
                <a:extLst>
                  <a:ext uri="{FF2B5EF4-FFF2-40B4-BE49-F238E27FC236}">
                    <a16:creationId xmlns:a16="http://schemas.microsoft.com/office/drawing/2014/main" id="{3BD3A777-E168-4B6D-8B24-63361540C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995"/>
                <a:ext cx="33" cy="99"/>
              </a:xfrm>
              <a:custGeom>
                <a:avLst/>
                <a:gdLst>
                  <a:gd name="T0" fmla="*/ 0 w 33"/>
                  <a:gd name="T1" fmla="*/ 93 h 99"/>
                  <a:gd name="T2" fmla="*/ 33 w 33"/>
                  <a:gd name="T3" fmla="*/ 99 h 99"/>
                  <a:gd name="T4" fmla="*/ 0 w 33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99">
                    <a:moveTo>
                      <a:pt x="0" y="93"/>
                    </a:moveTo>
                    <a:lnTo>
                      <a:pt x="33" y="9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4" name="Freeform 175">
                <a:extLst>
                  <a:ext uri="{FF2B5EF4-FFF2-40B4-BE49-F238E27FC236}">
                    <a16:creationId xmlns:a16="http://schemas.microsoft.com/office/drawing/2014/main" id="{1BBC8FA4-C7E3-4182-A33D-B6495D9EC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480"/>
                <a:ext cx="60" cy="139"/>
              </a:xfrm>
              <a:custGeom>
                <a:avLst/>
                <a:gdLst>
                  <a:gd name="T0" fmla="*/ 60 w 60"/>
                  <a:gd name="T1" fmla="*/ 20 h 139"/>
                  <a:gd name="T2" fmla="*/ 40 w 60"/>
                  <a:gd name="T3" fmla="*/ 0 h 139"/>
                  <a:gd name="T4" fmla="*/ 0 w 60"/>
                  <a:gd name="T5" fmla="*/ 139 h 139"/>
                  <a:gd name="T6" fmla="*/ 60 w 60"/>
                  <a:gd name="T7" fmla="*/ 20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39">
                    <a:moveTo>
                      <a:pt x="60" y="20"/>
                    </a:moveTo>
                    <a:lnTo>
                      <a:pt x="40" y="0"/>
                    </a:lnTo>
                    <a:lnTo>
                      <a:pt x="0" y="139"/>
                    </a:lnTo>
                    <a:lnTo>
                      <a:pt x="60" y="20"/>
                    </a:lnTo>
                    <a:close/>
                  </a:path>
                </a:pathLst>
              </a:custGeom>
              <a:solidFill>
                <a:srgbClr val="685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5" name="Freeform 176">
                <a:extLst>
                  <a:ext uri="{FF2B5EF4-FFF2-40B4-BE49-F238E27FC236}">
                    <a16:creationId xmlns:a16="http://schemas.microsoft.com/office/drawing/2014/main" id="{EBA4C4C3-1163-4E95-A865-29D14B584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480"/>
                <a:ext cx="60" cy="139"/>
              </a:xfrm>
              <a:custGeom>
                <a:avLst/>
                <a:gdLst>
                  <a:gd name="T0" fmla="*/ 60 w 60"/>
                  <a:gd name="T1" fmla="*/ 20 h 139"/>
                  <a:gd name="T2" fmla="*/ 40 w 60"/>
                  <a:gd name="T3" fmla="*/ 0 h 139"/>
                  <a:gd name="T4" fmla="*/ 0 w 60"/>
                  <a:gd name="T5" fmla="*/ 139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139">
                    <a:moveTo>
                      <a:pt x="60" y="20"/>
                    </a:moveTo>
                    <a:lnTo>
                      <a:pt x="40" y="0"/>
                    </a:lnTo>
                    <a:lnTo>
                      <a:pt x="0" y="1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6" name="Freeform 177">
                <a:extLst>
                  <a:ext uri="{FF2B5EF4-FFF2-40B4-BE49-F238E27FC236}">
                    <a16:creationId xmlns:a16="http://schemas.microsoft.com/office/drawing/2014/main" id="{D181F063-31EF-422E-852F-F9F041B1A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500"/>
                <a:ext cx="60" cy="126"/>
              </a:xfrm>
              <a:custGeom>
                <a:avLst/>
                <a:gdLst>
                  <a:gd name="T0" fmla="*/ 0 w 60"/>
                  <a:gd name="T1" fmla="*/ 119 h 126"/>
                  <a:gd name="T2" fmla="*/ 27 w 60"/>
                  <a:gd name="T3" fmla="*/ 126 h 126"/>
                  <a:gd name="T4" fmla="*/ 60 w 60"/>
                  <a:gd name="T5" fmla="*/ 0 h 126"/>
                  <a:gd name="T6" fmla="*/ 0 w 60"/>
                  <a:gd name="T7" fmla="*/ 119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26">
                    <a:moveTo>
                      <a:pt x="0" y="119"/>
                    </a:moveTo>
                    <a:lnTo>
                      <a:pt x="27" y="126"/>
                    </a:lnTo>
                    <a:lnTo>
                      <a:pt x="60" y="0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685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7" name="Freeform 178">
                <a:extLst>
                  <a:ext uri="{FF2B5EF4-FFF2-40B4-BE49-F238E27FC236}">
                    <a16:creationId xmlns:a16="http://schemas.microsoft.com/office/drawing/2014/main" id="{D742131C-6C2D-445D-9176-734A1FCF9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500"/>
                <a:ext cx="60" cy="126"/>
              </a:xfrm>
              <a:custGeom>
                <a:avLst/>
                <a:gdLst>
                  <a:gd name="T0" fmla="*/ 0 w 60"/>
                  <a:gd name="T1" fmla="*/ 119 h 126"/>
                  <a:gd name="T2" fmla="*/ 27 w 60"/>
                  <a:gd name="T3" fmla="*/ 126 h 126"/>
                  <a:gd name="T4" fmla="*/ 60 w 60"/>
                  <a:gd name="T5" fmla="*/ 0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126">
                    <a:moveTo>
                      <a:pt x="0" y="119"/>
                    </a:moveTo>
                    <a:lnTo>
                      <a:pt x="27" y="126"/>
                    </a:lnTo>
                    <a:lnTo>
                      <a:pt x="6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8" name="Freeform 179">
                <a:extLst>
                  <a:ext uri="{FF2B5EF4-FFF2-40B4-BE49-F238E27FC236}">
                    <a16:creationId xmlns:a16="http://schemas.microsoft.com/office/drawing/2014/main" id="{38D5E9F0-9C28-41A6-86D2-32686F5C7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619"/>
                <a:ext cx="73" cy="133"/>
              </a:xfrm>
              <a:custGeom>
                <a:avLst/>
                <a:gdLst>
                  <a:gd name="T0" fmla="*/ 73 w 73"/>
                  <a:gd name="T1" fmla="*/ 7 h 133"/>
                  <a:gd name="T2" fmla="*/ 46 w 73"/>
                  <a:gd name="T3" fmla="*/ 0 h 133"/>
                  <a:gd name="T4" fmla="*/ 0 w 73"/>
                  <a:gd name="T5" fmla="*/ 133 h 133"/>
                  <a:gd name="T6" fmla="*/ 73 w 73"/>
                  <a:gd name="T7" fmla="*/ 7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33">
                    <a:moveTo>
                      <a:pt x="73" y="7"/>
                    </a:moveTo>
                    <a:lnTo>
                      <a:pt x="46" y="0"/>
                    </a:lnTo>
                    <a:lnTo>
                      <a:pt x="0" y="133"/>
                    </a:lnTo>
                    <a:lnTo>
                      <a:pt x="73" y="7"/>
                    </a:lnTo>
                    <a:close/>
                  </a:path>
                </a:pathLst>
              </a:custGeom>
              <a:solidFill>
                <a:srgbClr val="707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9" name="Freeform 180">
                <a:extLst>
                  <a:ext uri="{FF2B5EF4-FFF2-40B4-BE49-F238E27FC236}">
                    <a16:creationId xmlns:a16="http://schemas.microsoft.com/office/drawing/2014/main" id="{27A8B7F8-7223-432E-B9F6-C08ABFBB9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619"/>
                <a:ext cx="73" cy="133"/>
              </a:xfrm>
              <a:custGeom>
                <a:avLst/>
                <a:gdLst>
                  <a:gd name="T0" fmla="*/ 73 w 73"/>
                  <a:gd name="T1" fmla="*/ 7 h 133"/>
                  <a:gd name="T2" fmla="*/ 46 w 73"/>
                  <a:gd name="T3" fmla="*/ 0 h 133"/>
                  <a:gd name="T4" fmla="*/ 0 w 73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33">
                    <a:moveTo>
                      <a:pt x="73" y="7"/>
                    </a:moveTo>
                    <a:lnTo>
                      <a:pt x="46" y="0"/>
                    </a:lnTo>
                    <a:lnTo>
                      <a:pt x="0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0" name="Freeform 181">
                <a:extLst>
                  <a:ext uri="{FF2B5EF4-FFF2-40B4-BE49-F238E27FC236}">
                    <a16:creationId xmlns:a16="http://schemas.microsoft.com/office/drawing/2014/main" id="{809E7013-876C-4346-AD15-0C40E9A64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1931"/>
                <a:ext cx="119" cy="74"/>
              </a:xfrm>
              <a:custGeom>
                <a:avLst/>
                <a:gdLst>
                  <a:gd name="T0" fmla="*/ 119 w 119"/>
                  <a:gd name="T1" fmla="*/ 14 h 74"/>
                  <a:gd name="T2" fmla="*/ 86 w 119"/>
                  <a:gd name="T3" fmla="*/ 0 h 74"/>
                  <a:gd name="T4" fmla="*/ 0 w 119"/>
                  <a:gd name="T5" fmla="*/ 74 h 74"/>
                  <a:gd name="T6" fmla="*/ 119 w 119"/>
                  <a:gd name="T7" fmla="*/ 14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9" h="74">
                    <a:moveTo>
                      <a:pt x="119" y="14"/>
                    </a:moveTo>
                    <a:lnTo>
                      <a:pt x="86" y="0"/>
                    </a:lnTo>
                    <a:lnTo>
                      <a:pt x="0" y="74"/>
                    </a:lnTo>
                    <a:lnTo>
                      <a:pt x="119" y="14"/>
                    </a:lnTo>
                    <a:close/>
                  </a:path>
                </a:pathLst>
              </a:custGeom>
              <a:solidFill>
                <a:srgbClr val="B0D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1" name="Freeform 182">
                <a:extLst>
                  <a:ext uri="{FF2B5EF4-FFF2-40B4-BE49-F238E27FC236}">
                    <a16:creationId xmlns:a16="http://schemas.microsoft.com/office/drawing/2014/main" id="{ADE2426C-3E90-49E1-AB0B-10E751FFE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1931"/>
                <a:ext cx="119" cy="74"/>
              </a:xfrm>
              <a:custGeom>
                <a:avLst/>
                <a:gdLst>
                  <a:gd name="T0" fmla="*/ 119 w 119"/>
                  <a:gd name="T1" fmla="*/ 14 h 74"/>
                  <a:gd name="T2" fmla="*/ 86 w 119"/>
                  <a:gd name="T3" fmla="*/ 0 h 74"/>
                  <a:gd name="T4" fmla="*/ 0 w 119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9" h="74">
                    <a:moveTo>
                      <a:pt x="119" y="14"/>
                    </a:moveTo>
                    <a:lnTo>
                      <a:pt x="86" y="0"/>
                    </a:lnTo>
                    <a:lnTo>
                      <a:pt x="0" y="7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2" name="Freeform 183">
                <a:extLst>
                  <a:ext uri="{FF2B5EF4-FFF2-40B4-BE49-F238E27FC236}">
                    <a16:creationId xmlns:a16="http://schemas.microsoft.com/office/drawing/2014/main" id="{3EC5B27F-6832-402A-ACE3-F8748F98A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931"/>
                <a:ext cx="120" cy="74"/>
              </a:xfrm>
              <a:custGeom>
                <a:avLst/>
                <a:gdLst>
                  <a:gd name="T0" fmla="*/ 0 w 120"/>
                  <a:gd name="T1" fmla="*/ 54 h 74"/>
                  <a:gd name="T2" fmla="*/ 34 w 120"/>
                  <a:gd name="T3" fmla="*/ 74 h 74"/>
                  <a:gd name="T4" fmla="*/ 120 w 120"/>
                  <a:gd name="T5" fmla="*/ 0 h 74"/>
                  <a:gd name="T6" fmla="*/ 0 w 120"/>
                  <a:gd name="T7" fmla="*/ 54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0" h="74">
                    <a:moveTo>
                      <a:pt x="0" y="54"/>
                    </a:moveTo>
                    <a:lnTo>
                      <a:pt x="34" y="74"/>
                    </a:lnTo>
                    <a:lnTo>
                      <a:pt x="120" y="0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B0D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3" name="Freeform 184">
                <a:extLst>
                  <a:ext uri="{FF2B5EF4-FFF2-40B4-BE49-F238E27FC236}">
                    <a16:creationId xmlns:a16="http://schemas.microsoft.com/office/drawing/2014/main" id="{3E1C04DA-574E-4A7C-921F-E6898753E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1931"/>
                <a:ext cx="120" cy="74"/>
              </a:xfrm>
              <a:custGeom>
                <a:avLst/>
                <a:gdLst>
                  <a:gd name="T0" fmla="*/ 0 w 120"/>
                  <a:gd name="T1" fmla="*/ 54 h 74"/>
                  <a:gd name="T2" fmla="*/ 34 w 120"/>
                  <a:gd name="T3" fmla="*/ 74 h 74"/>
                  <a:gd name="T4" fmla="*/ 120 w 120"/>
                  <a:gd name="T5" fmla="*/ 0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0" h="74">
                    <a:moveTo>
                      <a:pt x="0" y="54"/>
                    </a:moveTo>
                    <a:lnTo>
                      <a:pt x="34" y="74"/>
                    </a:lnTo>
                    <a:lnTo>
                      <a:pt x="1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4" name="Freeform 185">
                <a:extLst>
                  <a:ext uri="{FF2B5EF4-FFF2-40B4-BE49-F238E27FC236}">
                    <a16:creationId xmlns:a16="http://schemas.microsoft.com/office/drawing/2014/main" id="{D18BEE3D-E26C-4693-B206-7A7C7E38B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174"/>
                <a:ext cx="26" cy="120"/>
              </a:xfrm>
              <a:custGeom>
                <a:avLst/>
                <a:gdLst>
                  <a:gd name="T0" fmla="*/ 26 w 26"/>
                  <a:gd name="T1" fmla="*/ 20 h 120"/>
                  <a:gd name="T2" fmla="*/ 0 w 26"/>
                  <a:gd name="T3" fmla="*/ 0 h 120"/>
                  <a:gd name="T4" fmla="*/ 0 w 26"/>
                  <a:gd name="T5" fmla="*/ 120 h 120"/>
                  <a:gd name="T6" fmla="*/ 26 w 26"/>
                  <a:gd name="T7" fmla="*/ 2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20">
                    <a:moveTo>
                      <a:pt x="26" y="20"/>
                    </a:moveTo>
                    <a:lnTo>
                      <a:pt x="0" y="0"/>
                    </a:lnTo>
                    <a:lnTo>
                      <a:pt x="0" y="120"/>
                    </a:lnTo>
                    <a:lnTo>
                      <a:pt x="26" y="20"/>
                    </a:lnTo>
                    <a:close/>
                  </a:path>
                </a:pathLst>
              </a:custGeom>
              <a:solidFill>
                <a:srgbClr val="602C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5" name="Freeform 186">
                <a:extLst>
                  <a:ext uri="{FF2B5EF4-FFF2-40B4-BE49-F238E27FC236}">
                    <a16:creationId xmlns:a16="http://schemas.microsoft.com/office/drawing/2014/main" id="{8220050B-32F1-4194-87DC-7F0079EC0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174"/>
                <a:ext cx="26" cy="120"/>
              </a:xfrm>
              <a:custGeom>
                <a:avLst/>
                <a:gdLst>
                  <a:gd name="T0" fmla="*/ 26 w 26"/>
                  <a:gd name="T1" fmla="*/ 20 h 120"/>
                  <a:gd name="T2" fmla="*/ 0 w 26"/>
                  <a:gd name="T3" fmla="*/ 0 h 120"/>
                  <a:gd name="T4" fmla="*/ 0 w 26"/>
                  <a:gd name="T5" fmla="*/ 12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20">
                    <a:moveTo>
                      <a:pt x="26" y="20"/>
                    </a:moveTo>
                    <a:lnTo>
                      <a:pt x="0" y="0"/>
                    </a:lnTo>
                    <a:lnTo>
                      <a:pt x="0" y="1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6" name="Freeform 187">
                <a:extLst>
                  <a:ext uri="{FF2B5EF4-FFF2-40B4-BE49-F238E27FC236}">
                    <a16:creationId xmlns:a16="http://schemas.microsoft.com/office/drawing/2014/main" id="{EE03362F-DFA1-4756-9E9A-4656D823B6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194"/>
                <a:ext cx="26" cy="120"/>
              </a:xfrm>
              <a:custGeom>
                <a:avLst/>
                <a:gdLst>
                  <a:gd name="T0" fmla="*/ 0 w 26"/>
                  <a:gd name="T1" fmla="*/ 100 h 120"/>
                  <a:gd name="T2" fmla="*/ 26 w 26"/>
                  <a:gd name="T3" fmla="*/ 120 h 120"/>
                  <a:gd name="T4" fmla="*/ 26 w 26"/>
                  <a:gd name="T5" fmla="*/ 0 h 120"/>
                  <a:gd name="T6" fmla="*/ 0 w 26"/>
                  <a:gd name="T7" fmla="*/ 10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20">
                    <a:moveTo>
                      <a:pt x="0" y="100"/>
                    </a:moveTo>
                    <a:lnTo>
                      <a:pt x="26" y="120"/>
                    </a:lnTo>
                    <a:lnTo>
                      <a:pt x="26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602C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7" name="Freeform 188">
                <a:extLst>
                  <a:ext uri="{FF2B5EF4-FFF2-40B4-BE49-F238E27FC236}">
                    <a16:creationId xmlns:a16="http://schemas.microsoft.com/office/drawing/2014/main" id="{F5B7930F-C7EB-469C-8820-38756353C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194"/>
                <a:ext cx="26" cy="120"/>
              </a:xfrm>
              <a:custGeom>
                <a:avLst/>
                <a:gdLst>
                  <a:gd name="T0" fmla="*/ 0 w 26"/>
                  <a:gd name="T1" fmla="*/ 100 h 120"/>
                  <a:gd name="T2" fmla="*/ 26 w 26"/>
                  <a:gd name="T3" fmla="*/ 120 h 120"/>
                  <a:gd name="T4" fmla="*/ 26 w 26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20">
                    <a:moveTo>
                      <a:pt x="0" y="100"/>
                    </a:moveTo>
                    <a:lnTo>
                      <a:pt x="26" y="120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8" name="Freeform 189">
                <a:extLst>
                  <a:ext uri="{FF2B5EF4-FFF2-40B4-BE49-F238E27FC236}">
                    <a16:creationId xmlns:a16="http://schemas.microsoft.com/office/drawing/2014/main" id="{90EF0CDC-A115-40CD-8A56-3E844754B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995"/>
                <a:ext cx="40" cy="99"/>
              </a:xfrm>
              <a:custGeom>
                <a:avLst/>
                <a:gdLst>
                  <a:gd name="T0" fmla="*/ 40 w 40"/>
                  <a:gd name="T1" fmla="*/ 6 h 99"/>
                  <a:gd name="T2" fmla="*/ 0 w 40"/>
                  <a:gd name="T3" fmla="*/ 0 h 99"/>
                  <a:gd name="T4" fmla="*/ 33 w 40"/>
                  <a:gd name="T5" fmla="*/ 99 h 99"/>
                  <a:gd name="T6" fmla="*/ 40 w 40"/>
                  <a:gd name="T7" fmla="*/ 6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99">
                    <a:moveTo>
                      <a:pt x="40" y="6"/>
                    </a:moveTo>
                    <a:lnTo>
                      <a:pt x="0" y="0"/>
                    </a:lnTo>
                    <a:lnTo>
                      <a:pt x="33" y="99"/>
                    </a:lnTo>
                    <a:lnTo>
                      <a:pt x="40" y="6"/>
                    </a:lnTo>
                    <a:close/>
                  </a:path>
                </a:pathLst>
              </a:custGeom>
              <a:solidFill>
                <a:srgbClr val="883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9" name="Freeform 190">
                <a:extLst>
                  <a:ext uri="{FF2B5EF4-FFF2-40B4-BE49-F238E27FC236}">
                    <a16:creationId xmlns:a16="http://schemas.microsoft.com/office/drawing/2014/main" id="{8677E678-BA77-4BF0-B979-711420B8B5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995"/>
                <a:ext cx="40" cy="99"/>
              </a:xfrm>
              <a:custGeom>
                <a:avLst/>
                <a:gdLst>
                  <a:gd name="T0" fmla="*/ 40 w 40"/>
                  <a:gd name="T1" fmla="*/ 6 h 99"/>
                  <a:gd name="T2" fmla="*/ 0 w 40"/>
                  <a:gd name="T3" fmla="*/ 0 h 99"/>
                  <a:gd name="T4" fmla="*/ 33 w 40"/>
                  <a:gd name="T5" fmla="*/ 99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99">
                    <a:moveTo>
                      <a:pt x="40" y="6"/>
                    </a:moveTo>
                    <a:lnTo>
                      <a:pt x="0" y="0"/>
                    </a:lnTo>
                    <a:lnTo>
                      <a:pt x="33" y="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0" name="Freeform 191">
                <a:extLst>
                  <a:ext uri="{FF2B5EF4-FFF2-40B4-BE49-F238E27FC236}">
                    <a16:creationId xmlns:a16="http://schemas.microsoft.com/office/drawing/2014/main" id="{05C95A9B-9E3D-42BC-8851-3F8BFE7D8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001"/>
                <a:ext cx="40" cy="93"/>
              </a:xfrm>
              <a:custGeom>
                <a:avLst/>
                <a:gdLst>
                  <a:gd name="T0" fmla="*/ 0 w 40"/>
                  <a:gd name="T1" fmla="*/ 93 h 93"/>
                  <a:gd name="T2" fmla="*/ 40 w 40"/>
                  <a:gd name="T3" fmla="*/ 93 h 93"/>
                  <a:gd name="T4" fmla="*/ 7 w 40"/>
                  <a:gd name="T5" fmla="*/ 0 h 93"/>
                  <a:gd name="T6" fmla="*/ 0 w 40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93">
                    <a:moveTo>
                      <a:pt x="0" y="93"/>
                    </a:moveTo>
                    <a:lnTo>
                      <a:pt x="40" y="93"/>
                    </a:lnTo>
                    <a:lnTo>
                      <a:pt x="7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883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1" name="Freeform 192">
                <a:extLst>
                  <a:ext uri="{FF2B5EF4-FFF2-40B4-BE49-F238E27FC236}">
                    <a16:creationId xmlns:a16="http://schemas.microsoft.com/office/drawing/2014/main" id="{7AEB0756-D00D-44CD-8E79-C8E21E3F6C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001"/>
                <a:ext cx="40" cy="93"/>
              </a:xfrm>
              <a:custGeom>
                <a:avLst/>
                <a:gdLst>
                  <a:gd name="T0" fmla="*/ 0 w 40"/>
                  <a:gd name="T1" fmla="*/ 93 h 93"/>
                  <a:gd name="T2" fmla="*/ 40 w 40"/>
                  <a:gd name="T3" fmla="*/ 93 h 93"/>
                  <a:gd name="T4" fmla="*/ 7 w 40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93">
                    <a:moveTo>
                      <a:pt x="0" y="93"/>
                    </a:moveTo>
                    <a:lnTo>
                      <a:pt x="40" y="93"/>
                    </a:lnTo>
                    <a:lnTo>
                      <a:pt x="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2" name="Freeform 193">
                <a:extLst>
                  <a:ext uri="{FF2B5EF4-FFF2-40B4-BE49-F238E27FC236}">
                    <a16:creationId xmlns:a16="http://schemas.microsoft.com/office/drawing/2014/main" id="{18269BF7-0446-4825-89BB-148080FE9D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872"/>
                <a:ext cx="99" cy="99"/>
              </a:xfrm>
              <a:custGeom>
                <a:avLst/>
                <a:gdLst>
                  <a:gd name="T0" fmla="*/ 99 w 99"/>
                  <a:gd name="T1" fmla="*/ 0 h 99"/>
                  <a:gd name="T2" fmla="*/ 66 w 99"/>
                  <a:gd name="T3" fmla="*/ 0 h 99"/>
                  <a:gd name="T4" fmla="*/ 0 w 99"/>
                  <a:gd name="T5" fmla="*/ 99 h 99"/>
                  <a:gd name="T6" fmla="*/ 99 w 99"/>
                  <a:gd name="T7" fmla="*/ 0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99">
                    <a:moveTo>
                      <a:pt x="99" y="0"/>
                    </a:moveTo>
                    <a:lnTo>
                      <a:pt x="66" y="0"/>
                    </a:lnTo>
                    <a:lnTo>
                      <a:pt x="0" y="99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80A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3" name="Freeform 194">
                <a:extLst>
                  <a:ext uri="{FF2B5EF4-FFF2-40B4-BE49-F238E27FC236}">
                    <a16:creationId xmlns:a16="http://schemas.microsoft.com/office/drawing/2014/main" id="{AA2DDE41-B4C4-46B2-A8CC-F412F0637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872"/>
                <a:ext cx="99" cy="99"/>
              </a:xfrm>
              <a:custGeom>
                <a:avLst/>
                <a:gdLst>
                  <a:gd name="T0" fmla="*/ 99 w 99"/>
                  <a:gd name="T1" fmla="*/ 0 h 99"/>
                  <a:gd name="T2" fmla="*/ 66 w 99"/>
                  <a:gd name="T3" fmla="*/ 0 h 99"/>
                  <a:gd name="T4" fmla="*/ 0 w 99"/>
                  <a:gd name="T5" fmla="*/ 99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99">
                    <a:moveTo>
                      <a:pt x="99" y="0"/>
                    </a:moveTo>
                    <a:lnTo>
                      <a:pt x="66" y="0"/>
                    </a:lnTo>
                    <a:lnTo>
                      <a:pt x="0" y="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4" name="Freeform 195">
                <a:extLst>
                  <a:ext uri="{FF2B5EF4-FFF2-40B4-BE49-F238E27FC236}">
                    <a16:creationId xmlns:a16="http://schemas.microsoft.com/office/drawing/2014/main" id="{34220DC4-0A90-4EF1-B1AB-482E61B60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872"/>
                <a:ext cx="99" cy="99"/>
              </a:xfrm>
              <a:custGeom>
                <a:avLst/>
                <a:gdLst>
                  <a:gd name="T0" fmla="*/ 0 w 99"/>
                  <a:gd name="T1" fmla="*/ 99 h 99"/>
                  <a:gd name="T2" fmla="*/ 33 w 99"/>
                  <a:gd name="T3" fmla="*/ 99 h 99"/>
                  <a:gd name="T4" fmla="*/ 99 w 99"/>
                  <a:gd name="T5" fmla="*/ 0 h 99"/>
                  <a:gd name="T6" fmla="*/ 0 w 99"/>
                  <a:gd name="T7" fmla="*/ 99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33" y="99"/>
                    </a:lnTo>
                    <a:lnTo>
                      <a:pt x="99" y="0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88A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5" name="Freeform 196">
                <a:extLst>
                  <a:ext uri="{FF2B5EF4-FFF2-40B4-BE49-F238E27FC236}">
                    <a16:creationId xmlns:a16="http://schemas.microsoft.com/office/drawing/2014/main" id="{4B650B4E-E8C2-4F9F-9A32-1268F0B40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872"/>
                <a:ext cx="99" cy="99"/>
              </a:xfrm>
              <a:custGeom>
                <a:avLst/>
                <a:gdLst>
                  <a:gd name="T0" fmla="*/ 0 w 99"/>
                  <a:gd name="T1" fmla="*/ 99 h 99"/>
                  <a:gd name="T2" fmla="*/ 33 w 99"/>
                  <a:gd name="T3" fmla="*/ 99 h 99"/>
                  <a:gd name="T4" fmla="*/ 99 w 99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33" y="99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6" name="Freeform 197">
                <a:extLst>
                  <a:ext uri="{FF2B5EF4-FFF2-40B4-BE49-F238E27FC236}">
                    <a16:creationId xmlns:a16="http://schemas.microsoft.com/office/drawing/2014/main" id="{3DA09841-E737-4549-B654-1047F6EFB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626"/>
                <a:ext cx="73" cy="126"/>
              </a:xfrm>
              <a:custGeom>
                <a:avLst/>
                <a:gdLst>
                  <a:gd name="T0" fmla="*/ 0 w 73"/>
                  <a:gd name="T1" fmla="*/ 126 h 126"/>
                  <a:gd name="T2" fmla="*/ 33 w 73"/>
                  <a:gd name="T3" fmla="*/ 126 h 126"/>
                  <a:gd name="T4" fmla="*/ 73 w 73"/>
                  <a:gd name="T5" fmla="*/ 0 h 126"/>
                  <a:gd name="T6" fmla="*/ 0 w 73"/>
                  <a:gd name="T7" fmla="*/ 126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26">
                    <a:moveTo>
                      <a:pt x="0" y="126"/>
                    </a:moveTo>
                    <a:lnTo>
                      <a:pt x="33" y="126"/>
                    </a:lnTo>
                    <a:lnTo>
                      <a:pt x="73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707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7" name="Freeform 198">
                <a:extLst>
                  <a:ext uri="{FF2B5EF4-FFF2-40B4-BE49-F238E27FC236}">
                    <a16:creationId xmlns:a16="http://schemas.microsoft.com/office/drawing/2014/main" id="{CC12B7A4-4B42-4D14-A6D9-F7953E65C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626"/>
                <a:ext cx="73" cy="126"/>
              </a:xfrm>
              <a:custGeom>
                <a:avLst/>
                <a:gdLst>
                  <a:gd name="T0" fmla="*/ 0 w 73"/>
                  <a:gd name="T1" fmla="*/ 126 h 126"/>
                  <a:gd name="T2" fmla="*/ 33 w 73"/>
                  <a:gd name="T3" fmla="*/ 126 h 126"/>
                  <a:gd name="T4" fmla="*/ 73 w 73"/>
                  <a:gd name="T5" fmla="*/ 0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26">
                    <a:moveTo>
                      <a:pt x="0" y="126"/>
                    </a:moveTo>
                    <a:lnTo>
                      <a:pt x="33" y="126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8" name="Freeform 199">
                <a:extLst>
                  <a:ext uri="{FF2B5EF4-FFF2-40B4-BE49-F238E27FC236}">
                    <a16:creationId xmlns:a16="http://schemas.microsoft.com/office/drawing/2014/main" id="{BB7889E7-4C66-4ABB-B23E-26E4B98CE8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752"/>
                <a:ext cx="86" cy="113"/>
              </a:xfrm>
              <a:custGeom>
                <a:avLst/>
                <a:gdLst>
                  <a:gd name="T0" fmla="*/ 86 w 86"/>
                  <a:gd name="T1" fmla="*/ 0 h 113"/>
                  <a:gd name="T2" fmla="*/ 53 w 86"/>
                  <a:gd name="T3" fmla="*/ 0 h 113"/>
                  <a:gd name="T4" fmla="*/ 0 w 86"/>
                  <a:gd name="T5" fmla="*/ 113 h 113"/>
                  <a:gd name="T6" fmla="*/ 86 w 86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13">
                    <a:moveTo>
                      <a:pt x="86" y="0"/>
                    </a:moveTo>
                    <a:lnTo>
                      <a:pt x="53" y="0"/>
                    </a:lnTo>
                    <a:lnTo>
                      <a:pt x="0" y="113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7080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9" name="Freeform 200">
                <a:extLst>
                  <a:ext uri="{FF2B5EF4-FFF2-40B4-BE49-F238E27FC236}">
                    <a16:creationId xmlns:a16="http://schemas.microsoft.com/office/drawing/2014/main" id="{18C24404-1FFA-49BB-AE0D-6311161EA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752"/>
                <a:ext cx="86" cy="113"/>
              </a:xfrm>
              <a:custGeom>
                <a:avLst/>
                <a:gdLst>
                  <a:gd name="T0" fmla="*/ 86 w 86"/>
                  <a:gd name="T1" fmla="*/ 0 h 113"/>
                  <a:gd name="T2" fmla="*/ 53 w 86"/>
                  <a:gd name="T3" fmla="*/ 0 h 113"/>
                  <a:gd name="T4" fmla="*/ 0 w 86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13">
                    <a:moveTo>
                      <a:pt x="86" y="0"/>
                    </a:moveTo>
                    <a:lnTo>
                      <a:pt x="53" y="0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" name="Freeform 201">
                <a:extLst>
                  <a:ext uri="{FF2B5EF4-FFF2-40B4-BE49-F238E27FC236}">
                    <a16:creationId xmlns:a16="http://schemas.microsoft.com/office/drawing/2014/main" id="{7AA8409B-185D-4C22-8947-79C2DBD12A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752"/>
                <a:ext cx="93" cy="120"/>
              </a:xfrm>
              <a:custGeom>
                <a:avLst/>
                <a:gdLst>
                  <a:gd name="T0" fmla="*/ 0 w 93"/>
                  <a:gd name="T1" fmla="*/ 120 h 120"/>
                  <a:gd name="T2" fmla="*/ 40 w 93"/>
                  <a:gd name="T3" fmla="*/ 113 h 120"/>
                  <a:gd name="T4" fmla="*/ 93 w 93"/>
                  <a:gd name="T5" fmla="*/ 0 h 120"/>
                  <a:gd name="T6" fmla="*/ 0 w 93"/>
                  <a:gd name="T7" fmla="*/ 12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20">
                    <a:moveTo>
                      <a:pt x="0" y="120"/>
                    </a:moveTo>
                    <a:lnTo>
                      <a:pt x="40" y="113"/>
                    </a:lnTo>
                    <a:lnTo>
                      <a:pt x="93" y="0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788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1" name="Freeform 202">
                <a:extLst>
                  <a:ext uri="{FF2B5EF4-FFF2-40B4-BE49-F238E27FC236}">
                    <a16:creationId xmlns:a16="http://schemas.microsoft.com/office/drawing/2014/main" id="{57F07511-89B7-4468-8F53-0A784F2BD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752"/>
                <a:ext cx="93" cy="120"/>
              </a:xfrm>
              <a:custGeom>
                <a:avLst/>
                <a:gdLst>
                  <a:gd name="T0" fmla="*/ 0 w 93"/>
                  <a:gd name="T1" fmla="*/ 120 h 120"/>
                  <a:gd name="T2" fmla="*/ 40 w 93"/>
                  <a:gd name="T3" fmla="*/ 113 h 120"/>
                  <a:gd name="T4" fmla="*/ 93 w 93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20">
                    <a:moveTo>
                      <a:pt x="0" y="120"/>
                    </a:moveTo>
                    <a:lnTo>
                      <a:pt x="40" y="113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2" name="Freeform 203">
                <a:extLst>
                  <a:ext uri="{FF2B5EF4-FFF2-40B4-BE49-F238E27FC236}">
                    <a16:creationId xmlns:a16="http://schemas.microsoft.com/office/drawing/2014/main" id="{51BB2737-B5B3-4F84-89E4-FAA54F888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001"/>
                <a:ext cx="33" cy="93"/>
              </a:xfrm>
              <a:custGeom>
                <a:avLst/>
                <a:gdLst>
                  <a:gd name="T0" fmla="*/ 33 w 33"/>
                  <a:gd name="T1" fmla="*/ 7 h 93"/>
                  <a:gd name="T2" fmla="*/ 0 w 33"/>
                  <a:gd name="T3" fmla="*/ 0 h 93"/>
                  <a:gd name="T4" fmla="*/ 33 w 33"/>
                  <a:gd name="T5" fmla="*/ 93 h 93"/>
                  <a:gd name="T6" fmla="*/ 33 w 33"/>
                  <a:gd name="T7" fmla="*/ 7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93">
                    <a:moveTo>
                      <a:pt x="33" y="7"/>
                    </a:moveTo>
                    <a:lnTo>
                      <a:pt x="0" y="0"/>
                    </a:lnTo>
                    <a:lnTo>
                      <a:pt x="33" y="93"/>
                    </a:lnTo>
                    <a:lnTo>
                      <a:pt x="33" y="7"/>
                    </a:lnTo>
                    <a:close/>
                  </a:path>
                </a:pathLst>
              </a:custGeom>
              <a:solidFill>
                <a:srgbClr val="802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3" name="Freeform 204">
                <a:extLst>
                  <a:ext uri="{FF2B5EF4-FFF2-40B4-BE49-F238E27FC236}">
                    <a16:creationId xmlns:a16="http://schemas.microsoft.com/office/drawing/2014/main" id="{2AC2B7C5-CDA6-4F93-B015-06D7DAF687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1001"/>
                <a:ext cx="33" cy="93"/>
              </a:xfrm>
              <a:custGeom>
                <a:avLst/>
                <a:gdLst>
                  <a:gd name="T0" fmla="*/ 33 w 33"/>
                  <a:gd name="T1" fmla="*/ 7 h 93"/>
                  <a:gd name="T2" fmla="*/ 0 w 33"/>
                  <a:gd name="T3" fmla="*/ 0 h 93"/>
                  <a:gd name="T4" fmla="*/ 33 w 33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93">
                    <a:moveTo>
                      <a:pt x="33" y="7"/>
                    </a:moveTo>
                    <a:lnTo>
                      <a:pt x="0" y="0"/>
                    </a:lnTo>
                    <a:lnTo>
                      <a:pt x="33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4" name="Freeform 205">
                <a:extLst>
                  <a:ext uri="{FF2B5EF4-FFF2-40B4-BE49-F238E27FC236}">
                    <a16:creationId xmlns:a16="http://schemas.microsoft.com/office/drawing/2014/main" id="{8C0876A1-507A-4972-966B-C2812CCAF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008"/>
                <a:ext cx="33" cy="93"/>
              </a:xfrm>
              <a:custGeom>
                <a:avLst/>
                <a:gdLst>
                  <a:gd name="T0" fmla="*/ 0 w 33"/>
                  <a:gd name="T1" fmla="*/ 86 h 93"/>
                  <a:gd name="T2" fmla="*/ 33 w 33"/>
                  <a:gd name="T3" fmla="*/ 93 h 93"/>
                  <a:gd name="T4" fmla="*/ 0 w 33"/>
                  <a:gd name="T5" fmla="*/ 0 h 93"/>
                  <a:gd name="T6" fmla="*/ 0 w 33"/>
                  <a:gd name="T7" fmla="*/ 86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93">
                    <a:moveTo>
                      <a:pt x="0" y="86"/>
                    </a:moveTo>
                    <a:lnTo>
                      <a:pt x="33" y="93"/>
                    </a:lnTo>
                    <a:lnTo>
                      <a:pt x="0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802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5" name="Freeform 206">
                <a:extLst>
                  <a:ext uri="{FF2B5EF4-FFF2-40B4-BE49-F238E27FC236}">
                    <a16:creationId xmlns:a16="http://schemas.microsoft.com/office/drawing/2014/main" id="{CC79EEA2-B682-4BE2-B59B-1320FDB008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008"/>
                <a:ext cx="33" cy="93"/>
              </a:xfrm>
              <a:custGeom>
                <a:avLst/>
                <a:gdLst>
                  <a:gd name="T0" fmla="*/ 0 w 33"/>
                  <a:gd name="T1" fmla="*/ 86 h 93"/>
                  <a:gd name="T2" fmla="*/ 33 w 33"/>
                  <a:gd name="T3" fmla="*/ 93 h 93"/>
                  <a:gd name="T4" fmla="*/ 0 w 33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93">
                    <a:moveTo>
                      <a:pt x="0" y="86"/>
                    </a:moveTo>
                    <a:lnTo>
                      <a:pt x="33" y="9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6" name="Freeform 207">
                <a:extLst>
                  <a:ext uri="{FF2B5EF4-FFF2-40B4-BE49-F238E27FC236}">
                    <a16:creationId xmlns:a16="http://schemas.microsoft.com/office/drawing/2014/main" id="{8398D817-5540-4BA7-8EBC-DCDEC9BE3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1945"/>
                <a:ext cx="113" cy="66"/>
              </a:xfrm>
              <a:custGeom>
                <a:avLst/>
                <a:gdLst>
                  <a:gd name="T0" fmla="*/ 113 w 113"/>
                  <a:gd name="T1" fmla="*/ 6 h 66"/>
                  <a:gd name="T2" fmla="*/ 80 w 113"/>
                  <a:gd name="T3" fmla="*/ 0 h 66"/>
                  <a:gd name="T4" fmla="*/ 0 w 113"/>
                  <a:gd name="T5" fmla="*/ 66 h 66"/>
                  <a:gd name="T6" fmla="*/ 113 w 113"/>
                  <a:gd name="T7" fmla="*/ 6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66">
                    <a:moveTo>
                      <a:pt x="113" y="6"/>
                    </a:moveTo>
                    <a:lnTo>
                      <a:pt x="80" y="0"/>
                    </a:lnTo>
                    <a:lnTo>
                      <a:pt x="0" y="66"/>
                    </a:lnTo>
                    <a:lnTo>
                      <a:pt x="113" y="6"/>
                    </a:lnTo>
                    <a:close/>
                  </a:path>
                </a:pathLst>
              </a:custGeom>
              <a:solidFill>
                <a:srgbClr val="A8CC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7" name="Freeform 208">
                <a:extLst>
                  <a:ext uri="{FF2B5EF4-FFF2-40B4-BE49-F238E27FC236}">
                    <a16:creationId xmlns:a16="http://schemas.microsoft.com/office/drawing/2014/main" id="{65F2A6FE-042F-41D1-85CE-6442C0D47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1945"/>
                <a:ext cx="113" cy="66"/>
              </a:xfrm>
              <a:custGeom>
                <a:avLst/>
                <a:gdLst>
                  <a:gd name="T0" fmla="*/ 113 w 113"/>
                  <a:gd name="T1" fmla="*/ 6 h 66"/>
                  <a:gd name="T2" fmla="*/ 80 w 113"/>
                  <a:gd name="T3" fmla="*/ 0 h 66"/>
                  <a:gd name="T4" fmla="*/ 0 w 113"/>
                  <a:gd name="T5" fmla="*/ 66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6">
                    <a:moveTo>
                      <a:pt x="113" y="6"/>
                    </a:moveTo>
                    <a:lnTo>
                      <a:pt x="80" y="0"/>
                    </a:lnTo>
                    <a:lnTo>
                      <a:pt x="0" y="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8" name="Freeform 209">
                <a:extLst>
                  <a:ext uri="{FF2B5EF4-FFF2-40B4-BE49-F238E27FC236}">
                    <a16:creationId xmlns:a16="http://schemas.microsoft.com/office/drawing/2014/main" id="{24D398EC-B99C-470D-890D-0E29A6930C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1945"/>
                <a:ext cx="119" cy="66"/>
              </a:xfrm>
              <a:custGeom>
                <a:avLst/>
                <a:gdLst>
                  <a:gd name="T0" fmla="*/ 0 w 119"/>
                  <a:gd name="T1" fmla="*/ 60 h 66"/>
                  <a:gd name="T2" fmla="*/ 39 w 119"/>
                  <a:gd name="T3" fmla="*/ 66 h 66"/>
                  <a:gd name="T4" fmla="*/ 119 w 119"/>
                  <a:gd name="T5" fmla="*/ 0 h 66"/>
                  <a:gd name="T6" fmla="*/ 0 w 119"/>
                  <a:gd name="T7" fmla="*/ 60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9" h="66">
                    <a:moveTo>
                      <a:pt x="0" y="60"/>
                    </a:moveTo>
                    <a:lnTo>
                      <a:pt x="39" y="66"/>
                    </a:lnTo>
                    <a:lnTo>
                      <a:pt x="119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B0D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9" name="Freeform 210">
                <a:extLst>
                  <a:ext uri="{FF2B5EF4-FFF2-40B4-BE49-F238E27FC236}">
                    <a16:creationId xmlns:a16="http://schemas.microsoft.com/office/drawing/2014/main" id="{BFBAFA70-8530-4777-BBFC-7BB0F3E91F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1945"/>
                <a:ext cx="119" cy="66"/>
              </a:xfrm>
              <a:custGeom>
                <a:avLst/>
                <a:gdLst>
                  <a:gd name="T0" fmla="*/ 0 w 119"/>
                  <a:gd name="T1" fmla="*/ 60 h 66"/>
                  <a:gd name="T2" fmla="*/ 39 w 119"/>
                  <a:gd name="T3" fmla="*/ 66 h 66"/>
                  <a:gd name="T4" fmla="*/ 119 w 119"/>
                  <a:gd name="T5" fmla="*/ 0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9" h="66">
                    <a:moveTo>
                      <a:pt x="0" y="60"/>
                    </a:moveTo>
                    <a:lnTo>
                      <a:pt x="39" y="66"/>
                    </a:lnTo>
                    <a:lnTo>
                      <a:pt x="11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0" name="Freeform 211">
                <a:extLst>
                  <a:ext uri="{FF2B5EF4-FFF2-40B4-BE49-F238E27FC236}">
                    <a16:creationId xmlns:a16="http://schemas.microsoft.com/office/drawing/2014/main" id="{CF7CF5B9-6106-44A5-9EE9-B83719398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1" y="1353"/>
                <a:ext cx="40" cy="127"/>
              </a:xfrm>
              <a:custGeom>
                <a:avLst/>
                <a:gdLst>
                  <a:gd name="T0" fmla="*/ 40 w 40"/>
                  <a:gd name="T1" fmla="*/ 27 h 127"/>
                  <a:gd name="T2" fmla="*/ 13 w 40"/>
                  <a:gd name="T3" fmla="*/ 0 h 127"/>
                  <a:gd name="T4" fmla="*/ 0 w 40"/>
                  <a:gd name="T5" fmla="*/ 127 h 127"/>
                  <a:gd name="T6" fmla="*/ 40 w 40"/>
                  <a:gd name="T7" fmla="*/ 27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27">
                    <a:moveTo>
                      <a:pt x="40" y="27"/>
                    </a:moveTo>
                    <a:lnTo>
                      <a:pt x="13" y="0"/>
                    </a:lnTo>
                    <a:lnTo>
                      <a:pt x="0" y="127"/>
                    </a:lnTo>
                    <a:lnTo>
                      <a:pt x="40" y="27"/>
                    </a:lnTo>
                    <a:close/>
                  </a:path>
                </a:pathLst>
              </a:custGeom>
              <a:solidFill>
                <a:srgbClr val="583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1" name="Freeform 212">
                <a:extLst>
                  <a:ext uri="{FF2B5EF4-FFF2-40B4-BE49-F238E27FC236}">
                    <a16:creationId xmlns:a16="http://schemas.microsoft.com/office/drawing/2014/main" id="{92264CFA-B20B-40F7-8D24-ED1FCD040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1" y="1353"/>
                <a:ext cx="40" cy="127"/>
              </a:xfrm>
              <a:custGeom>
                <a:avLst/>
                <a:gdLst>
                  <a:gd name="T0" fmla="*/ 40 w 40"/>
                  <a:gd name="T1" fmla="*/ 27 h 127"/>
                  <a:gd name="T2" fmla="*/ 13 w 40"/>
                  <a:gd name="T3" fmla="*/ 0 h 127"/>
                  <a:gd name="T4" fmla="*/ 0 w 40"/>
                  <a:gd name="T5" fmla="*/ 127 h 1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27">
                    <a:moveTo>
                      <a:pt x="40" y="27"/>
                    </a:moveTo>
                    <a:lnTo>
                      <a:pt x="13" y="0"/>
                    </a:lnTo>
                    <a:lnTo>
                      <a:pt x="0" y="1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2" name="Freeform 213">
                <a:extLst>
                  <a:ext uri="{FF2B5EF4-FFF2-40B4-BE49-F238E27FC236}">
                    <a16:creationId xmlns:a16="http://schemas.microsoft.com/office/drawing/2014/main" id="{62A7AD6C-3209-4F63-AF32-6960F82C8F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1" y="1380"/>
                <a:ext cx="40" cy="120"/>
              </a:xfrm>
              <a:custGeom>
                <a:avLst/>
                <a:gdLst>
                  <a:gd name="T0" fmla="*/ 0 w 40"/>
                  <a:gd name="T1" fmla="*/ 100 h 120"/>
                  <a:gd name="T2" fmla="*/ 20 w 40"/>
                  <a:gd name="T3" fmla="*/ 120 h 120"/>
                  <a:gd name="T4" fmla="*/ 40 w 40"/>
                  <a:gd name="T5" fmla="*/ 0 h 120"/>
                  <a:gd name="T6" fmla="*/ 0 w 40"/>
                  <a:gd name="T7" fmla="*/ 10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20">
                    <a:moveTo>
                      <a:pt x="0" y="100"/>
                    </a:moveTo>
                    <a:lnTo>
                      <a:pt x="20" y="120"/>
                    </a:lnTo>
                    <a:lnTo>
                      <a:pt x="40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583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3" name="Freeform 214">
                <a:extLst>
                  <a:ext uri="{FF2B5EF4-FFF2-40B4-BE49-F238E27FC236}">
                    <a16:creationId xmlns:a16="http://schemas.microsoft.com/office/drawing/2014/main" id="{779EAE71-AE3E-4CDA-8C10-9B8D235FA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1" y="1380"/>
                <a:ext cx="40" cy="120"/>
              </a:xfrm>
              <a:custGeom>
                <a:avLst/>
                <a:gdLst>
                  <a:gd name="T0" fmla="*/ 0 w 40"/>
                  <a:gd name="T1" fmla="*/ 100 h 120"/>
                  <a:gd name="T2" fmla="*/ 20 w 40"/>
                  <a:gd name="T3" fmla="*/ 120 h 120"/>
                  <a:gd name="T4" fmla="*/ 40 w 40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20">
                    <a:moveTo>
                      <a:pt x="0" y="100"/>
                    </a:moveTo>
                    <a:lnTo>
                      <a:pt x="20" y="120"/>
                    </a:lnTo>
                    <a:lnTo>
                      <a:pt x="4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4" name="Freeform 215">
                <a:extLst>
                  <a:ext uri="{FF2B5EF4-FFF2-40B4-BE49-F238E27FC236}">
                    <a16:creationId xmlns:a16="http://schemas.microsoft.com/office/drawing/2014/main" id="{033FC3A1-710F-447F-8EA3-035E63987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008"/>
                <a:ext cx="40" cy="93"/>
              </a:xfrm>
              <a:custGeom>
                <a:avLst/>
                <a:gdLst>
                  <a:gd name="T0" fmla="*/ 40 w 40"/>
                  <a:gd name="T1" fmla="*/ 7 h 93"/>
                  <a:gd name="T2" fmla="*/ 0 w 40"/>
                  <a:gd name="T3" fmla="*/ 0 h 93"/>
                  <a:gd name="T4" fmla="*/ 33 w 40"/>
                  <a:gd name="T5" fmla="*/ 93 h 93"/>
                  <a:gd name="T6" fmla="*/ 40 w 40"/>
                  <a:gd name="T7" fmla="*/ 7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93">
                    <a:moveTo>
                      <a:pt x="40" y="7"/>
                    </a:moveTo>
                    <a:lnTo>
                      <a:pt x="0" y="0"/>
                    </a:lnTo>
                    <a:lnTo>
                      <a:pt x="33" y="93"/>
                    </a:lnTo>
                    <a:lnTo>
                      <a:pt x="40" y="7"/>
                    </a:lnTo>
                    <a:close/>
                  </a:path>
                </a:pathLst>
              </a:custGeom>
              <a:solidFill>
                <a:srgbClr val="781C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5" name="Freeform 216">
                <a:extLst>
                  <a:ext uri="{FF2B5EF4-FFF2-40B4-BE49-F238E27FC236}">
                    <a16:creationId xmlns:a16="http://schemas.microsoft.com/office/drawing/2014/main" id="{F562206C-F4E5-4F84-9C04-21B918660F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008"/>
                <a:ext cx="40" cy="93"/>
              </a:xfrm>
              <a:custGeom>
                <a:avLst/>
                <a:gdLst>
                  <a:gd name="T0" fmla="*/ 40 w 40"/>
                  <a:gd name="T1" fmla="*/ 7 h 93"/>
                  <a:gd name="T2" fmla="*/ 0 w 40"/>
                  <a:gd name="T3" fmla="*/ 0 h 93"/>
                  <a:gd name="T4" fmla="*/ 33 w 40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93">
                    <a:moveTo>
                      <a:pt x="40" y="7"/>
                    </a:moveTo>
                    <a:lnTo>
                      <a:pt x="0" y="0"/>
                    </a:lnTo>
                    <a:lnTo>
                      <a:pt x="33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6" name="Freeform 217">
                <a:extLst>
                  <a:ext uri="{FF2B5EF4-FFF2-40B4-BE49-F238E27FC236}">
                    <a16:creationId xmlns:a16="http://schemas.microsoft.com/office/drawing/2014/main" id="{4A630DB7-F467-434A-8E0B-7E5A39863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9" y="1015"/>
                <a:ext cx="33" cy="99"/>
              </a:xfrm>
              <a:custGeom>
                <a:avLst/>
                <a:gdLst>
                  <a:gd name="T0" fmla="*/ 0 w 33"/>
                  <a:gd name="T1" fmla="*/ 86 h 99"/>
                  <a:gd name="T2" fmla="*/ 33 w 33"/>
                  <a:gd name="T3" fmla="*/ 99 h 99"/>
                  <a:gd name="T4" fmla="*/ 7 w 33"/>
                  <a:gd name="T5" fmla="*/ 0 h 99"/>
                  <a:gd name="T6" fmla="*/ 0 w 33"/>
                  <a:gd name="T7" fmla="*/ 86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99">
                    <a:moveTo>
                      <a:pt x="0" y="86"/>
                    </a:moveTo>
                    <a:lnTo>
                      <a:pt x="33" y="99"/>
                    </a:lnTo>
                    <a:lnTo>
                      <a:pt x="7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781C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7" name="Freeform 218">
                <a:extLst>
                  <a:ext uri="{FF2B5EF4-FFF2-40B4-BE49-F238E27FC236}">
                    <a16:creationId xmlns:a16="http://schemas.microsoft.com/office/drawing/2014/main" id="{5865F621-8F53-4121-853E-D93B4FE89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9" y="1015"/>
                <a:ext cx="33" cy="99"/>
              </a:xfrm>
              <a:custGeom>
                <a:avLst/>
                <a:gdLst>
                  <a:gd name="T0" fmla="*/ 0 w 33"/>
                  <a:gd name="T1" fmla="*/ 86 h 99"/>
                  <a:gd name="T2" fmla="*/ 33 w 33"/>
                  <a:gd name="T3" fmla="*/ 99 h 99"/>
                  <a:gd name="T4" fmla="*/ 7 w 33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99">
                    <a:moveTo>
                      <a:pt x="0" y="86"/>
                    </a:moveTo>
                    <a:lnTo>
                      <a:pt x="33" y="99"/>
                    </a:lnTo>
                    <a:lnTo>
                      <a:pt x="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8" name="Freeform 219">
                <a:extLst>
                  <a:ext uri="{FF2B5EF4-FFF2-40B4-BE49-F238E27FC236}">
                    <a16:creationId xmlns:a16="http://schemas.microsoft.com/office/drawing/2014/main" id="{D47B41F5-CB84-4FB4-8AE0-A5A1C63D4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194"/>
                <a:ext cx="27" cy="120"/>
              </a:xfrm>
              <a:custGeom>
                <a:avLst/>
                <a:gdLst>
                  <a:gd name="T0" fmla="*/ 27 w 27"/>
                  <a:gd name="T1" fmla="*/ 20 h 120"/>
                  <a:gd name="T2" fmla="*/ 0 w 27"/>
                  <a:gd name="T3" fmla="*/ 0 h 120"/>
                  <a:gd name="T4" fmla="*/ 0 w 27"/>
                  <a:gd name="T5" fmla="*/ 120 h 120"/>
                  <a:gd name="T6" fmla="*/ 27 w 27"/>
                  <a:gd name="T7" fmla="*/ 2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20">
                    <a:moveTo>
                      <a:pt x="27" y="20"/>
                    </a:moveTo>
                    <a:lnTo>
                      <a:pt x="0" y="0"/>
                    </a:lnTo>
                    <a:lnTo>
                      <a:pt x="0" y="120"/>
                    </a:lnTo>
                    <a:lnTo>
                      <a:pt x="27" y="20"/>
                    </a:lnTo>
                    <a:close/>
                  </a:path>
                </a:pathLst>
              </a:custGeom>
              <a:solidFill>
                <a:srgbClr val="582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9" name="Freeform 220">
                <a:extLst>
                  <a:ext uri="{FF2B5EF4-FFF2-40B4-BE49-F238E27FC236}">
                    <a16:creationId xmlns:a16="http://schemas.microsoft.com/office/drawing/2014/main" id="{05B2C1CE-8262-44B3-9D4E-F3FFBE813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194"/>
                <a:ext cx="27" cy="120"/>
              </a:xfrm>
              <a:custGeom>
                <a:avLst/>
                <a:gdLst>
                  <a:gd name="T0" fmla="*/ 27 w 27"/>
                  <a:gd name="T1" fmla="*/ 20 h 120"/>
                  <a:gd name="T2" fmla="*/ 0 w 27"/>
                  <a:gd name="T3" fmla="*/ 0 h 120"/>
                  <a:gd name="T4" fmla="*/ 0 w 27"/>
                  <a:gd name="T5" fmla="*/ 12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20">
                    <a:moveTo>
                      <a:pt x="27" y="20"/>
                    </a:moveTo>
                    <a:lnTo>
                      <a:pt x="0" y="0"/>
                    </a:lnTo>
                    <a:lnTo>
                      <a:pt x="0" y="1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0" name="Freeform 221">
                <a:extLst>
                  <a:ext uri="{FF2B5EF4-FFF2-40B4-BE49-F238E27FC236}">
                    <a16:creationId xmlns:a16="http://schemas.microsoft.com/office/drawing/2014/main" id="{33F0754E-073C-49AD-A1AE-FE39793095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214"/>
                <a:ext cx="27" cy="119"/>
              </a:xfrm>
              <a:custGeom>
                <a:avLst/>
                <a:gdLst>
                  <a:gd name="T0" fmla="*/ 0 w 27"/>
                  <a:gd name="T1" fmla="*/ 100 h 119"/>
                  <a:gd name="T2" fmla="*/ 27 w 27"/>
                  <a:gd name="T3" fmla="*/ 119 h 119"/>
                  <a:gd name="T4" fmla="*/ 27 w 27"/>
                  <a:gd name="T5" fmla="*/ 0 h 119"/>
                  <a:gd name="T6" fmla="*/ 0 w 27"/>
                  <a:gd name="T7" fmla="*/ 100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19">
                    <a:moveTo>
                      <a:pt x="0" y="100"/>
                    </a:moveTo>
                    <a:lnTo>
                      <a:pt x="27" y="119"/>
                    </a:lnTo>
                    <a:lnTo>
                      <a:pt x="27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582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1" name="Freeform 222">
                <a:extLst>
                  <a:ext uri="{FF2B5EF4-FFF2-40B4-BE49-F238E27FC236}">
                    <a16:creationId xmlns:a16="http://schemas.microsoft.com/office/drawing/2014/main" id="{345E6216-9721-4173-91A1-13C231E98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214"/>
                <a:ext cx="27" cy="119"/>
              </a:xfrm>
              <a:custGeom>
                <a:avLst/>
                <a:gdLst>
                  <a:gd name="T0" fmla="*/ 0 w 27"/>
                  <a:gd name="T1" fmla="*/ 100 h 119"/>
                  <a:gd name="T2" fmla="*/ 27 w 27"/>
                  <a:gd name="T3" fmla="*/ 119 h 119"/>
                  <a:gd name="T4" fmla="*/ 27 w 27"/>
                  <a:gd name="T5" fmla="*/ 0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19">
                    <a:moveTo>
                      <a:pt x="0" y="100"/>
                    </a:moveTo>
                    <a:lnTo>
                      <a:pt x="27" y="119"/>
                    </a:lnTo>
                    <a:lnTo>
                      <a:pt x="2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" name="Freeform 223">
                <a:extLst>
                  <a:ext uri="{FF2B5EF4-FFF2-40B4-BE49-F238E27FC236}">
                    <a16:creationId xmlns:a16="http://schemas.microsoft.com/office/drawing/2014/main" id="{4B5001A8-7BEA-473A-B444-AD61E5EAE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951"/>
                <a:ext cx="113" cy="74"/>
              </a:xfrm>
              <a:custGeom>
                <a:avLst/>
                <a:gdLst>
                  <a:gd name="T0" fmla="*/ 113 w 113"/>
                  <a:gd name="T1" fmla="*/ 14 h 74"/>
                  <a:gd name="T2" fmla="*/ 80 w 113"/>
                  <a:gd name="T3" fmla="*/ 0 h 74"/>
                  <a:gd name="T4" fmla="*/ 0 w 113"/>
                  <a:gd name="T5" fmla="*/ 74 h 74"/>
                  <a:gd name="T6" fmla="*/ 113 w 113"/>
                  <a:gd name="T7" fmla="*/ 14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74">
                    <a:moveTo>
                      <a:pt x="113" y="14"/>
                    </a:moveTo>
                    <a:lnTo>
                      <a:pt x="80" y="0"/>
                    </a:lnTo>
                    <a:lnTo>
                      <a:pt x="0" y="74"/>
                    </a:lnTo>
                    <a:lnTo>
                      <a:pt x="113" y="14"/>
                    </a:lnTo>
                    <a:close/>
                  </a:path>
                </a:pathLst>
              </a:custGeom>
              <a:solidFill>
                <a:srgbClr val="98C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" name="Freeform 224">
                <a:extLst>
                  <a:ext uri="{FF2B5EF4-FFF2-40B4-BE49-F238E27FC236}">
                    <a16:creationId xmlns:a16="http://schemas.microsoft.com/office/drawing/2014/main" id="{C477D78F-8D1D-451F-B80F-B2CEA9545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951"/>
                <a:ext cx="113" cy="74"/>
              </a:xfrm>
              <a:custGeom>
                <a:avLst/>
                <a:gdLst>
                  <a:gd name="T0" fmla="*/ 113 w 113"/>
                  <a:gd name="T1" fmla="*/ 14 h 74"/>
                  <a:gd name="T2" fmla="*/ 80 w 113"/>
                  <a:gd name="T3" fmla="*/ 0 h 74"/>
                  <a:gd name="T4" fmla="*/ 0 w 113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74">
                    <a:moveTo>
                      <a:pt x="113" y="14"/>
                    </a:moveTo>
                    <a:lnTo>
                      <a:pt x="80" y="0"/>
                    </a:lnTo>
                    <a:lnTo>
                      <a:pt x="0" y="7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" name="Freeform 225">
                <a:extLst>
                  <a:ext uri="{FF2B5EF4-FFF2-40B4-BE49-F238E27FC236}">
                    <a16:creationId xmlns:a16="http://schemas.microsoft.com/office/drawing/2014/main" id="{CB5DD827-9E2B-42A4-A846-EE5B61A97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1951"/>
                <a:ext cx="113" cy="74"/>
              </a:xfrm>
              <a:custGeom>
                <a:avLst/>
                <a:gdLst>
                  <a:gd name="T0" fmla="*/ 0 w 113"/>
                  <a:gd name="T1" fmla="*/ 60 h 74"/>
                  <a:gd name="T2" fmla="*/ 33 w 113"/>
                  <a:gd name="T3" fmla="*/ 74 h 74"/>
                  <a:gd name="T4" fmla="*/ 113 w 113"/>
                  <a:gd name="T5" fmla="*/ 0 h 74"/>
                  <a:gd name="T6" fmla="*/ 0 w 113"/>
                  <a:gd name="T7" fmla="*/ 60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74">
                    <a:moveTo>
                      <a:pt x="0" y="60"/>
                    </a:moveTo>
                    <a:lnTo>
                      <a:pt x="33" y="74"/>
                    </a:lnTo>
                    <a:lnTo>
                      <a:pt x="113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A8CC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" name="Freeform 226">
                <a:extLst>
                  <a:ext uri="{FF2B5EF4-FFF2-40B4-BE49-F238E27FC236}">
                    <a16:creationId xmlns:a16="http://schemas.microsoft.com/office/drawing/2014/main" id="{A85033A1-C0B8-4FAD-B86C-71FCE1988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1951"/>
                <a:ext cx="113" cy="74"/>
              </a:xfrm>
              <a:custGeom>
                <a:avLst/>
                <a:gdLst>
                  <a:gd name="T0" fmla="*/ 0 w 113"/>
                  <a:gd name="T1" fmla="*/ 60 h 74"/>
                  <a:gd name="T2" fmla="*/ 33 w 113"/>
                  <a:gd name="T3" fmla="*/ 74 h 74"/>
                  <a:gd name="T4" fmla="*/ 113 w 113"/>
                  <a:gd name="T5" fmla="*/ 0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74">
                    <a:moveTo>
                      <a:pt x="0" y="60"/>
                    </a:moveTo>
                    <a:lnTo>
                      <a:pt x="33" y="74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" name="Freeform 227">
                <a:extLst>
                  <a:ext uri="{FF2B5EF4-FFF2-40B4-BE49-F238E27FC236}">
                    <a16:creationId xmlns:a16="http://schemas.microsoft.com/office/drawing/2014/main" id="{2ED6A704-FB54-446D-B514-48BDD30E7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500"/>
                <a:ext cx="59" cy="126"/>
              </a:xfrm>
              <a:custGeom>
                <a:avLst/>
                <a:gdLst>
                  <a:gd name="T0" fmla="*/ 59 w 59"/>
                  <a:gd name="T1" fmla="*/ 20 h 126"/>
                  <a:gd name="T2" fmla="*/ 33 w 59"/>
                  <a:gd name="T3" fmla="*/ 0 h 126"/>
                  <a:gd name="T4" fmla="*/ 0 w 59"/>
                  <a:gd name="T5" fmla="*/ 126 h 126"/>
                  <a:gd name="T6" fmla="*/ 59 w 59"/>
                  <a:gd name="T7" fmla="*/ 2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26">
                    <a:moveTo>
                      <a:pt x="59" y="20"/>
                    </a:moveTo>
                    <a:lnTo>
                      <a:pt x="33" y="0"/>
                    </a:lnTo>
                    <a:lnTo>
                      <a:pt x="0" y="126"/>
                    </a:lnTo>
                    <a:lnTo>
                      <a:pt x="59" y="20"/>
                    </a:lnTo>
                    <a:close/>
                  </a:path>
                </a:pathLst>
              </a:custGeom>
              <a:solidFill>
                <a:srgbClr val="585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" name="Freeform 228">
                <a:extLst>
                  <a:ext uri="{FF2B5EF4-FFF2-40B4-BE49-F238E27FC236}">
                    <a16:creationId xmlns:a16="http://schemas.microsoft.com/office/drawing/2014/main" id="{4EC54F70-B47E-4C32-A209-520D456E6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500"/>
                <a:ext cx="59" cy="126"/>
              </a:xfrm>
              <a:custGeom>
                <a:avLst/>
                <a:gdLst>
                  <a:gd name="T0" fmla="*/ 59 w 59"/>
                  <a:gd name="T1" fmla="*/ 20 h 126"/>
                  <a:gd name="T2" fmla="*/ 33 w 59"/>
                  <a:gd name="T3" fmla="*/ 0 h 126"/>
                  <a:gd name="T4" fmla="*/ 0 w 59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26">
                    <a:moveTo>
                      <a:pt x="59" y="20"/>
                    </a:moveTo>
                    <a:lnTo>
                      <a:pt x="33" y="0"/>
                    </a:lnTo>
                    <a:lnTo>
                      <a:pt x="0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" name="Freeform 229">
                <a:extLst>
                  <a:ext uri="{FF2B5EF4-FFF2-40B4-BE49-F238E27FC236}">
                    <a16:creationId xmlns:a16="http://schemas.microsoft.com/office/drawing/2014/main" id="{AEF4CF8E-3964-479F-8764-3B0C80893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520"/>
                <a:ext cx="59" cy="119"/>
              </a:xfrm>
              <a:custGeom>
                <a:avLst/>
                <a:gdLst>
                  <a:gd name="T0" fmla="*/ 0 w 59"/>
                  <a:gd name="T1" fmla="*/ 106 h 119"/>
                  <a:gd name="T2" fmla="*/ 26 w 59"/>
                  <a:gd name="T3" fmla="*/ 119 h 119"/>
                  <a:gd name="T4" fmla="*/ 59 w 59"/>
                  <a:gd name="T5" fmla="*/ 0 h 119"/>
                  <a:gd name="T6" fmla="*/ 0 w 59"/>
                  <a:gd name="T7" fmla="*/ 106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19">
                    <a:moveTo>
                      <a:pt x="0" y="106"/>
                    </a:moveTo>
                    <a:lnTo>
                      <a:pt x="26" y="119"/>
                    </a:lnTo>
                    <a:lnTo>
                      <a:pt x="59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585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" name="Freeform 230">
                <a:extLst>
                  <a:ext uri="{FF2B5EF4-FFF2-40B4-BE49-F238E27FC236}">
                    <a16:creationId xmlns:a16="http://schemas.microsoft.com/office/drawing/2014/main" id="{090E50DD-E222-4023-84AA-FF728D0F55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520"/>
                <a:ext cx="59" cy="119"/>
              </a:xfrm>
              <a:custGeom>
                <a:avLst/>
                <a:gdLst>
                  <a:gd name="T0" fmla="*/ 0 w 59"/>
                  <a:gd name="T1" fmla="*/ 106 h 119"/>
                  <a:gd name="T2" fmla="*/ 26 w 59"/>
                  <a:gd name="T3" fmla="*/ 119 h 119"/>
                  <a:gd name="T4" fmla="*/ 59 w 59"/>
                  <a:gd name="T5" fmla="*/ 0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19">
                    <a:moveTo>
                      <a:pt x="0" y="106"/>
                    </a:moveTo>
                    <a:lnTo>
                      <a:pt x="26" y="119"/>
                    </a:lnTo>
                    <a:lnTo>
                      <a:pt x="5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" name="Freeform 231">
                <a:extLst>
                  <a:ext uri="{FF2B5EF4-FFF2-40B4-BE49-F238E27FC236}">
                    <a16:creationId xmlns:a16="http://schemas.microsoft.com/office/drawing/2014/main" id="{BD5EA335-DCA0-46B8-A679-0A00AEA1C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1626"/>
                <a:ext cx="66" cy="126"/>
              </a:xfrm>
              <a:custGeom>
                <a:avLst/>
                <a:gdLst>
                  <a:gd name="T0" fmla="*/ 66 w 66"/>
                  <a:gd name="T1" fmla="*/ 13 h 126"/>
                  <a:gd name="T2" fmla="*/ 40 w 66"/>
                  <a:gd name="T3" fmla="*/ 0 h 126"/>
                  <a:gd name="T4" fmla="*/ 0 w 66"/>
                  <a:gd name="T5" fmla="*/ 126 h 126"/>
                  <a:gd name="T6" fmla="*/ 66 w 66"/>
                  <a:gd name="T7" fmla="*/ 13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26">
                    <a:moveTo>
                      <a:pt x="66" y="13"/>
                    </a:moveTo>
                    <a:lnTo>
                      <a:pt x="40" y="0"/>
                    </a:lnTo>
                    <a:lnTo>
                      <a:pt x="0" y="126"/>
                    </a:lnTo>
                    <a:lnTo>
                      <a:pt x="66" y="13"/>
                    </a:lnTo>
                    <a:close/>
                  </a:path>
                </a:pathLst>
              </a:custGeom>
              <a:solidFill>
                <a:srgbClr val="606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" name="Freeform 232">
                <a:extLst>
                  <a:ext uri="{FF2B5EF4-FFF2-40B4-BE49-F238E27FC236}">
                    <a16:creationId xmlns:a16="http://schemas.microsoft.com/office/drawing/2014/main" id="{7C192726-A210-4651-98B6-E1016AA74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1626"/>
                <a:ext cx="66" cy="126"/>
              </a:xfrm>
              <a:custGeom>
                <a:avLst/>
                <a:gdLst>
                  <a:gd name="T0" fmla="*/ 66 w 66"/>
                  <a:gd name="T1" fmla="*/ 13 h 126"/>
                  <a:gd name="T2" fmla="*/ 40 w 66"/>
                  <a:gd name="T3" fmla="*/ 0 h 126"/>
                  <a:gd name="T4" fmla="*/ 0 w 66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26">
                    <a:moveTo>
                      <a:pt x="66" y="13"/>
                    </a:moveTo>
                    <a:lnTo>
                      <a:pt x="40" y="0"/>
                    </a:lnTo>
                    <a:lnTo>
                      <a:pt x="0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" name="Freeform 233">
                <a:extLst>
                  <a:ext uri="{FF2B5EF4-FFF2-40B4-BE49-F238E27FC236}">
                    <a16:creationId xmlns:a16="http://schemas.microsoft.com/office/drawing/2014/main" id="{35A873B6-EFDC-4976-8ABE-B08F1E054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865"/>
                <a:ext cx="106" cy="106"/>
              </a:xfrm>
              <a:custGeom>
                <a:avLst/>
                <a:gdLst>
                  <a:gd name="T0" fmla="*/ 106 w 106"/>
                  <a:gd name="T1" fmla="*/ 0 h 106"/>
                  <a:gd name="T2" fmla="*/ 66 w 106"/>
                  <a:gd name="T3" fmla="*/ 7 h 106"/>
                  <a:gd name="T4" fmla="*/ 0 w 106"/>
                  <a:gd name="T5" fmla="*/ 106 h 106"/>
                  <a:gd name="T6" fmla="*/ 106 w 106"/>
                  <a:gd name="T7" fmla="*/ 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106">
                    <a:moveTo>
                      <a:pt x="106" y="0"/>
                    </a:moveTo>
                    <a:lnTo>
                      <a:pt x="66" y="7"/>
                    </a:lnTo>
                    <a:lnTo>
                      <a:pt x="0" y="106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709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" name="Freeform 234">
                <a:extLst>
                  <a:ext uri="{FF2B5EF4-FFF2-40B4-BE49-F238E27FC236}">
                    <a16:creationId xmlns:a16="http://schemas.microsoft.com/office/drawing/2014/main" id="{643E7779-0276-41C7-AED6-8C351C5FEB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865"/>
                <a:ext cx="106" cy="106"/>
              </a:xfrm>
              <a:custGeom>
                <a:avLst/>
                <a:gdLst>
                  <a:gd name="T0" fmla="*/ 106 w 106"/>
                  <a:gd name="T1" fmla="*/ 0 h 106"/>
                  <a:gd name="T2" fmla="*/ 66 w 106"/>
                  <a:gd name="T3" fmla="*/ 7 h 106"/>
                  <a:gd name="T4" fmla="*/ 0 w 106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106">
                    <a:moveTo>
                      <a:pt x="106" y="0"/>
                    </a:moveTo>
                    <a:lnTo>
                      <a:pt x="66" y="7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" name="Freeform 235">
                <a:extLst>
                  <a:ext uri="{FF2B5EF4-FFF2-40B4-BE49-F238E27FC236}">
                    <a16:creationId xmlns:a16="http://schemas.microsoft.com/office/drawing/2014/main" id="{A5E71B1E-F71D-4A87-BE1A-ED499A5182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872"/>
                <a:ext cx="99" cy="99"/>
              </a:xfrm>
              <a:custGeom>
                <a:avLst/>
                <a:gdLst>
                  <a:gd name="T0" fmla="*/ 0 w 99"/>
                  <a:gd name="T1" fmla="*/ 99 h 99"/>
                  <a:gd name="T2" fmla="*/ 33 w 99"/>
                  <a:gd name="T3" fmla="*/ 99 h 99"/>
                  <a:gd name="T4" fmla="*/ 99 w 99"/>
                  <a:gd name="T5" fmla="*/ 0 h 99"/>
                  <a:gd name="T6" fmla="*/ 0 w 99"/>
                  <a:gd name="T7" fmla="*/ 99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33" y="99"/>
                    </a:lnTo>
                    <a:lnTo>
                      <a:pt x="99" y="0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80A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" name="Freeform 236">
                <a:extLst>
                  <a:ext uri="{FF2B5EF4-FFF2-40B4-BE49-F238E27FC236}">
                    <a16:creationId xmlns:a16="http://schemas.microsoft.com/office/drawing/2014/main" id="{15C7FF40-559A-46D8-B35A-1D19CD089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872"/>
                <a:ext cx="99" cy="99"/>
              </a:xfrm>
              <a:custGeom>
                <a:avLst/>
                <a:gdLst>
                  <a:gd name="T0" fmla="*/ 0 w 99"/>
                  <a:gd name="T1" fmla="*/ 99 h 99"/>
                  <a:gd name="T2" fmla="*/ 33 w 99"/>
                  <a:gd name="T3" fmla="*/ 99 h 99"/>
                  <a:gd name="T4" fmla="*/ 99 w 99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99">
                    <a:moveTo>
                      <a:pt x="0" y="99"/>
                    </a:moveTo>
                    <a:lnTo>
                      <a:pt x="33" y="99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" name="Freeform 237">
                <a:extLst>
                  <a:ext uri="{FF2B5EF4-FFF2-40B4-BE49-F238E27FC236}">
                    <a16:creationId xmlns:a16="http://schemas.microsoft.com/office/drawing/2014/main" id="{475D3573-CD18-478A-9514-613629DC6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015"/>
                <a:ext cx="33" cy="99"/>
              </a:xfrm>
              <a:custGeom>
                <a:avLst/>
                <a:gdLst>
                  <a:gd name="T0" fmla="*/ 33 w 33"/>
                  <a:gd name="T1" fmla="*/ 13 h 99"/>
                  <a:gd name="T2" fmla="*/ 0 w 33"/>
                  <a:gd name="T3" fmla="*/ 0 h 99"/>
                  <a:gd name="T4" fmla="*/ 26 w 33"/>
                  <a:gd name="T5" fmla="*/ 99 h 99"/>
                  <a:gd name="T6" fmla="*/ 33 w 33"/>
                  <a:gd name="T7" fmla="*/ 13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99">
                    <a:moveTo>
                      <a:pt x="33" y="13"/>
                    </a:moveTo>
                    <a:lnTo>
                      <a:pt x="0" y="0"/>
                    </a:lnTo>
                    <a:lnTo>
                      <a:pt x="26" y="99"/>
                    </a:lnTo>
                    <a:lnTo>
                      <a:pt x="33" y="13"/>
                    </a:lnTo>
                    <a:close/>
                  </a:path>
                </a:pathLst>
              </a:custGeom>
              <a:solidFill>
                <a:srgbClr val="6814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" name="Group 238">
              <a:extLst>
                <a:ext uri="{FF2B5EF4-FFF2-40B4-BE49-F238E27FC236}">
                  <a16:creationId xmlns:a16="http://schemas.microsoft.com/office/drawing/2014/main" id="{0040E4E0-C9F4-4258-A38A-3CE6659DC6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6" y="2428"/>
              <a:ext cx="1019" cy="1117"/>
              <a:chOff x="2258" y="941"/>
              <a:chExt cx="1019" cy="1117"/>
            </a:xfrm>
          </p:grpSpPr>
          <p:sp>
            <p:nvSpPr>
              <p:cNvPr id="947" name="Freeform 239">
                <a:extLst>
                  <a:ext uri="{FF2B5EF4-FFF2-40B4-BE49-F238E27FC236}">
                    <a16:creationId xmlns:a16="http://schemas.microsoft.com/office/drawing/2014/main" id="{C0C2BBC8-7C2A-4924-B4A5-A4A6FDFE0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015"/>
                <a:ext cx="33" cy="99"/>
              </a:xfrm>
              <a:custGeom>
                <a:avLst/>
                <a:gdLst>
                  <a:gd name="T0" fmla="*/ 33 w 33"/>
                  <a:gd name="T1" fmla="*/ 13 h 99"/>
                  <a:gd name="T2" fmla="*/ 0 w 33"/>
                  <a:gd name="T3" fmla="*/ 0 h 99"/>
                  <a:gd name="T4" fmla="*/ 26 w 33"/>
                  <a:gd name="T5" fmla="*/ 99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99">
                    <a:moveTo>
                      <a:pt x="33" y="13"/>
                    </a:moveTo>
                    <a:lnTo>
                      <a:pt x="0" y="0"/>
                    </a:lnTo>
                    <a:lnTo>
                      <a:pt x="26" y="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8" name="Freeform 240">
                <a:extLst>
                  <a:ext uri="{FF2B5EF4-FFF2-40B4-BE49-F238E27FC236}">
                    <a16:creationId xmlns:a16="http://schemas.microsoft.com/office/drawing/2014/main" id="{FEC02DCC-2B3E-4438-B3F5-C67584646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1028"/>
                <a:ext cx="33" cy="100"/>
              </a:xfrm>
              <a:custGeom>
                <a:avLst/>
                <a:gdLst>
                  <a:gd name="T0" fmla="*/ 0 w 33"/>
                  <a:gd name="T1" fmla="*/ 86 h 100"/>
                  <a:gd name="T2" fmla="*/ 33 w 33"/>
                  <a:gd name="T3" fmla="*/ 100 h 100"/>
                  <a:gd name="T4" fmla="*/ 7 w 33"/>
                  <a:gd name="T5" fmla="*/ 0 h 100"/>
                  <a:gd name="T6" fmla="*/ 0 w 33"/>
                  <a:gd name="T7" fmla="*/ 86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00">
                    <a:moveTo>
                      <a:pt x="0" y="86"/>
                    </a:moveTo>
                    <a:lnTo>
                      <a:pt x="33" y="100"/>
                    </a:lnTo>
                    <a:lnTo>
                      <a:pt x="7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6814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9" name="Freeform 241">
                <a:extLst>
                  <a:ext uri="{FF2B5EF4-FFF2-40B4-BE49-F238E27FC236}">
                    <a16:creationId xmlns:a16="http://schemas.microsoft.com/office/drawing/2014/main" id="{1F6D7AF5-2B61-4665-853B-F1B9585C1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1028"/>
                <a:ext cx="33" cy="100"/>
              </a:xfrm>
              <a:custGeom>
                <a:avLst/>
                <a:gdLst>
                  <a:gd name="T0" fmla="*/ 0 w 33"/>
                  <a:gd name="T1" fmla="*/ 86 h 100"/>
                  <a:gd name="T2" fmla="*/ 33 w 33"/>
                  <a:gd name="T3" fmla="*/ 100 h 100"/>
                  <a:gd name="T4" fmla="*/ 7 w 33"/>
                  <a:gd name="T5" fmla="*/ 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00">
                    <a:moveTo>
                      <a:pt x="0" y="86"/>
                    </a:moveTo>
                    <a:lnTo>
                      <a:pt x="33" y="100"/>
                    </a:lnTo>
                    <a:lnTo>
                      <a:pt x="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0" name="Freeform 242">
                <a:extLst>
                  <a:ext uri="{FF2B5EF4-FFF2-40B4-BE49-F238E27FC236}">
                    <a16:creationId xmlns:a16="http://schemas.microsoft.com/office/drawing/2014/main" id="{C2C0E6D8-2BDF-4091-861A-6F844B3C05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752"/>
                <a:ext cx="86" cy="40"/>
              </a:xfrm>
              <a:custGeom>
                <a:avLst/>
                <a:gdLst>
                  <a:gd name="T0" fmla="*/ 86 w 86"/>
                  <a:gd name="T1" fmla="*/ 40 h 40"/>
                  <a:gd name="T2" fmla="*/ 59 w 86"/>
                  <a:gd name="T3" fmla="*/ 0 h 40"/>
                  <a:gd name="T4" fmla="*/ 0 w 86"/>
                  <a:gd name="T5" fmla="*/ 7 h 40"/>
                  <a:gd name="T6" fmla="*/ 86 w 86"/>
                  <a:gd name="T7" fmla="*/ 4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40">
                    <a:moveTo>
                      <a:pt x="86" y="40"/>
                    </a:moveTo>
                    <a:lnTo>
                      <a:pt x="59" y="0"/>
                    </a:lnTo>
                    <a:lnTo>
                      <a:pt x="0" y="7"/>
                    </a:lnTo>
                    <a:lnTo>
                      <a:pt x="86" y="40"/>
                    </a:lnTo>
                    <a:close/>
                  </a:path>
                </a:pathLst>
              </a:custGeom>
              <a:solidFill>
                <a:srgbClr val="E8E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1" name="Freeform 243">
                <a:extLst>
                  <a:ext uri="{FF2B5EF4-FFF2-40B4-BE49-F238E27FC236}">
                    <a16:creationId xmlns:a16="http://schemas.microsoft.com/office/drawing/2014/main" id="{81D65739-FCD2-48B2-82E0-E8256B695D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752"/>
                <a:ext cx="86" cy="40"/>
              </a:xfrm>
              <a:custGeom>
                <a:avLst/>
                <a:gdLst>
                  <a:gd name="T0" fmla="*/ 86 w 86"/>
                  <a:gd name="T1" fmla="*/ 40 h 40"/>
                  <a:gd name="T2" fmla="*/ 59 w 86"/>
                  <a:gd name="T3" fmla="*/ 0 h 40"/>
                  <a:gd name="T4" fmla="*/ 0 w 86"/>
                  <a:gd name="T5" fmla="*/ 7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40">
                    <a:moveTo>
                      <a:pt x="86" y="40"/>
                    </a:moveTo>
                    <a:lnTo>
                      <a:pt x="59" y="0"/>
                    </a:lnTo>
                    <a:lnTo>
                      <a:pt x="0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2" name="Freeform 244">
                <a:extLst>
                  <a:ext uri="{FF2B5EF4-FFF2-40B4-BE49-F238E27FC236}">
                    <a16:creationId xmlns:a16="http://schemas.microsoft.com/office/drawing/2014/main" id="{08762FE5-46F6-4722-98F8-BE41ADFE7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965"/>
                <a:ext cx="113" cy="66"/>
              </a:xfrm>
              <a:custGeom>
                <a:avLst/>
                <a:gdLst>
                  <a:gd name="T0" fmla="*/ 113 w 113"/>
                  <a:gd name="T1" fmla="*/ 0 h 66"/>
                  <a:gd name="T2" fmla="*/ 80 w 113"/>
                  <a:gd name="T3" fmla="*/ 0 h 66"/>
                  <a:gd name="T4" fmla="*/ 0 w 113"/>
                  <a:gd name="T5" fmla="*/ 66 h 66"/>
                  <a:gd name="T6" fmla="*/ 113 w 113"/>
                  <a:gd name="T7" fmla="*/ 0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66">
                    <a:moveTo>
                      <a:pt x="113" y="0"/>
                    </a:moveTo>
                    <a:lnTo>
                      <a:pt x="80" y="0"/>
                    </a:lnTo>
                    <a:lnTo>
                      <a:pt x="0" y="66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90C4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3" name="Freeform 245">
                <a:extLst>
                  <a:ext uri="{FF2B5EF4-FFF2-40B4-BE49-F238E27FC236}">
                    <a16:creationId xmlns:a16="http://schemas.microsoft.com/office/drawing/2014/main" id="{6F901894-DD10-4F17-9619-B526941C9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965"/>
                <a:ext cx="113" cy="66"/>
              </a:xfrm>
              <a:custGeom>
                <a:avLst/>
                <a:gdLst>
                  <a:gd name="T0" fmla="*/ 113 w 113"/>
                  <a:gd name="T1" fmla="*/ 0 h 66"/>
                  <a:gd name="T2" fmla="*/ 80 w 113"/>
                  <a:gd name="T3" fmla="*/ 0 h 66"/>
                  <a:gd name="T4" fmla="*/ 0 w 113"/>
                  <a:gd name="T5" fmla="*/ 66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6">
                    <a:moveTo>
                      <a:pt x="113" y="0"/>
                    </a:moveTo>
                    <a:lnTo>
                      <a:pt x="80" y="0"/>
                    </a:lnTo>
                    <a:lnTo>
                      <a:pt x="0" y="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4" name="Freeform 246">
                <a:extLst>
                  <a:ext uri="{FF2B5EF4-FFF2-40B4-BE49-F238E27FC236}">
                    <a16:creationId xmlns:a16="http://schemas.microsoft.com/office/drawing/2014/main" id="{CCDE5E42-6811-4B44-96A7-6ED338803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965"/>
                <a:ext cx="113" cy="66"/>
              </a:xfrm>
              <a:custGeom>
                <a:avLst/>
                <a:gdLst>
                  <a:gd name="T0" fmla="*/ 0 w 113"/>
                  <a:gd name="T1" fmla="*/ 60 h 66"/>
                  <a:gd name="T2" fmla="*/ 33 w 113"/>
                  <a:gd name="T3" fmla="*/ 66 h 66"/>
                  <a:gd name="T4" fmla="*/ 113 w 113"/>
                  <a:gd name="T5" fmla="*/ 0 h 66"/>
                  <a:gd name="T6" fmla="*/ 0 w 113"/>
                  <a:gd name="T7" fmla="*/ 60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66">
                    <a:moveTo>
                      <a:pt x="0" y="60"/>
                    </a:moveTo>
                    <a:lnTo>
                      <a:pt x="33" y="66"/>
                    </a:lnTo>
                    <a:lnTo>
                      <a:pt x="113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98C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5" name="Freeform 247">
                <a:extLst>
                  <a:ext uri="{FF2B5EF4-FFF2-40B4-BE49-F238E27FC236}">
                    <a16:creationId xmlns:a16="http://schemas.microsoft.com/office/drawing/2014/main" id="{ECB60691-F0D5-45F4-A5E8-F2C24816AC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965"/>
                <a:ext cx="113" cy="66"/>
              </a:xfrm>
              <a:custGeom>
                <a:avLst/>
                <a:gdLst>
                  <a:gd name="T0" fmla="*/ 0 w 113"/>
                  <a:gd name="T1" fmla="*/ 60 h 66"/>
                  <a:gd name="T2" fmla="*/ 33 w 113"/>
                  <a:gd name="T3" fmla="*/ 66 h 66"/>
                  <a:gd name="T4" fmla="*/ 113 w 113"/>
                  <a:gd name="T5" fmla="*/ 0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6">
                    <a:moveTo>
                      <a:pt x="0" y="60"/>
                    </a:moveTo>
                    <a:lnTo>
                      <a:pt x="33" y="66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6" name="Freeform 248">
                <a:extLst>
                  <a:ext uri="{FF2B5EF4-FFF2-40B4-BE49-F238E27FC236}">
                    <a16:creationId xmlns:a16="http://schemas.microsoft.com/office/drawing/2014/main" id="{2D71E87E-7CCA-4F38-B3BA-8AB31DB2C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1639"/>
                <a:ext cx="66" cy="113"/>
              </a:xfrm>
              <a:custGeom>
                <a:avLst/>
                <a:gdLst>
                  <a:gd name="T0" fmla="*/ 0 w 66"/>
                  <a:gd name="T1" fmla="*/ 113 h 113"/>
                  <a:gd name="T2" fmla="*/ 26 w 66"/>
                  <a:gd name="T3" fmla="*/ 113 h 113"/>
                  <a:gd name="T4" fmla="*/ 66 w 66"/>
                  <a:gd name="T5" fmla="*/ 0 h 113"/>
                  <a:gd name="T6" fmla="*/ 0 w 66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13">
                    <a:moveTo>
                      <a:pt x="0" y="113"/>
                    </a:moveTo>
                    <a:lnTo>
                      <a:pt x="26" y="113"/>
                    </a:lnTo>
                    <a:lnTo>
                      <a:pt x="66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606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7" name="Freeform 249">
                <a:extLst>
                  <a:ext uri="{FF2B5EF4-FFF2-40B4-BE49-F238E27FC236}">
                    <a16:creationId xmlns:a16="http://schemas.microsoft.com/office/drawing/2014/main" id="{AEF4A788-6248-4050-A9DE-E41AE9EBB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1639"/>
                <a:ext cx="66" cy="113"/>
              </a:xfrm>
              <a:custGeom>
                <a:avLst/>
                <a:gdLst>
                  <a:gd name="T0" fmla="*/ 0 w 66"/>
                  <a:gd name="T1" fmla="*/ 113 h 113"/>
                  <a:gd name="T2" fmla="*/ 26 w 66"/>
                  <a:gd name="T3" fmla="*/ 113 h 113"/>
                  <a:gd name="T4" fmla="*/ 66 w 66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13">
                    <a:moveTo>
                      <a:pt x="0" y="113"/>
                    </a:moveTo>
                    <a:lnTo>
                      <a:pt x="26" y="113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8" name="Freeform 250">
                <a:extLst>
                  <a:ext uri="{FF2B5EF4-FFF2-40B4-BE49-F238E27FC236}">
                    <a16:creationId xmlns:a16="http://schemas.microsoft.com/office/drawing/2014/main" id="{2CDAE1C8-3185-4C6F-8EC5-CA9692598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752"/>
                <a:ext cx="79" cy="113"/>
              </a:xfrm>
              <a:custGeom>
                <a:avLst/>
                <a:gdLst>
                  <a:gd name="T0" fmla="*/ 79 w 79"/>
                  <a:gd name="T1" fmla="*/ 0 h 113"/>
                  <a:gd name="T2" fmla="*/ 53 w 79"/>
                  <a:gd name="T3" fmla="*/ 0 h 113"/>
                  <a:gd name="T4" fmla="*/ 0 w 79"/>
                  <a:gd name="T5" fmla="*/ 113 h 113"/>
                  <a:gd name="T6" fmla="*/ 79 w 79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13">
                    <a:moveTo>
                      <a:pt x="79" y="0"/>
                    </a:moveTo>
                    <a:lnTo>
                      <a:pt x="53" y="0"/>
                    </a:lnTo>
                    <a:lnTo>
                      <a:pt x="0" y="113"/>
                    </a:lnTo>
                    <a:lnTo>
                      <a:pt x="79" y="0"/>
                    </a:lnTo>
                    <a:close/>
                  </a:path>
                </a:pathLst>
              </a:custGeom>
              <a:solidFill>
                <a:srgbClr val="607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9" name="Freeform 251">
                <a:extLst>
                  <a:ext uri="{FF2B5EF4-FFF2-40B4-BE49-F238E27FC236}">
                    <a16:creationId xmlns:a16="http://schemas.microsoft.com/office/drawing/2014/main" id="{149D3535-5927-471E-880B-A3769050A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752"/>
                <a:ext cx="79" cy="113"/>
              </a:xfrm>
              <a:custGeom>
                <a:avLst/>
                <a:gdLst>
                  <a:gd name="T0" fmla="*/ 79 w 79"/>
                  <a:gd name="T1" fmla="*/ 0 h 113"/>
                  <a:gd name="T2" fmla="*/ 53 w 79"/>
                  <a:gd name="T3" fmla="*/ 0 h 113"/>
                  <a:gd name="T4" fmla="*/ 0 w 79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13">
                    <a:moveTo>
                      <a:pt x="79" y="0"/>
                    </a:moveTo>
                    <a:lnTo>
                      <a:pt x="53" y="0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0" name="Freeform 252">
                <a:extLst>
                  <a:ext uri="{FF2B5EF4-FFF2-40B4-BE49-F238E27FC236}">
                    <a16:creationId xmlns:a16="http://schemas.microsoft.com/office/drawing/2014/main" id="{ECB97A6F-66BC-472B-9D8A-5E336C1E7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752"/>
                <a:ext cx="86" cy="113"/>
              </a:xfrm>
              <a:custGeom>
                <a:avLst/>
                <a:gdLst>
                  <a:gd name="T0" fmla="*/ 0 w 86"/>
                  <a:gd name="T1" fmla="*/ 113 h 113"/>
                  <a:gd name="T2" fmla="*/ 33 w 86"/>
                  <a:gd name="T3" fmla="*/ 113 h 113"/>
                  <a:gd name="T4" fmla="*/ 86 w 86"/>
                  <a:gd name="T5" fmla="*/ 0 h 113"/>
                  <a:gd name="T6" fmla="*/ 0 w 86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13">
                    <a:moveTo>
                      <a:pt x="0" y="113"/>
                    </a:moveTo>
                    <a:lnTo>
                      <a:pt x="33" y="113"/>
                    </a:lnTo>
                    <a:lnTo>
                      <a:pt x="86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7080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1" name="Freeform 253">
                <a:extLst>
                  <a:ext uri="{FF2B5EF4-FFF2-40B4-BE49-F238E27FC236}">
                    <a16:creationId xmlns:a16="http://schemas.microsoft.com/office/drawing/2014/main" id="{0A0C7B9D-DDE3-42A0-8056-9F177FBCEC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752"/>
                <a:ext cx="86" cy="113"/>
              </a:xfrm>
              <a:custGeom>
                <a:avLst/>
                <a:gdLst>
                  <a:gd name="T0" fmla="*/ 0 w 86"/>
                  <a:gd name="T1" fmla="*/ 113 h 113"/>
                  <a:gd name="T2" fmla="*/ 33 w 86"/>
                  <a:gd name="T3" fmla="*/ 113 h 113"/>
                  <a:gd name="T4" fmla="*/ 86 w 86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13">
                    <a:moveTo>
                      <a:pt x="0" y="113"/>
                    </a:moveTo>
                    <a:lnTo>
                      <a:pt x="33" y="113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2" name="Freeform 254">
                <a:extLst>
                  <a:ext uri="{FF2B5EF4-FFF2-40B4-BE49-F238E27FC236}">
                    <a16:creationId xmlns:a16="http://schemas.microsoft.com/office/drawing/2014/main" id="{025E14C8-8995-43EB-9EE0-1021E3FE4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792"/>
                <a:ext cx="100" cy="40"/>
              </a:xfrm>
              <a:custGeom>
                <a:avLst/>
                <a:gdLst>
                  <a:gd name="T0" fmla="*/ 100 w 100"/>
                  <a:gd name="T1" fmla="*/ 40 h 40"/>
                  <a:gd name="T2" fmla="*/ 67 w 100"/>
                  <a:gd name="T3" fmla="*/ 0 h 40"/>
                  <a:gd name="T4" fmla="*/ 0 w 100"/>
                  <a:gd name="T5" fmla="*/ 13 h 40"/>
                  <a:gd name="T6" fmla="*/ 100 w 100"/>
                  <a:gd name="T7" fmla="*/ 4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40">
                    <a:moveTo>
                      <a:pt x="100" y="40"/>
                    </a:moveTo>
                    <a:lnTo>
                      <a:pt x="67" y="0"/>
                    </a:lnTo>
                    <a:lnTo>
                      <a:pt x="0" y="13"/>
                    </a:lnTo>
                    <a:lnTo>
                      <a:pt x="100" y="40"/>
                    </a:lnTo>
                    <a:close/>
                  </a:path>
                </a:pathLst>
              </a:custGeom>
              <a:solidFill>
                <a:srgbClr val="E0E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3" name="Freeform 255">
                <a:extLst>
                  <a:ext uri="{FF2B5EF4-FFF2-40B4-BE49-F238E27FC236}">
                    <a16:creationId xmlns:a16="http://schemas.microsoft.com/office/drawing/2014/main" id="{FB3D18FC-A5FB-44E7-B218-4B19EB7E3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792"/>
                <a:ext cx="100" cy="40"/>
              </a:xfrm>
              <a:custGeom>
                <a:avLst/>
                <a:gdLst>
                  <a:gd name="T0" fmla="*/ 100 w 100"/>
                  <a:gd name="T1" fmla="*/ 40 h 40"/>
                  <a:gd name="T2" fmla="*/ 67 w 100"/>
                  <a:gd name="T3" fmla="*/ 0 h 40"/>
                  <a:gd name="T4" fmla="*/ 0 w 100"/>
                  <a:gd name="T5" fmla="*/ 13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40">
                    <a:moveTo>
                      <a:pt x="100" y="40"/>
                    </a:moveTo>
                    <a:lnTo>
                      <a:pt x="67" y="0"/>
                    </a:lnTo>
                    <a:lnTo>
                      <a:pt x="0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4" name="Freeform 256">
                <a:extLst>
                  <a:ext uri="{FF2B5EF4-FFF2-40B4-BE49-F238E27FC236}">
                    <a16:creationId xmlns:a16="http://schemas.microsoft.com/office/drawing/2014/main" id="{571347AA-1262-4ACF-B8E4-26DAD6C40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759"/>
                <a:ext cx="86" cy="46"/>
              </a:xfrm>
              <a:custGeom>
                <a:avLst/>
                <a:gdLst>
                  <a:gd name="T0" fmla="*/ 0 w 86"/>
                  <a:gd name="T1" fmla="*/ 0 h 46"/>
                  <a:gd name="T2" fmla="*/ 19 w 86"/>
                  <a:gd name="T3" fmla="*/ 46 h 46"/>
                  <a:gd name="T4" fmla="*/ 86 w 86"/>
                  <a:gd name="T5" fmla="*/ 33 h 46"/>
                  <a:gd name="T6" fmla="*/ 0 w 86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46">
                    <a:moveTo>
                      <a:pt x="0" y="0"/>
                    </a:moveTo>
                    <a:lnTo>
                      <a:pt x="19" y="46"/>
                    </a:lnTo>
                    <a:lnTo>
                      <a:pt x="86" y="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8E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5" name="Freeform 257">
                <a:extLst>
                  <a:ext uri="{FF2B5EF4-FFF2-40B4-BE49-F238E27FC236}">
                    <a16:creationId xmlns:a16="http://schemas.microsoft.com/office/drawing/2014/main" id="{BFBB2C0E-7A3A-4806-8A9D-4676033E6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759"/>
                <a:ext cx="86" cy="46"/>
              </a:xfrm>
              <a:custGeom>
                <a:avLst/>
                <a:gdLst>
                  <a:gd name="T0" fmla="*/ 0 w 86"/>
                  <a:gd name="T1" fmla="*/ 0 h 46"/>
                  <a:gd name="T2" fmla="*/ 19 w 86"/>
                  <a:gd name="T3" fmla="*/ 46 h 46"/>
                  <a:gd name="T4" fmla="*/ 86 w 86"/>
                  <a:gd name="T5" fmla="*/ 33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46">
                    <a:moveTo>
                      <a:pt x="0" y="0"/>
                    </a:moveTo>
                    <a:lnTo>
                      <a:pt x="19" y="46"/>
                    </a:lnTo>
                    <a:lnTo>
                      <a:pt x="86" y="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6" name="Freeform 258">
                <a:extLst>
                  <a:ext uri="{FF2B5EF4-FFF2-40B4-BE49-F238E27FC236}">
                    <a16:creationId xmlns:a16="http://schemas.microsoft.com/office/drawing/2014/main" id="{BE82609F-BE7D-44F5-B75E-A63ECD19C1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214"/>
                <a:ext cx="33" cy="119"/>
              </a:xfrm>
              <a:custGeom>
                <a:avLst/>
                <a:gdLst>
                  <a:gd name="T0" fmla="*/ 33 w 33"/>
                  <a:gd name="T1" fmla="*/ 33 h 119"/>
                  <a:gd name="T2" fmla="*/ 0 w 33"/>
                  <a:gd name="T3" fmla="*/ 0 h 119"/>
                  <a:gd name="T4" fmla="*/ 0 w 33"/>
                  <a:gd name="T5" fmla="*/ 119 h 119"/>
                  <a:gd name="T6" fmla="*/ 33 w 33"/>
                  <a:gd name="T7" fmla="*/ 33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19">
                    <a:moveTo>
                      <a:pt x="33" y="33"/>
                    </a:moveTo>
                    <a:lnTo>
                      <a:pt x="0" y="0"/>
                    </a:lnTo>
                    <a:lnTo>
                      <a:pt x="0" y="119"/>
                    </a:lnTo>
                    <a:lnTo>
                      <a:pt x="33" y="33"/>
                    </a:lnTo>
                    <a:close/>
                  </a:path>
                </a:pathLst>
              </a:custGeom>
              <a:solidFill>
                <a:srgbClr val="4818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7" name="Freeform 259">
                <a:extLst>
                  <a:ext uri="{FF2B5EF4-FFF2-40B4-BE49-F238E27FC236}">
                    <a16:creationId xmlns:a16="http://schemas.microsoft.com/office/drawing/2014/main" id="{399845A7-C2B3-4A41-A5F1-127B36896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214"/>
                <a:ext cx="33" cy="119"/>
              </a:xfrm>
              <a:custGeom>
                <a:avLst/>
                <a:gdLst>
                  <a:gd name="T0" fmla="*/ 33 w 33"/>
                  <a:gd name="T1" fmla="*/ 33 h 119"/>
                  <a:gd name="T2" fmla="*/ 0 w 33"/>
                  <a:gd name="T3" fmla="*/ 0 h 119"/>
                  <a:gd name="T4" fmla="*/ 0 w 33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19">
                    <a:moveTo>
                      <a:pt x="33" y="33"/>
                    </a:moveTo>
                    <a:lnTo>
                      <a:pt x="0" y="0"/>
                    </a:lnTo>
                    <a:lnTo>
                      <a:pt x="0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8" name="Freeform 260">
                <a:extLst>
                  <a:ext uri="{FF2B5EF4-FFF2-40B4-BE49-F238E27FC236}">
                    <a16:creationId xmlns:a16="http://schemas.microsoft.com/office/drawing/2014/main" id="{145E1363-9A71-433B-9C60-581F47F13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247"/>
                <a:ext cx="33" cy="106"/>
              </a:xfrm>
              <a:custGeom>
                <a:avLst/>
                <a:gdLst>
                  <a:gd name="T0" fmla="*/ 0 w 33"/>
                  <a:gd name="T1" fmla="*/ 86 h 106"/>
                  <a:gd name="T2" fmla="*/ 26 w 33"/>
                  <a:gd name="T3" fmla="*/ 106 h 106"/>
                  <a:gd name="T4" fmla="*/ 33 w 33"/>
                  <a:gd name="T5" fmla="*/ 0 h 106"/>
                  <a:gd name="T6" fmla="*/ 0 w 33"/>
                  <a:gd name="T7" fmla="*/ 86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06">
                    <a:moveTo>
                      <a:pt x="0" y="86"/>
                    </a:moveTo>
                    <a:lnTo>
                      <a:pt x="26" y="106"/>
                    </a:lnTo>
                    <a:lnTo>
                      <a:pt x="33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4818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9" name="Freeform 261">
                <a:extLst>
                  <a:ext uri="{FF2B5EF4-FFF2-40B4-BE49-F238E27FC236}">
                    <a16:creationId xmlns:a16="http://schemas.microsoft.com/office/drawing/2014/main" id="{3F20AAB1-7906-4503-A014-E28F407B1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247"/>
                <a:ext cx="33" cy="106"/>
              </a:xfrm>
              <a:custGeom>
                <a:avLst/>
                <a:gdLst>
                  <a:gd name="T0" fmla="*/ 0 w 33"/>
                  <a:gd name="T1" fmla="*/ 86 h 106"/>
                  <a:gd name="T2" fmla="*/ 26 w 33"/>
                  <a:gd name="T3" fmla="*/ 106 h 106"/>
                  <a:gd name="T4" fmla="*/ 33 w 33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06">
                    <a:moveTo>
                      <a:pt x="0" y="86"/>
                    </a:moveTo>
                    <a:lnTo>
                      <a:pt x="26" y="106"/>
                    </a:lnTo>
                    <a:lnTo>
                      <a:pt x="3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0" name="Freeform 262">
                <a:extLst>
                  <a:ext uri="{FF2B5EF4-FFF2-40B4-BE49-F238E27FC236}">
                    <a16:creationId xmlns:a16="http://schemas.microsoft.com/office/drawing/2014/main" id="{BDDC8336-BE62-47AE-B484-3DB24EDF24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028"/>
                <a:ext cx="33" cy="100"/>
              </a:xfrm>
              <a:custGeom>
                <a:avLst/>
                <a:gdLst>
                  <a:gd name="T0" fmla="*/ 33 w 33"/>
                  <a:gd name="T1" fmla="*/ 13 h 100"/>
                  <a:gd name="T2" fmla="*/ 0 w 33"/>
                  <a:gd name="T3" fmla="*/ 0 h 100"/>
                  <a:gd name="T4" fmla="*/ 26 w 33"/>
                  <a:gd name="T5" fmla="*/ 100 h 100"/>
                  <a:gd name="T6" fmla="*/ 33 w 33"/>
                  <a:gd name="T7" fmla="*/ 13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00">
                    <a:moveTo>
                      <a:pt x="33" y="13"/>
                    </a:moveTo>
                    <a:lnTo>
                      <a:pt x="0" y="0"/>
                    </a:lnTo>
                    <a:lnTo>
                      <a:pt x="26" y="100"/>
                    </a:lnTo>
                    <a:lnTo>
                      <a:pt x="33" y="13"/>
                    </a:lnTo>
                    <a:close/>
                  </a:path>
                </a:pathLst>
              </a:custGeom>
              <a:solidFill>
                <a:srgbClr val="6008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1" name="Freeform 263">
                <a:extLst>
                  <a:ext uri="{FF2B5EF4-FFF2-40B4-BE49-F238E27FC236}">
                    <a16:creationId xmlns:a16="http://schemas.microsoft.com/office/drawing/2014/main" id="{9519F4E5-CBBF-409E-A4A1-C06149DC0B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028"/>
                <a:ext cx="33" cy="100"/>
              </a:xfrm>
              <a:custGeom>
                <a:avLst/>
                <a:gdLst>
                  <a:gd name="T0" fmla="*/ 33 w 33"/>
                  <a:gd name="T1" fmla="*/ 13 h 100"/>
                  <a:gd name="T2" fmla="*/ 0 w 33"/>
                  <a:gd name="T3" fmla="*/ 0 h 100"/>
                  <a:gd name="T4" fmla="*/ 26 w 33"/>
                  <a:gd name="T5" fmla="*/ 10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00">
                    <a:moveTo>
                      <a:pt x="33" y="13"/>
                    </a:moveTo>
                    <a:lnTo>
                      <a:pt x="0" y="0"/>
                    </a:lnTo>
                    <a:lnTo>
                      <a:pt x="26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2" name="Freeform 264">
                <a:extLst>
                  <a:ext uri="{FF2B5EF4-FFF2-40B4-BE49-F238E27FC236}">
                    <a16:creationId xmlns:a16="http://schemas.microsoft.com/office/drawing/2014/main" id="{97CB4FA3-F83E-4986-80F6-AC51E941F0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041"/>
                <a:ext cx="33" cy="100"/>
              </a:xfrm>
              <a:custGeom>
                <a:avLst/>
                <a:gdLst>
                  <a:gd name="T0" fmla="*/ 0 w 33"/>
                  <a:gd name="T1" fmla="*/ 87 h 100"/>
                  <a:gd name="T2" fmla="*/ 33 w 33"/>
                  <a:gd name="T3" fmla="*/ 100 h 100"/>
                  <a:gd name="T4" fmla="*/ 7 w 33"/>
                  <a:gd name="T5" fmla="*/ 0 h 100"/>
                  <a:gd name="T6" fmla="*/ 0 w 33"/>
                  <a:gd name="T7" fmla="*/ 87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00">
                    <a:moveTo>
                      <a:pt x="0" y="87"/>
                    </a:moveTo>
                    <a:lnTo>
                      <a:pt x="33" y="100"/>
                    </a:lnTo>
                    <a:lnTo>
                      <a:pt x="7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6008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3" name="Freeform 265">
                <a:extLst>
                  <a:ext uri="{FF2B5EF4-FFF2-40B4-BE49-F238E27FC236}">
                    <a16:creationId xmlns:a16="http://schemas.microsoft.com/office/drawing/2014/main" id="{1AE0333B-0C9E-45CA-B663-BF2937D631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041"/>
                <a:ext cx="33" cy="100"/>
              </a:xfrm>
              <a:custGeom>
                <a:avLst/>
                <a:gdLst>
                  <a:gd name="T0" fmla="*/ 0 w 33"/>
                  <a:gd name="T1" fmla="*/ 87 h 100"/>
                  <a:gd name="T2" fmla="*/ 33 w 33"/>
                  <a:gd name="T3" fmla="*/ 100 h 100"/>
                  <a:gd name="T4" fmla="*/ 7 w 33"/>
                  <a:gd name="T5" fmla="*/ 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00">
                    <a:moveTo>
                      <a:pt x="0" y="87"/>
                    </a:moveTo>
                    <a:lnTo>
                      <a:pt x="33" y="100"/>
                    </a:lnTo>
                    <a:lnTo>
                      <a:pt x="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4" name="Freeform 266">
                <a:extLst>
                  <a:ext uri="{FF2B5EF4-FFF2-40B4-BE49-F238E27FC236}">
                    <a16:creationId xmlns:a16="http://schemas.microsoft.com/office/drawing/2014/main" id="{C9A3310E-CDC2-40E2-88AB-8142BC84C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380"/>
                <a:ext cx="46" cy="120"/>
              </a:xfrm>
              <a:custGeom>
                <a:avLst/>
                <a:gdLst>
                  <a:gd name="T0" fmla="*/ 46 w 46"/>
                  <a:gd name="T1" fmla="*/ 27 h 120"/>
                  <a:gd name="T2" fmla="*/ 20 w 46"/>
                  <a:gd name="T3" fmla="*/ 0 h 120"/>
                  <a:gd name="T4" fmla="*/ 0 w 46"/>
                  <a:gd name="T5" fmla="*/ 120 h 120"/>
                  <a:gd name="T6" fmla="*/ 46 w 46"/>
                  <a:gd name="T7" fmla="*/ 27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20">
                    <a:moveTo>
                      <a:pt x="46" y="27"/>
                    </a:moveTo>
                    <a:lnTo>
                      <a:pt x="20" y="0"/>
                    </a:lnTo>
                    <a:lnTo>
                      <a:pt x="0" y="120"/>
                    </a:lnTo>
                    <a:lnTo>
                      <a:pt x="46" y="27"/>
                    </a:lnTo>
                    <a:close/>
                  </a:path>
                </a:pathLst>
              </a:custGeom>
              <a:solidFill>
                <a:srgbClr val="4830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5" name="Freeform 267">
                <a:extLst>
                  <a:ext uri="{FF2B5EF4-FFF2-40B4-BE49-F238E27FC236}">
                    <a16:creationId xmlns:a16="http://schemas.microsoft.com/office/drawing/2014/main" id="{4A851A84-5199-4341-AA4F-289CAE5BE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380"/>
                <a:ext cx="46" cy="120"/>
              </a:xfrm>
              <a:custGeom>
                <a:avLst/>
                <a:gdLst>
                  <a:gd name="T0" fmla="*/ 46 w 46"/>
                  <a:gd name="T1" fmla="*/ 27 h 120"/>
                  <a:gd name="T2" fmla="*/ 20 w 46"/>
                  <a:gd name="T3" fmla="*/ 0 h 120"/>
                  <a:gd name="T4" fmla="*/ 0 w 46"/>
                  <a:gd name="T5" fmla="*/ 12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20">
                    <a:moveTo>
                      <a:pt x="46" y="27"/>
                    </a:moveTo>
                    <a:lnTo>
                      <a:pt x="20" y="0"/>
                    </a:lnTo>
                    <a:lnTo>
                      <a:pt x="0" y="1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6" name="Freeform 268">
                <a:extLst>
                  <a:ext uri="{FF2B5EF4-FFF2-40B4-BE49-F238E27FC236}">
                    <a16:creationId xmlns:a16="http://schemas.microsoft.com/office/drawing/2014/main" id="{BC14F831-6693-4715-8983-91F93D881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407"/>
                <a:ext cx="46" cy="113"/>
              </a:xfrm>
              <a:custGeom>
                <a:avLst/>
                <a:gdLst>
                  <a:gd name="T0" fmla="*/ 0 w 46"/>
                  <a:gd name="T1" fmla="*/ 93 h 113"/>
                  <a:gd name="T2" fmla="*/ 26 w 46"/>
                  <a:gd name="T3" fmla="*/ 113 h 113"/>
                  <a:gd name="T4" fmla="*/ 46 w 46"/>
                  <a:gd name="T5" fmla="*/ 0 h 113"/>
                  <a:gd name="T6" fmla="*/ 0 w 46"/>
                  <a:gd name="T7" fmla="*/ 9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13">
                    <a:moveTo>
                      <a:pt x="0" y="93"/>
                    </a:moveTo>
                    <a:lnTo>
                      <a:pt x="26" y="113"/>
                    </a:lnTo>
                    <a:lnTo>
                      <a:pt x="46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4830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7" name="Freeform 269">
                <a:extLst>
                  <a:ext uri="{FF2B5EF4-FFF2-40B4-BE49-F238E27FC236}">
                    <a16:creationId xmlns:a16="http://schemas.microsoft.com/office/drawing/2014/main" id="{54E8F232-A24A-42E2-AD58-84A1A0A56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407"/>
                <a:ext cx="46" cy="113"/>
              </a:xfrm>
              <a:custGeom>
                <a:avLst/>
                <a:gdLst>
                  <a:gd name="T0" fmla="*/ 0 w 46"/>
                  <a:gd name="T1" fmla="*/ 93 h 113"/>
                  <a:gd name="T2" fmla="*/ 26 w 46"/>
                  <a:gd name="T3" fmla="*/ 113 h 113"/>
                  <a:gd name="T4" fmla="*/ 46 w 46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13">
                    <a:moveTo>
                      <a:pt x="0" y="93"/>
                    </a:moveTo>
                    <a:lnTo>
                      <a:pt x="26" y="113"/>
                    </a:lnTo>
                    <a:lnTo>
                      <a:pt x="4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8" name="Freeform 270">
                <a:extLst>
                  <a:ext uri="{FF2B5EF4-FFF2-40B4-BE49-F238E27FC236}">
                    <a16:creationId xmlns:a16="http://schemas.microsoft.com/office/drawing/2014/main" id="{12F8637B-4283-44E8-A51C-A6CA1DF85D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32"/>
                <a:ext cx="99" cy="33"/>
              </a:xfrm>
              <a:custGeom>
                <a:avLst/>
                <a:gdLst>
                  <a:gd name="T0" fmla="*/ 99 w 99"/>
                  <a:gd name="T1" fmla="*/ 33 h 33"/>
                  <a:gd name="T2" fmla="*/ 73 w 99"/>
                  <a:gd name="T3" fmla="*/ 0 h 33"/>
                  <a:gd name="T4" fmla="*/ 0 w 99"/>
                  <a:gd name="T5" fmla="*/ 13 h 33"/>
                  <a:gd name="T6" fmla="*/ 99 w 99"/>
                  <a:gd name="T7" fmla="*/ 33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33">
                    <a:moveTo>
                      <a:pt x="99" y="33"/>
                    </a:moveTo>
                    <a:lnTo>
                      <a:pt x="73" y="0"/>
                    </a:lnTo>
                    <a:lnTo>
                      <a:pt x="0" y="13"/>
                    </a:lnTo>
                    <a:lnTo>
                      <a:pt x="99" y="33"/>
                    </a:lnTo>
                    <a:close/>
                  </a:path>
                </a:pathLst>
              </a:custGeom>
              <a:solidFill>
                <a:srgbClr val="E0F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9" name="Freeform 271">
                <a:extLst>
                  <a:ext uri="{FF2B5EF4-FFF2-40B4-BE49-F238E27FC236}">
                    <a16:creationId xmlns:a16="http://schemas.microsoft.com/office/drawing/2014/main" id="{E2CB3CE5-42E3-46F1-9FA3-748660734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32"/>
                <a:ext cx="99" cy="33"/>
              </a:xfrm>
              <a:custGeom>
                <a:avLst/>
                <a:gdLst>
                  <a:gd name="T0" fmla="*/ 99 w 99"/>
                  <a:gd name="T1" fmla="*/ 33 h 33"/>
                  <a:gd name="T2" fmla="*/ 73 w 99"/>
                  <a:gd name="T3" fmla="*/ 0 h 33"/>
                  <a:gd name="T4" fmla="*/ 0 w 99"/>
                  <a:gd name="T5" fmla="*/ 13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33">
                    <a:moveTo>
                      <a:pt x="99" y="33"/>
                    </a:moveTo>
                    <a:lnTo>
                      <a:pt x="73" y="0"/>
                    </a:lnTo>
                    <a:lnTo>
                      <a:pt x="0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0" name="Freeform 272">
                <a:extLst>
                  <a:ext uri="{FF2B5EF4-FFF2-40B4-BE49-F238E27FC236}">
                    <a16:creationId xmlns:a16="http://schemas.microsoft.com/office/drawing/2014/main" id="{A5B79737-880A-423A-8203-D57B0A57A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805"/>
                <a:ext cx="100" cy="40"/>
              </a:xfrm>
              <a:custGeom>
                <a:avLst/>
                <a:gdLst>
                  <a:gd name="T0" fmla="*/ 0 w 100"/>
                  <a:gd name="T1" fmla="*/ 0 h 40"/>
                  <a:gd name="T2" fmla="*/ 27 w 100"/>
                  <a:gd name="T3" fmla="*/ 40 h 40"/>
                  <a:gd name="T4" fmla="*/ 100 w 100"/>
                  <a:gd name="T5" fmla="*/ 27 h 40"/>
                  <a:gd name="T6" fmla="*/ 0 w 100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40">
                    <a:moveTo>
                      <a:pt x="0" y="0"/>
                    </a:moveTo>
                    <a:lnTo>
                      <a:pt x="27" y="40"/>
                    </a:lnTo>
                    <a:lnTo>
                      <a:pt x="100" y="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E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1" name="Freeform 273">
                <a:extLst>
                  <a:ext uri="{FF2B5EF4-FFF2-40B4-BE49-F238E27FC236}">
                    <a16:creationId xmlns:a16="http://schemas.microsoft.com/office/drawing/2014/main" id="{8E65FE1B-0183-44A9-B360-B31AB58D6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805"/>
                <a:ext cx="100" cy="40"/>
              </a:xfrm>
              <a:custGeom>
                <a:avLst/>
                <a:gdLst>
                  <a:gd name="T0" fmla="*/ 0 w 100"/>
                  <a:gd name="T1" fmla="*/ 0 h 40"/>
                  <a:gd name="T2" fmla="*/ 27 w 100"/>
                  <a:gd name="T3" fmla="*/ 40 h 40"/>
                  <a:gd name="T4" fmla="*/ 100 w 100"/>
                  <a:gd name="T5" fmla="*/ 27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40">
                    <a:moveTo>
                      <a:pt x="0" y="0"/>
                    </a:moveTo>
                    <a:lnTo>
                      <a:pt x="27" y="40"/>
                    </a:lnTo>
                    <a:lnTo>
                      <a:pt x="100" y="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2" name="Freeform 274">
                <a:extLst>
                  <a:ext uri="{FF2B5EF4-FFF2-40B4-BE49-F238E27FC236}">
                    <a16:creationId xmlns:a16="http://schemas.microsoft.com/office/drawing/2014/main" id="{CF210B34-7B9A-471C-904E-6E939443D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965"/>
                <a:ext cx="113" cy="73"/>
              </a:xfrm>
              <a:custGeom>
                <a:avLst/>
                <a:gdLst>
                  <a:gd name="T0" fmla="*/ 113 w 113"/>
                  <a:gd name="T1" fmla="*/ 6 h 73"/>
                  <a:gd name="T2" fmla="*/ 73 w 113"/>
                  <a:gd name="T3" fmla="*/ 0 h 73"/>
                  <a:gd name="T4" fmla="*/ 0 w 113"/>
                  <a:gd name="T5" fmla="*/ 73 h 73"/>
                  <a:gd name="T6" fmla="*/ 113 w 113"/>
                  <a:gd name="T7" fmla="*/ 6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73">
                    <a:moveTo>
                      <a:pt x="113" y="6"/>
                    </a:moveTo>
                    <a:lnTo>
                      <a:pt x="73" y="0"/>
                    </a:lnTo>
                    <a:lnTo>
                      <a:pt x="0" y="73"/>
                    </a:lnTo>
                    <a:lnTo>
                      <a:pt x="113" y="6"/>
                    </a:lnTo>
                    <a:close/>
                  </a:path>
                </a:pathLst>
              </a:custGeom>
              <a:solidFill>
                <a:srgbClr val="88C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3" name="Freeform 275">
                <a:extLst>
                  <a:ext uri="{FF2B5EF4-FFF2-40B4-BE49-F238E27FC236}">
                    <a16:creationId xmlns:a16="http://schemas.microsoft.com/office/drawing/2014/main" id="{7FC3B87B-1DA2-4280-B1EF-893D8ED8A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965"/>
                <a:ext cx="113" cy="73"/>
              </a:xfrm>
              <a:custGeom>
                <a:avLst/>
                <a:gdLst>
                  <a:gd name="T0" fmla="*/ 113 w 113"/>
                  <a:gd name="T1" fmla="*/ 6 h 73"/>
                  <a:gd name="T2" fmla="*/ 73 w 113"/>
                  <a:gd name="T3" fmla="*/ 0 h 73"/>
                  <a:gd name="T4" fmla="*/ 0 w 113"/>
                  <a:gd name="T5" fmla="*/ 73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73">
                    <a:moveTo>
                      <a:pt x="113" y="6"/>
                    </a:moveTo>
                    <a:lnTo>
                      <a:pt x="73" y="0"/>
                    </a:lnTo>
                    <a:lnTo>
                      <a:pt x="0" y="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4" name="Freeform 276">
                <a:extLst>
                  <a:ext uri="{FF2B5EF4-FFF2-40B4-BE49-F238E27FC236}">
                    <a16:creationId xmlns:a16="http://schemas.microsoft.com/office/drawing/2014/main" id="{D8CF4033-4AD2-4F59-86E7-870D1B083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965"/>
                <a:ext cx="113" cy="73"/>
              </a:xfrm>
              <a:custGeom>
                <a:avLst/>
                <a:gdLst>
                  <a:gd name="T0" fmla="*/ 0 w 113"/>
                  <a:gd name="T1" fmla="*/ 66 h 73"/>
                  <a:gd name="T2" fmla="*/ 40 w 113"/>
                  <a:gd name="T3" fmla="*/ 73 h 73"/>
                  <a:gd name="T4" fmla="*/ 113 w 113"/>
                  <a:gd name="T5" fmla="*/ 0 h 73"/>
                  <a:gd name="T6" fmla="*/ 0 w 113"/>
                  <a:gd name="T7" fmla="*/ 66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73">
                    <a:moveTo>
                      <a:pt x="0" y="66"/>
                    </a:moveTo>
                    <a:lnTo>
                      <a:pt x="40" y="73"/>
                    </a:lnTo>
                    <a:lnTo>
                      <a:pt x="113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90C4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5" name="Freeform 277">
                <a:extLst>
                  <a:ext uri="{FF2B5EF4-FFF2-40B4-BE49-F238E27FC236}">
                    <a16:creationId xmlns:a16="http://schemas.microsoft.com/office/drawing/2014/main" id="{86E89BC5-EF0D-47E8-B637-AC4E5C0BE4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965"/>
                <a:ext cx="113" cy="73"/>
              </a:xfrm>
              <a:custGeom>
                <a:avLst/>
                <a:gdLst>
                  <a:gd name="T0" fmla="*/ 0 w 113"/>
                  <a:gd name="T1" fmla="*/ 66 h 73"/>
                  <a:gd name="T2" fmla="*/ 40 w 113"/>
                  <a:gd name="T3" fmla="*/ 73 h 73"/>
                  <a:gd name="T4" fmla="*/ 113 w 113"/>
                  <a:gd name="T5" fmla="*/ 0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73">
                    <a:moveTo>
                      <a:pt x="0" y="66"/>
                    </a:moveTo>
                    <a:lnTo>
                      <a:pt x="40" y="73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6" name="Freeform 278">
                <a:extLst>
                  <a:ext uri="{FF2B5EF4-FFF2-40B4-BE49-F238E27FC236}">
                    <a16:creationId xmlns:a16="http://schemas.microsoft.com/office/drawing/2014/main" id="{EC438263-8838-46C4-B65C-B3D63C8F1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865"/>
                <a:ext cx="99" cy="100"/>
              </a:xfrm>
              <a:custGeom>
                <a:avLst/>
                <a:gdLst>
                  <a:gd name="T0" fmla="*/ 99 w 99"/>
                  <a:gd name="T1" fmla="*/ 0 h 100"/>
                  <a:gd name="T2" fmla="*/ 66 w 99"/>
                  <a:gd name="T3" fmla="*/ 0 h 100"/>
                  <a:gd name="T4" fmla="*/ 0 w 99"/>
                  <a:gd name="T5" fmla="*/ 100 h 100"/>
                  <a:gd name="T6" fmla="*/ 99 w 99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00">
                    <a:moveTo>
                      <a:pt x="99" y="0"/>
                    </a:moveTo>
                    <a:lnTo>
                      <a:pt x="66" y="0"/>
                    </a:lnTo>
                    <a:lnTo>
                      <a:pt x="0" y="100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609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7" name="Freeform 279">
                <a:extLst>
                  <a:ext uri="{FF2B5EF4-FFF2-40B4-BE49-F238E27FC236}">
                    <a16:creationId xmlns:a16="http://schemas.microsoft.com/office/drawing/2014/main" id="{2909EAB4-C7F7-4CB2-A7B4-9A8520C36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865"/>
                <a:ext cx="99" cy="100"/>
              </a:xfrm>
              <a:custGeom>
                <a:avLst/>
                <a:gdLst>
                  <a:gd name="T0" fmla="*/ 99 w 99"/>
                  <a:gd name="T1" fmla="*/ 0 h 100"/>
                  <a:gd name="T2" fmla="*/ 66 w 99"/>
                  <a:gd name="T3" fmla="*/ 0 h 100"/>
                  <a:gd name="T4" fmla="*/ 0 w 99"/>
                  <a:gd name="T5" fmla="*/ 10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00">
                    <a:moveTo>
                      <a:pt x="99" y="0"/>
                    </a:moveTo>
                    <a:lnTo>
                      <a:pt x="66" y="0"/>
                    </a:lnTo>
                    <a:lnTo>
                      <a:pt x="0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8" name="Freeform 280">
                <a:extLst>
                  <a:ext uri="{FF2B5EF4-FFF2-40B4-BE49-F238E27FC236}">
                    <a16:creationId xmlns:a16="http://schemas.microsoft.com/office/drawing/2014/main" id="{971EF923-4CF1-4811-BD73-6FE3F48E4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865"/>
                <a:ext cx="106" cy="106"/>
              </a:xfrm>
              <a:custGeom>
                <a:avLst/>
                <a:gdLst>
                  <a:gd name="T0" fmla="*/ 0 w 106"/>
                  <a:gd name="T1" fmla="*/ 106 h 106"/>
                  <a:gd name="T2" fmla="*/ 40 w 106"/>
                  <a:gd name="T3" fmla="*/ 100 h 106"/>
                  <a:gd name="T4" fmla="*/ 106 w 106"/>
                  <a:gd name="T5" fmla="*/ 0 h 106"/>
                  <a:gd name="T6" fmla="*/ 0 w 106"/>
                  <a:gd name="T7" fmla="*/ 106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106">
                    <a:moveTo>
                      <a:pt x="0" y="106"/>
                    </a:moveTo>
                    <a:lnTo>
                      <a:pt x="40" y="100"/>
                    </a:lnTo>
                    <a:lnTo>
                      <a:pt x="106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709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9" name="Freeform 281">
                <a:extLst>
                  <a:ext uri="{FF2B5EF4-FFF2-40B4-BE49-F238E27FC236}">
                    <a16:creationId xmlns:a16="http://schemas.microsoft.com/office/drawing/2014/main" id="{ECD6CBEB-4C0B-49EB-BB68-812CCAADD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865"/>
                <a:ext cx="106" cy="106"/>
              </a:xfrm>
              <a:custGeom>
                <a:avLst/>
                <a:gdLst>
                  <a:gd name="T0" fmla="*/ 0 w 106"/>
                  <a:gd name="T1" fmla="*/ 106 h 106"/>
                  <a:gd name="T2" fmla="*/ 40 w 106"/>
                  <a:gd name="T3" fmla="*/ 100 h 106"/>
                  <a:gd name="T4" fmla="*/ 106 w 106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106">
                    <a:moveTo>
                      <a:pt x="0" y="106"/>
                    </a:moveTo>
                    <a:lnTo>
                      <a:pt x="40" y="100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0" name="Freeform 282">
                <a:extLst>
                  <a:ext uri="{FF2B5EF4-FFF2-40B4-BE49-F238E27FC236}">
                    <a16:creationId xmlns:a16="http://schemas.microsoft.com/office/drawing/2014/main" id="{41CD0AEF-DB0D-4AD8-960E-AECF0BC541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995"/>
                <a:ext cx="53" cy="59"/>
              </a:xfrm>
              <a:custGeom>
                <a:avLst/>
                <a:gdLst>
                  <a:gd name="T0" fmla="*/ 46 w 53"/>
                  <a:gd name="T1" fmla="*/ 0 h 59"/>
                  <a:gd name="T2" fmla="*/ 0 w 53"/>
                  <a:gd name="T3" fmla="*/ 26 h 59"/>
                  <a:gd name="T4" fmla="*/ 53 w 53"/>
                  <a:gd name="T5" fmla="*/ 59 h 59"/>
                  <a:gd name="T6" fmla="*/ 46 w 53"/>
                  <a:gd name="T7" fmla="*/ 0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9">
                    <a:moveTo>
                      <a:pt x="46" y="0"/>
                    </a:moveTo>
                    <a:lnTo>
                      <a:pt x="0" y="26"/>
                    </a:lnTo>
                    <a:lnTo>
                      <a:pt x="53" y="59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B84C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1" name="Freeform 283">
                <a:extLst>
                  <a:ext uri="{FF2B5EF4-FFF2-40B4-BE49-F238E27FC236}">
                    <a16:creationId xmlns:a16="http://schemas.microsoft.com/office/drawing/2014/main" id="{CBA154E7-75DE-4E73-8D58-DF30BBBC6F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995"/>
                <a:ext cx="53" cy="59"/>
              </a:xfrm>
              <a:custGeom>
                <a:avLst/>
                <a:gdLst>
                  <a:gd name="T0" fmla="*/ 46 w 53"/>
                  <a:gd name="T1" fmla="*/ 0 h 59"/>
                  <a:gd name="T2" fmla="*/ 0 w 53"/>
                  <a:gd name="T3" fmla="*/ 26 h 59"/>
                  <a:gd name="T4" fmla="*/ 53 w 53"/>
                  <a:gd name="T5" fmla="*/ 59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9">
                    <a:moveTo>
                      <a:pt x="46" y="0"/>
                    </a:moveTo>
                    <a:lnTo>
                      <a:pt x="0" y="26"/>
                    </a:lnTo>
                    <a:lnTo>
                      <a:pt x="53" y="5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2" name="Freeform 284">
                <a:extLst>
                  <a:ext uri="{FF2B5EF4-FFF2-40B4-BE49-F238E27FC236}">
                    <a16:creationId xmlns:a16="http://schemas.microsoft.com/office/drawing/2014/main" id="{E4668D6D-A5C4-4C5D-8C37-B2181F1A0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995"/>
                <a:ext cx="53" cy="59"/>
              </a:xfrm>
              <a:custGeom>
                <a:avLst/>
                <a:gdLst>
                  <a:gd name="T0" fmla="*/ 7 w 53"/>
                  <a:gd name="T1" fmla="*/ 59 h 59"/>
                  <a:gd name="T2" fmla="*/ 53 w 53"/>
                  <a:gd name="T3" fmla="*/ 39 h 59"/>
                  <a:gd name="T4" fmla="*/ 0 w 53"/>
                  <a:gd name="T5" fmla="*/ 0 h 59"/>
                  <a:gd name="T6" fmla="*/ 7 w 53"/>
                  <a:gd name="T7" fmla="*/ 59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9">
                    <a:moveTo>
                      <a:pt x="7" y="59"/>
                    </a:moveTo>
                    <a:lnTo>
                      <a:pt x="53" y="39"/>
                    </a:lnTo>
                    <a:lnTo>
                      <a:pt x="0" y="0"/>
                    </a:lnTo>
                    <a:lnTo>
                      <a:pt x="7" y="59"/>
                    </a:lnTo>
                    <a:close/>
                  </a:path>
                </a:pathLst>
              </a:custGeom>
              <a:solidFill>
                <a:srgbClr val="B84C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3" name="Freeform 285">
                <a:extLst>
                  <a:ext uri="{FF2B5EF4-FFF2-40B4-BE49-F238E27FC236}">
                    <a16:creationId xmlns:a16="http://schemas.microsoft.com/office/drawing/2014/main" id="{1DC23666-F113-4C22-97DB-05467C79C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995"/>
                <a:ext cx="53" cy="59"/>
              </a:xfrm>
              <a:custGeom>
                <a:avLst/>
                <a:gdLst>
                  <a:gd name="T0" fmla="*/ 7 w 53"/>
                  <a:gd name="T1" fmla="*/ 59 h 59"/>
                  <a:gd name="T2" fmla="*/ 53 w 53"/>
                  <a:gd name="T3" fmla="*/ 39 h 59"/>
                  <a:gd name="T4" fmla="*/ 0 w 53"/>
                  <a:gd name="T5" fmla="*/ 0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9">
                    <a:moveTo>
                      <a:pt x="7" y="59"/>
                    </a:moveTo>
                    <a:lnTo>
                      <a:pt x="53" y="3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4" name="Freeform 286">
                <a:extLst>
                  <a:ext uri="{FF2B5EF4-FFF2-40B4-BE49-F238E27FC236}">
                    <a16:creationId xmlns:a16="http://schemas.microsoft.com/office/drawing/2014/main" id="{0F206B6D-1CFF-4EDB-8F04-D6F392E9C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1865"/>
                <a:ext cx="100" cy="33"/>
              </a:xfrm>
              <a:custGeom>
                <a:avLst/>
                <a:gdLst>
                  <a:gd name="T0" fmla="*/ 100 w 100"/>
                  <a:gd name="T1" fmla="*/ 33 h 33"/>
                  <a:gd name="T2" fmla="*/ 73 w 100"/>
                  <a:gd name="T3" fmla="*/ 0 h 33"/>
                  <a:gd name="T4" fmla="*/ 0 w 100"/>
                  <a:gd name="T5" fmla="*/ 13 h 33"/>
                  <a:gd name="T6" fmla="*/ 100 w 100"/>
                  <a:gd name="T7" fmla="*/ 33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33">
                    <a:moveTo>
                      <a:pt x="100" y="33"/>
                    </a:moveTo>
                    <a:lnTo>
                      <a:pt x="73" y="0"/>
                    </a:lnTo>
                    <a:lnTo>
                      <a:pt x="0" y="13"/>
                    </a:lnTo>
                    <a:lnTo>
                      <a:pt x="100" y="33"/>
                    </a:lnTo>
                    <a:close/>
                  </a:path>
                </a:pathLst>
              </a:custGeom>
              <a:solidFill>
                <a:srgbClr val="D8F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5" name="Freeform 287">
                <a:extLst>
                  <a:ext uri="{FF2B5EF4-FFF2-40B4-BE49-F238E27FC236}">
                    <a16:creationId xmlns:a16="http://schemas.microsoft.com/office/drawing/2014/main" id="{C148E44F-0F68-4D07-B2D2-2D91FE5B8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1865"/>
                <a:ext cx="100" cy="33"/>
              </a:xfrm>
              <a:custGeom>
                <a:avLst/>
                <a:gdLst>
                  <a:gd name="T0" fmla="*/ 100 w 100"/>
                  <a:gd name="T1" fmla="*/ 33 h 33"/>
                  <a:gd name="T2" fmla="*/ 73 w 100"/>
                  <a:gd name="T3" fmla="*/ 0 h 33"/>
                  <a:gd name="T4" fmla="*/ 0 w 100"/>
                  <a:gd name="T5" fmla="*/ 13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33">
                    <a:moveTo>
                      <a:pt x="100" y="33"/>
                    </a:moveTo>
                    <a:lnTo>
                      <a:pt x="73" y="0"/>
                    </a:lnTo>
                    <a:lnTo>
                      <a:pt x="0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6" name="Freeform 288">
                <a:extLst>
                  <a:ext uri="{FF2B5EF4-FFF2-40B4-BE49-F238E27FC236}">
                    <a16:creationId xmlns:a16="http://schemas.microsoft.com/office/drawing/2014/main" id="{65F18FC6-603D-4BFA-8068-0EB4DD23AC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45"/>
                <a:ext cx="99" cy="33"/>
              </a:xfrm>
              <a:custGeom>
                <a:avLst/>
                <a:gdLst>
                  <a:gd name="T0" fmla="*/ 0 w 99"/>
                  <a:gd name="T1" fmla="*/ 0 h 33"/>
                  <a:gd name="T2" fmla="*/ 26 w 99"/>
                  <a:gd name="T3" fmla="*/ 33 h 33"/>
                  <a:gd name="T4" fmla="*/ 99 w 99"/>
                  <a:gd name="T5" fmla="*/ 20 h 33"/>
                  <a:gd name="T6" fmla="*/ 0 w 99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33">
                    <a:moveTo>
                      <a:pt x="0" y="0"/>
                    </a:moveTo>
                    <a:lnTo>
                      <a:pt x="26" y="33"/>
                    </a:lnTo>
                    <a:lnTo>
                      <a:pt x="99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F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7" name="Freeform 289">
                <a:extLst>
                  <a:ext uri="{FF2B5EF4-FFF2-40B4-BE49-F238E27FC236}">
                    <a16:creationId xmlns:a16="http://schemas.microsoft.com/office/drawing/2014/main" id="{84E152F9-6BD0-4606-8F22-0C40D4D24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45"/>
                <a:ext cx="99" cy="33"/>
              </a:xfrm>
              <a:custGeom>
                <a:avLst/>
                <a:gdLst>
                  <a:gd name="T0" fmla="*/ 0 w 99"/>
                  <a:gd name="T1" fmla="*/ 0 h 33"/>
                  <a:gd name="T2" fmla="*/ 26 w 99"/>
                  <a:gd name="T3" fmla="*/ 33 h 33"/>
                  <a:gd name="T4" fmla="*/ 99 w 99"/>
                  <a:gd name="T5" fmla="*/ 2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33">
                    <a:moveTo>
                      <a:pt x="0" y="0"/>
                    </a:moveTo>
                    <a:lnTo>
                      <a:pt x="26" y="33"/>
                    </a:lnTo>
                    <a:lnTo>
                      <a:pt x="99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8" name="Freeform 290">
                <a:extLst>
                  <a:ext uri="{FF2B5EF4-FFF2-40B4-BE49-F238E27FC236}">
                    <a16:creationId xmlns:a16="http://schemas.microsoft.com/office/drawing/2014/main" id="{E6E5A3E9-8E26-43AA-A004-E903FC216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" y="1041"/>
                <a:ext cx="33" cy="100"/>
              </a:xfrm>
              <a:custGeom>
                <a:avLst/>
                <a:gdLst>
                  <a:gd name="T0" fmla="*/ 33 w 33"/>
                  <a:gd name="T1" fmla="*/ 20 h 100"/>
                  <a:gd name="T2" fmla="*/ 0 w 33"/>
                  <a:gd name="T3" fmla="*/ 0 h 100"/>
                  <a:gd name="T4" fmla="*/ 26 w 33"/>
                  <a:gd name="T5" fmla="*/ 100 h 100"/>
                  <a:gd name="T6" fmla="*/ 33 w 33"/>
                  <a:gd name="T7" fmla="*/ 20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00">
                    <a:moveTo>
                      <a:pt x="33" y="20"/>
                    </a:moveTo>
                    <a:lnTo>
                      <a:pt x="0" y="0"/>
                    </a:lnTo>
                    <a:lnTo>
                      <a:pt x="26" y="100"/>
                    </a:lnTo>
                    <a:lnTo>
                      <a:pt x="33" y="20"/>
                    </a:lnTo>
                    <a:close/>
                  </a:path>
                </a:pathLst>
              </a:custGeom>
              <a:solidFill>
                <a:srgbClr val="500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9" name="Freeform 291">
                <a:extLst>
                  <a:ext uri="{FF2B5EF4-FFF2-40B4-BE49-F238E27FC236}">
                    <a16:creationId xmlns:a16="http://schemas.microsoft.com/office/drawing/2014/main" id="{6C6BC531-FE99-475D-AF51-316909DA5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2" y="1041"/>
                <a:ext cx="33" cy="100"/>
              </a:xfrm>
              <a:custGeom>
                <a:avLst/>
                <a:gdLst>
                  <a:gd name="T0" fmla="*/ 33 w 33"/>
                  <a:gd name="T1" fmla="*/ 20 h 100"/>
                  <a:gd name="T2" fmla="*/ 0 w 33"/>
                  <a:gd name="T3" fmla="*/ 0 h 100"/>
                  <a:gd name="T4" fmla="*/ 26 w 33"/>
                  <a:gd name="T5" fmla="*/ 10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00">
                    <a:moveTo>
                      <a:pt x="33" y="20"/>
                    </a:moveTo>
                    <a:lnTo>
                      <a:pt x="0" y="0"/>
                    </a:lnTo>
                    <a:lnTo>
                      <a:pt x="26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0" name="Freeform 292">
                <a:extLst>
                  <a:ext uri="{FF2B5EF4-FFF2-40B4-BE49-F238E27FC236}">
                    <a16:creationId xmlns:a16="http://schemas.microsoft.com/office/drawing/2014/main" id="{D948D9DD-672E-4D75-8577-FBFF784632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061"/>
                <a:ext cx="34" cy="93"/>
              </a:xfrm>
              <a:custGeom>
                <a:avLst/>
                <a:gdLst>
                  <a:gd name="T0" fmla="*/ 0 w 34"/>
                  <a:gd name="T1" fmla="*/ 80 h 93"/>
                  <a:gd name="T2" fmla="*/ 34 w 34"/>
                  <a:gd name="T3" fmla="*/ 93 h 93"/>
                  <a:gd name="T4" fmla="*/ 7 w 34"/>
                  <a:gd name="T5" fmla="*/ 0 h 93"/>
                  <a:gd name="T6" fmla="*/ 0 w 34"/>
                  <a:gd name="T7" fmla="*/ 8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93">
                    <a:moveTo>
                      <a:pt x="0" y="80"/>
                    </a:moveTo>
                    <a:lnTo>
                      <a:pt x="34" y="93"/>
                    </a:lnTo>
                    <a:lnTo>
                      <a:pt x="7" y="0"/>
                    </a:lnTo>
                    <a:lnTo>
                      <a:pt x="0" y="80"/>
                    </a:lnTo>
                    <a:close/>
                  </a:path>
                </a:pathLst>
              </a:custGeom>
              <a:solidFill>
                <a:srgbClr val="500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1" name="Freeform 293">
                <a:extLst>
                  <a:ext uri="{FF2B5EF4-FFF2-40B4-BE49-F238E27FC236}">
                    <a16:creationId xmlns:a16="http://schemas.microsoft.com/office/drawing/2014/main" id="{8B884C0E-7A67-46EA-99B9-1CA829845C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061"/>
                <a:ext cx="34" cy="93"/>
              </a:xfrm>
              <a:custGeom>
                <a:avLst/>
                <a:gdLst>
                  <a:gd name="T0" fmla="*/ 0 w 34"/>
                  <a:gd name="T1" fmla="*/ 80 h 93"/>
                  <a:gd name="T2" fmla="*/ 34 w 34"/>
                  <a:gd name="T3" fmla="*/ 93 h 93"/>
                  <a:gd name="T4" fmla="*/ 7 w 34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93">
                    <a:moveTo>
                      <a:pt x="0" y="80"/>
                    </a:moveTo>
                    <a:lnTo>
                      <a:pt x="34" y="93"/>
                    </a:lnTo>
                    <a:lnTo>
                      <a:pt x="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2" name="Freeform 294">
                <a:extLst>
                  <a:ext uri="{FF2B5EF4-FFF2-40B4-BE49-F238E27FC236}">
                    <a16:creationId xmlns:a16="http://schemas.microsoft.com/office/drawing/2014/main" id="{1E278253-5784-467A-9371-1212F19F85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981"/>
                <a:ext cx="53" cy="53"/>
              </a:xfrm>
              <a:custGeom>
                <a:avLst/>
                <a:gdLst>
                  <a:gd name="T0" fmla="*/ 40 w 53"/>
                  <a:gd name="T1" fmla="*/ 0 h 53"/>
                  <a:gd name="T2" fmla="*/ 0 w 53"/>
                  <a:gd name="T3" fmla="*/ 14 h 53"/>
                  <a:gd name="T4" fmla="*/ 53 w 53"/>
                  <a:gd name="T5" fmla="*/ 53 h 53"/>
                  <a:gd name="T6" fmla="*/ 40 w 53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40" y="0"/>
                    </a:moveTo>
                    <a:lnTo>
                      <a:pt x="0" y="14"/>
                    </a:lnTo>
                    <a:lnTo>
                      <a:pt x="53" y="5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B03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3" name="Freeform 295">
                <a:extLst>
                  <a:ext uri="{FF2B5EF4-FFF2-40B4-BE49-F238E27FC236}">
                    <a16:creationId xmlns:a16="http://schemas.microsoft.com/office/drawing/2014/main" id="{2831769A-80FC-4106-993C-19F93F4A7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981"/>
                <a:ext cx="53" cy="53"/>
              </a:xfrm>
              <a:custGeom>
                <a:avLst/>
                <a:gdLst>
                  <a:gd name="T0" fmla="*/ 40 w 53"/>
                  <a:gd name="T1" fmla="*/ 0 h 53"/>
                  <a:gd name="T2" fmla="*/ 0 w 53"/>
                  <a:gd name="T3" fmla="*/ 14 h 53"/>
                  <a:gd name="T4" fmla="*/ 53 w 53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40" y="0"/>
                    </a:moveTo>
                    <a:lnTo>
                      <a:pt x="0" y="14"/>
                    </a:lnTo>
                    <a:lnTo>
                      <a:pt x="53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4" name="Freeform 296">
                <a:extLst>
                  <a:ext uri="{FF2B5EF4-FFF2-40B4-BE49-F238E27FC236}">
                    <a16:creationId xmlns:a16="http://schemas.microsoft.com/office/drawing/2014/main" id="{FEE1814B-D819-4B66-A9CE-B5ABFD1064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981"/>
                <a:ext cx="60" cy="53"/>
              </a:xfrm>
              <a:custGeom>
                <a:avLst/>
                <a:gdLst>
                  <a:gd name="T0" fmla="*/ 13 w 60"/>
                  <a:gd name="T1" fmla="*/ 53 h 53"/>
                  <a:gd name="T2" fmla="*/ 60 w 60"/>
                  <a:gd name="T3" fmla="*/ 40 h 53"/>
                  <a:gd name="T4" fmla="*/ 0 w 60"/>
                  <a:gd name="T5" fmla="*/ 0 h 53"/>
                  <a:gd name="T6" fmla="*/ 13 w 60"/>
                  <a:gd name="T7" fmla="*/ 53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53">
                    <a:moveTo>
                      <a:pt x="13" y="53"/>
                    </a:moveTo>
                    <a:lnTo>
                      <a:pt x="60" y="40"/>
                    </a:lnTo>
                    <a:lnTo>
                      <a:pt x="0" y="0"/>
                    </a:lnTo>
                    <a:lnTo>
                      <a:pt x="13" y="53"/>
                    </a:lnTo>
                    <a:close/>
                  </a:path>
                </a:pathLst>
              </a:custGeom>
              <a:solidFill>
                <a:srgbClr val="B03C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5" name="Freeform 297">
                <a:extLst>
                  <a:ext uri="{FF2B5EF4-FFF2-40B4-BE49-F238E27FC236}">
                    <a16:creationId xmlns:a16="http://schemas.microsoft.com/office/drawing/2014/main" id="{7A99D5AF-16DF-477B-9B76-210C34576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981"/>
                <a:ext cx="60" cy="53"/>
              </a:xfrm>
              <a:custGeom>
                <a:avLst/>
                <a:gdLst>
                  <a:gd name="T0" fmla="*/ 13 w 60"/>
                  <a:gd name="T1" fmla="*/ 53 h 53"/>
                  <a:gd name="T2" fmla="*/ 60 w 60"/>
                  <a:gd name="T3" fmla="*/ 40 h 53"/>
                  <a:gd name="T4" fmla="*/ 0 w 60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53">
                    <a:moveTo>
                      <a:pt x="13" y="53"/>
                    </a:moveTo>
                    <a:lnTo>
                      <a:pt x="60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6" name="Freeform 298">
                <a:extLst>
                  <a:ext uri="{FF2B5EF4-FFF2-40B4-BE49-F238E27FC236}">
                    <a16:creationId xmlns:a16="http://schemas.microsoft.com/office/drawing/2014/main" id="{E5D1156F-F4D3-4FAC-A828-F6CC28C057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898"/>
                <a:ext cx="106" cy="27"/>
              </a:xfrm>
              <a:custGeom>
                <a:avLst/>
                <a:gdLst>
                  <a:gd name="T0" fmla="*/ 106 w 106"/>
                  <a:gd name="T1" fmla="*/ 27 h 27"/>
                  <a:gd name="T2" fmla="*/ 73 w 106"/>
                  <a:gd name="T3" fmla="*/ 0 h 27"/>
                  <a:gd name="T4" fmla="*/ 0 w 106"/>
                  <a:gd name="T5" fmla="*/ 14 h 27"/>
                  <a:gd name="T6" fmla="*/ 106 w 106"/>
                  <a:gd name="T7" fmla="*/ 2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27">
                    <a:moveTo>
                      <a:pt x="106" y="27"/>
                    </a:moveTo>
                    <a:lnTo>
                      <a:pt x="73" y="0"/>
                    </a:lnTo>
                    <a:lnTo>
                      <a:pt x="0" y="14"/>
                    </a:lnTo>
                    <a:lnTo>
                      <a:pt x="106" y="27"/>
                    </a:lnTo>
                    <a:close/>
                  </a:path>
                </a:pathLst>
              </a:custGeom>
              <a:solidFill>
                <a:srgbClr val="D0F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7" name="Freeform 299">
                <a:extLst>
                  <a:ext uri="{FF2B5EF4-FFF2-40B4-BE49-F238E27FC236}">
                    <a16:creationId xmlns:a16="http://schemas.microsoft.com/office/drawing/2014/main" id="{54E670B1-5A39-4745-B3FC-F1AA6A410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898"/>
                <a:ext cx="106" cy="27"/>
              </a:xfrm>
              <a:custGeom>
                <a:avLst/>
                <a:gdLst>
                  <a:gd name="T0" fmla="*/ 106 w 106"/>
                  <a:gd name="T1" fmla="*/ 27 h 27"/>
                  <a:gd name="T2" fmla="*/ 73 w 106"/>
                  <a:gd name="T3" fmla="*/ 0 h 27"/>
                  <a:gd name="T4" fmla="*/ 0 w 106"/>
                  <a:gd name="T5" fmla="*/ 14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27">
                    <a:moveTo>
                      <a:pt x="106" y="27"/>
                    </a:moveTo>
                    <a:lnTo>
                      <a:pt x="73" y="0"/>
                    </a:lnTo>
                    <a:lnTo>
                      <a:pt x="0" y="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8" name="Freeform 300">
                <a:extLst>
                  <a:ext uri="{FF2B5EF4-FFF2-40B4-BE49-F238E27FC236}">
                    <a16:creationId xmlns:a16="http://schemas.microsoft.com/office/drawing/2014/main" id="{1F97E11E-F6DC-43E1-A374-16BF16999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1878"/>
                <a:ext cx="100" cy="34"/>
              </a:xfrm>
              <a:custGeom>
                <a:avLst/>
                <a:gdLst>
                  <a:gd name="T0" fmla="*/ 0 w 100"/>
                  <a:gd name="T1" fmla="*/ 0 h 34"/>
                  <a:gd name="T2" fmla="*/ 27 w 100"/>
                  <a:gd name="T3" fmla="*/ 34 h 34"/>
                  <a:gd name="T4" fmla="*/ 100 w 100"/>
                  <a:gd name="T5" fmla="*/ 20 h 34"/>
                  <a:gd name="T6" fmla="*/ 0 w 100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34">
                    <a:moveTo>
                      <a:pt x="0" y="0"/>
                    </a:moveTo>
                    <a:lnTo>
                      <a:pt x="27" y="34"/>
                    </a:lnTo>
                    <a:lnTo>
                      <a:pt x="10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8F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9" name="Freeform 301">
                <a:extLst>
                  <a:ext uri="{FF2B5EF4-FFF2-40B4-BE49-F238E27FC236}">
                    <a16:creationId xmlns:a16="http://schemas.microsoft.com/office/drawing/2014/main" id="{AB548920-07EB-4ECE-8419-81E62D75D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1878"/>
                <a:ext cx="100" cy="34"/>
              </a:xfrm>
              <a:custGeom>
                <a:avLst/>
                <a:gdLst>
                  <a:gd name="T0" fmla="*/ 0 w 100"/>
                  <a:gd name="T1" fmla="*/ 0 h 34"/>
                  <a:gd name="T2" fmla="*/ 27 w 100"/>
                  <a:gd name="T3" fmla="*/ 34 h 34"/>
                  <a:gd name="T4" fmla="*/ 100 w 100"/>
                  <a:gd name="T5" fmla="*/ 2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34">
                    <a:moveTo>
                      <a:pt x="0" y="0"/>
                    </a:moveTo>
                    <a:lnTo>
                      <a:pt x="27" y="34"/>
                    </a:lnTo>
                    <a:lnTo>
                      <a:pt x="100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0" name="Freeform 302">
                <a:extLst>
                  <a:ext uri="{FF2B5EF4-FFF2-40B4-BE49-F238E27FC236}">
                    <a16:creationId xmlns:a16="http://schemas.microsoft.com/office/drawing/2014/main" id="{94457806-0BA2-48E4-BE2B-7838AEC0C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1247"/>
                <a:ext cx="27" cy="106"/>
              </a:xfrm>
              <a:custGeom>
                <a:avLst/>
                <a:gdLst>
                  <a:gd name="T0" fmla="*/ 27 w 27"/>
                  <a:gd name="T1" fmla="*/ 27 h 106"/>
                  <a:gd name="T2" fmla="*/ 7 w 27"/>
                  <a:gd name="T3" fmla="*/ 0 h 106"/>
                  <a:gd name="T4" fmla="*/ 0 w 27"/>
                  <a:gd name="T5" fmla="*/ 106 h 106"/>
                  <a:gd name="T6" fmla="*/ 27 w 27"/>
                  <a:gd name="T7" fmla="*/ 27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06">
                    <a:moveTo>
                      <a:pt x="27" y="27"/>
                    </a:moveTo>
                    <a:lnTo>
                      <a:pt x="7" y="0"/>
                    </a:lnTo>
                    <a:lnTo>
                      <a:pt x="0" y="106"/>
                    </a:lnTo>
                    <a:lnTo>
                      <a:pt x="27" y="27"/>
                    </a:lnTo>
                    <a:close/>
                  </a:path>
                </a:pathLst>
              </a:custGeom>
              <a:solidFill>
                <a:srgbClr val="3008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1" name="Freeform 303">
                <a:extLst>
                  <a:ext uri="{FF2B5EF4-FFF2-40B4-BE49-F238E27FC236}">
                    <a16:creationId xmlns:a16="http://schemas.microsoft.com/office/drawing/2014/main" id="{FB20A7A5-EF40-4899-8692-EEE30A08D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1247"/>
                <a:ext cx="27" cy="106"/>
              </a:xfrm>
              <a:custGeom>
                <a:avLst/>
                <a:gdLst>
                  <a:gd name="T0" fmla="*/ 27 w 27"/>
                  <a:gd name="T1" fmla="*/ 27 h 106"/>
                  <a:gd name="T2" fmla="*/ 7 w 27"/>
                  <a:gd name="T3" fmla="*/ 0 h 106"/>
                  <a:gd name="T4" fmla="*/ 0 w 27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06">
                    <a:moveTo>
                      <a:pt x="27" y="27"/>
                    </a:moveTo>
                    <a:lnTo>
                      <a:pt x="7" y="0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2" name="Freeform 304">
                <a:extLst>
                  <a:ext uri="{FF2B5EF4-FFF2-40B4-BE49-F238E27FC236}">
                    <a16:creationId xmlns:a16="http://schemas.microsoft.com/office/drawing/2014/main" id="{08612337-755C-4FAF-81B7-C164B88D5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1274"/>
                <a:ext cx="27" cy="106"/>
              </a:xfrm>
              <a:custGeom>
                <a:avLst/>
                <a:gdLst>
                  <a:gd name="T0" fmla="*/ 0 w 27"/>
                  <a:gd name="T1" fmla="*/ 79 h 106"/>
                  <a:gd name="T2" fmla="*/ 27 w 27"/>
                  <a:gd name="T3" fmla="*/ 106 h 106"/>
                  <a:gd name="T4" fmla="*/ 27 w 27"/>
                  <a:gd name="T5" fmla="*/ 0 h 106"/>
                  <a:gd name="T6" fmla="*/ 0 w 27"/>
                  <a:gd name="T7" fmla="*/ 79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06">
                    <a:moveTo>
                      <a:pt x="0" y="79"/>
                    </a:moveTo>
                    <a:lnTo>
                      <a:pt x="27" y="106"/>
                    </a:lnTo>
                    <a:lnTo>
                      <a:pt x="27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3008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3" name="Freeform 305">
                <a:extLst>
                  <a:ext uri="{FF2B5EF4-FFF2-40B4-BE49-F238E27FC236}">
                    <a16:creationId xmlns:a16="http://schemas.microsoft.com/office/drawing/2014/main" id="{A4DE9936-2F5A-4BAE-85AE-9FEA762719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4" y="1274"/>
                <a:ext cx="27" cy="106"/>
              </a:xfrm>
              <a:custGeom>
                <a:avLst/>
                <a:gdLst>
                  <a:gd name="T0" fmla="*/ 0 w 27"/>
                  <a:gd name="T1" fmla="*/ 79 h 106"/>
                  <a:gd name="T2" fmla="*/ 27 w 27"/>
                  <a:gd name="T3" fmla="*/ 106 h 106"/>
                  <a:gd name="T4" fmla="*/ 27 w 27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06">
                    <a:moveTo>
                      <a:pt x="0" y="79"/>
                    </a:moveTo>
                    <a:lnTo>
                      <a:pt x="27" y="106"/>
                    </a:lnTo>
                    <a:lnTo>
                      <a:pt x="2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4" name="Freeform 306">
                <a:extLst>
                  <a:ext uri="{FF2B5EF4-FFF2-40B4-BE49-F238E27FC236}">
                    <a16:creationId xmlns:a16="http://schemas.microsoft.com/office/drawing/2014/main" id="{1F70570D-C03F-4B6B-B964-C753B6CEF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961"/>
                <a:ext cx="60" cy="60"/>
              </a:xfrm>
              <a:custGeom>
                <a:avLst/>
                <a:gdLst>
                  <a:gd name="T0" fmla="*/ 46 w 60"/>
                  <a:gd name="T1" fmla="*/ 0 h 60"/>
                  <a:gd name="T2" fmla="*/ 0 w 60"/>
                  <a:gd name="T3" fmla="*/ 20 h 60"/>
                  <a:gd name="T4" fmla="*/ 60 w 60"/>
                  <a:gd name="T5" fmla="*/ 60 h 60"/>
                  <a:gd name="T6" fmla="*/ 46 w 6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60">
                    <a:moveTo>
                      <a:pt x="46" y="0"/>
                    </a:moveTo>
                    <a:lnTo>
                      <a:pt x="0" y="20"/>
                    </a:lnTo>
                    <a:lnTo>
                      <a:pt x="60" y="6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A02C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5" name="Freeform 307">
                <a:extLst>
                  <a:ext uri="{FF2B5EF4-FFF2-40B4-BE49-F238E27FC236}">
                    <a16:creationId xmlns:a16="http://schemas.microsoft.com/office/drawing/2014/main" id="{1395CDDC-79CD-4FC3-B579-2CEFAE53DE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961"/>
                <a:ext cx="60" cy="60"/>
              </a:xfrm>
              <a:custGeom>
                <a:avLst/>
                <a:gdLst>
                  <a:gd name="T0" fmla="*/ 46 w 60"/>
                  <a:gd name="T1" fmla="*/ 0 h 60"/>
                  <a:gd name="T2" fmla="*/ 0 w 60"/>
                  <a:gd name="T3" fmla="*/ 20 h 60"/>
                  <a:gd name="T4" fmla="*/ 60 w 60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60">
                    <a:moveTo>
                      <a:pt x="46" y="0"/>
                    </a:moveTo>
                    <a:lnTo>
                      <a:pt x="0" y="20"/>
                    </a:lnTo>
                    <a:lnTo>
                      <a:pt x="60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6" name="Freeform 308">
                <a:extLst>
                  <a:ext uri="{FF2B5EF4-FFF2-40B4-BE49-F238E27FC236}">
                    <a16:creationId xmlns:a16="http://schemas.microsoft.com/office/drawing/2014/main" id="{591EABC7-A83F-42A6-965F-C7AAD74DF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961"/>
                <a:ext cx="53" cy="60"/>
              </a:xfrm>
              <a:custGeom>
                <a:avLst/>
                <a:gdLst>
                  <a:gd name="T0" fmla="*/ 14 w 53"/>
                  <a:gd name="T1" fmla="*/ 60 h 60"/>
                  <a:gd name="T2" fmla="*/ 53 w 53"/>
                  <a:gd name="T3" fmla="*/ 47 h 60"/>
                  <a:gd name="T4" fmla="*/ 0 w 53"/>
                  <a:gd name="T5" fmla="*/ 0 h 60"/>
                  <a:gd name="T6" fmla="*/ 14 w 53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60">
                    <a:moveTo>
                      <a:pt x="14" y="60"/>
                    </a:moveTo>
                    <a:lnTo>
                      <a:pt x="53" y="47"/>
                    </a:lnTo>
                    <a:lnTo>
                      <a:pt x="0" y="0"/>
                    </a:lnTo>
                    <a:lnTo>
                      <a:pt x="14" y="60"/>
                    </a:lnTo>
                    <a:close/>
                  </a:path>
                </a:pathLst>
              </a:custGeom>
              <a:solidFill>
                <a:srgbClr val="A02C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7" name="Freeform 309">
                <a:extLst>
                  <a:ext uri="{FF2B5EF4-FFF2-40B4-BE49-F238E27FC236}">
                    <a16:creationId xmlns:a16="http://schemas.microsoft.com/office/drawing/2014/main" id="{4BC4C743-9EC4-4DDB-9470-1A9B29BCC4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961"/>
                <a:ext cx="53" cy="60"/>
              </a:xfrm>
              <a:custGeom>
                <a:avLst/>
                <a:gdLst>
                  <a:gd name="T0" fmla="*/ 14 w 53"/>
                  <a:gd name="T1" fmla="*/ 60 h 60"/>
                  <a:gd name="T2" fmla="*/ 53 w 53"/>
                  <a:gd name="T3" fmla="*/ 47 h 60"/>
                  <a:gd name="T4" fmla="*/ 0 w 53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60">
                    <a:moveTo>
                      <a:pt x="14" y="60"/>
                    </a:moveTo>
                    <a:lnTo>
                      <a:pt x="53" y="47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8" name="Freeform 310">
                <a:extLst>
                  <a:ext uri="{FF2B5EF4-FFF2-40B4-BE49-F238E27FC236}">
                    <a16:creationId xmlns:a16="http://schemas.microsoft.com/office/drawing/2014/main" id="{D60C41F9-A829-4A3A-A12D-00C0C5973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971"/>
                <a:ext cx="106" cy="67"/>
              </a:xfrm>
              <a:custGeom>
                <a:avLst/>
                <a:gdLst>
                  <a:gd name="T0" fmla="*/ 106 w 106"/>
                  <a:gd name="T1" fmla="*/ 0 h 67"/>
                  <a:gd name="T2" fmla="*/ 73 w 106"/>
                  <a:gd name="T3" fmla="*/ 0 h 67"/>
                  <a:gd name="T4" fmla="*/ 0 w 106"/>
                  <a:gd name="T5" fmla="*/ 67 h 67"/>
                  <a:gd name="T6" fmla="*/ 106 w 106"/>
                  <a:gd name="T7" fmla="*/ 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67">
                    <a:moveTo>
                      <a:pt x="106" y="0"/>
                    </a:moveTo>
                    <a:lnTo>
                      <a:pt x="73" y="0"/>
                    </a:lnTo>
                    <a:lnTo>
                      <a:pt x="0" y="67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78B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9" name="Freeform 311">
                <a:extLst>
                  <a:ext uri="{FF2B5EF4-FFF2-40B4-BE49-F238E27FC236}">
                    <a16:creationId xmlns:a16="http://schemas.microsoft.com/office/drawing/2014/main" id="{11CECBA2-AD81-4549-B8F9-B9F88FB58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971"/>
                <a:ext cx="106" cy="67"/>
              </a:xfrm>
              <a:custGeom>
                <a:avLst/>
                <a:gdLst>
                  <a:gd name="T0" fmla="*/ 106 w 106"/>
                  <a:gd name="T1" fmla="*/ 0 h 67"/>
                  <a:gd name="T2" fmla="*/ 73 w 106"/>
                  <a:gd name="T3" fmla="*/ 0 h 67"/>
                  <a:gd name="T4" fmla="*/ 0 w 106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67">
                    <a:moveTo>
                      <a:pt x="106" y="0"/>
                    </a:moveTo>
                    <a:lnTo>
                      <a:pt x="73" y="0"/>
                    </a:lnTo>
                    <a:lnTo>
                      <a:pt x="0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0" name="Freeform 312">
                <a:extLst>
                  <a:ext uri="{FF2B5EF4-FFF2-40B4-BE49-F238E27FC236}">
                    <a16:creationId xmlns:a16="http://schemas.microsoft.com/office/drawing/2014/main" id="{41786248-2082-40FE-B168-E0D1A5D8E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971"/>
                <a:ext cx="113" cy="67"/>
              </a:xfrm>
              <a:custGeom>
                <a:avLst/>
                <a:gdLst>
                  <a:gd name="T0" fmla="*/ 0 w 113"/>
                  <a:gd name="T1" fmla="*/ 67 h 67"/>
                  <a:gd name="T2" fmla="*/ 40 w 113"/>
                  <a:gd name="T3" fmla="*/ 67 h 67"/>
                  <a:gd name="T4" fmla="*/ 113 w 113"/>
                  <a:gd name="T5" fmla="*/ 0 h 67"/>
                  <a:gd name="T6" fmla="*/ 0 w 113"/>
                  <a:gd name="T7" fmla="*/ 6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67">
                    <a:moveTo>
                      <a:pt x="0" y="67"/>
                    </a:moveTo>
                    <a:lnTo>
                      <a:pt x="40" y="67"/>
                    </a:lnTo>
                    <a:lnTo>
                      <a:pt x="113" y="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88C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1" name="Freeform 313">
                <a:extLst>
                  <a:ext uri="{FF2B5EF4-FFF2-40B4-BE49-F238E27FC236}">
                    <a16:creationId xmlns:a16="http://schemas.microsoft.com/office/drawing/2014/main" id="{D2661762-21C4-4A14-ACEA-AAEF61EAF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971"/>
                <a:ext cx="113" cy="67"/>
              </a:xfrm>
              <a:custGeom>
                <a:avLst/>
                <a:gdLst>
                  <a:gd name="T0" fmla="*/ 0 w 113"/>
                  <a:gd name="T1" fmla="*/ 67 h 67"/>
                  <a:gd name="T2" fmla="*/ 40 w 113"/>
                  <a:gd name="T3" fmla="*/ 67 h 67"/>
                  <a:gd name="T4" fmla="*/ 113 w 113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67">
                    <a:moveTo>
                      <a:pt x="0" y="67"/>
                    </a:moveTo>
                    <a:lnTo>
                      <a:pt x="40" y="67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2" name="Freeform 314">
                <a:extLst>
                  <a:ext uri="{FF2B5EF4-FFF2-40B4-BE49-F238E27FC236}">
                    <a16:creationId xmlns:a16="http://schemas.microsoft.com/office/drawing/2014/main" id="{654503EB-0D3E-4609-B310-F098C08F2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925"/>
                <a:ext cx="113" cy="20"/>
              </a:xfrm>
              <a:custGeom>
                <a:avLst/>
                <a:gdLst>
                  <a:gd name="T0" fmla="*/ 113 w 113"/>
                  <a:gd name="T1" fmla="*/ 20 h 20"/>
                  <a:gd name="T2" fmla="*/ 80 w 113"/>
                  <a:gd name="T3" fmla="*/ 0 h 20"/>
                  <a:gd name="T4" fmla="*/ 0 w 113"/>
                  <a:gd name="T5" fmla="*/ 13 h 20"/>
                  <a:gd name="T6" fmla="*/ 113 w 113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20">
                    <a:moveTo>
                      <a:pt x="113" y="20"/>
                    </a:moveTo>
                    <a:lnTo>
                      <a:pt x="80" y="0"/>
                    </a:lnTo>
                    <a:lnTo>
                      <a:pt x="0" y="13"/>
                    </a:lnTo>
                    <a:lnTo>
                      <a:pt x="113" y="20"/>
                    </a:lnTo>
                    <a:close/>
                  </a:path>
                </a:pathLst>
              </a:custGeom>
              <a:solidFill>
                <a:srgbClr val="C8F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3" name="Freeform 315">
                <a:extLst>
                  <a:ext uri="{FF2B5EF4-FFF2-40B4-BE49-F238E27FC236}">
                    <a16:creationId xmlns:a16="http://schemas.microsoft.com/office/drawing/2014/main" id="{2DF1854B-D595-45AE-B03F-4091DA394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925"/>
                <a:ext cx="113" cy="20"/>
              </a:xfrm>
              <a:custGeom>
                <a:avLst/>
                <a:gdLst>
                  <a:gd name="T0" fmla="*/ 113 w 113"/>
                  <a:gd name="T1" fmla="*/ 20 h 20"/>
                  <a:gd name="T2" fmla="*/ 80 w 113"/>
                  <a:gd name="T3" fmla="*/ 0 h 20"/>
                  <a:gd name="T4" fmla="*/ 0 w 113"/>
                  <a:gd name="T5" fmla="*/ 13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20">
                    <a:moveTo>
                      <a:pt x="113" y="20"/>
                    </a:moveTo>
                    <a:lnTo>
                      <a:pt x="80" y="0"/>
                    </a:lnTo>
                    <a:lnTo>
                      <a:pt x="0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4" name="Freeform 316">
                <a:extLst>
                  <a:ext uri="{FF2B5EF4-FFF2-40B4-BE49-F238E27FC236}">
                    <a16:creationId xmlns:a16="http://schemas.microsoft.com/office/drawing/2014/main" id="{83FB0AA0-D73C-485E-BF18-978274196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912"/>
                <a:ext cx="106" cy="26"/>
              </a:xfrm>
              <a:custGeom>
                <a:avLst/>
                <a:gdLst>
                  <a:gd name="T0" fmla="*/ 0 w 106"/>
                  <a:gd name="T1" fmla="*/ 0 h 26"/>
                  <a:gd name="T2" fmla="*/ 26 w 106"/>
                  <a:gd name="T3" fmla="*/ 26 h 26"/>
                  <a:gd name="T4" fmla="*/ 106 w 106"/>
                  <a:gd name="T5" fmla="*/ 13 h 26"/>
                  <a:gd name="T6" fmla="*/ 0 w 106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26">
                    <a:moveTo>
                      <a:pt x="0" y="0"/>
                    </a:moveTo>
                    <a:lnTo>
                      <a:pt x="26" y="26"/>
                    </a:lnTo>
                    <a:lnTo>
                      <a:pt x="106" y="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F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5" name="Freeform 317">
                <a:extLst>
                  <a:ext uri="{FF2B5EF4-FFF2-40B4-BE49-F238E27FC236}">
                    <a16:creationId xmlns:a16="http://schemas.microsoft.com/office/drawing/2014/main" id="{8641B9F4-9D06-4343-9DA6-5D567EF373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912"/>
                <a:ext cx="106" cy="26"/>
              </a:xfrm>
              <a:custGeom>
                <a:avLst/>
                <a:gdLst>
                  <a:gd name="T0" fmla="*/ 0 w 106"/>
                  <a:gd name="T1" fmla="*/ 0 h 26"/>
                  <a:gd name="T2" fmla="*/ 26 w 106"/>
                  <a:gd name="T3" fmla="*/ 26 h 26"/>
                  <a:gd name="T4" fmla="*/ 106 w 106"/>
                  <a:gd name="T5" fmla="*/ 13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26">
                    <a:moveTo>
                      <a:pt x="0" y="0"/>
                    </a:moveTo>
                    <a:lnTo>
                      <a:pt x="26" y="26"/>
                    </a:lnTo>
                    <a:lnTo>
                      <a:pt x="106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" name="Freeform 318">
                <a:extLst>
                  <a:ext uri="{FF2B5EF4-FFF2-40B4-BE49-F238E27FC236}">
                    <a16:creationId xmlns:a16="http://schemas.microsoft.com/office/drawing/2014/main" id="{377463AE-9677-4BA6-8006-FA2923973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061"/>
                <a:ext cx="33" cy="93"/>
              </a:xfrm>
              <a:custGeom>
                <a:avLst/>
                <a:gdLst>
                  <a:gd name="T0" fmla="*/ 33 w 33"/>
                  <a:gd name="T1" fmla="*/ 20 h 93"/>
                  <a:gd name="T2" fmla="*/ 0 w 33"/>
                  <a:gd name="T3" fmla="*/ 0 h 93"/>
                  <a:gd name="T4" fmla="*/ 27 w 33"/>
                  <a:gd name="T5" fmla="*/ 93 h 93"/>
                  <a:gd name="T6" fmla="*/ 33 w 33"/>
                  <a:gd name="T7" fmla="*/ 2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93">
                    <a:moveTo>
                      <a:pt x="33" y="20"/>
                    </a:moveTo>
                    <a:lnTo>
                      <a:pt x="0" y="0"/>
                    </a:lnTo>
                    <a:lnTo>
                      <a:pt x="27" y="93"/>
                    </a:lnTo>
                    <a:lnTo>
                      <a:pt x="33" y="20"/>
                    </a:lnTo>
                    <a:close/>
                  </a:path>
                </a:pathLst>
              </a:custGeom>
              <a:solidFill>
                <a:srgbClr val="4000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" name="Freeform 319">
                <a:extLst>
                  <a:ext uri="{FF2B5EF4-FFF2-40B4-BE49-F238E27FC236}">
                    <a16:creationId xmlns:a16="http://schemas.microsoft.com/office/drawing/2014/main" id="{519BD9C9-3AA3-47D1-B0D5-3BBFFA69A3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061"/>
                <a:ext cx="33" cy="93"/>
              </a:xfrm>
              <a:custGeom>
                <a:avLst/>
                <a:gdLst>
                  <a:gd name="T0" fmla="*/ 33 w 33"/>
                  <a:gd name="T1" fmla="*/ 20 h 93"/>
                  <a:gd name="T2" fmla="*/ 0 w 33"/>
                  <a:gd name="T3" fmla="*/ 0 h 93"/>
                  <a:gd name="T4" fmla="*/ 27 w 33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93">
                    <a:moveTo>
                      <a:pt x="33" y="20"/>
                    </a:moveTo>
                    <a:lnTo>
                      <a:pt x="0" y="0"/>
                    </a:lnTo>
                    <a:lnTo>
                      <a:pt x="27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8" name="Freeform 320">
                <a:extLst>
                  <a:ext uri="{FF2B5EF4-FFF2-40B4-BE49-F238E27FC236}">
                    <a16:creationId xmlns:a16="http://schemas.microsoft.com/office/drawing/2014/main" id="{1F907D5D-3BD3-4CB9-AF9F-F9AD597A6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081"/>
                <a:ext cx="33" cy="93"/>
              </a:xfrm>
              <a:custGeom>
                <a:avLst/>
                <a:gdLst>
                  <a:gd name="T0" fmla="*/ 0 w 33"/>
                  <a:gd name="T1" fmla="*/ 73 h 93"/>
                  <a:gd name="T2" fmla="*/ 33 w 33"/>
                  <a:gd name="T3" fmla="*/ 93 h 93"/>
                  <a:gd name="T4" fmla="*/ 6 w 33"/>
                  <a:gd name="T5" fmla="*/ 0 h 93"/>
                  <a:gd name="T6" fmla="*/ 0 w 33"/>
                  <a:gd name="T7" fmla="*/ 73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93">
                    <a:moveTo>
                      <a:pt x="0" y="73"/>
                    </a:moveTo>
                    <a:lnTo>
                      <a:pt x="33" y="93"/>
                    </a:lnTo>
                    <a:lnTo>
                      <a:pt x="6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4000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" name="Freeform 321">
                <a:extLst>
                  <a:ext uri="{FF2B5EF4-FFF2-40B4-BE49-F238E27FC236}">
                    <a16:creationId xmlns:a16="http://schemas.microsoft.com/office/drawing/2014/main" id="{C4F86C90-900D-46AD-B1F1-391BD3C24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081"/>
                <a:ext cx="33" cy="93"/>
              </a:xfrm>
              <a:custGeom>
                <a:avLst/>
                <a:gdLst>
                  <a:gd name="T0" fmla="*/ 0 w 33"/>
                  <a:gd name="T1" fmla="*/ 73 h 93"/>
                  <a:gd name="T2" fmla="*/ 33 w 33"/>
                  <a:gd name="T3" fmla="*/ 93 h 93"/>
                  <a:gd name="T4" fmla="*/ 6 w 33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93">
                    <a:moveTo>
                      <a:pt x="0" y="73"/>
                    </a:moveTo>
                    <a:lnTo>
                      <a:pt x="33" y="93"/>
                    </a:lnTo>
                    <a:lnTo>
                      <a:pt x="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" name="Freeform 322">
                <a:extLst>
                  <a:ext uri="{FF2B5EF4-FFF2-40B4-BE49-F238E27FC236}">
                    <a16:creationId xmlns:a16="http://schemas.microsoft.com/office/drawing/2014/main" id="{2EBEE839-C8A6-4A09-8A7F-F90AEE5FD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752"/>
                <a:ext cx="79" cy="113"/>
              </a:xfrm>
              <a:custGeom>
                <a:avLst/>
                <a:gdLst>
                  <a:gd name="T0" fmla="*/ 0 w 79"/>
                  <a:gd name="T1" fmla="*/ 113 h 113"/>
                  <a:gd name="T2" fmla="*/ 33 w 79"/>
                  <a:gd name="T3" fmla="*/ 106 h 113"/>
                  <a:gd name="T4" fmla="*/ 79 w 79"/>
                  <a:gd name="T5" fmla="*/ 0 h 113"/>
                  <a:gd name="T6" fmla="*/ 0 w 79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13">
                    <a:moveTo>
                      <a:pt x="0" y="113"/>
                    </a:moveTo>
                    <a:lnTo>
                      <a:pt x="33" y="106"/>
                    </a:lnTo>
                    <a:lnTo>
                      <a:pt x="79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607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Freeform 323">
                <a:extLst>
                  <a:ext uri="{FF2B5EF4-FFF2-40B4-BE49-F238E27FC236}">
                    <a16:creationId xmlns:a16="http://schemas.microsoft.com/office/drawing/2014/main" id="{ACACD161-33FC-4A65-A774-1946ED577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752"/>
                <a:ext cx="79" cy="113"/>
              </a:xfrm>
              <a:custGeom>
                <a:avLst/>
                <a:gdLst>
                  <a:gd name="T0" fmla="*/ 0 w 79"/>
                  <a:gd name="T1" fmla="*/ 113 h 113"/>
                  <a:gd name="T2" fmla="*/ 33 w 79"/>
                  <a:gd name="T3" fmla="*/ 106 h 113"/>
                  <a:gd name="T4" fmla="*/ 79 w 79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13">
                    <a:moveTo>
                      <a:pt x="0" y="113"/>
                    </a:moveTo>
                    <a:lnTo>
                      <a:pt x="33" y="106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" name="Freeform 324">
                <a:extLst>
                  <a:ext uri="{FF2B5EF4-FFF2-40B4-BE49-F238E27FC236}">
                    <a16:creationId xmlns:a16="http://schemas.microsoft.com/office/drawing/2014/main" id="{0F4F98EF-0AAD-4ADF-BA1F-D273484C18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955"/>
                <a:ext cx="53" cy="53"/>
              </a:xfrm>
              <a:custGeom>
                <a:avLst/>
                <a:gdLst>
                  <a:gd name="T0" fmla="*/ 40 w 53"/>
                  <a:gd name="T1" fmla="*/ 0 h 53"/>
                  <a:gd name="T2" fmla="*/ 0 w 53"/>
                  <a:gd name="T3" fmla="*/ 6 h 53"/>
                  <a:gd name="T4" fmla="*/ 53 w 53"/>
                  <a:gd name="T5" fmla="*/ 53 h 53"/>
                  <a:gd name="T6" fmla="*/ 40 w 53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40" y="0"/>
                    </a:moveTo>
                    <a:lnTo>
                      <a:pt x="0" y="6"/>
                    </a:lnTo>
                    <a:lnTo>
                      <a:pt x="53" y="5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981C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" name="Freeform 325">
                <a:extLst>
                  <a:ext uri="{FF2B5EF4-FFF2-40B4-BE49-F238E27FC236}">
                    <a16:creationId xmlns:a16="http://schemas.microsoft.com/office/drawing/2014/main" id="{84242968-D70C-4211-B2D8-E47A1DA91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955"/>
                <a:ext cx="53" cy="53"/>
              </a:xfrm>
              <a:custGeom>
                <a:avLst/>
                <a:gdLst>
                  <a:gd name="T0" fmla="*/ 40 w 53"/>
                  <a:gd name="T1" fmla="*/ 0 h 53"/>
                  <a:gd name="T2" fmla="*/ 0 w 53"/>
                  <a:gd name="T3" fmla="*/ 6 h 53"/>
                  <a:gd name="T4" fmla="*/ 53 w 53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40" y="0"/>
                    </a:moveTo>
                    <a:lnTo>
                      <a:pt x="0" y="6"/>
                    </a:lnTo>
                    <a:lnTo>
                      <a:pt x="53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" name="Freeform 326">
                <a:extLst>
                  <a:ext uri="{FF2B5EF4-FFF2-40B4-BE49-F238E27FC236}">
                    <a16:creationId xmlns:a16="http://schemas.microsoft.com/office/drawing/2014/main" id="{ADBA21B6-1A94-450E-9BC2-55A683FE5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955"/>
                <a:ext cx="53" cy="53"/>
              </a:xfrm>
              <a:custGeom>
                <a:avLst/>
                <a:gdLst>
                  <a:gd name="T0" fmla="*/ 13 w 53"/>
                  <a:gd name="T1" fmla="*/ 53 h 53"/>
                  <a:gd name="T2" fmla="*/ 53 w 53"/>
                  <a:gd name="T3" fmla="*/ 46 h 53"/>
                  <a:gd name="T4" fmla="*/ 0 w 53"/>
                  <a:gd name="T5" fmla="*/ 0 h 53"/>
                  <a:gd name="T6" fmla="*/ 13 w 53"/>
                  <a:gd name="T7" fmla="*/ 53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13" y="53"/>
                    </a:moveTo>
                    <a:lnTo>
                      <a:pt x="53" y="46"/>
                    </a:lnTo>
                    <a:lnTo>
                      <a:pt x="0" y="0"/>
                    </a:lnTo>
                    <a:lnTo>
                      <a:pt x="13" y="53"/>
                    </a:lnTo>
                    <a:close/>
                  </a:path>
                </a:pathLst>
              </a:custGeom>
              <a:solidFill>
                <a:srgbClr val="981C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" name="Freeform 327">
                <a:extLst>
                  <a:ext uri="{FF2B5EF4-FFF2-40B4-BE49-F238E27FC236}">
                    <a16:creationId xmlns:a16="http://schemas.microsoft.com/office/drawing/2014/main" id="{CF826E3F-D54A-481E-BC5D-796C67231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955"/>
                <a:ext cx="53" cy="53"/>
              </a:xfrm>
              <a:custGeom>
                <a:avLst/>
                <a:gdLst>
                  <a:gd name="T0" fmla="*/ 13 w 53"/>
                  <a:gd name="T1" fmla="*/ 53 h 53"/>
                  <a:gd name="T2" fmla="*/ 53 w 53"/>
                  <a:gd name="T3" fmla="*/ 46 h 53"/>
                  <a:gd name="T4" fmla="*/ 0 w 53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13" y="53"/>
                    </a:moveTo>
                    <a:lnTo>
                      <a:pt x="53" y="4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328">
                <a:extLst>
                  <a:ext uri="{FF2B5EF4-FFF2-40B4-BE49-F238E27FC236}">
                    <a16:creationId xmlns:a16="http://schemas.microsoft.com/office/drawing/2014/main" id="{59CA4061-C139-4FFF-9869-990903C6D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945"/>
                <a:ext cx="106" cy="20"/>
              </a:xfrm>
              <a:custGeom>
                <a:avLst/>
                <a:gdLst>
                  <a:gd name="T0" fmla="*/ 106 w 106"/>
                  <a:gd name="T1" fmla="*/ 20 h 20"/>
                  <a:gd name="T2" fmla="*/ 80 w 106"/>
                  <a:gd name="T3" fmla="*/ 0 h 20"/>
                  <a:gd name="T4" fmla="*/ 0 w 106"/>
                  <a:gd name="T5" fmla="*/ 20 h 20"/>
                  <a:gd name="T6" fmla="*/ 106 w 106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20">
                    <a:moveTo>
                      <a:pt x="106" y="20"/>
                    </a:moveTo>
                    <a:lnTo>
                      <a:pt x="80" y="0"/>
                    </a:lnTo>
                    <a:lnTo>
                      <a:pt x="0" y="20"/>
                    </a:lnTo>
                    <a:lnTo>
                      <a:pt x="106" y="20"/>
                    </a:lnTo>
                    <a:close/>
                  </a:path>
                </a:pathLst>
              </a:custGeom>
              <a:solidFill>
                <a:srgbClr val="C0F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329">
                <a:extLst>
                  <a:ext uri="{FF2B5EF4-FFF2-40B4-BE49-F238E27FC236}">
                    <a16:creationId xmlns:a16="http://schemas.microsoft.com/office/drawing/2014/main" id="{D22FB21B-32CD-44B9-B63A-74A673E31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945"/>
                <a:ext cx="106" cy="20"/>
              </a:xfrm>
              <a:custGeom>
                <a:avLst/>
                <a:gdLst>
                  <a:gd name="T0" fmla="*/ 106 w 106"/>
                  <a:gd name="T1" fmla="*/ 20 h 20"/>
                  <a:gd name="T2" fmla="*/ 80 w 106"/>
                  <a:gd name="T3" fmla="*/ 0 h 20"/>
                  <a:gd name="T4" fmla="*/ 0 w 106"/>
                  <a:gd name="T5" fmla="*/ 2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20">
                    <a:moveTo>
                      <a:pt x="106" y="20"/>
                    </a:moveTo>
                    <a:lnTo>
                      <a:pt x="80" y="0"/>
                    </a:lnTo>
                    <a:lnTo>
                      <a:pt x="0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330">
                <a:extLst>
                  <a:ext uri="{FF2B5EF4-FFF2-40B4-BE49-F238E27FC236}">
                    <a16:creationId xmlns:a16="http://schemas.microsoft.com/office/drawing/2014/main" id="{7679395F-598B-41F7-89FE-F9E8CFDE3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938"/>
                <a:ext cx="113" cy="27"/>
              </a:xfrm>
              <a:custGeom>
                <a:avLst/>
                <a:gdLst>
                  <a:gd name="T0" fmla="*/ 0 w 113"/>
                  <a:gd name="T1" fmla="*/ 0 h 27"/>
                  <a:gd name="T2" fmla="*/ 33 w 113"/>
                  <a:gd name="T3" fmla="*/ 27 h 27"/>
                  <a:gd name="T4" fmla="*/ 113 w 113"/>
                  <a:gd name="T5" fmla="*/ 7 h 27"/>
                  <a:gd name="T6" fmla="*/ 0 w 113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27">
                    <a:moveTo>
                      <a:pt x="0" y="0"/>
                    </a:moveTo>
                    <a:lnTo>
                      <a:pt x="33" y="27"/>
                    </a:lnTo>
                    <a:lnTo>
                      <a:pt x="113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F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331">
                <a:extLst>
                  <a:ext uri="{FF2B5EF4-FFF2-40B4-BE49-F238E27FC236}">
                    <a16:creationId xmlns:a16="http://schemas.microsoft.com/office/drawing/2014/main" id="{60059B75-A3CA-466D-A363-A44BD1715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938"/>
                <a:ext cx="113" cy="27"/>
              </a:xfrm>
              <a:custGeom>
                <a:avLst/>
                <a:gdLst>
                  <a:gd name="T0" fmla="*/ 0 w 113"/>
                  <a:gd name="T1" fmla="*/ 0 h 27"/>
                  <a:gd name="T2" fmla="*/ 33 w 113"/>
                  <a:gd name="T3" fmla="*/ 27 h 27"/>
                  <a:gd name="T4" fmla="*/ 113 w 113"/>
                  <a:gd name="T5" fmla="*/ 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27">
                    <a:moveTo>
                      <a:pt x="0" y="0"/>
                    </a:moveTo>
                    <a:lnTo>
                      <a:pt x="33" y="27"/>
                    </a:lnTo>
                    <a:lnTo>
                      <a:pt x="113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0" name="Freeform 332">
                <a:extLst>
                  <a:ext uri="{FF2B5EF4-FFF2-40B4-BE49-F238E27FC236}">
                    <a16:creationId xmlns:a16="http://schemas.microsoft.com/office/drawing/2014/main" id="{54C4BAE6-1553-48AA-807F-3E2E59F9C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858"/>
                <a:ext cx="93" cy="93"/>
              </a:xfrm>
              <a:custGeom>
                <a:avLst/>
                <a:gdLst>
                  <a:gd name="T0" fmla="*/ 93 w 93"/>
                  <a:gd name="T1" fmla="*/ 0 h 93"/>
                  <a:gd name="T2" fmla="*/ 60 w 93"/>
                  <a:gd name="T3" fmla="*/ 7 h 93"/>
                  <a:gd name="T4" fmla="*/ 0 w 93"/>
                  <a:gd name="T5" fmla="*/ 93 h 93"/>
                  <a:gd name="T6" fmla="*/ 93 w 93"/>
                  <a:gd name="T7" fmla="*/ 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93">
                    <a:moveTo>
                      <a:pt x="93" y="0"/>
                    </a:moveTo>
                    <a:lnTo>
                      <a:pt x="60" y="7"/>
                    </a:lnTo>
                    <a:lnTo>
                      <a:pt x="0" y="9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488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1" name="Freeform 333">
                <a:extLst>
                  <a:ext uri="{FF2B5EF4-FFF2-40B4-BE49-F238E27FC236}">
                    <a16:creationId xmlns:a16="http://schemas.microsoft.com/office/drawing/2014/main" id="{2B5A6FF2-15FE-46D0-849A-ED0E280D1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858"/>
                <a:ext cx="93" cy="93"/>
              </a:xfrm>
              <a:custGeom>
                <a:avLst/>
                <a:gdLst>
                  <a:gd name="T0" fmla="*/ 93 w 93"/>
                  <a:gd name="T1" fmla="*/ 0 h 93"/>
                  <a:gd name="T2" fmla="*/ 60 w 93"/>
                  <a:gd name="T3" fmla="*/ 7 h 93"/>
                  <a:gd name="T4" fmla="*/ 0 w 93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93">
                    <a:moveTo>
                      <a:pt x="93" y="0"/>
                    </a:moveTo>
                    <a:lnTo>
                      <a:pt x="60" y="7"/>
                    </a:lnTo>
                    <a:lnTo>
                      <a:pt x="0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334">
                <a:extLst>
                  <a:ext uri="{FF2B5EF4-FFF2-40B4-BE49-F238E27FC236}">
                    <a16:creationId xmlns:a16="http://schemas.microsoft.com/office/drawing/2014/main" id="{02B92BC6-BE21-4355-A451-71B3F7161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865"/>
                <a:ext cx="99" cy="100"/>
              </a:xfrm>
              <a:custGeom>
                <a:avLst/>
                <a:gdLst>
                  <a:gd name="T0" fmla="*/ 0 w 99"/>
                  <a:gd name="T1" fmla="*/ 100 h 100"/>
                  <a:gd name="T2" fmla="*/ 39 w 99"/>
                  <a:gd name="T3" fmla="*/ 86 h 100"/>
                  <a:gd name="T4" fmla="*/ 99 w 99"/>
                  <a:gd name="T5" fmla="*/ 0 h 100"/>
                  <a:gd name="T6" fmla="*/ 0 w 99"/>
                  <a:gd name="T7" fmla="*/ 100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00">
                    <a:moveTo>
                      <a:pt x="0" y="100"/>
                    </a:moveTo>
                    <a:lnTo>
                      <a:pt x="39" y="86"/>
                    </a:lnTo>
                    <a:lnTo>
                      <a:pt x="99" y="0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609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3" name="Freeform 335">
                <a:extLst>
                  <a:ext uri="{FF2B5EF4-FFF2-40B4-BE49-F238E27FC236}">
                    <a16:creationId xmlns:a16="http://schemas.microsoft.com/office/drawing/2014/main" id="{2D039ABB-B367-4EF0-BD70-DE0EFEF65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865"/>
                <a:ext cx="99" cy="100"/>
              </a:xfrm>
              <a:custGeom>
                <a:avLst/>
                <a:gdLst>
                  <a:gd name="T0" fmla="*/ 0 w 99"/>
                  <a:gd name="T1" fmla="*/ 100 h 100"/>
                  <a:gd name="T2" fmla="*/ 39 w 99"/>
                  <a:gd name="T3" fmla="*/ 86 h 100"/>
                  <a:gd name="T4" fmla="*/ 99 w 99"/>
                  <a:gd name="T5" fmla="*/ 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00">
                    <a:moveTo>
                      <a:pt x="0" y="100"/>
                    </a:moveTo>
                    <a:lnTo>
                      <a:pt x="39" y="86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4" name="Freeform 336">
                <a:extLst>
                  <a:ext uri="{FF2B5EF4-FFF2-40B4-BE49-F238E27FC236}">
                    <a16:creationId xmlns:a16="http://schemas.microsoft.com/office/drawing/2014/main" id="{6A57544A-3F26-4FCC-A712-0CF0FF859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948"/>
                <a:ext cx="53" cy="53"/>
              </a:xfrm>
              <a:custGeom>
                <a:avLst/>
                <a:gdLst>
                  <a:gd name="T0" fmla="*/ 40 w 53"/>
                  <a:gd name="T1" fmla="*/ 0 h 53"/>
                  <a:gd name="T2" fmla="*/ 0 w 53"/>
                  <a:gd name="T3" fmla="*/ 7 h 53"/>
                  <a:gd name="T4" fmla="*/ 53 w 53"/>
                  <a:gd name="T5" fmla="*/ 53 h 53"/>
                  <a:gd name="T6" fmla="*/ 40 w 53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40" y="0"/>
                    </a:moveTo>
                    <a:lnTo>
                      <a:pt x="0" y="7"/>
                    </a:lnTo>
                    <a:lnTo>
                      <a:pt x="53" y="5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880C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5" name="Freeform 337">
                <a:extLst>
                  <a:ext uri="{FF2B5EF4-FFF2-40B4-BE49-F238E27FC236}">
                    <a16:creationId xmlns:a16="http://schemas.microsoft.com/office/drawing/2014/main" id="{4521FF88-282A-4ACA-B063-DDCD1BE53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948"/>
                <a:ext cx="53" cy="53"/>
              </a:xfrm>
              <a:custGeom>
                <a:avLst/>
                <a:gdLst>
                  <a:gd name="T0" fmla="*/ 40 w 53"/>
                  <a:gd name="T1" fmla="*/ 0 h 53"/>
                  <a:gd name="T2" fmla="*/ 0 w 53"/>
                  <a:gd name="T3" fmla="*/ 7 h 53"/>
                  <a:gd name="T4" fmla="*/ 53 w 53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40" y="0"/>
                    </a:moveTo>
                    <a:lnTo>
                      <a:pt x="0" y="7"/>
                    </a:lnTo>
                    <a:lnTo>
                      <a:pt x="53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6" name="Freeform 338">
                <a:extLst>
                  <a:ext uri="{FF2B5EF4-FFF2-40B4-BE49-F238E27FC236}">
                    <a16:creationId xmlns:a16="http://schemas.microsoft.com/office/drawing/2014/main" id="{D0CF805D-9966-4472-B96B-A4F22C5CA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948"/>
                <a:ext cx="53" cy="53"/>
              </a:xfrm>
              <a:custGeom>
                <a:avLst/>
                <a:gdLst>
                  <a:gd name="T0" fmla="*/ 13 w 53"/>
                  <a:gd name="T1" fmla="*/ 53 h 53"/>
                  <a:gd name="T2" fmla="*/ 53 w 53"/>
                  <a:gd name="T3" fmla="*/ 47 h 53"/>
                  <a:gd name="T4" fmla="*/ 0 w 53"/>
                  <a:gd name="T5" fmla="*/ 0 h 53"/>
                  <a:gd name="T6" fmla="*/ 13 w 53"/>
                  <a:gd name="T7" fmla="*/ 53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13" y="53"/>
                    </a:moveTo>
                    <a:lnTo>
                      <a:pt x="53" y="47"/>
                    </a:lnTo>
                    <a:lnTo>
                      <a:pt x="0" y="0"/>
                    </a:lnTo>
                    <a:lnTo>
                      <a:pt x="13" y="53"/>
                    </a:lnTo>
                    <a:close/>
                  </a:path>
                </a:pathLst>
              </a:custGeom>
              <a:solidFill>
                <a:srgbClr val="880C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7" name="Freeform 339">
                <a:extLst>
                  <a:ext uri="{FF2B5EF4-FFF2-40B4-BE49-F238E27FC236}">
                    <a16:creationId xmlns:a16="http://schemas.microsoft.com/office/drawing/2014/main" id="{918A5AEB-73AB-41D5-9B1D-7D4E808A6E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948"/>
                <a:ext cx="53" cy="53"/>
              </a:xfrm>
              <a:custGeom>
                <a:avLst/>
                <a:gdLst>
                  <a:gd name="T0" fmla="*/ 13 w 53"/>
                  <a:gd name="T1" fmla="*/ 53 h 53"/>
                  <a:gd name="T2" fmla="*/ 53 w 53"/>
                  <a:gd name="T3" fmla="*/ 47 h 53"/>
                  <a:gd name="T4" fmla="*/ 0 w 53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13" y="53"/>
                    </a:moveTo>
                    <a:lnTo>
                      <a:pt x="53" y="47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8" name="Freeform 340">
                <a:extLst>
                  <a:ext uri="{FF2B5EF4-FFF2-40B4-BE49-F238E27FC236}">
                    <a16:creationId xmlns:a16="http://schemas.microsoft.com/office/drawing/2014/main" id="{3238C7CE-4BD0-4118-996C-7F979823D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1971"/>
                <a:ext cx="106" cy="67"/>
              </a:xfrm>
              <a:custGeom>
                <a:avLst/>
                <a:gdLst>
                  <a:gd name="T0" fmla="*/ 106 w 106"/>
                  <a:gd name="T1" fmla="*/ 0 h 67"/>
                  <a:gd name="T2" fmla="*/ 73 w 106"/>
                  <a:gd name="T3" fmla="*/ 0 h 67"/>
                  <a:gd name="T4" fmla="*/ 0 w 106"/>
                  <a:gd name="T5" fmla="*/ 67 h 67"/>
                  <a:gd name="T6" fmla="*/ 106 w 106"/>
                  <a:gd name="T7" fmla="*/ 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67">
                    <a:moveTo>
                      <a:pt x="106" y="0"/>
                    </a:moveTo>
                    <a:lnTo>
                      <a:pt x="73" y="0"/>
                    </a:lnTo>
                    <a:lnTo>
                      <a:pt x="0" y="67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68B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9" name="Freeform 341">
                <a:extLst>
                  <a:ext uri="{FF2B5EF4-FFF2-40B4-BE49-F238E27FC236}">
                    <a16:creationId xmlns:a16="http://schemas.microsoft.com/office/drawing/2014/main" id="{3F238692-0119-474E-BECE-3A2471349B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1971"/>
                <a:ext cx="106" cy="67"/>
              </a:xfrm>
              <a:custGeom>
                <a:avLst/>
                <a:gdLst>
                  <a:gd name="T0" fmla="*/ 106 w 106"/>
                  <a:gd name="T1" fmla="*/ 0 h 67"/>
                  <a:gd name="T2" fmla="*/ 73 w 106"/>
                  <a:gd name="T3" fmla="*/ 0 h 67"/>
                  <a:gd name="T4" fmla="*/ 0 w 106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67">
                    <a:moveTo>
                      <a:pt x="106" y="0"/>
                    </a:moveTo>
                    <a:lnTo>
                      <a:pt x="73" y="0"/>
                    </a:lnTo>
                    <a:lnTo>
                      <a:pt x="0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0" name="Freeform 342">
                <a:extLst>
                  <a:ext uri="{FF2B5EF4-FFF2-40B4-BE49-F238E27FC236}">
                    <a16:creationId xmlns:a16="http://schemas.microsoft.com/office/drawing/2014/main" id="{E56E76D8-D523-4B03-BEAB-D8A5EAE9E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971"/>
                <a:ext cx="106" cy="67"/>
              </a:xfrm>
              <a:custGeom>
                <a:avLst/>
                <a:gdLst>
                  <a:gd name="T0" fmla="*/ 0 w 106"/>
                  <a:gd name="T1" fmla="*/ 67 h 67"/>
                  <a:gd name="T2" fmla="*/ 33 w 106"/>
                  <a:gd name="T3" fmla="*/ 67 h 67"/>
                  <a:gd name="T4" fmla="*/ 106 w 106"/>
                  <a:gd name="T5" fmla="*/ 0 h 67"/>
                  <a:gd name="T6" fmla="*/ 0 w 106"/>
                  <a:gd name="T7" fmla="*/ 6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67">
                    <a:moveTo>
                      <a:pt x="0" y="67"/>
                    </a:moveTo>
                    <a:lnTo>
                      <a:pt x="33" y="67"/>
                    </a:lnTo>
                    <a:lnTo>
                      <a:pt x="106" y="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78B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1" name="Freeform 343">
                <a:extLst>
                  <a:ext uri="{FF2B5EF4-FFF2-40B4-BE49-F238E27FC236}">
                    <a16:creationId xmlns:a16="http://schemas.microsoft.com/office/drawing/2014/main" id="{2A047793-A9B0-4FB4-8A97-AFF2ABEC8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7" y="1971"/>
                <a:ext cx="106" cy="67"/>
              </a:xfrm>
              <a:custGeom>
                <a:avLst/>
                <a:gdLst>
                  <a:gd name="T0" fmla="*/ 0 w 106"/>
                  <a:gd name="T1" fmla="*/ 67 h 67"/>
                  <a:gd name="T2" fmla="*/ 33 w 106"/>
                  <a:gd name="T3" fmla="*/ 67 h 67"/>
                  <a:gd name="T4" fmla="*/ 106 w 106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67">
                    <a:moveTo>
                      <a:pt x="0" y="67"/>
                    </a:moveTo>
                    <a:lnTo>
                      <a:pt x="33" y="67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2" name="Freeform 344">
                <a:extLst>
                  <a:ext uri="{FF2B5EF4-FFF2-40B4-BE49-F238E27FC236}">
                    <a16:creationId xmlns:a16="http://schemas.microsoft.com/office/drawing/2014/main" id="{F2F6E951-592F-477A-A3BD-A3E03C790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081"/>
                <a:ext cx="33" cy="93"/>
              </a:xfrm>
              <a:custGeom>
                <a:avLst/>
                <a:gdLst>
                  <a:gd name="T0" fmla="*/ 33 w 33"/>
                  <a:gd name="T1" fmla="*/ 27 h 93"/>
                  <a:gd name="T2" fmla="*/ 0 w 33"/>
                  <a:gd name="T3" fmla="*/ 0 h 93"/>
                  <a:gd name="T4" fmla="*/ 27 w 33"/>
                  <a:gd name="T5" fmla="*/ 93 h 93"/>
                  <a:gd name="T6" fmla="*/ 33 w 33"/>
                  <a:gd name="T7" fmla="*/ 27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93">
                    <a:moveTo>
                      <a:pt x="33" y="27"/>
                    </a:moveTo>
                    <a:lnTo>
                      <a:pt x="0" y="0"/>
                    </a:lnTo>
                    <a:lnTo>
                      <a:pt x="27" y="93"/>
                    </a:lnTo>
                    <a:lnTo>
                      <a:pt x="33" y="27"/>
                    </a:lnTo>
                    <a:close/>
                  </a:path>
                </a:pathLst>
              </a:custGeom>
              <a:solidFill>
                <a:srgbClr val="300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3" name="Freeform 345">
                <a:extLst>
                  <a:ext uri="{FF2B5EF4-FFF2-40B4-BE49-F238E27FC236}">
                    <a16:creationId xmlns:a16="http://schemas.microsoft.com/office/drawing/2014/main" id="{BEF0A590-902F-412B-897A-8D0FCFA84F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081"/>
                <a:ext cx="33" cy="93"/>
              </a:xfrm>
              <a:custGeom>
                <a:avLst/>
                <a:gdLst>
                  <a:gd name="T0" fmla="*/ 33 w 33"/>
                  <a:gd name="T1" fmla="*/ 27 h 93"/>
                  <a:gd name="T2" fmla="*/ 0 w 33"/>
                  <a:gd name="T3" fmla="*/ 0 h 93"/>
                  <a:gd name="T4" fmla="*/ 27 w 33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93">
                    <a:moveTo>
                      <a:pt x="33" y="27"/>
                    </a:moveTo>
                    <a:lnTo>
                      <a:pt x="0" y="0"/>
                    </a:lnTo>
                    <a:lnTo>
                      <a:pt x="27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" name="Freeform 346">
                <a:extLst>
                  <a:ext uri="{FF2B5EF4-FFF2-40B4-BE49-F238E27FC236}">
                    <a16:creationId xmlns:a16="http://schemas.microsoft.com/office/drawing/2014/main" id="{1ABD67A4-8292-4EEF-831C-7A1876DBF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108"/>
                <a:ext cx="26" cy="86"/>
              </a:xfrm>
              <a:custGeom>
                <a:avLst/>
                <a:gdLst>
                  <a:gd name="T0" fmla="*/ 0 w 26"/>
                  <a:gd name="T1" fmla="*/ 66 h 86"/>
                  <a:gd name="T2" fmla="*/ 26 w 26"/>
                  <a:gd name="T3" fmla="*/ 86 h 86"/>
                  <a:gd name="T4" fmla="*/ 6 w 26"/>
                  <a:gd name="T5" fmla="*/ 0 h 86"/>
                  <a:gd name="T6" fmla="*/ 0 w 26"/>
                  <a:gd name="T7" fmla="*/ 66 h 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86">
                    <a:moveTo>
                      <a:pt x="0" y="66"/>
                    </a:moveTo>
                    <a:lnTo>
                      <a:pt x="26" y="86"/>
                    </a:lnTo>
                    <a:lnTo>
                      <a:pt x="6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300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5" name="Freeform 347">
                <a:extLst>
                  <a:ext uri="{FF2B5EF4-FFF2-40B4-BE49-F238E27FC236}">
                    <a16:creationId xmlns:a16="http://schemas.microsoft.com/office/drawing/2014/main" id="{C4C1E710-1B97-4704-BEB9-46D653D1B1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108"/>
                <a:ext cx="26" cy="86"/>
              </a:xfrm>
              <a:custGeom>
                <a:avLst/>
                <a:gdLst>
                  <a:gd name="T0" fmla="*/ 0 w 26"/>
                  <a:gd name="T1" fmla="*/ 66 h 86"/>
                  <a:gd name="T2" fmla="*/ 26 w 26"/>
                  <a:gd name="T3" fmla="*/ 86 h 86"/>
                  <a:gd name="T4" fmla="*/ 6 w 26"/>
                  <a:gd name="T5" fmla="*/ 0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86">
                    <a:moveTo>
                      <a:pt x="0" y="66"/>
                    </a:moveTo>
                    <a:lnTo>
                      <a:pt x="26" y="86"/>
                    </a:lnTo>
                    <a:lnTo>
                      <a:pt x="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6" name="Freeform 348">
                <a:extLst>
                  <a:ext uri="{FF2B5EF4-FFF2-40B4-BE49-F238E27FC236}">
                    <a16:creationId xmlns:a16="http://schemas.microsoft.com/office/drawing/2014/main" id="{1E964665-B8E9-4A19-973F-1A0C66CF0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965"/>
                <a:ext cx="112" cy="20"/>
              </a:xfrm>
              <a:custGeom>
                <a:avLst/>
                <a:gdLst>
                  <a:gd name="T0" fmla="*/ 112 w 112"/>
                  <a:gd name="T1" fmla="*/ 20 h 20"/>
                  <a:gd name="T2" fmla="*/ 79 w 112"/>
                  <a:gd name="T3" fmla="*/ 0 h 20"/>
                  <a:gd name="T4" fmla="*/ 0 w 112"/>
                  <a:gd name="T5" fmla="*/ 20 h 20"/>
                  <a:gd name="T6" fmla="*/ 112 w 112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20">
                    <a:moveTo>
                      <a:pt x="112" y="20"/>
                    </a:moveTo>
                    <a:lnTo>
                      <a:pt x="79" y="0"/>
                    </a:lnTo>
                    <a:lnTo>
                      <a:pt x="0" y="20"/>
                    </a:lnTo>
                    <a:lnTo>
                      <a:pt x="112" y="20"/>
                    </a:lnTo>
                    <a:close/>
                  </a:path>
                </a:pathLst>
              </a:custGeom>
              <a:solidFill>
                <a:srgbClr val="B0F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7" name="Freeform 349">
                <a:extLst>
                  <a:ext uri="{FF2B5EF4-FFF2-40B4-BE49-F238E27FC236}">
                    <a16:creationId xmlns:a16="http://schemas.microsoft.com/office/drawing/2014/main" id="{2C8AFCB3-C800-47DE-ADE2-F3AACFB21E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965"/>
                <a:ext cx="112" cy="20"/>
              </a:xfrm>
              <a:custGeom>
                <a:avLst/>
                <a:gdLst>
                  <a:gd name="T0" fmla="*/ 112 w 112"/>
                  <a:gd name="T1" fmla="*/ 20 h 20"/>
                  <a:gd name="T2" fmla="*/ 79 w 112"/>
                  <a:gd name="T3" fmla="*/ 0 h 20"/>
                  <a:gd name="T4" fmla="*/ 0 w 112"/>
                  <a:gd name="T5" fmla="*/ 2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20">
                    <a:moveTo>
                      <a:pt x="112" y="20"/>
                    </a:moveTo>
                    <a:lnTo>
                      <a:pt x="79" y="0"/>
                    </a:lnTo>
                    <a:lnTo>
                      <a:pt x="0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8" name="Freeform 350">
                <a:extLst>
                  <a:ext uri="{FF2B5EF4-FFF2-40B4-BE49-F238E27FC236}">
                    <a16:creationId xmlns:a16="http://schemas.microsoft.com/office/drawing/2014/main" id="{5F0B3686-A274-4EEF-B623-C8ACBFA8E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965"/>
                <a:ext cx="106" cy="20"/>
              </a:xfrm>
              <a:custGeom>
                <a:avLst/>
                <a:gdLst>
                  <a:gd name="T0" fmla="*/ 0 w 106"/>
                  <a:gd name="T1" fmla="*/ 0 h 20"/>
                  <a:gd name="T2" fmla="*/ 27 w 106"/>
                  <a:gd name="T3" fmla="*/ 20 h 20"/>
                  <a:gd name="T4" fmla="*/ 106 w 106"/>
                  <a:gd name="T5" fmla="*/ 0 h 20"/>
                  <a:gd name="T6" fmla="*/ 0 w 106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20">
                    <a:moveTo>
                      <a:pt x="0" y="0"/>
                    </a:moveTo>
                    <a:lnTo>
                      <a:pt x="27" y="20"/>
                    </a:lnTo>
                    <a:lnTo>
                      <a:pt x="1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F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9" name="Freeform 351">
                <a:extLst>
                  <a:ext uri="{FF2B5EF4-FFF2-40B4-BE49-F238E27FC236}">
                    <a16:creationId xmlns:a16="http://schemas.microsoft.com/office/drawing/2014/main" id="{9786BA45-FAD0-4498-9722-16F3EED1B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965"/>
                <a:ext cx="106" cy="20"/>
              </a:xfrm>
              <a:custGeom>
                <a:avLst/>
                <a:gdLst>
                  <a:gd name="T0" fmla="*/ 0 w 106"/>
                  <a:gd name="T1" fmla="*/ 0 h 20"/>
                  <a:gd name="T2" fmla="*/ 27 w 106"/>
                  <a:gd name="T3" fmla="*/ 20 h 20"/>
                  <a:gd name="T4" fmla="*/ 106 w 106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20">
                    <a:moveTo>
                      <a:pt x="0" y="0"/>
                    </a:moveTo>
                    <a:lnTo>
                      <a:pt x="27" y="20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0" name="Freeform 352">
                <a:extLst>
                  <a:ext uri="{FF2B5EF4-FFF2-40B4-BE49-F238E27FC236}">
                    <a16:creationId xmlns:a16="http://schemas.microsoft.com/office/drawing/2014/main" id="{29E22F38-2A41-4E88-9D5A-03ADDA452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941"/>
                <a:ext cx="53" cy="54"/>
              </a:xfrm>
              <a:custGeom>
                <a:avLst/>
                <a:gdLst>
                  <a:gd name="T0" fmla="*/ 33 w 53"/>
                  <a:gd name="T1" fmla="*/ 0 h 54"/>
                  <a:gd name="T2" fmla="*/ 0 w 53"/>
                  <a:gd name="T3" fmla="*/ 7 h 54"/>
                  <a:gd name="T4" fmla="*/ 53 w 53"/>
                  <a:gd name="T5" fmla="*/ 54 h 54"/>
                  <a:gd name="T6" fmla="*/ 33 w 53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4">
                    <a:moveTo>
                      <a:pt x="33" y="0"/>
                    </a:moveTo>
                    <a:lnTo>
                      <a:pt x="0" y="7"/>
                    </a:lnTo>
                    <a:lnTo>
                      <a:pt x="53" y="5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7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1" name="Freeform 353">
                <a:extLst>
                  <a:ext uri="{FF2B5EF4-FFF2-40B4-BE49-F238E27FC236}">
                    <a16:creationId xmlns:a16="http://schemas.microsoft.com/office/drawing/2014/main" id="{6B08F526-C055-484A-843C-CA2D06D84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941"/>
                <a:ext cx="53" cy="54"/>
              </a:xfrm>
              <a:custGeom>
                <a:avLst/>
                <a:gdLst>
                  <a:gd name="T0" fmla="*/ 33 w 53"/>
                  <a:gd name="T1" fmla="*/ 0 h 54"/>
                  <a:gd name="T2" fmla="*/ 0 w 53"/>
                  <a:gd name="T3" fmla="*/ 7 h 54"/>
                  <a:gd name="T4" fmla="*/ 53 w 53"/>
                  <a:gd name="T5" fmla="*/ 54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4">
                    <a:moveTo>
                      <a:pt x="33" y="0"/>
                    </a:moveTo>
                    <a:lnTo>
                      <a:pt x="0" y="7"/>
                    </a:lnTo>
                    <a:lnTo>
                      <a:pt x="53" y="5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2" name="Freeform 354">
                <a:extLst>
                  <a:ext uri="{FF2B5EF4-FFF2-40B4-BE49-F238E27FC236}">
                    <a16:creationId xmlns:a16="http://schemas.microsoft.com/office/drawing/2014/main" id="{A5D6E7F3-8EFB-4EB2-87F0-95DA1CA66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41"/>
                <a:ext cx="59" cy="54"/>
              </a:xfrm>
              <a:custGeom>
                <a:avLst/>
                <a:gdLst>
                  <a:gd name="T0" fmla="*/ 20 w 59"/>
                  <a:gd name="T1" fmla="*/ 54 h 54"/>
                  <a:gd name="T2" fmla="*/ 59 w 59"/>
                  <a:gd name="T3" fmla="*/ 54 h 54"/>
                  <a:gd name="T4" fmla="*/ 0 w 59"/>
                  <a:gd name="T5" fmla="*/ 0 h 54"/>
                  <a:gd name="T6" fmla="*/ 20 w 59"/>
                  <a:gd name="T7" fmla="*/ 54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20" y="54"/>
                    </a:moveTo>
                    <a:lnTo>
                      <a:pt x="59" y="54"/>
                    </a:lnTo>
                    <a:lnTo>
                      <a:pt x="0" y="0"/>
                    </a:lnTo>
                    <a:lnTo>
                      <a:pt x="20" y="54"/>
                    </a:lnTo>
                    <a:close/>
                  </a:path>
                </a:pathLst>
              </a:custGeom>
              <a:solidFill>
                <a:srgbClr val="7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3" name="Freeform 355">
                <a:extLst>
                  <a:ext uri="{FF2B5EF4-FFF2-40B4-BE49-F238E27FC236}">
                    <a16:creationId xmlns:a16="http://schemas.microsoft.com/office/drawing/2014/main" id="{7D46C0CC-8B80-42BF-9840-21236080E0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41"/>
                <a:ext cx="59" cy="54"/>
              </a:xfrm>
              <a:custGeom>
                <a:avLst/>
                <a:gdLst>
                  <a:gd name="T0" fmla="*/ 20 w 59"/>
                  <a:gd name="T1" fmla="*/ 54 h 54"/>
                  <a:gd name="T2" fmla="*/ 59 w 59"/>
                  <a:gd name="T3" fmla="*/ 54 h 54"/>
                  <a:gd name="T4" fmla="*/ 0 w 59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54">
                    <a:moveTo>
                      <a:pt x="20" y="54"/>
                    </a:moveTo>
                    <a:lnTo>
                      <a:pt x="59" y="5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4" name="Freeform 356">
                <a:extLst>
                  <a:ext uri="{FF2B5EF4-FFF2-40B4-BE49-F238E27FC236}">
                    <a16:creationId xmlns:a16="http://schemas.microsoft.com/office/drawing/2014/main" id="{CBA8EC09-4C2B-4EA7-85E3-32E60A659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1" y="1274"/>
                <a:ext cx="26" cy="106"/>
              </a:xfrm>
              <a:custGeom>
                <a:avLst/>
                <a:gdLst>
                  <a:gd name="T0" fmla="*/ 26 w 26"/>
                  <a:gd name="T1" fmla="*/ 40 h 106"/>
                  <a:gd name="T2" fmla="*/ 0 w 26"/>
                  <a:gd name="T3" fmla="*/ 0 h 106"/>
                  <a:gd name="T4" fmla="*/ 0 w 26"/>
                  <a:gd name="T5" fmla="*/ 106 h 106"/>
                  <a:gd name="T6" fmla="*/ 26 w 26"/>
                  <a:gd name="T7" fmla="*/ 4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06">
                    <a:moveTo>
                      <a:pt x="26" y="40"/>
                    </a:moveTo>
                    <a:lnTo>
                      <a:pt x="0" y="0"/>
                    </a:lnTo>
                    <a:lnTo>
                      <a:pt x="0" y="106"/>
                    </a:lnTo>
                    <a:lnTo>
                      <a:pt x="26" y="40"/>
                    </a:lnTo>
                    <a:close/>
                  </a:path>
                </a:pathLst>
              </a:custGeom>
              <a:solidFill>
                <a:srgbClr val="1800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5" name="Freeform 357">
                <a:extLst>
                  <a:ext uri="{FF2B5EF4-FFF2-40B4-BE49-F238E27FC236}">
                    <a16:creationId xmlns:a16="http://schemas.microsoft.com/office/drawing/2014/main" id="{34B56460-1C0B-4678-90F0-D66E5DA76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1" y="1274"/>
                <a:ext cx="26" cy="106"/>
              </a:xfrm>
              <a:custGeom>
                <a:avLst/>
                <a:gdLst>
                  <a:gd name="T0" fmla="*/ 26 w 26"/>
                  <a:gd name="T1" fmla="*/ 40 h 106"/>
                  <a:gd name="T2" fmla="*/ 0 w 26"/>
                  <a:gd name="T3" fmla="*/ 0 h 106"/>
                  <a:gd name="T4" fmla="*/ 0 w 26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06">
                    <a:moveTo>
                      <a:pt x="26" y="40"/>
                    </a:moveTo>
                    <a:lnTo>
                      <a:pt x="0" y="0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6" name="Freeform 358">
                <a:extLst>
                  <a:ext uri="{FF2B5EF4-FFF2-40B4-BE49-F238E27FC236}">
                    <a16:creationId xmlns:a16="http://schemas.microsoft.com/office/drawing/2014/main" id="{99B490F1-243E-452B-BBE7-D6F94BC00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1" y="1314"/>
                <a:ext cx="26" cy="93"/>
              </a:xfrm>
              <a:custGeom>
                <a:avLst/>
                <a:gdLst>
                  <a:gd name="T0" fmla="*/ 0 w 26"/>
                  <a:gd name="T1" fmla="*/ 66 h 93"/>
                  <a:gd name="T2" fmla="*/ 26 w 26"/>
                  <a:gd name="T3" fmla="*/ 93 h 93"/>
                  <a:gd name="T4" fmla="*/ 26 w 26"/>
                  <a:gd name="T5" fmla="*/ 0 h 93"/>
                  <a:gd name="T6" fmla="*/ 0 w 26"/>
                  <a:gd name="T7" fmla="*/ 66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93">
                    <a:moveTo>
                      <a:pt x="0" y="66"/>
                    </a:moveTo>
                    <a:lnTo>
                      <a:pt x="26" y="93"/>
                    </a:lnTo>
                    <a:lnTo>
                      <a:pt x="26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1800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7" name="Freeform 359">
                <a:extLst>
                  <a:ext uri="{FF2B5EF4-FFF2-40B4-BE49-F238E27FC236}">
                    <a16:creationId xmlns:a16="http://schemas.microsoft.com/office/drawing/2014/main" id="{8EE206D8-331F-4045-B470-DB9C4A065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1" y="1314"/>
                <a:ext cx="26" cy="93"/>
              </a:xfrm>
              <a:custGeom>
                <a:avLst/>
                <a:gdLst>
                  <a:gd name="T0" fmla="*/ 0 w 26"/>
                  <a:gd name="T1" fmla="*/ 66 h 93"/>
                  <a:gd name="T2" fmla="*/ 26 w 26"/>
                  <a:gd name="T3" fmla="*/ 93 h 93"/>
                  <a:gd name="T4" fmla="*/ 26 w 26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93">
                    <a:moveTo>
                      <a:pt x="0" y="66"/>
                    </a:moveTo>
                    <a:lnTo>
                      <a:pt x="26" y="93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8" name="Freeform 360">
                <a:extLst>
                  <a:ext uri="{FF2B5EF4-FFF2-40B4-BE49-F238E27FC236}">
                    <a16:creationId xmlns:a16="http://schemas.microsoft.com/office/drawing/2014/main" id="{8BBBB6BB-6D11-473B-A666-261A6E732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985"/>
                <a:ext cx="113" cy="20"/>
              </a:xfrm>
              <a:custGeom>
                <a:avLst/>
                <a:gdLst>
                  <a:gd name="T0" fmla="*/ 113 w 113"/>
                  <a:gd name="T1" fmla="*/ 20 h 20"/>
                  <a:gd name="T2" fmla="*/ 79 w 113"/>
                  <a:gd name="T3" fmla="*/ 0 h 20"/>
                  <a:gd name="T4" fmla="*/ 0 w 113"/>
                  <a:gd name="T5" fmla="*/ 20 h 20"/>
                  <a:gd name="T6" fmla="*/ 113 w 113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20">
                    <a:moveTo>
                      <a:pt x="113" y="20"/>
                    </a:moveTo>
                    <a:lnTo>
                      <a:pt x="79" y="0"/>
                    </a:lnTo>
                    <a:lnTo>
                      <a:pt x="0" y="20"/>
                    </a:lnTo>
                    <a:lnTo>
                      <a:pt x="113" y="20"/>
                    </a:lnTo>
                    <a:close/>
                  </a:path>
                </a:pathLst>
              </a:custGeom>
              <a:solidFill>
                <a:srgbClr val="A8F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9" name="Freeform 361">
                <a:extLst>
                  <a:ext uri="{FF2B5EF4-FFF2-40B4-BE49-F238E27FC236}">
                    <a16:creationId xmlns:a16="http://schemas.microsoft.com/office/drawing/2014/main" id="{B206622E-3753-40A9-A311-528A27E49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985"/>
                <a:ext cx="113" cy="20"/>
              </a:xfrm>
              <a:custGeom>
                <a:avLst/>
                <a:gdLst>
                  <a:gd name="T0" fmla="*/ 113 w 113"/>
                  <a:gd name="T1" fmla="*/ 20 h 20"/>
                  <a:gd name="T2" fmla="*/ 79 w 113"/>
                  <a:gd name="T3" fmla="*/ 0 h 20"/>
                  <a:gd name="T4" fmla="*/ 0 w 113"/>
                  <a:gd name="T5" fmla="*/ 2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20">
                    <a:moveTo>
                      <a:pt x="113" y="20"/>
                    </a:moveTo>
                    <a:lnTo>
                      <a:pt x="79" y="0"/>
                    </a:lnTo>
                    <a:lnTo>
                      <a:pt x="0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0" name="Freeform 362">
                <a:extLst>
                  <a:ext uri="{FF2B5EF4-FFF2-40B4-BE49-F238E27FC236}">
                    <a16:creationId xmlns:a16="http://schemas.microsoft.com/office/drawing/2014/main" id="{0603C713-71AA-481D-9156-A89D05B91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985"/>
                <a:ext cx="112" cy="20"/>
              </a:xfrm>
              <a:custGeom>
                <a:avLst/>
                <a:gdLst>
                  <a:gd name="T0" fmla="*/ 0 w 112"/>
                  <a:gd name="T1" fmla="*/ 0 h 20"/>
                  <a:gd name="T2" fmla="*/ 33 w 112"/>
                  <a:gd name="T3" fmla="*/ 20 h 20"/>
                  <a:gd name="T4" fmla="*/ 112 w 112"/>
                  <a:gd name="T5" fmla="*/ 0 h 20"/>
                  <a:gd name="T6" fmla="*/ 0 w 112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20">
                    <a:moveTo>
                      <a:pt x="0" y="0"/>
                    </a:moveTo>
                    <a:lnTo>
                      <a:pt x="33" y="20"/>
                    </a:lnTo>
                    <a:lnTo>
                      <a:pt x="1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F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1" name="Freeform 363">
                <a:extLst>
                  <a:ext uri="{FF2B5EF4-FFF2-40B4-BE49-F238E27FC236}">
                    <a16:creationId xmlns:a16="http://schemas.microsoft.com/office/drawing/2014/main" id="{A95CC937-3AFA-49C1-9AE9-411176762B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985"/>
                <a:ext cx="112" cy="20"/>
              </a:xfrm>
              <a:custGeom>
                <a:avLst/>
                <a:gdLst>
                  <a:gd name="T0" fmla="*/ 0 w 112"/>
                  <a:gd name="T1" fmla="*/ 0 h 20"/>
                  <a:gd name="T2" fmla="*/ 33 w 112"/>
                  <a:gd name="T3" fmla="*/ 20 h 20"/>
                  <a:gd name="T4" fmla="*/ 112 w 112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20">
                    <a:moveTo>
                      <a:pt x="0" y="0"/>
                    </a:moveTo>
                    <a:lnTo>
                      <a:pt x="33" y="2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2" name="Freeform 364">
                <a:extLst>
                  <a:ext uri="{FF2B5EF4-FFF2-40B4-BE49-F238E27FC236}">
                    <a16:creationId xmlns:a16="http://schemas.microsoft.com/office/drawing/2014/main" id="{A9A07E63-41CF-4811-8296-098EF83B79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41"/>
                <a:ext cx="59" cy="54"/>
              </a:xfrm>
              <a:custGeom>
                <a:avLst/>
                <a:gdLst>
                  <a:gd name="T0" fmla="*/ 40 w 59"/>
                  <a:gd name="T1" fmla="*/ 0 h 54"/>
                  <a:gd name="T2" fmla="*/ 0 w 59"/>
                  <a:gd name="T3" fmla="*/ 0 h 54"/>
                  <a:gd name="T4" fmla="*/ 59 w 59"/>
                  <a:gd name="T5" fmla="*/ 54 h 54"/>
                  <a:gd name="T6" fmla="*/ 40 w 5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40" y="0"/>
                    </a:moveTo>
                    <a:lnTo>
                      <a:pt x="0" y="0"/>
                    </a:lnTo>
                    <a:lnTo>
                      <a:pt x="59" y="5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6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3" name="Freeform 365">
                <a:extLst>
                  <a:ext uri="{FF2B5EF4-FFF2-40B4-BE49-F238E27FC236}">
                    <a16:creationId xmlns:a16="http://schemas.microsoft.com/office/drawing/2014/main" id="{C7DF12E1-AD43-46FE-BFEE-407C93534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41"/>
                <a:ext cx="59" cy="54"/>
              </a:xfrm>
              <a:custGeom>
                <a:avLst/>
                <a:gdLst>
                  <a:gd name="T0" fmla="*/ 40 w 59"/>
                  <a:gd name="T1" fmla="*/ 0 h 54"/>
                  <a:gd name="T2" fmla="*/ 0 w 59"/>
                  <a:gd name="T3" fmla="*/ 0 h 54"/>
                  <a:gd name="T4" fmla="*/ 59 w 59"/>
                  <a:gd name="T5" fmla="*/ 54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54">
                    <a:moveTo>
                      <a:pt x="40" y="0"/>
                    </a:moveTo>
                    <a:lnTo>
                      <a:pt x="0" y="0"/>
                    </a:lnTo>
                    <a:lnTo>
                      <a:pt x="59" y="5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4" name="Freeform 366">
                <a:extLst>
                  <a:ext uri="{FF2B5EF4-FFF2-40B4-BE49-F238E27FC236}">
                    <a16:creationId xmlns:a16="http://schemas.microsoft.com/office/drawing/2014/main" id="{488FCC00-2C84-46D8-A9A7-8298DE691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941"/>
                <a:ext cx="59" cy="54"/>
              </a:xfrm>
              <a:custGeom>
                <a:avLst/>
                <a:gdLst>
                  <a:gd name="T0" fmla="*/ 19 w 59"/>
                  <a:gd name="T1" fmla="*/ 54 h 54"/>
                  <a:gd name="T2" fmla="*/ 59 w 59"/>
                  <a:gd name="T3" fmla="*/ 54 h 54"/>
                  <a:gd name="T4" fmla="*/ 0 w 59"/>
                  <a:gd name="T5" fmla="*/ 0 h 54"/>
                  <a:gd name="T6" fmla="*/ 19 w 59"/>
                  <a:gd name="T7" fmla="*/ 54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19" y="54"/>
                    </a:moveTo>
                    <a:lnTo>
                      <a:pt x="59" y="54"/>
                    </a:lnTo>
                    <a:lnTo>
                      <a:pt x="0" y="0"/>
                    </a:lnTo>
                    <a:lnTo>
                      <a:pt x="19" y="54"/>
                    </a:lnTo>
                    <a:close/>
                  </a:path>
                </a:pathLst>
              </a:custGeom>
              <a:solidFill>
                <a:srgbClr val="6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5" name="Freeform 367">
                <a:extLst>
                  <a:ext uri="{FF2B5EF4-FFF2-40B4-BE49-F238E27FC236}">
                    <a16:creationId xmlns:a16="http://schemas.microsoft.com/office/drawing/2014/main" id="{0E6EEE1E-CB38-49BD-B53F-5059D1EE4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941"/>
                <a:ext cx="59" cy="54"/>
              </a:xfrm>
              <a:custGeom>
                <a:avLst/>
                <a:gdLst>
                  <a:gd name="T0" fmla="*/ 19 w 59"/>
                  <a:gd name="T1" fmla="*/ 54 h 54"/>
                  <a:gd name="T2" fmla="*/ 59 w 59"/>
                  <a:gd name="T3" fmla="*/ 54 h 54"/>
                  <a:gd name="T4" fmla="*/ 0 w 59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54">
                    <a:moveTo>
                      <a:pt x="19" y="54"/>
                    </a:moveTo>
                    <a:lnTo>
                      <a:pt x="59" y="5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6" name="Freeform 368">
                <a:extLst>
                  <a:ext uri="{FF2B5EF4-FFF2-40B4-BE49-F238E27FC236}">
                    <a16:creationId xmlns:a16="http://schemas.microsoft.com/office/drawing/2014/main" id="{A6DE6D6F-E307-4602-9B79-94D851A59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108"/>
                <a:ext cx="27" cy="86"/>
              </a:xfrm>
              <a:custGeom>
                <a:avLst/>
                <a:gdLst>
                  <a:gd name="T0" fmla="*/ 27 w 27"/>
                  <a:gd name="T1" fmla="*/ 26 h 86"/>
                  <a:gd name="T2" fmla="*/ 0 w 27"/>
                  <a:gd name="T3" fmla="*/ 0 h 86"/>
                  <a:gd name="T4" fmla="*/ 20 w 27"/>
                  <a:gd name="T5" fmla="*/ 86 h 86"/>
                  <a:gd name="T6" fmla="*/ 27 w 27"/>
                  <a:gd name="T7" fmla="*/ 26 h 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86">
                    <a:moveTo>
                      <a:pt x="27" y="26"/>
                    </a:moveTo>
                    <a:lnTo>
                      <a:pt x="0" y="0"/>
                    </a:lnTo>
                    <a:lnTo>
                      <a:pt x="20" y="86"/>
                    </a:lnTo>
                    <a:lnTo>
                      <a:pt x="27" y="26"/>
                    </a:lnTo>
                    <a:close/>
                  </a:path>
                </a:pathLst>
              </a:custGeom>
              <a:solidFill>
                <a:srgbClr val="1800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7" name="Freeform 369">
                <a:extLst>
                  <a:ext uri="{FF2B5EF4-FFF2-40B4-BE49-F238E27FC236}">
                    <a16:creationId xmlns:a16="http://schemas.microsoft.com/office/drawing/2014/main" id="{27A7B238-1787-4C8F-B5B7-D32DBA0F0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108"/>
                <a:ext cx="27" cy="86"/>
              </a:xfrm>
              <a:custGeom>
                <a:avLst/>
                <a:gdLst>
                  <a:gd name="T0" fmla="*/ 27 w 27"/>
                  <a:gd name="T1" fmla="*/ 26 h 86"/>
                  <a:gd name="T2" fmla="*/ 0 w 27"/>
                  <a:gd name="T3" fmla="*/ 0 h 86"/>
                  <a:gd name="T4" fmla="*/ 20 w 27"/>
                  <a:gd name="T5" fmla="*/ 86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86">
                    <a:moveTo>
                      <a:pt x="27" y="26"/>
                    </a:moveTo>
                    <a:lnTo>
                      <a:pt x="0" y="0"/>
                    </a:lnTo>
                    <a:lnTo>
                      <a:pt x="20" y="8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8" name="Freeform 370">
                <a:extLst>
                  <a:ext uri="{FF2B5EF4-FFF2-40B4-BE49-F238E27FC236}">
                    <a16:creationId xmlns:a16="http://schemas.microsoft.com/office/drawing/2014/main" id="{3A82E056-71AC-4923-BBE2-05738D57E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134"/>
                <a:ext cx="27" cy="80"/>
              </a:xfrm>
              <a:custGeom>
                <a:avLst/>
                <a:gdLst>
                  <a:gd name="T0" fmla="*/ 0 w 27"/>
                  <a:gd name="T1" fmla="*/ 60 h 80"/>
                  <a:gd name="T2" fmla="*/ 27 w 27"/>
                  <a:gd name="T3" fmla="*/ 80 h 80"/>
                  <a:gd name="T4" fmla="*/ 7 w 27"/>
                  <a:gd name="T5" fmla="*/ 0 h 80"/>
                  <a:gd name="T6" fmla="*/ 0 w 27"/>
                  <a:gd name="T7" fmla="*/ 60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80">
                    <a:moveTo>
                      <a:pt x="0" y="60"/>
                    </a:moveTo>
                    <a:lnTo>
                      <a:pt x="27" y="80"/>
                    </a:lnTo>
                    <a:lnTo>
                      <a:pt x="7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1800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9" name="Freeform 371">
                <a:extLst>
                  <a:ext uri="{FF2B5EF4-FFF2-40B4-BE49-F238E27FC236}">
                    <a16:creationId xmlns:a16="http://schemas.microsoft.com/office/drawing/2014/main" id="{E30341E1-853C-4433-BF75-B42497D14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134"/>
                <a:ext cx="27" cy="80"/>
              </a:xfrm>
              <a:custGeom>
                <a:avLst/>
                <a:gdLst>
                  <a:gd name="T0" fmla="*/ 0 w 27"/>
                  <a:gd name="T1" fmla="*/ 60 h 80"/>
                  <a:gd name="T2" fmla="*/ 27 w 27"/>
                  <a:gd name="T3" fmla="*/ 80 h 80"/>
                  <a:gd name="T4" fmla="*/ 7 w 27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80">
                    <a:moveTo>
                      <a:pt x="0" y="60"/>
                    </a:moveTo>
                    <a:lnTo>
                      <a:pt x="27" y="80"/>
                    </a:lnTo>
                    <a:lnTo>
                      <a:pt x="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0" name="Freeform 372">
                <a:extLst>
                  <a:ext uri="{FF2B5EF4-FFF2-40B4-BE49-F238E27FC236}">
                    <a16:creationId xmlns:a16="http://schemas.microsoft.com/office/drawing/2014/main" id="{EF62F36B-DFC0-41DB-801E-2CCE2E6C4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965"/>
                <a:ext cx="106" cy="66"/>
              </a:xfrm>
              <a:custGeom>
                <a:avLst/>
                <a:gdLst>
                  <a:gd name="T0" fmla="*/ 106 w 106"/>
                  <a:gd name="T1" fmla="*/ 0 h 66"/>
                  <a:gd name="T2" fmla="*/ 66 w 106"/>
                  <a:gd name="T3" fmla="*/ 6 h 66"/>
                  <a:gd name="T4" fmla="*/ 0 w 106"/>
                  <a:gd name="T5" fmla="*/ 66 h 66"/>
                  <a:gd name="T6" fmla="*/ 106 w 106"/>
                  <a:gd name="T7" fmla="*/ 0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66">
                    <a:moveTo>
                      <a:pt x="106" y="0"/>
                    </a:moveTo>
                    <a:lnTo>
                      <a:pt x="66" y="6"/>
                    </a:lnTo>
                    <a:lnTo>
                      <a:pt x="0" y="66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50A4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1" name="Freeform 373">
                <a:extLst>
                  <a:ext uri="{FF2B5EF4-FFF2-40B4-BE49-F238E27FC236}">
                    <a16:creationId xmlns:a16="http://schemas.microsoft.com/office/drawing/2014/main" id="{B118093D-96CC-46F4-9C73-084015564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965"/>
                <a:ext cx="106" cy="66"/>
              </a:xfrm>
              <a:custGeom>
                <a:avLst/>
                <a:gdLst>
                  <a:gd name="T0" fmla="*/ 106 w 106"/>
                  <a:gd name="T1" fmla="*/ 0 h 66"/>
                  <a:gd name="T2" fmla="*/ 66 w 106"/>
                  <a:gd name="T3" fmla="*/ 6 h 66"/>
                  <a:gd name="T4" fmla="*/ 0 w 106"/>
                  <a:gd name="T5" fmla="*/ 66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66">
                    <a:moveTo>
                      <a:pt x="106" y="0"/>
                    </a:moveTo>
                    <a:lnTo>
                      <a:pt x="66" y="6"/>
                    </a:lnTo>
                    <a:lnTo>
                      <a:pt x="0" y="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2" name="Freeform 374">
                <a:extLst>
                  <a:ext uri="{FF2B5EF4-FFF2-40B4-BE49-F238E27FC236}">
                    <a16:creationId xmlns:a16="http://schemas.microsoft.com/office/drawing/2014/main" id="{9D6EC06E-7201-446C-B90B-55F188FC3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1971"/>
                <a:ext cx="106" cy="67"/>
              </a:xfrm>
              <a:custGeom>
                <a:avLst/>
                <a:gdLst>
                  <a:gd name="T0" fmla="*/ 0 w 106"/>
                  <a:gd name="T1" fmla="*/ 67 h 67"/>
                  <a:gd name="T2" fmla="*/ 40 w 106"/>
                  <a:gd name="T3" fmla="*/ 60 h 67"/>
                  <a:gd name="T4" fmla="*/ 106 w 106"/>
                  <a:gd name="T5" fmla="*/ 0 h 67"/>
                  <a:gd name="T6" fmla="*/ 0 w 106"/>
                  <a:gd name="T7" fmla="*/ 6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67">
                    <a:moveTo>
                      <a:pt x="0" y="67"/>
                    </a:moveTo>
                    <a:lnTo>
                      <a:pt x="40" y="60"/>
                    </a:lnTo>
                    <a:lnTo>
                      <a:pt x="106" y="0"/>
                    </a:lnTo>
                    <a:lnTo>
                      <a:pt x="0" y="67"/>
                    </a:lnTo>
                    <a:close/>
                  </a:path>
                </a:pathLst>
              </a:custGeom>
              <a:solidFill>
                <a:srgbClr val="68B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3" name="Freeform 375">
                <a:extLst>
                  <a:ext uri="{FF2B5EF4-FFF2-40B4-BE49-F238E27FC236}">
                    <a16:creationId xmlns:a16="http://schemas.microsoft.com/office/drawing/2014/main" id="{99EA584E-08B8-43DE-B2B9-E8E0A3A2B4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1971"/>
                <a:ext cx="106" cy="67"/>
              </a:xfrm>
              <a:custGeom>
                <a:avLst/>
                <a:gdLst>
                  <a:gd name="T0" fmla="*/ 0 w 106"/>
                  <a:gd name="T1" fmla="*/ 67 h 67"/>
                  <a:gd name="T2" fmla="*/ 40 w 106"/>
                  <a:gd name="T3" fmla="*/ 60 h 67"/>
                  <a:gd name="T4" fmla="*/ 106 w 106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67">
                    <a:moveTo>
                      <a:pt x="0" y="67"/>
                    </a:moveTo>
                    <a:lnTo>
                      <a:pt x="40" y="60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4" name="Freeform 376">
                <a:extLst>
                  <a:ext uri="{FF2B5EF4-FFF2-40B4-BE49-F238E27FC236}">
                    <a16:creationId xmlns:a16="http://schemas.microsoft.com/office/drawing/2014/main" id="{FC40ED98-4FDA-4CFC-B8D7-818929B68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2005"/>
                <a:ext cx="112" cy="20"/>
              </a:xfrm>
              <a:custGeom>
                <a:avLst/>
                <a:gdLst>
                  <a:gd name="T0" fmla="*/ 112 w 112"/>
                  <a:gd name="T1" fmla="*/ 6 h 20"/>
                  <a:gd name="T2" fmla="*/ 73 w 112"/>
                  <a:gd name="T3" fmla="*/ 0 h 20"/>
                  <a:gd name="T4" fmla="*/ 0 w 112"/>
                  <a:gd name="T5" fmla="*/ 20 h 20"/>
                  <a:gd name="T6" fmla="*/ 112 w 112"/>
                  <a:gd name="T7" fmla="*/ 6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20">
                    <a:moveTo>
                      <a:pt x="112" y="6"/>
                    </a:moveTo>
                    <a:lnTo>
                      <a:pt x="73" y="0"/>
                    </a:lnTo>
                    <a:lnTo>
                      <a:pt x="0" y="20"/>
                    </a:lnTo>
                    <a:lnTo>
                      <a:pt x="112" y="6"/>
                    </a:lnTo>
                    <a:close/>
                  </a:path>
                </a:pathLst>
              </a:custGeom>
              <a:solidFill>
                <a:srgbClr val="98E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5" name="Freeform 377">
                <a:extLst>
                  <a:ext uri="{FF2B5EF4-FFF2-40B4-BE49-F238E27FC236}">
                    <a16:creationId xmlns:a16="http://schemas.microsoft.com/office/drawing/2014/main" id="{0828DC71-EF86-48D1-A3A3-E54B19A81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2005"/>
                <a:ext cx="112" cy="20"/>
              </a:xfrm>
              <a:custGeom>
                <a:avLst/>
                <a:gdLst>
                  <a:gd name="T0" fmla="*/ 112 w 112"/>
                  <a:gd name="T1" fmla="*/ 6 h 20"/>
                  <a:gd name="T2" fmla="*/ 73 w 112"/>
                  <a:gd name="T3" fmla="*/ 0 h 20"/>
                  <a:gd name="T4" fmla="*/ 0 w 112"/>
                  <a:gd name="T5" fmla="*/ 2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20">
                    <a:moveTo>
                      <a:pt x="112" y="6"/>
                    </a:moveTo>
                    <a:lnTo>
                      <a:pt x="73" y="0"/>
                    </a:lnTo>
                    <a:lnTo>
                      <a:pt x="0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6" name="Freeform 378">
                <a:extLst>
                  <a:ext uri="{FF2B5EF4-FFF2-40B4-BE49-F238E27FC236}">
                    <a16:creationId xmlns:a16="http://schemas.microsoft.com/office/drawing/2014/main" id="{63ADD1B5-A71C-4E35-85D5-9C3A2FB5A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2005"/>
                <a:ext cx="113" cy="20"/>
              </a:xfrm>
              <a:custGeom>
                <a:avLst/>
                <a:gdLst>
                  <a:gd name="T0" fmla="*/ 0 w 113"/>
                  <a:gd name="T1" fmla="*/ 0 h 20"/>
                  <a:gd name="T2" fmla="*/ 40 w 113"/>
                  <a:gd name="T3" fmla="*/ 20 h 20"/>
                  <a:gd name="T4" fmla="*/ 113 w 113"/>
                  <a:gd name="T5" fmla="*/ 0 h 20"/>
                  <a:gd name="T6" fmla="*/ 0 w 113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20">
                    <a:moveTo>
                      <a:pt x="0" y="0"/>
                    </a:moveTo>
                    <a:lnTo>
                      <a:pt x="40" y="20"/>
                    </a:lnTo>
                    <a:lnTo>
                      <a:pt x="11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8F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7" name="Freeform 379">
                <a:extLst>
                  <a:ext uri="{FF2B5EF4-FFF2-40B4-BE49-F238E27FC236}">
                    <a16:creationId xmlns:a16="http://schemas.microsoft.com/office/drawing/2014/main" id="{716ACE63-56DA-4846-A12B-83D6ABE5B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2005"/>
                <a:ext cx="113" cy="20"/>
              </a:xfrm>
              <a:custGeom>
                <a:avLst/>
                <a:gdLst>
                  <a:gd name="T0" fmla="*/ 0 w 113"/>
                  <a:gd name="T1" fmla="*/ 0 h 20"/>
                  <a:gd name="T2" fmla="*/ 40 w 113"/>
                  <a:gd name="T3" fmla="*/ 20 h 20"/>
                  <a:gd name="T4" fmla="*/ 113 w 113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20">
                    <a:moveTo>
                      <a:pt x="0" y="0"/>
                    </a:moveTo>
                    <a:lnTo>
                      <a:pt x="40" y="20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8" name="Freeform 380">
                <a:extLst>
                  <a:ext uri="{FF2B5EF4-FFF2-40B4-BE49-F238E27FC236}">
                    <a16:creationId xmlns:a16="http://schemas.microsoft.com/office/drawing/2014/main" id="{DD66A853-7568-4C59-863D-8DB82A929F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858"/>
                <a:ext cx="93" cy="93"/>
              </a:xfrm>
              <a:custGeom>
                <a:avLst/>
                <a:gdLst>
                  <a:gd name="T0" fmla="*/ 0 w 93"/>
                  <a:gd name="T1" fmla="*/ 93 h 93"/>
                  <a:gd name="T2" fmla="*/ 40 w 93"/>
                  <a:gd name="T3" fmla="*/ 80 h 93"/>
                  <a:gd name="T4" fmla="*/ 93 w 93"/>
                  <a:gd name="T5" fmla="*/ 0 h 93"/>
                  <a:gd name="T6" fmla="*/ 0 w 93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93">
                    <a:moveTo>
                      <a:pt x="0" y="93"/>
                    </a:moveTo>
                    <a:lnTo>
                      <a:pt x="40" y="80"/>
                    </a:lnTo>
                    <a:lnTo>
                      <a:pt x="93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4884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9" name="Freeform 381">
                <a:extLst>
                  <a:ext uri="{FF2B5EF4-FFF2-40B4-BE49-F238E27FC236}">
                    <a16:creationId xmlns:a16="http://schemas.microsoft.com/office/drawing/2014/main" id="{486B4B73-EF62-4760-9C53-5E7866CD73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858"/>
                <a:ext cx="93" cy="93"/>
              </a:xfrm>
              <a:custGeom>
                <a:avLst/>
                <a:gdLst>
                  <a:gd name="T0" fmla="*/ 0 w 93"/>
                  <a:gd name="T1" fmla="*/ 93 h 93"/>
                  <a:gd name="T2" fmla="*/ 40 w 93"/>
                  <a:gd name="T3" fmla="*/ 80 h 93"/>
                  <a:gd name="T4" fmla="*/ 93 w 93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93">
                    <a:moveTo>
                      <a:pt x="0" y="93"/>
                    </a:moveTo>
                    <a:lnTo>
                      <a:pt x="40" y="80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0" name="Freeform 382">
                <a:extLst>
                  <a:ext uri="{FF2B5EF4-FFF2-40B4-BE49-F238E27FC236}">
                    <a16:creationId xmlns:a16="http://schemas.microsoft.com/office/drawing/2014/main" id="{4FCDFCC0-61A6-4F49-866C-BE04E8906A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941"/>
                <a:ext cx="59" cy="54"/>
              </a:xfrm>
              <a:custGeom>
                <a:avLst/>
                <a:gdLst>
                  <a:gd name="T0" fmla="*/ 39 w 59"/>
                  <a:gd name="T1" fmla="*/ 7 h 54"/>
                  <a:gd name="T2" fmla="*/ 0 w 59"/>
                  <a:gd name="T3" fmla="*/ 0 h 54"/>
                  <a:gd name="T4" fmla="*/ 59 w 59"/>
                  <a:gd name="T5" fmla="*/ 54 h 54"/>
                  <a:gd name="T6" fmla="*/ 39 w 59"/>
                  <a:gd name="T7" fmla="*/ 7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39" y="7"/>
                    </a:moveTo>
                    <a:lnTo>
                      <a:pt x="0" y="0"/>
                    </a:lnTo>
                    <a:lnTo>
                      <a:pt x="59" y="54"/>
                    </a:lnTo>
                    <a:lnTo>
                      <a:pt x="39" y="7"/>
                    </a:lnTo>
                    <a:close/>
                  </a:path>
                </a:pathLst>
              </a:custGeom>
              <a:solidFill>
                <a:srgbClr val="5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1" name="Freeform 383">
                <a:extLst>
                  <a:ext uri="{FF2B5EF4-FFF2-40B4-BE49-F238E27FC236}">
                    <a16:creationId xmlns:a16="http://schemas.microsoft.com/office/drawing/2014/main" id="{89AE9F56-484D-49BF-9C96-5DB25332C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941"/>
                <a:ext cx="59" cy="54"/>
              </a:xfrm>
              <a:custGeom>
                <a:avLst/>
                <a:gdLst>
                  <a:gd name="T0" fmla="*/ 39 w 59"/>
                  <a:gd name="T1" fmla="*/ 7 h 54"/>
                  <a:gd name="T2" fmla="*/ 0 w 59"/>
                  <a:gd name="T3" fmla="*/ 0 h 54"/>
                  <a:gd name="T4" fmla="*/ 59 w 59"/>
                  <a:gd name="T5" fmla="*/ 54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54">
                    <a:moveTo>
                      <a:pt x="39" y="7"/>
                    </a:moveTo>
                    <a:lnTo>
                      <a:pt x="0" y="0"/>
                    </a:lnTo>
                    <a:lnTo>
                      <a:pt x="59" y="5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2" name="Freeform 384">
                <a:extLst>
                  <a:ext uri="{FF2B5EF4-FFF2-40B4-BE49-F238E27FC236}">
                    <a16:creationId xmlns:a16="http://schemas.microsoft.com/office/drawing/2014/main" id="{012DE65F-B5CB-41C5-A02C-F7E62FE39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948"/>
                <a:ext cx="60" cy="53"/>
              </a:xfrm>
              <a:custGeom>
                <a:avLst/>
                <a:gdLst>
                  <a:gd name="T0" fmla="*/ 20 w 60"/>
                  <a:gd name="T1" fmla="*/ 47 h 53"/>
                  <a:gd name="T2" fmla="*/ 60 w 60"/>
                  <a:gd name="T3" fmla="*/ 53 h 53"/>
                  <a:gd name="T4" fmla="*/ 0 w 60"/>
                  <a:gd name="T5" fmla="*/ 0 h 53"/>
                  <a:gd name="T6" fmla="*/ 20 w 60"/>
                  <a:gd name="T7" fmla="*/ 47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53">
                    <a:moveTo>
                      <a:pt x="20" y="47"/>
                    </a:moveTo>
                    <a:lnTo>
                      <a:pt x="60" y="53"/>
                    </a:lnTo>
                    <a:lnTo>
                      <a:pt x="0" y="0"/>
                    </a:lnTo>
                    <a:lnTo>
                      <a:pt x="20" y="47"/>
                    </a:lnTo>
                    <a:close/>
                  </a:path>
                </a:pathLst>
              </a:custGeom>
              <a:solidFill>
                <a:srgbClr val="5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3" name="Freeform 385">
                <a:extLst>
                  <a:ext uri="{FF2B5EF4-FFF2-40B4-BE49-F238E27FC236}">
                    <a16:creationId xmlns:a16="http://schemas.microsoft.com/office/drawing/2014/main" id="{2ED83F6B-044F-45C1-B07A-067DA0D3A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948"/>
                <a:ext cx="60" cy="53"/>
              </a:xfrm>
              <a:custGeom>
                <a:avLst/>
                <a:gdLst>
                  <a:gd name="T0" fmla="*/ 20 w 60"/>
                  <a:gd name="T1" fmla="*/ 47 h 53"/>
                  <a:gd name="T2" fmla="*/ 60 w 60"/>
                  <a:gd name="T3" fmla="*/ 53 h 53"/>
                  <a:gd name="T4" fmla="*/ 0 w 60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53">
                    <a:moveTo>
                      <a:pt x="20" y="47"/>
                    </a:moveTo>
                    <a:lnTo>
                      <a:pt x="60" y="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4" name="Freeform 386">
                <a:extLst>
                  <a:ext uri="{FF2B5EF4-FFF2-40B4-BE49-F238E27FC236}">
                    <a16:creationId xmlns:a16="http://schemas.microsoft.com/office/drawing/2014/main" id="{36656D51-EF54-4C9F-A351-2D02A9FFA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2011"/>
                <a:ext cx="112" cy="27"/>
              </a:xfrm>
              <a:custGeom>
                <a:avLst/>
                <a:gdLst>
                  <a:gd name="T0" fmla="*/ 112 w 112"/>
                  <a:gd name="T1" fmla="*/ 14 h 27"/>
                  <a:gd name="T2" fmla="*/ 79 w 112"/>
                  <a:gd name="T3" fmla="*/ 0 h 27"/>
                  <a:gd name="T4" fmla="*/ 0 w 112"/>
                  <a:gd name="T5" fmla="*/ 27 h 27"/>
                  <a:gd name="T6" fmla="*/ 112 w 112"/>
                  <a:gd name="T7" fmla="*/ 14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27">
                    <a:moveTo>
                      <a:pt x="112" y="14"/>
                    </a:moveTo>
                    <a:lnTo>
                      <a:pt x="79" y="0"/>
                    </a:lnTo>
                    <a:lnTo>
                      <a:pt x="0" y="27"/>
                    </a:lnTo>
                    <a:lnTo>
                      <a:pt x="112" y="14"/>
                    </a:lnTo>
                    <a:close/>
                  </a:path>
                </a:pathLst>
              </a:custGeom>
              <a:solidFill>
                <a:srgbClr val="88E4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5" name="Freeform 387">
                <a:extLst>
                  <a:ext uri="{FF2B5EF4-FFF2-40B4-BE49-F238E27FC236}">
                    <a16:creationId xmlns:a16="http://schemas.microsoft.com/office/drawing/2014/main" id="{02D1895D-D999-46EF-92AE-BBB193644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2011"/>
                <a:ext cx="112" cy="27"/>
              </a:xfrm>
              <a:custGeom>
                <a:avLst/>
                <a:gdLst>
                  <a:gd name="T0" fmla="*/ 112 w 112"/>
                  <a:gd name="T1" fmla="*/ 14 h 27"/>
                  <a:gd name="T2" fmla="*/ 79 w 112"/>
                  <a:gd name="T3" fmla="*/ 0 h 27"/>
                  <a:gd name="T4" fmla="*/ 0 w 112"/>
                  <a:gd name="T5" fmla="*/ 2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27">
                    <a:moveTo>
                      <a:pt x="112" y="14"/>
                    </a:moveTo>
                    <a:lnTo>
                      <a:pt x="79" y="0"/>
                    </a:lnTo>
                    <a:lnTo>
                      <a:pt x="0" y="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6" name="Freeform 388">
                <a:extLst>
                  <a:ext uri="{FF2B5EF4-FFF2-40B4-BE49-F238E27FC236}">
                    <a16:creationId xmlns:a16="http://schemas.microsoft.com/office/drawing/2014/main" id="{37FF5D8C-3764-46C5-8F09-56F532BF8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2011"/>
                <a:ext cx="112" cy="27"/>
              </a:xfrm>
              <a:custGeom>
                <a:avLst/>
                <a:gdLst>
                  <a:gd name="T0" fmla="*/ 0 w 112"/>
                  <a:gd name="T1" fmla="*/ 14 h 27"/>
                  <a:gd name="T2" fmla="*/ 33 w 112"/>
                  <a:gd name="T3" fmla="*/ 27 h 27"/>
                  <a:gd name="T4" fmla="*/ 112 w 112"/>
                  <a:gd name="T5" fmla="*/ 0 h 27"/>
                  <a:gd name="T6" fmla="*/ 0 w 112"/>
                  <a:gd name="T7" fmla="*/ 14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27">
                    <a:moveTo>
                      <a:pt x="0" y="14"/>
                    </a:moveTo>
                    <a:lnTo>
                      <a:pt x="33" y="27"/>
                    </a:lnTo>
                    <a:lnTo>
                      <a:pt x="112" y="0"/>
                    </a:lnTo>
                    <a:lnTo>
                      <a:pt x="0" y="14"/>
                    </a:lnTo>
                    <a:close/>
                  </a:path>
                </a:pathLst>
              </a:custGeom>
              <a:solidFill>
                <a:srgbClr val="98E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7" name="Freeform 389">
                <a:extLst>
                  <a:ext uri="{FF2B5EF4-FFF2-40B4-BE49-F238E27FC236}">
                    <a16:creationId xmlns:a16="http://schemas.microsoft.com/office/drawing/2014/main" id="{2589B515-7888-449E-8B42-E1519DAD9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2011"/>
                <a:ext cx="112" cy="27"/>
              </a:xfrm>
              <a:custGeom>
                <a:avLst/>
                <a:gdLst>
                  <a:gd name="T0" fmla="*/ 0 w 112"/>
                  <a:gd name="T1" fmla="*/ 14 h 27"/>
                  <a:gd name="T2" fmla="*/ 33 w 112"/>
                  <a:gd name="T3" fmla="*/ 27 h 27"/>
                  <a:gd name="T4" fmla="*/ 112 w 112"/>
                  <a:gd name="T5" fmla="*/ 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27">
                    <a:moveTo>
                      <a:pt x="0" y="14"/>
                    </a:moveTo>
                    <a:lnTo>
                      <a:pt x="33" y="27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8" name="Freeform 390">
                <a:extLst>
                  <a:ext uri="{FF2B5EF4-FFF2-40B4-BE49-F238E27FC236}">
                    <a16:creationId xmlns:a16="http://schemas.microsoft.com/office/drawing/2014/main" id="{C4E5E29F-C4C7-4175-B080-C1B2B1276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948"/>
                <a:ext cx="60" cy="53"/>
              </a:xfrm>
              <a:custGeom>
                <a:avLst/>
                <a:gdLst>
                  <a:gd name="T0" fmla="*/ 40 w 60"/>
                  <a:gd name="T1" fmla="*/ 7 h 53"/>
                  <a:gd name="T2" fmla="*/ 0 w 60"/>
                  <a:gd name="T3" fmla="*/ 0 h 53"/>
                  <a:gd name="T4" fmla="*/ 60 w 60"/>
                  <a:gd name="T5" fmla="*/ 53 h 53"/>
                  <a:gd name="T6" fmla="*/ 40 w 60"/>
                  <a:gd name="T7" fmla="*/ 7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53">
                    <a:moveTo>
                      <a:pt x="40" y="7"/>
                    </a:moveTo>
                    <a:lnTo>
                      <a:pt x="0" y="0"/>
                    </a:lnTo>
                    <a:lnTo>
                      <a:pt x="60" y="53"/>
                    </a:lnTo>
                    <a:lnTo>
                      <a:pt x="40" y="7"/>
                    </a:lnTo>
                    <a:close/>
                  </a:path>
                </a:pathLst>
              </a:custGeom>
              <a:solidFill>
                <a:srgbClr val="4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9" name="Freeform 391">
                <a:extLst>
                  <a:ext uri="{FF2B5EF4-FFF2-40B4-BE49-F238E27FC236}">
                    <a16:creationId xmlns:a16="http://schemas.microsoft.com/office/drawing/2014/main" id="{84C164AF-A173-452A-B644-D31B5A3F8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948"/>
                <a:ext cx="60" cy="53"/>
              </a:xfrm>
              <a:custGeom>
                <a:avLst/>
                <a:gdLst>
                  <a:gd name="T0" fmla="*/ 40 w 60"/>
                  <a:gd name="T1" fmla="*/ 7 h 53"/>
                  <a:gd name="T2" fmla="*/ 0 w 60"/>
                  <a:gd name="T3" fmla="*/ 0 h 53"/>
                  <a:gd name="T4" fmla="*/ 60 w 60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53">
                    <a:moveTo>
                      <a:pt x="40" y="7"/>
                    </a:moveTo>
                    <a:lnTo>
                      <a:pt x="0" y="0"/>
                    </a:lnTo>
                    <a:lnTo>
                      <a:pt x="60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0" name="Freeform 392">
                <a:extLst>
                  <a:ext uri="{FF2B5EF4-FFF2-40B4-BE49-F238E27FC236}">
                    <a16:creationId xmlns:a16="http://schemas.microsoft.com/office/drawing/2014/main" id="{4A003E4B-EB58-4231-940A-D02D3062A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955"/>
                <a:ext cx="53" cy="53"/>
              </a:xfrm>
              <a:custGeom>
                <a:avLst/>
                <a:gdLst>
                  <a:gd name="T0" fmla="*/ 20 w 53"/>
                  <a:gd name="T1" fmla="*/ 46 h 53"/>
                  <a:gd name="T2" fmla="*/ 53 w 53"/>
                  <a:gd name="T3" fmla="*/ 53 h 53"/>
                  <a:gd name="T4" fmla="*/ 0 w 53"/>
                  <a:gd name="T5" fmla="*/ 0 h 53"/>
                  <a:gd name="T6" fmla="*/ 20 w 53"/>
                  <a:gd name="T7" fmla="*/ 46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20" y="46"/>
                    </a:moveTo>
                    <a:lnTo>
                      <a:pt x="53" y="53"/>
                    </a:lnTo>
                    <a:lnTo>
                      <a:pt x="0" y="0"/>
                    </a:lnTo>
                    <a:lnTo>
                      <a:pt x="20" y="46"/>
                    </a:lnTo>
                    <a:close/>
                  </a:path>
                </a:pathLst>
              </a:custGeom>
              <a:solidFill>
                <a:srgbClr val="4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1" name="Freeform 393">
                <a:extLst>
                  <a:ext uri="{FF2B5EF4-FFF2-40B4-BE49-F238E27FC236}">
                    <a16:creationId xmlns:a16="http://schemas.microsoft.com/office/drawing/2014/main" id="{23724074-A546-4BB0-A02A-FF2024C5D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955"/>
                <a:ext cx="53" cy="53"/>
              </a:xfrm>
              <a:custGeom>
                <a:avLst/>
                <a:gdLst>
                  <a:gd name="T0" fmla="*/ 20 w 53"/>
                  <a:gd name="T1" fmla="*/ 46 h 53"/>
                  <a:gd name="T2" fmla="*/ 53 w 53"/>
                  <a:gd name="T3" fmla="*/ 53 h 53"/>
                  <a:gd name="T4" fmla="*/ 0 w 53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20" y="46"/>
                    </a:moveTo>
                    <a:lnTo>
                      <a:pt x="53" y="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2" name="Freeform 394">
                <a:extLst>
                  <a:ext uri="{FF2B5EF4-FFF2-40B4-BE49-F238E27FC236}">
                    <a16:creationId xmlns:a16="http://schemas.microsoft.com/office/drawing/2014/main" id="{869D335F-CCE7-4BF9-8B5B-DB3A3761E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1726"/>
                <a:ext cx="72" cy="79"/>
              </a:xfrm>
              <a:custGeom>
                <a:avLst/>
                <a:gdLst>
                  <a:gd name="T0" fmla="*/ 72 w 72"/>
                  <a:gd name="T1" fmla="*/ 79 h 79"/>
                  <a:gd name="T2" fmla="*/ 53 w 72"/>
                  <a:gd name="T3" fmla="*/ 33 h 79"/>
                  <a:gd name="T4" fmla="*/ 0 w 72"/>
                  <a:gd name="T5" fmla="*/ 0 h 79"/>
                  <a:gd name="T6" fmla="*/ 72 w 72"/>
                  <a:gd name="T7" fmla="*/ 79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79">
                    <a:moveTo>
                      <a:pt x="72" y="79"/>
                    </a:moveTo>
                    <a:lnTo>
                      <a:pt x="53" y="33"/>
                    </a:lnTo>
                    <a:lnTo>
                      <a:pt x="0" y="0"/>
                    </a:lnTo>
                    <a:lnTo>
                      <a:pt x="72" y="79"/>
                    </a:lnTo>
                    <a:close/>
                  </a:path>
                </a:pathLst>
              </a:custGeom>
              <a:solidFill>
                <a:srgbClr val="F0F8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3" name="Freeform 395">
                <a:extLst>
                  <a:ext uri="{FF2B5EF4-FFF2-40B4-BE49-F238E27FC236}">
                    <a16:creationId xmlns:a16="http://schemas.microsoft.com/office/drawing/2014/main" id="{7AD50A04-1BE3-417D-B04D-37EFB2993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1726"/>
                <a:ext cx="72" cy="79"/>
              </a:xfrm>
              <a:custGeom>
                <a:avLst/>
                <a:gdLst>
                  <a:gd name="T0" fmla="*/ 72 w 72"/>
                  <a:gd name="T1" fmla="*/ 79 h 79"/>
                  <a:gd name="T2" fmla="*/ 53 w 72"/>
                  <a:gd name="T3" fmla="*/ 33 h 79"/>
                  <a:gd name="T4" fmla="*/ 0 w 72"/>
                  <a:gd name="T5" fmla="*/ 0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79">
                    <a:moveTo>
                      <a:pt x="72" y="79"/>
                    </a:moveTo>
                    <a:lnTo>
                      <a:pt x="53" y="3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4" name="Freeform 396">
                <a:extLst>
                  <a:ext uri="{FF2B5EF4-FFF2-40B4-BE49-F238E27FC236}">
                    <a16:creationId xmlns:a16="http://schemas.microsoft.com/office/drawing/2014/main" id="{F4596459-BE1F-48D7-A28B-B382E7346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1134"/>
                <a:ext cx="33" cy="80"/>
              </a:xfrm>
              <a:custGeom>
                <a:avLst/>
                <a:gdLst>
                  <a:gd name="T0" fmla="*/ 33 w 33"/>
                  <a:gd name="T1" fmla="*/ 33 h 80"/>
                  <a:gd name="T2" fmla="*/ 0 w 33"/>
                  <a:gd name="T3" fmla="*/ 0 h 80"/>
                  <a:gd name="T4" fmla="*/ 20 w 33"/>
                  <a:gd name="T5" fmla="*/ 80 h 80"/>
                  <a:gd name="T6" fmla="*/ 33 w 33"/>
                  <a:gd name="T7" fmla="*/ 33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80">
                    <a:moveTo>
                      <a:pt x="33" y="33"/>
                    </a:moveTo>
                    <a:lnTo>
                      <a:pt x="0" y="0"/>
                    </a:lnTo>
                    <a:lnTo>
                      <a:pt x="20" y="80"/>
                    </a:lnTo>
                    <a:lnTo>
                      <a:pt x="33" y="33"/>
                    </a:lnTo>
                    <a:close/>
                  </a:path>
                </a:pathLst>
              </a:custGeom>
              <a:solidFill>
                <a:srgbClr val="000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" name="Freeform 397">
                <a:extLst>
                  <a:ext uri="{FF2B5EF4-FFF2-40B4-BE49-F238E27FC236}">
                    <a16:creationId xmlns:a16="http://schemas.microsoft.com/office/drawing/2014/main" id="{19E952EC-A87F-433C-B540-A9260CB6C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8" y="1134"/>
                <a:ext cx="33" cy="80"/>
              </a:xfrm>
              <a:custGeom>
                <a:avLst/>
                <a:gdLst>
                  <a:gd name="T0" fmla="*/ 33 w 33"/>
                  <a:gd name="T1" fmla="*/ 33 h 80"/>
                  <a:gd name="T2" fmla="*/ 0 w 33"/>
                  <a:gd name="T3" fmla="*/ 0 h 80"/>
                  <a:gd name="T4" fmla="*/ 20 w 33"/>
                  <a:gd name="T5" fmla="*/ 8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80">
                    <a:moveTo>
                      <a:pt x="33" y="33"/>
                    </a:moveTo>
                    <a:lnTo>
                      <a:pt x="0" y="0"/>
                    </a:lnTo>
                    <a:lnTo>
                      <a:pt x="20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" name="Freeform 398">
                <a:extLst>
                  <a:ext uri="{FF2B5EF4-FFF2-40B4-BE49-F238E27FC236}">
                    <a16:creationId xmlns:a16="http://schemas.microsoft.com/office/drawing/2014/main" id="{091005B9-3659-446F-A255-8EDF4606C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167"/>
                <a:ext cx="33" cy="80"/>
              </a:xfrm>
              <a:custGeom>
                <a:avLst/>
                <a:gdLst>
                  <a:gd name="T0" fmla="*/ 0 w 33"/>
                  <a:gd name="T1" fmla="*/ 47 h 80"/>
                  <a:gd name="T2" fmla="*/ 33 w 33"/>
                  <a:gd name="T3" fmla="*/ 80 h 80"/>
                  <a:gd name="T4" fmla="*/ 13 w 33"/>
                  <a:gd name="T5" fmla="*/ 0 h 80"/>
                  <a:gd name="T6" fmla="*/ 0 w 33"/>
                  <a:gd name="T7" fmla="*/ 47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80">
                    <a:moveTo>
                      <a:pt x="0" y="47"/>
                    </a:moveTo>
                    <a:lnTo>
                      <a:pt x="33" y="80"/>
                    </a:lnTo>
                    <a:lnTo>
                      <a:pt x="13" y="0"/>
                    </a:lnTo>
                    <a:lnTo>
                      <a:pt x="0" y="47"/>
                    </a:lnTo>
                    <a:close/>
                  </a:path>
                </a:pathLst>
              </a:custGeom>
              <a:solidFill>
                <a:srgbClr val="000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7" name="Freeform 399">
                <a:extLst>
                  <a:ext uri="{FF2B5EF4-FFF2-40B4-BE49-F238E27FC236}">
                    <a16:creationId xmlns:a16="http://schemas.microsoft.com/office/drawing/2014/main" id="{8CAA8995-5230-405C-85F6-B89EAC7FB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167"/>
                <a:ext cx="33" cy="80"/>
              </a:xfrm>
              <a:custGeom>
                <a:avLst/>
                <a:gdLst>
                  <a:gd name="T0" fmla="*/ 0 w 33"/>
                  <a:gd name="T1" fmla="*/ 47 h 80"/>
                  <a:gd name="T2" fmla="*/ 33 w 33"/>
                  <a:gd name="T3" fmla="*/ 80 h 80"/>
                  <a:gd name="T4" fmla="*/ 13 w 33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80">
                    <a:moveTo>
                      <a:pt x="0" y="47"/>
                    </a:moveTo>
                    <a:lnTo>
                      <a:pt x="33" y="80"/>
                    </a:lnTo>
                    <a:lnTo>
                      <a:pt x="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8" name="Freeform 400">
                <a:extLst>
                  <a:ext uri="{FF2B5EF4-FFF2-40B4-BE49-F238E27FC236}">
                    <a16:creationId xmlns:a16="http://schemas.microsoft.com/office/drawing/2014/main" id="{7E21FF64-911C-497C-96AE-A458F0BC0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951"/>
                <a:ext cx="99" cy="74"/>
              </a:xfrm>
              <a:custGeom>
                <a:avLst/>
                <a:gdLst>
                  <a:gd name="T0" fmla="*/ 99 w 99"/>
                  <a:gd name="T1" fmla="*/ 0 h 74"/>
                  <a:gd name="T2" fmla="*/ 60 w 99"/>
                  <a:gd name="T3" fmla="*/ 14 h 74"/>
                  <a:gd name="T4" fmla="*/ 0 w 99"/>
                  <a:gd name="T5" fmla="*/ 74 h 74"/>
                  <a:gd name="T6" fmla="*/ 99 w 99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74">
                    <a:moveTo>
                      <a:pt x="99" y="0"/>
                    </a:moveTo>
                    <a:lnTo>
                      <a:pt x="60" y="14"/>
                    </a:lnTo>
                    <a:lnTo>
                      <a:pt x="0" y="74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389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9" name="Freeform 401">
                <a:extLst>
                  <a:ext uri="{FF2B5EF4-FFF2-40B4-BE49-F238E27FC236}">
                    <a16:creationId xmlns:a16="http://schemas.microsoft.com/office/drawing/2014/main" id="{992083E5-D6F3-4E63-AC93-E3D0B8688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951"/>
                <a:ext cx="99" cy="74"/>
              </a:xfrm>
              <a:custGeom>
                <a:avLst/>
                <a:gdLst>
                  <a:gd name="T0" fmla="*/ 99 w 99"/>
                  <a:gd name="T1" fmla="*/ 0 h 74"/>
                  <a:gd name="T2" fmla="*/ 60 w 99"/>
                  <a:gd name="T3" fmla="*/ 14 h 74"/>
                  <a:gd name="T4" fmla="*/ 0 w 99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74">
                    <a:moveTo>
                      <a:pt x="99" y="0"/>
                    </a:moveTo>
                    <a:lnTo>
                      <a:pt x="60" y="14"/>
                    </a:lnTo>
                    <a:lnTo>
                      <a:pt x="0" y="7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0" name="Freeform 402">
                <a:extLst>
                  <a:ext uri="{FF2B5EF4-FFF2-40B4-BE49-F238E27FC236}">
                    <a16:creationId xmlns:a16="http://schemas.microsoft.com/office/drawing/2014/main" id="{6AE5B6CF-6DDF-4B23-A538-A2EA669CA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965"/>
                <a:ext cx="106" cy="66"/>
              </a:xfrm>
              <a:custGeom>
                <a:avLst/>
                <a:gdLst>
                  <a:gd name="T0" fmla="*/ 0 w 106"/>
                  <a:gd name="T1" fmla="*/ 66 h 66"/>
                  <a:gd name="T2" fmla="*/ 46 w 106"/>
                  <a:gd name="T3" fmla="*/ 60 h 66"/>
                  <a:gd name="T4" fmla="*/ 106 w 106"/>
                  <a:gd name="T5" fmla="*/ 0 h 66"/>
                  <a:gd name="T6" fmla="*/ 0 w 106"/>
                  <a:gd name="T7" fmla="*/ 66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66">
                    <a:moveTo>
                      <a:pt x="0" y="66"/>
                    </a:moveTo>
                    <a:lnTo>
                      <a:pt x="46" y="60"/>
                    </a:lnTo>
                    <a:lnTo>
                      <a:pt x="106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50A4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1" name="Freeform 403">
                <a:extLst>
                  <a:ext uri="{FF2B5EF4-FFF2-40B4-BE49-F238E27FC236}">
                    <a16:creationId xmlns:a16="http://schemas.microsoft.com/office/drawing/2014/main" id="{B6CE040D-D35C-4769-9AA6-E87779F5A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965"/>
                <a:ext cx="106" cy="66"/>
              </a:xfrm>
              <a:custGeom>
                <a:avLst/>
                <a:gdLst>
                  <a:gd name="T0" fmla="*/ 0 w 106"/>
                  <a:gd name="T1" fmla="*/ 66 h 66"/>
                  <a:gd name="T2" fmla="*/ 46 w 106"/>
                  <a:gd name="T3" fmla="*/ 60 h 66"/>
                  <a:gd name="T4" fmla="*/ 106 w 106"/>
                  <a:gd name="T5" fmla="*/ 0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66">
                    <a:moveTo>
                      <a:pt x="0" y="66"/>
                    </a:moveTo>
                    <a:lnTo>
                      <a:pt x="46" y="60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2" name="Freeform 404">
                <a:extLst>
                  <a:ext uri="{FF2B5EF4-FFF2-40B4-BE49-F238E27FC236}">
                    <a16:creationId xmlns:a16="http://schemas.microsoft.com/office/drawing/2014/main" id="{3472C248-C103-43AF-9B8F-3D32A2A59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025"/>
                <a:ext cx="112" cy="19"/>
              </a:xfrm>
              <a:custGeom>
                <a:avLst/>
                <a:gdLst>
                  <a:gd name="T0" fmla="*/ 112 w 112"/>
                  <a:gd name="T1" fmla="*/ 6 h 19"/>
                  <a:gd name="T2" fmla="*/ 79 w 112"/>
                  <a:gd name="T3" fmla="*/ 0 h 19"/>
                  <a:gd name="T4" fmla="*/ 0 w 112"/>
                  <a:gd name="T5" fmla="*/ 19 h 19"/>
                  <a:gd name="T6" fmla="*/ 112 w 112"/>
                  <a:gd name="T7" fmla="*/ 6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9">
                    <a:moveTo>
                      <a:pt x="112" y="6"/>
                    </a:moveTo>
                    <a:lnTo>
                      <a:pt x="79" y="0"/>
                    </a:lnTo>
                    <a:lnTo>
                      <a:pt x="0" y="19"/>
                    </a:lnTo>
                    <a:lnTo>
                      <a:pt x="112" y="6"/>
                    </a:lnTo>
                    <a:close/>
                  </a:path>
                </a:pathLst>
              </a:custGeom>
              <a:solidFill>
                <a:srgbClr val="78DC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3" name="Freeform 405">
                <a:extLst>
                  <a:ext uri="{FF2B5EF4-FFF2-40B4-BE49-F238E27FC236}">
                    <a16:creationId xmlns:a16="http://schemas.microsoft.com/office/drawing/2014/main" id="{1A061ABE-6C2E-4CA5-A459-B185C6CC85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025"/>
                <a:ext cx="112" cy="19"/>
              </a:xfrm>
              <a:custGeom>
                <a:avLst/>
                <a:gdLst>
                  <a:gd name="T0" fmla="*/ 112 w 112"/>
                  <a:gd name="T1" fmla="*/ 6 h 19"/>
                  <a:gd name="T2" fmla="*/ 79 w 112"/>
                  <a:gd name="T3" fmla="*/ 0 h 19"/>
                  <a:gd name="T4" fmla="*/ 0 w 112"/>
                  <a:gd name="T5" fmla="*/ 19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9">
                    <a:moveTo>
                      <a:pt x="112" y="6"/>
                    </a:moveTo>
                    <a:lnTo>
                      <a:pt x="79" y="0"/>
                    </a:lnTo>
                    <a:lnTo>
                      <a:pt x="0" y="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4" name="Freeform 406">
                <a:extLst>
                  <a:ext uri="{FF2B5EF4-FFF2-40B4-BE49-F238E27FC236}">
                    <a16:creationId xmlns:a16="http://schemas.microsoft.com/office/drawing/2014/main" id="{660B1E63-D9A4-442F-A652-29A26150F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2025"/>
                <a:ext cx="112" cy="19"/>
              </a:xfrm>
              <a:custGeom>
                <a:avLst/>
                <a:gdLst>
                  <a:gd name="T0" fmla="*/ 0 w 112"/>
                  <a:gd name="T1" fmla="*/ 13 h 19"/>
                  <a:gd name="T2" fmla="*/ 33 w 112"/>
                  <a:gd name="T3" fmla="*/ 19 h 19"/>
                  <a:gd name="T4" fmla="*/ 112 w 112"/>
                  <a:gd name="T5" fmla="*/ 0 h 19"/>
                  <a:gd name="T6" fmla="*/ 0 w 112"/>
                  <a:gd name="T7" fmla="*/ 13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9">
                    <a:moveTo>
                      <a:pt x="0" y="13"/>
                    </a:moveTo>
                    <a:lnTo>
                      <a:pt x="33" y="19"/>
                    </a:lnTo>
                    <a:lnTo>
                      <a:pt x="112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88E4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5" name="Freeform 407">
                <a:extLst>
                  <a:ext uri="{FF2B5EF4-FFF2-40B4-BE49-F238E27FC236}">
                    <a16:creationId xmlns:a16="http://schemas.microsoft.com/office/drawing/2014/main" id="{5B77D5DF-C6DC-478A-982D-E1B5B1D66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2025"/>
                <a:ext cx="112" cy="19"/>
              </a:xfrm>
              <a:custGeom>
                <a:avLst/>
                <a:gdLst>
                  <a:gd name="T0" fmla="*/ 0 w 112"/>
                  <a:gd name="T1" fmla="*/ 13 h 19"/>
                  <a:gd name="T2" fmla="*/ 33 w 112"/>
                  <a:gd name="T3" fmla="*/ 19 h 19"/>
                  <a:gd name="T4" fmla="*/ 112 w 112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9">
                    <a:moveTo>
                      <a:pt x="0" y="13"/>
                    </a:moveTo>
                    <a:lnTo>
                      <a:pt x="33" y="19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" name="Freeform 408">
                <a:extLst>
                  <a:ext uri="{FF2B5EF4-FFF2-40B4-BE49-F238E27FC236}">
                    <a16:creationId xmlns:a16="http://schemas.microsoft.com/office/drawing/2014/main" id="{4A9FAD1B-7114-4014-AA2F-40C9A420B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955"/>
                <a:ext cx="53" cy="53"/>
              </a:xfrm>
              <a:custGeom>
                <a:avLst/>
                <a:gdLst>
                  <a:gd name="T0" fmla="*/ 33 w 53"/>
                  <a:gd name="T1" fmla="*/ 6 h 53"/>
                  <a:gd name="T2" fmla="*/ 0 w 53"/>
                  <a:gd name="T3" fmla="*/ 0 h 53"/>
                  <a:gd name="T4" fmla="*/ 53 w 53"/>
                  <a:gd name="T5" fmla="*/ 53 h 53"/>
                  <a:gd name="T6" fmla="*/ 33 w 53"/>
                  <a:gd name="T7" fmla="*/ 6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33" y="6"/>
                    </a:moveTo>
                    <a:lnTo>
                      <a:pt x="0" y="0"/>
                    </a:lnTo>
                    <a:lnTo>
                      <a:pt x="53" y="53"/>
                    </a:lnTo>
                    <a:lnTo>
                      <a:pt x="33" y="6"/>
                    </a:lnTo>
                    <a:close/>
                  </a:path>
                </a:pathLst>
              </a:custGeom>
              <a:solidFill>
                <a:srgbClr val="3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7" name="Freeform 409">
                <a:extLst>
                  <a:ext uri="{FF2B5EF4-FFF2-40B4-BE49-F238E27FC236}">
                    <a16:creationId xmlns:a16="http://schemas.microsoft.com/office/drawing/2014/main" id="{F4AC15F3-5FD3-4DE5-B918-B3DA1B72F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955"/>
                <a:ext cx="53" cy="53"/>
              </a:xfrm>
              <a:custGeom>
                <a:avLst/>
                <a:gdLst>
                  <a:gd name="T0" fmla="*/ 33 w 53"/>
                  <a:gd name="T1" fmla="*/ 6 h 53"/>
                  <a:gd name="T2" fmla="*/ 0 w 53"/>
                  <a:gd name="T3" fmla="*/ 0 h 53"/>
                  <a:gd name="T4" fmla="*/ 53 w 53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33" y="6"/>
                    </a:moveTo>
                    <a:lnTo>
                      <a:pt x="0" y="0"/>
                    </a:lnTo>
                    <a:lnTo>
                      <a:pt x="53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8" name="Freeform 410">
                <a:extLst>
                  <a:ext uri="{FF2B5EF4-FFF2-40B4-BE49-F238E27FC236}">
                    <a16:creationId xmlns:a16="http://schemas.microsoft.com/office/drawing/2014/main" id="{31BDC56A-E4CE-48B4-B469-25782040B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961"/>
                <a:ext cx="60" cy="54"/>
              </a:xfrm>
              <a:custGeom>
                <a:avLst/>
                <a:gdLst>
                  <a:gd name="T0" fmla="*/ 20 w 60"/>
                  <a:gd name="T1" fmla="*/ 47 h 54"/>
                  <a:gd name="T2" fmla="*/ 60 w 60"/>
                  <a:gd name="T3" fmla="*/ 54 h 54"/>
                  <a:gd name="T4" fmla="*/ 0 w 60"/>
                  <a:gd name="T5" fmla="*/ 0 h 54"/>
                  <a:gd name="T6" fmla="*/ 20 w 60"/>
                  <a:gd name="T7" fmla="*/ 47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54">
                    <a:moveTo>
                      <a:pt x="20" y="47"/>
                    </a:moveTo>
                    <a:lnTo>
                      <a:pt x="60" y="54"/>
                    </a:lnTo>
                    <a:lnTo>
                      <a:pt x="0" y="0"/>
                    </a:lnTo>
                    <a:lnTo>
                      <a:pt x="20" y="47"/>
                    </a:lnTo>
                    <a:close/>
                  </a:path>
                </a:pathLst>
              </a:custGeom>
              <a:solidFill>
                <a:srgbClr val="3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9" name="Freeform 411">
                <a:extLst>
                  <a:ext uri="{FF2B5EF4-FFF2-40B4-BE49-F238E27FC236}">
                    <a16:creationId xmlns:a16="http://schemas.microsoft.com/office/drawing/2014/main" id="{428F831A-F1BB-4ACB-8673-311187253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961"/>
                <a:ext cx="60" cy="54"/>
              </a:xfrm>
              <a:custGeom>
                <a:avLst/>
                <a:gdLst>
                  <a:gd name="T0" fmla="*/ 20 w 60"/>
                  <a:gd name="T1" fmla="*/ 47 h 54"/>
                  <a:gd name="T2" fmla="*/ 60 w 60"/>
                  <a:gd name="T3" fmla="*/ 54 h 54"/>
                  <a:gd name="T4" fmla="*/ 0 w 60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54">
                    <a:moveTo>
                      <a:pt x="20" y="47"/>
                    </a:moveTo>
                    <a:lnTo>
                      <a:pt x="60" y="5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0" name="Freeform 412">
                <a:extLst>
                  <a:ext uri="{FF2B5EF4-FFF2-40B4-BE49-F238E27FC236}">
                    <a16:creationId xmlns:a16="http://schemas.microsoft.com/office/drawing/2014/main" id="{3FBC9793-05DB-4289-ADDA-700EE01DB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765"/>
                <a:ext cx="80" cy="80"/>
              </a:xfrm>
              <a:custGeom>
                <a:avLst/>
                <a:gdLst>
                  <a:gd name="T0" fmla="*/ 80 w 80"/>
                  <a:gd name="T1" fmla="*/ 80 h 80"/>
                  <a:gd name="T2" fmla="*/ 53 w 80"/>
                  <a:gd name="T3" fmla="*/ 40 h 80"/>
                  <a:gd name="T4" fmla="*/ 0 w 80"/>
                  <a:gd name="T5" fmla="*/ 0 h 80"/>
                  <a:gd name="T6" fmla="*/ 80 w 80"/>
                  <a:gd name="T7" fmla="*/ 80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80">
                    <a:moveTo>
                      <a:pt x="80" y="80"/>
                    </a:moveTo>
                    <a:lnTo>
                      <a:pt x="53" y="40"/>
                    </a:lnTo>
                    <a:lnTo>
                      <a:pt x="0" y="0"/>
                    </a:lnTo>
                    <a:lnTo>
                      <a:pt x="80" y="80"/>
                    </a:lnTo>
                    <a:close/>
                  </a:path>
                </a:pathLst>
              </a:custGeom>
              <a:solidFill>
                <a:srgbClr val="E0F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1" name="Freeform 413">
                <a:extLst>
                  <a:ext uri="{FF2B5EF4-FFF2-40B4-BE49-F238E27FC236}">
                    <a16:creationId xmlns:a16="http://schemas.microsoft.com/office/drawing/2014/main" id="{A05A92B2-AD36-43BC-A7FF-DAAAEFAB6C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765"/>
                <a:ext cx="80" cy="80"/>
              </a:xfrm>
              <a:custGeom>
                <a:avLst/>
                <a:gdLst>
                  <a:gd name="T0" fmla="*/ 80 w 80"/>
                  <a:gd name="T1" fmla="*/ 80 h 80"/>
                  <a:gd name="T2" fmla="*/ 53 w 80"/>
                  <a:gd name="T3" fmla="*/ 40 h 80"/>
                  <a:gd name="T4" fmla="*/ 0 w 80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80">
                    <a:moveTo>
                      <a:pt x="80" y="80"/>
                    </a:moveTo>
                    <a:lnTo>
                      <a:pt x="53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2" name="Freeform 414">
                <a:extLst>
                  <a:ext uri="{FF2B5EF4-FFF2-40B4-BE49-F238E27FC236}">
                    <a16:creationId xmlns:a16="http://schemas.microsoft.com/office/drawing/2014/main" id="{B7C34F3D-18F8-47C3-9051-E235CFAD12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1726"/>
                <a:ext cx="72" cy="79"/>
              </a:xfrm>
              <a:custGeom>
                <a:avLst/>
                <a:gdLst>
                  <a:gd name="T0" fmla="*/ 0 w 72"/>
                  <a:gd name="T1" fmla="*/ 0 h 79"/>
                  <a:gd name="T2" fmla="*/ 19 w 72"/>
                  <a:gd name="T3" fmla="*/ 39 h 79"/>
                  <a:gd name="T4" fmla="*/ 72 w 72"/>
                  <a:gd name="T5" fmla="*/ 79 h 79"/>
                  <a:gd name="T6" fmla="*/ 0 w 72"/>
                  <a:gd name="T7" fmla="*/ 0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79">
                    <a:moveTo>
                      <a:pt x="0" y="0"/>
                    </a:moveTo>
                    <a:lnTo>
                      <a:pt x="19" y="39"/>
                    </a:lnTo>
                    <a:lnTo>
                      <a:pt x="72" y="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F8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3" name="Freeform 415">
                <a:extLst>
                  <a:ext uri="{FF2B5EF4-FFF2-40B4-BE49-F238E27FC236}">
                    <a16:creationId xmlns:a16="http://schemas.microsoft.com/office/drawing/2014/main" id="{22905995-27D2-47FF-AF87-E7484D3D17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1726"/>
                <a:ext cx="72" cy="79"/>
              </a:xfrm>
              <a:custGeom>
                <a:avLst/>
                <a:gdLst>
                  <a:gd name="T0" fmla="*/ 0 w 72"/>
                  <a:gd name="T1" fmla="*/ 0 h 79"/>
                  <a:gd name="T2" fmla="*/ 19 w 72"/>
                  <a:gd name="T3" fmla="*/ 39 h 79"/>
                  <a:gd name="T4" fmla="*/ 72 w 72"/>
                  <a:gd name="T5" fmla="*/ 79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79">
                    <a:moveTo>
                      <a:pt x="0" y="0"/>
                    </a:moveTo>
                    <a:lnTo>
                      <a:pt x="19" y="39"/>
                    </a:lnTo>
                    <a:lnTo>
                      <a:pt x="72" y="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4" name="Freeform 416">
                <a:extLst>
                  <a:ext uri="{FF2B5EF4-FFF2-40B4-BE49-F238E27FC236}">
                    <a16:creationId xmlns:a16="http://schemas.microsoft.com/office/drawing/2014/main" id="{2E19D75E-87AB-4436-B9EB-6B73FE2E3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001"/>
                <a:ext cx="60" cy="27"/>
              </a:xfrm>
              <a:custGeom>
                <a:avLst/>
                <a:gdLst>
                  <a:gd name="T0" fmla="*/ 40 w 60"/>
                  <a:gd name="T1" fmla="*/ 0 h 27"/>
                  <a:gd name="T2" fmla="*/ 0 w 60"/>
                  <a:gd name="T3" fmla="*/ 27 h 27"/>
                  <a:gd name="T4" fmla="*/ 60 w 60"/>
                  <a:gd name="T5" fmla="*/ 20 h 27"/>
                  <a:gd name="T6" fmla="*/ 40 w 60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27">
                    <a:moveTo>
                      <a:pt x="40" y="0"/>
                    </a:moveTo>
                    <a:lnTo>
                      <a:pt x="0" y="27"/>
                    </a:lnTo>
                    <a:lnTo>
                      <a:pt x="60" y="2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A81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5" name="Freeform 417">
                <a:extLst>
                  <a:ext uri="{FF2B5EF4-FFF2-40B4-BE49-F238E27FC236}">
                    <a16:creationId xmlns:a16="http://schemas.microsoft.com/office/drawing/2014/main" id="{A524A821-518C-4807-A210-1F51539A81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001"/>
                <a:ext cx="60" cy="27"/>
              </a:xfrm>
              <a:custGeom>
                <a:avLst/>
                <a:gdLst>
                  <a:gd name="T0" fmla="*/ 40 w 60"/>
                  <a:gd name="T1" fmla="*/ 0 h 27"/>
                  <a:gd name="T2" fmla="*/ 0 w 60"/>
                  <a:gd name="T3" fmla="*/ 27 h 27"/>
                  <a:gd name="T4" fmla="*/ 60 w 60"/>
                  <a:gd name="T5" fmla="*/ 2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7">
                    <a:moveTo>
                      <a:pt x="40" y="0"/>
                    </a:moveTo>
                    <a:lnTo>
                      <a:pt x="0" y="27"/>
                    </a:lnTo>
                    <a:lnTo>
                      <a:pt x="60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6" name="Freeform 418">
                <a:extLst>
                  <a:ext uri="{FF2B5EF4-FFF2-40B4-BE49-F238E27FC236}">
                    <a16:creationId xmlns:a16="http://schemas.microsoft.com/office/drawing/2014/main" id="{4610CA03-CDF8-406B-AA69-38A4F5E63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995"/>
                <a:ext cx="66" cy="26"/>
              </a:xfrm>
              <a:custGeom>
                <a:avLst/>
                <a:gdLst>
                  <a:gd name="T0" fmla="*/ 20 w 66"/>
                  <a:gd name="T1" fmla="*/ 26 h 26"/>
                  <a:gd name="T2" fmla="*/ 66 w 66"/>
                  <a:gd name="T3" fmla="*/ 0 h 26"/>
                  <a:gd name="T4" fmla="*/ 0 w 66"/>
                  <a:gd name="T5" fmla="*/ 6 h 26"/>
                  <a:gd name="T6" fmla="*/ 20 w 66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26">
                    <a:moveTo>
                      <a:pt x="20" y="26"/>
                    </a:moveTo>
                    <a:lnTo>
                      <a:pt x="66" y="0"/>
                    </a:lnTo>
                    <a:lnTo>
                      <a:pt x="0" y="6"/>
                    </a:lnTo>
                    <a:lnTo>
                      <a:pt x="20" y="26"/>
                    </a:lnTo>
                    <a:close/>
                  </a:path>
                </a:pathLst>
              </a:custGeom>
              <a:solidFill>
                <a:srgbClr val="A81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7" name="Freeform 419">
                <a:extLst>
                  <a:ext uri="{FF2B5EF4-FFF2-40B4-BE49-F238E27FC236}">
                    <a16:creationId xmlns:a16="http://schemas.microsoft.com/office/drawing/2014/main" id="{A2D2ED61-D12E-400C-9830-3DE4F62F56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995"/>
                <a:ext cx="66" cy="26"/>
              </a:xfrm>
              <a:custGeom>
                <a:avLst/>
                <a:gdLst>
                  <a:gd name="T0" fmla="*/ 20 w 66"/>
                  <a:gd name="T1" fmla="*/ 26 h 26"/>
                  <a:gd name="T2" fmla="*/ 66 w 66"/>
                  <a:gd name="T3" fmla="*/ 0 h 26"/>
                  <a:gd name="T4" fmla="*/ 0 w 66"/>
                  <a:gd name="T5" fmla="*/ 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26">
                    <a:moveTo>
                      <a:pt x="20" y="26"/>
                    </a:moveTo>
                    <a:lnTo>
                      <a:pt x="66" y="0"/>
                    </a:lnTo>
                    <a:lnTo>
                      <a:pt x="0" y="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" name="Freeform 420">
                <a:extLst>
                  <a:ext uri="{FF2B5EF4-FFF2-40B4-BE49-F238E27FC236}">
                    <a16:creationId xmlns:a16="http://schemas.microsoft.com/office/drawing/2014/main" id="{7EF68301-2EBE-45D0-84AE-DA652FEF69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1" y="1167"/>
                <a:ext cx="26" cy="80"/>
              </a:xfrm>
              <a:custGeom>
                <a:avLst/>
                <a:gdLst>
                  <a:gd name="T0" fmla="*/ 26 w 26"/>
                  <a:gd name="T1" fmla="*/ 34 h 80"/>
                  <a:gd name="T2" fmla="*/ 0 w 26"/>
                  <a:gd name="T3" fmla="*/ 0 h 80"/>
                  <a:gd name="T4" fmla="*/ 20 w 26"/>
                  <a:gd name="T5" fmla="*/ 80 h 80"/>
                  <a:gd name="T6" fmla="*/ 26 w 26"/>
                  <a:gd name="T7" fmla="*/ 34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80">
                    <a:moveTo>
                      <a:pt x="26" y="34"/>
                    </a:moveTo>
                    <a:lnTo>
                      <a:pt x="0" y="0"/>
                    </a:lnTo>
                    <a:lnTo>
                      <a:pt x="20" y="80"/>
                    </a:lnTo>
                    <a:lnTo>
                      <a:pt x="26" y="34"/>
                    </a:lnTo>
                    <a:close/>
                  </a:path>
                </a:pathLst>
              </a:custGeom>
              <a:solidFill>
                <a:srgbClr val="000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" name="Freeform 421">
                <a:extLst>
                  <a:ext uri="{FF2B5EF4-FFF2-40B4-BE49-F238E27FC236}">
                    <a16:creationId xmlns:a16="http://schemas.microsoft.com/office/drawing/2014/main" id="{24F4D525-60BF-4BED-97B2-FD719B45E2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1" y="1167"/>
                <a:ext cx="26" cy="80"/>
              </a:xfrm>
              <a:custGeom>
                <a:avLst/>
                <a:gdLst>
                  <a:gd name="T0" fmla="*/ 26 w 26"/>
                  <a:gd name="T1" fmla="*/ 34 h 80"/>
                  <a:gd name="T2" fmla="*/ 0 w 26"/>
                  <a:gd name="T3" fmla="*/ 0 h 80"/>
                  <a:gd name="T4" fmla="*/ 20 w 26"/>
                  <a:gd name="T5" fmla="*/ 8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80">
                    <a:moveTo>
                      <a:pt x="26" y="34"/>
                    </a:moveTo>
                    <a:lnTo>
                      <a:pt x="0" y="0"/>
                    </a:lnTo>
                    <a:lnTo>
                      <a:pt x="20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" name="Freeform 422">
                <a:extLst>
                  <a:ext uri="{FF2B5EF4-FFF2-40B4-BE49-F238E27FC236}">
                    <a16:creationId xmlns:a16="http://schemas.microsoft.com/office/drawing/2014/main" id="{70C78C44-7289-496C-AA1E-272DD045ED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201"/>
                <a:ext cx="20" cy="73"/>
              </a:xfrm>
              <a:custGeom>
                <a:avLst/>
                <a:gdLst>
                  <a:gd name="T0" fmla="*/ 0 w 20"/>
                  <a:gd name="T1" fmla="*/ 46 h 73"/>
                  <a:gd name="T2" fmla="*/ 20 w 20"/>
                  <a:gd name="T3" fmla="*/ 73 h 73"/>
                  <a:gd name="T4" fmla="*/ 6 w 20"/>
                  <a:gd name="T5" fmla="*/ 0 h 73"/>
                  <a:gd name="T6" fmla="*/ 0 w 20"/>
                  <a:gd name="T7" fmla="*/ 46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73">
                    <a:moveTo>
                      <a:pt x="0" y="46"/>
                    </a:moveTo>
                    <a:lnTo>
                      <a:pt x="20" y="73"/>
                    </a:lnTo>
                    <a:lnTo>
                      <a:pt x="6" y="0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0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" name="Freeform 423">
                <a:extLst>
                  <a:ext uri="{FF2B5EF4-FFF2-40B4-BE49-F238E27FC236}">
                    <a16:creationId xmlns:a16="http://schemas.microsoft.com/office/drawing/2014/main" id="{B965AE3A-5FD2-4D1A-9F51-AA9F0110C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201"/>
                <a:ext cx="20" cy="73"/>
              </a:xfrm>
              <a:custGeom>
                <a:avLst/>
                <a:gdLst>
                  <a:gd name="T0" fmla="*/ 0 w 20"/>
                  <a:gd name="T1" fmla="*/ 46 h 73"/>
                  <a:gd name="T2" fmla="*/ 20 w 20"/>
                  <a:gd name="T3" fmla="*/ 73 h 73"/>
                  <a:gd name="T4" fmla="*/ 6 w 20"/>
                  <a:gd name="T5" fmla="*/ 0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73">
                    <a:moveTo>
                      <a:pt x="0" y="46"/>
                    </a:moveTo>
                    <a:lnTo>
                      <a:pt x="20" y="73"/>
                    </a:lnTo>
                    <a:lnTo>
                      <a:pt x="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" name="Freeform 424">
                <a:extLst>
                  <a:ext uri="{FF2B5EF4-FFF2-40B4-BE49-F238E27FC236}">
                    <a16:creationId xmlns:a16="http://schemas.microsoft.com/office/drawing/2014/main" id="{4FD130B8-4D5C-404C-AE0C-E0DCA33F5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961"/>
                <a:ext cx="60" cy="54"/>
              </a:xfrm>
              <a:custGeom>
                <a:avLst/>
                <a:gdLst>
                  <a:gd name="T0" fmla="*/ 40 w 60"/>
                  <a:gd name="T1" fmla="*/ 14 h 54"/>
                  <a:gd name="T2" fmla="*/ 0 w 60"/>
                  <a:gd name="T3" fmla="*/ 0 h 54"/>
                  <a:gd name="T4" fmla="*/ 60 w 60"/>
                  <a:gd name="T5" fmla="*/ 54 h 54"/>
                  <a:gd name="T6" fmla="*/ 40 w 60"/>
                  <a:gd name="T7" fmla="*/ 14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54">
                    <a:moveTo>
                      <a:pt x="40" y="14"/>
                    </a:moveTo>
                    <a:lnTo>
                      <a:pt x="0" y="0"/>
                    </a:lnTo>
                    <a:lnTo>
                      <a:pt x="60" y="54"/>
                    </a:lnTo>
                    <a:lnTo>
                      <a:pt x="40" y="14"/>
                    </a:lnTo>
                    <a:close/>
                  </a:path>
                </a:pathLst>
              </a:custGeom>
              <a:solidFill>
                <a:srgbClr val="1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" name="Freeform 425">
                <a:extLst>
                  <a:ext uri="{FF2B5EF4-FFF2-40B4-BE49-F238E27FC236}">
                    <a16:creationId xmlns:a16="http://schemas.microsoft.com/office/drawing/2014/main" id="{02471FA0-F1CB-4029-A08B-0022F09B23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961"/>
                <a:ext cx="60" cy="54"/>
              </a:xfrm>
              <a:custGeom>
                <a:avLst/>
                <a:gdLst>
                  <a:gd name="T0" fmla="*/ 40 w 60"/>
                  <a:gd name="T1" fmla="*/ 14 h 54"/>
                  <a:gd name="T2" fmla="*/ 0 w 60"/>
                  <a:gd name="T3" fmla="*/ 0 h 54"/>
                  <a:gd name="T4" fmla="*/ 60 w 60"/>
                  <a:gd name="T5" fmla="*/ 54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54">
                    <a:moveTo>
                      <a:pt x="40" y="14"/>
                    </a:moveTo>
                    <a:lnTo>
                      <a:pt x="0" y="0"/>
                    </a:lnTo>
                    <a:lnTo>
                      <a:pt x="60" y="5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" name="Freeform 426">
                <a:extLst>
                  <a:ext uri="{FF2B5EF4-FFF2-40B4-BE49-F238E27FC236}">
                    <a16:creationId xmlns:a16="http://schemas.microsoft.com/office/drawing/2014/main" id="{FCBD765B-7673-43F0-BC96-9D7BC2D45A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975"/>
                <a:ext cx="53" cy="53"/>
              </a:xfrm>
              <a:custGeom>
                <a:avLst/>
                <a:gdLst>
                  <a:gd name="T0" fmla="*/ 20 w 53"/>
                  <a:gd name="T1" fmla="*/ 40 h 53"/>
                  <a:gd name="T2" fmla="*/ 53 w 53"/>
                  <a:gd name="T3" fmla="*/ 53 h 53"/>
                  <a:gd name="T4" fmla="*/ 0 w 53"/>
                  <a:gd name="T5" fmla="*/ 0 h 53"/>
                  <a:gd name="T6" fmla="*/ 20 w 53"/>
                  <a:gd name="T7" fmla="*/ 4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20" y="40"/>
                    </a:moveTo>
                    <a:lnTo>
                      <a:pt x="53" y="53"/>
                    </a:lnTo>
                    <a:lnTo>
                      <a:pt x="0" y="0"/>
                    </a:lnTo>
                    <a:lnTo>
                      <a:pt x="20" y="40"/>
                    </a:lnTo>
                    <a:close/>
                  </a:path>
                </a:pathLst>
              </a:custGeom>
              <a:solidFill>
                <a:srgbClr val="1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" name="Freeform 427">
                <a:extLst>
                  <a:ext uri="{FF2B5EF4-FFF2-40B4-BE49-F238E27FC236}">
                    <a16:creationId xmlns:a16="http://schemas.microsoft.com/office/drawing/2014/main" id="{C76551DD-4A84-414B-955A-47F6485AB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975"/>
                <a:ext cx="53" cy="53"/>
              </a:xfrm>
              <a:custGeom>
                <a:avLst/>
                <a:gdLst>
                  <a:gd name="T0" fmla="*/ 20 w 53"/>
                  <a:gd name="T1" fmla="*/ 40 h 53"/>
                  <a:gd name="T2" fmla="*/ 53 w 53"/>
                  <a:gd name="T3" fmla="*/ 53 h 53"/>
                  <a:gd name="T4" fmla="*/ 0 w 53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20" y="40"/>
                    </a:moveTo>
                    <a:lnTo>
                      <a:pt x="53" y="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" name="Freeform 428">
                <a:extLst>
                  <a:ext uri="{FF2B5EF4-FFF2-40B4-BE49-F238E27FC236}">
                    <a16:creationId xmlns:a16="http://schemas.microsoft.com/office/drawing/2014/main" id="{18891E27-24F0-4C13-B2FE-9F1E81FC4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2031"/>
                <a:ext cx="112" cy="27"/>
              </a:xfrm>
              <a:custGeom>
                <a:avLst/>
                <a:gdLst>
                  <a:gd name="T0" fmla="*/ 112 w 112"/>
                  <a:gd name="T1" fmla="*/ 7 h 27"/>
                  <a:gd name="T2" fmla="*/ 72 w 112"/>
                  <a:gd name="T3" fmla="*/ 0 h 27"/>
                  <a:gd name="T4" fmla="*/ 0 w 112"/>
                  <a:gd name="T5" fmla="*/ 27 h 27"/>
                  <a:gd name="T6" fmla="*/ 112 w 112"/>
                  <a:gd name="T7" fmla="*/ 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27">
                    <a:moveTo>
                      <a:pt x="112" y="7"/>
                    </a:moveTo>
                    <a:lnTo>
                      <a:pt x="72" y="0"/>
                    </a:lnTo>
                    <a:lnTo>
                      <a:pt x="0" y="27"/>
                    </a:lnTo>
                    <a:lnTo>
                      <a:pt x="112" y="7"/>
                    </a:lnTo>
                    <a:close/>
                  </a:path>
                </a:pathLst>
              </a:custGeom>
              <a:solidFill>
                <a:srgbClr val="60D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" name="Freeform 429">
                <a:extLst>
                  <a:ext uri="{FF2B5EF4-FFF2-40B4-BE49-F238E27FC236}">
                    <a16:creationId xmlns:a16="http://schemas.microsoft.com/office/drawing/2014/main" id="{DA9BF9D5-4E87-462F-A624-B0F77AF504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2031"/>
                <a:ext cx="112" cy="27"/>
              </a:xfrm>
              <a:custGeom>
                <a:avLst/>
                <a:gdLst>
                  <a:gd name="T0" fmla="*/ 112 w 112"/>
                  <a:gd name="T1" fmla="*/ 7 h 27"/>
                  <a:gd name="T2" fmla="*/ 72 w 112"/>
                  <a:gd name="T3" fmla="*/ 0 h 27"/>
                  <a:gd name="T4" fmla="*/ 0 w 112"/>
                  <a:gd name="T5" fmla="*/ 2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27">
                    <a:moveTo>
                      <a:pt x="112" y="7"/>
                    </a:moveTo>
                    <a:lnTo>
                      <a:pt x="72" y="0"/>
                    </a:lnTo>
                    <a:lnTo>
                      <a:pt x="0" y="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" name="Freeform 430">
                <a:extLst>
                  <a:ext uri="{FF2B5EF4-FFF2-40B4-BE49-F238E27FC236}">
                    <a16:creationId xmlns:a16="http://schemas.microsoft.com/office/drawing/2014/main" id="{1A459567-EE6D-4ABF-9EFC-A8AB70F19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031"/>
                <a:ext cx="112" cy="27"/>
              </a:xfrm>
              <a:custGeom>
                <a:avLst/>
                <a:gdLst>
                  <a:gd name="T0" fmla="*/ 0 w 112"/>
                  <a:gd name="T1" fmla="*/ 13 h 27"/>
                  <a:gd name="T2" fmla="*/ 40 w 112"/>
                  <a:gd name="T3" fmla="*/ 27 h 27"/>
                  <a:gd name="T4" fmla="*/ 112 w 112"/>
                  <a:gd name="T5" fmla="*/ 0 h 27"/>
                  <a:gd name="T6" fmla="*/ 0 w 112"/>
                  <a:gd name="T7" fmla="*/ 13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27">
                    <a:moveTo>
                      <a:pt x="0" y="13"/>
                    </a:moveTo>
                    <a:lnTo>
                      <a:pt x="40" y="27"/>
                    </a:lnTo>
                    <a:lnTo>
                      <a:pt x="112" y="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78DC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" name="Freeform 431">
                <a:extLst>
                  <a:ext uri="{FF2B5EF4-FFF2-40B4-BE49-F238E27FC236}">
                    <a16:creationId xmlns:a16="http://schemas.microsoft.com/office/drawing/2014/main" id="{A991BBBE-5CD6-4702-AAA8-78F989743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031"/>
                <a:ext cx="112" cy="27"/>
              </a:xfrm>
              <a:custGeom>
                <a:avLst/>
                <a:gdLst>
                  <a:gd name="T0" fmla="*/ 0 w 112"/>
                  <a:gd name="T1" fmla="*/ 13 h 27"/>
                  <a:gd name="T2" fmla="*/ 40 w 112"/>
                  <a:gd name="T3" fmla="*/ 27 h 27"/>
                  <a:gd name="T4" fmla="*/ 112 w 112"/>
                  <a:gd name="T5" fmla="*/ 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27">
                    <a:moveTo>
                      <a:pt x="0" y="13"/>
                    </a:moveTo>
                    <a:lnTo>
                      <a:pt x="40" y="27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" name="Freeform 432">
                <a:extLst>
                  <a:ext uri="{FF2B5EF4-FFF2-40B4-BE49-F238E27FC236}">
                    <a16:creationId xmlns:a16="http://schemas.microsoft.com/office/drawing/2014/main" id="{B24A9EE0-1F3E-4AFD-AF85-CBA7490CC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1805"/>
                <a:ext cx="86" cy="73"/>
              </a:xfrm>
              <a:custGeom>
                <a:avLst/>
                <a:gdLst>
                  <a:gd name="T0" fmla="*/ 86 w 86"/>
                  <a:gd name="T1" fmla="*/ 73 h 73"/>
                  <a:gd name="T2" fmla="*/ 60 w 86"/>
                  <a:gd name="T3" fmla="*/ 40 h 73"/>
                  <a:gd name="T4" fmla="*/ 0 w 86"/>
                  <a:gd name="T5" fmla="*/ 0 h 73"/>
                  <a:gd name="T6" fmla="*/ 86 w 86"/>
                  <a:gd name="T7" fmla="*/ 73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73">
                    <a:moveTo>
                      <a:pt x="86" y="73"/>
                    </a:moveTo>
                    <a:lnTo>
                      <a:pt x="60" y="40"/>
                    </a:lnTo>
                    <a:lnTo>
                      <a:pt x="0" y="0"/>
                    </a:lnTo>
                    <a:lnTo>
                      <a:pt x="86" y="73"/>
                    </a:lnTo>
                    <a:close/>
                  </a:path>
                </a:pathLst>
              </a:custGeom>
              <a:solidFill>
                <a:srgbClr val="D0F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" name="Freeform 433">
                <a:extLst>
                  <a:ext uri="{FF2B5EF4-FFF2-40B4-BE49-F238E27FC236}">
                    <a16:creationId xmlns:a16="http://schemas.microsoft.com/office/drawing/2014/main" id="{D9AEE621-F9E3-44BC-86B4-F59AEC02C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1805"/>
                <a:ext cx="86" cy="73"/>
              </a:xfrm>
              <a:custGeom>
                <a:avLst/>
                <a:gdLst>
                  <a:gd name="T0" fmla="*/ 86 w 86"/>
                  <a:gd name="T1" fmla="*/ 73 h 73"/>
                  <a:gd name="T2" fmla="*/ 60 w 86"/>
                  <a:gd name="T3" fmla="*/ 40 h 73"/>
                  <a:gd name="T4" fmla="*/ 0 w 86"/>
                  <a:gd name="T5" fmla="*/ 0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73">
                    <a:moveTo>
                      <a:pt x="86" y="73"/>
                    </a:moveTo>
                    <a:lnTo>
                      <a:pt x="60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" name="Freeform 434">
                <a:extLst>
                  <a:ext uri="{FF2B5EF4-FFF2-40B4-BE49-F238E27FC236}">
                    <a16:creationId xmlns:a16="http://schemas.microsoft.com/office/drawing/2014/main" id="{75B020CC-CA62-467C-8472-B85C4C317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765"/>
                <a:ext cx="80" cy="80"/>
              </a:xfrm>
              <a:custGeom>
                <a:avLst/>
                <a:gdLst>
                  <a:gd name="T0" fmla="*/ 0 w 80"/>
                  <a:gd name="T1" fmla="*/ 0 h 80"/>
                  <a:gd name="T2" fmla="*/ 20 w 80"/>
                  <a:gd name="T3" fmla="*/ 40 h 80"/>
                  <a:gd name="T4" fmla="*/ 80 w 80"/>
                  <a:gd name="T5" fmla="*/ 80 h 80"/>
                  <a:gd name="T6" fmla="*/ 0 w 80"/>
                  <a:gd name="T7" fmla="*/ 0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80">
                    <a:moveTo>
                      <a:pt x="0" y="0"/>
                    </a:moveTo>
                    <a:lnTo>
                      <a:pt x="20" y="40"/>
                    </a:lnTo>
                    <a:lnTo>
                      <a:pt x="8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0F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" name="Freeform 435">
                <a:extLst>
                  <a:ext uri="{FF2B5EF4-FFF2-40B4-BE49-F238E27FC236}">
                    <a16:creationId xmlns:a16="http://schemas.microsoft.com/office/drawing/2014/main" id="{2249776F-7E7F-47B9-916D-ADC2D98D1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765"/>
                <a:ext cx="80" cy="80"/>
              </a:xfrm>
              <a:custGeom>
                <a:avLst/>
                <a:gdLst>
                  <a:gd name="T0" fmla="*/ 0 w 80"/>
                  <a:gd name="T1" fmla="*/ 0 h 80"/>
                  <a:gd name="T2" fmla="*/ 20 w 80"/>
                  <a:gd name="T3" fmla="*/ 40 h 80"/>
                  <a:gd name="T4" fmla="*/ 80 w 80"/>
                  <a:gd name="T5" fmla="*/ 8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80">
                    <a:moveTo>
                      <a:pt x="0" y="0"/>
                    </a:moveTo>
                    <a:lnTo>
                      <a:pt x="20" y="40"/>
                    </a:lnTo>
                    <a:lnTo>
                      <a:pt x="80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" name="Freeform 436">
                <a:extLst>
                  <a:ext uri="{FF2B5EF4-FFF2-40B4-BE49-F238E27FC236}">
                    <a16:creationId xmlns:a16="http://schemas.microsoft.com/office/drawing/2014/main" id="{08C8AE91-C781-4CF6-8E61-05B855435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938"/>
                <a:ext cx="99" cy="73"/>
              </a:xfrm>
              <a:custGeom>
                <a:avLst/>
                <a:gdLst>
                  <a:gd name="T0" fmla="*/ 99 w 99"/>
                  <a:gd name="T1" fmla="*/ 0 h 73"/>
                  <a:gd name="T2" fmla="*/ 59 w 99"/>
                  <a:gd name="T3" fmla="*/ 13 h 73"/>
                  <a:gd name="T4" fmla="*/ 0 w 99"/>
                  <a:gd name="T5" fmla="*/ 73 h 73"/>
                  <a:gd name="T6" fmla="*/ 99 w 99"/>
                  <a:gd name="T7" fmla="*/ 0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73">
                    <a:moveTo>
                      <a:pt x="99" y="0"/>
                    </a:moveTo>
                    <a:lnTo>
                      <a:pt x="59" y="13"/>
                    </a:lnTo>
                    <a:lnTo>
                      <a:pt x="0" y="73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188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" name="Freeform 437">
                <a:extLst>
                  <a:ext uri="{FF2B5EF4-FFF2-40B4-BE49-F238E27FC236}">
                    <a16:creationId xmlns:a16="http://schemas.microsoft.com/office/drawing/2014/main" id="{3DB16500-716D-4B06-AAE6-3A596E9FE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938"/>
                <a:ext cx="99" cy="73"/>
              </a:xfrm>
              <a:custGeom>
                <a:avLst/>
                <a:gdLst>
                  <a:gd name="T0" fmla="*/ 99 w 99"/>
                  <a:gd name="T1" fmla="*/ 0 h 73"/>
                  <a:gd name="T2" fmla="*/ 59 w 99"/>
                  <a:gd name="T3" fmla="*/ 13 h 73"/>
                  <a:gd name="T4" fmla="*/ 0 w 99"/>
                  <a:gd name="T5" fmla="*/ 73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73">
                    <a:moveTo>
                      <a:pt x="99" y="0"/>
                    </a:moveTo>
                    <a:lnTo>
                      <a:pt x="59" y="13"/>
                    </a:lnTo>
                    <a:lnTo>
                      <a:pt x="0" y="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6" name="Freeform 438">
                <a:extLst>
                  <a:ext uri="{FF2B5EF4-FFF2-40B4-BE49-F238E27FC236}">
                    <a16:creationId xmlns:a16="http://schemas.microsoft.com/office/drawing/2014/main" id="{26E600B5-52B8-4E79-8AAC-64853CF0F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951"/>
                <a:ext cx="99" cy="74"/>
              </a:xfrm>
              <a:custGeom>
                <a:avLst/>
                <a:gdLst>
                  <a:gd name="T0" fmla="*/ 0 w 99"/>
                  <a:gd name="T1" fmla="*/ 74 h 74"/>
                  <a:gd name="T2" fmla="*/ 40 w 99"/>
                  <a:gd name="T3" fmla="*/ 60 h 74"/>
                  <a:gd name="T4" fmla="*/ 99 w 99"/>
                  <a:gd name="T5" fmla="*/ 0 h 74"/>
                  <a:gd name="T6" fmla="*/ 0 w 99"/>
                  <a:gd name="T7" fmla="*/ 74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74">
                    <a:moveTo>
                      <a:pt x="0" y="74"/>
                    </a:moveTo>
                    <a:lnTo>
                      <a:pt x="40" y="60"/>
                    </a:lnTo>
                    <a:lnTo>
                      <a:pt x="99" y="0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389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Group 439">
              <a:extLst>
                <a:ext uri="{FF2B5EF4-FFF2-40B4-BE49-F238E27FC236}">
                  <a16:creationId xmlns:a16="http://schemas.microsoft.com/office/drawing/2014/main" id="{67D28D1C-1306-4622-BF45-AEC0152161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04" y="2575"/>
              <a:ext cx="715" cy="857"/>
              <a:chOff x="2436" y="1088"/>
              <a:chExt cx="715" cy="857"/>
            </a:xfrm>
          </p:grpSpPr>
          <p:sp>
            <p:nvSpPr>
              <p:cNvPr id="747" name="Freeform 440">
                <a:extLst>
                  <a:ext uri="{FF2B5EF4-FFF2-40B4-BE49-F238E27FC236}">
                    <a16:creationId xmlns:a16="http://schemas.microsoft.com/office/drawing/2014/main" id="{9750E0E0-294F-47BC-B809-082FDF8E1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380"/>
                <a:ext cx="66" cy="159"/>
              </a:xfrm>
              <a:custGeom>
                <a:avLst/>
                <a:gdLst>
                  <a:gd name="T0" fmla="*/ 66 w 66"/>
                  <a:gd name="T1" fmla="*/ 13 h 159"/>
                  <a:gd name="T2" fmla="*/ 39 w 66"/>
                  <a:gd name="T3" fmla="*/ 0 h 159"/>
                  <a:gd name="T4" fmla="*/ 0 w 66"/>
                  <a:gd name="T5" fmla="*/ 159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59">
                    <a:moveTo>
                      <a:pt x="66" y="13"/>
                    </a:moveTo>
                    <a:lnTo>
                      <a:pt x="39" y="0"/>
                    </a:lnTo>
                    <a:lnTo>
                      <a:pt x="0" y="15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8" name="Freeform 441">
                <a:extLst>
                  <a:ext uri="{FF2B5EF4-FFF2-40B4-BE49-F238E27FC236}">
                    <a16:creationId xmlns:a16="http://schemas.microsoft.com/office/drawing/2014/main" id="{74AF00CB-BCF9-43A0-8B9C-56D631A14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393"/>
                <a:ext cx="66" cy="153"/>
              </a:xfrm>
              <a:custGeom>
                <a:avLst/>
                <a:gdLst>
                  <a:gd name="T0" fmla="*/ 0 w 66"/>
                  <a:gd name="T1" fmla="*/ 146 h 153"/>
                  <a:gd name="T2" fmla="*/ 33 w 66"/>
                  <a:gd name="T3" fmla="*/ 153 h 153"/>
                  <a:gd name="T4" fmla="*/ 66 w 66"/>
                  <a:gd name="T5" fmla="*/ 0 h 153"/>
                  <a:gd name="T6" fmla="*/ 0 w 66"/>
                  <a:gd name="T7" fmla="*/ 146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53">
                    <a:moveTo>
                      <a:pt x="0" y="146"/>
                    </a:moveTo>
                    <a:lnTo>
                      <a:pt x="33" y="153"/>
                    </a:lnTo>
                    <a:lnTo>
                      <a:pt x="66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A08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9" name="Freeform 442">
                <a:extLst>
                  <a:ext uri="{FF2B5EF4-FFF2-40B4-BE49-F238E27FC236}">
                    <a16:creationId xmlns:a16="http://schemas.microsoft.com/office/drawing/2014/main" id="{2348762D-DBA2-4A83-AFC9-7D7CE605C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393"/>
                <a:ext cx="66" cy="153"/>
              </a:xfrm>
              <a:custGeom>
                <a:avLst/>
                <a:gdLst>
                  <a:gd name="T0" fmla="*/ 0 w 66"/>
                  <a:gd name="T1" fmla="*/ 146 h 153"/>
                  <a:gd name="T2" fmla="*/ 33 w 66"/>
                  <a:gd name="T3" fmla="*/ 153 h 153"/>
                  <a:gd name="T4" fmla="*/ 66 w 66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53">
                    <a:moveTo>
                      <a:pt x="0" y="146"/>
                    </a:moveTo>
                    <a:lnTo>
                      <a:pt x="33" y="153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0" name="Freeform 443">
                <a:extLst>
                  <a:ext uri="{FF2B5EF4-FFF2-40B4-BE49-F238E27FC236}">
                    <a16:creationId xmlns:a16="http://schemas.microsoft.com/office/drawing/2014/main" id="{CCB478C9-A194-40BA-A580-C011C5D1F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539"/>
                <a:ext cx="93" cy="147"/>
              </a:xfrm>
              <a:custGeom>
                <a:avLst/>
                <a:gdLst>
                  <a:gd name="T0" fmla="*/ 93 w 93"/>
                  <a:gd name="T1" fmla="*/ 7 h 147"/>
                  <a:gd name="T2" fmla="*/ 60 w 93"/>
                  <a:gd name="T3" fmla="*/ 0 h 147"/>
                  <a:gd name="T4" fmla="*/ 0 w 93"/>
                  <a:gd name="T5" fmla="*/ 147 h 147"/>
                  <a:gd name="T6" fmla="*/ 93 w 93"/>
                  <a:gd name="T7" fmla="*/ 7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47">
                    <a:moveTo>
                      <a:pt x="93" y="7"/>
                    </a:moveTo>
                    <a:lnTo>
                      <a:pt x="60" y="0"/>
                    </a:lnTo>
                    <a:lnTo>
                      <a:pt x="0" y="147"/>
                    </a:lnTo>
                    <a:lnTo>
                      <a:pt x="93" y="7"/>
                    </a:lnTo>
                    <a:close/>
                  </a:path>
                </a:pathLst>
              </a:custGeom>
              <a:solidFill>
                <a:srgbClr val="A09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1" name="Freeform 444">
                <a:extLst>
                  <a:ext uri="{FF2B5EF4-FFF2-40B4-BE49-F238E27FC236}">
                    <a16:creationId xmlns:a16="http://schemas.microsoft.com/office/drawing/2014/main" id="{3CC445F4-B28D-48B2-A87A-72D9E0915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539"/>
                <a:ext cx="93" cy="147"/>
              </a:xfrm>
              <a:custGeom>
                <a:avLst/>
                <a:gdLst>
                  <a:gd name="T0" fmla="*/ 93 w 93"/>
                  <a:gd name="T1" fmla="*/ 7 h 147"/>
                  <a:gd name="T2" fmla="*/ 60 w 93"/>
                  <a:gd name="T3" fmla="*/ 0 h 147"/>
                  <a:gd name="T4" fmla="*/ 0 w 93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47">
                    <a:moveTo>
                      <a:pt x="93" y="7"/>
                    </a:moveTo>
                    <a:lnTo>
                      <a:pt x="60" y="0"/>
                    </a:lnTo>
                    <a:lnTo>
                      <a:pt x="0" y="1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2" name="Freeform 445">
                <a:extLst>
                  <a:ext uri="{FF2B5EF4-FFF2-40B4-BE49-F238E27FC236}">
                    <a16:creationId xmlns:a16="http://schemas.microsoft.com/office/drawing/2014/main" id="{C6A0957A-2400-499A-BC0B-F61209D0D9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539"/>
                <a:ext cx="93" cy="147"/>
              </a:xfrm>
              <a:custGeom>
                <a:avLst/>
                <a:gdLst>
                  <a:gd name="T0" fmla="*/ 0 w 93"/>
                  <a:gd name="T1" fmla="*/ 140 h 147"/>
                  <a:gd name="T2" fmla="*/ 33 w 93"/>
                  <a:gd name="T3" fmla="*/ 147 h 147"/>
                  <a:gd name="T4" fmla="*/ 93 w 93"/>
                  <a:gd name="T5" fmla="*/ 0 h 147"/>
                  <a:gd name="T6" fmla="*/ 0 w 93"/>
                  <a:gd name="T7" fmla="*/ 140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47">
                    <a:moveTo>
                      <a:pt x="0" y="140"/>
                    </a:moveTo>
                    <a:lnTo>
                      <a:pt x="33" y="147"/>
                    </a:lnTo>
                    <a:lnTo>
                      <a:pt x="93" y="0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A89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3" name="Freeform 446">
                <a:extLst>
                  <a:ext uri="{FF2B5EF4-FFF2-40B4-BE49-F238E27FC236}">
                    <a16:creationId xmlns:a16="http://schemas.microsoft.com/office/drawing/2014/main" id="{018BEF96-95A7-49B0-967B-82353A389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539"/>
                <a:ext cx="93" cy="147"/>
              </a:xfrm>
              <a:custGeom>
                <a:avLst/>
                <a:gdLst>
                  <a:gd name="T0" fmla="*/ 0 w 93"/>
                  <a:gd name="T1" fmla="*/ 140 h 147"/>
                  <a:gd name="T2" fmla="*/ 33 w 93"/>
                  <a:gd name="T3" fmla="*/ 147 h 147"/>
                  <a:gd name="T4" fmla="*/ 93 w 93"/>
                  <a:gd name="T5" fmla="*/ 0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47">
                    <a:moveTo>
                      <a:pt x="0" y="140"/>
                    </a:moveTo>
                    <a:lnTo>
                      <a:pt x="33" y="147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4" name="Freeform 447">
                <a:extLst>
                  <a:ext uri="{FF2B5EF4-FFF2-40B4-BE49-F238E27FC236}">
                    <a16:creationId xmlns:a16="http://schemas.microsoft.com/office/drawing/2014/main" id="{ADAD276F-449D-4072-819B-D833F3E20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214"/>
                <a:ext cx="53" cy="139"/>
              </a:xfrm>
              <a:custGeom>
                <a:avLst/>
                <a:gdLst>
                  <a:gd name="T0" fmla="*/ 53 w 53"/>
                  <a:gd name="T1" fmla="*/ 7 h 139"/>
                  <a:gd name="T2" fmla="*/ 13 w 53"/>
                  <a:gd name="T3" fmla="*/ 0 h 139"/>
                  <a:gd name="T4" fmla="*/ 0 w 53"/>
                  <a:gd name="T5" fmla="*/ 139 h 139"/>
                  <a:gd name="T6" fmla="*/ 53 w 53"/>
                  <a:gd name="T7" fmla="*/ 7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39">
                    <a:moveTo>
                      <a:pt x="53" y="7"/>
                    </a:moveTo>
                    <a:lnTo>
                      <a:pt x="13" y="0"/>
                    </a:lnTo>
                    <a:lnTo>
                      <a:pt x="0" y="139"/>
                    </a:lnTo>
                    <a:lnTo>
                      <a:pt x="53" y="7"/>
                    </a:lnTo>
                    <a:close/>
                  </a:path>
                </a:pathLst>
              </a:custGeom>
              <a:solidFill>
                <a:srgbClr val="A874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5" name="Freeform 448">
                <a:extLst>
                  <a:ext uri="{FF2B5EF4-FFF2-40B4-BE49-F238E27FC236}">
                    <a16:creationId xmlns:a16="http://schemas.microsoft.com/office/drawing/2014/main" id="{A8C1CCDA-7058-401C-9B0E-C895D4D2A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214"/>
                <a:ext cx="53" cy="139"/>
              </a:xfrm>
              <a:custGeom>
                <a:avLst/>
                <a:gdLst>
                  <a:gd name="T0" fmla="*/ 53 w 53"/>
                  <a:gd name="T1" fmla="*/ 7 h 139"/>
                  <a:gd name="T2" fmla="*/ 13 w 53"/>
                  <a:gd name="T3" fmla="*/ 0 h 139"/>
                  <a:gd name="T4" fmla="*/ 0 w 53"/>
                  <a:gd name="T5" fmla="*/ 139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39">
                    <a:moveTo>
                      <a:pt x="53" y="7"/>
                    </a:moveTo>
                    <a:lnTo>
                      <a:pt x="13" y="0"/>
                    </a:lnTo>
                    <a:lnTo>
                      <a:pt x="0" y="1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6" name="Freeform 449">
                <a:extLst>
                  <a:ext uri="{FF2B5EF4-FFF2-40B4-BE49-F238E27FC236}">
                    <a16:creationId xmlns:a16="http://schemas.microsoft.com/office/drawing/2014/main" id="{1BF1BEB8-7929-4539-A969-FA57DF2C2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221"/>
                <a:ext cx="53" cy="146"/>
              </a:xfrm>
              <a:custGeom>
                <a:avLst/>
                <a:gdLst>
                  <a:gd name="T0" fmla="*/ 0 w 53"/>
                  <a:gd name="T1" fmla="*/ 132 h 146"/>
                  <a:gd name="T2" fmla="*/ 33 w 53"/>
                  <a:gd name="T3" fmla="*/ 146 h 146"/>
                  <a:gd name="T4" fmla="*/ 53 w 53"/>
                  <a:gd name="T5" fmla="*/ 0 h 146"/>
                  <a:gd name="T6" fmla="*/ 0 w 53"/>
                  <a:gd name="T7" fmla="*/ 132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0" y="132"/>
                    </a:moveTo>
                    <a:lnTo>
                      <a:pt x="33" y="146"/>
                    </a:lnTo>
                    <a:lnTo>
                      <a:pt x="53" y="0"/>
                    </a:lnTo>
                    <a:lnTo>
                      <a:pt x="0" y="132"/>
                    </a:lnTo>
                    <a:close/>
                  </a:path>
                </a:pathLst>
              </a:custGeom>
              <a:solidFill>
                <a:srgbClr val="A874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7" name="Freeform 450">
                <a:extLst>
                  <a:ext uri="{FF2B5EF4-FFF2-40B4-BE49-F238E27FC236}">
                    <a16:creationId xmlns:a16="http://schemas.microsoft.com/office/drawing/2014/main" id="{865893A8-DB08-4963-BB4E-75C5EED24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221"/>
                <a:ext cx="53" cy="146"/>
              </a:xfrm>
              <a:custGeom>
                <a:avLst/>
                <a:gdLst>
                  <a:gd name="T0" fmla="*/ 0 w 53"/>
                  <a:gd name="T1" fmla="*/ 132 h 146"/>
                  <a:gd name="T2" fmla="*/ 33 w 53"/>
                  <a:gd name="T3" fmla="*/ 146 h 146"/>
                  <a:gd name="T4" fmla="*/ 53 w 53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0" y="132"/>
                    </a:moveTo>
                    <a:lnTo>
                      <a:pt x="33" y="146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8" name="Freeform 451">
                <a:extLst>
                  <a:ext uri="{FF2B5EF4-FFF2-40B4-BE49-F238E27FC236}">
                    <a16:creationId xmlns:a16="http://schemas.microsoft.com/office/drawing/2014/main" id="{AFA2EB4A-CC93-479D-8136-D6A342388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207"/>
                <a:ext cx="53" cy="120"/>
              </a:xfrm>
              <a:custGeom>
                <a:avLst/>
                <a:gdLst>
                  <a:gd name="T0" fmla="*/ 53 w 53"/>
                  <a:gd name="T1" fmla="*/ 0 h 120"/>
                  <a:gd name="T2" fmla="*/ 13 w 53"/>
                  <a:gd name="T3" fmla="*/ 0 h 120"/>
                  <a:gd name="T4" fmla="*/ 0 w 53"/>
                  <a:gd name="T5" fmla="*/ 120 h 120"/>
                  <a:gd name="T6" fmla="*/ 53 w 53"/>
                  <a:gd name="T7" fmla="*/ 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20">
                    <a:moveTo>
                      <a:pt x="53" y="0"/>
                    </a:moveTo>
                    <a:lnTo>
                      <a:pt x="13" y="0"/>
                    </a:lnTo>
                    <a:lnTo>
                      <a:pt x="0" y="120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B880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9" name="Freeform 452">
                <a:extLst>
                  <a:ext uri="{FF2B5EF4-FFF2-40B4-BE49-F238E27FC236}">
                    <a16:creationId xmlns:a16="http://schemas.microsoft.com/office/drawing/2014/main" id="{81109466-9E23-47BB-83C7-0C6E067E44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207"/>
                <a:ext cx="53" cy="120"/>
              </a:xfrm>
              <a:custGeom>
                <a:avLst/>
                <a:gdLst>
                  <a:gd name="T0" fmla="*/ 53 w 53"/>
                  <a:gd name="T1" fmla="*/ 0 h 120"/>
                  <a:gd name="T2" fmla="*/ 13 w 53"/>
                  <a:gd name="T3" fmla="*/ 0 h 120"/>
                  <a:gd name="T4" fmla="*/ 0 w 53"/>
                  <a:gd name="T5" fmla="*/ 12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20">
                    <a:moveTo>
                      <a:pt x="53" y="0"/>
                    </a:moveTo>
                    <a:lnTo>
                      <a:pt x="13" y="0"/>
                    </a:lnTo>
                    <a:lnTo>
                      <a:pt x="0" y="1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0" name="Freeform 453">
                <a:extLst>
                  <a:ext uri="{FF2B5EF4-FFF2-40B4-BE49-F238E27FC236}">
                    <a16:creationId xmlns:a16="http://schemas.microsoft.com/office/drawing/2014/main" id="{66183FC5-92FE-44C2-A9F0-109B58E77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207"/>
                <a:ext cx="53" cy="120"/>
              </a:xfrm>
              <a:custGeom>
                <a:avLst/>
                <a:gdLst>
                  <a:gd name="T0" fmla="*/ 0 w 53"/>
                  <a:gd name="T1" fmla="*/ 120 h 120"/>
                  <a:gd name="T2" fmla="*/ 40 w 53"/>
                  <a:gd name="T3" fmla="*/ 120 h 120"/>
                  <a:gd name="T4" fmla="*/ 53 w 53"/>
                  <a:gd name="T5" fmla="*/ 0 h 120"/>
                  <a:gd name="T6" fmla="*/ 0 w 53"/>
                  <a:gd name="T7" fmla="*/ 12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20">
                    <a:moveTo>
                      <a:pt x="0" y="120"/>
                    </a:moveTo>
                    <a:lnTo>
                      <a:pt x="40" y="120"/>
                    </a:lnTo>
                    <a:lnTo>
                      <a:pt x="53" y="0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B884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1" name="Freeform 454">
                <a:extLst>
                  <a:ext uri="{FF2B5EF4-FFF2-40B4-BE49-F238E27FC236}">
                    <a16:creationId xmlns:a16="http://schemas.microsoft.com/office/drawing/2014/main" id="{96E990A5-C964-47AD-B328-B1150F0AD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207"/>
                <a:ext cx="53" cy="120"/>
              </a:xfrm>
              <a:custGeom>
                <a:avLst/>
                <a:gdLst>
                  <a:gd name="T0" fmla="*/ 0 w 53"/>
                  <a:gd name="T1" fmla="*/ 120 h 120"/>
                  <a:gd name="T2" fmla="*/ 40 w 53"/>
                  <a:gd name="T3" fmla="*/ 120 h 120"/>
                  <a:gd name="T4" fmla="*/ 53 w 53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20">
                    <a:moveTo>
                      <a:pt x="0" y="120"/>
                    </a:moveTo>
                    <a:lnTo>
                      <a:pt x="40" y="120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2" name="Freeform 455">
                <a:extLst>
                  <a:ext uri="{FF2B5EF4-FFF2-40B4-BE49-F238E27FC236}">
                    <a16:creationId xmlns:a16="http://schemas.microsoft.com/office/drawing/2014/main" id="{FDE57BF2-9B05-4595-8D20-966CD7DA2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539"/>
                <a:ext cx="99" cy="93"/>
              </a:xfrm>
              <a:custGeom>
                <a:avLst/>
                <a:gdLst>
                  <a:gd name="T0" fmla="*/ 99 w 99"/>
                  <a:gd name="T1" fmla="*/ 27 h 93"/>
                  <a:gd name="T2" fmla="*/ 59 w 99"/>
                  <a:gd name="T3" fmla="*/ 0 h 93"/>
                  <a:gd name="T4" fmla="*/ 0 w 99"/>
                  <a:gd name="T5" fmla="*/ 93 h 93"/>
                  <a:gd name="T6" fmla="*/ 99 w 99"/>
                  <a:gd name="T7" fmla="*/ 27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93">
                    <a:moveTo>
                      <a:pt x="99" y="27"/>
                    </a:moveTo>
                    <a:lnTo>
                      <a:pt x="59" y="0"/>
                    </a:lnTo>
                    <a:lnTo>
                      <a:pt x="0" y="93"/>
                    </a:lnTo>
                    <a:lnTo>
                      <a:pt x="99" y="27"/>
                    </a:lnTo>
                    <a:close/>
                  </a:path>
                </a:pathLst>
              </a:custGeom>
              <a:solidFill>
                <a:srgbClr val="C8B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3" name="Freeform 456">
                <a:extLst>
                  <a:ext uri="{FF2B5EF4-FFF2-40B4-BE49-F238E27FC236}">
                    <a16:creationId xmlns:a16="http://schemas.microsoft.com/office/drawing/2014/main" id="{A85DD8F0-330B-4924-8AC2-6ADA8E7D8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539"/>
                <a:ext cx="99" cy="93"/>
              </a:xfrm>
              <a:custGeom>
                <a:avLst/>
                <a:gdLst>
                  <a:gd name="T0" fmla="*/ 99 w 99"/>
                  <a:gd name="T1" fmla="*/ 27 h 93"/>
                  <a:gd name="T2" fmla="*/ 59 w 99"/>
                  <a:gd name="T3" fmla="*/ 0 h 93"/>
                  <a:gd name="T4" fmla="*/ 0 w 99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93">
                    <a:moveTo>
                      <a:pt x="99" y="27"/>
                    </a:moveTo>
                    <a:lnTo>
                      <a:pt x="59" y="0"/>
                    </a:lnTo>
                    <a:lnTo>
                      <a:pt x="0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4" name="Freeform 457">
                <a:extLst>
                  <a:ext uri="{FF2B5EF4-FFF2-40B4-BE49-F238E27FC236}">
                    <a16:creationId xmlns:a16="http://schemas.microsoft.com/office/drawing/2014/main" id="{E8BAD014-A047-4749-99A0-674024230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566"/>
                <a:ext cx="99" cy="100"/>
              </a:xfrm>
              <a:custGeom>
                <a:avLst/>
                <a:gdLst>
                  <a:gd name="T0" fmla="*/ 0 w 99"/>
                  <a:gd name="T1" fmla="*/ 66 h 100"/>
                  <a:gd name="T2" fmla="*/ 40 w 99"/>
                  <a:gd name="T3" fmla="*/ 100 h 100"/>
                  <a:gd name="T4" fmla="*/ 99 w 99"/>
                  <a:gd name="T5" fmla="*/ 0 h 100"/>
                  <a:gd name="T6" fmla="*/ 0 w 99"/>
                  <a:gd name="T7" fmla="*/ 66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00">
                    <a:moveTo>
                      <a:pt x="0" y="66"/>
                    </a:moveTo>
                    <a:lnTo>
                      <a:pt x="40" y="100"/>
                    </a:lnTo>
                    <a:lnTo>
                      <a:pt x="99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C8B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5" name="Freeform 458">
                <a:extLst>
                  <a:ext uri="{FF2B5EF4-FFF2-40B4-BE49-F238E27FC236}">
                    <a16:creationId xmlns:a16="http://schemas.microsoft.com/office/drawing/2014/main" id="{89D44AE6-C691-4AA0-9DAD-AA0C1F30D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566"/>
                <a:ext cx="99" cy="100"/>
              </a:xfrm>
              <a:custGeom>
                <a:avLst/>
                <a:gdLst>
                  <a:gd name="T0" fmla="*/ 0 w 99"/>
                  <a:gd name="T1" fmla="*/ 66 h 100"/>
                  <a:gd name="T2" fmla="*/ 40 w 99"/>
                  <a:gd name="T3" fmla="*/ 100 h 100"/>
                  <a:gd name="T4" fmla="*/ 99 w 99"/>
                  <a:gd name="T5" fmla="*/ 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00">
                    <a:moveTo>
                      <a:pt x="0" y="66"/>
                    </a:moveTo>
                    <a:lnTo>
                      <a:pt x="40" y="100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6" name="Freeform 459">
                <a:extLst>
                  <a:ext uri="{FF2B5EF4-FFF2-40B4-BE49-F238E27FC236}">
                    <a16:creationId xmlns:a16="http://schemas.microsoft.com/office/drawing/2014/main" id="{D62CB224-F48A-4B8A-A3DC-710FBED02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320"/>
                <a:ext cx="73" cy="113"/>
              </a:xfrm>
              <a:custGeom>
                <a:avLst/>
                <a:gdLst>
                  <a:gd name="T0" fmla="*/ 73 w 73"/>
                  <a:gd name="T1" fmla="*/ 7 h 113"/>
                  <a:gd name="T2" fmla="*/ 27 w 73"/>
                  <a:gd name="T3" fmla="*/ 0 h 113"/>
                  <a:gd name="T4" fmla="*/ 0 w 73"/>
                  <a:gd name="T5" fmla="*/ 113 h 113"/>
                  <a:gd name="T6" fmla="*/ 73 w 73"/>
                  <a:gd name="T7" fmla="*/ 7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13">
                    <a:moveTo>
                      <a:pt x="73" y="7"/>
                    </a:moveTo>
                    <a:lnTo>
                      <a:pt x="27" y="0"/>
                    </a:lnTo>
                    <a:lnTo>
                      <a:pt x="0" y="113"/>
                    </a:lnTo>
                    <a:lnTo>
                      <a:pt x="73" y="7"/>
                    </a:lnTo>
                    <a:close/>
                  </a:path>
                </a:pathLst>
              </a:custGeom>
              <a:solidFill>
                <a:srgbClr val="C094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7" name="Freeform 460">
                <a:extLst>
                  <a:ext uri="{FF2B5EF4-FFF2-40B4-BE49-F238E27FC236}">
                    <a16:creationId xmlns:a16="http://schemas.microsoft.com/office/drawing/2014/main" id="{1BC1C832-DAEE-4B25-89B9-F0519D9B36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320"/>
                <a:ext cx="73" cy="113"/>
              </a:xfrm>
              <a:custGeom>
                <a:avLst/>
                <a:gdLst>
                  <a:gd name="T0" fmla="*/ 73 w 73"/>
                  <a:gd name="T1" fmla="*/ 7 h 113"/>
                  <a:gd name="T2" fmla="*/ 27 w 73"/>
                  <a:gd name="T3" fmla="*/ 0 h 113"/>
                  <a:gd name="T4" fmla="*/ 0 w 73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13">
                    <a:moveTo>
                      <a:pt x="73" y="7"/>
                    </a:moveTo>
                    <a:lnTo>
                      <a:pt x="27" y="0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" name="Freeform 461">
                <a:extLst>
                  <a:ext uri="{FF2B5EF4-FFF2-40B4-BE49-F238E27FC236}">
                    <a16:creationId xmlns:a16="http://schemas.microsoft.com/office/drawing/2014/main" id="{1E943435-AE7A-4B98-93EE-6D155F1EB2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1679"/>
                <a:ext cx="99" cy="133"/>
              </a:xfrm>
              <a:custGeom>
                <a:avLst/>
                <a:gdLst>
                  <a:gd name="T0" fmla="*/ 99 w 99"/>
                  <a:gd name="T1" fmla="*/ 7 h 133"/>
                  <a:gd name="T2" fmla="*/ 66 w 99"/>
                  <a:gd name="T3" fmla="*/ 0 h 133"/>
                  <a:gd name="T4" fmla="*/ 0 w 99"/>
                  <a:gd name="T5" fmla="*/ 133 h 133"/>
                  <a:gd name="T6" fmla="*/ 99 w 99"/>
                  <a:gd name="T7" fmla="*/ 7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3">
                    <a:moveTo>
                      <a:pt x="99" y="7"/>
                    </a:moveTo>
                    <a:lnTo>
                      <a:pt x="66" y="0"/>
                    </a:lnTo>
                    <a:lnTo>
                      <a:pt x="0" y="133"/>
                    </a:lnTo>
                    <a:lnTo>
                      <a:pt x="99" y="7"/>
                    </a:lnTo>
                    <a:close/>
                  </a:path>
                </a:pathLst>
              </a:custGeom>
              <a:solidFill>
                <a:srgbClr val="B0A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9" name="Freeform 462">
                <a:extLst>
                  <a:ext uri="{FF2B5EF4-FFF2-40B4-BE49-F238E27FC236}">
                    <a16:creationId xmlns:a16="http://schemas.microsoft.com/office/drawing/2014/main" id="{A4D1C6F0-738B-4B7A-B1BB-B2F447576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1679"/>
                <a:ext cx="99" cy="133"/>
              </a:xfrm>
              <a:custGeom>
                <a:avLst/>
                <a:gdLst>
                  <a:gd name="T0" fmla="*/ 99 w 99"/>
                  <a:gd name="T1" fmla="*/ 7 h 133"/>
                  <a:gd name="T2" fmla="*/ 66 w 99"/>
                  <a:gd name="T3" fmla="*/ 0 h 133"/>
                  <a:gd name="T4" fmla="*/ 0 w 99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3">
                    <a:moveTo>
                      <a:pt x="99" y="7"/>
                    </a:moveTo>
                    <a:lnTo>
                      <a:pt x="66" y="0"/>
                    </a:lnTo>
                    <a:lnTo>
                      <a:pt x="0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0" name="Freeform 463">
                <a:extLst>
                  <a:ext uri="{FF2B5EF4-FFF2-40B4-BE49-F238E27FC236}">
                    <a16:creationId xmlns:a16="http://schemas.microsoft.com/office/drawing/2014/main" id="{BBB38DEF-C9C8-4DAD-B99E-07D51595E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1679"/>
                <a:ext cx="99" cy="133"/>
              </a:xfrm>
              <a:custGeom>
                <a:avLst/>
                <a:gdLst>
                  <a:gd name="T0" fmla="*/ 0 w 99"/>
                  <a:gd name="T1" fmla="*/ 113 h 133"/>
                  <a:gd name="T2" fmla="*/ 33 w 99"/>
                  <a:gd name="T3" fmla="*/ 133 h 133"/>
                  <a:gd name="T4" fmla="*/ 99 w 99"/>
                  <a:gd name="T5" fmla="*/ 0 h 133"/>
                  <a:gd name="T6" fmla="*/ 0 w 99"/>
                  <a:gd name="T7" fmla="*/ 113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3">
                    <a:moveTo>
                      <a:pt x="0" y="113"/>
                    </a:moveTo>
                    <a:lnTo>
                      <a:pt x="33" y="133"/>
                    </a:lnTo>
                    <a:lnTo>
                      <a:pt x="99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B0A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1" name="Freeform 464">
                <a:extLst>
                  <a:ext uri="{FF2B5EF4-FFF2-40B4-BE49-F238E27FC236}">
                    <a16:creationId xmlns:a16="http://schemas.microsoft.com/office/drawing/2014/main" id="{45EFBA1A-75CF-43FB-A096-5DD0C23FE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1679"/>
                <a:ext cx="99" cy="133"/>
              </a:xfrm>
              <a:custGeom>
                <a:avLst/>
                <a:gdLst>
                  <a:gd name="T0" fmla="*/ 0 w 99"/>
                  <a:gd name="T1" fmla="*/ 113 h 133"/>
                  <a:gd name="T2" fmla="*/ 33 w 99"/>
                  <a:gd name="T3" fmla="*/ 133 h 133"/>
                  <a:gd name="T4" fmla="*/ 99 w 99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3">
                    <a:moveTo>
                      <a:pt x="0" y="113"/>
                    </a:moveTo>
                    <a:lnTo>
                      <a:pt x="33" y="133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2" name="Freeform 465">
                <a:extLst>
                  <a:ext uri="{FF2B5EF4-FFF2-40B4-BE49-F238E27FC236}">
                    <a16:creationId xmlns:a16="http://schemas.microsoft.com/office/drawing/2014/main" id="{5E5A3304-B4A0-406E-A3B8-FDCE42C9D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221"/>
                <a:ext cx="53" cy="146"/>
              </a:xfrm>
              <a:custGeom>
                <a:avLst/>
                <a:gdLst>
                  <a:gd name="T0" fmla="*/ 53 w 53"/>
                  <a:gd name="T1" fmla="*/ 6 h 146"/>
                  <a:gd name="T2" fmla="*/ 20 w 53"/>
                  <a:gd name="T3" fmla="*/ 0 h 146"/>
                  <a:gd name="T4" fmla="*/ 0 w 53"/>
                  <a:gd name="T5" fmla="*/ 146 h 146"/>
                  <a:gd name="T6" fmla="*/ 53 w 53"/>
                  <a:gd name="T7" fmla="*/ 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53" y="6"/>
                    </a:moveTo>
                    <a:lnTo>
                      <a:pt x="20" y="0"/>
                    </a:lnTo>
                    <a:lnTo>
                      <a:pt x="0" y="146"/>
                    </a:lnTo>
                    <a:lnTo>
                      <a:pt x="53" y="6"/>
                    </a:lnTo>
                    <a:close/>
                  </a:path>
                </a:pathLst>
              </a:custGeom>
              <a:solidFill>
                <a:srgbClr val="A07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3" name="Freeform 466">
                <a:extLst>
                  <a:ext uri="{FF2B5EF4-FFF2-40B4-BE49-F238E27FC236}">
                    <a16:creationId xmlns:a16="http://schemas.microsoft.com/office/drawing/2014/main" id="{F6B02146-6AC3-482C-86DB-94A8468E0F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221"/>
                <a:ext cx="53" cy="146"/>
              </a:xfrm>
              <a:custGeom>
                <a:avLst/>
                <a:gdLst>
                  <a:gd name="T0" fmla="*/ 53 w 53"/>
                  <a:gd name="T1" fmla="*/ 6 h 146"/>
                  <a:gd name="T2" fmla="*/ 20 w 53"/>
                  <a:gd name="T3" fmla="*/ 0 h 146"/>
                  <a:gd name="T4" fmla="*/ 0 w 53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53" y="6"/>
                    </a:moveTo>
                    <a:lnTo>
                      <a:pt x="20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4" name="Freeform 467">
                <a:extLst>
                  <a:ext uri="{FF2B5EF4-FFF2-40B4-BE49-F238E27FC236}">
                    <a16:creationId xmlns:a16="http://schemas.microsoft.com/office/drawing/2014/main" id="{0EEE0A23-A579-43A1-8C3B-1B87492DE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227"/>
                <a:ext cx="53" cy="146"/>
              </a:xfrm>
              <a:custGeom>
                <a:avLst/>
                <a:gdLst>
                  <a:gd name="T0" fmla="*/ 0 w 53"/>
                  <a:gd name="T1" fmla="*/ 140 h 146"/>
                  <a:gd name="T2" fmla="*/ 33 w 53"/>
                  <a:gd name="T3" fmla="*/ 146 h 146"/>
                  <a:gd name="T4" fmla="*/ 53 w 53"/>
                  <a:gd name="T5" fmla="*/ 0 h 146"/>
                  <a:gd name="T6" fmla="*/ 0 w 53"/>
                  <a:gd name="T7" fmla="*/ 140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0" y="140"/>
                    </a:moveTo>
                    <a:lnTo>
                      <a:pt x="33" y="146"/>
                    </a:lnTo>
                    <a:lnTo>
                      <a:pt x="53" y="0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A07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5" name="Freeform 468">
                <a:extLst>
                  <a:ext uri="{FF2B5EF4-FFF2-40B4-BE49-F238E27FC236}">
                    <a16:creationId xmlns:a16="http://schemas.microsoft.com/office/drawing/2014/main" id="{A7E1BBE6-2FB4-4957-8172-8E82A86DA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227"/>
                <a:ext cx="53" cy="146"/>
              </a:xfrm>
              <a:custGeom>
                <a:avLst/>
                <a:gdLst>
                  <a:gd name="T0" fmla="*/ 0 w 53"/>
                  <a:gd name="T1" fmla="*/ 140 h 146"/>
                  <a:gd name="T2" fmla="*/ 33 w 53"/>
                  <a:gd name="T3" fmla="*/ 146 h 146"/>
                  <a:gd name="T4" fmla="*/ 53 w 53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0" y="140"/>
                    </a:moveTo>
                    <a:lnTo>
                      <a:pt x="33" y="146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6" name="Freeform 469">
                <a:extLst>
                  <a:ext uri="{FF2B5EF4-FFF2-40B4-BE49-F238E27FC236}">
                    <a16:creationId xmlns:a16="http://schemas.microsoft.com/office/drawing/2014/main" id="{8F027733-3D74-4EC0-953D-951158F66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207"/>
                <a:ext cx="53" cy="120"/>
              </a:xfrm>
              <a:custGeom>
                <a:avLst/>
                <a:gdLst>
                  <a:gd name="T0" fmla="*/ 53 w 53"/>
                  <a:gd name="T1" fmla="*/ 0 h 120"/>
                  <a:gd name="T2" fmla="*/ 7 w 53"/>
                  <a:gd name="T3" fmla="*/ 0 h 120"/>
                  <a:gd name="T4" fmla="*/ 0 w 53"/>
                  <a:gd name="T5" fmla="*/ 120 h 120"/>
                  <a:gd name="T6" fmla="*/ 53 w 53"/>
                  <a:gd name="T7" fmla="*/ 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20">
                    <a:moveTo>
                      <a:pt x="53" y="0"/>
                    </a:moveTo>
                    <a:lnTo>
                      <a:pt x="7" y="0"/>
                    </a:lnTo>
                    <a:lnTo>
                      <a:pt x="0" y="120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B884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7" name="Freeform 470">
                <a:extLst>
                  <a:ext uri="{FF2B5EF4-FFF2-40B4-BE49-F238E27FC236}">
                    <a16:creationId xmlns:a16="http://schemas.microsoft.com/office/drawing/2014/main" id="{65CFDFFF-87AF-4822-9EDC-FDED4FFDD1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207"/>
                <a:ext cx="53" cy="120"/>
              </a:xfrm>
              <a:custGeom>
                <a:avLst/>
                <a:gdLst>
                  <a:gd name="T0" fmla="*/ 53 w 53"/>
                  <a:gd name="T1" fmla="*/ 0 h 120"/>
                  <a:gd name="T2" fmla="*/ 7 w 53"/>
                  <a:gd name="T3" fmla="*/ 0 h 120"/>
                  <a:gd name="T4" fmla="*/ 0 w 53"/>
                  <a:gd name="T5" fmla="*/ 12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20">
                    <a:moveTo>
                      <a:pt x="53" y="0"/>
                    </a:moveTo>
                    <a:lnTo>
                      <a:pt x="7" y="0"/>
                    </a:lnTo>
                    <a:lnTo>
                      <a:pt x="0" y="1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" name="Freeform 471">
                <a:extLst>
                  <a:ext uri="{FF2B5EF4-FFF2-40B4-BE49-F238E27FC236}">
                    <a16:creationId xmlns:a16="http://schemas.microsoft.com/office/drawing/2014/main" id="{FBFAF709-4798-4AD4-A578-44F406D7B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207"/>
                <a:ext cx="53" cy="120"/>
              </a:xfrm>
              <a:custGeom>
                <a:avLst/>
                <a:gdLst>
                  <a:gd name="T0" fmla="*/ 0 w 53"/>
                  <a:gd name="T1" fmla="*/ 113 h 120"/>
                  <a:gd name="T2" fmla="*/ 46 w 53"/>
                  <a:gd name="T3" fmla="*/ 120 h 120"/>
                  <a:gd name="T4" fmla="*/ 53 w 53"/>
                  <a:gd name="T5" fmla="*/ 0 h 120"/>
                  <a:gd name="T6" fmla="*/ 0 w 53"/>
                  <a:gd name="T7" fmla="*/ 113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20">
                    <a:moveTo>
                      <a:pt x="0" y="113"/>
                    </a:moveTo>
                    <a:lnTo>
                      <a:pt x="46" y="120"/>
                    </a:lnTo>
                    <a:lnTo>
                      <a:pt x="53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C08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9" name="Freeform 472">
                <a:extLst>
                  <a:ext uri="{FF2B5EF4-FFF2-40B4-BE49-F238E27FC236}">
                    <a16:creationId xmlns:a16="http://schemas.microsoft.com/office/drawing/2014/main" id="{B8B471F4-F7DF-4292-839C-486751216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207"/>
                <a:ext cx="53" cy="120"/>
              </a:xfrm>
              <a:custGeom>
                <a:avLst/>
                <a:gdLst>
                  <a:gd name="T0" fmla="*/ 0 w 53"/>
                  <a:gd name="T1" fmla="*/ 113 h 120"/>
                  <a:gd name="T2" fmla="*/ 46 w 53"/>
                  <a:gd name="T3" fmla="*/ 120 h 120"/>
                  <a:gd name="T4" fmla="*/ 53 w 53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20">
                    <a:moveTo>
                      <a:pt x="0" y="113"/>
                    </a:moveTo>
                    <a:lnTo>
                      <a:pt x="46" y="120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0" name="Freeform 473">
                <a:extLst>
                  <a:ext uri="{FF2B5EF4-FFF2-40B4-BE49-F238E27FC236}">
                    <a16:creationId xmlns:a16="http://schemas.microsoft.com/office/drawing/2014/main" id="{6C5A17DE-553E-4F3D-9B83-AC373B936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393"/>
                <a:ext cx="66" cy="153"/>
              </a:xfrm>
              <a:custGeom>
                <a:avLst/>
                <a:gdLst>
                  <a:gd name="T0" fmla="*/ 66 w 66"/>
                  <a:gd name="T1" fmla="*/ 7 h 153"/>
                  <a:gd name="T2" fmla="*/ 33 w 66"/>
                  <a:gd name="T3" fmla="*/ 0 h 153"/>
                  <a:gd name="T4" fmla="*/ 0 w 66"/>
                  <a:gd name="T5" fmla="*/ 153 h 153"/>
                  <a:gd name="T6" fmla="*/ 66 w 66"/>
                  <a:gd name="T7" fmla="*/ 7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53">
                    <a:moveTo>
                      <a:pt x="66" y="7"/>
                    </a:moveTo>
                    <a:lnTo>
                      <a:pt x="33" y="0"/>
                    </a:lnTo>
                    <a:lnTo>
                      <a:pt x="0" y="153"/>
                    </a:lnTo>
                    <a:lnTo>
                      <a:pt x="66" y="7"/>
                    </a:lnTo>
                    <a:close/>
                  </a:path>
                </a:pathLst>
              </a:custGeom>
              <a:solidFill>
                <a:srgbClr val="987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1" name="Freeform 474">
                <a:extLst>
                  <a:ext uri="{FF2B5EF4-FFF2-40B4-BE49-F238E27FC236}">
                    <a16:creationId xmlns:a16="http://schemas.microsoft.com/office/drawing/2014/main" id="{1749685E-796C-45CE-A720-300C4A582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393"/>
                <a:ext cx="66" cy="153"/>
              </a:xfrm>
              <a:custGeom>
                <a:avLst/>
                <a:gdLst>
                  <a:gd name="T0" fmla="*/ 66 w 66"/>
                  <a:gd name="T1" fmla="*/ 7 h 153"/>
                  <a:gd name="T2" fmla="*/ 33 w 66"/>
                  <a:gd name="T3" fmla="*/ 0 h 153"/>
                  <a:gd name="T4" fmla="*/ 0 w 66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53">
                    <a:moveTo>
                      <a:pt x="66" y="7"/>
                    </a:moveTo>
                    <a:lnTo>
                      <a:pt x="33" y="0"/>
                    </a:lnTo>
                    <a:lnTo>
                      <a:pt x="0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2" name="Freeform 475">
                <a:extLst>
                  <a:ext uri="{FF2B5EF4-FFF2-40B4-BE49-F238E27FC236}">
                    <a16:creationId xmlns:a16="http://schemas.microsoft.com/office/drawing/2014/main" id="{A51FD4F7-BCCF-4BB4-AA99-14CF7E693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400"/>
                <a:ext cx="66" cy="159"/>
              </a:xfrm>
              <a:custGeom>
                <a:avLst/>
                <a:gdLst>
                  <a:gd name="T0" fmla="*/ 0 w 66"/>
                  <a:gd name="T1" fmla="*/ 146 h 159"/>
                  <a:gd name="T2" fmla="*/ 26 w 66"/>
                  <a:gd name="T3" fmla="*/ 159 h 159"/>
                  <a:gd name="T4" fmla="*/ 66 w 66"/>
                  <a:gd name="T5" fmla="*/ 0 h 159"/>
                  <a:gd name="T6" fmla="*/ 0 w 66"/>
                  <a:gd name="T7" fmla="*/ 146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59">
                    <a:moveTo>
                      <a:pt x="0" y="146"/>
                    </a:moveTo>
                    <a:lnTo>
                      <a:pt x="26" y="159"/>
                    </a:lnTo>
                    <a:lnTo>
                      <a:pt x="66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987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3" name="Freeform 476">
                <a:extLst>
                  <a:ext uri="{FF2B5EF4-FFF2-40B4-BE49-F238E27FC236}">
                    <a16:creationId xmlns:a16="http://schemas.microsoft.com/office/drawing/2014/main" id="{13FCF85E-0C0D-4767-9E86-914E4C9516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400"/>
                <a:ext cx="66" cy="159"/>
              </a:xfrm>
              <a:custGeom>
                <a:avLst/>
                <a:gdLst>
                  <a:gd name="T0" fmla="*/ 0 w 66"/>
                  <a:gd name="T1" fmla="*/ 146 h 159"/>
                  <a:gd name="T2" fmla="*/ 26 w 66"/>
                  <a:gd name="T3" fmla="*/ 159 h 159"/>
                  <a:gd name="T4" fmla="*/ 66 w 66"/>
                  <a:gd name="T5" fmla="*/ 0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59">
                    <a:moveTo>
                      <a:pt x="0" y="146"/>
                    </a:moveTo>
                    <a:lnTo>
                      <a:pt x="26" y="159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4" name="Freeform 477">
                <a:extLst>
                  <a:ext uri="{FF2B5EF4-FFF2-40B4-BE49-F238E27FC236}">
                    <a16:creationId xmlns:a16="http://schemas.microsoft.com/office/drawing/2014/main" id="{BFE50471-B8E8-4A64-B6AC-DC344ABF6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546"/>
                <a:ext cx="86" cy="153"/>
              </a:xfrm>
              <a:custGeom>
                <a:avLst/>
                <a:gdLst>
                  <a:gd name="T0" fmla="*/ 86 w 86"/>
                  <a:gd name="T1" fmla="*/ 13 h 153"/>
                  <a:gd name="T2" fmla="*/ 60 w 86"/>
                  <a:gd name="T3" fmla="*/ 0 h 153"/>
                  <a:gd name="T4" fmla="*/ 0 w 86"/>
                  <a:gd name="T5" fmla="*/ 153 h 153"/>
                  <a:gd name="T6" fmla="*/ 86 w 86"/>
                  <a:gd name="T7" fmla="*/ 13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53">
                    <a:moveTo>
                      <a:pt x="86" y="13"/>
                    </a:moveTo>
                    <a:lnTo>
                      <a:pt x="60" y="0"/>
                    </a:lnTo>
                    <a:lnTo>
                      <a:pt x="0" y="153"/>
                    </a:lnTo>
                    <a:lnTo>
                      <a:pt x="86" y="13"/>
                    </a:lnTo>
                    <a:close/>
                  </a:path>
                </a:pathLst>
              </a:custGeom>
              <a:solidFill>
                <a:srgbClr val="A08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5" name="Freeform 478">
                <a:extLst>
                  <a:ext uri="{FF2B5EF4-FFF2-40B4-BE49-F238E27FC236}">
                    <a16:creationId xmlns:a16="http://schemas.microsoft.com/office/drawing/2014/main" id="{302CC633-2ED8-449E-9168-7CB923E9B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546"/>
                <a:ext cx="86" cy="153"/>
              </a:xfrm>
              <a:custGeom>
                <a:avLst/>
                <a:gdLst>
                  <a:gd name="T0" fmla="*/ 86 w 86"/>
                  <a:gd name="T1" fmla="*/ 13 h 153"/>
                  <a:gd name="T2" fmla="*/ 60 w 86"/>
                  <a:gd name="T3" fmla="*/ 0 h 153"/>
                  <a:gd name="T4" fmla="*/ 0 w 86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53">
                    <a:moveTo>
                      <a:pt x="86" y="13"/>
                    </a:moveTo>
                    <a:lnTo>
                      <a:pt x="60" y="0"/>
                    </a:lnTo>
                    <a:lnTo>
                      <a:pt x="0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6" name="Freeform 479">
                <a:extLst>
                  <a:ext uri="{FF2B5EF4-FFF2-40B4-BE49-F238E27FC236}">
                    <a16:creationId xmlns:a16="http://schemas.microsoft.com/office/drawing/2014/main" id="{B4EDD08B-1F85-4DD1-9AF5-B6DBD16C7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546"/>
                <a:ext cx="93" cy="153"/>
              </a:xfrm>
              <a:custGeom>
                <a:avLst/>
                <a:gdLst>
                  <a:gd name="T0" fmla="*/ 0 w 93"/>
                  <a:gd name="T1" fmla="*/ 140 h 153"/>
                  <a:gd name="T2" fmla="*/ 33 w 93"/>
                  <a:gd name="T3" fmla="*/ 153 h 153"/>
                  <a:gd name="T4" fmla="*/ 93 w 93"/>
                  <a:gd name="T5" fmla="*/ 0 h 153"/>
                  <a:gd name="T6" fmla="*/ 0 w 93"/>
                  <a:gd name="T7" fmla="*/ 140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53">
                    <a:moveTo>
                      <a:pt x="0" y="140"/>
                    </a:moveTo>
                    <a:lnTo>
                      <a:pt x="33" y="153"/>
                    </a:lnTo>
                    <a:lnTo>
                      <a:pt x="93" y="0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A09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7" name="Freeform 480">
                <a:extLst>
                  <a:ext uri="{FF2B5EF4-FFF2-40B4-BE49-F238E27FC236}">
                    <a16:creationId xmlns:a16="http://schemas.microsoft.com/office/drawing/2014/main" id="{A61E7538-58B7-45CD-B16C-D8F6F8932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546"/>
                <a:ext cx="93" cy="153"/>
              </a:xfrm>
              <a:custGeom>
                <a:avLst/>
                <a:gdLst>
                  <a:gd name="T0" fmla="*/ 0 w 93"/>
                  <a:gd name="T1" fmla="*/ 140 h 153"/>
                  <a:gd name="T2" fmla="*/ 33 w 93"/>
                  <a:gd name="T3" fmla="*/ 153 h 153"/>
                  <a:gd name="T4" fmla="*/ 93 w 93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53">
                    <a:moveTo>
                      <a:pt x="0" y="140"/>
                    </a:moveTo>
                    <a:lnTo>
                      <a:pt x="33" y="153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8" name="Freeform 481">
                <a:extLst>
                  <a:ext uri="{FF2B5EF4-FFF2-40B4-BE49-F238E27FC236}">
                    <a16:creationId xmlns:a16="http://schemas.microsoft.com/office/drawing/2014/main" id="{D0AFC7ED-7A4C-4B80-AF57-A77088F6A8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227"/>
                <a:ext cx="53" cy="146"/>
              </a:xfrm>
              <a:custGeom>
                <a:avLst/>
                <a:gdLst>
                  <a:gd name="T0" fmla="*/ 53 w 53"/>
                  <a:gd name="T1" fmla="*/ 7 h 146"/>
                  <a:gd name="T2" fmla="*/ 20 w 53"/>
                  <a:gd name="T3" fmla="*/ 0 h 146"/>
                  <a:gd name="T4" fmla="*/ 0 w 53"/>
                  <a:gd name="T5" fmla="*/ 146 h 146"/>
                  <a:gd name="T6" fmla="*/ 53 w 53"/>
                  <a:gd name="T7" fmla="*/ 7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53" y="7"/>
                    </a:moveTo>
                    <a:lnTo>
                      <a:pt x="20" y="0"/>
                    </a:lnTo>
                    <a:lnTo>
                      <a:pt x="0" y="146"/>
                    </a:lnTo>
                    <a:lnTo>
                      <a:pt x="53" y="7"/>
                    </a:lnTo>
                    <a:close/>
                  </a:path>
                </a:pathLst>
              </a:custGeom>
              <a:solidFill>
                <a:srgbClr val="A06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9" name="Freeform 482">
                <a:extLst>
                  <a:ext uri="{FF2B5EF4-FFF2-40B4-BE49-F238E27FC236}">
                    <a16:creationId xmlns:a16="http://schemas.microsoft.com/office/drawing/2014/main" id="{B21F10C9-B121-40D7-A572-104913555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227"/>
                <a:ext cx="53" cy="146"/>
              </a:xfrm>
              <a:custGeom>
                <a:avLst/>
                <a:gdLst>
                  <a:gd name="T0" fmla="*/ 53 w 53"/>
                  <a:gd name="T1" fmla="*/ 7 h 146"/>
                  <a:gd name="T2" fmla="*/ 20 w 53"/>
                  <a:gd name="T3" fmla="*/ 0 h 146"/>
                  <a:gd name="T4" fmla="*/ 0 w 53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53" y="7"/>
                    </a:moveTo>
                    <a:lnTo>
                      <a:pt x="20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0" name="Freeform 483">
                <a:extLst>
                  <a:ext uri="{FF2B5EF4-FFF2-40B4-BE49-F238E27FC236}">
                    <a16:creationId xmlns:a16="http://schemas.microsoft.com/office/drawing/2014/main" id="{7DDAC6BB-5580-4244-AE93-98D9B46E51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234"/>
                <a:ext cx="53" cy="146"/>
              </a:xfrm>
              <a:custGeom>
                <a:avLst/>
                <a:gdLst>
                  <a:gd name="T0" fmla="*/ 0 w 53"/>
                  <a:gd name="T1" fmla="*/ 139 h 146"/>
                  <a:gd name="T2" fmla="*/ 39 w 53"/>
                  <a:gd name="T3" fmla="*/ 146 h 146"/>
                  <a:gd name="T4" fmla="*/ 53 w 53"/>
                  <a:gd name="T5" fmla="*/ 0 h 146"/>
                  <a:gd name="T6" fmla="*/ 0 w 53"/>
                  <a:gd name="T7" fmla="*/ 139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0" y="139"/>
                    </a:moveTo>
                    <a:lnTo>
                      <a:pt x="39" y="146"/>
                    </a:lnTo>
                    <a:lnTo>
                      <a:pt x="53" y="0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A06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1" name="Freeform 484">
                <a:extLst>
                  <a:ext uri="{FF2B5EF4-FFF2-40B4-BE49-F238E27FC236}">
                    <a16:creationId xmlns:a16="http://schemas.microsoft.com/office/drawing/2014/main" id="{349B45A4-836D-4784-9EE2-C502341EF7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234"/>
                <a:ext cx="53" cy="146"/>
              </a:xfrm>
              <a:custGeom>
                <a:avLst/>
                <a:gdLst>
                  <a:gd name="T0" fmla="*/ 0 w 53"/>
                  <a:gd name="T1" fmla="*/ 139 h 146"/>
                  <a:gd name="T2" fmla="*/ 39 w 53"/>
                  <a:gd name="T3" fmla="*/ 146 h 146"/>
                  <a:gd name="T4" fmla="*/ 53 w 53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0" y="139"/>
                    </a:moveTo>
                    <a:lnTo>
                      <a:pt x="39" y="146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2" name="Freeform 485">
                <a:extLst>
                  <a:ext uri="{FF2B5EF4-FFF2-40B4-BE49-F238E27FC236}">
                    <a16:creationId xmlns:a16="http://schemas.microsoft.com/office/drawing/2014/main" id="{CD04B605-9BA6-43C5-934F-AB4A4698E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1686"/>
                <a:ext cx="99" cy="139"/>
              </a:xfrm>
              <a:custGeom>
                <a:avLst/>
                <a:gdLst>
                  <a:gd name="T0" fmla="*/ 99 w 99"/>
                  <a:gd name="T1" fmla="*/ 13 h 139"/>
                  <a:gd name="T2" fmla="*/ 66 w 99"/>
                  <a:gd name="T3" fmla="*/ 0 h 139"/>
                  <a:gd name="T4" fmla="*/ 0 w 99"/>
                  <a:gd name="T5" fmla="*/ 139 h 139"/>
                  <a:gd name="T6" fmla="*/ 99 w 99"/>
                  <a:gd name="T7" fmla="*/ 13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9">
                    <a:moveTo>
                      <a:pt x="99" y="13"/>
                    </a:moveTo>
                    <a:lnTo>
                      <a:pt x="66" y="0"/>
                    </a:lnTo>
                    <a:lnTo>
                      <a:pt x="0" y="139"/>
                    </a:lnTo>
                    <a:lnTo>
                      <a:pt x="99" y="13"/>
                    </a:lnTo>
                    <a:close/>
                  </a:path>
                </a:pathLst>
              </a:custGeom>
              <a:solidFill>
                <a:srgbClr val="A8A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3" name="Freeform 486">
                <a:extLst>
                  <a:ext uri="{FF2B5EF4-FFF2-40B4-BE49-F238E27FC236}">
                    <a16:creationId xmlns:a16="http://schemas.microsoft.com/office/drawing/2014/main" id="{1CFA11AC-F265-4EF5-A1A6-A04E5F41D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1686"/>
                <a:ext cx="99" cy="139"/>
              </a:xfrm>
              <a:custGeom>
                <a:avLst/>
                <a:gdLst>
                  <a:gd name="T0" fmla="*/ 99 w 99"/>
                  <a:gd name="T1" fmla="*/ 13 h 139"/>
                  <a:gd name="T2" fmla="*/ 66 w 99"/>
                  <a:gd name="T3" fmla="*/ 0 h 139"/>
                  <a:gd name="T4" fmla="*/ 0 w 99"/>
                  <a:gd name="T5" fmla="*/ 139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9">
                    <a:moveTo>
                      <a:pt x="99" y="13"/>
                    </a:moveTo>
                    <a:lnTo>
                      <a:pt x="66" y="0"/>
                    </a:lnTo>
                    <a:lnTo>
                      <a:pt x="0" y="1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4" name="Freeform 487">
                <a:extLst>
                  <a:ext uri="{FF2B5EF4-FFF2-40B4-BE49-F238E27FC236}">
                    <a16:creationId xmlns:a16="http://schemas.microsoft.com/office/drawing/2014/main" id="{D6FFEFC8-7B5A-43BA-B7E0-7DED3D5F4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1686"/>
                <a:ext cx="99" cy="139"/>
              </a:xfrm>
              <a:custGeom>
                <a:avLst/>
                <a:gdLst>
                  <a:gd name="T0" fmla="*/ 0 w 99"/>
                  <a:gd name="T1" fmla="*/ 126 h 139"/>
                  <a:gd name="T2" fmla="*/ 33 w 99"/>
                  <a:gd name="T3" fmla="*/ 139 h 139"/>
                  <a:gd name="T4" fmla="*/ 99 w 99"/>
                  <a:gd name="T5" fmla="*/ 0 h 139"/>
                  <a:gd name="T6" fmla="*/ 0 w 99"/>
                  <a:gd name="T7" fmla="*/ 126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9">
                    <a:moveTo>
                      <a:pt x="0" y="126"/>
                    </a:moveTo>
                    <a:lnTo>
                      <a:pt x="33" y="139"/>
                    </a:lnTo>
                    <a:lnTo>
                      <a:pt x="99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B0A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5" name="Freeform 488">
                <a:extLst>
                  <a:ext uri="{FF2B5EF4-FFF2-40B4-BE49-F238E27FC236}">
                    <a16:creationId xmlns:a16="http://schemas.microsoft.com/office/drawing/2014/main" id="{2B85078F-365D-4E53-843C-471008C2E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1686"/>
                <a:ext cx="99" cy="139"/>
              </a:xfrm>
              <a:custGeom>
                <a:avLst/>
                <a:gdLst>
                  <a:gd name="T0" fmla="*/ 0 w 99"/>
                  <a:gd name="T1" fmla="*/ 126 h 139"/>
                  <a:gd name="T2" fmla="*/ 33 w 99"/>
                  <a:gd name="T3" fmla="*/ 139 h 139"/>
                  <a:gd name="T4" fmla="*/ 99 w 99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9">
                    <a:moveTo>
                      <a:pt x="0" y="126"/>
                    </a:moveTo>
                    <a:lnTo>
                      <a:pt x="33" y="139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6" name="Freeform 489">
                <a:extLst>
                  <a:ext uri="{FF2B5EF4-FFF2-40B4-BE49-F238E27FC236}">
                    <a16:creationId xmlns:a16="http://schemas.microsoft.com/office/drawing/2014/main" id="{4D6D1B9C-8DF8-4ECB-A855-DC338689D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207"/>
                <a:ext cx="53" cy="113"/>
              </a:xfrm>
              <a:custGeom>
                <a:avLst/>
                <a:gdLst>
                  <a:gd name="T0" fmla="*/ 53 w 53"/>
                  <a:gd name="T1" fmla="*/ 0 h 113"/>
                  <a:gd name="T2" fmla="*/ 6 w 53"/>
                  <a:gd name="T3" fmla="*/ 7 h 113"/>
                  <a:gd name="T4" fmla="*/ 0 w 53"/>
                  <a:gd name="T5" fmla="*/ 113 h 113"/>
                  <a:gd name="T6" fmla="*/ 53 w 53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13">
                    <a:moveTo>
                      <a:pt x="53" y="0"/>
                    </a:moveTo>
                    <a:lnTo>
                      <a:pt x="6" y="7"/>
                    </a:lnTo>
                    <a:lnTo>
                      <a:pt x="0" y="11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C08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7" name="Freeform 490">
                <a:extLst>
                  <a:ext uri="{FF2B5EF4-FFF2-40B4-BE49-F238E27FC236}">
                    <a16:creationId xmlns:a16="http://schemas.microsoft.com/office/drawing/2014/main" id="{0B9282CA-4C1A-43EB-A86D-34AB5A22E9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207"/>
                <a:ext cx="53" cy="113"/>
              </a:xfrm>
              <a:custGeom>
                <a:avLst/>
                <a:gdLst>
                  <a:gd name="T0" fmla="*/ 53 w 53"/>
                  <a:gd name="T1" fmla="*/ 0 h 113"/>
                  <a:gd name="T2" fmla="*/ 6 w 53"/>
                  <a:gd name="T3" fmla="*/ 7 h 113"/>
                  <a:gd name="T4" fmla="*/ 0 w 53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13">
                    <a:moveTo>
                      <a:pt x="53" y="0"/>
                    </a:moveTo>
                    <a:lnTo>
                      <a:pt x="6" y="7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8" name="Freeform 491">
                <a:extLst>
                  <a:ext uri="{FF2B5EF4-FFF2-40B4-BE49-F238E27FC236}">
                    <a16:creationId xmlns:a16="http://schemas.microsoft.com/office/drawing/2014/main" id="{9A64742A-AA87-42D0-8583-9EBF5407B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234"/>
                <a:ext cx="47" cy="146"/>
              </a:xfrm>
              <a:custGeom>
                <a:avLst/>
                <a:gdLst>
                  <a:gd name="T0" fmla="*/ 47 w 47"/>
                  <a:gd name="T1" fmla="*/ 6 h 146"/>
                  <a:gd name="T2" fmla="*/ 14 w 47"/>
                  <a:gd name="T3" fmla="*/ 0 h 146"/>
                  <a:gd name="T4" fmla="*/ 0 w 47"/>
                  <a:gd name="T5" fmla="*/ 146 h 146"/>
                  <a:gd name="T6" fmla="*/ 47 w 47"/>
                  <a:gd name="T7" fmla="*/ 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46">
                    <a:moveTo>
                      <a:pt x="47" y="6"/>
                    </a:moveTo>
                    <a:lnTo>
                      <a:pt x="14" y="0"/>
                    </a:lnTo>
                    <a:lnTo>
                      <a:pt x="0" y="146"/>
                    </a:lnTo>
                    <a:lnTo>
                      <a:pt x="47" y="6"/>
                    </a:lnTo>
                    <a:close/>
                  </a:path>
                </a:pathLst>
              </a:custGeom>
              <a:solidFill>
                <a:srgbClr val="986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9" name="Freeform 492">
                <a:extLst>
                  <a:ext uri="{FF2B5EF4-FFF2-40B4-BE49-F238E27FC236}">
                    <a16:creationId xmlns:a16="http://schemas.microsoft.com/office/drawing/2014/main" id="{6B7CD5CE-52F6-4496-8762-45957FEC2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234"/>
                <a:ext cx="47" cy="146"/>
              </a:xfrm>
              <a:custGeom>
                <a:avLst/>
                <a:gdLst>
                  <a:gd name="T0" fmla="*/ 47 w 47"/>
                  <a:gd name="T1" fmla="*/ 6 h 146"/>
                  <a:gd name="T2" fmla="*/ 14 w 47"/>
                  <a:gd name="T3" fmla="*/ 0 h 146"/>
                  <a:gd name="T4" fmla="*/ 0 w 47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46">
                    <a:moveTo>
                      <a:pt x="47" y="6"/>
                    </a:moveTo>
                    <a:lnTo>
                      <a:pt x="14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0" name="Freeform 493">
                <a:extLst>
                  <a:ext uri="{FF2B5EF4-FFF2-40B4-BE49-F238E27FC236}">
                    <a16:creationId xmlns:a16="http://schemas.microsoft.com/office/drawing/2014/main" id="{2DD6A79D-6A68-4F95-8650-180BDC929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240"/>
                <a:ext cx="47" cy="153"/>
              </a:xfrm>
              <a:custGeom>
                <a:avLst/>
                <a:gdLst>
                  <a:gd name="T0" fmla="*/ 0 w 47"/>
                  <a:gd name="T1" fmla="*/ 140 h 153"/>
                  <a:gd name="T2" fmla="*/ 27 w 47"/>
                  <a:gd name="T3" fmla="*/ 153 h 153"/>
                  <a:gd name="T4" fmla="*/ 47 w 47"/>
                  <a:gd name="T5" fmla="*/ 0 h 153"/>
                  <a:gd name="T6" fmla="*/ 0 w 47"/>
                  <a:gd name="T7" fmla="*/ 140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53">
                    <a:moveTo>
                      <a:pt x="0" y="140"/>
                    </a:moveTo>
                    <a:lnTo>
                      <a:pt x="27" y="153"/>
                    </a:lnTo>
                    <a:lnTo>
                      <a:pt x="47" y="0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986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1" name="Freeform 494">
                <a:extLst>
                  <a:ext uri="{FF2B5EF4-FFF2-40B4-BE49-F238E27FC236}">
                    <a16:creationId xmlns:a16="http://schemas.microsoft.com/office/drawing/2014/main" id="{3C64F33F-2387-462B-83C8-9D129F4AA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240"/>
                <a:ext cx="47" cy="153"/>
              </a:xfrm>
              <a:custGeom>
                <a:avLst/>
                <a:gdLst>
                  <a:gd name="T0" fmla="*/ 0 w 47"/>
                  <a:gd name="T1" fmla="*/ 140 h 153"/>
                  <a:gd name="T2" fmla="*/ 27 w 47"/>
                  <a:gd name="T3" fmla="*/ 153 h 153"/>
                  <a:gd name="T4" fmla="*/ 47 w 47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53">
                    <a:moveTo>
                      <a:pt x="0" y="140"/>
                    </a:moveTo>
                    <a:lnTo>
                      <a:pt x="27" y="153"/>
                    </a:lnTo>
                    <a:lnTo>
                      <a:pt x="4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2" name="Freeform 495">
                <a:extLst>
                  <a:ext uri="{FF2B5EF4-FFF2-40B4-BE49-F238E27FC236}">
                    <a16:creationId xmlns:a16="http://schemas.microsoft.com/office/drawing/2014/main" id="{BCB0D92E-31F4-415A-AFC5-5A13B492D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2" y="1400"/>
                <a:ext cx="73" cy="159"/>
              </a:xfrm>
              <a:custGeom>
                <a:avLst/>
                <a:gdLst>
                  <a:gd name="T0" fmla="*/ 73 w 73"/>
                  <a:gd name="T1" fmla="*/ 13 h 159"/>
                  <a:gd name="T2" fmla="*/ 40 w 73"/>
                  <a:gd name="T3" fmla="*/ 0 h 159"/>
                  <a:gd name="T4" fmla="*/ 0 w 73"/>
                  <a:gd name="T5" fmla="*/ 159 h 159"/>
                  <a:gd name="T6" fmla="*/ 73 w 73"/>
                  <a:gd name="T7" fmla="*/ 13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59">
                    <a:moveTo>
                      <a:pt x="73" y="13"/>
                    </a:moveTo>
                    <a:lnTo>
                      <a:pt x="40" y="0"/>
                    </a:lnTo>
                    <a:lnTo>
                      <a:pt x="0" y="159"/>
                    </a:lnTo>
                    <a:lnTo>
                      <a:pt x="73" y="13"/>
                    </a:lnTo>
                    <a:close/>
                  </a:path>
                </a:pathLst>
              </a:custGeom>
              <a:solidFill>
                <a:srgbClr val="987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3" name="Freeform 496">
                <a:extLst>
                  <a:ext uri="{FF2B5EF4-FFF2-40B4-BE49-F238E27FC236}">
                    <a16:creationId xmlns:a16="http://schemas.microsoft.com/office/drawing/2014/main" id="{396F1695-B6EB-4705-8407-9A98080BF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2" y="1400"/>
                <a:ext cx="73" cy="159"/>
              </a:xfrm>
              <a:custGeom>
                <a:avLst/>
                <a:gdLst>
                  <a:gd name="T0" fmla="*/ 73 w 73"/>
                  <a:gd name="T1" fmla="*/ 13 h 159"/>
                  <a:gd name="T2" fmla="*/ 40 w 73"/>
                  <a:gd name="T3" fmla="*/ 0 h 159"/>
                  <a:gd name="T4" fmla="*/ 0 w 73"/>
                  <a:gd name="T5" fmla="*/ 159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59">
                    <a:moveTo>
                      <a:pt x="73" y="13"/>
                    </a:moveTo>
                    <a:lnTo>
                      <a:pt x="40" y="0"/>
                    </a:lnTo>
                    <a:lnTo>
                      <a:pt x="0" y="15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4" name="Freeform 497">
                <a:extLst>
                  <a:ext uri="{FF2B5EF4-FFF2-40B4-BE49-F238E27FC236}">
                    <a16:creationId xmlns:a16="http://schemas.microsoft.com/office/drawing/2014/main" id="{DE3319C6-888F-4C25-A776-89C530F6C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2" y="1413"/>
                <a:ext cx="73" cy="153"/>
              </a:xfrm>
              <a:custGeom>
                <a:avLst/>
                <a:gdLst>
                  <a:gd name="T0" fmla="*/ 0 w 73"/>
                  <a:gd name="T1" fmla="*/ 146 h 153"/>
                  <a:gd name="T2" fmla="*/ 33 w 73"/>
                  <a:gd name="T3" fmla="*/ 153 h 153"/>
                  <a:gd name="T4" fmla="*/ 73 w 73"/>
                  <a:gd name="T5" fmla="*/ 0 h 153"/>
                  <a:gd name="T6" fmla="*/ 0 w 73"/>
                  <a:gd name="T7" fmla="*/ 146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53">
                    <a:moveTo>
                      <a:pt x="0" y="146"/>
                    </a:moveTo>
                    <a:lnTo>
                      <a:pt x="33" y="153"/>
                    </a:lnTo>
                    <a:lnTo>
                      <a:pt x="73" y="0"/>
                    </a:lnTo>
                    <a:lnTo>
                      <a:pt x="0" y="146"/>
                    </a:lnTo>
                    <a:close/>
                  </a:path>
                </a:pathLst>
              </a:custGeom>
              <a:solidFill>
                <a:srgbClr val="9878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5" name="Freeform 498">
                <a:extLst>
                  <a:ext uri="{FF2B5EF4-FFF2-40B4-BE49-F238E27FC236}">
                    <a16:creationId xmlns:a16="http://schemas.microsoft.com/office/drawing/2014/main" id="{4908F29B-20A0-410E-A314-AA653D9682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2" y="1413"/>
                <a:ext cx="73" cy="153"/>
              </a:xfrm>
              <a:custGeom>
                <a:avLst/>
                <a:gdLst>
                  <a:gd name="T0" fmla="*/ 0 w 73"/>
                  <a:gd name="T1" fmla="*/ 146 h 153"/>
                  <a:gd name="T2" fmla="*/ 33 w 73"/>
                  <a:gd name="T3" fmla="*/ 153 h 153"/>
                  <a:gd name="T4" fmla="*/ 73 w 73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53">
                    <a:moveTo>
                      <a:pt x="0" y="146"/>
                    </a:moveTo>
                    <a:lnTo>
                      <a:pt x="33" y="153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6" name="Freeform 499">
                <a:extLst>
                  <a:ext uri="{FF2B5EF4-FFF2-40B4-BE49-F238E27FC236}">
                    <a16:creationId xmlns:a16="http://schemas.microsoft.com/office/drawing/2014/main" id="{8689936A-D49B-4E6A-B20F-6B0A89FC7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1559"/>
                <a:ext cx="86" cy="147"/>
              </a:xfrm>
              <a:custGeom>
                <a:avLst/>
                <a:gdLst>
                  <a:gd name="T0" fmla="*/ 86 w 86"/>
                  <a:gd name="T1" fmla="*/ 7 h 147"/>
                  <a:gd name="T2" fmla="*/ 53 w 86"/>
                  <a:gd name="T3" fmla="*/ 0 h 147"/>
                  <a:gd name="T4" fmla="*/ 0 w 86"/>
                  <a:gd name="T5" fmla="*/ 147 h 147"/>
                  <a:gd name="T6" fmla="*/ 86 w 86"/>
                  <a:gd name="T7" fmla="*/ 7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47">
                    <a:moveTo>
                      <a:pt x="86" y="7"/>
                    </a:moveTo>
                    <a:lnTo>
                      <a:pt x="53" y="0"/>
                    </a:lnTo>
                    <a:lnTo>
                      <a:pt x="0" y="147"/>
                    </a:lnTo>
                    <a:lnTo>
                      <a:pt x="86" y="7"/>
                    </a:lnTo>
                    <a:close/>
                  </a:path>
                </a:pathLst>
              </a:custGeom>
              <a:solidFill>
                <a:srgbClr val="988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7" name="Freeform 500">
                <a:extLst>
                  <a:ext uri="{FF2B5EF4-FFF2-40B4-BE49-F238E27FC236}">
                    <a16:creationId xmlns:a16="http://schemas.microsoft.com/office/drawing/2014/main" id="{CB4ED7FA-4F4D-470E-A8A9-D3134B7A2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1559"/>
                <a:ext cx="86" cy="147"/>
              </a:xfrm>
              <a:custGeom>
                <a:avLst/>
                <a:gdLst>
                  <a:gd name="T0" fmla="*/ 86 w 86"/>
                  <a:gd name="T1" fmla="*/ 7 h 147"/>
                  <a:gd name="T2" fmla="*/ 53 w 86"/>
                  <a:gd name="T3" fmla="*/ 0 h 147"/>
                  <a:gd name="T4" fmla="*/ 0 w 86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47">
                    <a:moveTo>
                      <a:pt x="86" y="7"/>
                    </a:moveTo>
                    <a:lnTo>
                      <a:pt x="53" y="0"/>
                    </a:lnTo>
                    <a:lnTo>
                      <a:pt x="0" y="1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8" name="Freeform 501">
                <a:extLst>
                  <a:ext uri="{FF2B5EF4-FFF2-40B4-BE49-F238E27FC236}">
                    <a16:creationId xmlns:a16="http://schemas.microsoft.com/office/drawing/2014/main" id="{B450DF22-288C-4A68-BD06-44D9D64C9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559"/>
                <a:ext cx="86" cy="147"/>
              </a:xfrm>
              <a:custGeom>
                <a:avLst/>
                <a:gdLst>
                  <a:gd name="T0" fmla="*/ 0 w 86"/>
                  <a:gd name="T1" fmla="*/ 140 h 147"/>
                  <a:gd name="T2" fmla="*/ 33 w 86"/>
                  <a:gd name="T3" fmla="*/ 147 h 147"/>
                  <a:gd name="T4" fmla="*/ 86 w 86"/>
                  <a:gd name="T5" fmla="*/ 0 h 147"/>
                  <a:gd name="T6" fmla="*/ 0 w 86"/>
                  <a:gd name="T7" fmla="*/ 140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47">
                    <a:moveTo>
                      <a:pt x="0" y="140"/>
                    </a:moveTo>
                    <a:lnTo>
                      <a:pt x="33" y="147"/>
                    </a:lnTo>
                    <a:lnTo>
                      <a:pt x="86" y="0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A08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09" name="Freeform 502">
                <a:extLst>
                  <a:ext uri="{FF2B5EF4-FFF2-40B4-BE49-F238E27FC236}">
                    <a16:creationId xmlns:a16="http://schemas.microsoft.com/office/drawing/2014/main" id="{EFC0EA9C-C11D-404A-AFA0-ABECA2BE5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559"/>
                <a:ext cx="86" cy="147"/>
              </a:xfrm>
              <a:custGeom>
                <a:avLst/>
                <a:gdLst>
                  <a:gd name="T0" fmla="*/ 0 w 86"/>
                  <a:gd name="T1" fmla="*/ 140 h 147"/>
                  <a:gd name="T2" fmla="*/ 33 w 86"/>
                  <a:gd name="T3" fmla="*/ 147 h 147"/>
                  <a:gd name="T4" fmla="*/ 86 w 86"/>
                  <a:gd name="T5" fmla="*/ 0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47">
                    <a:moveTo>
                      <a:pt x="0" y="140"/>
                    </a:moveTo>
                    <a:lnTo>
                      <a:pt x="33" y="147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0" name="Freeform 503">
                <a:extLst>
                  <a:ext uri="{FF2B5EF4-FFF2-40B4-BE49-F238E27FC236}">
                    <a16:creationId xmlns:a16="http://schemas.microsoft.com/office/drawing/2014/main" id="{07089908-1173-4D8F-87D2-ACA6ED0DD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699"/>
                <a:ext cx="99" cy="133"/>
              </a:xfrm>
              <a:custGeom>
                <a:avLst/>
                <a:gdLst>
                  <a:gd name="T0" fmla="*/ 99 w 99"/>
                  <a:gd name="T1" fmla="*/ 7 h 133"/>
                  <a:gd name="T2" fmla="*/ 66 w 99"/>
                  <a:gd name="T3" fmla="*/ 0 h 133"/>
                  <a:gd name="T4" fmla="*/ 0 w 99"/>
                  <a:gd name="T5" fmla="*/ 133 h 133"/>
                  <a:gd name="T6" fmla="*/ 99 w 99"/>
                  <a:gd name="T7" fmla="*/ 7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3">
                    <a:moveTo>
                      <a:pt x="99" y="7"/>
                    </a:moveTo>
                    <a:lnTo>
                      <a:pt x="66" y="0"/>
                    </a:lnTo>
                    <a:lnTo>
                      <a:pt x="0" y="133"/>
                    </a:lnTo>
                    <a:lnTo>
                      <a:pt x="99" y="7"/>
                    </a:lnTo>
                    <a:close/>
                  </a:path>
                </a:pathLst>
              </a:custGeom>
              <a:solidFill>
                <a:srgbClr val="A0A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1" name="Freeform 504">
                <a:extLst>
                  <a:ext uri="{FF2B5EF4-FFF2-40B4-BE49-F238E27FC236}">
                    <a16:creationId xmlns:a16="http://schemas.microsoft.com/office/drawing/2014/main" id="{1A6E02E9-8610-4E61-8B74-A97E43315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699"/>
                <a:ext cx="99" cy="133"/>
              </a:xfrm>
              <a:custGeom>
                <a:avLst/>
                <a:gdLst>
                  <a:gd name="T0" fmla="*/ 99 w 99"/>
                  <a:gd name="T1" fmla="*/ 7 h 133"/>
                  <a:gd name="T2" fmla="*/ 66 w 99"/>
                  <a:gd name="T3" fmla="*/ 0 h 133"/>
                  <a:gd name="T4" fmla="*/ 0 w 99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3">
                    <a:moveTo>
                      <a:pt x="99" y="7"/>
                    </a:moveTo>
                    <a:lnTo>
                      <a:pt x="66" y="0"/>
                    </a:lnTo>
                    <a:lnTo>
                      <a:pt x="0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2" name="Freeform 505">
                <a:extLst>
                  <a:ext uri="{FF2B5EF4-FFF2-40B4-BE49-F238E27FC236}">
                    <a16:creationId xmlns:a16="http://schemas.microsoft.com/office/drawing/2014/main" id="{62736594-6018-48E5-9DF3-1B5F33A03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1699"/>
                <a:ext cx="99" cy="133"/>
              </a:xfrm>
              <a:custGeom>
                <a:avLst/>
                <a:gdLst>
                  <a:gd name="T0" fmla="*/ 0 w 99"/>
                  <a:gd name="T1" fmla="*/ 126 h 133"/>
                  <a:gd name="T2" fmla="*/ 33 w 99"/>
                  <a:gd name="T3" fmla="*/ 133 h 133"/>
                  <a:gd name="T4" fmla="*/ 99 w 99"/>
                  <a:gd name="T5" fmla="*/ 0 h 133"/>
                  <a:gd name="T6" fmla="*/ 0 w 99"/>
                  <a:gd name="T7" fmla="*/ 126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3">
                    <a:moveTo>
                      <a:pt x="0" y="126"/>
                    </a:moveTo>
                    <a:lnTo>
                      <a:pt x="33" y="133"/>
                    </a:lnTo>
                    <a:lnTo>
                      <a:pt x="99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A8A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3" name="Freeform 506">
                <a:extLst>
                  <a:ext uri="{FF2B5EF4-FFF2-40B4-BE49-F238E27FC236}">
                    <a16:creationId xmlns:a16="http://schemas.microsoft.com/office/drawing/2014/main" id="{0871E415-8FC0-47B9-A9FE-E7D735DB0F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7" y="1699"/>
                <a:ext cx="99" cy="133"/>
              </a:xfrm>
              <a:custGeom>
                <a:avLst/>
                <a:gdLst>
                  <a:gd name="T0" fmla="*/ 0 w 99"/>
                  <a:gd name="T1" fmla="*/ 126 h 133"/>
                  <a:gd name="T2" fmla="*/ 33 w 99"/>
                  <a:gd name="T3" fmla="*/ 133 h 133"/>
                  <a:gd name="T4" fmla="*/ 99 w 99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3">
                    <a:moveTo>
                      <a:pt x="0" y="126"/>
                    </a:moveTo>
                    <a:lnTo>
                      <a:pt x="33" y="133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4" name="Freeform 507">
                <a:extLst>
                  <a:ext uri="{FF2B5EF4-FFF2-40B4-BE49-F238E27FC236}">
                    <a16:creationId xmlns:a16="http://schemas.microsoft.com/office/drawing/2014/main" id="{70E2B8A9-8986-4920-972B-C219CB0E59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1240"/>
                <a:ext cx="53" cy="153"/>
              </a:xfrm>
              <a:custGeom>
                <a:avLst/>
                <a:gdLst>
                  <a:gd name="T0" fmla="*/ 53 w 53"/>
                  <a:gd name="T1" fmla="*/ 14 h 153"/>
                  <a:gd name="T2" fmla="*/ 20 w 53"/>
                  <a:gd name="T3" fmla="*/ 0 h 153"/>
                  <a:gd name="T4" fmla="*/ 0 w 53"/>
                  <a:gd name="T5" fmla="*/ 153 h 153"/>
                  <a:gd name="T6" fmla="*/ 53 w 53"/>
                  <a:gd name="T7" fmla="*/ 14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53">
                    <a:moveTo>
                      <a:pt x="53" y="14"/>
                    </a:moveTo>
                    <a:lnTo>
                      <a:pt x="20" y="0"/>
                    </a:lnTo>
                    <a:lnTo>
                      <a:pt x="0" y="153"/>
                    </a:lnTo>
                    <a:lnTo>
                      <a:pt x="53" y="14"/>
                    </a:lnTo>
                    <a:close/>
                  </a:path>
                </a:pathLst>
              </a:custGeom>
              <a:solidFill>
                <a:srgbClr val="906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5" name="Freeform 508">
                <a:extLst>
                  <a:ext uri="{FF2B5EF4-FFF2-40B4-BE49-F238E27FC236}">
                    <a16:creationId xmlns:a16="http://schemas.microsoft.com/office/drawing/2014/main" id="{FDEF4C7D-852B-486E-B590-42648DC70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1240"/>
                <a:ext cx="53" cy="153"/>
              </a:xfrm>
              <a:custGeom>
                <a:avLst/>
                <a:gdLst>
                  <a:gd name="T0" fmla="*/ 53 w 53"/>
                  <a:gd name="T1" fmla="*/ 14 h 153"/>
                  <a:gd name="T2" fmla="*/ 20 w 53"/>
                  <a:gd name="T3" fmla="*/ 0 h 153"/>
                  <a:gd name="T4" fmla="*/ 0 w 53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53">
                    <a:moveTo>
                      <a:pt x="53" y="14"/>
                    </a:moveTo>
                    <a:lnTo>
                      <a:pt x="20" y="0"/>
                    </a:lnTo>
                    <a:lnTo>
                      <a:pt x="0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6" name="Freeform 509">
                <a:extLst>
                  <a:ext uri="{FF2B5EF4-FFF2-40B4-BE49-F238E27FC236}">
                    <a16:creationId xmlns:a16="http://schemas.microsoft.com/office/drawing/2014/main" id="{09E53F92-F740-47EA-950E-A9434D04AD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1254"/>
                <a:ext cx="53" cy="146"/>
              </a:xfrm>
              <a:custGeom>
                <a:avLst/>
                <a:gdLst>
                  <a:gd name="T0" fmla="*/ 0 w 53"/>
                  <a:gd name="T1" fmla="*/ 139 h 146"/>
                  <a:gd name="T2" fmla="*/ 33 w 53"/>
                  <a:gd name="T3" fmla="*/ 146 h 146"/>
                  <a:gd name="T4" fmla="*/ 53 w 53"/>
                  <a:gd name="T5" fmla="*/ 0 h 146"/>
                  <a:gd name="T6" fmla="*/ 0 w 53"/>
                  <a:gd name="T7" fmla="*/ 139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0" y="139"/>
                    </a:moveTo>
                    <a:lnTo>
                      <a:pt x="33" y="146"/>
                    </a:lnTo>
                    <a:lnTo>
                      <a:pt x="53" y="0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906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7" name="Freeform 510">
                <a:extLst>
                  <a:ext uri="{FF2B5EF4-FFF2-40B4-BE49-F238E27FC236}">
                    <a16:creationId xmlns:a16="http://schemas.microsoft.com/office/drawing/2014/main" id="{72068790-94E5-4211-B530-91B815BF8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1254"/>
                <a:ext cx="53" cy="146"/>
              </a:xfrm>
              <a:custGeom>
                <a:avLst/>
                <a:gdLst>
                  <a:gd name="T0" fmla="*/ 0 w 53"/>
                  <a:gd name="T1" fmla="*/ 139 h 146"/>
                  <a:gd name="T2" fmla="*/ 33 w 53"/>
                  <a:gd name="T3" fmla="*/ 146 h 146"/>
                  <a:gd name="T4" fmla="*/ 53 w 53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0" y="139"/>
                    </a:moveTo>
                    <a:lnTo>
                      <a:pt x="33" y="146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8" name="Freeform 511">
                <a:extLst>
                  <a:ext uri="{FF2B5EF4-FFF2-40B4-BE49-F238E27FC236}">
                    <a16:creationId xmlns:a16="http://schemas.microsoft.com/office/drawing/2014/main" id="{41C9285A-C909-47F3-812A-387FCA2982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719"/>
                <a:ext cx="106" cy="93"/>
              </a:xfrm>
              <a:custGeom>
                <a:avLst/>
                <a:gdLst>
                  <a:gd name="T0" fmla="*/ 106 w 106"/>
                  <a:gd name="T1" fmla="*/ 20 h 93"/>
                  <a:gd name="T2" fmla="*/ 72 w 106"/>
                  <a:gd name="T3" fmla="*/ 0 h 93"/>
                  <a:gd name="T4" fmla="*/ 0 w 106"/>
                  <a:gd name="T5" fmla="*/ 93 h 93"/>
                  <a:gd name="T6" fmla="*/ 106 w 106"/>
                  <a:gd name="T7" fmla="*/ 2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93">
                    <a:moveTo>
                      <a:pt x="106" y="20"/>
                    </a:moveTo>
                    <a:lnTo>
                      <a:pt x="72" y="0"/>
                    </a:lnTo>
                    <a:lnTo>
                      <a:pt x="0" y="93"/>
                    </a:lnTo>
                    <a:lnTo>
                      <a:pt x="106" y="20"/>
                    </a:lnTo>
                    <a:close/>
                  </a:path>
                </a:pathLst>
              </a:custGeom>
              <a:solidFill>
                <a:srgbClr val="C8B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19" name="Freeform 512">
                <a:extLst>
                  <a:ext uri="{FF2B5EF4-FFF2-40B4-BE49-F238E27FC236}">
                    <a16:creationId xmlns:a16="http://schemas.microsoft.com/office/drawing/2014/main" id="{15729B10-1610-4533-9D0C-0EB34A119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719"/>
                <a:ext cx="106" cy="93"/>
              </a:xfrm>
              <a:custGeom>
                <a:avLst/>
                <a:gdLst>
                  <a:gd name="T0" fmla="*/ 106 w 106"/>
                  <a:gd name="T1" fmla="*/ 20 h 93"/>
                  <a:gd name="T2" fmla="*/ 72 w 106"/>
                  <a:gd name="T3" fmla="*/ 0 h 93"/>
                  <a:gd name="T4" fmla="*/ 0 w 106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93">
                    <a:moveTo>
                      <a:pt x="106" y="20"/>
                    </a:moveTo>
                    <a:lnTo>
                      <a:pt x="72" y="0"/>
                    </a:lnTo>
                    <a:lnTo>
                      <a:pt x="0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" name="Freeform 513">
                <a:extLst>
                  <a:ext uri="{FF2B5EF4-FFF2-40B4-BE49-F238E27FC236}">
                    <a16:creationId xmlns:a16="http://schemas.microsoft.com/office/drawing/2014/main" id="{2A48ADB6-B33A-4EB5-A049-0B62171F5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692"/>
                <a:ext cx="105" cy="87"/>
              </a:xfrm>
              <a:custGeom>
                <a:avLst/>
                <a:gdLst>
                  <a:gd name="T0" fmla="*/ 105 w 105"/>
                  <a:gd name="T1" fmla="*/ 27 h 87"/>
                  <a:gd name="T2" fmla="*/ 66 w 105"/>
                  <a:gd name="T3" fmla="*/ 0 h 87"/>
                  <a:gd name="T4" fmla="*/ 0 w 105"/>
                  <a:gd name="T5" fmla="*/ 87 h 87"/>
                  <a:gd name="T6" fmla="*/ 105 w 105"/>
                  <a:gd name="T7" fmla="*/ 27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5" h="87">
                    <a:moveTo>
                      <a:pt x="105" y="27"/>
                    </a:moveTo>
                    <a:lnTo>
                      <a:pt x="66" y="0"/>
                    </a:lnTo>
                    <a:lnTo>
                      <a:pt x="0" y="87"/>
                    </a:lnTo>
                    <a:lnTo>
                      <a:pt x="105" y="27"/>
                    </a:lnTo>
                    <a:close/>
                  </a:path>
                </a:pathLst>
              </a:custGeom>
              <a:solidFill>
                <a:srgbClr val="C8B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1" name="Freeform 514">
                <a:extLst>
                  <a:ext uri="{FF2B5EF4-FFF2-40B4-BE49-F238E27FC236}">
                    <a16:creationId xmlns:a16="http://schemas.microsoft.com/office/drawing/2014/main" id="{C38DF579-FCCB-45ED-B83B-E0A15A22A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692"/>
                <a:ext cx="105" cy="87"/>
              </a:xfrm>
              <a:custGeom>
                <a:avLst/>
                <a:gdLst>
                  <a:gd name="T0" fmla="*/ 105 w 105"/>
                  <a:gd name="T1" fmla="*/ 27 h 87"/>
                  <a:gd name="T2" fmla="*/ 66 w 105"/>
                  <a:gd name="T3" fmla="*/ 0 h 87"/>
                  <a:gd name="T4" fmla="*/ 0 w 105"/>
                  <a:gd name="T5" fmla="*/ 87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5" h="87">
                    <a:moveTo>
                      <a:pt x="105" y="27"/>
                    </a:moveTo>
                    <a:lnTo>
                      <a:pt x="66" y="0"/>
                    </a:lnTo>
                    <a:lnTo>
                      <a:pt x="0" y="8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" name="Freeform 515">
                <a:extLst>
                  <a:ext uri="{FF2B5EF4-FFF2-40B4-BE49-F238E27FC236}">
                    <a16:creationId xmlns:a16="http://schemas.microsoft.com/office/drawing/2014/main" id="{4B10C41C-EBA3-45F2-9AC0-C6188BB27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719"/>
                <a:ext cx="105" cy="93"/>
              </a:xfrm>
              <a:custGeom>
                <a:avLst/>
                <a:gdLst>
                  <a:gd name="T0" fmla="*/ 0 w 105"/>
                  <a:gd name="T1" fmla="*/ 60 h 93"/>
                  <a:gd name="T2" fmla="*/ 33 w 105"/>
                  <a:gd name="T3" fmla="*/ 93 h 93"/>
                  <a:gd name="T4" fmla="*/ 105 w 105"/>
                  <a:gd name="T5" fmla="*/ 0 h 93"/>
                  <a:gd name="T6" fmla="*/ 0 w 105"/>
                  <a:gd name="T7" fmla="*/ 6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5" h="93">
                    <a:moveTo>
                      <a:pt x="0" y="60"/>
                    </a:moveTo>
                    <a:lnTo>
                      <a:pt x="33" y="93"/>
                    </a:lnTo>
                    <a:lnTo>
                      <a:pt x="105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C8B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" name="Freeform 516">
                <a:extLst>
                  <a:ext uri="{FF2B5EF4-FFF2-40B4-BE49-F238E27FC236}">
                    <a16:creationId xmlns:a16="http://schemas.microsoft.com/office/drawing/2014/main" id="{D0803164-F6A3-4C41-89BE-94D79BA30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719"/>
                <a:ext cx="105" cy="93"/>
              </a:xfrm>
              <a:custGeom>
                <a:avLst/>
                <a:gdLst>
                  <a:gd name="T0" fmla="*/ 0 w 105"/>
                  <a:gd name="T1" fmla="*/ 60 h 93"/>
                  <a:gd name="T2" fmla="*/ 33 w 105"/>
                  <a:gd name="T3" fmla="*/ 93 h 93"/>
                  <a:gd name="T4" fmla="*/ 105 w 105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5" h="93">
                    <a:moveTo>
                      <a:pt x="0" y="60"/>
                    </a:moveTo>
                    <a:lnTo>
                      <a:pt x="33" y="93"/>
                    </a:lnTo>
                    <a:lnTo>
                      <a:pt x="105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4" name="Freeform 517">
                <a:extLst>
                  <a:ext uri="{FF2B5EF4-FFF2-40B4-BE49-F238E27FC236}">
                    <a16:creationId xmlns:a16="http://schemas.microsoft.com/office/drawing/2014/main" id="{2F4C1BF4-7ECB-4674-8811-F388F784F9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1739"/>
                <a:ext cx="113" cy="99"/>
              </a:xfrm>
              <a:custGeom>
                <a:avLst/>
                <a:gdLst>
                  <a:gd name="T0" fmla="*/ 113 w 113"/>
                  <a:gd name="T1" fmla="*/ 20 h 99"/>
                  <a:gd name="T2" fmla="*/ 80 w 113"/>
                  <a:gd name="T3" fmla="*/ 0 h 99"/>
                  <a:gd name="T4" fmla="*/ 0 w 113"/>
                  <a:gd name="T5" fmla="*/ 99 h 99"/>
                  <a:gd name="T6" fmla="*/ 113 w 113"/>
                  <a:gd name="T7" fmla="*/ 20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99">
                    <a:moveTo>
                      <a:pt x="113" y="20"/>
                    </a:moveTo>
                    <a:lnTo>
                      <a:pt x="80" y="0"/>
                    </a:lnTo>
                    <a:lnTo>
                      <a:pt x="0" y="99"/>
                    </a:lnTo>
                    <a:lnTo>
                      <a:pt x="113" y="20"/>
                    </a:lnTo>
                    <a:close/>
                  </a:path>
                </a:pathLst>
              </a:custGeom>
              <a:solidFill>
                <a:srgbClr val="C0B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5" name="Freeform 518">
                <a:extLst>
                  <a:ext uri="{FF2B5EF4-FFF2-40B4-BE49-F238E27FC236}">
                    <a16:creationId xmlns:a16="http://schemas.microsoft.com/office/drawing/2014/main" id="{B78E5588-B439-4E49-A0A2-8705098DD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1739"/>
                <a:ext cx="113" cy="99"/>
              </a:xfrm>
              <a:custGeom>
                <a:avLst/>
                <a:gdLst>
                  <a:gd name="T0" fmla="*/ 113 w 113"/>
                  <a:gd name="T1" fmla="*/ 20 h 99"/>
                  <a:gd name="T2" fmla="*/ 80 w 113"/>
                  <a:gd name="T3" fmla="*/ 0 h 99"/>
                  <a:gd name="T4" fmla="*/ 0 w 113"/>
                  <a:gd name="T5" fmla="*/ 99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99">
                    <a:moveTo>
                      <a:pt x="113" y="20"/>
                    </a:moveTo>
                    <a:lnTo>
                      <a:pt x="80" y="0"/>
                    </a:lnTo>
                    <a:lnTo>
                      <a:pt x="0" y="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6" name="Freeform 519">
                <a:extLst>
                  <a:ext uri="{FF2B5EF4-FFF2-40B4-BE49-F238E27FC236}">
                    <a16:creationId xmlns:a16="http://schemas.microsoft.com/office/drawing/2014/main" id="{1307D9C4-3090-4685-A202-7A7E786F3C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739"/>
                <a:ext cx="106" cy="99"/>
              </a:xfrm>
              <a:custGeom>
                <a:avLst/>
                <a:gdLst>
                  <a:gd name="T0" fmla="*/ 0 w 106"/>
                  <a:gd name="T1" fmla="*/ 73 h 99"/>
                  <a:gd name="T2" fmla="*/ 26 w 106"/>
                  <a:gd name="T3" fmla="*/ 99 h 99"/>
                  <a:gd name="T4" fmla="*/ 106 w 106"/>
                  <a:gd name="T5" fmla="*/ 0 h 99"/>
                  <a:gd name="T6" fmla="*/ 0 w 106"/>
                  <a:gd name="T7" fmla="*/ 73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99">
                    <a:moveTo>
                      <a:pt x="0" y="73"/>
                    </a:moveTo>
                    <a:lnTo>
                      <a:pt x="26" y="99"/>
                    </a:lnTo>
                    <a:lnTo>
                      <a:pt x="106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C8B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7" name="Freeform 520">
                <a:extLst>
                  <a:ext uri="{FF2B5EF4-FFF2-40B4-BE49-F238E27FC236}">
                    <a16:creationId xmlns:a16="http://schemas.microsoft.com/office/drawing/2014/main" id="{7F4B6349-A003-45BC-A069-38CDFD876E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739"/>
                <a:ext cx="106" cy="99"/>
              </a:xfrm>
              <a:custGeom>
                <a:avLst/>
                <a:gdLst>
                  <a:gd name="T0" fmla="*/ 0 w 106"/>
                  <a:gd name="T1" fmla="*/ 73 h 99"/>
                  <a:gd name="T2" fmla="*/ 26 w 106"/>
                  <a:gd name="T3" fmla="*/ 99 h 99"/>
                  <a:gd name="T4" fmla="*/ 106 w 106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99">
                    <a:moveTo>
                      <a:pt x="0" y="73"/>
                    </a:moveTo>
                    <a:lnTo>
                      <a:pt x="26" y="99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8" name="Freeform 521">
                <a:extLst>
                  <a:ext uri="{FF2B5EF4-FFF2-40B4-BE49-F238E27FC236}">
                    <a16:creationId xmlns:a16="http://schemas.microsoft.com/office/drawing/2014/main" id="{B75BFEF0-9A31-49D3-B4FB-E458B79430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1413"/>
                <a:ext cx="73" cy="153"/>
              </a:xfrm>
              <a:custGeom>
                <a:avLst/>
                <a:gdLst>
                  <a:gd name="T0" fmla="*/ 73 w 73"/>
                  <a:gd name="T1" fmla="*/ 14 h 153"/>
                  <a:gd name="T2" fmla="*/ 40 w 73"/>
                  <a:gd name="T3" fmla="*/ 0 h 153"/>
                  <a:gd name="T4" fmla="*/ 0 w 73"/>
                  <a:gd name="T5" fmla="*/ 153 h 153"/>
                  <a:gd name="T6" fmla="*/ 73 w 73"/>
                  <a:gd name="T7" fmla="*/ 14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53">
                    <a:moveTo>
                      <a:pt x="73" y="14"/>
                    </a:moveTo>
                    <a:lnTo>
                      <a:pt x="40" y="0"/>
                    </a:lnTo>
                    <a:lnTo>
                      <a:pt x="0" y="153"/>
                    </a:lnTo>
                    <a:lnTo>
                      <a:pt x="73" y="14"/>
                    </a:lnTo>
                    <a:close/>
                  </a:path>
                </a:pathLst>
              </a:custGeom>
              <a:solidFill>
                <a:srgbClr val="907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" name="Freeform 522">
                <a:extLst>
                  <a:ext uri="{FF2B5EF4-FFF2-40B4-BE49-F238E27FC236}">
                    <a16:creationId xmlns:a16="http://schemas.microsoft.com/office/drawing/2014/main" id="{5343C55C-B6D9-49CC-BF87-BD03C8E2F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1413"/>
                <a:ext cx="73" cy="153"/>
              </a:xfrm>
              <a:custGeom>
                <a:avLst/>
                <a:gdLst>
                  <a:gd name="T0" fmla="*/ 73 w 73"/>
                  <a:gd name="T1" fmla="*/ 14 h 153"/>
                  <a:gd name="T2" fmla="*/ 40 w 73"/>
                  <a:gd name="T3" fmla="*/ 0 h 153"/>
                  <a:gd name="T4" fmla="*/ 0 w 73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53">
                    <a:moveTo>
                      <a:pt x="73" y="14"/>
                    </a:moveTo>
                    <a:lnTo>
                      <a:pt x="40" y="0"/>
                    </a:lnTo>
                    <a:lnTo>
                      <a:pt x="0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" name="Freeform 523">
                <a:extLst>
                  <a:ext uri="{FF2B5EF4-FFF2-40B4-BE49-F238E27FC236}">
                    <a16:creationId xmlns:a16="http://schemas.microsoft.com/office/drawing/2014/main" id="{76D4B1E5-671D-4596-AC05-7F893B8161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1427"/>
                <a:ext cx="73" cy="152"/>
              </a:xfrm>
              <a:custGeom>
                <a:avLst/>
                <a:gdLst>
                  <a:gd name="T0" fmla="*/ 0 w 73"/>
                  <a:gd name="T1" fmla="*/ 139 h 152"/>
                  <a:gd name="T2" fmla="*/ 34 w 73"/>
                  <a:gd name="T3" fmla="*/ 152 h 152"/>
                  <a:gd name="T4" fmla="*/ 73 w 73"/>
                  <a:gd name="T5" fmla="*/ 0 h 152"/>
                  <a:gd name="T6" fmla="*/ 0 w 73"/>
                  <a:gd name="T7" fmla="*/ 139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52">
                    <a:moveTo>
                      <a:pt x="0" y="139"/>
                    </a:moveTo>
                    <a:lnTo>
                      <a:pt x="34" y="152"/>
                    </a:lnTo>
                    <a:lnTo>
                      <a:pt x="73" y="0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907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1" name="Freeform 524">
                <a:extLst>
                  <a:ext uri="{FF2B5EF4-FFF2-40B4-BE49-F238E27FC236}">
                    <a16:creationId xmlns:a16="http://schemas.microsoft.com/office/drawing/2014/main" id="{824CF3A2-91B8-4D5F-A22B-B5076A382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5" y="1427"/>
                <a:ext cx="73" cy="152"/>
              </a:xfrm>
              <a:custGeom>
                <a:avLst/>
                <a:gdLst>
                  <a:gd name="T0" fmla="*/ 0 w 73"/>
                  <a:gd name="T1" fmla="*/ 139 h 152"/>
                  <a:gd name="T2" fmla="*/ 34 w 73"/>
                  <a:gd name="T3" fmla="*/ 152 h 152"/>
                  <a:gd name="T4" fmla="*/ 73 w 73"/>
                  <a:gd name="T5" fmla="*/ 0 h 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52">
                    <a:moveTo>
                      <a:pt x="0" y="139"/>
                    </a:moveTo>
                    <a:lnTo>
                      <a:pt x="34" y="152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2" name="Freeform 525">
                <a:extLst>
                  <a:ext uri="{FF2B5EF4-FFF2-40B4-BE49-F238E27FC236}">
                    <a16:creationId xmlns:a16="http://schemas.microsoft.com/office/drawing/2014/main" id="{07E85B9E-D720-4F92-A803-6DD7851CE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566"/>
                <a:ext cx="87" cy="153"/>
              </a:xfrm>
              <a:custGeom>
                <a:avLst/>
                <a:gdLst>
                  <a:gd name="T0" fmla="*/ 87 w 87"/>
                  <a:gd name="T1" fmla="*/ 13 h 153"/>
                  <a:gd name="T2" fmla="*/ 53 w 87"/>
                  <a:gd name="T3" fmla="*/ 0 h 153"/>
                  <a:gd name="T4" fmla="*/ 0 w 87"/>
                  <a:gd name="T5" fmla="*/ 153 h 153"/>
                  <a:gd name="T6" fmla="*/ 87 w 87"/>
                  <a:gd name="T7" fmla="*/ 13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7" h="153">
                    <a:moveTo>
                      <a:pt x="87" y="13"/>
                    </a:moveTo>
                    <a:lnTo>
                      <a:pt x="53" y="0"/>
                    </a:lnTo>
                    <a:lnTo>
                      <a:pt x="0" y="153"/>
                    </a:lnTo>
                    <a:lnTo>
                      <a:pt x="87" y="13"/>
                    </a:lnTo>
                    <a:close/>
                  </a:path>
                </a:pathLst>
              </a:custGeom>
              <a:solidFill>
                <a:srgbClr val="988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3" name="Freeform 526">
                <a:extLst>
                  <a:ext uri="{FF2B5EF4-FFF2-40B4-BE49-F238E27FC236}">
                    <a16:creationId xmlns:a16="http://schemas.microsoft.com/office/drawing/2014/main" id="{0E8A97AA-AC4D-403C-A41E-147F6F0692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566"/>
                <a:ext cx="87" cy="153"/>
              </a:xfrm>
              <a:custGeom>
                <a:avLst/>
                <a:gdLst>
                  <a:gd name="T0" fmla="*/ 87 w 87"/>
                  <a:gd name="T1" fmla="*/ 13 h 153"/>
                  <a:gd name="T2" fmla="*/ 53 w 87"/>
                  <a:gd name="T3" fmla="*/ 0 h 153"/>
                  <a:gd name="T4" fmla="*/ 0 w 87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153">
                    <a:moveTo>
                      <a:pt x="87" y="13"/>
                    </a:moveTo>
                    <a:lnTo>
                      <a:pt x="53" y="0"/>
                    </a:lnTo>
                    <a:lnTo>
                      <a:pt x="0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4" name="Freeform 527">
                <a:extLst>
                  <a:ext uri="{FF2B5EF4-FFF2-40B4-BE49-F238E27FC236}">
                    <a16:creationId xmlns:a16="http://schemas.microsoft.com/office/drawing/2014/main" id="{D9AC3A2F-AAB4-414D-9863-2B34551E8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1566"/>
                <a:ext cx="86" cy="153"/>
              </a:xfrm>
              <a:custGeom>
                <a:avLst/>
                <a:gdLst>
                  <a:gd name="T0" fmla="*/ 0 w 86"/>
                  <a:gd name="T1" fmla="*/ 140 h 153"/>
                  <a:gd name="T2" fmla="*/ 33 w 86"/>
                  <a:gd name="T3" fmla="*/ 153 h 153"/>
                  <a:gd name="T4" fmla="*/ 86 w 86"/>
                  <a:gd name="T5" fmla="*/ 0 h 153"/>
                  <a:gd name="T6" fmla="*/ 0 w 86"/>
                  <a:gd name="T7" fmla="*/ 140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53">
                    <a:moveTo>
                      <a:pt x="0" y="140"/>
                    </a:moveTo>
                    <a:lnTo>
                      <a:pt x="33" y="153"/>
                    </a:lnTo>
                    <a:lnTo>
                      <a:pt x="86" y="0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988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5" name="Freeform 528">
                <a:extLst>
                  <a:ext uri="{FF2B5EF4-FFF2-40B4-BE49-F238E27FC236}">
                    <a16:creationId xmlns:a16="http://schemas.microsoft.com/office/drawing/2014/main" id="{149EA6E3-73F9-4169-A15A-0224CF96A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1566"/>
                <a:ext cx="86" cy="153"/>
              </a:xfrm>
              <a:custGeom>
                <a:avLst/>
                <a:gdLst>
                  <a:gd name="T0" fmla="*/ 0 w 86"/>
                  <a:gd name="T1" fmla="*/ 140 h 153"/>
                  <a:gd name="T2" fmla="*/ 33 w 86"/>
                  <a:gd name="T3" fmla="*/ 153 h 153"/>
                  <a:gd name="T4" fmla="*/ 86 w 86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53">
                    <a:moveTo>
                      <a:pt x="0" y="140"/>
                    </a:moveTo>
                    <a:lnTo>
                      <a:pt x="33" y="153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6" name="Freeform 529">
                <a:extLst>
                  <a:ext uri="{FF2B5EF4-FFF2-40B4-BE49-F238E27FC236}">
                    <a16:creationId xmlns:a16="http://schemas.microsoft.com/office/drawing/2014/main" id="{CF4D2BEB-0AB0-434D-A02B-E36460323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666"/>
                <a:ext cx="100" cy="79"/>
              </a:xfrm>
              <a:custGeom>
                <a:avLst/>
                <a:gdLst>
                  <a:gd name="T0" fmla="*/ 100 w 100"/>
                  <a:gd name="T1" fmla="*/ 26 h 79"/>
                  <a:gd name="T2" fmla="*/ 67 w 100"/>
                  <a:gd name="T3" fmla="*/ 0 h 79"/>
                  <a:gd name="T4" fmla="*/ 0 w 100"/>
                  <a:gd name="T5" fmla="*/ 79 h 79"/>
                  <a:gd name="T6" fmla="*/ 100 w 100"/>
                  <a:gd name="T7" fmla="*/ 26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79">
                    <a:moveTo>
                      <a:pt x="100" y="26"/>
                    </a:moveTo>
                    <a:lnTo>
                      <a:pt x="67" y="0"/>
                    </a:lnTo>
                    <a:lnTo>
                      <a:pt x="0" y="79"/>
                    </a:lnTo>
                    <a:lnTo>
                      <a:pt x="100" y="26"/>
                    </a:lnTo>
                    <a:close/>
                  </a:path>
                </a:pathLst>
              </a:custGeom>
              <a:solidFill>
                <a:srgbClr val="D0B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7" name="Freeform 530">
                <a:extLst>
                  <a:ext uri="{FF2B5EF4-FFF2-40B4-BE49-F238E27FC236}">
                    <a16:creationId xmlns:a16="http://schemas.microsoft.com/office/drawing/2014/main" id="{2582D007-1053-4F7B-BA56-D531A34E0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666"/>
                <a:ext cx="100" cy="79"/>
              </a:xfrm>
              <a:custGeom>
                <a:avLst/>
                <a:gdLst>
                  <a:gd name="T0" fmla="*/ 100 w 100"/>
                  <a:gd name="T1" fmla="*/ 26 h 79"/>
                  <a:gd name="T2" fmla="*/ 67 w 100"/>
                  <a:gd name="T3" fmla="*/ 0 h 79"/>
                  <a:gd name="T4" fmla="*/ 0 w 100"/>
                  <a:gd name="T5" fmla="*/ 79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79">
                    <a:moveTo>
                      <a:pt x="100" y="26"/>
                    </a:moveTo>
                    <a:lnTo>
                      <a:pt x="67" y="0"/>
                    </a:lnTo>
                    <a:lnTo>
                      <a:pt x="0" y="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8" name="Freeform 531">
                <a:extLst>
                  <a:ext uri="{FF2B5EF4-FFF2-40B4-BE49-F238E27FC236}">
                    <a16:creationId xmlns:a16="http://schemas.microsoft.com/office/drawing/2014/main" id="{3791A1A4-A289-4B21-9853-31FB71707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692"/>
                <a:ext cx="100" cy="87"/>
              </a:xfrm>
              <a:custGeom>
                <a:avLst/>
                <a:gdLst>
                  <a:gd name="T0" fmla="*/ 0 w 100"/>
                  <a:gd name="T1" fmla="*/ 53 h 87"/>
                  <a:gd name="T2" fmla="*/ 34 w 100"/>
                  <a:gd name="T3" fmla="*/ 87 h 87"/>
                  <a:gd name="T4" fmla="*/ 100 w 100"/>
                  <a:gd name="T5" fmla="*/ 0 h 87"/>
                  <a:gd name="T6" fmla="*/ 0 w 100"/>
                  <a:gd name="T7" fmla="*/ 53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87">
                    <a:moveTo>
                      <a:pt x="0" y="53"/>
                    </a:moveTo>
                    <a:lnTo>
                      <a:pt x="34" y="87"/>
                    </a:lnTo>
                    <a:lnTo>
                      <a:pt x="100" y="0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rgbClr val="D0B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9" name="Freeform 532">
                <a:extLst>
                  <a:ext uri="{FF2B5EF4-FFF2-40B4-BE49-F238E27FC236}">
                    <a16:creationId xmlns:a16="http://schemas.microsoft.com/office/drawing/2014/main" id="{0A56035F-352B-4F6F-A4DC-167406809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692"/>
                <a:ext cx="100" cy="87"/>
              </a:xfrm>
              <a:custGeom>
                <a:avLst/>
                <a:gdLst>
                  <a:gd name="T0" fmla="*/ 0 w 100"/>
                  <a:gd name="T1" fmla="*/ 53 h 87"/>
                  <a:gd name="T2" fmla="*/ 34 w 100"/>
                  <a:gd name="T3" fmla="*/ 87 h 87"/>
                  <a:gd name="T4" fmla="*/ 100 w 100"/>
                  <a:gd name="T5" fmla="*/ 0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87">
                    <a:moveTo>
                      <a:pt x="0" y="53"/>
                    </a:moveTo>
                    <a:lnTo>
                      <a:pt x="34" y="87"/>
                    </a:lnTo>
                    <a:lnTo>
                      <a:pt x="10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0" name="Freeform 533">
                <a:extLst>
                  <a:ext uri="{FF2B5EF4-FFF2-40B4-BE49-F238E27FC236}">
                    <a16:creationId xmlns:a16="http://schemas.microsoft.com/office/drawing/2014/main" id="{0BABF7F9-D9BC-4332-AB14-9633E5052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706"/>
                <a:ext cx="99" cy="139"/>
              </a:xfrm>
              <a:custGeom>
                <a:avLst/>
                <a:gdLst>
                  <a:gd name="T0" fmla="*/ 99 w 99"/>
                  <a:gd name="T1" fmla="*/ 13 h 139"/>
                  <a:gd name="T2" fmla="*/ 66 w 99"/>
                  <a:gd name="T3" fmla="*/ 0 h 139"/>
                  <a:gd name="T4" fmla="*/ 0 w 99"/>
                  <a:gd name="T5" fmla="*/ 139 h 139"/>
                  <a:gd name="T6" fmla="*/ 99 w 99"/>
                  <a:gd name="T7" fmla="*/ 13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9">
                    <a:moveTo>
                      <a:pt x="99" y="13"/>
                    </a:moveTo>
                    <a:lnTo>
                      <a:pt x="66" y="0"/>
                    </a:lnTo>
                    <a:lnTo>
                      <a:pt x="0" y="139"/>
                    </a:lnTo>
                    <a:lnTo>
                      <a:pt x="99" y="13"/>
                    </a:lnTo>
                    <a:close/>
                  </a:path>
                </a:pathLst>
              </a:custGeom>
              <a:solidFill>
                <a:srgbClr val="A09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1" name="Freeform 534">
                <a:extLst>
                  <a:ext uri="{FF2B5EF4-FFF2-40B4-BE49-F238E27FC236}">
                    <a16:creationId xmlns:a16="http://schemas.microsoft.com/office/drawing/2014/main" id="{DE3E5F4C-BBE4-4EAD-9D8C-21B90B372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706"/>
                <a:ext cx="99" cy="139"/>
              </a:xfrm>
              <a:custGeom>
                <a:avLst/>
                <a:gdLst>
                  <a:gd name="T0" fmla="*/ 99 w 99"/>
                  <a:gd name="T1" fmla="*/ 13 h 139"/>
                  <a:gd name="T2" fmla="*/ 66 w 99"/>
                  <a:gd name="T3" fmla="*/ 0 h 139"/>
                  <a:gd name="T4" fmla="*/ 0 w 99"/>
                  <a:gd name="T5" fmla="*/ 139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9">
                    <a:moveTo>
                      <a:pt x="99" y="13"/>
                    </a:moveTo>
                    <a:lnTo>
                      <a:pt x="66" y="0"/>
                    </a:lnTo>
                    <a:lnTo>
                      <a:pt x="0" y="1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2" name="Freeform 535">
                <a:extLst>
                  <a:ext uri="{FF2B5EF4-FFF2-40B4-BE49-F238E27FC236}">
                    <a16:creationId xmlns:a16="http://schemas.microsoft.com/office/drawing/2014/main" id="{16A0DB96-D3E6-4B7A-89CF-1F1A2BF024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706"/>
                <a:ext cx="99" cy="139"/>
              </a:xfrm>
              <a:custGeom>
                <a:avLst/>
                <a:gdLst>
                  <a:gd name="T0" fmla="*/ 0 w 99"/>
                  <a:gd name="T1" fmla="*/ 126 h 139"/>
                  <a:gd name="T2" fmla="*/ 33 w 99"/>
                  <a:gd name="T3" fmla="*/ 139 h 139"/>
                  <a:gd name="T4" fmla="*/ 99 w 99"/>
                  <a:gd name="T5" fmla="*/ 0 h 139"/>
                  <a:gd name="T6" fmla="*/ 0 w 99"/>
                  <a:gd name="T7" fmla="*/ 126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9">
                    <a:moveTo>
                      <a:pt x="0" y="126"/>
                    </a:moveTo>
                    <a:lnTo>
                      <a:pt x="33" y="139"/>
                    </a:lnTo>
                    <a:lnTo>
                      <a:pt x="99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A0A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3" name="Freeform 536">
                <a:extLst>
                  <a:ext uri="{FF2B5EF4-FFF2-40B4-BE49-F238E27FC236}">
                    <a16:creationId xmlns:a16="http://schemas.microsoft.com/office/drawing/2014/main" id="{169FAE08-33E3-4493-9E29-DBDC0A1BA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706"/>
                <a:ext cx="99" cy="139"/>
              </a:xfrm>
              <a:custGeom>
                <a:avLst/>
                <a:gdLst>
                  <a:gd name="T0" fmla="*/ 0 w 99"/>
                  <a:gd name="T1" fmla="*/ 126 h 139"/>
                  <a:gd name="T2" fmla="*/ 33 w 99"/>
                  <a:gd name="T3" fmla="*/ 139 h 139"/>
                  <a:gd name="T4" fmla="*/ 99 w 99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9">
                    <a:moveTo>
                      <a:pt x="0" y="126"/>
                    </a:moveTo>
                    <a:lnTo>
                      <a:pt x="33" y="139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4" name="Freeform 537">
                <a:extLst>
                  <a:ext uri="{FF2B5EF4-FFF2-40B4-BE49-F238E27FC236}">
                    <a16:creationId xmlns:a16="http://schemas.microsoft.com/office/drawing/2014/main" id="{10F7E724-A463-40E4-822A-BA7B1A886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759"/>
                <a:ext cx="113" cy="99"/>
              </a:xfrm>
              <a:custGeom>
                <a:avLst/>
                <a:gdLst>
                  <a:gd name="T0" fmla="*/ 113 w 113"/>
                  <a:gd name="T1" fmla="*/ 20 h 99"/>
                  <a:gd name="T2" fmla="*/ 80 w 113"/>
                  <a:gd name="T3" fmla="*/ 0 h 99"/>
                  <a:gd name="T4" fmla="*/ 0 w 113"/>
                  <a:gd name="T5" fmla="*/ 99 h 99"/>
                  <a:gd name="T6" fmla="*/ 113 w 113"/>
                  <a:gd name="T7" fmla="*/ 20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99">
                    <a:moveTo>
                      <a:pt x="113" y="20"/>
                    </a:moveTo>
                    <a:lnTo>
                      <a:pt x="80" y="0"/>
                    </a:lnTo>
                    <a:lnTo>
                      <a:pt x="0" y="99"/>
                    </a:lnTo>
                    <a:lnTo>
                      <a:pt x="113" y="20"/>
                    </a:lnTo>
                    <a:close/>
                  </a:path>
                </a:pathLst>
              </a:custGeom>
              <a:solidFill>
                <a:srgbClr val="C0B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5" name="Freeform 538">
                <a:extLst>
                  <a:ext uri="{FF2B5EF4-FFF2-40B4-BE49-F238E27FC236}">
                    <a16:creationId xmlns:a16="http://schemas.microsoft.com/office/drawing/2014/main" id="{62A744D6-76A7-43C4-93E8-E50B4945D1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759"/>
                <a:ext cx="113" cy="99"/>
              </a:xfrm>
              <a:custGeom>
                <a:avLst/>
                <a:gdLst>
                  <a:gd name="T0" fmla="*/ 113 w 113"/>
                  <a:gd name="T1" fmla="*/ 20 h 99"/>
                  <a:gd name="T2" fmla="*/ 80 w 113"/>
                  <a:gd name="T3" fmla="*/ 0 h 99"/>
                  <a:gd name="T4" fmla="*/ 0 w 113"/>
                  <a:gd name="T5" fmla="*/ 99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99">
                    <a:moveTo>
                      <a:pt x="113" y="20"/>
                    </a:moveTo>
                    <a:lnTo>
                      <a:pt x="80" y="0"/>
                    </a:lnTo>
                    <a:lnTo>
                      <a:pt x="0" y="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6" name="Freeform 539">
                <a:extLst>
                  <a:ext uri="{FF2B5EF4-FFF2-40B4-BE49-F238E27FC236}">
                    <a16:creationId xmlns:a16="http://schemas.microsoft.com/office/drawing/2014/main" id="{DA30F529-2461-4D43-A656-6D9029EB8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1759"/>
                <a:ext cx="113" cy="99"/>
              </a:xfrm>
              <a:custGeom>
                <a:avLst/>
                <a:gdLst>
                  <a:gd name="T0" fmla="*/ 0 w 113"/>
                  <a:gd name="T1" fmla="*/ 79 h 99"/>
                  <a:gd name="T2" fmla="*/ 33 w 113"/>
                  <a:gd name="T3" fmla="*/ 99 h 99"/>
                  <a:gd name="T4" fmla="*/ 113 w 113"/>
                  <a:gd name="T5" fmla="*/ 0 h 99"/>
                  <a:gd name="T6" fmla="*/ 0 w 113"/>
                  <a:gd name="T7" fmla="*/ 79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99">
                    <a:moveTo>
                      <a:pt x="0" y="79"/>
                    </a:moveTo>
                    <a:lnTo>
                      <a:pt x="33" y="99"/>
                    </a:lnTo>
                    <a:lnTo>
                      <a:pt x="113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C0B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7" name="Freeform 540">
                <a:extLst>
                  <a:ext uri="{FF2B5EF4-FFF2-40B4-BE49-F238E27FC236}">
                    <a16:creationId xmlns:a16="http://schemas.microsoft.com/office/drawing/2014/main" id="{B89A08F8-259A-48FD-9F38-39CA6B09C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1759"/>
                <a:ext cx="113" cy="99"/>
              </a:xfrm>
              <a:custGeom>
                <a:avLst/>
                <a:gdLst>
                  <a:gd name="T0" fmla="*/ 0 w 113"/>
                  <a:gd name="T1" fmla="*/ 79 h 99"/>
                  <a:gd name="T2" fmla="*/ 33 w 113"/>
                  <a:gd name="T3" fmla="*/ 99 h 99"/>
                  <a:gd name="T4" fmla="*/ 113 w 113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99">
                    <a:moveTo>
                      <a:pt x="0" y="79"/>
                    </a:moveTo>
                    <a:lnTo>
                      <a:pt x="33" y="99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8" name="Freeform 541">
                <a:extLst>
                  <a:ext uri="{FF2B5EF4-FFF2-40B4-BE49-F238E27FC236}">
                    <a16:creationId xmlns:a16="http://schemas.microsoft.com/office/drawing/2014/main" id="{9E5344CA-08C2-4A74-8266-3D61585B3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632"/>
                <a:ext cx="100" cy="74"/>
              </a:xfrm>
              <a:custGeom>
                <a:avLst/>
                <a:gdLst>
                  <a:gd name="T0" fmla="*/ 100 w 100"/>
                  <a:gd name="T1" fmla="*/ 34 h 74"/>
                  <a:gd name="T2" fmla="*/ 60 w 100"/>
                  <a:gd name="T3" fmla="*/ 0 h 74"/>
                  <a:gd name="T4" fmla="*/ 0 w 100"/>
                  <a:gd name="T5" fmla="*/ 74 h 74"/>
                  <a:gd name="T6" fmla="*/ 100 w 100"/>
                  <a:gd name="T7" fmla="*/ 34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74">
                    <a:moveTo>
                      <a:pt x="100" y="34"/>
                    </a:moveTo>
                    <a:lnTo>
                      <a:pt x="60" y="0"/>
                    </a:lnTo>
                    <a:lnTo>
                      <a:pt x="0" y="74"/>
                    </a:lnTo>
                    <a:lnTo>
                      <a:pt x="100" y="34"/>
                    </a:lnTo>
                    <a:close/>
                  </a:path>
                </a:pathLst>
              </a:custGeom>
              <a:solidFill>
                <a:srgbClr val="D0B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9" name="Freeform 542">
                <a:extLst>
                  <a:ext uri="{FF2B5EF4-FFF2-40B4-BE49-F238E27FC236}">
                    <a16:creationId xmlns:a16="http://schemas.microsoft.com/office/drawing/2014/main" id="{9043F25A-180E-4C3A-8E55-82EA56F02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632"/>
                <a:ext cx="100" cy="74"/>
              </a:xfrm>
              <a:custGeom>
                <a:avLst/>
                <a:gdLst>
                  <a:gd name="T0" fmla="*/ 100 w 100"/>
                  <a:gd name="T1" fmla="*/ 34 h 74"/>
                  <a:gd name="T2" fmla="*/ 60 w 100"/>
                  <a:gd name="T3" fmla="*/ 0 h 74"/>
                  <a:gd name="T4" fmla="*/ 0 w 100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74">
                    <a:moveTo>
                      <a:pt x="100" y="34"/>
                    </a:moveTo>
                    <a:lnTo>
                      <a:pt x="60" y="0"/>
                    </a:lnTo>
                    <a:lnTo>
                      <a:pt x="0" y="7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0" name="Freeform 543">
                <a:extLst>
                  <a:ext uri="{FF2B5EF4-FFF2-40B4-BE49-F238E27FC236}">
                    <a16:creationId xmlns:a16="http://schemas.microsoft.com/office/drawing/2014/main" id="{D0E546BC-0006-46EB-A0E3-441D0540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666"/>
                <a:ext cx="100" cy="79"/>
              </a:xfrm>
              <a:custGeom>
                <a:avLst/>
                <a:gdLst>
                  <a:gd name="T0" fmla="*/ 0 w 100"/>
                  <a:gd name="T1" fmla="*/ 40 h 79"/>
                  <a:gd name="T2" fmla="*/ 33 w 100"/>
                  <a:gd name="T3" fmla="*/ 79 h 79"/>
                  <a:gd name="T4" fmla="*/ 100 w 100"/>
                  <a:gd name="T5" fmla="*/ 0 h 79"/>
                  <a:gd name="T6" fmla="*/ 0 w 100"/>
                  <a:gd name="T7" fmla="*/ 40 h 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79">
                    <a:moveTo>
                      <a:pt x="0" y="40"/>
                    </a:moveTo>
                    <a:lnTo>
                      <a:pt x="33" y="79"/>
                    </a:lnTo>
                    <a:lnTo>
                      <a:pt x="100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D0B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1" name="Freeform 544">
                <a:extLst>
                  <a:ext uri="{FF2B5EF4-FFF2-40B4-BE49-F238E27FC236}">
                    <a16:creationId xmlns:a16="http://schemas.microsoft.com/office/drawing/2014/main" id="{77676D4D-24A3-49D6-87FF-BAC1E6E3BE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666"/>
                <a:ext cx="100" cy="79"/>
              </a:xfrm>
              <a:custGeom>
                <a:avLst/>
                <a:gdLst>
                  <a:gd name="T0" fmla="*/ 0 w 100"/>
                  <a:gd name="T1" fmla="*/ 40 h 79"/>
                  <a:gd name="T2" fmla="*/ 33 w 100"/>
                  <a:gd name="T3" fmla="*/ 79 h 79"/>
                  <a:gd name="T4" fmla="*/ 100 w 100"/>
                  <a:gd name="T5" fmla="*/ 0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79">
                    <a:moveTo>
                      <a:pt x="0" y="40"/>
                    </a:moveTo>
                    <a:lnTo>
                      <a:pt x="33" y="79"/>
                    </a:lnTo>
                    <a:lnTo>
                      <a:pt x="10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2" name="Freeform 545">
                <a:extLst>
                  <a:ext uri="{FF2B5EF4-FFF2-40B4-BE49-F238E27FC236}">
                    <a16:creationId xmlns:a16="http://schemas.microsoft.com/office/drawing/2014/main" id="{3E7FB3FE-FFA8-4CBF-A6D1-DA94BB6E9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1779"/>
                <a:ext cx="113" cy="99"/>
              </a:xfrm>
              <a:custGeom>
                <a:avLst/>
                <a:gdLst>
                  <a:gd name="T0" fmla="*/ 113 w 113"/>
                  <a:gd name="T1" fmla="*/ 13 h 99"/>
                  <a:gd name="T2" fmla="*/ 80 w 113"/>
                  <a:gd name="T3" fmla="*/ 0 h 99"/>
                  <a:gd name="T4" fmla="*/ 0 w 113"/>
                  <a:gd name="T5" fmla="*/ 99 h 99"/>
                  <a:gd name="T6" fmla="*/ 113 w 113"/>
                  <a:gd name="T7" fmla="*/ 13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99">
                    <a:moveTo>
                      <a:pt x="113" y="13"/>
                    </a:moveTo>
                    <a:lnTo>
                      <a:pt x="80" y="0"/>
                    </a:lnTo>
                    <a:lnTo>
                      <a:pt x="0" y="99"/>
                    </a:lnTo>
                    <a:lnTo>
                      <a:pt x="113" y="13"/>
                    </a:lnTo>
                    <a:close/>
                  </a:path>
                </a:pathLst>
              </a:custGeom>
              <a:solidFill>
                <a:srgbClr val="B8B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3" name="Freeform 546">
                <a:extLst>
                  <a:ext uri="{FF2B5EF4-FFF2-40B4-BE49-F238E27FC236}">
                    <a16:creationId xmlns:a16="http://schemas.microsoft.com/office/drawing/2014/main" id="{EDC66A81-31C3-4C24-AF71-7B1336D271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1779"/>
                <a:ext cx="113" cy="99"/>
              </a:xfrm>
              <a:custGeom>
                <a:avLst/>
                <a:gdLst>
                  <a:gd name="T0" fmla="*/ 113 w 113"/>
                  <a:gd name="T1" fmla="*/ 13 h 99"/>
                  <a:gd name="T2" fmla="*/ 80 w 113"/>
                  <a:gd name="T3" fmla="*/ 0 h 99"/>
                  <a:gd name="T4" fmla="*/ 0 w 113"/>
                  <a:gd name="T5" fmla="*/ 99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99">
                    <a:moveTo>
                      <a:pt x="113" y="13"/>
                    </a:moveTo>
                    <a:lnTo>
                      <a:pt x="80" y="0"/>
                    </a:lnTo>
                    <a:lnTo>
                      <a:pt x="0" y="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4" name="Freeform 547">
                <a:extLst>
                  <a:ext uri="{FF2B5EF4-FFF2-40B4-BE49-F238E27FC236}">
                    <a16:creationId xmlns:a16="http://schemas.microsoft.com/office/drawing/2014/main" id="{2BFE6E3D-06A0-476B-A7DB-B9B8F609C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779"/>
                <a:ext cx="113" cy="99"/>
              </a:xfrm>
              <a:custGeom>
                <a:avLst/>
                <a:gdLst>
                  <a:gd name="T0" fmla="*/ 0 w 113"/>
                  <a:gd name="T1" fmla="*/ 79 h 99"/>
                  <a:gd name="T2" fmla="*/ 33 w 113"/>
                  <a:gd name="T3" fmla="*/ 99 h 99"/>
                  <a:gd name="T4" fmla="*/ 113 w 113"/>
                  <a:gd name="T5" fmla="*/ 0 h 99"/>
                  <a:gd name="T6" fmla="*/ 0 w 113"/>
                  <a:gd name="T7" fmla="*/ 79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99">
                    <a:moveTo>
                      <a:pt x="0" y="79"/>
                    </a:moveTo>
                    <a:lnTo>
                      <a:pt x="33" y="99"/>
                    </a:lnTo>
                    <a:lnTo>
                      <a:pt x="113" y="0"/>
                    </a:lnTo>
                    <a:lnTo>
                      <a:pt x="0" y="79"/>
                    </a:lnTo>
                    <a:close/>
                  </a:path>
                </a:pathLst>
              </a:custGeom>
              <a:solidFill>
                <a:srgbClr val="C0B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5" name="Freeform 548">
                <a:extLst>
                  <a:ext uri="{FF2B5EF4-FFF2-40B4-BE49-F238E27FC236}">
                    <a16:creationId xmlns:a16="http://schemas.microsoft.com/office/drawing/2014/main" id="{52D30638-060F-4C04-A74F-F16591CCAF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5" y="1779"/>
                <a:ext cx="113" cy="99"/>
              </a:xfrm>
              <a:custGeom>
                <a:avLst/>
                <a:gdLst>
                  <a:gd name="T0" fmla="*/ 0 w 113"/>
                  <a:gd name="T1" fmla="*/ 79 h 99"/>
                  <a:gd name="T2" fmla="*/ 33 w 113"/>
                  <a:gd name="T3" fmla="*/ 99 h 99"/>
                  <a:gd name="T4" fmla="*/ 113 w 113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99">
                    <a:moveTo>
                      <a:pt x="0" y="79"/>
                    </a:moveTo>
                    <a:lnTo>
                      <a:pt x="33" y="99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6" name="Freeform 549">
                <a:extLst>
                  <a:ext uri="{FF2B5EF4-FFF2-40B4-BE49-F238E27FC236}">
                    <a16:creationId xmlns:a16="http://schemas.microsoft.com/office/drawing/2014/main" id="{FFCB1658-D071-4635-AE54-2AE9C73BDA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254"/>
                <a:ext cx="53" cy="146"/>
              </a:xfrm>
              <a:custGeom>
                <a:avLst/>
                <a:gdLst>
                  <a:gd name="T0" fmla="*/ 53 w 53"/>
                  <a:gd name="T1" fmla="*/ 13 h 146"/>
                  <a:gd name="T2" fmla="*/ 20 w 53"/>
                  <a:gd name="T3" fmla="*/ 0 h 146"/>
                  <a:gd name="T4" fmla="*/ 0 w 53"/>
                  <a:gd name="T5" fmla="*/ 146 h 146"/>
                  <a:gd name="T6" fmla="*/ 53 w 53"/>
                  <a:gd name="T7" fmla="*/ 13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53" y="13"/>
                    </a:moveTo>
                    <a:lnTo>
                      <a:pt x="20" y="0"/>
                    </a:lnTo>
                    <a:lnTo>
                      <a:pt x="0" y="146"/>
                    </a:lnTo>
                    <a:lnTo>
                      <a:pt x="53" y="13"/>
                    </a:lnTo>
                    <a:close/>
                  </a:path>
                </a:pathLst>
              </a:custGeom>
              <a:solidFill>
                <a:srgbClr val="9064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7" name="Freeform 550">
                <a:extLst>
                  <a:ext uri="{FF2B5EF4-FFF2-40B4-BE49-F238E27FC236}">
                    <a16:creationId xmlns:a16="http://schemas.microsoft.com/office/drawing/2014/main" id="{9845BB7F-60CB-4093-9876-1C613C209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254"/>
                <a:ext cx="53" cy="146"/>
              </a:xfrm>
              <a:custGeom>
                <a:avLst/>
                <a:gdLst>
                  <a:gd name="T0" fmla="*/ 53 w 53"/>
                  <a:gd name="T1" fmla="*/ 13 h 146"/>
                  <a:gd name="T2" fmla="*/ 20 w 53"/>
                  <a:gd name="T3" fmla="*/ 0 h 146"/>
                  <a:gd name="T4" fmla="*/ 0 w 53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53" y="13"/>
                    </a:moveTo>
                    <a:lnTo>
                      <a:pt x="20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8" name="Freeform 551">
                <a:extLst>
                  <a:ext uri="{FF2B5EF4-FFF2-40B4-BE49-F238E27FC236}">
                    <a16:creationId xmlns:a16="http://schemas.microsoft.com/office/drawing/2014/main" id="{3C45FA64-0102-4564-90A5-9FDFB5AC5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267"/>
                <a:ext cx="53" cy="146"/>
              </a:xfrm>
              <a:custGeom>
                <a:avLst/>
                <a:gdLst>
                  <a:gd name="T0" fmla="*/ 0 w 53"/>
                  <a:gd name="T1" fmla="*/ 133 h 146"/>
                  <a:gd name="T2" fmla="*/ 33 w 53"/>
                  <a:gd name="T3" fmla="*/ 146 h 146"/>
                  <a:gd name="T4" fmla="*/ 53 w 53"/>
                  <a:gd name="T5" fmla="*/ 0 h 146"/>
                  <a:gd name="T6" fmla="*/ 0 w 53"/>
                  <a:gd name="T7" fmla="*/ 133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0" y="133"/>
                    </a:moveTo>
                    <a:lnTo>
                      <a:pt x="33" y="146"/>
                    </a:lnTo>
                    <a:lnTo>
                      <a:pt x="53" y="0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9064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9" name="Freeform 552">
                <a:extLst>
                  <a:ext uri="{FF2B5EF4-FFF2-40B4-BE49-F238E27FC236}">
                    <a16:creationId xmlns:a16="http://schemas.microsoft.com/office/drawing/2014/main" id="{764309CF-F7DB-4BB7-8ED8-7595E28C72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267"/>
                <a:ext cx="53" cy="146"/>
              </a:xfrm>
              <a:custGeom>
                <a:avLst/>
                <a:gdLst>
                  <a:gd name="T0" fmla="*/ 0 w 53"/>
                  <a:gd name="T1" fmla="*/ 133 h 146"/>
                  <a:gd name="T2" fmla="*/ 33 w 53"/>
                  <a:gd name="T3" fmla="*/ 146 h 146"/>
                  <a:gd name="T4" fmla="*/ 53 w 53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0" y="133"/>
                    </a:moveTo>
                    <a:lnTo>
                      <a:pt x="33" y="146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0" name="Freeform 553">
                <a:extLst>
                  <a:ext uri="{FF2B5EF4-FFF2-40B4-BE49-F238E27FC236}">
                    <a16:creationId xmlns:a16="http://schemas.microsoft.com/office/drawing/2014/main" id="{C7674276-CFD6-43F4-B9AF-08ACCD8B6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088"/>
                <a:ext cx="47" cy="119"/>
              </a:xfrm>
              <a:custGeom>
                <a:avLst/>
                <a:gdLst>
                  <a:gd name="T0" fmla="*/ 47 w 47"/>
                  <a:gd name="T1" fmla="*/ 0 h 119"/>
                  <a:gd name="T2" fmla="*/ 0 w 47"/>
                  <a:gd name="T3" fmla="*/ 6 h 119"/>
                  <a:gd name="T4" fmla="*/ 14 w 47"/>
                  <a:gd name="T5" fmla="*/ 119 h 119"/>
                  <a:gd name="T6" fmla="*/ 47 w 47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19">
                    <a:moveTo>
                      <a:pt x="47" y="0"/>
                    </a:moveTo>
                    <a:lnTo>
                      <a:pt x="0" y="6"/>
                    </a:lnTo>
                    <a:lnTo>
                      <a:pt x="14" y="119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B06C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1" name="Freeform 554">
                <a:extLst>
                  <a:ext uri="{FF2B5EF4-FFF2-40B4-BE49-F238E27FC236}">
                    <a16:creationId xmlns:a16="http://schemas.microsoft.com/office/drawing/2014/main" id="{5A4CC5BF-BD73-44C7-AAB5-B811D7D4D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088"/>
                <a:ext cx="47" cy="119"/>
              </a:xfrm>
              <a:custGeom>
                <a:avLst/>
                <a:gdLst>
                  <a:gd name="T0" fmla="*/ 47 w 47"/>
                  <a:gd name="T1" fmla="*/ 0 h 119"/>
                  <a:gd name="T2" fmla="*/ 0 w 47"/>
                  <a:gd name="T3" fmla="*/ 6 h 119"/>
                  <a:gd name="T4" fmla="*/ 14 w 47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19">
                    <a:moveTo>
                      <a:pt x="47" y="0"/>
                    </a:moveTo>
                    <a:lnTo>
                      <a:pt x="0" y="6"/>
                    </a:lnTo>
                    <a:lnTo>
                      <a:pt x="14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2" name="Freeform 555">
                <a:extLst>
                  <a:ext uri="{FF2B5EF4-FFF2-40B4-BE49-F238E27FC236}">
                    <a16:creationId xmlns:a16="http://schemas.microsoft.com/office/drawing/2014/main" id="{8153105A-8B2E-4954-B76E-2E64376F8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088"/>
                <a:ext cx="39" cy="119"/>
              </a:xfrm>
              <a:custGeom>
                <a:avLst/>
                <a:gdLst>
                  <a:gd name="T0" fmla="*/ 0 w 39"/>
                  <a:gd name="T1" fmla="*/ 119 h 119"/>
                  <a:gd name="T2" fmla="*/ 39 w 39"/>
                  <a:gd name="T3" fmla="*/ 119 h 119"/>
                  <a:gd name="T4" fmla="*/ 33 w 39"/>
                  <a:gd name="T5" fmla="*/ 0 h 119"/>
                  <a:gd name="T6" fmla="*/ 0 w 39"/>
                  <a:gd name="T7" fmla="*/ 119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119">
                    <a:moveTo>
                      <a:pt x="0" y="119"/>
                    </a:moveTo>
                    <a:lnTo>
                      <a:pt x="39" y="119"/>
                    </a:lnTo>
                    <a:lnTo>
                      <a:pt x="33" y="0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B06C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3" name="Freeform 556">
                <a:extLst>
                  <a:ext uri="{FF2B5EF4-FFF2-40B4-BE49-F238E27FC236}">
                    <a16:creationId xmlns:a16="http://schemas.microsoft.com/office/drawing/2014/main" id="{4E2586AF-7D9E-4965-8336-7240B311FD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088"/>
                <a:ext cx="39" cy="119"/>
              </a:xfrm>
              <a:custGeom>
                <a:avLst/>
                <a:gdLst>
                  <a:gd name="T0" fmla="*/ 0 w 39"/>
                  <a:gd name="T1" fmla="*/ 119 h 119"/>
                  <a:gd name="T2" fmla="*/ 39 w 39"/>
                  <a:gd name="T3" fmla="*/ 119 h 119"/>
                  <a:gd name="T4" fmla="*/ 33 w 39"/>
                  <a:gd name="T5" fmla="*/ 0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119">
                    <a:moveTo>
                      <a:pt x="0" y="119"/>
                    </a:moveTo>
                    <a:lnTo>
                      <a:pt x="39" y="119"/>
                    </a:lnTo>
                    <a:lnTo>
                      <a:pt x="3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4" name="Freeform 557">
                <a:extLst>
                  <a:ext uri="{FF2B5EF4-FFF2-40B4-BE49-F238E27FC236}">
                    <a16:creationId xmlns:a16="http://schemas.microsoft.com/office/drawing/2014/main" id="{8BF61B86-D6F3-466C-9A83-B63422BCAA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094"/>
                <a:ext cx="40" cy="113"/>
              </a:xfrm>
              <a:custGeom>
                <a:avLst/>
                <a:gdLst>
                  <a:gd name="T0" fmla="*/ 0 w 40"/>
                  <a:gd name="T1" fmla="*/ 113 h 113"/>
                  <a:gd name="T2" fmla="*/ 40 w 40"/>
                  <a:gd name="T3" fmla="*/ 113 h 113"/>
                  <a:gd name="T4" fmla="*/ 26 w 40"/>
                  <a:gd name="T5" fmla="*/ 0 h 113"/>
                  <a:gd name="T6" fmla="*/ 0 w 40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13">
                    <a:moveTo>
                      <a:pt x="0" y="113"/>
                    </a:moveTo>
                    <a:lnTo>
                      <a:pt x="40" y="113"/>
                    </a:lnTo>
                    <a:lnTo>
                      <a:pt x="26" y="0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B070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5" name="Freeform 558">
                <a:extLst>
                  <a:ext uri="{FF2B5EF4-FFF2-40B4-BE49-F238E27FC236}">
                    <a16:creationId xmlns:a16="http://schemas.microsoft.com/office/drawing/2014/main" id="{A216A591-C9C7-4338-A614-467CCF181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094"/>
                <a:ext cx="40" cy="113"/>
              </a:xfrm>
              <a:custGeom>
                <a:avLst/>
                <a:gdLst>
                  <a:gd name="T0" fmla="*/ 0 w 40"/>
                  <a:gd name="T1" fmla="*/ 113 h 113"/>
                  <a:gd name="T2" fmla="*/ 40 w 40"/>
                  <a:gd name="T3" fmla="*/ 113 h 113"/>
                  <a:gd name="T4" fmla="*/ 26 w 40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13">
                    <a:moveTo>
                      <a:pt x="0" y="113"/>
                    </a:moveTo>
                    <a:lnTo>
                      <a:pt x="40" y="113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6" name="Freeform 559">
                <a:extLst>
                  <a:ext uri="{FF2B5EF4-FFF2-40B4-BE49-F238E27FC236}">
                    <a16:creationId xmlns:a16="http://schemas.microsoft.com/office/drawing/2014/main" id="{4AFAC9D0-CE00-445A-9FA8-A65516ED7B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792"/>
                <a:ext cx="113" cy="106"/>
              </a:xfrm>
              <a:custGeom>
                <a:avLst/>
                <a:gdLst>
                  <a:gd name="T0" fmla="*/ 113 w 113"/>
                  <a:gd name="T1" fmla="*/ 20 h 106"/>
                  <a:gd name="T2" fmla="*/ 80 w 113"/>
                  <a:gd name="T3" fmla="*/ 0 h 106"/>
                  <a:gd name="T4" fmla="*/ 0 w 113"/>
                  <a:gd name="T5" fmla="*/ 106 h 106"/>
                  <a:gd name="T6" fmla="*/ 113 w 113"/>
                  <a:gd name="T7" fmla="*/ 2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106">
                    <a:moveTo>
                      <a:pt x="113" y="20"/>
                    </a:moveTo>
                    <a:lnTo>
                      <a:pt x="80" y="0"/>
                    </a:lnTo>
                    <a:lnTo>
                      <a:pt x="0" y="106"/>
                    </a:lnTo>
                    <a:lnTo>
                      <a:pt x="113" y="20"/>
                    </a:lnTo>
                    <a:close/>
                  </a:path>
                </a:pathLst>
              </a:custGeom>
              <a:solidFill>
                <a:srgbClr val="B8B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7" name="Freeform 560">
                <a:extLst>
                  <a:ext uri="{FF2B5EF4-FFF2-40B4-BE49-F238E27FC236}">
                    <a16:creationId xmlns:a16="http://schemas.microsoft.com/office/drawing/2014/main" id="{501E9DD1-E783-4A90-B132-2362DF2922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792"/>
                <a:ext cx="113" cy="106"/>
              </a:xfrm>
              <a:custGeom>
                <a:avLst/>
                <a:gdLst>
                  <a:gd name="T0" fmla="*/ 113 w 113"/>
                  <a:gd name="T1" fmla="*/ 20 h 106"/>
                  <a:gd name="T2" fmla="*/ 80 w 113"/>
                  <a:gd name="T3" fmla="*/ 0 h 106"/>
                  <a:gd name="T4" fmla="*/ 0 w 113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106">
                    <a:moveTo>
                      <a:pt x="113" y="20"/>
                    </a:moveTo>
                    <a:lnTo>
                      <a:pt x="80" y="0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8" name="Freeform 561">
                <a:extLst>
                  <a:ext uri="{FF2B5EF4-FFF2-40B4-BE49-F238E27FC236}">
                    <a16:creationId xmlns:a16="http://schemas.microsoft.com/office/drawing/2014/main" id="{A07D3215-1598-42AB-A052-A5D9E0EAF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1792"/>
                <a:ext cx="113" cy="106"/>
              </a:xfrm>
              <a:custGeom>
                <a:avLst/>
                <a:gdLst>
                  <a:gd name="T0" fmla="*/ 0 w 113"/>
                  <a:gd name="T1" fmla="*/ 86 h 106"/>
                  <a:gd name="T2" fmla="*/ 33 w 113"/>
                  <a:gd name="T3" fmla="*/ 106 h 106"/>
                  <a:gd name="T4" fmla="*/ 113 w 113"/>
                  <a:gd name="T5" fmla="*/ 0 h 106"/>
                  <a:gd name="T6" fmla="*/ 0 w 113"/>
                  <a:gd name="T7" fmla="*/ 86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106">
                    <a:moveTo>
                      <a:pt x="0" y="86"/>
                    </a:moveTo>
                    <a:lnTo>
                      <a:pt x="33" y="106"/>
                    </a:lnTo>
                    <a:lnTo>
                      <a:pt x="113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B8B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69" name="Freeform 562">
                <a:extLst>
                  <a:ext uri="{FF2B5EF4-FFF2-40B4-BE49-F238E27FC236}">
                    <a16:creationId xmlns:a16="http://schemas.microsoft.com/office/drawing/2014/main" id="{43D81D99-AE58-42F9-B7C9-71E1BAD45F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1792"/>
                <a:ext cx="113" cy="106"/>
              </a:xfrm>
              <a:custGeom>
                <a:avLst/>
                <a:gdLst>
                  <a:gd name="T0" fmla="*/ 0 w 113"/>
                  <a:gd name="T1" fmla="*/ 86 h 106"/>
                  <a:gd name="T2" fmla="*/ 33 w 113"/>
                  <a:gd name="T3" fmla="*/ 106 h 106"/>
                  <a:gd name="T4" fmla="*/ 113 w 113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106">
                    <a:moveTo>
                      <a:pt x="0" y="86"/>
                    </a:moveTo>
                    <a:lnTo>
                      <a:pt x="33" y="106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0" name="Freeform 563">
                <a:extLst>
                  <a:ext uri="{FF2B5EF4-FFF2-40B4-BE49-F238E27FC236}">
                    <a16:creationId xmlns:a16="http://schemas.microsoft.com/office/drawing/2014/main" id="{98AC2292-5119-4E17-A947-F55071542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088"/>
                <a:ext cx="39" cy="119"/>
              </a:xfrm>
              <a:custGeom>
                <a:avLst/>
                <a:gdLst>
                  <a:gd name="T0" fmla="*/ 39 w 39"/>
                  <a:gd name="T1" fmla="*/ 0 h 119"/>
                  <a:gd name="T2" fmla="*/ 0 w 39"/>
                  <a:gd name="T3" fmla="*/ 0 h 119"/>
                  <a:gd name="T4" fmla="*/ 6 w 39"/>
                  <a:gd name="T5" fmla="*/ 119 h 119"/>
                  <a:gd name="T6" fmla="*/ 39 w 39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119">
                    <a:moveTo>
                      <a:pt x="39" y="0"/>
                    </a:moveTo>
                    <a:lnTo>
                      <a:pt x="0" y="0"/>
                    </a:lnTo>
                    <a:lnTo>
                      <a:pt x="6" y="119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A86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1" name="Freeform 564">
                <a:extLst>
                  <a:ext uri="{FF2B5EF4-FFF2-40B4-BE49-F238E27FC236}">
                    <a16:creationId xmlns:a16="http://schemas.microsoft.com/office/drawing/2014/main" id="{128B15A4-117F-444A-AA78-E339E3110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1088"/>
                <a:ext cx="39" cy="119"/>
              </a:xfrm>
              <a:custGeom>
                <a:avLst/>
                <a:gdLst>
                  <a:gd name="T0" fmla="*/ 39 w 39"/>
                  <a:gd name="T1" fmla="*/ 0 h 119"/>
                  <a:gd name="T2" fmla="*/ 0 w 39"/>
                  <a:gd name="T3" fmla="*/ 0 h 119"/>
                  <a:gd name="T4" fmla="*/ 6 w 39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119">
                    <a:moveTo>
                      <a:pt x="39" y="0"/>
                    </a:moveTo>
                    <a:lnTo>
                      <a:pt x="0" y="0"/>
                    </a:lnTo>
                    <a:lnTo>
                      <a:pt x="6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2" name="Freeform 565">
                <a:extLst>
                  <a:ext uri="{FF2B5EF4-FFF2-40B4-BE49-F238E27FC236}">
                    <a16:creationId xmlns:a16="http://schemas.microsoft.com/office/drawing/2014/main" id="{0B3787F6-8841-4672-8DA3-840BDEB4E4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088"/>
                <a:ext cx="40" cy="119"/>
              </a:xfrm>
              <a:custGeom>
                <a:avLst/>
                <a:gdLst>
                  <a:gd name="T0" fmla="*/ 0 w 40"/>
                  <a:gd name="T1" fmla="*/ 119 h 119"/>
                  <a:gd name="T2" fmla="*/ 40 w 40"/>
                  <a:gd name="T3" fmla="*/ 119 h 119"/>
                  <a:gd name="T4" fmla="*/ 33 w 40"/>
                  <a:gd name="T5" fmla="*/ 0 h 119"/>
                  <a:gd name="T6" fmla="*/ 0 w 40"/>
                  <a:gd name="T7" fmla="*/ 119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19">
                    <a:moveTo>
                      <a:pt x="0" y="119"/>
                    </a:moveTo>
                    <a:lnTo>
                      <a:pt x="40" y="119"/>
                    </a:lnTo>
                    <a:lnTo>
                      <a:pt x="33" y="0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A86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3" name="Freeform 566">
                <a:extLst>
                  <a:ext uri="{FF2B5EF4-FFF2-40B4-BE49-F238E27FC236}">
                    <a16:creationId xmlns:a16="http://schemas.microsoft.com/office/drawing/2014/main" id="{962C8760-7D79-44C1-B51D-8D04EF175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088"/>
                <a:ext cx="40" cy="119"/>
              </a:xfrm>
              <a:custGeom>
                <a:avLst/>
                <a:gdLst>
                  <a:gd name="T0" fmla="*/ 0 w 40"/>
                  <a:gd name="T1" fmla="*/ 119 h 119"/>
                  <a:gd name="T2" fmla="*/ 40 w 40"/>
                  <a:gd name="T3" fmla="*/ 119 h 119"/>
                  <a:gd name="T4" fmla="*/ 33 w 40"/>
                  <a:gd name="T5" fmla="*/ 0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19">
                    <a:moveTo>
                      <a:pt x="0" y="119"/>
                    </a:moveTo>
                    <a:lnTo>
                      <a:pt x="40" y="119"/>
                    </a:lnTo>
                    <a:lnTo>
                      <a:pt x="3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4" name="Freeform 567">
                <a:extLst>
                  <a:ext uri="{FF2B5EF4-FFF2-40B4-BE49-F238E27FC236}">
                    <a16:creationId xmlns:a16="http://schemas.microsoft.com/office/drawing/2014/main" id="{BFB22692-BF37-4DDA-9EB1-3F572B45B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094"/>
                <a:ext cx="39" cy="113"/>
              </a:xfrm>
              <a:custGeom>
                <a:avLst/>
                <a:gdLst>
                  <a:gd name="T0" fmla="*/ 39 w 39"/>
                  <a:gd name="T1" fmla="*/ 0 h 113"/>
                  <a:gd name="T2" fmla="*/ 0 w 39"/>
                  <a:gd name="T3" fmla="*/ 7 h 113"/>
                  <a:gd name="T4" fmla="*/ 13 w 39"/>
                  <a:gd name="T5" fmla="*/ 113 h 113"/>
                  <a:gd name="T6" fmla="*/ 39 w 39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113">
                    <a:moveTo>
                      <a:pt x="39" y="0"/>
                    </a:moveTo>
                    <a:lnTo>
                      <a:pt x="0" y="7"/>
                    </a:lnTo>
                    <a:lnTo>
                      <a:pt x="13" y="113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B070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5" name="Freeform 568">
                <a:extLst>
                  <a:ext uri="{FF2B5EF4-FFF2-40B4-BE49-F238E27FC236}">
                    <a16:creationId xmlns:a16="http://schemas.microsoft.com/office/drawing/2014/main" id="{3BF4A0E1-6757-4D94-9969-4C0ADD3A02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094"/>
                <a:ext cx="39" cy="113"/>
              </a:xfrm>
              <a:custGeom>
                <a:avLst/>
                <a:gdLst>
                  <a:gd name="T0" fmla="*/ 39 w 39"/>
                  <a:gd name="T1" fmla="*/ 0 h 113"/>
                  <a:gd name="T2" fmla="*/ 0 w 39"/>
                  <a:gd name="T3" fmla="*/ 7 h 113"/>
                  <a:gd name="T4" fmla="*/ 13 w 39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113">
                    <a:moveTo>
                      <a:pt x="39" y="0"/>
                    </a:moveTo>
                    <a:lnTo>
                      <a:pt x="0" y="7"/>
                    </a:lnTo>
                    <a:lnTo>
                      <a:pt x="13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6" name="Freeform 569">
                <a:extLst>
                  <a:ext uri="{FF2B5EF4-FFF2-40B4-BE49-F238E27FC236}">
                    <a16:creationId xmlns:a16="http://schemas.microsoft.com/office/drawing/2014/main" id="{B0822829-66B9-4EBE-B903-E59574619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1101"/>
                <a:ext cx="46" cy="106"/>
              </a:xfrm>
              <a:custGeom>
                <a:avLst/>
                <a:gdLst>
                  <a:gd name="T0" fmla="*/ 0 w 46"/>
                  <a:gd name="T1" fmla="*/ 106 h 106"/>
                  <a:gd name="T2" fmla="*/ 46 w 46"/>
                  <a:gd name="T3" fmla="*/ 106 h 106"/>
                  <a:gd name="T4" fmla="*/ 33 w 46"/>
                  <a:gd name="T5" fmla="*/ 0 h 106"/>
                  <a:gd name="T6" fmla="*/ 0 w 46"/>
                  <a:gd name="T7" fmla="*/ 106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06">
                    <a:moveTo>
                      <a:pt x="0" y="106"/>
                    </a:moveTo>
                    <a:lnTo>
                      <a:pt x="46" y="106"/>
                    </a:lnTo>
                    <a:lnTo>
                      <a:pt x="33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B87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7" name="Freeform 570">
                <a:extLst>
                  <a:ext uri="{FF2B5EF4-FFF2-40B4-BE49-F238E27FC236}">
                    <a16:creationId xmlns:a16="http://schemas.microsoft.com/office/drawing/2014/main" id="{24192034-FDBC-4B7E-885F-09725D546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1101"/>
                <a:ext cx="46" cy="106"/>
              </a:xfrm>
              <a:custGeom>
                <a:avLst/>
                <a:gdLst>
                  <a:gd name="T0" fmla="*/ 0 w 46"/>
                  <a:gd name="T1" fmla="*/ 106 h 106"/>
                  <a:gd name="T2" fmla="*/ 46 w 46"/>
                  <a:gd name="T3" fmla="*/ 106 h 106"/>
                  <a:gd name="T4" fmla="*/ 33 w 46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06">
                    <a:moveTo>
                      <a:pt x="0" y="106"/>
                    </a:moveTo>
                    <a:lnTo>
                      <a:pt x="46" y="106"/>
                    </a:lnTo>
                    <a:lnTo>
                      <a:pt x="3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8" name="Freeform 571">
                <a:extLst>
                  <a:ext uri="{FF2B5EF4-FFF2-40B4-BE49-F238E27FC236}">
                    <a16:creationId xmlns:a16="http://schemas.microsoft.com/office/drawing/2014/main" id="{73141E4F-35BA-4C41-84ED-B132D2C764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579"/>
                <a:ext cx="87" cy="147"/>
              </a:xfrm>
              <a:custGeom>
                <a:avLst/>
                <a:gdLst>
                  <a:gd name="T0" fmla="*/ 0 w 87"/>
                  <a:gd name="T1" fmla="*/ 140 h 147"/>
                  <a:gd name="T2" fmla="*/ 34 w 87"/>
                  <a:gd name="T3" fmla="*/ 147 h 147"/>
                  <a:gd name="T4" fmla="*/ 87 w 87"/>
                  <a:gd name="T5" fmla="*/ 0 h 147"/>
                  <a:gd name="T6" fmla="*/ 0 w 87"/>
                  <a:gd name="T7" fmla="*/ 140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7" h="147">
                    <a:moveTo>
                      <a:pt x="0" y="140"/>
                    </a:moveTo>
                    <a:lnTo>
                      <a:pt x="34" y="147"/>
                    </a:lnTo>
                    <a:lnTo>
                      <a:pt x="87" y="0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988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79" name="Freeform 572">
                <a:extLst>
                  <a:ext uri="{FF2B5EF4-FFF2-40B4-BE49-F238E27FC236}">
                    <a16:creationId xmlns:a16="http://schemas.microsoft.com/office/drawing/2014/main" id="{0A8C9CAF-63A8-4691-BE8C-4AC6800373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579"/>
                <a:ext cx="87" cy="147"/>
              </a:xfrm>
              <a:custGeom>
                <a:avLst/>
                <a:gdLst>
                  <a:gd name="T0" fmla="*/ 0 w 87"/>
                  <a:gd name="T1" fmla="*/ 140 h 147"/>
                  <a:gd name="T2" fmla="*/ 34 w 87"/>
                  <a:gd name="T3" fmla="*/ 147 h 147"/>
                  <a:gd name="T4" fmla="*/ 87 w 87"/>
                  <a:gd name="T5" fmla="*/ 0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147">
                    <a:moveTo>
                      <a:pt x="0" y="140"/>
                    </a:moveTo>
                    <a:lnTo>
                      <a:pt x="34" y="147"/>
                    </a:lnTo>
                    <a:lnTo>
                      <a:pt x="8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0" name="Freeform 573">
                <a:extLst>
                  <a:ext uri="{FF2B5EF4-FFF2-40B4-BE49-F238E27FC236}">
                    <a16:creationId xmlns:a16="http://schemas.microsoft.com/office/drawing/2014/main" id="{3AB0E883-78B1-490F-B191-8B5EB5DD8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719"/>
                <a:ext cx="100" cy="133"/>
              </a:xfrm>
              <a:custGeom>
                <a:avLst/>
                <a:gdLst>
                  <a:gd name="T0" fmla="*/ 100 w 100"/>
                  <a:gd name="T1" fmla="*/ 7 h 133"/>
                  <a:gd name="T2" fmla="*/ 66 w 100"/>
                  <a:gd name="T3" fmla="*/ 0 h 133"/>
                  <a:gd name="T4" fmla="*/ 0 w 100"/>
                  <a:gd name="T5" fmla="*/ 133 h 133"/>
                  <a:gd name="T6" fmla="*/ 100 w 100"/>
                  <a:gd name="T7" fmla="*/ 7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133">
                    <a:moveTo>
                      <a:pt x="100" y="7"/>
                    </a:moveTo>
                    <a:lnTo>
                      <a:pt x="66" y="0"/>
                    </a:lnTo>
                    <a:lnTo>
                      <a:pt x="0" y="133"/>
                    </a:lnTo>
                    <a:lnTo>
                      <a:pt x="100" y="7"/>
                    </a:lnTo>
                    <a:close/>
                  </a:path>
                </a:pathLst>
              </a:custGeom>
              <a:solidFill>
                <a:srgbClr val="989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1" name="Freeform 574">
                <a:extLst>
                  <a:ext uri="{FF2B5EF4-FFF2-40B4-BE49-F238E27FC236}">
                    <a16:creationId xmlns:a16="http://schemas.microsoft.com/office/drawing/2014/main" id="{7516181F-49BF-45F4-B299-D809C8ECE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719"/>
                <a:ext cx="100" cy="133"/>
              </a:xfrm>
              <a:custGeom>
                <a:avLst/>
                <a:gdLst>
                  <a:gd name="T0" fmla="*/ 100 w 100"/>
                  <a:gd name="T1" fmla="*/ 7 h 133"/>
                  <a:gd name="T2" fmla="*/ 66 w 100"/>
                  <a:gd name="T3" fmla="*/ 0 h 133"/>
                  <a:gd name="T4" fmla="*/ 0 w 100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133">
                    <a:moveTo>
                      <a:pt x="100" y="7"/>
                    </a:moveTo>
                    <a:lnTo>
                      <a:pt x="66" y="0"/>
                    </a:lnTo>
                    <a:lnTo>
                      <a:pt x="0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2" name="Freeform 575">
                <a:extLst>
                  <a:ext uri="{FF2B5EF4-FFF2-40B4-BE49-F238E27FC236}">
                    <a16:creationId xmlns:a16="http://schemas.microsoft.com/office/drawing/2014/main" id="{D7567682-7634-4A7B-8F1B-B49D0B656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719"/>
                <a:ext cx="99" cy="133"/>
              </a:xfrm>
              <a:custGeom>
                <a:avLst/>
                <a:gdLst>
                  <a:gd name="T0" fmla="*/ 0 w 99"/>
                  <a:gd name="T1" fmla="*/ 126 h 133"/>
                  <a:gd name="T2" fmla="*/ 33 w 99"/>
                  <a:gd name="T3" fmla="*/ 133 h 133"/>
                  <a:gd name="T4" fmla="*/ 99 w 99"/>
                  <a:gd name="T5" fmla="*/ 0 h 133"/>
                  <a:gd name="T6" fmla="*/ 0 w 99"/>
                  <a:gd name="T7" fmla="*/ 126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3">
                    <a:moveTo>
                      <a:pt x="0" y="126"/>
                    </a:moveTo>
                    <a:lnTo>
                      <a:pt x="33" y="133"/>
                    </a:lnTo>
                    <a:lnTo>
                      <a:pt x="99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A09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3" name="Freeform 576">
                <a:extLst>
                  <a:ext uri="{FF2B5EF4-FFF2-40B4-BE49-F238E27FC236}">
                    <a16:creationId xmlns:a16="http://schemas.microsoft.com/office/drawing/2014/main" id="{B5E561AD-0F8E-4FE1-A875-BDB303032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719"/>
                <a:ext cx="99" cy="133"/>
              </a:xfrm>
              <a:custGeom>
                <a:avLst/>
                <a:gdLst>
                  <a:gd name="T0" fmla="*/ 0 w 99"/>
                  <a:gd name="T1" fmla="*/ 126 h 133"/>
                  <a:gd name="T2" fmla="*/ 33 w 99"/>
                  <a:gd name="T3" fmla="*/ 133 h 133"/>
                  <a:gd name="T4" fmla="*/ 99 w 99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3">
                    <a:moveTo>
                      <a:pt x="0" y="126"/>
                    </a:moveTo>
                    <a:lnTo>
                      <a:pt x="33" y="133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4" name="Freeform 577">
                <a:extLst>
                  <a:ext uri="{FF2B5EF4-FFF2-40B4-BE49-F238E27FC236}">
                    <a16:creationId xmlns:a16="http://schemas.microsoft.com/office/drawing/2014/main" id="{791F19A6-8750-415F-B3E8-DD1F42C95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088"/>
                <a:ext cx="40" cy="119"/>
              </a:xfrm>
              <a:custGeom>
                <a:avLst/>
                <a:gdLst>
                  <a:gd name="T0" fmla="*/ 40 w 40"/>
                  <a:gd name="T1" fmla="*/ 0 h 119"/>
                  <a:gd name="T2" fmla="*/ 0 w 40"/>
                  <a:gd name="T3" fmla="*/ 0 h 119"/>
                  <a:gd name="T4" fmla="*/ 7 w 40"/>
                  <a:gd name="T5" fmla="*/ 119 h 119"/>
                  <a:gd name="T6" fmla="*/ 40 w 40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19">
                    <a:moveTo>
                      <a:pt x="40" y="0"/>
                    </a:moveTo>
                    <a:lnTo>
                      <a:pt x="0" y="0"/>
                    </a:lnTo>
                    <a:lnTo>
                      <a:pt x="7" y="119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A06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5" name="Freeform 578">
                <a:extLst>
                  <a:ext uri="{FF2B5EF4-FFF2-40B4-BE49-F238E27FC236}">
                    <a16:creationId xmlns:a16="http://schemas.microsoft.com/office/drawing/2014/main" id="{48956D69-BEF4-4DE9-B8BA-BEEA562F08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088"/>
                <a:ext cx="40" cy="119"/>
              </a:xfrm>
              <a:custGeom>
                <a:avLst/>
                <a:gdLst>
                  <a:gd name="T0" fmla="*/ 40 w 40"/>
                  <a:gd name="T1" fmla="*/ 0 h 119"/>
                  <a:gd name="T2" fmla="*/ 0 w 40"/>
                  <a:gd name="T3" fmla="*/ 0 h 119"/>
                  <a:gd name="T4" fmla="*/ 7 w 40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19">
                    <a:moveTo>
                      <a:pt x="40" y="0"/>
                    </a:moveTo>
                    <a:lnTo>
                      <a:pt x="0" y="0"/>
                    </a:lnTo>
                    <a:lnTo>
                      <a:pt x="7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6" name="Freeform 579">
                <a:extLst>
                  <a:ext uri="{FF2B5EF4-FFF2-40B4-BE49-F238E27FC236}">
                    <a16:creationId xmlns:a16="http://schemas.microsoft.com/office/drawing/2014/main" id="{CE569601-7204-44E6-9C89-04BF87982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088"/>
                <a:ext cx="40" cy="126"/>
              </a:xfrm>
              <a:custGeom>
                <a:avLst/>
                <a:gdLst>
                  <a:gd name="T0" fmla="*/ 0 w 40"/>
                  <a:gd name="T1" fmla="*/ 119 h 126"/>
                  <a:gd name="T2" fmla="*/ 40 w 40"/>
                  <a:gd name="T3" fmla="*/ 126 h 126"/>
                  <a:gd name="T4" fmla="*/ 33 w 40"/>
                  <a:gd name="T5" fmla="*/ 0 h 126"/>
                  <a:gd name="T6" fmla="*/ 0 w 40"/>
                  <a:gd name="T7" fmla="*/ 119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26">
                    <a:moveTo>
                      <a:pt x="0" y="119"/>
                    </a:moveTo>
                    <a:lnTo>
                      <a:pt x="40" y="126"/>
                    </a:lnTo>
                    <a:lnTo>
                      <a:pt x="33" y="0"/>
                    </a:lnTo>
                    <a:lnTo>
                      <a:pt x="0" y="119"/>
                    </a:lnTo>
                    <a:close/>
                  </a:path>
                </a:pathLst>
              </a:custGeom>
              <a:solidFill>
                <a:srgbClr val="A06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7" name="Freeform 580">
                <a:extLst>
                  <a:ext uri="{FF2B5EF4-FFF2-40B4-BE49-F238E27FC236}">
                    <a16:creationId xmlns:a16="http://schemas.microsoft.com/office/drawing/2014/main" id="{D685725A-5F5B-4ACE-93A5-E6BA984A13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088"/>
                <a:ext cx="40" cy="126"/>
              </a:xfrm>
              <a:custGeom>
                <a:avLst/>
                <a:gdLst>
                  <a:gd name="T0" fmla="*/ 0 w 40"/>
                  <a:gd name="T1" fmla="*/ 119 h 126"/>
                  <a:gd name="T2" fmla="*/ 40 w 40"/>
                  <a:gd name="T3" fmla="*/ 126 h 126"/>
                  <a:gd name="T4" fmla="*/ 33 w 40"/>
                  <a:gd name="T5" fmla="*/ 0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26">
                    <a:moveTo>
                      <a:pt x="0" y="119"/>
                    </a:moveTo>
                    <a:lnTo>
                      <a:pt x="40" y="126"/>
                    </a:lnTo>
                    <a:lnTo>
                      <a:pt x="3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8" name="Freeform 581">
                <a:extLst>
                  <a:ext uri="{FF2B5EF4-FFF2-40B4-BE49-F238E27FC236}">
                    <a16:creationId xmlns:a16="http://schemas.microsoft.com/office/drawing/2014/main" id="{821D9278-380D-47CF-803F-8E84737C70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101"/>
                <a:ext cx="47" cy="106"/>
              </a:xfrm>
              <a:custGeom>
                <a:avLst/>
                <a:gdLst>
                  <a:gd name="T0" fmla="*/ 47 w 47"/>
                  <a:gd name="T1" fmla="*/ 0 h 106"/>
                  <a:gd name="T2" fmla="*/ 0 w 47"/>
                  <a:gd name="T3" fmla="*/ 7 h 106"/>
                  <a:gd name="T4" fmla="*/ 14 w 47"/>
                  <a:gd name="T5" fmla="*/ 106 h 106"/>
                  <a:gd name="T6" fmla="*/ 47 w 47"/>
                  <a:gd name="T7" fmla="*/ 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06">
                    <a:moveTo>
                      <a:pt x="47" y="0"/>
                    </a:moveTo>
                    <a:lnTo>
                      <a:pt x="0" y="7"/>
                    </a:lnTo>
                    <a:lnTo>
                      <a:pt x="14" y="106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B87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9" name="Freeform 582">
                <a:extLst>
                  <a:ext uri="{FF2B5EF4-FFF2-40B4-BE49-F238E27FC236}">
                    <a16:creationId xmlns:a16="http://schemas.microsoft.com/office/drawing/2014/main" id="{25C48A32-96E8-402C-A69F-3AA181B2F4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101"/>
                <a:ext cx="47" cy="106"/>
              </a:xfrm>
              <a:custGeom>
                <a:avLst/>
                <a:gdLst>
                  <a:gd name="T0" fmla="*/ 47 w 47"/>
                  <a:gd name="T1" fmla="*/ 0 h 106"/>
                  <a:gd name="T2" fmla="*/ 0 w 47"/>
                  <a:gd name="T3" fmla="*/ 7 h 106"/>
                  <a:gd name="T4" fmla="*/ 14 w 47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06">
                    <a:moveTo>
                      <a:pt x="47" y="0"/>
                    </a:moveTo>
                    <a:lnTo>
                      <a:pt x="0" y="7"/>
                    </a:lnTo>
                    <a:lnTo>
                      <a:pt x="14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0" name="Freeform 583">
                <a:extLst>
                  <a:ext uri="{FF2B5EF4-FFF2-40B4-BE49-F238E27FC236}">
                    <a16:creationId xmlns:a16="http://schemas.microsoft.com/office/drawing/2014/main" id="{F3C96A85-2FE5-41E8-A0B0-ECF6E936A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1108"/>
                <a:ext cx="47" cy="106"/>
              </a:xfrm>
              <a:custGeom>
                <a:avLst/>
                <a:gdLst>
                  <a:gd name="T0" fmla="*/ 0 w 47"/>
                  <a:gd name="T1" fmla="*/ 106 h 106"/>
                  <a:gd name="T2" fmla="*/ 47 w 47"/>
                  <a:gd name="T3" fmla="*/ 99 h 106"/>
                  <a:gd name="T4" fmla="*/ 33 w 47"/>
                  <a:gd name="T5" fmla="*/ 0 h 106"/>
                  <a:gd name="T6" fmla="*/ 0 w 47"/>
                  <a:gd name="T7" fmla="*/ 106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06">
                    <a:moveTo>
                      <a:pt x="0" y="106"/>
                    </a:moveTo>
                    <a:lnTo>
                      <a:pt x="47" y="99"/>
                    </a:lnTo>
                    <a:lnTo>
                      <a:pt x="33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C078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1" name="Freeform 584">
                <a:extLst>
                  <a:ext uri="{FF2B5EF4-FFF2-40B4-BE49-F238E27FC236}">
                    <a16:creationId xmlns:a16="http://schemas.microsoft.com/office/drawing/2014/main" id="{861AA298-69FA-44B7-9E1F-DAF77E955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1108"/>
                <a:ext cx="47" cy="106"/>
              </a:xfrm>
              <a:custGeom>
                <a:avLst/>
                <a:gdLst>
                  <a:gd name="T0" fmla="*/ 0 w 47"/>
                  <a:gd name="T1" fmla="*/ 106 h 106"/>
                  <a:gd name="T2" fmla="*/ 47 w 47"/>
                  <a:gd name="T3" fmla="*/ 99 h 106"/>
                  <a:gd name="T4" fmla="*/ 33 w 47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06">
                    <a:moveTo>
                      <a:pt x="0" y="106"/>
                    </a:moveTo>
                    <a:lnTo>
                      <a:pt x="47" y="99"/>
                    </a:lnTo>
                    <a:lnTo>
                      <a:pt x="3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2" name="Freeform 585">
                <a:extLst>
                  <a:ext uri="{FF2B5EF4-FFF2-40B4-BE49-F238E27FC236}">
                    <a16:creationId xmlns:a16="http://schemas.microsoft.com/office/drawing/2014/main" id="{A05CACD0-FE51-458E-A707-14C3326AC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427"/>
                <a:ext cx="66" cy="152"/>
              </a:xfrm>
              <a:custGeom>
                <a:avLst/>
                <a:gdLst>
                  <a:gd name="T0" fmla="*/ 66 w 66"/>
                  <a:gd name="T1" fmla="*/ 13 h 152"/>
                  <a:gd name="T2" fmla="*/ 39 w 66"/>
                  <a:gd name="T3" fmla="*/ 0 h 152"/>
                  <a:gd name="T4" fmla="*/ 0 w 66"/>
                  <a:gd name="T5" fmla="*/ 152 h 152"/>
                  <a:gd name="T6" fmla="*/ 66 w 66"/>
                  <a:gd name="T7" fmla="*/ 13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52">
                    <a:moveTo>
                      <a:pt x="66" y="13"/>
                    </a:moveTo>
                    <a:lnTo>
                      <a:pt x="39" y="0"/>
                    </a:lnTo>
                    <a:lnTo>
                      <a:pt x="0" y="152"/>
                    </a:lnTo>
                    <a:lnTo>
                      <a:pt x="66" y="13"/>
                    </a:lnTo>
                    <a:close/>
                  </a:path>
                </a:pathLst>
              </a:custGeom>
              <a:solidFill>
                <a:srgbClr val="887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3" name="Freeform 586">
                <a:extLst>
                  <a:ext uri="{FF2B5EF4-FFF2-40B4-BE49-F238E27FC236}">
                    <a16:creationId xmlns:a16="http://schemas.microsoft.com/office/drawing/2014/main" id="{64F09AD5-0B43-4FE3-864D-7EA7D7ED5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427"/>
                <a:ext cx="66" cy="152"/>
              </a:xfrm>
              <a:custGeom>
                <a:avLst/>
                <a:gdLst>
                  <a:gd name="T0" fmla="*/ 66 w 66"/>
                  <a:gd name="T1" fmla="*/ 13 h 152"/>
                  <a:gd name="T2" fmla="*/ 39 w 66"/>
                  <a:gd name="T3" fmla="*/ 0 h 152"/>
                  <a:gd name="T4" fmla="*/ 0 w 66"/>
                  <a:gd name="T5" fmla="*/ 152 h 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52">
                    <a:moveTo>
                      <a:pt x="66" y="13"/>
                    </a:moveTo>
                    <a:lnTo>
                      <a:pt x="39" y="0"/>
                    </a:lnTo>
                    <a:lnTo>
                      <a:pt x="0" y="15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4" name="Freeform 587">
                <a:extLst>
                  <a:ext uri="{FF2B5EF4-FFF2-40B4-BE49-F238E27FC236}">
                    <a16:creationId xmlns:a16="http://schemas.microsoft.com/office/drawing/2014/main" id="{DA37A499-0124-45AE-96AD-AA567E84BA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440"/>
                <a:ext cx="66" cy="146"/>
              </a:xfrm>
              <a:custGeom>
                <a:avLst/>
                <a:gdLst>
                  <a:gd name="T0" fmla="*/ 0 w 66"/>
                  <a:gd name="T1" fmla="*/ 139 h 146"/>
                  <a:gd name="T2" fmla="*/ 26 w 66"/>
                  <a:gd name="T3" fmla="*/ 146 h 146"/>
                  <a:gd name="T4" fmla="*/ 66 w 66"/>
                  <a:gd name="T5" fmla="*/ 0 h 146"/>
                  <a:gd name="T6" fmla="*/ 0 w 66"/>
                  <a:gd name="T7" fmla="*/ 139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46">
                    <a:moveTo>
                      <a:pt x="0" y="139"/>
                    </a:moveTo>
                    <a:lnTo>
                      <a:pt x="26" y="146"/>
                    </a:lnTo>
                    <a:lnTo>
                      <a:pt x="66" y="0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887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5" name="Freeform 588">
                <a:extLst>
                  <a:ext uri="{FF2B5EF4-FFF2-40B4-BE49-F238E27FC236}">
                    <a16:creationId xmlns:a16="http://schemas.microsoft.com/office/drawing/2014/main" id="{5C154003-81F4-4C33-A3E3-55DC468C32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440"/>
                <a:ext cx="66" cy="146"/>
              </a:xfrm>
              <a:custGeom>
                <a:avLst/>
                <a:gdLst>
                  <a:gd name="T0" fmla="*/ 0 w 66"/>
                  <a:gd name="T1" fmla="*/ 139 h 146"/>
                  <a:gd name="T2" fmla="*/ 26 w 66"/>
                  <a:gd name="T3" fmla="*/ 146 h 146"/>
                  <a:gd name="T4" fmla="*/ 66 w 66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46">
                    <a:moveTo>
                      <a:pt x="0" y="139"/>
                    </a:moveTo>
                    <a:lnTo>
                      <a:pt x="26" y="146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6" name="Freeform 589">
                <a:extLst>
                  <a:ext uri="{FF2B5EF4-FFF2-40B4-BE49-F238E27FC236}">
                    <a16:creationId xmlns:a16="http://schemas.microsoft.com/office/drawing/2014/main" id="{47A55DCE-A5F0-4204-8DC8-EC164D4772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579"/>
                <a:ext cx="79" cy="147"/>
              </a:xfrm>
              <a:custGeom>
                <a:avLst/>
                <a:gdLst>
                  <a:gd name="T0" fmla="*/ 79 w 79"/>
                  <a:gd name="T1" fmla="*/ 7 h 147"/>
                  <a:gd name="T2" fmla="*/ 53 w 79"/>
                  <a:gd name="T3" fmla="*/ 0 h 147"/>
                  <a:gd name="T4" fmla="*/ 0 w 79"/>
                  <a:gd name="T5" fmla="*/ 147 h 147"/>
                  <a:gd name="T6" fmla="*/ 79 w 79"/>
                  <a:gd name="T7" fmla="*/ 7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47">
                    <a:moveTo>
                      <a:pt x="79" y="7"/>
                    </a:moveTo>
                    <a:lnTo>
                      <a:pt x="53" y="0"/>
                    </a:lnTo>
                    <a:lnTo>
                      <a:pt x="0" y="147"/>
                    </a:lnTo>
                    <a:lnTo>
                      <a:pt x="79" y="7"/>
                    </a:lnTo>
                    <a:close/>
                  </a:path>
                </a:pathLst>
              </a:custGeom>
              <a:solidFill>
                <a:srgbClr val="9084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7" name="Freeform 590">
                <a:extLst>
                  <a:ext uri="{FF2B5EF4-FFF2-40B4-BE49-F238E27FC236}">
                    <a16:creationId xmlns:a16="http://schemas.microsoft.com/office/drawing/2014/main" id="{CE61DD9B-AF2B-481D-8520-272C153AFA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579"/>
                <a:ext cx="79" cy="147"/>
              </a:xfrm>
              <a:custGeom>
                <a:avLst/>
                <a:gdLst>
                  <a:gd name="T0" fmla="*/ 79 w 79"/>
                  <a:gd name="T1" fmla="*/ 7 h 147"/>
                  <a:gd name="T2" fmla="*/ 53 w 79"/>
                  <a:gd name="T3" fmla="*/ 0 h 147"/>
                  <a:gd name="T4" fmla="*/ 0 w 79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47">
                    <a:moveTo>
                      <a:pt x="79" y="7"/>
                    </a:moveTo>
                    <a:lnTo>
                      <a:pt x="53" y="0"/>
                    </a:lnTo>
                    <a:lnTo>
                      <a:pt x="0" y="1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8" name="Freeform 591">
                <a:extLst>
                  <a:ext uri="{FF2B5EF4-FFF2-40B4-BE49-F238E27FC236}">
                    <a16:creationId xmlns:a16="http://schemas.microsoft.com/office/drawing/2014/main" id="{A9663530-5C50-4679-AA53-5AE57CF8F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1812"/>
                <a:ext cx="113" cy="106"/>
              </a:xfrm>
              <a:custGeom>
                <a:avLst/>
                <a:gdLst>
                  <a:gd name="T0" fmla="*/ 113 w 113"/>
                  <a:gd name="T1" fmla="*/ 13 h 106"/>
                  <a:gd name="T2" fmla="*/ 80 w 113"/>
                  <a:gd name="T3" fmla="*/ 0 h 106"/>
                  <a:gd name="T4" fmla="*/ 0 w 113"/>
                  <a:gd name="T5" fmla="*/ 106 h 106"/>
                  <a:gd name="T6" fmla="*/ 113 w 113"/>
                  <a:gd name="T7" fmla="*/ 13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106">
                    <a:moveTo>
                      <a:pt x="113" y="13"/>
                    </a:moveTo>
                    <a:lnTo>
                      <a:pt x="80" y="0"/>
                    </a:lnTo>
                    <a:lnTo>
                      <a:pt x="0" y="106"/>
                    </a:lnTo>
                    <a:lnTo>
                      <a:pt x="113" y="13"/>
                    </a:lnTo>
                    <a:close/>
                  </a:path>
                </a:pathLst>
              </a:custGeom>
              <a:solidFill>
                <a:srgbClr val="B0B8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9" name="Freeform 592">
                <a:extLst>
                  <a:ext uri="{FF2B5EF4-FFF2-40B4-BE49-F238E27FC236}">
                    <a16:creationId xmlns:a16="http://schemas.microsoft.com/office/drawing/2014/main" id="{9988F079-E018-4409-9553-6445111BF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1812"/>
                <a:ext cx="113" cy="106"/>
              </a:xfrm>
              <a:custGeom>
                <a:avLst/>
                <a:gdLst>
                  <a:gd name="T0" fmla="*/ 113 w 113"/>
                  <a:gd name="T1" fmla="*/ 13 h 106"/>
                  <a:gd name="T2" fmla="*/ 80 w 113"/>
                  <a:gd name="T3" fmla="*/ 0 h 106"/>
                  <a:gd name="T4" fmla="*/ 0 w 113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106">
                    <a:moveTo>
                      <a:pt x="113" y="13"/>
                    </a:moveTo>
                    <a:lnTo>
                      <a:pt x="80" y="0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0" name="Freeform 593">
                <a:extLst>
                  <a:ext uri="{FF2B5EF4-FFF2-40B4-BE49-F238E27FC236}">
                    <a16:creationId xmlns:a16="http://schemas.microsoft.com/office/drawing/2014/main" id="{CD2EE0AA-A943-407F-9B35-CB1B571949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812"/>
                <a:ext cx="113" cy="106"/>
              </a:xfrm>
              <a:custGeom>
                <a:avLst/>
                <a:gdLst>
                  <a:gd name="T0" fmla="*/ 0 w 113"/>
                  <a:gd name="T1" fmla="*/ 86 h 106"/>
                  <a:gd name="T2" fmla="*/ 33 w 113"/>
                  <a:gd name="T3" fmla="*/ 106 h 106"/>
                  <a:gd name="T4" fmla="*/ 113 w 113"/>
                  <a:gd name="T5" fmla="*/ 0 h 106"/>
                  <a:gd name="T6" fmla="*/ 0 w 113"/>
                  <a:gd name="T7" fmla="*/ 86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106">
                    <a:moveTo>
                      <a:pt x="0" y="86"/>
                    </a:moveTo>
                    <a:lnTo>
                      <a:pt x="33" y="106"/>
                    </a:lnTo>
                    <a:lnTo>
                      <a:pt x="113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B8B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1" name="Freeform 594">
                <a:extLst>
                  <a:ext uri="{FF2B5EF4-FFF2-40B4-BE49-F238E27FC236}">
                    <a16:creationId xmlns:a16="http://schemas.microsoft.com/office/drawing/2014/main" id="{22B9C791-EA45-4C64-8DFC-B2744E985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812"/>
                <a:ext cx="113" cy="106"/>
              </a:xfrm>
              <a:custGeom>
                <a:avLst/>
                <a:gdLst>
                  <a:gd name="T0" fmla="*/ 0 w 113"/>
                  <a:gd name="T1" fmla="*/ 86 h 106"/>
                  <a:gd name="T2" fmla="*/ 33 w 113"/>
                  <a:gd name="T3" fmla="*/ 106 h 106"/>
                  <a:gd name="T4" fmla="*/ 113 w 113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106">
                    <a:moveTo>
                      <a:pt x="0" y="86"/>
                    </a:moveTo>
                    <a:lnTo>
                      <a:pt x="33" y="106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2" name="Freeform 595">
                <a:extLst>
                  <a:ext uri="{FF2B5EF4-FFF2-40B4-BE49-F238E27FC236}">
                    <a16:creationId xmlns:a16="http://schemas.microsoft.com/office/drawing/2014/main" id="{1A7D42CC-29A2-43E9-A51C-2B4AA779B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088"/>
                <a:ext cx="33" cy="126"/>
              </a:xfrm>
              <a:custGeom>
                <a:avLst/>
                <a:gdLst>
                  <a:gd name="T0" fmla="*/ 33 w 33"/>
                  <a:gd name="T1" fmla="*/ 6 h 126"/>
                  <a:gd name="T2" fmla="*/ 0 w 33"/>
                  <a:gd name="T3" fmla="*/ 0 h 126"/>
                  <a:gd name="T4" fmla="*/ 7 w 33"/>
                  <a:gd name="T5" fmla="*/ 126 h 126"/>
                  <a:gd name="T6" fmla="*/ 33 w 33"/>
                  <a:gd name="T7" fmla="*/ 6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26">
                    <a:moveTo>
                      <a:pt x="33" y="6"/>
                    </a:moveTo>
                    <a:lnTo>
                      <a:pt x="0" y="0"/>
                    </a:lnTo>
                    <a:lnTo>
                      <a:pt x="7" y="126"/>
                    </a:lnTo>
                    <a:lnTo>
                      <a:pt x="33" y="6"/>
                    </a:lnTo>
                    <a:close/>
                  </a:path>
                </a:pathLst>
              </a:custGeom>
              <a:solidFill>
                <a:srgbClr val="A05C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3" name="Freeform 596">
                <a:extLst>
                  <a:ext uri="{FF2B5EF4-FFF2-40B4-BE49-F238E27FC236}">
                    <a16:creationId xmlns:a16="http://schemas.microsoft.com/office/drawing/2014/main" id="{DEF778CB-56D4-44C4-93FB-6E908D523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088"/>
                <a:ext cx="33" cy="126"/>
              </a:xfrm>
              <a:custGeom>
                <a:avLst/>
                <a:gdLst>
                  <a:gd name="T0" fmla="*/ 33 w 33"/>
                  <a:gd name="T1" fmla="*/ 6 h 126"/>
                  <a:gd name="T2" fmla="*/ 0 w 33"/>
                  <a:gd name="T3" fmla="*/ 0 h 126"/>
                  <a:gd name="T4" fmla="*/ 7 w 33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26">
                    <a:moveTo>
                      <a:pt x="33" y="6"/>
                    </a:moveTo>
                    <a:lnTo>
                      <a:pt x="0" y="0"/>
                    </a:lnTo>
                    <a:lnTo>
                      <a:pt x="7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4" name="Freeform 597">
                <a:extLst>
                  <a:ext uri="{FF2B5EF4-FFF2-40B4-BE49-F238E27FC236}">
                    <a16:creationId xmlns:a16="http://schemas.microsoft.com/office/drawing/2014/main" id="{ECBD274C-40E8-4CC8-8011-68781997D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094"/>
                <a:ext cx="40" cy="127"/>
              </a:xfrm>
              <a:custGeom>
                <a:avLst/>
                <a:gdLst>
                  <a:gd name="T0" fmla="*/ 0 w 40"/>
                  <a:gd name="T1" fmla="*/ 120 h 127"/>
                  <a:gd name="T2" fmla="*/ 40 w 40"/>
                  <a:gd name="T3" fmla="*/ 127 h 127"/>
                  <a:gd name="T4" fmla="*/ 26 w 40"/>
                  <a:gd name="T5" fmla="*/ 0 h 127"/>
                  <a:gd name="T6" fmla="*/ 0 w 40"/>
                  <a:gd name="T7" fmla="*/ 120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27">
                    <a:moveTo>
                      <a:pt x="0" y="120"/>
                    </a:moveTo>
                    <a:lnTo>
                      <a:pt x="40" y="127"/>
                    </a:lnTo>
                    <a:lnTo>
                      <a:pt x="26" y="0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A05C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5" name="Freeform 598">
                <a:extLst>
                  <a:ext uri="{FF2B5EF4-FFF2-40B4-BE49-F238E27FC236}">
                    <a16:creationId xmlns:a16="http://schemas.microsoft.com/office/drawing/2014/main" id="{6D3B6BA3-91D0-4B85-9344-BE502815A0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094"/>
                <a:ext cx="40" cy="127"/>
              </a:xfrm>
              <a:custGeom>
                <a:avLst/>
                <a:gdLst>
                  <a:gd name="T0" fmla="*/ 0 w 40"/>
                  <a:gd name="T1" fmla="*/ 120 h 127"/>
                  <a:gd name="T2" fmla="*/ 40 w 40"/>
                  <a:gd name="T3" fmla="*/ 127 h 127"/>
                  <a:gd name="T4" fmla="*/ 26 w 40"/>
                  <a:gd name="T5" fmla="*/ 0 h 1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27">
                    <a:moveTo>
                      <a:pt x="0" y="120"/>
                    </a:moveTo>
                    <a:lnTo>
                      <a:pt x="40" y="127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6" name="Freeform 599">
                <a:extLst>
                  <a:ext uri="{FF2B5EF4-FFF2-40B4-BE49-F238E27FC236}">
                    <a16:creationId xmlns:a16="http://schemas.microsoft.com/office/drawing/2014/main" id="{F025D02C-38B2-49BF-A305-16EB6D8CBA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267"/>
                <a:ext cx="47" cy="146"/>
              </a:xfrm>
              <a:custGeom>
                <a:avLst/>
                <a:gdLst>
                  <a:gd name="T0" fmla="*/ 47 w 47"/>
                  <a:gd name="T1" fmla="*/ 13 h 146"/>
                  <a:gd name="T2" fmla="*/ 20 w 47"/>
                  <a:gd name="T3" fmla="*/ 0 h 146"/>
                  <a:gd name="T4" fmla="*/ 0 w 47"/>
                  <a:gd name="T5" fmla="*/ 146 h 146"/>
                  <a:gd name="T6" fmla="*/ 47 w 47"/>
                  <a:gd name="T7" fmla="*/ 13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46">
                    <a:moveTo>
                      <a:pt x="47" y="13"/>
                    </a:moveTo>
                    <a:lnTo>
                      <a:pt x="20" y="0"/>
                    </a:lnTo>
                    <a:lnTo>
                      <a:pt x="0" y="146"/>
                    </a:lnTo>
                    <a:lnTo>
                      <a:pt x="47" y="13"/>
                    </a:lnTo>
                    <a:close/>
                  </a:path>
                </a:pathLst>
              </a:custGeom>
              <a:solidFill>
                <a:srgbClr val="886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7" name="Freeform 600">
                <a:extLst>
                  <a:ext uri="{FF2B5EF4-FFF2-40B4-BE49-F238E27FC236}">
                    <a16:creationId xmlns:a16="http://schemas.microsoft.com/office/drawing/2014/main" id="{308A4729-408B-459E-BFEC-1434130A70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267"/>
                <a:ext cx="47" cy="146"/>
              </a:xfrm>
              <a:custGeom>
                <a:avLst/>
                <a:gdLst>
                  <a:gd name="T0" fmla="*/ 47 w 47"/>
                  <a:gd name="T1" fmla="*/ 13 h 146"/>
                  <a:gd name="T2" fmla="*/ 20 w 47"/>
                  <a:gd name="T3" fmla="*/ 0 h 146"/>
                  <a:gd name="T4" fmla="*/ 0 w 47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46">
                    <a:moveTo>
                      <a:pt x="47" y="13"/>
                    </a:moveTo>
                    <a:lnTo>
                      <a:pt x="20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8" name="Freeform 601">
                <a:extLst>
                  <a:ext uri="{FF2B5EF4-FFF2-40B4-BE49-F238E27FC236}">
                    <a16:creationId xmlns:a16="http://schemas.microsoft.com/office/drawing/2014/main" id="{2A6D0713-FE6E-43F3-8178-9F705657CE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280"/>
                <a:ext cx="47" cy="147"/>
              </a:xfrm>
              <a:custGeom>
                <a:avLst/>
                <a:gdLst>
                  <a:gd name="T0" fmla="*/ 0 w 47"/>
                  <a:gd name="T1" fmla="*/ 133 h 147"/>
                  <a:gd name="T2" fmla="*/ 33 w 47"/>
                  <a:gd name="T3" fmla="*/ 147 h 147"/>
                  <a:gd name="T4" fmla="*/ 47 w 47"/>
                  <a:gd name="T5" fmla="*/ 0 h 147"/>
                  <a:gd name="T6" fmla="*/ 0 w 47"/>
                  <a:gd name="T7" fmla="*/ 133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47">
                    <a:moveTo>
                      <a:pt x="0" y="133"/>
                    </a:moveTo>
                    <a:lnTo>
                      <a:pt x="33" y="147"/>
                    </a:lnTo>
                    <a:lnTo>
                      <a:pt x="47" y="0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886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9" name="Freeform 602">
                <a:extLst>
                  <a:ext uri="{FF2B5EF4-FFF2-40B4-BE49-F238E27FC236}">
                    <a16:creationId xmlns:a16="http://schemas.microsoft.com/office/drawing/2014/main" id="{98E7830B-0DD2-4152-A70E-6E1BB714B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280"/>
                <a:ext cx="47" cy="147"/>
              </a:xfrm>
              <a:custGeom>
                <a:avLst/>
                <a:gdLst>
                  <a:gd name="T0" fmla="*/ 0 w 47"/>
                  <a:gd name="T1" fmla="*/ 133 h 147"/>
                  <a:gd name="T2" fmla="*/ 33 w 47"/>
                  <a:gd name="T3" fmla="*/ 147 h 147"/>
                  <a:gd name="T4" fmla="*/ 47 w 47"/>
                  <a:gd name="T5" fmla="*/ 0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47">
                    <a:moveTo>
                      <a:pt x="0" y="133"/>
                    </a:moveTo>
                    <a:lnTo>
                      <a:pt x="33" y="147"/>
                    </a:lnTo>
                    <a:lnTo>
                      <a:pt x="4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0" name="Freeform 603">
                <a:extLst>
                  <a:ext uri="{FF2B5EF4-FFF2-40B4-BE49-F238E27FC236}">
                    <a16:creationId xmlns:a16="http://schemas.microsoft.com/office/drawing/2014/main" id="{D091D086-2299-402C-B611-63276E72A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1108"/>
                <a:ext cx="46" cy="106"/>
              </a:xfrm>
              <a:custGeom>
                <a:avLst/>
                <a:gdLst>
                  <a:gd name="T0" fmla="*/ 46 w 46"/>
                  <a:gd name="T1" fmla="*/ 0 h 106"/>
                  <a:gd name="T2" fmla="*/ 0 w 46"/>
                  <a:gd name="T3" fmla="*/ 13 h 106"/>
                  <a:gd name="T4" fmla="*/ 13 w 46"/>
                  <a:gd name="T5" fmla="*/ 106 h 106"/>
                  <a:gd name="T6" fmla="*/ 46 w 46"/>
                  <a:gd name="T7" fmla="*/ 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06">
                    <a:moveTo>
                      <a:pt x="46" y="0"/>
                    </a:moveTo>
                    <a:lnTo>
                      <a:pt x="0" y="13"/>
                    </a:lnTo>
                    <a:lnTo>
                      <a:pt x="13" y="106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C078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1" name="Freeform 604">
                <a:extLst>
                  <a:ext uri="{FF2B5EF4-FFF2-40B4-BE49-F238E27FC236}">
                    <a16:creationId xmlns:a16="http://schemas.microsoft.com/office/drawing/2014/main" id="{28639D60-AF43-4526-86D3-44F5CDCF0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1108"/>
                <a:ext cx="46" cy="106"/>
              </a:xfrm>
              <a:custGeom>
                <a:avLst/>
                <a:gdLst>
                  <a:gd name="T0" fmla="*/ 46 w 46"/>
                  <a:gd name="T1" fmla="*/ 0 h 106"/>
                  <a:gd name="T2" fmla="*/ 0 w 46"/>
                  <a:gd name="T3" fmla="*/ 13 h 106"/>
                  <a:gd name="T4" fmla="*/ 13 w 46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06">
                    <a:moveTo>
                      <a:pt x="46" y="0"/>
                    </a:moveTo>
                    <a:lnTo>
                      <a:pt x="0" y="13"/>
                    </a:lnTo>
                    <a:lnTo>
                      <a:pt x="13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2" name="Freeform 605">
                <a:extLst>
                  <a:ext uri="{FF2B5EF4-FFF2-40B4-BE49-F238E27FC236}">
                    <a16:creationId xmlns:a16="http://schemas.microsoft.com/office/drawing/2014/main" id="{195510D4-9636-46A3-B05E-EB338663B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094"/>
                <a:ext cx="40" cy="127"/>
              </a:xfrm>
              <a:custGeom>
                <a:avLst/>
                <a:gdLst>
                  <a:gd name="T0" fmla="*/ 40 w 40"/>
                  <a:gd name="T1" fmla="*/ 0 h 127"/>
                  <a:gd name="T2" fmla="*/ 0 w 40"/>
                  <a:gd name="T3" fmla="*/ 0 h 127"/>
                  <a:gd name="T4" fmla="*/ 14 w 40"/>
                  <a:gd name="T5" fmla="*/ 127 h 127"/>
                  <a:gd name="T6" fmla="*/ 40 w 40"/>
                  <a:gd name="T7" fmla="*/ 0 h 1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27">
                    <a:moveTo>
                      <a:pt x="40" y="0"/>
                    </a:moveTo>
                    <a:lnTo>
                      <a:pt x="0" y="0"/>
                    </a:lnTo>
                    <a:lnTo>
                      <a:pt x="14" y="127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985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3" name="Freeform 606">
                <a:extLst>
                  <a:ext uri="{FF2B5EF4-FFF2-40B4-BE49-F238E27FC236}">
                    <a16:creationId xmlns:a16="http://schemas.microsoft.com/office/drawing/2014/main" id="{AF80B9CE-ECB4-4EBD-B899-F0A192C138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094"/>
                <a:ext cx="40" cy="127"/>
              </a:xfrm>
              <a:custGeom>
                <a:avLst/>
                <a:gdLst>
                  <a:gd name="T0" fmla="*/ 40 w 40"/>
                  <a:gd name="T1" fmla="*/ 0 h 127"/>
                  <a:gd name="T2" fmla="*/ 0 w 40"/>
                  <a:gd name="T3" fmla="*/ 0 h 127"/>
                  <a:gd name="T4" fmla="*/ 14 w 40"/>
                  <a:gd name="T5" fmla="*/ 127 h 1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27">
                    <a:moveTo>
                      <a:pt x="40" y="0"/>
                    </a:moveTo>
                    <a:lnTo>
                      <a:pt x="0" y="0"/>
                    </a:lnTo>
                    <a:lnTo>
                      <a:pt x="14" y="1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4" name="Freeform 607">
                <a:extLst>
                  <a:ext uri="{FF2B5EF4-FFF2-40B4-BE49-F238E27FC236}">
                    <a16:creationId xmlns:a16="http://schemas.microsoft.com/office/drawing/2014/main" id="{A9268CD2-F095-42F6-95F3-EA6F1EC21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1094"/>
                <a:ext cx="33" cy="133"/>
              </a:xfrm>
              <a:custGeom>
                <a:avLst/>
                <a:gdLst>
                  <a:gd name="T0" fmla="*/ 0 w 33"/>
                  <a:gd name="T1" fmla="*/ 127 h 133"/>
                  <a:gd name="T2" fmla="*/ 33 w 33"/>
                  <a:gd name="T3" fmla="*/ 133 h 133"/>
                  <a:gd name="T4" fmla="*/ 26 w 33"/>
                  <a:gd name="T5" fmla="*/ 0 h 133"/>
                  <a:gd name="T6" fmla="*/ 0 w 33"/>
                  <a:gd name="T7" fmla="*/ 127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33">
                    <a:moveTo>
                      <a:pt x="0" y="127"/>
                    </a:moveTo>
                    <a:lnTo>
                      <a:pt x="33" y="133"/>
                    </a:lnTo>
                    <a:lnTo>
                      <a:pt x="26" y="0"/>
                    </a:lnTo>
                    <a:lnTo>
                      <a:pt x="0" y="127"/>
                    </a:lnTo>
                    <a:close/>
                  </a:path>
                </a:pathLst>
              </a:custGeom>
              <a:solidFill>
                <a:srgbClr val="985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5" name="Freeform 608">
                <a:extLst>
                  <a:ext uri="{FF2B5EF4-FFF2-40B4-BE49-F238E27FC236}">
                    <a16:creationId xmlns:a16="http://schemas.microsoft.com/office/drawing/2014/main" id="{E5B1A925-3EF6-4F0F-A8BD-930DDECDC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1094"/>
                <a:ext cx="33" cy="133"/>
              </a:xfrm>
              <a:custGeom>
                <a:avLst/>
                <a:gdLst>
                  <a:gd name="T0" fmla="*/ 0 w 33"/>
                  <a:gd name="T1" fmla="*/ 127 h 133"/>
                  <a:gd name="T2" fmla="*/ 33 w 33"/>
                  <a:gd name="T3" fmla="*/ 133 h 133"/>
                  <a:gd name="T4" fmla="*/ 26 w 33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33">
                    <a:moveTo>
                      <a:pt x="0" y="127"/>
                    </a:moveTo>
                    <a:lnTo>
                      <a:pt x="33" y="133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6" name="Freeform 609">
                <a:extLst>
                  <a:ext uri="{FF2B5EF4-FFF2-40B4-BE49-F238E27FC236}">
                    <a16:creationId xmlns:a16="http://schemas.microsoft.com/office/drawing/2014/main" id="{3BF7650A-023A-4EDF-A8D9-67A37F309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825"/>
                <a:ext cx="112" cy="106"/>
              </a:xfrm>
              <a:custGeom>
                <a:avLst/>
                <a:gdLst>
                  <a:gd name="T0" fmla="*/ 112 w 112"/>
                  <a:gd name="T1" fmla="*/ 7 h 106"/>
                  <a:gd name="T2" fmla="*/ 79 w 112"/>
                  <a:gd name="T3" fmla="*/ 0 h 106"/>
                  <a:gd name="T4" fmla="*/ 0 w 112"/>
                  <a:gd name="T5" fmla="*/ 106 h 106"/>
                  <a:gd name="T6" fmla="*/ 112 w 112"/>
                  <a:gd name="T7" fmla="*/ 7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06">
                    <a:moveTo>
                      <a:pt x="112" y="7"/>
                    </a:moveTo>
                    <a:lnTo>
                      <a:pt x="79" y="0"/>
                    </a:lnTo>
                    <a:lnTo>
                      <a:pt x="0" y="106"/>
                    </a:lnTo>
                    <a:lnTo>
                      <a:pt x="112" y="7"/>
                    </a:lnTo>
                    <a:close/>
                  </a:path>
                </a:pathLst>
              </a:custGeom>
              <a:solidFill>
                <a:srgbClr val="A8B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7" name="Freeform 610">
                <a:extLst>
                  <a:ext uri="{FF2B5EF4-FFF2-40B4-BE49-F238E27FC236}">
                    <a16:creationId xmlns:a16="http://schemas.microsoft.com/office/drawing/2014/main" id="{6EC804B0-9BB1-4818-8075-AB353595B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825"/>
                <a:ext cx="112" cy="106"/>
              </a:xfrm>
              <a:custGeom>
                <a:avLst/>
                <a:gdLst>
                  <a:gd name="T0" fmla="*/ 112 w 112"/>
                  <a:gd name="T1" fmla="*/ 7 h 106"/>
                  <a:gd name="T2" fmla="*/ 79 w 112"/>
                  <a:gd name="T3" fmla="*/ 0 h 106"/>
                  <a:gd name="T4" fmla="*/ 0 w 112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06">
                    <a:moveTo>
                      <a:pt x="112" y="7"/>
                    </a:moveTo>
                    <a:lnTo>
                      <a:pt x="79" y="0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8" name="Freeform 611">
                <a:extLst>
                  <a:ext uri="{FF2B5EF4-FFF2-40B4-BE49-F238E27FC236}">
                    <a16:creationId xmlns:a16="http://schemas.microsoft.com/office/drawing/2014/main" id="{D614D351-7FA8-473D-A0BB-7CA87F4F6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1825"/>
                <a:ext cx="113" cy="106"/>
              </a:xfrm>
              <a:custGeom>
                <a:avLst/>
                <a:gdLst>
                  <a:gd name="T0" fmla="*/ 0 w 113"/>
                  <a:gd name="T1" fmla="*/ 93 h 106"/>
                  <a:gd name="T2" fmla="*/ 34 w 113"/>
                  <a:gd name="T3" fmla="*/ 106 h 106"/>
                  <a:gd name="T4" fmla="*/ 113 w 113"/>
                  <a:gd name="T5" fmla="*/ 0 h 106"/>
                  <a:gd name="T6" fmla="*/ 0 w 113"/>
                  <a:gd name="T7" fmla="*/ 93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106">
                    <a:moveTo>
                      <a:pt x="0" y="93"/>
                    </a:moveTo>
                    <a:lnTo>
                      <a:pt x="34" y="106"/>
                    </a:lnTo>
                    <a:lnTo>
                      <a:pt x="113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rgbClr val="B0B8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9" name="Freeform 612">
                <a:extLst>
                  <a:ext uri="{FF2B5EF4-FFF2-40B4-BE49-F238E27FC236}">
                    <a16:creationId xmlns:a16="http://schemas.microsoft.com/office/drawing/2014/main" id="{321F5C26-1839-4196-B897-184783A92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1825"/>
                <a:ext cx="113" cy="106"/>
              </a:xfrm>
              <a:custGeom>
                <a:avLst/>
                <a:gdLst>
                  <a:gd name="T0" fmla="*/ 0 w 113"/>
                  <a:gd name="T1" fmla="*/ 93 h 106"/>
                  <a:gd name="T2" fmla="*/ 34 w 113"/>
                  <a:gd name="T3" fmla="*/ 106 h 106"/>
                  <a:gd name="T4" fmla="*/ 113 w 113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106">
                    <a:moveTo>
                      <a:pt x="0" y="93"/>
                    </a:moveTo>
                    <a:lnTo>
                      <a:pt x="34" y="106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0" name="Freeform 613">
                <a:extLst>
                  <a:ext uri="{FF2B5EF4-FFF2-40B4-BE49-F238E27FC236}">
                    <a16:creationId xmlns:a16="http://schemas.microsoft.com/office/drawing/2014/main" id="{9551A538-39FD-406B-B68E-8F0E6EA102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586"/>
                <a:ext cx="79" cy="146"/>
              </a:xfrm>
              <a:custGeom>
                <a:avLst/>
                <a:gdLst>
                  <a:gd name="T0" fmla="*/ 0 w 79"/>
                  <a:gd name="T1" fmla="*/ 140 h 146"/>
                  <a:gd name="T2" fmla="*/ 26 w 79"/>
                  <a:gd name="T3" fmla="*/ 146 h 146"/>
                  <a:gd name="T4" fmla="*/ 79 w 79"/>
                  <a:gd name="T5" fmla="*/ 0 h 146"/>
                  <a:gd name="T6" fmla="*/ 0 w 79"/>
                  <a:gd name="T7" fmla="*/ 140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46">
                    <a:moveTo>
                      <a:pt x="0" y="140"/>
                    </a:moveTo>
                    <a:lnTo>
                      <a:pt x="26" y="146"/>
                    </a:lnTo>
                    <a:lnTo>
                      <a:pt x="79" y="0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9084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1" name="Freeform 614">
                <a:extLst>
                  <a:ext uri="{FF2B5EF4-FFF2-40B4-BE49-F238E27FC236}">
                    <a16:creationId xmlns:a16="http://schemas.microsoft.com/office/drawing/2014/main" id="{F64975BA-04D4-446E-B24D-BBC59949D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586"/>
                <a:ext cx="79" cy="146"/>
              </a:xfrm>
              <a:custGeom>
                <a:avLst/>
                <a:gdLst>
                  <a:gd name="T0" fmla="*/ 0 w 79"/>
                  <a:gd name="T1" fmla="*/ 140 h 146"/>
                  <a:gd name="T2" fmla="*/ 26 w 79"/>
                  <a:gd name="T3" fmla="*/ 146 h 146"/>
                  <a:gd name="T4" fmla="*/ 79 w 79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46">
                    <a:moveTo>
                      <a:pt x="0" y="140"/>
                    </a:moveTo>
                    <a:lnTo>
                      <a:pt x="26" y="146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2" name="Freeform 615">
                <a:extLst>
                  <a:ext uri="{FF2B5EF4-FFF2-40B4-BE49-F238E27FC236}">
                    <a16:creationId xmlns:a16="http://schemas.microsoft.com/office/drawing/2014/main" id="{A0C9AE01-3D1F-4189-81E3-3B23485C4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1726"/>
                <a:ext cx="93" cy="132"/>
              </a:xfrm>
              <a:custGeom>
                <a:avLst/>
                <a:gdLst>
                  <a:gd name="T0" fmla="*/ 93 w 93"/>
                  <a:gd name="T1" fmla="*/ 6 h 132"/>
                  <a:gd name="T2" fmla="*/ 67 w 93"/>
                  <a:gd name="T3" fmla="*/ 0 h 132"/>
                  <a:gd name="T4" fmla="*/ 0 w 93"/>
                  <a:gd name="T5" fmla="*/ 132 h 132"/>
                  <a:gd name="T6" fmla="*/ 93 w 93"/>
                  <a:gd name="T7" fmla="*/ 6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32">
                    <a:moveTo>
                      <a:pt x="93" y="6"/>
                    </a:moveTo>
                    <a:lnTo>
                      <a:pt x="67" y="0"/>
                    </a:lnTo>
                    <a:lnTo>
                      <a:pt x="0" y="132"/>
                    </a:lnTo>
                    <a:lnTo>
                      <a:pt x="93" y="6"/>
                    </a:lnTo>
                    <a:close/>
                  </a:path>
                </a:pathLst>
              </a:custGeom>
              <a:solidFill>
                <a:srgbClr val="909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3" name="Freeform 616">
                <a:extLst>
                  <a:ext uri="{FF2B5EF4-FFF2-40B4-BE49-F238E27FC236}">
                    <a16:creationId xmlns:a16="http://schemas.microsoft.com/office/drawing/2014/main" id="{AEBED20E-FA3E-4FE7-AE70-B1B068105C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1726"/>
                <a:ext cx="93" cy="132"/>
              </a:xfrm>
              <a:custGeom>
                <a:avLst/>
                <a:gdLst>
                  <a:gd name="T0" fmla="*/ 93 w 93"/>
                  <a:gd name="T1" fmla="*/ 6 h 132"/>
                  <a:gd name="T2" fmla="*/ 67 w 93"/>
                  <a:gd name="T3" fmla="*/ 0 h 132"/>
                  <a:gd name="T4" fmla="*/ 0 w 93"/>
                  <a:gd name="T5" fmla="*/ 132 h 1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32">
                    <a:moveTo>
                      <a:pt x="93" y="6"/>
                    </a:moveTo>
                    <a:lnTo>
                      <a:pt x="67" y="0"/>
                    </a:lnTo>
                    <a:lnTo>
                      <a:pt x="0" y="13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4" name="Freeform 617">
                <a:extLst>
                  <a:ext uri="{FF2B5EF4-FFF2-40B4-BE49-F238E27FC236}">
                    <a16:creationId xmlns:a16="http://schemas.microsoft.com/office/drawing/2014/main" id="{4BBEBA6F-EC7C-4AAA-842B-62D9CB408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726"/>
                <a:ext cx="100" cy="132"/>
              </a:xfrm>
              <a:custGeom>
                <a:avLst/>
                <a:gdLst>
                  <a:gd name="T0" fmla="*/ 0 w 100"/>
                  <a:gd name="T1" fmla="*/ 126 h 132"/>
                  <a:gd name="T2" fmla="*/ 33 w 100"/>
                  <a:gd name="T3" fmla="*/ 132 h 132"/>
                  <a:gd name="T4" fmla="*/ 100 w 100"/>
                  <a:gd name="T5" fmla="*/ 0 h 132"/>
                  <a:gd name="T6" fmla="*/ 0 w 100"/>
                  <a:gd name="T7" fmla="*/ 126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132">
                    <a:moveTo>
                      <a:pt x="0" y="126"/>
                    </a:moveTo>
                    <a:lnTo>
                      <a:pt x="33" y="132"/>
                    </a:lnTo>
                    <a:lnTo>
                      <a:pt x="100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989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5" name="Freeform 618">
                <a:extLst>
                  <a:ext uri="{FF2B5EF4-FFF2-40B4-BE49-F238E27FC236}">
                    <a16:creationId xmlns:a16="http://schemas.microsoft.com/office/drawing/2014/main" id="{613B34BB-28F9-43CE-B20B-098F24C62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6" y="1726"/>
                <a:ext cx="100" cy="132"/>
              </a:xfrm>
              <a:custGeom>
                <a:avLst/>
                <a:gdLst>
                  <a:gd name="T0" fmla="*/ 0 w 100"/>
                  <a:gd name="T1" fmla="*/ 126 h 132"/>
                  <a:gd name="T2" fmla="*/ 33 w 100"/>
                  <a:gd name="T3" fmla="*/ 132 h 132"/>
                  <a:gd name="T4" fmla="*/ 100 w 100"/>
                  <a:gd name="T5" fmla="*/ 0 h 1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132">
                    <a:moveTo>
                      <a:pt x="0" y="126"/>
                    </a:moveTo>
                    <a:lnTo>
                      <a:pt x="33" y="132"/>
                    </a:lnTo>
                    <a:lnTo>
                      <a:pt x="10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6" name="Freeform 619">
                <a:extLst>
                  <a:ext uri="{FF2B5EF4-FFF2-40B4-BE49-F238E27FC236}">
                    <a16:creationId xmlns:a16="http://schemas.microsoft.com/office/drawing/2014/main" id="{E0FCC568-9BCA-4B60-B3AC-7E8088F5B4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094"/>
                <a:ext cx="33" cy="133"/>
              </a:xfrm>
              <a:custGeom>
                <a:avLst/>
                <a:gdLst>
                  <a:gd name="T0" fmla="*/ 33 w 33"/>
                  <a:gd name="T1" fmla="*/ 7 h 133"/>
                  <a:gd name="T2" fmla="*/ 0 w 33"/>
                  <a:gd name="T3" fmla="*/ 0 h 133"/>
                  <a:gd name="T4" fmla="*/ 7 w 33"/>
                  <a:gd name="T5" fmla="*/ 133 h 133"/>
                  <a:gd name="T6" fmla="*/ 33 w 33"/>
                  <a:gd name="T7" fmla="*/ 7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33">
                    <a:moveTo>
                      <a:pt x="33" y="7"/>
                    </a:moveTo>
                    <a:lnTo>
                      <a:pt x="0" y="0"/>
                    </a:lnTo>
                    <a:lnTo>
                      <a:pt x="7" y="133"/>
                    </a:lnTo>
                    <a:lnTo>
                      <a:pt x="33" y="7"/>
                    </a:lnTo>
                    <a:close/>
                  </a:path>
                </a:pathLst>
              </a:custGeom>
              <a:solidFill>
                <a:srgbClr val="9054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" name="Freeform 620">
                <a:extLst>
                  <a:ext uri="{FF2B5EF4-FFF2-40B4-BE49-F238E27FC236}">
                    <a16:creationId xmlns:a16="http://schemas.microsoft.com/office/drawing/2014/main" id="{6D00CFA3-CD83-4CEE-BDB2-F6A4C5233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094"/>
                <a:ext cx="33" cy="133"/>
              </a:xfrm>
              <a:custGeom>
                <a:avLst/>
                <a:gdLst>
                  <a:gd name="T0" fmla="*/ 33 w 33"/>
                  <a:gd name="T1" fmla="*/ 7 h 133"/>
                  <a:gd name="T2" fmla="*/ 0 w 33"/>
                  <a:gd name="T3" fmla="*/ 0 h 133"/>
                  <a:gd name="T4" fmla="*/ 7 w 33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33">
                    <a:moveTo>
                      <a:pt x="33" y="7"/>
                    </a:moveTo>
                    <a:lnTo>
                      <a:pt x="0" y="0"/>
                    </a:lnTo>
                    <a:lnTo>
                      <a:pt x="7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8" name="Freeform 621">
                <a:extLst>
                  <a:ext uri="{FF2B5EF4-FFF2-40B4-BE49-F238E27FC236}">
                    <a16:creationId xmlns:a16="http://schemas.microsoft.com/office/drawing/2014/main" id="{93E9E80A-D14A-4A7E-9DDC-9599C5956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3" y="1101"/>
                <a:ext cx="33" cy="133"/>
              </a:xfrm>
              <a:custGeom>
                <a:avLst/>
                <a:gdLst>
                  <a:gd name="T0" fmla="*/ 0 w 33"/>
                  <a:gd name="T1" fmla="*/ 126 h 133"/>
                  <a:gd name="T2" fmla="*/ 33 w 33"/>
                  <a:gd name="T3" fmla="*/ 133 h 133"/>
                  <a:gd name="T4" fmla="*/ 26 w 33"/>
                  <a:gd name="T5" fmla="*/ 0 h 133"/>
                  <a:gd name="T6" fmla="*/ 0 w 33"/>
                  <a:gd name="T7" fmla="*/ 126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33">
                    <a:moveTo>
                      <a:pt x="0" y="126"/>
                    </a:moveTo>
                    <a:lnTo>
                      <a:pt x="33" y="133"/>
                    </a:lnTo>
                    <a:lnTo>
                      <a:pt x="26" y="0"/>
                    </a:lnTo>
                    <a:lnTo>
                      <a:pt x="0" y="126"/>
                    </a:lnTo>
                    <a:close/>
                  </a:path>
                </a:pathLst>
              </a:custGeom>
              <a:solidFill>
                <a:srgbClr val="9054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9" name="Freeform 622">
                <a:extLst>
                  <a:ext uri="{FF2B5EF4-FFF2-40B4-BE49-F238E27FC236}">
                    <a16:creationId xmlns:a16="http://schemas.microsoft.com/office/drawing/2014/main" id="{F5563D76-4513-4FA0-B8C8-13CC7E646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3" y="1101"/>
                <a:ext cx="33" cy="133"/>
              </a:xfrm>
              <a:custGeom>
                <a:avLst/>
                <a:gdLst>
                  <a:gd name="T0" fmla="*/ 0 w 33"/>
                  <a:gd name="T1" fmla="*/ 126 h 133"/>
                  <a:gd name="T2" fmla="*/ 33 w 33"/>
                  <a:gd name="T3" fmla="*/ 133 h 133"/>
                  <a:gd name="T4" fmla="*/ 26 w 33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33">
                    <a:moveTo>
                      <a:pt x="0" y="126"/>
                    </a:moveTo>
                    <a:lnTo>
                      <a:pt x="33" y="133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0" name="Freeform 623">
                <a:extLst>
                  <a:ext uri="{FF2B5EF4-FFF2-40B4-BE49-F238E27FC236}">
                    <a16:creationId xmlns:a16="http://schemas.microsoft.com/office/drawing/2014/main" id="{CA08695B-1373-4C0D-8E2F-1475B78BD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440"/>
                <a:ext cx="66" cy="146"/>
              </a:xfrm>
              <a:custGeom>
                <a:avLst/>
                <a:gdLst>
                  <a:gd name="T0" fmla="*/ 66 w 66"/>
                  <a:gd name="T1" fmla="*/ 13 h 146"/>
                  <a:gd name="T2" fmla="*/ 40 w 66"/>
                  <a:gd name="T3" fmla="*/ 0 h 146"/>
                  <a:gd name="T4" fmla="*/ 0 w 66"/>
                  <a:gd name="T5" fmla="*/ 146 h 146"/>
                  <a:gd name="T6" fmla="*/ 66 w 66"/>
                  <a:gd name="T7" fmla="*/ 13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46">
                    <a:moveTo>
                      <a:pt x="66" y="13"/>
                    </a:moveTo>
                    <a:lnTo>
                      <a:pt x="40" y="0"/>
                    </a:lnTo>
                    <a:lnTo>
                      <a:pt x="0" y="146"/>
                    </a:lnTo>
                    <a:lnTo>
                      <a:pt x="66" y="13"/>
                    </a:lnTo>
                    <a:close/>
                  </a:path>
                </a:pathLst>
              </a:custGeom>
              <a:solidFill>
                <a:srgbClr val="806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1" name="Freeform 624">
                <a:extLst>
                  <a:ext uri="{FF2B5EF4-FFF2-40B4-BE49-F238E27FC236}">
                    <a16:creationId xmlns:a16="http://schemas.microsoft.com/office/drawing/2014/main" id="{1231A601-241D-4A75-ADCF-C4CE578A3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440"/>
                <a:ext cx="66" cy="146"/>
              </a:xfrm>
              <a:custGeom>
                <a:avLst/>
                <a:gdLst>
                  <a:gd name="T0" fmla="*/ 66 w 66"/>
                  <a:gd name="T1" fmla="*/ 13 h 146"/>
                  <a:gd name="T2" fmla="*/ 40 w 66"/>
                  <a:gd name="T3" fmla="*/ 0 h 146"/>
                  <a:gd name="T4" fmla="*/ 0 w 66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46">
                    <a:moveTo>
                      <a:pt x="66" y="13"/>
                    </a:moveTo>
                    <a:lnTo>
                      <a:pt x="40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2" name="Freeform 625">
                <a:extLst>
                  <a:ext uri="{FF2B5EF4-FFF2-40B4-BE49-F238E27FC236}">
                    <a16:creationId xmlns:a16="http://schemas.microsoft.com/office/drawing/2014/main" id="{580446E1-E6D5-4964-8226-8C806B81F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453"/>
                <a:ext cx="66" cy="146"/>
              </a:xfrm>
              <a:custGeom>
                <a:avLst/>
                <a:gdLst>
                  <a:gd name="T0" fmla="*/ 0 w 66"/>
                  <a:gd name="T1" fmla="*/ 133 h 146"/>
                  <a:gd name="T2" fmla="*/ 33 w 66"/>
                  <a:gd name="T3" fmla="*/ 146 h 146"/>
                  <a:gd name="T4" fmla="*/ 66 w 66"/>
                  <a:gd name="T5" fmla="*/ 0 h 146"/>
                  <a:gd name="T6" fmla="*/ 0 w 66"/>
                  <a:gd name="T7" fmla="*/ 133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46">
                    <a:moveTo>
                      <a:pt x="0" y="133"/>
                    </a:moveTo>
                    <a:lnTo>
                      <a:pt x="33" y="146"/>
                    </a:lnTo>
                    <a:lnTo>
                      <a:pt x="66" y="0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806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3" name="Freeform 626">
                <a:extLst>
                  <a:ext uri="{FF2B5EF4-FFF2-40B4-BE49-F238E27FC236}">
                    <a16:creationId xmlns:a16="http://schemas.microsoft.com/office/drawing/2014/main" id="{41E1D4C5-6009-4915-8924-39C7F428C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453"/>
                <a:ext cx="66" cy="146"/>
              </a:xfrm>
              <a:custGeom>
                <a:avLst/>
                <a:gdLst>
                  <a:gd name="T0" fmla="*/ 0 w 66"/>
                  <a:gd name="T1" fmla="*/ 133 h 146"/>
                  <a:gd name="T2" fmla="*/ 33 w 66"/>
                  <a:gd name="T3" fmla="*/ 146 h 146"/>
                  <a:gd name="T4" fmla="*/ 66 w 66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46">
                    <a:moveTo>
                      <a:pt x="0" y="133"/>
                    </a:moveTo>
                    <a:lnTo>
                      <a:pt x="33" y="146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4" name="Freeform 627">
                <a:extLst>
                  <a:ext uri="{FF2B5EF4-FFF2-40B4-BE49-F238E27FC236}">
                    <a16:creationId xmlns:a16="http://schemas.microsoft.com/office/drawing/2014/main" id="{402DD7A4-D64F-47C0-BDF5-4DD520459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586"/>
                <a:ext cx="86" cy="146"/>
              </a:xfrm>
              <a:custGeom>
                <a:avLst/>
                <a:gdLst>
                  <a:gd name="T0" fmla="*/ 86 w 86"/>
                  <a:gd name="T1" fmla="*/ 13 h 146"/>
                  <a:gd name="T2" fmla="*/ 53 w 86"/>
                  <a:gd name="T3" fmla="*/ 0 h 146"/>
                  <a:gd name="T4" fmla="*/ 0 w 86"/>
                  <a:gd name="T5" fmla="*/ 146 h 146"/>
                  <a:gd name="T6" fmla="*/ 86 w 86"/>
                  <a:gd name="T7" fmla="*/ 13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46">
                    <a:moveTo>
                      <a:pt x="86" y="13"/>
                    </a:moveTo>
                    <a:lnTo>
                      <a:pt x="53" y="0"/>
                    </a:lnTo>
                    <a:lnTo>
                      <a:pt x="0" y="146"/>
                    </a:lnTo>
                    <a:lnTo>
                      <a:pt x="86" y="13"/>
                    </a:lnTo>
                    <a:close/>
                  </a:path>
                </a:pathLst>
              </a:custGeom>
              <a:solidFill>
                <a:srgbClr val="888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5" name="Freeform 628">
                <a:extLst>
                  <a:ext uri="{FF2B5EF4-FFF2-40B4-BE49-F238E27FC236}">
                    <a16:creationId xmlns:a16="http://schemas.microsoft.com/office/drawing/2014/main" id="{53F6556B-FC70-47E7-BB1E-6F27B02D2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2" y="1586"/>
                <a:ext cx="86" cy="146"/>
              </a:xfrm>
              <a:custGeom>
                <a:avLst/>
                <a:gdLst>
                  <a:gd name="T0" fmla="*/ 86 w 86"/>
                  <a:gd name="T1" fmla="*/ 13 h 146"/>
                  <a:gd name="T2" fmla="*/ 53 w 86"/>
                  <a:gd name="T3" fmla="*/ 0 h 146"/>
                  <a:gd name="T4" fmla="*/ 0 w 86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46">
                    <a:moveTo>
                      <a:pt x="86" y="13"/>
                    </a:moveTo>
                    <a:lnTo>
                      <a:pt x="53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6" name="Freeform 629">
                <a:extLst>
                  <a:ext uri="{FF2B5EF4-FFF2-40B4-BE49-F238E27FC236}">
                    <a16:creationId xmlns:a16="http://schemas.microsoft.com/office/drawing/2014/main" id="{7D027F5F-A2E1-4B2F-987E-56572B592F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1280"/>
                <a:ext cx="47" cy="147"/>
              </a:xfrm>
              <a:custGeom>
                <a:avLst/>
                <a:gdLst>
                  <a:gd name="T0" fmla="*/ 47 w 47"/>
                  <a:gd name="T1" fmla="*/ 14 h 147"/>
                  <a:gd name="T2" fmla="*/ 14 w 47"/>
                  <a:gd name="T3" fmla="*/ 0 h 147"/>
                  <a:gd name="T4" fmla="*/ 0 w 47"/>
                  <a:gd name="T5" fmla="*/ 147 h 147"/>
                  <a:gd name="T6" fmla="*/ 47 w 47"/>
                  <a:gd name="T7" fmla="*/ 14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47">
                    <a:moveTo>
                      <a:pt x="47" y="14"/>
                    </a:moveTo>
                    <a:lnTo>
                      <a:pt x="14" y="0"/>
                    </a:lnTo>
                    <a:lnTo>
                      <a:pt x="0" y="147"/>
                    </a:lnTo>
                    <a:lnTo>
                      <a:pt x="47" y="14"/>
                    </a:lnTo>
                    <a:close/>
                  </a:path>
                </a:pathLst>
              </a:custGeom>
              <a:solidFill>
                <a:srgbClr val="805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7" name="Freeform 630">
                <a:extLst>
                  <a:ext uri="{FF2B5EF4-FFF2-40B4-BE49-F238E27FC236}">
                    <a16:creationId xmlns:a16="http://schemas.microsoft.com/office/drawing/2014/main" id="{C608293A-2133-4FF7-BD23-B64116C2C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1280"/>
                <a:ext cx="47" cy="147"/>
              </a:xfrm>
              <a:custGeom>
                <a:avLst/>
                <a:gdLst>
                  <a:gd name="T0" fmla="*/ 47 w 47"/>
                  <a:gd name="T1" fmla="*/ 14 h 147"/>
                  <a:gd name="T2" fmla="*/ 14 w 47"/>
                  <a:gd name="T3" fmla="*/ 0 h 147"/>
                  <a:gd name="T4" fmla="*/ 0 w 47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47">
                    <a:moveTo>
                      <a:pt x="47" y="14"/>
                    </a:moveTo>
                    <a:lnTo>
                      <a:pt x="14" y="0"/>
                    </a:lnTo>
                    <a:lnTo>
                      <a:pt x="0" y="1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8" name="Freeform 631">
                <a:extLst>
                  <a:ext uri="{FF2B5EF4-FFF2-40B4-BE49-F238E27FC236}">
                    <a16:creationId xmlns:a16="http://schemas.microsoft.com/office/drawing/2014/main" id="{45E42922-BB6E-4D48-874B-14D194A674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1294"/>
                <a:ext cx="47" cy="146"/>
              </a:xfrm>
              <a:custGeom>
                <a:avLst/>
                <a:gdLst>
                  <a:gd name="T0" fmla="*/ 0 w 47"/>
                  <a:gd name="T1" fmla="*/ 133 h 146"/>
                  <a:gd name="T2" fmla="*/ 27 w 47"/>
                  <a:gd name="T3" fmla="*/ 146 h 146"/>
                  <a:gd name="T4" fmla="*/ 47 w 47"/>
                  <a:gd name="T5" fmla="*/ 0 h 146"/>
                  <a:gd name="T6" fmla="*/ 0 w 47"/>
                  <a:gd name="T7" fmla="*/ 133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46">
                    <a:moveTo>
                      <a:pt x="0" y="133"/>
                    </a:moveTo>
                    <a:lnTo>
                      <a:pt x="27" y="146"/>
                    </a:lnTo>
                    <a:lnTo>
                      <a:pt x="47" y="0"/>
                    </a:lnTo>
                    <a:lnTo>
                      <a:pt x="0" y="133"/>
                    </a:lnTo>
                    <a:close/>
                  </a:path>
                </a:pathLst>
              </a:custGeom>
              <a:solidFill>
                <a:srgbClr val="8058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9" name="Freeform 632">
                <a:extLst>
                  <a:ext uri="{FF2B5EF4-FFF2-40B4-BE49-F238E27FC236}">
                    <a16:creationId xmlns:a16="http://schemas.microsoft.com/office/drawing/2014/main" id="{6850C965-B3E2-4EEF-9AB1-5F111D73A0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1294"/>
                <a:ext cx="47" cy="146"/>
              </a:xfrm>
              <a:custGeom>
                <a:avLst/>
                <a:gdLst>
                  <a:gd name="T0" fmla="*/ 0 w 47"/>
                  <a:gd name="T1" fmla="*/ 133 h 146"/>
                  <a:gd name="T2" fmla="*/ 27 w 47"/>
                  <a:gd name="T3" fmla="*/ 146 h 146"/>
                  <a:gd name="T4" fmla="*/ 47 w 47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46">
                    <a:moveTo>
                      <a:pt x="0" y="133"/>
                    </a:moveTo>
                    <a:lnTo>
                      <a:pt x="27" y="146"/>
                    </a:lnTo>
                    <a:lnTo>
                      <a:pt x="4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0" name="Freeform 633">
                <a:extLst>
                  <a:ext uri="{FF2B5EF4-FFF2-40B4-BE49-F238E27FC236}">
                    <a16:creationId xmlns:a16="http://schemas.microsoft.com/office/drawing/2014/main" id="{BFA04D76-4C7C-4364-A365-BDF3C294D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832"/>
                <a:ext cx="112" cy="113"/>
              </a:xfrm>
              <a:custGeom>
                <a:avLst/>
                <a:gdLst>
                  <a:gd name="T0" fmla="*/ 112 w 112"/>
                  <a:gd name="T1" fmla="*/ 13 h 113"/>
                  <a:gd name="T2" fmla="*/ 79 w 112"/>
                  <a:gd name="T3" fmla="*/ 0 h 113"/>
                  <a:gd name="T4" fmla="*/ 0 w 112"/>
                  <a:gd name="T5" fmla="*/ 113 h 113"/>
                  <a:gd name="T6" fmla="*/ 112 w 112"/>
                  <a:gd name="T7" fmla="*/ 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13">
                    <a:moveTo>
                      <a:pt x="112" y="13"/>
                    </a:moveTo>
                    <a:lnTo>
                      <a:pt x="79" y="0"/>
                    </a:lnTo>
                    <a:lnTo>
                      <a:pt x="0" y="113"/>
                    </a:lnTo>
                    <a:lnTo>
                      <a:pt x="112" y="13"/>
                    </a:lnTo>
                    <a:close/>
                  </a:path>
                </a:pathLst>
              </a:custGeom>
              <a:solidFill>
                <a:srgbClr val="A8B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1" name="Freeform 634">
                <a:extLst>
                  <a:ext uri="{FF2B5EF4-FFF2-40B4-BE49-F238E27FC236}">
                    <a16:creationId xmlns:a16="http://schemas.microsoft.com/office/drawing/2014/main" id="{269A519F-FDD8-4DC8-B56D-CEE1543F0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1832"/>
                <a:ext cx="112" cy="113"/>
              </a:xfrm>
              <a:custGeom>
                <a:avLst/>
                <a:gdLst>
                  <a:gd name="T0" fmla="*/ 112 w 112"/>
                  <a:gd name="T1" fmla="*/ 13 h 113"/>
                  <a:gd name="T2" fmla="*/ 79 w 112"/>
                  <a:gd name="T3" fmla="*/ 0 h 113"/>
                  <a:gd name="T4" fmla="*/ 0 w 112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13">
                    <a:moveTo>
                      <a:pt x="112" y="13"/>
                    </a:moveTo>
                    <a:lnTo>
                      <a:pt x="79" y="0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2" name="Freeform 635">
                <a:extLst>
                  <a:ext uri="{FF2B5EF4-FFF2-40B4-BE49-F238E27FC236}">
                    <a16:creationId xmlns:a16="http://schemas.microsoft.com/office/drawing/2014/main" id="{4A8BEF2B-910C-477B-B9C3-76535E4F1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832"/>
                <a:ext cx="112" cy="113"/>
              </a:xfrm>
              <a:custGeom>
                <a:avLst/>
                <a:gdLst>
                  <a:gd name="T0" fmla="*/ 0 w 112"/>
                  <a:gd name="T1" fmla="*/ 99 h 113"/>
                  <a:gd name="T2" fmla="*/ 33 w 112"/>
                  <a:gd name="T3" fmla="*/ 113 h 113"/>
                  <a:gd name="T4" fmla="*/ 112 w 112"/>
                  <a:gd name="T5" fmla="*/ 0 h 113"/>
                  <a:gd name="T6" fmla="*/ 0 w 112"/>
                  <a:gd name="T7" fmla="*/ 99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113">
                    <a:moveTo>
                      <a:pt x="0" y="99"/>
                    </a:moveTo>
                    <a:lnTo>
                      <a:pt x="33" y="113"/>
                    </a:lnTo>
                    <a:lnTo>
                      <a:pt x="112" y="0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A8B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3" name="Freeform 636">
                <a:extLst>
                  <a:ext uri="{FF2B5EF4-FFF2-40B4-BE49-F238E27FC236}">
                    <a16:creationId xmlns:a16="http://schemas.microsoft.com/office/drawing/2014/main" id="{CF511317-A263-4CBC-98EC-3F8893FAA4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832"/>
                <a:ext cx="112" cy="113"/>
              </a:xfrm>
              <a:custGeom>
                <a:avLst/>
                <a:gdLst>
                  <a:gd name="T0" fmla="*/ 0 w 112"/>
                  <a:gd name="T1" fmla="*/ 99 h 113"/>
                  <a:gd name="T2" fmla="*/ 33 w 112"/>
                  <a:gd name="T3" fmla="*/ 113 h 113"/>
                  <a:gd name="T4" fmla="*/ 112 w 112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113">
                    <a:moveTo>
                      <a:pt x="0" y="99"/>
                    </a:moveTo>
                    <a:lnTo>
                      <a:pt x="33" y="113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4" name="Freeform 637">
                <a:extLst>
                  <a:ext uri="{FF2B5EF4-FFF2-40B4-BE49-F238E27FC236}">
                    <a16:creationId xmlns:a16="http://schemas.microsoft.com/office/drawing/2014/main" id="{6967DE14-931A-47C4-B7DC-71ABFE2D6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9" y="1101"/>
                <a:ext cx="33" cy="133"/>
              </a:xfrm>
              <a:custGeom>
                <a:avLst/>
                <a:gdLst>
                  <a:gd name="T0" fmla="*/ 33 w 33"/>
                  <a:gd name="T1" fmla="*/ 13 h 133"/>
                  <a:gd name="T2" fmla="*/ 0 w 33"/>
                  <a:gd name="T3" fmla="*/ 0 h 133"/>
                  <a:gd name="T4" fmla="*/ 7 w 33"/>
                  <a:gd name="T5" fmla="*/ 133 h 133"/>
                  <a:gd name="T6" fmla="*/ 33 w 33"/>
                  <a:gd name="T7" fmla="*/ 13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33">
                    <a:moveTo>
                      <a:pt x="33" y="13"/>
                    </a:moveTo>
                    <a:lnTo>
                      <a:pt x="0" y="0"/>
                    </a:lnTo>
                    <a:lnTo>
                      <a:pt x="7" y="133"/>
                    </a:lnTo>
                    <a:lnTo>
                      <a:pt x="33" y="13"/>
                    </a:lnTo>
                    <a:close/>
                  </a:path>
                </a:pathLst>
              </a:custGeom>
              <a:solidFill>
                <a:srgbClr val="905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5" name="Freeform 638">
                <a:extLst>
                  <a:ext uri="{FF2B5EF4-FFF2-40B4-BE49-F238E27FC236}">
                    <a16:creationId xmlns:a16="http://schemas.microsoft.com/office/drawing/2014/main" id="{55097F30-5E7C-4D0B-B090-524AE11B4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9" y="1101"/>
                <a:ext cx="33" cy="133"/>
              </a:xfrm>
              <a:custGeom>
                <a:avLst/>
                <a:gdLst>
                  <a:gd name="T0" fmla="*/ 33 w 33"/>
                  <a:gd name="T1" fmla="*/ 13 h 133"/>
                  <a:gd name="T2" fmla="*/ 0 w 33"/>
                  <a:gd name="T3" fmla="*/ 0 h 133"/>
                  <a:gd name="T4" fmla="*/ 7 w 33"/>
                  <a:gd name="T5" fmla="*/ 133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33">
                    <a:moveTo>
                      <a:pt x="33" y="13"/>
                    </a:moveTo>
                    <a:lnTo>
                      <a:pt x="0" y="0"/>
                    </a:lnTo>
                    <a:lnTo>
                      <a:pt x="7" y="1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6" name="Freeform 639">
                <a:extLst>
                  <a:ext uri="{FF2B5EF4-FFF2-40B4-BE49-F238E27FC236}">
                    <a16:creationId xmlns:a16="http://schemas.microsoft.com/office/drawing/2014/main" id="{FAE53408-97A0-425E-9E3C-4C6410FFE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114"/>
                <a:ext cx="33" cy="126"/>
              </a:xfrm>
              <a:custGeom>
                <a:avLst/>
                <a:gdLst>
                  <a:gd name="T0" fmla="*/ 0 w 33"/>
                  <a:gd name="T1" fmla="*/ 120 h 126"/>
                  <a:gd name="T2" fmla="*/ 33 w 33"/>
                  <a:gd name="T3" fmla="*/ 126 h 126"/>
                  <a:gd name="T4" fmla="*/ 26 w 33"/>
                  <a:gd name="T5" fmla="*/ 0 h 126"/>
                  <a:gd name="T6" fmla="*/ 0 w 33"/>
                  <a:gd name="T7" fmla="*/ 12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26">
                    <a:moveTo>
                      <a:pt x="0" y="120"/>
                    </a:moveTo>
                    <a:lnTo>
                      <a:pt x="33" y="126"/>
                    </a:lnTo>
                    <a:lnTo>
                      <a:pt x="26" y="0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rgbClr val="905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Group 640">
              <a:extLst>
                <a:ext uri="{FF2B5EF4-FFF2-40B4-BE49-F238E27FC236}">
                  <a16:creationId xmlns:a16="http://schemas.microsoft.com/office/drawing/2014/main" id="{57A0EAF7-9901-4F83-AE9D-7584B0047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9" y="2428"/>
              <a:ext cx="1066" cy="1123"/>
              <a:chOff x="2211" y="941"/>
              <a:chExt cx="1066" cy="1123"/>
            </a:xfrm>
          </p:grpSpPr>
          <p:sp>
            <p:nvSpPr>
              <p:cNvPr id="547" name="Freeform 641">
                <a:extLst>
                  <a:ext uri="{FF2B5EF4-FFF2-40B4-BE49-F238E27FC236}">
                    <a16:creationId xmlns:a16="http://schemas.microsoft.com/office/drawing/2014/main" id="{DD450A13-FB85-41F4-9AB7-D3EC6AF73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951"/>
                <a:ext cx="99" cy="74"/>
              </a:xfrm>
              <a:custGeom>
                <a:avLst/>
                <a:gdLst>
                  <a:gd name="T0" fmla="*/ 0 w 99"/>
                  <a:gd name="T1" fmla="*/ 74 h 74"/>
                  <a:gd name="T2" fmla="*/ 40 w 99"/>
                  <a:gd name="T3" fmla="*/ 60 h 74"/>
                  <a:gd name="T4" fmla="*/ 99 w 99"/>
                  <a:gd name="T5" fmla="*/ 0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74">
                    <a:moveTo>
                      <a:pt x="0" y="74"/>
                    </a:moveTo>
                    <a:lnTo>
                      <a:pt x="40" y="60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8" name="Freeform 642">
                <a:extLst>
                  <a:ext uri="{FF2B5EF4-FFF2-40B4-BE49-F238E27FC236}">
                    <a16:creationId xmlns:a16="http://schemas.microsoft.com/office/drawing/2014/main" id="{943DDB7C-076C-4781-81E0-6DEF1F20F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981"/>
                <a:ext cx="66" cy="20"/>
              </a:xfrm>
              <a:custGeom>
                <a:avLst/>
                <a:gdLst>
                  <a:gd name="T0" fmla="*/ 33 w 66"/>
                  <a:gd name="T1" fmla="*/ 0 h 20"/>
                  <a:gd name="T2" fmla="*/ 0 w 66"/>
                  <a:gd name="T3" fmla="*/ 20 h 20"/>
                  <a:gd name="T4" fmla="*/ 66 w 66"/>
                  <a:gd name="T5" fmla="*/ 14 h 20"/>
                  <a:gd name="T6" fmla="*/ 33 w 66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20">
                    <a:moveTo>
                      <a:pt x="33" y="0"/>
                    </a:moveTo>
                    <a:lnTo>
                      <a:pt x="0" y="20"/>
                    </a:lnTo>
                    <a:lnTo>
                      <a:pt x="66" y="1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9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9" name="Freeform 643">
                <a:extLst>
                  <a:ext uri="{FF2B5EF4-FFF2-40B4-BE49-F238E27FC236}">
                    <a16:creationId xmlns:a16="http://schemas.microsoft.com/office/drawing/2014/main" id="{2B706A88-6E8E-4EC0-95C0-CE9C1E27C8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981"/>
                <a:ext cx="66" cy="20"/>
              </a:xfrm>
              <a:custGeom>
                <a:avLst/>
                <a:gdLst>
                  <a:gd name="T0" fmla="*/ 33 w 66"/>
                  <a:gd name="T1" fmla="*/ 0 h 20"/>
                  <a:gd name="T2" fmla="*/ 0 w 66"/>
                  <a:gd name="T3" fmla="*/ 20 h 20"/>
                  <a:gd name="T4" fmla="*/ 66 w 66"/>
                  <a:gd name="T5" fmla="*/ 14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20">
                    <a:moveTo>
                      <a:pt x="33" y="0"/>
                    </a:moveTo>
                    <a:lnTo>
                      <a:pt x="0" y="20"/>
                    </a:lnTo>
                    <a:lnTo>
                      <a:pt x="66" y="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0" name="Freeform 644">
                <a:extLst>
                  <a:ext uri="{FF2B5EF4-FFF2-40B4-BE49-F238E27FC236}">
                    <a16:creationId xmlns:a16="http://schemas.microsoft.com/office/drawing/2014/main" id="{ED7B914A-78E8-4E90-8C7D-D5E54A3A1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981"/>
                <a:ext cx="73" cy="14"/>
              </a:xfrm>
              <a:custGeom>
                <a:avLst/>
                <a:gdLst>
                  <a:gd name="T0" fmla="*/ 33 w 73"/>
                  <a:gd name="T1" fmla="*/ 14 h 14"/>
                  <a:gd name="T2" fmla="*/ 73 w 73"/>
                  <a:gd name="T3" fmla="*/ 0 h 14"/>
                  <a:gd name="T4" fmla="*/ 0 w 73"/>
                  <a:gd name="T5" fmla="*/ 0 h 14"/>
                  <a:gd name="T6" fmla="*/ 33 w 73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4">
                    <a:moveTo>
                      <a:pt x="33" y="14"/>
                    </a:moveTo>
                    <a:lnTo>
                      <a:pt x="73" y="0"/>
                    </a:lnTo>
                    <a:lnTo>
                      <a:pt x="0" y="0"/>
                    </a:lnTo>
                    <a:lnTo>
                      <a:pt x="33" y="14"/>
                    </a:lnTo>
                    <a:close/>
                  </a:path>
                </a:pathLst>
              </a:custGeom>
              <a:solidFill>
                <a:srgbClr val="9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1" name="Freeform 645">
                <a:extLst>
                  <a:ext uri="{FF2B5EF4-FFF2-40B4-BE49-F238E27FC236}">
                    <a16:creationId xmlns:a16="http://schemas.microsoft.com/office/drawing/2014/main" id="{795C0F76-2B40-49F7-9F6B-B72890BC9E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981"/>
                <a:ext cx="73" cy="14"/>
              </a:xfrm>
              <a:custGeom>
                <a:avLst/>
                <a:gdLst>
                  <a:gd name="T0" fmla="*/ 33 w 73"/>
                  <a:gd name="T1" fmla="*/ 14 h 14"/>
                  <a:gd name="T2" fmla="*/ 73 w 73"/>
                  <a:gd name="T3" fmla="*/ 0 h 14"/>
                  <a:gd name="T4" fmla="*/ 0 w 73"/>
                  <a:gd name="T5" fmla="*/ 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4">
                    <a:moveTo>
                      <a:pt x="33" y="14"/>
                    </a:moveTo>
                    <a:lnTo>
                      <a:pt x="73" y="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2" name="Freeform 646">
                <a:extLst>
                  <a:ext uri="{FF2B5EF4-FFF2-40B4-BE49-F238E27FC236}">
                    <a16:creationId xmlns:a16="http://schemas.microsoft.com/office/drawing/2014/main" id="{6FDBE271-2305-44D3-80FB-F8C8DA51E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975"/>
                <a:ext cx="53" cy="53"/>
              </a:xfrm>
              <a:custGeom>
                <a:avLst/>
                <a:gdLst>
                  <a:gd name="T0" fmla="*/ 33 w 53"/>
                  <a:gd name="T1" fmla="*/ 20 h 53"/>
                  <a:gd name="T2" fmla="*/ 0 w 53"/>
                  <a:gd name="T3" fmla="*/ 0 h 53"/>
                  <a:gd name="T4" fmla="*/ 53 w 53"/>
                  <a:gd name="T5" fmla="*/ 53 h 53"/>
                  <a:gd name="T6" fmla="*/ 33 w 53"/>
                  <a:gd name="T7" fmla="*/ 2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53">
                    <a:moveTo>
                      <a:pt x="33" y="20"/>
                    </a:moveTo>
                    <a:lnTo>
                      <a:pt x="0" y="0"/>
                    </a:lnTo>
                    <a:lnTo>
                      <a:pt x="53" y="53"/>
                    </a:lnTo>
                    <a:lnTo>
                      <a:pt x="33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" name="Freeform 647">
                <a:extLst>
                  <a:ext uri="{FF2B5EF4-FFF2-40B4-BE49-F238E27FC236}">
                    <a16:creationId xmlns:a16="http://schemas.microsoft.com/office/drawing/2014/main" id="{7F1EF940-8A4C-46D7-87CE-33295992D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975"/>
                <a:ext cx="53" cy="53"/>
              </a:xfrm>
              <a:custGeom>
                <a:avLst/>
                <a:gdLst>
                  <a:gd name="T0" fmla="*/ 33 w 53"/>
                  <a:gd name="T1" fmla="*/ 20 h 53"/>
                  <a:gd name="T2" fmla="*/ 0 w 53"/>
                  <a:gd name="T3" fmla="*/ 0 h 53"/>
                  <a:gd name="T4" fmla="*/ 53 w 53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53">
                    <a:moveTo>
                      <a:pt x="33" y="20"/>
                    </a:moveTo>
                    <a:lnTo>
                      <a:pt x="0" y="0"/>
                    </a:lnTo>
                    <a:lnTo>
                      <a:pt x="53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" name="Freeform 648">
                <a:extLst>
                  <a:ext uri="{FF2B5EF4-FFF2-40B4-BE49-F238E27FC236}">
                    <a16:creationId xmlns:a16="http://schemas.microsoft.com/office/drawing/2014/main" id="{6ED38856-1BBE-441A-B0F9-B23FBDB58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995"/>
                <a:ext cx="53" cy="46"/>
              </a:xfrm>
              <a:custGeom>
                <a:avLst/>
                <a:gdLst>
                  <a:gd name="T0" fmla="*/ 20 w 53"/>
                  <a:gd name="T1" fmla="*/ 33 h 46"/>
                  <a:gd name="T2" fmla="*/ 53 w 53"/>
                  <a:gd name="T3" fmla="*/ 46 h 46"/>
                  <a:gd name="T4" fmla="*/ 0 w 53"/>
                  <a:gd name="T5" fmla="*/ 0 h 46"/>
                  <a:gd name="T6" fmla="*/ 20 w 53"/>
                  <a:gd name="T7" fmla="*/ 33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46">
                    <a:moveTo>
                      <a:pt x="20" y="33"/>
                    </a:moveTo>
                    <a:lnTo>
                      <a:pt x="53" y="46"/>
                    </a:lnTo>
                    <a:lnTo>
                      <a:pt x="0" y="0"/>
                    </a:lnTo>
                    <a:lnTo>
                      <a:pt x="20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5" name="Freeform 649">
                <a:extLst>
                  <a:ext uri="{FF2B5EF4-FFF2-40B4-BE49-F238E27FC236}">
                    <a16:creationId xmlns:a16="http://schemas.microsoft.com/office/drawing/2014/main" id="{468ADB8C-6198-4A18-940E-6E00211F0E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995"/>
                <a:ext cx="53" cy="46"/>
              </a:xfrm>
              <a:custGeom>
                <a:avLst/>
                <a:gdLst>
                  <a:gd name="T0" fmla="*/ 20 w 53"/>
                  <a:gd name="T1" fmla="*/ 33 h 46"/>
                  <a:gd name="T2" fmla="*/ 53 w 53"/>
                  <a:gd name="T3" fmla="*/ 46 h 46"/>
                  <a:gd name="T4" fmla="*/ 0 w 53"/>
                  <a:gd name="T5" fmla="*/ 0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46">
                    <a:moveTo>
                      <a:pt x="20" y="33"/>
                    </a:moveTo>
                    <a:lnTo>
                      <a:pt x="53" y="4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6" name="Freeform 650">
                <a:extLst>
                  <a:ext uri="{FF2B5EF4-FFF2-40B4-BE49-F238E27FC236}">
                    <a16:creationId xmlns:a16="http://schemas.microsoft.com/office/drawing/2014/main" id="{A52DD435-BB6F-4F69-B3B9-CFFAB57101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2038"/>
                <a:ext cx="113" cy="20"/>
              </a:xfrm>
              <a:custGeom>
                <a:avLst/>
                <a:gdLst>
                  <a:gd name="T0" fmla="*/ 113 w 113"/>
                  <a:gd name="T1" fmla="*/ 0 h 20"/>
                  <a:gd name="T2" fmla="*/ 73 w 113"/>
                  <a:gd name="T3" fmla="*/ 0 h 20"/>
                  <a:gd name="T4" fmla="*/ 0 w 113"/>
                  <a:gd name="T5" fmla="*/ 20 h 20"/>
                  <a:gd name="T6" fmla="*/ 113 w 113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20">
                    <a:moveTo>
                      <a:pt x="113" y="0"/>
                    </a:moveTo>
                    <a:lnTo>
                      <a:pt x="73" y="0"/>
                    </a:lnTo>
                    <a:lnTo>
                      <a:pt x="0" y="20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48C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7" name="Freeform 651">
                <a:extLst>
                  <a:ext uri="{FF2B5EF4-FFF2-40B4-BE49-F238E27FC236}">
                    <a16:creationId xmlns:a16="http://schemas.microsoft.com/office/drawing/2014/main" id="{F7E0B93E-CD02-49A2-8238-17F572A5A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2038"/>
                <a:ext cx="113" cy="20"/>
              </a:xfrm>
              <a:custGeom>
                <a:avLst/>
                <a:gdLst>
                  <a:gd name="T0" fmla="*/ 113 w 113"/>
                  <a:gd name="T1" fmla="*/ 0 h 20"/>
                  <a:gd name="T2" fmla="*/ 73 w 113"/>
                  <a:gd name="T3" fmla="*/ 0 h 20"/>
                  <a:gd name="T4" fmla="*/ 0 w 113"/>
                  <a:gd name="T5" fmla="*/ 2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20">
                    <a:moveTo>
                      <a:pt x="113" y="0"/>
                    </a:moveTo>
                    <a:lnTo>
                      <a:pt x="73" y="0"/>
                    </a:lnTo>
                    <a:lnTo>
                      <a:pt x="0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8" name="Freeform 652">
                <a:extLst>
                  <a:ext uri="{FF2B5EF4-FFF2-40B4-BE49-F238E27FC236}">
                    <a16:creationId xmlns:a16="http://schemas.microsoft.com/office/drawing/2014/main" id="{CAB2E338-FF54-4567-AEC7-47D0AD474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2038"/>
                <a:ext cx="112" cy="20"/>
              </a:xfrm>
              <a:custGeom>
                <a:avLst/>
                <a:gdLst>
                  <a:gd name="T0" fmla="*/ 0 w 112"/>
                  <a:gd name="T1" fmla="*/ 20 h 20"/>
                  <a:gd name="T2" fmla="*/ 39 w 112"/>
                  <a:gd name="T3" fmla="*/ 20 h 20"/>
                  <a:gd name="T4" fmla="*/ 112 w 112"/>
                  <a:gd name="T5" fmla="*/ 0 h 20"/>
                  <a:gd name="T6" fmla="*/ 0 w 112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2" h="20">
                    <a:moveTo>
                      <a:pt x="0" y="20"/>
                    </a:moveTo>
                    <a:lnTo>
                      <a:pt x="39" y="20"/>
                    </a:lnTo>
                    <a:lnTo>
                      <a:pt x="112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60D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9" name="Freeform 653">
                <a:extLst>
                  <a:ext uri="{FF2B5EF4-FFF2-40B4-BE49-F238E27FC236}">
                    <a16:creationId xmlns:a16="http://schemas.microsoft.com/office/drawing/2014/main" id="{1B92FBE4-DB8A-462A-B31C-8AEEABE81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5" y="2038"/>
                <a:ext cx="112" cy="20"/>
              </a:xfrm>
              <a:custGeom>
                <a:avLst/>
                <a:gdLst>
                  <a:gd name="T0" fmla="*/ 0 w 112"/>
                  <a:gd name="T1" fmla="*/ 20 h 20"/>
                  <a:gd name="T2" fmla="*/ 39 w 112"/>
                  <a:gd name="T3" fmla="*/ 20 h 20"/>
                  <a:gd name="T4" fmla="*/ 112 w 112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2" h="20">
                    <a:moveTo>
                      <a:pt x="0" y="20"/>
                    </a:moveTo>
                    <a:lnTo>
                      <a:pt x="39" y="2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0" name="Freeform 654">
                <a:extLst>
                  <a:ext uri="{FF2B5EF4-FFF2-40B4-BE49-F238E27FC236}">
                    <a16:creationId xmlns:a16="http://schemas.microsoft.com/office/drawing/2014/main" id="{D0428B6B-C79E-4645-B449-3E7C7A080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838"/>
                <a:ext cx="93" cy="74"/>
              </a:xfrm>
              <a:custGeom>
                <a:avLst/>
                <a:gdLst>
                  <a:gd name="T0" fmla="*/ 93 w 93"/>
                  <a:gd name="T1" fmla="*/ 74 h 74"/>
                  <a:gd name="T2" fmla="*/ 66 w 93"/>
                  <a:gd name="T3" fmla="*/ 40 h 74"/>
                  <a:gd name="T4" fmla="*/ 0 w 93"/>
                  <a:gd name="T5" fmla="*/ 0 h 74"/>
                  <a:gd name="T6" fmla="*/ 93 w 93"/>
                  <a:gd name="T7" fmla="*/ 74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74">
                    <a:moveTo>
                      <a:pt x="93" y="74"/>
                    </a:moveTo>
                    <a:lnTo>
                      <a:pt x="66" y="40"/>
                    </a:lnTo>
                    <a:lnTo>
                      <a:pt x="0" y="0"/>
                    </a:lnTo>
                    <a:lnTo>
                      <a:pt x="93" y="74"/>
                    </a:lnTo>
                    <a:close/>
                  </a:path>
                </a:pathLst>
              </a:custGeom>
              <a:solidFill>
                <a:srgbClr val="C0FC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1" name="Freeform 655">
                <a:extLst>
                  <a:ext uri="{FF2B5EF4-FFF2-40B4-BE49-F238E27FC236}">
                    <a16:creationId xmlns:a16="http://schemas.microsoft.com/office/drawing/2014/main" id="{751476A5-7945-417F-9776-2653197724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838"/>
                <a:ext cx="93" cy="74"/>
              </a:xfrm>
              <a:custGeom>
                <a:avLst/>
                <a:gdLst>
                  <a:gd name="T0" fmla="*/ 93 w 93"/>
                  <a:gd name="T1" fmla="*/ 74 h 74"/>
                  <a:gd name="T2" fmla="*/ 66 w 93"/>
                  <a:gd name="T3" fmla="*/ 40 h 74"/>
                  <a:gd name="T4" fmla="*/ 0 w 93"/>
                  <a:gd name="T5" fmla="*/ 0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74">
                    <a:moveTo>
                      <a:pt x="93" y="74"/>
                    </a:moveTo>
                    <a:lnTo>
                      <a:pt x="66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2" name="Freeform 656">
                <a:extLst>
                  <a:ext uri="{FF2B5EF4-FFF2-40B4-BE49-F238E27FC236}">
                    <a16:creationId xmlns:a16="http://schemas.microsoft.com/office/drawing/2014/main" id="{BDF9B876-FA3A-4894-9226-B1163D149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1805"/>
                <a:ext cx="86" cy="73"/>
              </a:xfrm>
              <a:custGeom>
                <a:avLst/>
                <a:gdLst>
                  <a:gd name="T0" fmla="*/ 0 w 86"/>
                  <a:gd name="T1" fmla="*/ 0 h 73"/>
                  <a:gd name="T2" fmla="*/ 20 w 86"/>
                  <a:gd name="T3" fmla="*/ 33 h 73"/>
                  <a:gd name="T4" fmla="*/ 86 w 86"/>
                  <a:gd name="T5" fmla="*/ 73 h 73"/>
                  <a:gd name="T6" fmla="*/ 0 w 86"/>
                  <a:gd name="T7" fmla="*/ 0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73">
                    <a:moveTo>
                      <a:pt x="0" y="0"/>
                    </a:moveTo>
                    <a:lnTo>
                      <a:pt x="20" y="33"/>
                    </a:lnTo>
                    <a:lnTo>
                      <a:pt x="86" y="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FC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3" name="Freeform 657">
                <a:extLst>
                  <a:ext uri="{FF2B5EF4-FFF2-40B4-BE49-F238E27FC236}">
                    <a16:creationId xmlns:a16="http://schemas.microsoft.com/office/drawing/2014/main" id="{5A04CFC6-E677-492F-A127-037473496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1805"/>
                <a:ext cx="86" cy="73"/>
              </a:xfrm>
              <a:custGeom>
                <a:avLst/>
                <a:gdLst>
                  <a:gd name="T0" fmla="*/ 0 w 86"/>
                  <a:gd name="T1" fmla="*/ 0 h 73"/>
                  <a:gd name="T2" fmla="*/ 20 w 86"/>
                  <a:gd name="T3" fmla="*/ 33 h 73"/>
                  <a:gd name="T4" fmla="*/ 86 w 86"/>
                  <a:gd name="T5" fmla="*/ 73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73">
                    <a:moveTo>
                      <a:pt x="0" y="0"/>
                    </a:moveTo>
                    <a:lnTo>
                      <a:pt x="20" y="33"/>
                    </a:lnTo>
                    <a:lnTo>
                      <a:pt x="86" y="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4" name="Freeform 658">
                <a:extLst>
                  <a:ext uri="{FF2B5EF4-FFF2-40B4-BE49-F238E27FC236}">
                    <a16:creationId xmlns:a16="http://schemas.microsoft.com/office/drawing/2014/main" id="{583B684A-DCCC-4FC6-BF26-DEE0BC9F3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7" y="1201"/>
                <a:ext cx="27" cy="73"/>
              </a:xfrm>
              <a:custGeom>
                <a:avLst/>
                <a:gdLst>
                  <a:gd name="T0" fmla="*/ 27 w 27"/>
                  <a:gd name="T1" fmla="*/ 46 h 73"/>
                  <a:gd name="T2" fmla="*/ 0 w 27"/>
                  <a:gd name="T3" fmla="*/ 0 h 73"/>
                  <a:gd name="T4" fmla="*/ 14 w 27"/>
                  <a:gd name="T5" fmla="*/ 73 h 73"/>
                  <a:gd name="T6" fmla="*/ 27 w 27"/>
                  <a:gd name="T7" fmla="*/ 46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73">
                    <a:moveTo>
                      <a:pt x="27" y="46"/>
                    </a:moveTo>
                    <a:lnTo>
                      <a:pt x="0" y="0"/>
                    </a:lnTo>
                    <a:lnTo>
                      <a:pt x="14" y="73"/>
                    </a:lnTo>
                    <a:lnTo>
                      <a:pt x="27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5" name="Freeform 659">
                <a:extLst>
                  <a:ext uri="{FF2B5EF4-FFF2-40B4-BE49-F238E27FC236}">
                    <a16:creationId xmlns:a16="http://schemas.microsoft.com/office/drawing/2014/main" id="{2446A922-0D6E-427B-A17D-0B91277DF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7" y="1201"/>
                <a:ext cx="27" cy="73"/>
              </a:xfrm>
              <a:custGeom>
                <a:avLst/>
                <a:gdLst>
                  <a:gd name="T0" fmla="*/ 27 w 27"/>
                  <a:gd name="T1" fmla="*/ 46 h 73"/>
                  <a:gd name="T2" fmla="*/ 0 w 27"/>
                  <a:gd name="T3" fmla="*/ 0 h 73"/>
                  <a:gd name="T4" fmla="*/ 14 w 27"/>
                  <a:gd name="T5" fmla="*/ 73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73">
                    <a:moveTo>
                      <a:pt x="27" y="46"/>
                    </a:moveTo>
                    <a:lnTo>
                      <a:pt x="0" y="0"/>
                    </a:lnTo>
                    <a:lnTo>
                      <a:pt x="14" y="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6" name="Freeform 660">
                <a:extLst>
                  <a:ext uri="{FF2B5EF4-FFF2-40B4-BE49-F238E27FC236}">
                    <a16:creationId xmlns:a16="http://schemas.microsoft.com/office/drawing/2014/main" id="{6CE47EE4-5491-48D5-ADDD-5853CCD41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1" y="1247"/>
                <a:ext cx="26" cy="67"/>
              </a:xfrm>
              <a:custGeom>
                <a:avLst/>
                <a:gdLst>
                  <a:gd name="T0" fmla="*/ 0 w 26"/>
                  <a:gd name="T1" fmla="*/ 27 h 67"/>
                  <a:gd name="T2" fmla="*/ 26 w 26"/>
                  <a:gd name="T3" fmla="*/ 67 h 67"/>
                  <a:gd name="T4" fmla="*/ 13 w 26"/>
                  <a:gd name="T5" fmla="*/ 0 h 67"/>
                  <a:gd name="T6" fmla="*/ 0 w 26"/>
                  <a:gd name="T7" fmla="*/ 2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67">
                    <a:moveTo>
                      <a:pt x="0" y="27"/>
                    </a:moveTo>
                    <a:lnTo>
                      <a:pt x="26" y="67"/>
                    </a:lnTo>
                    <a:lnTo>
                      <a:pt x="13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7" name="Freeform 661">
                <a:extLst>
                  <a:ext uri="{FF2B5EF4-FFF2-40B4-BE49-F238E27FC236}">
                    <a16:creationId xmlns:a16="http://schemas.microsoft.com/office/drawing/2014/main" id="{AFAE4BCB-BE09-45E1-8453-D2FFE9EBD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1" y="1247"/>
                <a:ext cx="26" cy="67"/>
              </a:xfrm>
              <a:custGeom>
                <a:avLst/>
                <a:gdLst>
                  <a:gd name="T0" fmla="*/ 0 w 26"/>
                  <a:gd name="T1" fmla="*/ 27 h 67"/>
                  <a:gd name="T2" fmla="*/ 26 w 26"/>
                  <a:gd name="T3" fmla="*/ 67 h 67"/>
                  <a:gd name="T4" fmla="*/ 13 w 26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67">
                    <a:moveTo>
                      <a:pt x="0" y="27"/>
                    </a:moveTo>
                    <a:lnTo>
                      <a:pt x="26" y="67"/>
                    </a:lnTo>
                    <a:lnTo>
                      <a:pt x="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8" name="Freeform 662">
                <a:extLst>
                  <a:ext uri="{FF2B5EF4-FFF2-40B4-BE49-F238E27FC236}">
                    <a16:creationId xmlns:a16="http://schemas.microsoft.com/office/drawing/2014/main" id="{E643BC1F-F530-4A44-A435-688061B66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968"/>
                <a:ext cx="73" cy="13"/>
              </a:xfrm>
              <a:custGeom>
                <a:avLst/>
                <a:gdLst>
                  <a:gd name="T0" fmla="*/ 40 w 73"/>
                  <a:gd name="T1" fmla="*/ 0 h 13"/>
                  <a:gd name="T2" fmla="*/ 0 w 73"/>
                  <a:gd name="T3" fmla="*/ 13 h 13"/>
                  <a:gd name="T4" fmla="*/ 73 w 73"/>
                  <a:gd name="T5" fmla="*/ 13 h 13"/>
                  <a:gd name="T6" fmla="*/ 40 w 73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3">
                    <a:moveTo>
                      <a:pt x="40" y="0"/>
                    </a:moveTo>
                    <a:lnTo>
                      <a:pt x="0" y="13"/>
                    </a:lnTo>
                    <a:lnTo>
                      <a:pt x="73" y="1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9" name="Freeform 663">
                <a:extLst>
                  <a:ext uri="{FF2B5EF4-FFF2-40B4-BE49-F238E27FC236}">
                    <a16:creationId xmlns:a16="http://schemas.microsoft.com/office/drawing/2014/main" id="{93FC0055-53FD-4370-B513-EC2C86D22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2" y="968"/>
                <a:ext cx="73" cy="13"/>
              </a:xfrm>
              <a:custGeom>
                <a:avLst/>
                <a:gdLst>
                  <a:gd name="T0" fmla="*/ 40 w 73"/>
                  <a:gd name="T1" fmla="*/ 0 h 13"/>
                  <a:gd name="T2" fmla="*/ 0 w 73"/>
                  <a:gd name="T3" fmla="*/ 13 h 13"/>
                  <a:gd name="T4" fmla="*/ 73 w 73"/>
                  <a:gd name="T5" fmla="*/ 1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3">
                    <a:moveTo>
                      <a:pt x="40" y="0"/>
                    </a:moveTo>
                    <a:lnTo>
                      <a:pt x="0" y="13"/>
                    </a:lnTo>
                    <a:lnTo>
                      <a:pt x="73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0" name="Freeform 664">
                <a:extLst>
                  <a:ext uri="{FF2B5EF4-FFF2-40B4-BE49-F238E27FC236}">
                    <a16:creationId xmlns:a16="http://schemas.microsoft.com/office/drawing/2014/main" id="{D07ED944-35B7-4148-A01A-10FB37CD2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961"/>
                <a:ext cx="79" cy="20"/>
              </a:xfrm>
              <a:custGeom>
                <a:avLst/>
                <a:gdLst>
                  <a:gd name="T0" fmla="*/ 33 w 79"/>
                  <a:gd name="T1" fmla="*/ 20 h 20"/>
                  <a:gd name="T2" fmla="*/ 79 w 79"/>
                  <a:gd name="T3" fmla="*/ 0 h 20"/>
                  <a:gd name="T4" fmla="*/ 0 w 79"/>
                  <a:gd name="T5" fmla="*/ 7 h 20"/>
                  <a:gd name="T6" fmla="*/ 33 w 79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20">
                    <a:moveTo>
                      <a:pt x="33" y="20"/>
                    </a:moveTo>
                    <a:lnTo>
                      <a:pt x="79" y="0"/>
                    </a:lnTo>
                    <a:lnTo>
                      <a:pt x="0" y="7"/>
                    </a:lnTo>
                    <a:lnTo>
                      <a:pt x="33" y="20"/>
                    </a:lnTo>
                    <a:close/>
                  </a:path>
                </a:pathLst>
              </a:custGeom>
              <a:solidFill>
                <a:srgbClr val="7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1" name="Freeform 665">
                <a:extLst>
                  <a:ext uri="{FF2B5EF4-FFF2-40B4-BE49-F238E27FC236}">
                    <a16:creationId xmlns:a16="http://schemas.microsoft.com/office/drawing/2014/main" id="{C7D6FAE2-8FA3-4111-BC1A-69B47ADAA6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961"/>
                <a:ext cx="79" cy="20"/>
              </a:xfrm>
              <a:custGeom>
                <a:avLst/>
                <a:gdLst>
                  <a:gd name="T0" fmla="*/ 33 w 79"/>
                  <a:gd name="T1" fmla="*/ 20 h 20"/>
                  <a:gd name="T2" fmla="*/ 79 w 79"/>
                  <a:gd name="T3" fmla="*/ 0 h 20"/>
                  <a:gd name="T4" fmla="*/ 0 w 79"/>
                  <a:gd name="T5" fmla="*/ 7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20">
                    <a:moveTo>
                      <a:pt x="33" y="20"/>
                    </a:moveTo>
                    <a:lnTo>
                      <a:pt x="79" y="0"/>
                    </a:lnTo>
                    <a:lnTo>
                      <a:pt x="0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2" name="Freeform 666">
                <a:extLst>
                  <a:ext uri="{FF2B5EF4-FFF2-40B4-BE49-F238E27FC236}">
                    <a16:creationId xmlns:a16="http://schemas.microsoft.com/office/drawing/2014/main" id="{EFC9EAF4-5346-4F23-95D8-5C66893D0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995"/>
                <a:ext cx="53" cy="46"/>
              </a:xfrm>
              <a:custGeom>
                <a:avLst/>
                <a:gdLst>
                  <a:gd name="T0" fmla="*/ 40 w 53"/>
                  <a:gd name="T1" fmla="*/ 20 h 46"/>
                  <a:gd name="T2" fmla="*/ 0 w 53"/>
                  <a:gd name="T3" fmla="*/ 0 h 46"/>
                  <a:gd name="T4" fmla="*/ 53 w 53"/>
                  <a:gd name="T5" fmla="*/ 46 h 46"/>
                  <a:gd name="T6" fmla="*/ 40 w 53"/>
                  <a:gd name="T7" fmla="*/ 20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46">
                    <a:moveTo>
                      <a:pt x="40" y="20"/>
                    </a:moveTo>
                    <a:lnTo>
                      <a:pt x="0" y="0"/>
                    </a:lnTo>
                    <a:lnTo>
                      <a:pt x="53" y="46"/>
                    </a:lnTo>
                    <a:lnTo>
                      <a:pt x="40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" name="Freeform 667">
                <a:extLst>
                  <a:ext uri="{FF2B5EF4-FFF2-40B4-BE49-F238E27FC236}">
                    <a16:creationId xmlns:a16="http://schemas.microsoft.com/office/drawing/2014/main" id="{A22529BD-48B1-4DED-BC72-3B11294BD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9" y="995"/>
                <a:ext cx="53" cy="46"/>
              </a:xfrm>
              <a:custGeom>
                <a:avLst/>
                <a:gdLst>
                  <a:gd name="T0" fmla="*/ 40 w 53"/>
                  <a:gd name="T1" fmla="*/ 20 h 46"/>
                  <a:gd name="T2" fmla="*/ 0 w 53"/>
                  <a:gd name="T3" fmla="*/ 0 h 46"/>
                  <a:gd name="T4" fmla="*/ 53 w 53"/>
                  <a:gd name="T5" fmla="*/ 46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46">
                    <a:moveTo>
                      <a:pt x="40" y="20"/>
                    </a:moveTo>
                    <a:lnTo>
                      <a:pt x="0" y="0"/>
                    </a:lnTo>
                    <a:lnTo>
                      <a:pt x="53" y="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" name="Freeform 668">
                <a:extLst>
                  <a:ext uri="{FF2B5EF4-FFF2-40B4-BE49-F238E27FC236}">
                    <a16:creationId xmlns:a16="http://schemas.microsoft.com/office/drawing/2014/main" id="{A87AAD33-8A41-460E-ACA2-441EC949C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015"/>
                <a:ext cx="46" cy="46"/>
              </a:xfrm>
              <a:custGeom>
                <a:avLst/>
                <a:gdLst>
                  <a:gd name="T0" fmla="*/ 13 w 46"/>
                  <a:gd name="T1" fmla="*/ 26 h 46"/>
                  <a:gd name="T2" fmla="*/ 46 w 46"/>
                  <a:gd name="T3" fmla="*/ 46 h 46"/>
                  <a:gd name="T4" fmla="*/ 0 w 46"/>
                  <a:gd name="T5" fmla="*/ 0 h 46"/>
                  <a:gd name="T6" fmla="*/ 13 w 46"/>
                  <a:gd name="T7" fmla="*/ 26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46">
                    <a:moveTo>
                      <a:pt x="13" y="26"/>
                    </a:moveTo>
                    <a:lnTo>
                      <a:pt x="46" y="46"/>
                    </a:lnTo>
                    <a:lnTo>
                      <a:pt x="0" y="0"/>
                    </a:lnTo>
                    <a:lnTo>
                      <a:pt x="13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5" name="Freeform 669">
                <a:extLst>
                  <a:ext uri="{FF2B5EF4-FFF2-40B4-BE49-F238E27FC236}">
                    <a16:creationId xmlns:a16="http://schemas.microsoft.com/office/drawing/2014/main" id="{D72D8B2E-5B26-42AC-809A-D3D86E9E1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015"/>
                <a:ext cx="46" cy="46"/>
              </a:xfrm>
              <a:custGeom>
                <a:avLst/>
                <a:gdLst>
                  <a:gd name="T0" fmla="*/ 13 w 46"/>
                  <a:gd name="T1" fmla="*/ 26 h 46"/>
                  <a:gd name="T2" fmla="*/ 46 w 46"/>
                  <a:gd name="T3" fmla="*/ 46 h 46"/>
                  <a:gd name="T4" fmla="*/ 0 w 46"/>
                  <a:gd name="T5" fmla="*/ 0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6">
                    <a:moveTo>
                      <a:pt x="13" y="26"/>
                    </a:moveTo>
                    <a:lnTo>
                      <a:pt x="46" y="4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6" name="Freeform 670">
                <a:extLst>
                  <a:ext uri="{FF2B5EF4-FFF2-40B4-BE49-F238E27FC236}">
                    <a16:creationId xmlns:a16="http://schemas.microsoft.com/office/drawing/2014/main" id="{EC68FB11-15F4-492B-9CE7-FA5A9D51A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2038"/>
                <a:ext cx="106" cy="26"/>
              </a:xfrm>
              <a:custGeom>
                <a:avLst/>
                <a:gdLst>
                  <a:gd name="T0" fmla="*/ 106 w 106"/>
                  <a:gd name="T1" fmla="*/ 0 h 26"/>
                  <a:gd name="T2" fmla="*/ 73 w 106"/>
                  <a:gd name="T3" fmla="*/ 0 h 26"/>
                  <a:gd name="T4" fmla="*/ 0 w 106"/>
                  <a:gd name="T5" fmla="*/ 26 h 26"/>
                  <a:gd name="T6" fmla="*/ 106 w 106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26">
                    <a:moveTo>
                      <a:pt x="106" y="0"/>
                    </a:moveTo>
                    <a:lnTo>
                      <a:pt x="73" y="0"/>
                    </a:lnTo>
                    <a:lnTo>
                      <a:pt x="0" y="26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30B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7" name="Freeform 671">
                <a:extLst>
                  <a:ext uri="{FF2B5EF4-FFF2-40B4-BE49-F238E27FC236}">
                    <a16:creationId xmlns:a16="http://schemas.microsoft.com/office/drawing/2014/main" id="{259639DB-6B55-4882-B8AD-B1F56B927B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2038"/>
                <a:ext cx="106" cy="26"/>
              </a:xfrm>
              <a:custGeom>
                <a:avLst/>
                <a:gdLst>
                  <a:gd name="T0" fmla="*/ 106 w 106"/>
                  <a:gd name="T1" fmla="*/ 0 h 26"/>
                  <a:gd name="T2" fmla="*/ 73 w 106"/>
                  <a:gd name="T3" fmla="*/ 0 h 26"/>
                  <a:gd name="T4" fmla="*/ 0 w 106"/>
                  <a:gd name="T5" fmla="*/ 2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26">
                    <a:moveTo>
                      <a:pt x="106" y="0"/>
                    </a:moveTo>
                    <a:lnTo>
                      <a:pt x="73" y="0"/>
                    </a:lnTo>
                    <a:lnTo>
                      <a:pt x="0" y="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8" name="Freeform 672">
                <a:extLst>
                  <a:ext uri="{FF2B5EF4-FFF2-40B4-BE49-F238E27FC236}">
                    <a16:creationId xmlns:a16="http://schemas.microsoft.com/office/drawing/2014/main" id="{7E9CA208-35E9-4795-B10A-C798AE533B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2038"/>
                <a:ext cx="113" cy="26"/>
              </a:xfrm>
              <a:custGeom>
                <a:avLst/>
                <a:gdLst>
                  <a:gd name="T0" fmla="*/ 0 w 113"/>
                  <a:gd name="T1" fmla="*/ 20 h 26"/>
                  <a:gd name="T2" fmla="*/ 40 w 113"/>
                  <a:gd name="T3" fmla="*/ 26 h 26"/>
                  <a:gd name="T4" fmla="*/ 113 w 113"/>
                  <a:gd name="T5" fmla="*/ 0 h 26"/>
                  <a:gd name="T6" fmla="*/ 0 w 113"/>
                  <a:gd name="T7" fmla="*/ 2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3" h="26">
                    <a:moveTo>
                      <a:pt x="0" y="20"/>
                    </a:moveTo>
                    <a:lnTo>
                      <a:pt x="40" y="26"/>
                    </a:lnTo>
                    <a:lnTo>
                      <a:pt x="113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48C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9" name="Freeform 673">
                <a:extLst>
                  <a:ext uri="{FF2B5EF4-FFF2-40B4-BE49-F238E27FC236}">
                    <a16:creationId xmlns:a16="http://schemas.microsoft.com/office/drawing/2014/main" id="{460563DB-8F82-4043-881C-C139AFE920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2038"/>
                <a:ext cx="113" cy="26"/>
              </a:xfrm>
              <a:custGeom>
                <a:avLst/>
                <a:gdLst>
                  <a:gd name="T0" fmla="*/ 0 w 113"/>
                  <a:gd name="T1" fmla="*/ 20 h 26"/>
                  <a:gd name="T2" fmla="*/ 40 w 113"/>
                  <a:gd name="T3" fmla="*/ 26 h 26"/>
                  <a:gd name="T4" fmla="*/ 113 w 113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3" h="26">
                    <a:moveTo>
                      <a:pt x="0" y="20"/>
                    </a:moveTo>
                    <a:lnTo>
                      <a:pt x="40" y="26"/>
                    </a:lnTo>
                    <a:lnTo>
                      <a:pt x="11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0" name="Freeform 674">
                <a:extLst>
                  <a:ext uri="{FF2B5EF4-FFF2-40B4-BE49-F238E27FC236}">
                    <a16:creationId xmlns:a16="http://schemas.microsoft.com/office/drawing/2014/main" id="{D2281353-C8D4-4974-9AB4-230EE0F00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872"/>
                <a:ext cx="92" cy="66"/>
              </a:xfrm>
              <a:custGeom>
                <a:avLst/>
                <a:gdLst>
                  <a:gd name="T0" fmla="*/ 92 w 92"/>
                  <a:gd name="T1" fmla="*/ 66 h 66"/>
                  <a:gd name="T2" fmla="*/ 66 w 92"/>
                  <a:gd name="T3" fmla="*/ 40 h 66"/>
                  <a:gd name="T4" fmla="*/ 0 w 92"/>
                  <a:gd name="T5" fmla="*/ 0 h 66"/>
                  <a:gd name="T6" fmla="*/ 92 w 92"/>
                  <a:gd name="T7" fmla="*/ 66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66">
                    <a:moveTo>
                      <a:pt x="92" y="66"/>
                    </a:moveTo>
                    <a:lnTo>
                      <a:pt x="66" y="40"/>
                    </a:lnTo>
                    <a:lnTo>
                      <a:pt x="0" y="0"/>
                    </a:lnTo>
                    <a:lnTo>
                      <a:pt x="92" y="66"/>
                    </a:lnTo>
                    <a:close/>
                  </a:path>
                </a:pathLst>
              </a:custGeom>
              <a:solidFill>
                <a:srgbClr val="B0F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" name="Freeform 675">
                <a:extLst>
                  <a:ext uri="{FF2B5EF4-FFF2-40B4-BE49-F238E27FC236}">
                    <a16:creationId xmlns:a16="http://schemas.microsoft.com/office/drawing/2014/main" id="{46EE2C5C-62ED-4847-9DDD-03D6E47BC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872"/>
                <a:ext cx="92" cy="66"/>
              </a:xfrm>
              <a:custGeom>
                <a:avLst/>
                <a:gdLst>
                  <a:gd name="T0" fmla="*/ 92 w 92"/>
                  <a:gd name="T1" fmla="*/ 66 h 66"/>
                  <a:gd name="T2" fmla="*/ 66 w 92"/>
                  <a:gd name="T3" fmla="*/ 40 h 66"/>
                  <a:gd name="T4" fmla="*/ 0 w 92"/>
                  <a:gd name="T5" fmla="*/ 0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66">
                    <a:moveTo>
                      <a:pt x="92" y="66"/>
                    </a:moveTo>
                    <a:lnTo>
                      <a:pt x="66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2" name="Freeform 676">
                <a:extLst>
                  <a:ext uri="{FF2B5EF4-FFF2-40B4-BE49-F238E27FC236}">
                    <a16:creationId xmlns:a16="http://schemas.microsoft.com/office/drawing/2014/main" id="{EC1911A4-28F2-4F53-9BCA-F0AC72063A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838"/>
                <a:ext cx="93" cy="74"/>
              </a:xfrm>
              <a:custGeom>
                <a:avLst/>
                <a:gdLst>
                  <a:gd name="T0" fmla="*/ 0 w 93"/>
                  <a:gd name="T1" fmla="*/ 0 h 74"/>
                  <a:gd name="T2" fmla="*/ 27 w 93"/>
                  <a:gd name="T3" fmla="*/ 34 h 74"/>
                  <a:gd name="T4" fmla="*/ 93 w 93"/>
                  <a:gd name="T5" fmla="*/ 74 h 74"/>
                  <a:gd name="T6" fmla="*/ 0 w 93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74">
                    <a:moveTo>
                      <a:pt x="0" y="0"/>
                    </a:moveTo>
                    <a:lnTo>
                      <a:pt x="27" y="34"/>
                    </a:lnTo>
                    <a:lnTo>
                      <a:pt x="93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FC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3" name="Freeform 677">
                <a:extLst>
                  <a:ext uri="{FF2B5EF4-FFF2-40B4-BE49-F238E27FC236}">
                    <a16:creationId xmlns:a16="http://schemas.microsoft.com/office/drawing/2014/main" id="{DA28BEEB-7F84-4447-953A-765228EFB3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838"/>
                <a:ext cx="93" cy="74"/>
              </a:xfrm>
              <a:custGeom>
                <a:avLst/>
                <a:gdLst>
                  <a:gd name="T0" fmla="*/ 0 w 93"/>
                  <a:gd name="T1" fmla="*/ 0 h 74"/>
                  <a:gd name="T2" fmla="*/ 27 w 93"/>
                  <a:gd name="T3" fmla="*/ 34 h 74"/>
                  <a:gd name="T4" fmla="*/ 93 w 93"/>
                  <a:gd name="T5" fmla="*/ 74 h 7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74">
                    <a:moveTo>
                      <a:pt x="0" y="0"/>
                    </a:moveTo>
                    <a:lnTo>
                      <a:pt x="27" y="34"/>
                    </a:lnTo>
                    <a:lnTo>
                      <a:pt x="93" y="7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4" name="Freeform 678">
                <a:extLst>
                  <a:ext uri="{FF2B5EF4-FFF2-40B4-BE49-F238E27FC236}">
                    <a16:creationId xmlns:a16="http://schemas.microsoft.com/office/drawing/2014/main" id="{3F49D494-745B-477C-A0EB-99999AD21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938"/>
                <a:ext cx="99" cy="73"/>
              </a:xfrm>
              <a:custGeom>
                <a:avLst/>
                <a:gdLst>
                  <a:gd name="T0" fmla="*/ 0 w 99"/>
                  <a:gd name="T1" fmla="*/ 73 h 73"/>
                  <a:gd name="T2" fmla="*/ 46 w 99"/>
                  <a:gd name="T3" fmla="*/ 53 h 73"/>
                  <a:gd name="T4" fmla="*/ 99 w 99"/>
                  <a:gd name="T5" fmla="*/ 0 h 73"/>
                  <a:gd name="T6" fmla="*/ 0 w 99"/>
                  <a:gd name="T7" fmla="*/ 73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73">
                    <a:moveTo>
                      <a:pt x="0" y="73"/>
                    </a:moveTo>
                    <a:lnTo>
                      <a:pt x="46" y="53"/>
                    </a:lnTo>
                    <a:lnTo>
                      <a:pt x="99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188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5" name="Freeform 679">
                <a:extLst>
                  <a:ext uri="{FF2B5EF4-FFF2-40B4-BE49-F238E27FC236}">
                    <a16:creationId xmlns:a16="http://schemas.microsoft.com/office/drawing/2014/main" id="{711AAE95-1950-4C93-8BFB-F9759C451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6" y="1938"/>
                <a:ext cx="99" cy="73"/>
              </a:xfrm>
              <a:custGeom>
                <a:avLst/>
                <a:gdLst>
                  <a:gd name="T0" fmla="*/ 0 w 99"/>
                  <a:gd name="T1" fmla="*/ 73 h 73"/>
                  <a:gd name="T2" fmla="*/ 46 w 99"/>
                  <a:gd name="T3" fmla="*/ 53 h 73"/>
                  <a:gd name="T4" fmla="*/ 99 w 99"/>
                  <a:gd name="T5" fmla="*/ 0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73">
                    <a:moveTo>
                      <a:pt x="0" y="73"/>
                    </a:moveTo>
                    <a:lnTo>
                      <a:pt x="46" y="53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6" name="Freeform 680">
                <a:extLst>
                  <a:ext uri="{FF2B5EF4-FFF2-40B4-BE49-F238E27FC236}">
                    <a16:creationId xmlns:a16="http://schemas.microsoft.com/office/drawing/2014/main" id="{B1BF265E-0336-48C9-AB45-E0015EE26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015"/>
                <a:ext cx="46" cy="46"/>
              </a:xfrm>
              <a:custGeom>
                <a:avLst/>
                <a:gdLst>
                  <a:gd name="T0" fmla="*/ 33 w 46"/>
                  <a:gd name="T1" fmla="*/ 19 h 46"/>
                  <a:gd name="T2" fmla="*/ 0 w 46"/>
                  <a:gd name="T3" fmla="*/ 0 h 46"/>
                  <a:gd name="T4" fmla="*/ 46 w 46"/>
                  <a:gd name="T5" fmla="*/ 46 h 46"/>
                  <a:gd name="T6" fmla="*/ 33 w 46"/>
                  <a:gd name="T7" fmla="*/ 19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46">
                    <a:moveTo>
                      <a:pt x="33" y="19"/>
                    </a:moveTo>
                    <a:lnTo>
                      <a:pt x="0" y="0"/>
                    </a:lnTo>
                    <a:lnTo>
                      <a:pt x="46" y="46"/>
                    </a:lnTo>
                    <a:lnTo>
                      <a:pt x="33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7" name="Freeform 681">
                <a:extLst>
                  <a:ext uri="{FF2B5EF4-FFF2-40B4-BE49-F238E27FC236}">
                    <a16:creationId xmlns:a16="http://schemas.microsoft.com/office/drawing/2014/main" id="{EC945022-71D8-4734-AC9B-459FF9EB0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015"/>
                <a:ext cx="46" cy="46"/>
              </a:xfrm>
              <a:custGeom>
                <a:avLst/>
                <a:gdLst>
                  <a:gd name="T0" fmla="*/ 33 w 46"/>
                  <a:gd name="T1" fmla="*/ 19 h 46"/>
                  <a:gd name="T2" fmla="*/ 0 w 46"/>
                  <a:gd name="T3" fmla="*/ 0 h 46"/>
                  <a:gd name="T4" fmla="*/ 46 w 46"/>
                  <a:gd name="T5" fmla="*/ 46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6">
                    <a:moveTo>
                      <a:pt x="33" y="19"/>
                    </a:moveTo>
                    <a:lnTo>
                      <a:pt x="0" y="0"/>
                    </a:lnTo>
                    <a:lnTo>
                      <a:pt x="46" y="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8" name="Freeform 682">
                <a:extLst>
                  <a:ext uri="{FF2B5EF4-FFF2-40B4-BE49-F238E27FC236}">
                    <a16:creationId xmlns:a16="http://schemas.microsoft.com/office/drawing/2014/main" id="{3455F73A-BB6B-4949-A973-92BD262999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034"/>
                <a:ext cx="46" cy="47"/>
              </a:xfrm>
              <a:custGeom>
                <a:avLst/>
                <a:gdLst>
                  <a:gd name="T0" fmla="*/ 13 w 46"/>
                  <a:gd name="T1" fmla="*/ 27 h 47"/>
                  <a:gd name="T2" fmla="*/ 46 w 46"/>
                  <a:gd name="T3" fmla="*/ 47 h 47"/>
                  <a:gd name="T4" fmla="*/ 0 w 46"/>
                  <a:gd name="T5" fmla="*/ 0 h 47"/>
                  <a:gd name="T6" fmla="*/ 13 w 46"/>
                  <a:gd name="T7" fmla="*/ 27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47">
                    <a:moveTo>
                      <a:pt x="13" y="27"/>
                    </a:moveTo>
                    <a:lnTo>
                      <a:pt x="46" y="47"/>
                    </a:lnTo>
                    <a:lnTo>
                      <a:pt x="0" y="0"/>
                    </a:lnTo>
                    <a:lnTo>
                      <a:pt x="13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9" name="Freeform 683">
                <a:extLst>
                  <a:ext uri="{FF2B5EF4-FFF2-40B4-BE49-F238E27FC236}">
                    <a16:creationId xmlns:a16="http://schemas.microsoft.com/office/drawing/2014/main" id="{181D77F2-FD37-45AB-A6E0-83FA1EAD4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034"/>
                <a:ext cx="46" cy="47"/>
              </a:xfrm>
              <a:custGeom>
                <a:avLst/>
                <a:gdLst>
                  <a:gd name="T0" fmla="*/ 13 w 46"/>
                  <a:gd name="T1" fmla="*/ 27 h 47"/>
                  <a:gd name="T2" fmla="*/ 46 w 46"/>
                  <a:gd name="T3" fmla="*/ 47 h 47"/>
                  <a:gd name="T4" fmla="*/ 0 w 46"/>
                  <a:gd name="T5" fmla="*/ 0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7">
                    <a:moveTo>
                      <a:pt x="13" y="27"/>
                    </a:moveTo>
                    <a:lnTo>
                      <a:pt x="46" y="47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0" name="Freeform 684">
                <a:extLst>
                  <a:ext uri="{FF2B5EF4-FFF2-40B4-BE49-F238E27FC236}">
                    <a16:creationId xmlns:a16="http://schemas.microsoft.com/office/drawing/2014/main" id="{75935D50-0A8E-4EDB-87FD-E699B17821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961"/>
                <a:ext cx="79" cy="7"/>
              </a:xfrm>
              <a:custGeom>
                <a:avLst/>
                <a:gdLst>
                  <a:gd name="T0" fmla="*/ 40 w 79"/>
                  <a:gd name="T1" fmla="*/ 0 h 7"/>
                  <a:gd name="T2" fmla="*/ 0 w 79"/>
                  <a:gd name="T3" fmla="*/ 7 h 7"/>
                  <a:gd name="T4" fmla="*/ 79 w 79"/>
                  <a:gd name="T5" fmla="*/ 0 h 7"/>
                  <a:gd name="T6" fmla="*/ 40 w 79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7">
                    <a:moveTo>
                      <a:pt x="40" y="0"/>
                    </a:moveTo>
                    <a:lnTo>
                      <a:pt x="0" y="7"/>
                    </a:lnTo>
                    <a:lnTo>
                      <a:pt x="79" y="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5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1" name="Freeform 685">
                <a:extLst>
                  <a:ext uri="{FF2B5EF4-FFF2-40B4-BE49-F238E27FC236}">
                    <a16:creationId xmlns:a16="http://schemas.microsoft.com/office/drawing/2014/main" id="{E220E026-3959-414F-8BAF-A62C489FA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961"/>
                <a:ext cx="79" cy="7"/>
              </a:xfrm>
              <a:custGeom>
                <a:avLst/>
                <a:gdLst>
                  <a:gd name="T0" fmla="*/ 40 w 79"/>
                  <a:gd name="T1" fmla="*/ 0 h 7"/>
                  <a:gd name="T2" fmla="*/ 0 w 79"/>
                  <a:gd name="T3" fmla="*/ 7 h 7"/>
                  <a:gd name="T4" fmla="*/ 79 w 79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7">
                    <a:moveTo>
                      <a:pt x="40" y="0"/>
                    </a:moveTo>
                    <a:lnTo>
                      <a:pt x="0" y="7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2" name="Freeform 686">
                <a:extLst>
                  <a:ext uri="{FF2B5EF4-FFF2-40B4-BE49-F238E27FC236}">
                    <a16:creationId xmlns:a16="http://schemas.microsoft.com/office/drawing/2014/main" id="{F499585B-6E91-4073-A1F1-C6DDA6963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955"/>
                <a:ext cx="79" cy="6"/>
              </a:xfrm>
              <a:custGeom>
                <a:avLst/>
                <a:gdLst>
                  <a:gd name="T0" fmla="*/ 39 w 79"/>
                  <a:gd name="T1" fmla="*/ 6 h 6"/>
                  <a:gd name="T2" fmla="*/ 79 w 79"/>
                  <a:gd name="T3" fmla="*/ 0 h 6"/>
                  <a:gd name="T4" fmla="*/ 0 w 79"/>
                  <a:gd name="T5" fmla="*/ 6 h 6"/>
                  <a:gd name="T6" fmla="*/ 39 w 79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6">
                    <a:moveTo>
                      <a:pt x="39" y="6"/>
                    </a:moveTo>
                    <a:lnTo>
                      <a:pt x="79" y="0"/>
                    </a:lnTo>
                    <a:lnTo>
                      <a:pt x="0" y="6"/>
                    </a:lnTo>
                    <a:lnTo>
                      <a:pt x="39" y="6"/>
                    </a:lnTo>
                    <a:close/>
                  </a:path>
                </a:pathLst>
              </a:custGeom>
              <a:solidFill>
                <a:srgbClr val="5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3" name="Freeform 687">
                <a:extLst>
                  <a:ext uri="{FF2B5EF4-FFF2-40B4-BE49-F238E27FC236}">
                    <a16:creationId xmlns:a16="http://schemas.microsoft.com/office/drawing/2014/main" id="{D22C3770-17C4-4AE9-AD0D-AF01CE5A4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955"/>
                <a:ext cx="79" cy="6"/>
              </a:xfrm>
              <a:custGeom>
                <a:avLst/>
                <a:gdLst>
                  <a:gd name="T0" fmla="*/ 39 w 79"/>
                  <a:gd name="T1" fmla="*/ 6 h 6"/>
                  <a:gd name="T2" fmla="*/ 79 w 79"/>
                  <a:gd name="T3" fmla="*/ 0 h 6"/>
                  <a:gd name="T4" fmla="*/ 0 w 79"/>
                  <a:gd name="T5" fmla="*/ 6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6">
                    <a:moveTo>
                      <a:pt x="39" y="6"/>
                    </a:moveTo>
                    <a:lnTo>
                      <a:pt x="79" y="0"/>
                    </a:lnTo>
                    <a:lnTo>
                      <a:pt x="0" y="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" name="Freeform 688">
                <a:extLst>
                  <a:ext uri="{FF2B5EF4-FFF2-40B4-BE49-F238E27FC236}">
                    <a16:creationId xmlns:a16="http://schemas.microsoft.com/office/drawing/2014/main" id="{947597AA-AE29-4F8C-85F8-5B478DCE29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898"/>
                <a:ext cx="99" cy="67"/>
              </a:xfrm>
              <a:custGeom>
                <a:avLst/>
                <a:gdLst>
                  <a:gd name="T0" fmla="*/ 99 w 99"/>
                  <a:gd name="T1" fmla="*/ 67 h 67"/>
                  <a:gd name="T2" fmla="*/ 66 w 99"/>
                  <a:gd name="T3" fmla="*/ 40 h 67"/>
                  <a:gd name="T4" fmla="*/ 0 w 99"/>
                  <a:gd name="T5" fmla="*/ 0 h 67"/>
                  <a:gd name="T6" fmla="*/ 99 w 99"/>
                  <a:gd name="T7" fmla="*/ 6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67">
                    <a:moveTo>
                      <a:pt x="99" y="67"/>
                    </a:moveTo>
                    <a:lnTo>
                      <a:pt x="66" y="40"/>
                    </a:lnTo>
                    <a:lnTo>
                      <a:pt x="0" y="0"/>
                    </a:lnTo>
                    <a:lnTo>
                      <a:pt x="99" y="67"/>
                    </a:lnTo>
                    <a:close/>
                  </a:path>
                </a:pathLst>
              </a:custGeom>
              <a:solidFill>
                <a:srgbClr val="90E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5" name="Freeform 689">
                <a:extLst>
                  <a:ext uri="{FF2B5EF4-FFF2-40B4-BE49-F238E27FC236}">
                    <a16:creationId xmlns:a16="http://schemas.microsoft.com/office/drawing/2014/main" id="{98ABB289-D54D-430F-AA09-2EE866C8F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898"/>
                <a:ext cx="99" cy="67"/>
              </a:xfrm>
              <a:custGeom>
                <a:avLst/>
                <a:gdLst>
                  <a:gd name="T0" fmla="*/ 99 w 99"/>
                  <a:gd name="T1" fmla="*/ 67 h 67"/>
                  <a:gd name="T2" fmla="*/ 66 w 99"/>
                  <a:gd name="T3" fmla="*/ 40 h 67"/>
                  <a:gd name="T4" fmla="*/ 0 w 99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67">
                    <a:moveTo>
                      <a:pt x="99" y="67"/>
                    </a:moveTo>
                    <a:lnTo>
                      <a:pt x="66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6" name="Freeform 690">
                <a:extLst>
                  <a:ext uri="{FF2B5EF4-FFF2-40B4-BE49-F238E27FC236}">
                    <a16:creationId xmlns:a16="http://schemas.microsoft.com/office/drawing/2014/main" id="{450D106F-A08C-44D9-A161-F27DB1A0B4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872"/>
                <a:ext cx="92" cy="66"/>
              </a:xfrm>
              <a:custGeom>
                <a:avLst/>
                <a:gdLst>
                  <a:gd name="T0" fmla="*/ 0 w 92"/>
                  <a:gd name="T1" fmla="*/ 0 h 66"/>
                  <a:gd name="T2" fmla="*/ 26 w 92"/>
                  <a:gd name="T3" fmla="*/ 26 h 66"/>
                  <a:gd name="T4" fmla="*/ 92 w 92"/>
                  <a:gd name="T5" fmla="*/ 66 h 66"/>
                  <a:gd name="T6" fmla="*/ 0 w 92"/>
                  <a:gd name="T7" fmla="*/ 0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66">
                    <a:moveTo>
                      <a:pt x="0" y="0"/>
                    </a:moveTo>
                    <a:lnTo>
                      <a:pt x="26" y="26"/>
                    </a:lnTo>
                    <a:lnTo>
                      <a:pt x="92" y="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F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7" name="Freeform 691">
                <a:extLst>
                  <a:ext uri="{FF2B5EF4-FFF2-40B4-BE49-F238E27FC236}">
                    <a16:creationId xmlns:a16="http://schemas.microsoft.com/office/drawing/2014/main" id="{35E5DF1D-BE9C-41AA-86E5-B927563CE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872"/>
                <a:ext cx="92" cy="66"/>
              </a:xfrm>
              <a:custGeom>
                <a:avLst/>
                <a:gdLst>
                  <a:gd name="T0" fmla="*/ 0 w 92"/>
                  <a:gd name="T1" fmla="*/ 0 h 66"/>
                  <a:gd name="T2" fmla="*/ 26 w 92"/>
                  <a:gd name="T3" fmla="*/ 26 h 66"/>
                  <a:gd name="T4" fmla="*/ 92 w 92"/>
                  <a:gd name="T5" fmla="*/ 66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66">
                    <a:moveTo>
                      <a:pt x="0" y="0"/>
                    </a:moveTo>
                    <a:lnTo>
                      <a:pt x="26" y="26"/>
                    </a:lnTo>
                    <a:lnTo>
                      <a:pt x="92" y="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8" name="Freeform 692">
                <a:extLst>
                  <a:ext uri="{FF2B5EF4-FFF2-40B4-BE49-F238E27FC236}">
                    <a16:creationId xmlns:a16="http://schemas.microsoft.com/office/drawing/2014/main" id="{35A5DD8B-039E-4A4B-9608-D621E2530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2031"/>
                <a:ext cx="100" cy="27"/>
              </a:xfrm>
              <a:custGeom>
                <a:avLst/>
                <a:gdLst>
                  <a:gd name="T0" fmla="*/ 100 w 100"/>
                  <a:gd name="T1" fmla="*/ 0 h 27"/>
                  <a:gd name="T2" fmla="*/ 60 w 100"/>
                  <a:gd name="T3" fmla="*/ 7 h 27"/>
                  <a:gd name="T4" fmla="*/ 0 w 100"/>
                  <a:gd name="T5" fmla="*/ 27 h 27"/>
                  <a:gd name="T6" fmla="*/ 100 w 100"/>
                  <a:gd name="T7" fmla="*/ 0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27">
                    <a:moveTo>
                      <a:pt x="100" y="0"/>
                    </a:moveTo>
                    <a:lnTo>
                      <a:pt x="60" y="7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109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9" name="Freeform 693">
                <a:extLst>
                  <a:ext uri="{FF2B5EF4-FFF2-40B4-BE49-F238E27FC236}">
                    <a16:creationId xmlns:a16="http://schemas.microsoft.com/office/drawing/2014/main" id="{9039E3B5-DE82-4B02-A88E-A0FEC1AC6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2031"/>
                <a:ext cx="100" cy="27"/>
              </a:xfrm>
              <a:custGeom>
                <a:avLst/>
                <a:gdLst>
                  <a:gd name="T0" fmla="*/ 100 w 100"/>
                  <a:gd name="T1" fmla="*/ 0 h 27"/>
                  <a:gd name="T2" fmla="*/ 60 w 100"/>
                  <a:gd name="T3" fmla="*/ 7 h 27"/>
                  <a:gd name="T4" fmla="*/ 0 w 100"/>
                  <a:gd name="T5" fmla="*/ 2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27">
                    <a:moveTo>
                      <a:pt x="100" y="0"/>
                    </a:moveTo>
                    <a:lnTo>
                      <a:pt x="60" y="7"/>
                    </a:lnTo>
                    <a:lnTo>
                      <a:pt x="0" y="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0" name="Freeform 694">
                <a:extLst>
                  <a:ext uri="{FF2B5EF4-FFF2-40B4-BE49-F238E27FC236}">
                    <a16:creationId xmlns:a16="http://schemas.microsoft.com/office/drawing/2014/main" id="{55165DA0-ED44-4157-82C3-45AEB2978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2038"/>
                <a:ext cx="106" cy="26"/>
              </a:xfrm>
              <a:custGeom>
                <a:avLst/>
                <a:gdLst>
                  <a:gd name="T0" fmla="*/ 0 w 106"/>
                  <a:gd name="T1" fmla="*/ 26 h 26"/>
                  <a:gd name="T2" fmla="*/ 46 w 106"/>
                  <a:gd name="T3" fmla="*/ 20 h 26"/>
                  <a:gd name="T4" fmla="*/ 106 w 106"/>
                  <a:gd name="T5" fmla="*/ 0 h 26"/>
                  <a:gd name="T6" fmla="*/ 0 w 106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26">
                    <a:moveTo>
                      <a:pt x="0" y="26"/>
                    </a:moveTo>
                    <a:lnTo>
                      <a:pt x="46" y="20"/>
                    </a:lnTo>
                    <a:lnTo>
                      <a:pt x="106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30B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1" name="Freeform 695">
                <a:extLst>
                  <a:ext uri="{FF2B5EF4-FFF2-40B4-BE49-F238E27FC236}">
                    <a16:creationId xmlns:a16="http://schemas.microsoft.com/office/drawing/2014/main" id="{BE500E71-D2D3-4396-8254-F3C61D5CD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4" y="2038"/>
                <a:ext cx="106" cy="26"/>
              </a:xfrm>
              <a:custGeom>
                <a:avLst/>
                <a:gdLst>
                  <a:gd name="T0" fmla="*/ 0 w 106"/>
                  <a:gd name="T1" fmla="*/ 26 h 26"/>
                  <a:gd name="T2" fmla="*/ 46 w 106"/>
                  <a:gd name="T3" fmla="*/ 20 h 26"/>
                  <a:gd name="T4" fmla="*/ 106 w 106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26">
                    <a:moveTo>
                      <a:pt x="0" y="26"/>
                    </a:moveTo>
                    <a:lnTo>
                      <a:pt x="46" y="20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2" name="Freeform 696">
                <a:extLst>
                  <a:ext uri="{FF2B5EF4-FFF2-40B4-BE49-F238E27FC236}">
                    <a16:creationId xmlns:a16="http://schemas.microsoft.com/office/drawing/2014/main" id="{8C656E0E-CFB1-42AF-9D75-8DA4492F5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034"/>
                <a:ext cx="46" cy="47"/>
              </a:xfrm>
              <a:custGeom>
                <a:avLst/>
                <a:gdLst>
                  <a:gd name="T0" fmla="*/ 33 w 46"/>
                  <a:gd name="T1" fmla="*/ 27 h 47"/>
                  <a:gd name="T2" fmla="*/ 0 w 46"/>
                  <a:gd name="T3" fmla="*/ 0 h 47"/>
                  <a:gd name="T4" fmla="*/ 46 w 46"/>
                  <a:gd name="T5" fmla="*/ 47 h 47"/>
                  <a:gd name="T6" fmla="*/ 33 w 46"/>
                  <a:gd name="T7" fmla="*/ 27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47">
                    <a:moveTo>
                      <a:pt x="33" y="27"/>
                    </a:moveTo>
                    <a:lnTo>
                      <a:pt x="0" y="0"/>
                    </a:lnTo>
                    <a:lnTo>
                      <a:pt x="46" y="47"/>
                    </a:lnTo>
                    <a:lnTo>
                      <a:pt x="33" y="2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3" name="Freeform 697">
                <a:extLst>
                  <a:ext uri="{FF2B5EF4-FFF2-40B4-BE49-F238E27FC236}">
                    <a16:creationId xmlns:a16="http://schemas.microsoft.com/office/drawing/2014/main" id="{A2FC5B0C-D283-4731-9E00-CE99FC29A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034"/>
                <a:ext cx="46" cy="47"/>
              </a:xfrm>
              <a:custGeom>
                <a:avLst/>
                <a:gdLst>
                  <a:gd name="T0" fmla="*/ 33 w 46"/>
                  <a:gd name="T1" fmla="*/ 27 h 47"/>
                  <a:gd name="T2" fmla="*/ 0 w 46"/>
                  <a:gd name="T3" fmla="*/ 0 h 47"/>
                  <a:gd name="T4" fmla="*/ 46 w 46"/>
                  <a:gd name="T5" fmla="*/ 47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7">
                    <a:moveTo>
                      <a:pt x="33" y="27"/>
                    </a:moveTo>
                    <a:lnTo>
                      <a:pt x="0" y="0"/>
                    </a:lnTo>
                    <a:lnTo>
                      <a:pt x="46" y="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" name="Freeform 698">
                <a:extLst>
                  <a:ext uri="{FF2B5EF4-FFF2-40B4-BE49-F238E27FC236}">
                    <a16:creationId xmlns:a16="http://schemas.microsoft.com/office/drawing/2014/main" id="{BB7077A4-6AAF-4EA8-B237-FC4564DA3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061"/>
                <a:ext cx="46" cy="47"/>
              </a:xfrm>
              <a:custGeom>
                <a:avLst/>
                <a:gdLst>
                  <a:gd name="T0" fmla="*/ 13 w 46"/>
                  <a:gd name="T1" fmla="*/ 20 h 47"/>
                  <a:gd name="T2" fmla="*/ 46 w 46"/>
                  <a:gd name="T3" fmla="*/ 47 h 47"/>
                  <a:gd name="T4" fmla="*/ 0 w 46"/>
                  <a:gd name="T5" fmla="*/ 0 h 47"/>
                  <a:gd name="T6" fmla="*/ 13 w 46"/>
                  <a:gd name="T7" fmla="*/ 20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47">
                    <a:moveTo>
                      <a:pt x="13" y="20"/>
                    </a:moveTo>
                    <a:lnTo>
                      <a:pt x="46" y="47"/>
                    </a:lnTo>
                    <a:lnTo>
                      <a:pt x="0" y="0"/>
                    </a:lnTo>
                    <a:lnTo>
                      <a:pt x="13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5" name="Freeform 699">
                <a:extLst>
                  <a:ext uri="{FF2B5EF4-FFF2-40B4-BE49-F238E27FC236}">
                    <a16:creationId xmlns:a16="http://schemas.microsoft.com/office/drawing/2014/main" id="{95874FCD-E292-4B8E-AA4C-FF468783F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061"/>
                <a:ext cx="46" cy="47"/>
              </a:xfrm>
              <a:custGeom>
                <a:avLst/>
                <a:gdLst>
                  <a:gd name="T0" fmla="*/ 13 w 46"/>
                  <a:gd name="T1" fmla="*/ 20 h 47"/>
                  <a:gd name="T2" fmla="*/ 46 w 46"/>
                  <a:gd name="T3" fmla="*/ 47 h 47"/>
                  <a:gd name="T4" fmla="*/ 0 w 46"/>
                  <a:gd name="T5" fmla="*/ 0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7">
                    <a:moveTo>
                      <a:pt x="13" y="20"/>
                    </a:moveTo>
                    <a:lnTo>
                      <a:pt x="46" y="47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6" name="Freeform 700">
                <a:extLst>
                  <a:ext uri="{FF2B5EF4-FFF2-40B4-BE49-F238E27FC236}">
                    <a16:creationId xmlns:a16="http://schemas.microsoft.com/office/drawing/2014/main" id="{9D093610-B09E-41D4-816C-8966FAEFB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955"/>
                <a:ext cx="79" cy="6"/>
              </a:xfrm>
              <a:custGeom>
                <a:avLst/>
                <a:gdLst>
                  <a:gd name="T0" fmla="*/ 39 w 79"/>
                  <a:gd name="T1" fmla="*/ 0 h 6"/>
                  <a:gd name="T2" fmla="*/ 0 w 79"/>
                  <a:gd name="T3" fmla="*/ 6 h 6"/>
                  <a:gd name="T4" fmla="*/ 79 w 79"/>
                  <a:gd name="T5" fmla="*/ 0 h 6"/>
                  <a:gd name="T6" fmla="*/ 39 w 79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6">
                    <a:moveTo>
                      <a:pt x="39" y="0"/>
                    </a:moveTo>
                    <a:lnTo>
                      <a:pt x="0" y="6"/>
                    </a:lnTo>
                    <a:lnTo>
                      <a:pt x="79" y="0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3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7" name="Freeform 701">
                <a:extLst>
                  <a:ext uri="{FF2B5EF4-FFF2-40B4-BE49-F238E27FC236}">
                    <a16:creationId xmlns:a16="http://schemas.microsoft.com/office/drawing/2014/main" id="{8F877FAB-4465-451E-A038-34D59EE21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955"/>
                <a:ext cx="79" cy="6"/>
              </a:xfrm>
              <a:custGeom>
                <a:avLst/>
                <a:gdLst>
                  <a:gd name="T0" fmla="*/ 39 w 79"/>
                  <a:gd name="T1" fmla="*/ 0 h 6"/>
                  <a:gd name="T2" fmla="*/ 0 w 79"/>
                  <a:gd name="T3" fmla="*/ 6 h 6"/>
                  <a:gd name="T4" fmla="*/ 79 w 79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6">
                    <a:moveTo>
                      <a:pt x="39" y="0"/>
                    </a:moveTo>
                    <a:lnTo>
                      <a:pt x="0" y="6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8" name="Freeform 702">
                <a:extLst>
                  <a:ext uri="{FF2B5EF4-FFF2-40B4-BE49-F238E27FC236}">
                    <a16:creationId xmlns:a16="http://schemas.microsoft.com/office/drawing/2014/main" id="{77344ACC-0549-4787-8559-F8E371329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948"/>
                <a:ext cx="80" cy="7"/>
              </a:xfrm>
              <a:custGeom>
                <a:avLst/>
                <a:gdLst>
                  <a:gd name="T0" fmla="*/ 40 w 80"/>
                  <a:gd name="T1" fmla="*/ 7 h 7"/>
                  <a:gd name="T2" fmla="*/ 80 w 80"/>
                  <a:gd name="T3" fmla="*/ 0 h 7"/>
                  <a:gd name="T4" fmla="*/ 0 w 80"/>
                  <a:gd name="T5" fmla="*/ 7 h 7"/>
                  <a:gd name="T6" fmla="*/ 40 w 80"/>
                  <a:gd name="T7" fmla="*/ 7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7">
                    <a:moveTo>
                      <a:pt x="40" y="7"/>
                    </a:moveTo>
                    <a:lnTo>
                      <a:pt x="80" y="0"/>
                    </a:lnTo>
                    <a:lnTo>
                      <a:pt x="0" y="7"/>
                    </a:lnTo>
                    <a:lnTo>
                      <a:pt x="40" y="7"/>
                    </a:lnTo>
                    <a:close/>
                  </a:path>
                </a:pathLst>
              </a:custGeom>
              <a:solidFill>
                <a:srgbClr val="3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9" name="Freeform 703">
                <a:extLst>
                  <a:ext uri="{FF2B5EF4-FFF2-40B4-BE49-F238E27FC236}">
                    <a16:creationId xmlns:a16="http://schemas.microsoft.com/office/drawing/2014/main" id="{56EC25FC-CBBA-40FB-9ECF-B4057A90F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948"/>
                <a:ext cx="80" cy="7"/>
              </a:xfrm>
              <a:custGeom>
                <a:avLst/>
                <a:gdLst>
                  <a:gd name="T0" fmla="*/ 40 w 80"/>
                  <a:gd name="T1" fmla="*/ 7 h 7"/>
                  <a:gd name="T2" fmla="*/ 80 w 80"/>
                  <a:gd name="T3" fmla="*/ 0 h 7"/>
                  <a:gd name="T4" fmla="*/ 0 w 80"/>
                  <a:gd name="T5" fmla="*/ 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7">
                    <a:moveTo>
                      <a:pt x="40" y="7"/>
                    </a:moveTo>
                    <a:lnTo>
                      <a:pt x="80" y="0"/>
                    </a:lnTo>
                    <a:lnTo>
                      <a:pt x="0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0" name="Freeform 704">
                <a:extLst>
                  <a:ext uri="{FF2B5EF4-FFF2-40B4-BE49-F238E27FC236}">
                    <a16:creationId xmlns:a16="http://schemas.microsoft.com/office/drawing/2014/main" id="{8D60AC13-4336-4B9D-AC95-A09640D20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925"/>
                <a:ext cx="93" cy="60"/>
              </a:xfrm>
              <a:custGeom>
                <a:avLst/>
                <a:gdLst>
                  <a:gd name="T0" fmla="*/ 93 w 93"/>
                  <a:gd name="T1" fmla="*/ 60 h 60"/>
                  <a:gd name="T2" fmla="*/ 66 w 93"/>
                  <a:gd name="T3" fmla="*/ 40 h 60"/>
                  <a:gd name="T4" fmla="*/ 0 w 93"/>
                  <a:gd name="T5" fmla="*/ 0 h 60"/>
                  <a:gd name="T6" fmla="*/ 93 w 93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60">
                    <a:moveTo>
                      <a:pt x="93" y="60"/>
                    </a:moveTo>
                    <a:lnTo>
                      <a:pt x="66" y="40"/>
                    </a:lnTo>
                    <a:lnTo>
                      <a:pt x="0" y="0"/>
                    </a:lnTo>
                    <a:lnTo>
                      <a:pt x="93" y="60"/>
                    </a:lnTo>
                    <a:close/>
                  </a:path>
                </a:pathLst>
              </a:custGeom>
              <a:solidFill>
                <a:srgbClr val="78DC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1" name="Freeform 705">
                <a:extLst>
                  <a:ext uri="{FF2B5EF4-FFF2-40B4-BE49-F238E27FC236}">
                    <a16:creationId xmlns:a16="http://schemas.microsoft.com/office/drawing/2014/main" id="{9E49D957-A498-4618-BBF3-4EBA0DDD7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925"/>
                <a:ext cx="93" cy="60"/>
              </a:xfrm>
              <a:custGeom>
                <a:avLst/>
                <a:gdLst>
                  <a:gd name="T0" fmla="*/ 93 w 93"/>
                  <a:gd name="T1" fmla="*/ 60 h 60"/>
                  <a:gd name="T2" fmla="*/ 66 w 93"/>
                  <a:gd name="T3" fmla="*/ 40 h 60"/>
                  <a:gd name="T4" fmla="*/ 0 w 93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60">
                    <a:moveTo>
                      <a:pt x="93" y="60"/>
                    </a:moveTo>
                    <a:lnTo>
                      <a:pt x="66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2" name="Freeform 706">
                <a:extLst>
                  <a:ext uri="{FF2B5EF4-FFF2-40B4-BE49-F238E27FC236}">
                    <a16:creationId xmlns:a16="http://schemas.microsoft.com/office/drawing/2014/main" id="{210F648D-AC9E-4E07-838A-01AA3C730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898"/>
                <a:ext cx="99" cy="67"/>
              </a:xfrm>
              <a:custGeom>
                <a:avLst/>
                <a:gdLst>
                  <a:gd name="T0" fmla="*/ 0 w 99"/>
                  <a:gd name="T1" fmla="*/ 0 h 67"/>
                  <a:gd name="T2" fmla="*/ 33 w 99"/>
                  <a:gd name="T3" fmla="*/ 27 h 67"/>
                  <a:gd name="T4" fmla="*/ 99 w 99"/>
                  <a:gd name="T5" fmla="*/ 67 h 67"/>
                  <a:gd name="T6" fmla="*/ 0 w 99"/>
                  <a:gd name="T7" fmla="*/ 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67">
                    <a:moveTo>
                      <a:pt x="0" y="0"/>
                    </a:moveTo>
                    <a:lnTo>
                      <a:pt x="33" y="27"/>
                    </a:lnTo>
                    <a:lnTo>
                      <a:pt x="99" y="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EC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3" name="Freeform 707">
                <a:extLst>
                  <a:ext uri="{FF2B5EF4-FFF2-40B4-BE49-F238E27FC236}">
                    <a16:creationId xmlns:a16="http://schemas.microsoft.com/office/drawing/2014/main" id="{D8789854-7016-4CF6-8565-39D19D659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898"/>
                <a:ext cx="99" cy="67"/>
              </a:xfrm>
              <a:custGeom>
                <a:avLst/>
                <a:gdLst>
                  <a:gd name="T0" fmla="*/ 0 w 99"/>
                  <a:gd name="T1" fmla="*/ 0 h 67"/>
                  <a:gd name="T2" fmla="*/ 33 w 99"/>
                  <a:gd name="T3" fmla="*/ 27 h 67"/>
                  <a:gd name="T4" fmla="*/ 99 w 99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67">
                    <a:moveTo>
                      <a:pt x="0" y="0"/>
                    </a:moveTo>
                    <a:lnTo>
                      <a:pt x="33" y="27"/>
                    </a:lnTo>
                    <a:lnTo>
                      <a:pt x="99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4" name="Freeform 708">
                <a:extLst>
                  <a:ext uri="{FF2B5EF4-FFF2-40B4-BE49-F238E27FC236}">
                    <a16:creationId xmlns:a16="http://schemas.microsoft.com/office/drawing/2014/main" id="{728BF4B2-DE9B-4913-8C6E-8C022280F8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025"/>
                <a:ext cx="106" cy="26"/>
              </a:xfrm>
              <a:custGeom>
                <a:avLst/>
                <a:gdLst>
                  <a:gd name="T0" fmla="*/ 106 w 106"/>
                  <a:gd name="T1" fmla="*/ 0 h 26"/>
                  <a:gd name="T2" fmla="*/ 60 w 106"/>
                  <a:gd name="T3" fmla="*/ 6 h 26"/>
                  <a:gd name="T4" fmla="*/ 0 w 106"/>
                  <a:gd name="T5" fmla="*/ 26 h 26"/>
                  <a:gd name="T6" fmla="*/ 106 w 106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26">
                    <a:moveTo>
                      <a:pt x="106" y="0"/>
                    </a:moveTo>
                    <a:lnTo>
                      <a:pt x="60" y="6"/>
                    </a:lnTo>
                    <a:lnTo>
                      <a:pt x="0" y="26"/>
                    </a:lnTo>
                    <a:lnTo>
                      <a:pt x="106" y="0"/>
                    </a:lnTo>
                    <a:close/>
                  </a:path>
                </a:pathLst>
              </a:custGeom>
              <a:solidFill>
                <a:srgbClr val="008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" name="Freeform 709">
                <a:extLst>
                  <a:ext uri="{FF2B5EF4-FFF2-40B4-BE49-F238E27FC236}">
                    <a16:creationId xmlns:a16="http://schemas.microsoft.com/office/drawing/2014/main" id="{A3F6B90F-1705-4C08-85CF-41D378EC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025"/>
                <a:ext cx="106" cy="26"/>
              </a:xfrm>
              <a:custGeom>
                <a:avLst/>
                <a:gdLst>
                  <a:gd name="T0" fmla="*/ 106 w 106"/>
                  <a:gd name="T1" fmla="*/ 0 h 26"/>
                  <a:gd name="T2" fmla="*/ 60 w 106"/>
                  <a:gd name="T3" fmla="*/ 6 h 26"/>
                  <a:gd name="T4" fmla="*/ 0 w 106"/>
                  <a:gd name="T5" fmla="*/ 2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26">
                    <a:moveTo>
                      <a:pt x="106" y="0"/>
                    </a:moveTo>
                    <a:lnTo>
                      <a:pt x="60" y="6"/>
                    </a:lnTo>
                    <a:lnTo>
                      <a:pt x="0" y="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6" name="Freeform 710">
                <a:extLst>
                  <a:ext uri="{FF2B5EF4-FFF2-40B4-BE49-F238E27FC236}">
                    <a16:creationId xmlns:a16="http://schemas.microsoft.com/office/drawing/2014/main" id="{8422A184-E884-447C-B867-FF7FFD1D0C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2031"/>
                <a:ext cx="100" cy="27"/>
              </a:xfrm>
              <a:custGeom>
                <a:avLst/>
                <a:gdLst>
                  <a:gd name="T0" fmla="*/ 0 w 100"/>
                  <a:gd name="T1" fmla="*/ 27 h 27"/>
                  <a:gd name="T2" fmla="*/ 40 w 100"/>
                  <a:gd name="T3" fmla="*/ 20 h 27"/>
                  <a:gd name="T4" fmla="*/ 100 w 100"/>
                  <a:gd name="T5" fmla="*/ 0 h 27"/>
                  <a:gd name="T6" fmla="*/ 0 w 100"/>
                  <a:gd name="T7" fmla="*/ 27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27">
                    <a:moveTo>
                      <a:pt x="0" y="27"/>
                    </a:moveTo>
                    <a:lnTo>
                      <a:pt x="40" y="20"/>
                    </a:lnTo>
                    <a:lnTo>
                      <a:pt x="100" y="0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109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" name="Freeform 711">
                <a:extLst>
                  <a:ext uri="{FF2B5EF4-FFF2-40B4-BE49-F238E27FC236}">
                    <a16:creationId xmlns:a16="http://schemas.microsoft.com/office/drawing/2014/main" id="{85CBE689-2F52-46E4-B885-88B94E447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2031"/>
                <a:ext cx="100" cy="27"/>
              </a:xfrm>
              <a:custGeom>
                <a:avLst/>
                <a:gdLst>
                  <a:gd name="T0" fmla="*/ 0 w 100"/>
                  <a:gd name="T1" fmla="*/ 27 h 27"/>
                  <a:gd name="T2" fmla="*/ 40 w 100"/>
                  <a:gd name="T3" fmla="*/ 20 h 27"/>
                  <a:gd name="T4" fmla="*/ 100 w 100"/>
                  <a:gd name="T5" fmla="*/ 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27">
                    <a:moveTo>
                      <a:pt x="0" y="27"/>
                    </a:moveTo>
                    <a:lnTo>
                      <a:pt x="40" y="20"/>
                    </a:lnTo>
                    <a:lnTo>
                      <a:pt x="10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" name="Freeform 712">
                <a:extLst>
                  <a:ext uri="{FF2B5EF4-FFF2-40B4-BE49-F238E27FC236}">
                    <a16:creationId xmlns:a16="http://schemas.microsoft.com/office/drawing/2014/main" id="{53405AD4-45A0-4185-9E73-5ECA64E001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948"/>
                <a:ext cx="80" cy="7"/>
              </a:xfrm>
              <a:custGeom>
                <a:avLst/>
                <a:gdLst>
                  <a:gd name="T0" fmla="*/ 33 w 80"/>
                  <a:gd name="T1" fmla="*/ 0 h 7"/>
                  <a:gd name="T2" fmla="*/ 0 w 80"/>
                  <a:gd name="T3" fmla="*/ 7 h 7"/>
                  <a:gd name="T4" fmla="*/ 80 w 80"/>
                  <a:gd name="T5" fmla="*/ 0 h 7"/>
                  <a:gd name="T6" fmla="*/ 33 w 80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7">
                    <a:moveTo>
                      <a:pt x="33" y="0"/>
                    </a:moveTo>
                    <a:lnTo>
                      <a:pt x="0" y="7"/>
                    </a:lnTo>
                    <a:lnTo>
                      <a:pt x="80" y="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1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" name="Freeform 713">
                <a:extLst>
                  <a:ext uri="{FF2B5EF4-FFF2-40B4-BE49-F238E27FC236}">
                    <a16:creationId xmlns:a16="http://schemas.microsoft.com/office/drawing/2014/main" id="{EA3F490C-8B84-4AD3-95FE-FDA5C323A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948"/>
                <a:ext cx="80" cy="7"/>
              </a:xfrm>
              <a:custGeom>
                <a:avLst/>
                <a:gdLst>
                  <a:gd name="T0" fmla="*/ 33 w 80"/>
                  <a:gd name="T1" fmla="*/ 0 h 7"/>
                  <a:gd name="T2" fmla="*/ 0 w 80"/>
                  <a:gd name="T3" fmla="*/ 7 h 7"/>
                  <a:gd name="T4" fmla="*/ 80 w 80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7">
                    <a:moveTo>
                      <a:pt x="33" y="0"/>
                    </a:moveTo>
                    <a:lnTo>
                      <a:pt x="0" y="7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" name="Freeform 714">
                <a:extLst>
                  <a:ext uri="{FF2B5EF4-FFF2-40B4-BE49-F238E27FC236}">
                    <a16:creationId xmlns:a16="http://schemas.microsoft.com/office/drawing/2014/main" id="{3832EC85-0C60-4D2A-8086-29CD02448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941"/>
                <a:ext cx="80" cy="7"/>
              </a:xfrm>
              <a:custGeom>
                <a:avLst/>
                <a:gdLst>
                  <a:gd name="T0" fmla="*/ 47 w 80"/>
                  <a:gd name="T1" fmla="*/ 7 h 7"/>
                  <a:gd name="T2" fmla="*/ 80 w 80"/>
                  <a:gd name="T3" fmla="*/ 0 h 7"/>
                  <a:gd name="T4" fmla="*/ 0 w 80"/>
                  <a:gd name="T5" fmla="*/ 7 h 7"/>
                  <a:gd name="T6" fmla="*/ 47 w 80"/>
                  <a:gd name="T7" fmla="*/ 7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7">
                    <a:moveTo>
                      <a:pt x="47" y="7"/>
                    </a:moveTo>
                    <a:lnTo>
                      <a:pt x="80" y="0"/>
                    </a:lnTo>
                    <a:lnTo>
                      <a:pt x="0" y="7"/>
                    </a:lnTo>
                    <a:lnTo>
                      <a:pt x="47" y="7"/>
                    </a:lnTo>
                    <a:close/>
                  </a:path>
                </a:pathLst>
              </a:custGeom>
              <a:solidFill>
                <a:srgbClr val="1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1" name="Freeform 715">
                <a:extLst>
                  <a:ext uri="{FF2B5EF4-FFF2-40B4-BE49-F238E27FC236}">
                    <a16:creationId xmlns:a16="http://schemas.microsoft.com/office/drawing/2014/main" id="{2499E6D1-0675-493F-AB07-F7914B53C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941"/>
                <a:ext cx="80" cy="7"/>
              </a:xfrm>
              <a:custGeom>
                <a:avLst/>
                <a:gdLst>
                  <a:gd name="T0" fmla="*/ 47 w 80"/>
                  <a:gd name="T1" fmla="*/ 7 h 7"/>
                  <a:gd name="T2" fmla="*/ 80 w 80"/>
                  <a:gd name="T3" fmla="*/ 0 h 7"/>
                  <a:gd name="T4" fmla="*/ 0 w 80"/>
                  <a:gd name="T5" fmla="*/ 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7">
                    <a:moveTo>
                      <a:pt x="47" y="7"/>
                    </a:moveTo>
                    <a:lnTo>
                      <a:pt x="80" y="0"/>
                    </a:lnTo>
                    <a:lnTo>
                      <a:pt x="0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2" name="Freeform 716">
                <a:extLst>
                  <a:ext uri="{FF2B5EF4-FFF2-40B4-BE49-F238E27FC236}">
                    <a16:creationId xmlns:a16="http://schemas.microsoft.com/office/drawing/2014/main" id="{4F0F7277-DEEA-4699-9D04-6E4F6F64A3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945"/>
                <a:ext cx="93" cy="60"/>
              </a:xfrm>
              <a:custGeom>
                <a:avLst/>
                <a:gdLst>
                  <a:gd name="T0" fmla="*/ 93 w 93"/>
                  <a:gd name="T1" fmla="*/ 60 h 60"/>
                  <a:gd name="T2" fmla="*/ 60 w 93"/>
                  <a:gd name="T3" fmla="*/ 40 h 60"/>
                  <a:gd name="T4" fmla="*/ 0 w 93"/>
                  <a:gd name="T5" fmla="*/ 0 h 60"/>
                  <a:gd name="T6" fmla="*/ 93 w 93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60">
                    <a:moveTo>
                      <a:pt x="93" y="60"/>
                    </a:moveTo>
                    <a:lnTo>
                      <a:pt x="60" y="40"/>
                    </a:lnTo>
                    <a:lnTo>
                      <a:pt x="0" y="0"/>
                    </a:lnTo>
                    <a:lnTo>
                      <a:pt x="93" y="60"/>
                    </a:lnTo>
                    <a:close/>
                  </a:path>
                </a:pathLst>
              </a:custGeom>
              <a:solidFill>
                <a:srgbClr val="60C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3" name="Freeform 717">
                <a:extLst>
                  <a:ext uri="{FF2B5EF4-FFF2-40B4-BE49-F238E27FC236}">
                    <a16:creationId xmlns:a16="http://schemas.microsoft.com/office/drawing/2014/main" id="{49CBDDE6-E46C-4AF4-8547-F9A466557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945"/>
                <a:ext cx="93" cy="60"/>
              </a:xfrm>
              <a:custGeom>
                <a:avLst/>
                <a:gdLst>
                  <a:gd name="T0" fmla="*/ 93 w 93"/>
                  <a:gd name="T1" fmla="*/ 60 h 60"/>
                  <a:gd name="T2" fmla="*/ 60 w 93"/>
                  <a:gd name="T3" fmla="*/ 40 h 60"/>
                  <a:gd name="T4" fmla="*/ 0 w 93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60">
                    <a:moveTo>
                      <a:pt x="93" y="60"/>
                    </a:moveTo>
                    <a:lnTo>
                      <a:pt x="60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4" name="Freeform 718">
                <a:extLst>
                  <a:ext uri="{FF2B5EF4-FFF2-40B4-BE49-F238E27FC236}">
                    <a16:creationId xmlns:a16="http://schemas.microsoft.com/office/drawing/2014/main" id="{55FB535C-1F05-4065-8AFA-1F3F52B96C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925"/>
                <a:ext cx="93" cy="60"/>
              </a:xfrm>
              <a:custGeom>
                <a:avLst/>
                <a:gdLst>
                  <a:gd name="T0" fmla="*/ 0 w 93"/>
                  <a:gd name="T1" fmla="*/ 0 h 60"/>
                  <a:gd name="T2" fmla="*/ 33 w 93"/>
                  <a:gd name="T3" fmla="*/ 20 h 60"/>
                  <a:gd name="T4" fmla="*/ 93 w 93"/>
                  <a:gd name="T5" fmla="*/ 60 h 60"/>
                  <a:gd name="T6" fmla="*/ 0 w 93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60">
                    <a:moveTo>
                      <a:pt x="0" y="0"/>
                    </a:moveTo>
                    <a:lnTo>
                      <a:pt x="33" y="20"/>
                    </a:lnTo>
                    <a:lnTo>
                      <a:pt x="93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8DC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5" name="Freeform 719">
                <a:extLst>
                  <a:ext uri="{FF2B5EF4-FFF2-40B4-BE49-F238E27FC236}">
                    <a16:creationId xmlns:a16="http://schemas.microsoft.com/office/drawing/2014/main" id="{C86C962B-809A-4E5E-BA74-6B6BD3E41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925"/>
                <a:ext cx="93" cy="60"/>
              </a:xfrm>
              <a:custGeom>
                <a:avLst/>
                <a:gdLst>
                  <a:gd name="T0" fmla="*/ 0 w 93"/>
                  <a:gd name="T1" fmla="*/ 0 h 60"/>
                  <a:gd name="T2" fmla="*/ 33 w 93"/>
                  <a:gd name="T3" fmla="*/ 20 h 60"/>
                  <a:gd name="T4" fmla="*/ 93 w 93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60">
                    <a:moveTo>
                      <a:pt x="0" y="0"/>
                    </a:moveTo>
                    <a:lnTo>
                      <a:pt x="33" y="20"/>
                    </a:lnTo>
                    <a:lnTo>
                      <a:pt x="93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6" name="Freeform 720">
                <a:extLst>
                  <a:ext uri="{FF2B5EF4-FFF2-40B4-BE49-F238E27FC236}">
                    <a16:creationId xmlns:a16="http://schemas.microsoft.com/office/drawing/2014/main" id="{D1BAB905-AE1C-4E59-B9BB-E797337C6D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652"/>
                <a:ext cx="53" cy="113"/>
              </a:xfrm>
              <a:custGeom>
                <a:avLst/>
                <a:gdLst>
                  <a:gd name="T0" fmla="*/ 53 w 53"/>
                  <a:gd name="T1" fmla="*/ 113 h 113"/>
                  <a:gd name="T2" fmla="*/ 34 w 53"/>
                  <a:gd name="T3" fmla="*/ 74 h 113"/>
                  <a:gd name="T4" fmla="*/ 0 w 53"/>
                  <a:gd name="T5" fmla="*/ 0 h 113"/>
                  <a:gd name="T6" fmla="*/ 53 w 53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13">
                    <a:moveTo>
                      <a:pt x="53" y="113"/>
                    </a:moveTo>
                    <a:lnTo>
                      <a:pt x="34" y="74"/>
                    </a:lnTo>
                    <a:lnTo>
                      <a:pt x="0" y="0"/>
                    </a:lnTo>
                    <a:lnTo>
                      <a:pt x="53" y="113"/>
                    </a:lnTo>
                    <a:close/>
                  </a:path>
                </a:pathLst>
              </a:custGeom>
              <a:solidFill>
                <a:srgbClr val="B8D0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7" name="Freeform 721">
                <a:extLst>
                  <a:ext uri="{FF2B5EF4-FFF2-40B4-BE49-F238E27FC236}">
                    <a16:creationId xmlns:a16="http://schemas.microsoft.com/office/drawing/2014/main" id="{881781FC-2AB9-4A13-90B7-E572C7D15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652"/>
                <a:ext cx="53" cy="113"/>
              </a:xfrm>
              <a:custGeom>
                <a:avLst/>
                <a:gdLst>
                  <a:gd name="T0" fmla="*/ 53 w 53"/>
                  <a:gd name="T1" fmla="*/ 113 h 113"/>
                  <a:gd name="T2" fmla="*/ 34 w 53"/>
                  <a:gd name="T3" fmla="*/ 74 h 113"/>
                  <a:gd name="T4" fmla="*/ 0 w 53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13">
                    <a:moveTo>
                      <a:pt x="53" y="113"/>
                    </a:moveTo>
                    <a:lnTo>
                      <a:pt x="34" y="7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8" name="Freeform 722">
                <a:extLst>
                  <a:ext uri="{FF2B5EF4-FFF2-40B4-BE49-F238E27FC236}">
                    <a16:creationId xmlns:a16="http://schemas.microsoft.com/office/drawing/2014/main" id="{335F20BA-4DD0-448B-84A2-397F8560A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061"/>
                <a:ext cx="46" cy="47"/>
              </a:xfrm>
              <a:custGeom>
                <a:avLst/>
                <a:gdLst>
                  <a:gd name="T0" fmla="*/ 33 w 46"/>
                  <a:gd name="T1" fmla="*/ 33 h 47"/>
                  <a:gd name="T2" fmla="*/ 0 w 46"/>
                  <a:gd name="T3" fmla="*/ 0 h 47"/>
                  <a:gd name="T4" fmla="*/ 46 w 46"/>
                  <a:gd name="T5" fmla="*/ 47 h 47"/>
                  <a:gd name="T6" fmla="*/ 33 w 46"/>
                  <a:gd name="T7" fmla="*/ 33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47">
                    <a:moveTo>
                      <a:pt x="33" y="33"/>
                    </a:moveTo>
                    <a:lnTo>
                      <a:pt x="0" y="0"/>
                    </a:lnTo>
                    <a:lnTo>
                      <a:pt x="46" y="47"/>
                    </a:lnTo>
                    <a:lnTo>
                      <a:pt x="33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9" name="Freeform 723">
                <a:extLst>
                  <a:ext uri="{FF2B5EF4-FFF2-40B4-BE49-F238E27FC236}">
                    <a16:creationId xmlns:a16="http://schemas.microsoft.com/office/drawing/2014/main" id="{9DB2D447-DDEB-42CF-B579-66BD736CC0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061"/>
                <a:ext cx="46" cy="47"/>
              </a:xfrm>
              <a:custGeom>
                <a:avLst/>
                <a:gdLst>
                  <a:gd name="T0" fmla="*/ 33 w 46"/>
                  <a:gd name="T1" fmla="*/ 33 h 47"/>
                  <a:gd name="T2" fmla="*/ 0 w 46"/>
                  <a:gd name="T3" fmla="*/ 0 h 47"/>
                  <a:gd name="T4" fmla="*/ 46 w 46"/>
                  <a:gd name="T5" fmla="*/ 47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7">
                    <a:moveTo>
                      <a:pt x="33" y="33"/>
                    </a:moveTo>
                    <a:lnTo>
                      <a:pt x="0" y="0"/>
                    </a:lnTo>
                    <a:lnTo>
                      <a:pt x="46" y="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0" name="Freeform 724">
                <a:extLst>
                  <a:ext uri="{FF2B5EF4-FFF2-40B4-BE49-F238E27FC236}">
                    <a16:creationId xmlns:a16="http://schemas.microsoft.com/office/drawing/2014/main" id="{6B52760F-09BF-4F8D-A0EC-BA185EE94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1094"/>
                <a:ext cx="40" cy="40"/>
              </a:xfrm>
              <a:custGeom>
                <a:avLst/>
                <a:gdLst>
                  <a:gd name="T0" fmla="*/ 13 w 40"/>
                  <a:gd name="T1" fmla="*/ 14 h 40"/>
                  <a:gd name="T2" fmla="*/ 40 w 40"/>
                  <a:gd name="T3" fmla="*/ 40 h 40"/>
                  <a:gd name="T4" fmla="*/ 0 w 40"/>
                  <a:gd name="T5" fmla="*/ 0 h 40"/>
                  <a:gd name="T6" fmla="*/ 13 w 40"/>
                  <a:gd name="T7" fmla="*/ 14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40">
                    <a:moveTo>
                      <a:pt x="13" y="14"/>
                    </a:moveTo>
                    <a:lnTo>
                      <a:pt x="40" y="40"/>
                    </a:lnTo>
                    <a:lnTo>
                      <a:pt x="0" y="0"/>
                    </a:lnTo>
                    <a:lnTo>
                      <a:pt x="13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1" name="Freeform 725">
                <a:extLst>
                  <a:ext uri="{FF2B5EF4-FFF2-40B4-BE49-F238E27FC236}">
                    <a16:creationId xmlns:a16="http://schemas.microsoft.com/office/drawing/2014/main" id="{8BDFE48D-434B-41D8-A234-955BC23C41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1094"/>
                <a:ext cx="40" cy="40"/>
              </a:xfrm>
              <a:custGeom>
                <a:avLst/>
                <a:gdLst>
                  <a:gd name="T0" fmla="*/ 13 w 40"/>
                  <a:gd name="T1" fmla="*/ 14 h 40"/>
                  <a:gd name="T2" fmla="*/ 40 w 40"/>
                  <a:gd name="T3" fmla="*/ 40 h 40"/>
                  <a:gd name="T4" fmla="*/ 0 w 40"/>
                  <a:gd name="T5" fmla="*/ 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40">
                    <a:moveTo>
                      <a:pt x="13" y="14"/>
                    </a:moveTo>
                    <a:lnTo>
                      <a:pt x="40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2" name="Freeform 726">
                <a:extLst>
                  <a:ext uri="{FF2B5EF4-FFF2-40B4-BE49-F238E27FC236}">
                    <a16:creationId xmlns:a16="http://schemas.microsoft.com/office/drawing/2014/main" id="{833E97FF-D9D4-4F5B-8761-0D51486C3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2011"/>
                <a:ext cx="100" cy="33"/>
              </a:xfrm>
              <a:custGeom>
                <a:avLst/>
                <a:gdLst>
                  <a:gd name="T0" fmla="*/ 100 w 100"/>
                  <a:gd name="T1" fmla="*/ 0 h 33"/>
                  <a:gd name="T2" fmla="*/ 60 w 100"/>
                  <a:gd name="T3" fmla="*/ 14 h 33"/>
                  <a:gd name="T4" fmla="*/ 0 w 100"/>
                  <a:gd name="T5" fmla="*/ 33 h 33"/>
                  <a:gd name="T6" fmla="*/ 100 w 100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33">
                    <a:moveTo>
                      <a:pt x="100" y="0"/>
                    </a:moveTo>
                    <a:lnTo>
                      <a:pt x="60" y="14"/>
                    </a:lnTo>
                    <a:lnTo>
                      <a:pt x="0" y="33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6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3" name="Freeform 727">
                <a:extLst>
                  <a:ext uri="{FF2B5EF4-FFF2-40B4-BE49-F238E27FC236}">
                    <a16:creationId xmlns:a16="http://schemas.microsoft.com/office/drawing/2014/main" id="{68D3CEC3-F058-480B-85B1-9DCE62D3A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2011"/>
                <a:ext cx="100" cy="33"/>
              </a:xfrm>
              <a:custGeom>
                <a:avLst/>
                <a:gdLst>
                  <a:gd name="T0" fmla="*/ 100 w 100"/>
                  <a:gd name="T1" fmla="*/ 0 h 33"/>
                  <a:gd name="T2" fmla="*/ 60 w 100"/>
                  <a:gd name="T3" fmla="*/ 14 h 33"/>
                  <a:gd name="T4" fmla="*/ 0 w 100"/>
                  <a:gd name="T5" fmla="*/ 33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33">
                    <a:moveTo>
                      <a:pt x="100" y="0"/>
                    </a:moveTo>
                    <a:lnTo>
                      <a:pt x="60" y="14"/>
                    </a:lnTo>
                    <a:lnTo>
                      <a:pt x="0" y="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" name="Freeform 728">
                <a:extLst>
                  <a:ext uri="{FF2B5EF4-FFF2-40B4-BE49-F238E27FC236}">
                    <a16:creationId xmlns:a16="http://schemas.microsoft.com/office/drawing/2014/main" id="{E2404265-3EDA-4B3E-9352-11C072B5B9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025"/>
                <a:ext cx="106" cy="26"/>
              </a:xfrm>
              <a:custGeom>
                <a:avLst/>
                <a:gdLst>
                  <a:gd name="T0" fmla="*/ 0 w 106"/>
                  <a:gd name="T1" fmla="*/ 26 h 26"/>
                  <a:gd name="T2" fmla="*/ 46 w 106"/>
                  <a:gd name="T3" fmla="*/ 19 h 26"/>
                  <a:gd name="T4" fmla="*/ 106 w 106"/>
                  <a:gd name="T5" fmla="*/ 0 h 26"/>
                  <a:gd name="T6" fmla="*/ 0 w 106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6" h="26">
                    <a:moveTo>
                      <a:pt x="0" y="26"/>
                    </a:moveTo>
                    <a:lnTo>
                      <a:pt x="46" y="19"/>
                    </a:lnTo>
                    <a:lnTo>
                      <a:pt x="106" y="0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8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" name="Freeform 729">
                <a:extLst>
                  <a:ext uri="{FF2B5EF4-FFF2-40B4-BE49-F238E27FC236}">
                    <a16:creationId xmlns:a16="http://schemas.microsoft.com/office/drawing/2014/main" id="{1B4A112D-AE5D-4AE8-8ED2-4A85BC1FAA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025"/>
                <a:ext cx="106" cy="26"/>
              </a:xfrm>
              <a:custGeom>
                <a:avLst/>
                <a:gdLst>
                  <a:gd name="T0" fmla="*/ 0 w 106"/>
                  <a:gd name="T1" fmla="*/ 26 h 26"/>
                  <a:gd name="T2" fmla="*/ 46 w 106"/>
                  <a:gd name="T3" fmla="*/ 19 h 26"/>
                  <a:gd name="T4" fmla="*/ 106 w 106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6" h="26">
                    <a:moveTo>
                      <a:pt x="0" y="26"/>
                    </a:moveTo>
                    <a:lnTo>
                      <a:pt x="46" y="19"/>
                    </a:lnTo>
                    <a:lnTo>
                      <a:pt x="10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6" name="Freeform 730">
                <a:extLst>
                  <a:ext uri="{FF2B5EF4-FFF2-40B4-BE49-F238E27FC236}">
                    <a16:creationId xmlns:a16="http://schemas.microsoft.com/office/drawing/2014/main" id="{CB38BBD5-D374-444F-8F2A-08C67B5A8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945"/>
                <a:ext cx="93" cy="60"/>
              </a:xfrm>
              <a:custGeom>
                <a:avLst/>
                <a:gdLst>
                  <a:gd name="T0" fmla="*/ 0 w 93"/>
                  <a:gd name="T1" fmla="*/ 0 h 60"/>
                  <a:gd name="T2" fmla="*/ 33 w 93"/>
                  <a:gd name="T3" fmla="*/ 20 h 60"/>
                  <a:gd name="T4" fmla="*/ 93 w 93"/>
                  <a:gd name="T5" fmla="*/ 60 h 60"/>
                  <a:gd name="T6" fmla="*/ 0 w 93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60">
                    <a:moveTo>
                      <a:pt x="0" y="0"/>
                    </a:moveTo>
                    <a:lnTo>
                      <a:pt x="33" y="20"/>
                    </a:lnTo>
                    <a:lnTo>
                      <a:pt x="93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C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7" name="Freeform 731">
                <a:extLst>
                  <a:ext uri="{FF2B5EF4-FFF2-40B4-BE49-F238E27FC236}">
                    <a16:creationId xmlns:a16="http://schemas.microsoft.com/office/drawing/2014/main" id="{D8DF1048-123B-4A0F-BC35-79E0B7829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1945"/>
                <a:ext cx="93" cy="60"/>
              </a:xfrm>
              <a:custGeom>
                <a:avLst/>
                <a:gdLst>
                  <a:gd name="T0" fmla="*/ 0 w 93"/>
                  <a:gd name="T1" fmla="*/ 0 h 60"/>
                  <a:gd name="T2" fmla="*/ 33 w 93"/>
                  <a:gd name="T3" fmla="*/ 20 h 60"/>
                  <a:gd name="T4" fmla="*/ 93 w 93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60">
                    <a:moveTo>
                      <a:pt x="0" y="0"/>
                    </a:moveTo>
                    <a:lnTo>
                      <a:pt x="33" y="20"/>
                    </a:lnTo>
                    <a:lnTo>
                      <a:pt x="93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8" name="Freeform 732">
                <a:extLst>
                  <a:ext uri="{FF2B5EF4-FFF2-40B4-BE49-F238E27FC236}">
                    <a16:creationId xmlns:a16="http://schemas.microsoft.com/office/drawing/2014/main" id="{B28CB68A-21F9-4F78-96ED-4BF1C7C73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965"/>
                <a:ext cx="100" cy="60"/>
              </a:xfrm>
              <a:custGeom>
                <a:avLst/>
                <a:gdLst>
                  <a:gd name="T0" fmla="*/ 100 w 100"/>
                  <a:gd name="T1" fmla="*/ 60 h 60"/>
                  <a:gd name="T2" fmla="*/ 60 w 100"/>
                  <a:gd name="T3" fmla="*/ 40 h 60"/>
                  <a:gd name="T4" fmla="*/ 0 w 100"/>
                  <a:gd name="T5" fmla="*/ 0 h 60"/>
                  <a:gd name="T6" fmla="*/ 100 w 100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60">
                    <a:moveTo>
                      <a:pt x="100" y="60"/>
                    </a:moveTo>
                    <a:lnTo>
                      <a:pt x="60" y="40"/>
                    </a:lnTo>
                    <a:lnTo>
                      <a:pt x="0" y="0"/>
                    </a:lnTo>
                    <a:lnTo>
                      <a:pt x="100" y="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9" name="Freeform 733">
                <a:extLst>
                  <a:ext uri="{FF2B5EF4-FFF2-40B4-BE49-F238E27FC236}">
                    <a16:creationId xmlns:a16="http://schemas.microsoft.com/office/drawing/2014/main" id="{31F8DCC6-ABE8-497F-BE83-4EC14AD94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965"/>
                <a:ext cx="100" cy="60"/>
              </a:xfrm>
              <a:custGeom>
                <a:avLst/>
                <a:gdLst>
                  <a:gd name="T0" fmla="*/ 100 w 100"/>
                  <a:gd name="T1" fmla="*/ 60 h 60"/>
                  <a:gd name="T2" fmla="*/ 60 w 100"/>
                  <a:gd name="T3" fmla="*/ 40 h 60"/>
                  <a:gd name="T4" fmla="*/ 0 w 100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60">
                    <a:moveTo>
                      <a:pt x="100" y="60"/>
                    </a:moveTo>
                    <a:lnTo>
                      <a:pt x="60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0" name="Freeform 734">
                <a:extLst>
                  <a:ext uri="{FF2B5EF4-FFF2-40B4-BE49-F238E27FC236}">
                    <a16:creationId xmlns:a16="http://schemas.microsoft.com/office/drawing/2014/main" id="{6E651D3F-D1D0-4066-B32A-C9565646B8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941"/>
                <a:ext cx="80" cy="7"/>
              </a:xfrm>
              <a:custGeom>
                <a:avLst/>
                <a:gdLst>
                  <a:gd name="T0" fmla="*/ 40 w 80"/>
                  <a:gd name="T1" fmla="*/ 7 h 7"/>
                  <a:gd name="T2" fmla="*/ 0 w 80"/>
                  <a:gd name="T3" fmla="*/ 7 h 7"/>
                  <a:gd name="T4" fmla="*/ 80 w 80"/>
                  <a:gd name="T5" fmla="*/ 0 h 7"/>
                  <a:gd name="T6" fmla="*/ 40 w 80"/>
                  <a:gd name="T7" fmla="*/ 7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7">
                    <a:moveTo>
                      <a:pt x="40" y="7"/>
                    </a:moveTo>
                    <a:lnTo>
                      <a:pt x="0" y="7"/>
                    </a:lnTo>
                    <a:lnTo>
                      <a:pt x="80" y="0"/>
                    </a:lnTo>
                    <a:lnTo>
                      <a:pt x="40" y="7"/>
                    </a:lnTo>
                    <a:close/>
                  </a:path>
                </a:pathLst>
              </a:custGeom>
              <a:solidFill>
                <a:srgbClr val="10A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1" name="Freeform 735">
                <a:extLst>
                  <a:ext uri="{FF2B5EF4-FFF2-40B4-BE49-F238E27FC236}">
                    <a16:creationId xmlns:a16="http://schemas.microsoft.com/office/drawing/2014/main" id="{2507C5A1-7A7A-4297-A18E-E3BFFE1BB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4" y="941"/>
                <a:ext cx="80" cy="7"/>
              </a:xfrm>
              <a:custGeom>
                <a:avLst/>
                <a:gdLst>
                  <a:gd name="T0" fmla="*/ 40 w 80"/>
                  <a:gd name="T1" fmla="*/ 7 h 7"/>
                  <a:gd name="T2" fmla="*/ 0 w 80"/>
                  <a:gd name="T3" fmla="*/ 7 h 7"/>
                  <a:gd name="T4" fmla="*/ 80 w 80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7">
                    <a:moveTo>
                      <a:pt x="40" y="7"/>
                    </a:moveTo>
                    <a:lnTo>
                      <a:pt x="0" y="7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2" name="Freeform 736">
                <a:extLst>
                  <a:ext uri="{FF2B5EF4-FFF2-40B4-BE49-F238E27FC236}">
                    <a16:creationId xmlns:a16="http://schemas.microsoft.com/office/drawing/2014/main" id="{160D88EA-8C09-4C98-AF7F-37CFBBCCA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941"/>
                <a:ext cx="80" cy="7"/>
              </a:xfrm>
              <a:custGeom>
                <a:avLst/>
                <a:gdLst>
                  <a:gd name="T0" fmla="*/ 40 w 80"/>
                  <a:gd name="T1" fmla="*/ 0 h 7"/>
                  <a:gd name="T2" fmla="*/ 80 w 80"/>
                  <a:gd name="T3" fmla="*/ 0 h 7"/>
                  <a:gd name="T4" fmla="*/ 0 w 80"/>
                  <a:gd name="T5" fmla="*/ 7 h 7"/>
                  <a:gd name="T6" fmla="*/ 40 w 80"/>
                  <a:gd name="T7" fmla="*/ 0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7">
                    <a:moveTo>
                      <a:pt x="40" y="0"/>
                    </a:moveTo>
                    <a:lnTo>
                      <a:pt x="80" y="0"/>
                    </a:lnTo>
                    <a:lnTo>
                      <a:pt x="0" y="7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10A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3" name="Freeform 737">
                <a:extLst>
                  <a:ext uri="{FF2B5EF4-FFF2-40B4-BE49-F238E27FC236}">
                    <a16:creationId xmlns:a16="http://schemas.microsoft.com/office/drawing/2014/main" id="{0DC720A9-8015-4192-A0C5-789E30B77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941"/>
                <a:ext cx="80" cy="7"/>
              </a:xfrm>
              <a:custGeom>
                <a:avLst/>
                <a:gdLst>
                  <a:gd name="T0" fmla="*/ 40 w 80"/>
                  <a:gd name="T1" fmla="*/ 0 h 7"/>
                  <a:gd name="T2" fmla="*/ 80 w 80"/>
                  <a:gd name="T3" fmla="*/ 0 h 7"/>
                  <a:gd name="T4" fmla="*/ 0 w 80"/>
                  <a:gd name="T5" fmla="*/ 7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7">
                    <a:moveTo>
                      <a:pt x="40" y="0"/>
                    </a:moveTo>
                    <a:lnTo>
                      <a:pt x="80" y="0"/>
                    </a:lnTo>
                    <a:lnTo>
                      <a:pt x="0" y="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4" name="Freeform 738">
                <a:extLst>
                  <a:ext uri="{FF2B5EF4-FFF2-40B4-BE49-F238E27FC236}">
                    <a16:creationId xmlns:a16="http://schemas.microsoft.com/office/drawing/2014/main" id="{059F5CEF-BD5E-4229-9BCD-FD004B141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1094"/>
                <a:ext cx="40" cy="40"/>
              </a:xfrm>
              <a:custGeom>
                <a:avLst/>
                <a:gdLst>
                  <a:gd name="T0" fmla="*/ 33 w 40"/>
                  <a:gd name="T1" fmla="*/ 34 h 40"/>
                  <a:gd name="T2" fmla="*/ 0 w 40"/>
                  <a:gd name="T3" fmla="*/ 0 h 40"/>
                  <a:gd name="T4" fmla="*/ 40 w 40"/>
                  <a:gd name="T5" fmla="*/ 40 h 40"/>
                  <a:gd name="T6" fmla="*/ 33 w 40"/>
                  <a:gd name="T7" fmla="*/ 34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40">
                    <a:moveTo>
                      <a:pt x="33" y="34"/>
                    </a:moveTo>
                    <a:lnTo>
                      <a:pt x="0" y="0"/>
                    </a:lnTo>
                    <a:lnTo>
                      <a:pt x="40" y="40"/>
                    </a:lnTo>
                    <a:lnTo>
                      <a:pt x="33" y="34"/>
                    </a:lnTo>
                    <a:close/>
                  </a:path>
                </a:pathLst>
              </a:custGeom>
              <a:solidFill>
                <a:srgbClr val="90D8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" name="Freeform 739">
                <a:extLst>
                  <a:ext uri="{FF2B5EF4-FFF2-40B4-BE49-F238E27FC236}">
                    <a16:creationId xmlns:a16="http://schemas.microsoft.com/office/drawing/2014/main" id="{ADBC3610-779E-41C7-8700-873D6C3C40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1094"/>
                <a:ext cx="40" cy="40"/>
              </a:xfrm>
              <a:custGeom>
                <a:avLst/>
                <a:gdLst>
                  <a:gd name="T0" fmla="*/ 33 w 40"/>
                  <a:gd name="T1" fmla="*/ 34 h 40"/>
                  <a:gd name="T2" fmla="*/ 0 w 40"/>
                  <a:gd name="T3" fmla="*/ 0 h 40"/>
                  <a:gd name="T4" fmla="*/ 40 w 40"/>
                  <a:gd name="T5" fmla="*/ 4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40">
                    <a:moveTo>
                      <a:pt x="33" y="34"/>
                    </a:moveTo>
                    <a:lnTo>
                      <a:pt x="0" y="0"/>
                    </a:lnTo>
                    <a:lnTo>
                      <a:pt x="40" y="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6" name="Freeform 740">
                <a:extLst>
                  <a:ext uri="{FF2B5EF4-FFF2-40B4-BE49-F238E27FC236}">
                    <a16:creationId xmlns:a16="http://schemas.microsoft.com/office/drawing/2014/main" id="{D7CDB92C-8434-4001-AECE-AC8C86EE8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128"/>
                <a:ext cx="40" cy="39"/>
              </a:xfrm>
              <a:custGeom>
                <a:avLst/>
                <a:gdLst>
                  <a:gd name="T0" fmla="*/ 7 w 40"/>
                  <a:gd name="T1" fmla="*/ 6 h 39"/>
                  <a:gd name="T2" fmla="*/ 40 w 40"/>
                  <a:gd name="T3" fmla="*/ 39 h 39"/>
                  <a:gd name="T4" fmla="*/ 0 w 40"/>
                  <a:gd name="T5" fmla="*/ 0 h 39"/>
                  <a:gd name="T6" fmla="*/ 7 w 40"/>
                  <a:gd name="T7" fmla="*/ 6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39">
                    <a:moveTo>
                      <a:pt x="7" y="6"/>
                    </a:moveTo>
                    <a:lnTo>
                      <a:pt x="40" y="39"/>
                    </a:lnTo>
                    <a:lnTo>
                      <a:pt x="0" y="0"/>
                    </a:lnTo>
                    <a:lnTo>
                      <a:pt x="7" y="6"/>
                    </a:lnTo>
                    <a:close/>
                  </a:path>
                </a:pathLst>
              </a:custGeom>
              <a:solidFill>
                <a:srgbClr val="90D8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7" name="Freeform 741">
                <a:extLst>
                  <a:ext uri="{FF2B5EF4-FFF2-40B4-BE49-F238E27FC236}">
                    <a16:creationId xmlns:a16="http://schemas.microsoft.com/office/drawing/2014/main" id="{2458486E-BE12-46C5-9B26-02540F99C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128"/>
                <a:ext cx="40" cy="39"/>
              </a:xfrm>
              <a:custGeom>
                <a:avLst/>
                <a:gdLst>
                  <a:gd name="T0" fmla="*/ 7 w 40"/>
                  <a:gd name="T1" fmla="*/ 6 h 39"/>
                  <a:gd name="T2" fmla="*/ 40 w 40"/>
                  <a:gd name="T3" fmla="*/ 39 h 39"/>
                  <a:gd name="T4" fmla="*/ 0 w 40"/>
                  <a:gd name="T5" fmla="*/ 0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39">
                    <a:moveTo>
                      <a:pt x="7" y="6"/>
                    </a:moveTo>
                    <a:lnTo>
                      <a:pt x="40" y="3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8" name="Freeform 742">
                <a:extLst>
                  <a:ext uri="{FF2B5EF4-FFF2-40B4-BE49-F238E27FC236}">
                    <a16:creationId xmlns:a16="http://schemas.microsoft.com/office/drawing/2014/main" id="{602EA279-432F-4141-83CF-57DA7C7C2B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028"/>
                <a:ext cx="72" cy="46"/>
              </a:xfrm>
              <a:custGeom>
                <a:avLst/>
                <a:gdLst>
                  <a:gd name="T0" fmla="*/ 33 w 72"/>
                  <a:gd name="T1" fmla="*/ 26 h 46"/>
                  <a:gd name="T2" fmla="*/ 0 w 72"/>
                  <a:gd name="T3" fmla="*/ 46 h 46"/>
                  <a:gd name="T4" fmla="*/ 72 w 72"/>
                  <a:gd name="T5" fmla="*/ 0 h 46"/>
                  <a:gd name="T6" fmla="*/ 33 w 72"/>
                  <a:gd name="T7" fmla="*/ 26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46">
                    <a:moveTo>
                      <a:pt x="33" y="26"/>
                    </a:moveTo>
                    <a:lnTo>
                      <a:pt x="0" y="46"/>
                    </a:lnTo>
                    <a:lnTo>
                      <a:pt x="72" y="0"/>
                    </a:lnTo>
                    <a:lnTo>
                      <a:pt x="33" y="26"/>
                    </a:lnTo>
                    <a:close/>
                  </a:path>
                </a:pathLst>
              </a:custGeom>
              <a:solidFill>
                <a:srgbClr val="002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9" name="Freeform 743">
                <a:extLst>
                  <a:ext uri="{FF2B5EF4-FFF2-40B4-BE49-F238E27FC236}">
                    <a16:creationId xmlns:a16="http://schemas.microsoft.com/office/drawing/2014/main" id="{F23EB847-5F55-4243-A102-A1E93D4C1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028"/>
                <a:ext cx="72" cy="46"/>
              </a:xfrm>
              <a:custGeom>
                <a:avLst/>
                <a:gdLst>
                  <a:gd name="T0" fmla="*/ 33 w 72"/>
                  <a:gd name="T1" fmla="*/ 26 h 46"/>
                  <a:gd name="T2" fmla="*/ 0 w 72"/>
                  <a:gd name="T3" fmla="*/ 46 h 46"/>
                  <a:gd name="T4" fmla="*/ 72 w 72"/>
                  <a:gd name="T5" fmla="*/ 0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46">
                    <a:moveTo>
                      <a:pt x="33" y="26"/>
                    </a:moveTo>
                    <a:lnTo>
                      <a:pt x="0" y="46"/>
                    </a:lnTo>
                    <a:lnTo>
                      <a:pt x="7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0" name="Freeform 744">
                <a:extLst>
                  <a:ext uri="{FF2B5EF4-FFF2-40B4-BE49-F238E27FC236}">
                    <a16:creationId xmlns:a16="http://schemas.microsoft.com/office/drawing/2014/main" id="{A266342C-6FF7-4164-BD65-3223C9B970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001"/>
                <a:ext cx="79" cy="53"/>
              </a:xfrm>
              <a:custGeom>
                <a:avLst/>
                <a:gdLst>
                  <a:gd name="T0" fmla="*/ 39 w 79"/>
                  <a:gd name="T1" fmla="*/ 27 h 53"/>
                  <a:gd name="T2" fmla="*/ 79 w 79"/>
                  <a:gd name="T3" fmla="*/ 0 h 53"/>
                  <a:gd name="T4" fmla="*/ 0 w 79"/>
                  <a:gd name="T5" fmla="*/ 53 h 53"/>
                  <a:gd name="T6" fmla="*/ 39 w 79"/>
                  <a:gd name="T7" fmla="*/ 27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53">
                    <a:moveTo>
                      <a:pt x="39" y="27"/>
                    </a:moveTo>
                    <a:lnTo>
                      <a:pt x="79" y="0"/>
                    </a:lnTo>
                    <a:lnTo>
                      <a:pt x="0" y="53"/>
                    </a:lnTo>
                    <a:lnTo>
                      <a:pt x="39" y="27"/>
                    </a:lnTo>
                    <a:close/>
                  </a:path>
                </a:pathLst>
              </a:custGeom>
              <a:solidFill>
                <a:srgbClr val="002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1" name="Freeform 745">
                <a:extLst>
                  <a:ext uri="{FF2B5EF4-FFF2-40B4-BE49-F238E27FC236}">
                    <a16:creationId xmlns:a16="http://schemas.microsoft.com/office/drawing/2014/main" id="{A25CFE91-C26D-4653-9C28-AB66A5A44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001"/>
                <a:ext cx="79" cy="53"/>
              </a:xfrm>
              <a:custGeom>
                <a:avLst/>
                <a:gdLst>
                  <a:gd name="T0" fmla="*/ 39 w 79"/>
                  <a:gd name="T1" fmla="*/ 27 h 53"/>
                  <a:gd name="T2" fmla="*/ 79 w 79"/>
                  <a:gd name="T3" fmla="*/ 0 h 53"/>
                  <a:gd name="T4" fmla="*/ 0 w 79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53">
                    <a:moveTo>
                      <a:pt x="39" y="27"/>
                    </a:moveTo>
                    <a:lnTo>
                      <a:pt x="79" y="0"/>
                    </a:lnTo>
                    <a:lnTo>
                      <a:pt x="0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2" name="Freeform 746">
                <a:extLst>
                  <a:ext uri="{FF2B5EF4-FFF2-40B4-BE49-F238E27FC236}">
                    <a16:creationId xmlns:a16="http://schemas.microsoft.com/office/drawing/2014/main" id="{FE023D93-31B4-410F-BCA8-7FAE70F0C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652"/>
                <a:ext cx="53" cy="113"/>
              </a:xfrm>
              <a:custGeom>
                <a:avLst/>
                <a:gdLst>
                  <a:gd name="T0" fmla="*/ 0 w 53"/>
                  <a:gd name="T1" fmla="*/ 0 h 113"/>
                  <a:gd name="T2" fmla="*/ 14 w 53"/>
                  <a:gd name="T3" fmla="*/ 34 h 113"/>
                  <a:gd name="T4" fmla="*/ 53 w 53"/>
                  <a:gd name="T5" fmla="*/ 113 h 113"/>
                  <a:gd name="T6" fmla="*/ 0 w 53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13">
                    <a:moveTo>
                      <a:pt x="0" y="0"/>
                    </a:moveTo>
                    <a:lnTo>
                      <a:pt x="14" y="34"/>
                    </a:lnTo>
                    <a:lnTo>
                      <a:pt x="53" y="1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D0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3" name="Freeform 747">
                <a:extLst>
                  <a:ext uri="{FF2B5EF4-FFF2-40B4-BE49-F238E27FC236}">
                    <a16:creationId xmlns:a16="http://schemas.microsoft.com/office/drawing/2014/main" id="{7734EBA6-AFF9-4234-84A1-66B14313A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652"/>
                <a:ext cx="53" cy="113"/>
              </a:xfrm>
              <a:custGeom>
                <a:avLst/>
                <a:gdLst>
                  <a:gd name="T0" fmla="*/ 0 w 53"/>
                  <a:gd name="T1" fmla="*/ 0 h 113"/>
                  <a:gd name="T2" fmla="*/ 14 w 53"/>
                  <a:gd name="T3" fmla="*/ 34 h 113"/>
                  <a:gd name="T4" fmla="*/ 53 w 53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13">
                    <a:moveTo>
                      <a:pt x="0" y="0"/>
                    </a:moveTo>
                    <a:lnTo>
                      <a:pt x="14" y="34"/>
                    </a:lnTo>
                    <a:lnTo>
                      <a:pt x="53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4" name="Freeform 748">
                <a:extLst>
                  <a:ext uri="{FF2B5EF4-FFF2-40B4-BE49-F238E27FC236}">
                    <a16:creationId xmlns:a16="http://schemas.microsoft.com/office/drawing/2014/main" id="{D38883B2-C4A4-4FB8-B6D5-67C1C0CA18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1686"/>
                <a:ext cx="59" cy="119"/>
              </a:xfrm>
              <a:custGeom>
                <a:avLst/>
                <a:gdLst>
                  <a:gd name="T0" fmla="*/ 59 w 59"/>
                  <a:gd name="T1" fmla="*/ 119 h 119"/>
                  <a:gd name="T2" fmla="*/ 39 w 59"/>
                  <a:gd name="T3" fmla="*/ 79 h 119"/>
                  <a:gd name="T4" fmla="*/ 0 w 59"/>
                  <a:gd name="T5" fmla="*/ 0 h 119"/>
                  <a:gd name="T6" fmla="*/ 59 w 59"/>
                  <a:gd name="T7" fmla="*/ 119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19">
                    <a:moveTo>
                      <a:pt x="59" y="119"/>
                    </a:moveTo>
                    <a:lnTo>
                      <a:pt x="39" y="79"/>
                    </a:lnTo>
                    <a:lnTo>
                      <a:pt x="0" y="0"/>
                    </a:lnTo>
                    <a:lnTo>
                      <a:pt x="59" y="1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" name="Freeform 749">
                <a:extLst>
                  <a:ext uri="{FF2B5EF4-FFF2-40B4-BE49-F238E27FC236}">
                    <a16:creationId xmlns:a16="http://schemas.microsoft.com/office/drawing/2014/main" id="{4B859505-0E7A-4A95-AD73-A5B85C398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1686"/>
                <a:ext cx="59" cy="119"/>
              </a:xfrm>
              <a:custGeom>
                <a:avLst/>
                <a:gdLst>
                  <a:gd name="T0" fmla="*/ 59 w 59"/>
                  <a:gd name="T1" fmla="*/ 119 h 119"/>
                  <a:gd name="T2" fmla="*/ 39 w 59"/>
                  <a:gd name="T3" fmla="*/ 79 h 119"/>
                  <a:gd name="T4" fmla="*/ 0 w 59"/>
                  <a:gd name="T5" fmla="*/ 0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19">
                    <a:moveTo>
                      <a:pt x="59" y="119"/>
                    </a:moveTo>
                    <a:lnTo>
                      <a:pt x="39" y="7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6" name="Freeform 750">
                <a:extLst>
                  <a:ext uri="{FF2B5EF4-FFF2-40B4-BE49-F238E27FC236}">
                    <a16:creationId xmlns:a16="http://schemas.microsoft.com/office/drawing/2014/main" id="{E3D92876-DF66-46F7-9777-41253B87D6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985"/>
                <a:ext cx="99" cy="53"/>
              </a:xfrm>
              <a:custGeom>
                <a:avLst/>
                <a:gdLst>
                  <a:gd name="T0" fmla="*/ 99 w 99"/>
                  <a:gd name="T1" fmla="*/ 53 h 53"/>
                  <a:gd name="T2" fmla="*/ 66 w 99"/>
                  <a:gd name="T3" fmla="*/ 40 h 53"/>
                  <a:gd name="T4" fmla="*/ 0 w 99"/>
                  <a:gd name="T5" fmla="*/ 0 h 53"/>
                  <a:gd name="T6" fmla="*/ 99 w 99"/>
                  <a:gd name="T7" fmla="*/ 53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53">
                    <a:moveTo>
                      <a:pt x="99" y="53"/>
                    </a:moveTo>
                    <a:lnTo>
                      <a:pt x="66" y="40"/>
                    </a:lnTo>
                    <a:lnTo>
                      <a:pt x="0" y="0"/>
                    </a:lnTo>
                    <a:lnTo>
                      <a:pt x="99" y="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7" name="Freeform 751">
                <a:extLst>
                  <a:ext uri="{FF2B5EF4-FFF2-40B4-BE49-F238E27FC236}">
                    <a16:creationId xmlns:a16="http://schemas.microsoft.com/office/drawing/2014/main" id="{34893EC4-3D88-4B95-BCF1-23119DA328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985"/>
                <a:ext cx="99" cy="53"/>
              </a:xfrm>
              <a:custGeom>
                <a:avLst/>
                <a:gdLst>
                  <a:gd name="T0" fmla="*/ 99 w 99"/>
                  <a:gd name="T1" fmla="*/ 53 h 53"/>
                  <a:gd name="T2" fmla="*/ 66 w 99"/>
                  <a:gd name="T3" fmla="*/ 40 h 53"/>
                  <a:gd name="T4" fmla="*/ 0 w 99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53">
                    <a:moveTo>
                      <a:pt x="99" y="53"/>
                    </a:moveTo>
                    <a:lnTo>
                      <a:pt x="66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8" name="Freeform 752">
                <a:extLst>
                  <a:ext uri="{FF2B5EF4-FFF2-40B4-BE49-F238E27FC236}">
                    <a16:creationId xmlns:a16="http://schemas.microsoft.com/office/drawing/2014/main" id="{F622D537-3E88-40F4-8F9B-BBB6EEB2C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965"/>
                <a:ext cx="100" cy="60"/>
              </a:xfrm>
              <a:custGeom>
                <a:avLst/>
                <a:gdLst>
                  <a:gd name="T0" fmla="*/ 0 w 100"/>
                  <a:gd name="T1" fmla="*/ 0 h 60"/>
                  <a:gd name="T2" fmla="*/ 34 w 100"/>
                  <a:gd name="T3" fmla="*/ 20 h 60"/>
                  <a:gd name="T4" fmla="*/ 100 w 100"/>
                  <a:gd name="T5" fmla="*/ 60 h 60"/>
                  <a:gd name="T6" fmla="*/ 0 w 10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60">
                    <a:moveTo>
                      <a:pt x="0" y="0"/>
                    </a:moveTo>
                    <a:lnTo>
                      <a:pt x="34" y="20"/>
                    </a:lnTo>
                    <a:lnTo>
                      <a:pt x="100" y="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9" name="Freeform 753">
                <a:extLst>
                  <a:ext uri="{FF2B5EF4-FFF2-40B4-BE49-F238E27FC236}">
                    <a16:creationId xmlns:a16="http://schemas.microsoft.com/office/drawing/2014/main" id="{3A26B711-E770-4050-92D0-BAA5E3F6D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9" y="1965"/>
                <a:ext cx="100" cy="60"/>
              </a:xfrm>
              <a:custGeom>
                <a:avLst/>
                <a:gdLst>
                  <a:gd name="T0" fmla="*/ 0 w 100"/>
                  <a:gd name="T1" fmla="*/ 0 h 60"/>
                  <a:gd name="T2" fmla="*/ 34 w 100"/>
                  <a:gd name="T3" fmla="*/ 20 h 60"/>
                  <a:gd name="T4" fmla="*/ 100 w 100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60">
                    <a:moveTo>
                      <a:pt x="0" y="0"/>
                    </a:moveTo>
                    <a:lnTo>
                      <a:pt x="34" y="20"/>
                    </a:lnTo>
                    <a:lnTo>
                      <a:pt x="100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0" name="Freeform 754">
                <a:extLst>
                  <a:ext uri="{FF2B5EF4-FFF2-40B4-BE49-F238E27FC236}">
                    <a16:creationId xmlns:a16="http://schemas.microsoft.com/office/drawing/2014/main" id="{674B70B4-B813-4A83-A26B-FF94600344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941"/>
                <a:ext cx="80" cy="14"/>
              </a:xfrm>
              <a:custGeom>
                <a:avLst/>
                <a:gdLst>
                  <a:gd name="T0" fmla="*/ 40 w 80"/>
                  <a:gd name="T1" fmla="*/ 14 h 14"/>
                  <a:gd name="T2" fmla="*/ 0 w 80"/>
                  <a:gd name="T3" fmla="*/ 7 h 14"/>
                  <a:gd name="T4" fmla="*/ 80 w 80"/>
                  <a:gd name="T5" fmla="*/ 0 h 14"/>
                  <a:gd name="T6" fmla="*/ 40 w 80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4">
                    <a:moveTo>
                      <a:pt x="40" y="14"/>
                    </a:moveTo>
                    <a:lnTo>
                      <a:pt x="0" y="7"/>
                    </a:lnTo>
                    <a:lnTo>
                      <a:pt x="80" y="0"/>
                    </a:lnTo>
                    <a:lnTo>
                      <a:pt x="40" y="14"/>
                    </a:lnTo>
                    <a:close/>
                  </a:path>
                </a:pathLst>
              </a:custGeom>
              <a:solidFill>
                <a:srgbClr val="30B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1" name="Freeform 755">
                <a:extLst>
                  <a:ext uri="{FF2B5EF4-FFF2-40B4-BE49-F238E27FC236}">
                    <a16:creationId xmlns:a16="http://schemas.microsoft.com/office/drawing/2014/main" id="{6A538B2B-CE35-43F3-A620-04FB86A7A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4" y="941"/>
                <a:ext cx="80" cy="14"/>
              </a:xfrm>
              <a:custGeom>
                <a:avLst/>
                <a:gdLst>
                  <a:gd name="T0" fmla="*/ 40 w 80"/>
                  <a:gd name="T1" fmla="*/ 14 h 14"/>
                  <a:gd name="T2" fmla="*/ 0 w 80"/>
                  <a:gd name="T3" fmla="*/ 7 h 14"/>
                  <a:gd name="T4" fmla="*/ 80 w 80"/>
                  <a:gd name="T5" fmla="*/ 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4">
                    <a:moveTo>
                      <a:pt x="40" y="14"/>
                    </a:moveTo>
                    <a:lnTo>
                      <a:pt x="0" y="7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2" name="Freeform 756">
                <a:extLst>
                  <a:ext uri="{FF2B5EF4-FFF2-40B4-BE49-F238E27FC236}">
                    <a16:creationId xmlns:a16="http://schemas.microsoft.com/office/drawing/2014/main" id="{3B50F3A5-ABA5-4B78-8CB4-B70D10291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41"/>
                <a:ext cx="79" cy="14"/>
              </a:xfrm>
              <a:custGeom>
                <a:avLst/>
                <a:gdLst>
                  <a:gd name="T0" fmla="*/ 40 w 79"/>
                  <a:gd name="T1" fmla="*/ 0 h 14"/>
                  <a:gd name="T2" fmla="*/ 79 w 79"/>
                  <a:gd name="T3" fmla="*/ 7 h 14"/>
                  <a:gd name="T4" fmla="*/ 0 w 79"/>
                  <a:gd name="T5" fmla="*/ 14 h 14"/>
                  <a:gd name="T6" fmla="*/ 40 w 79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4">
                    <a:moveTo>
                      <a:pt x="40" y="0"/>
                    </a:moveTo>
                    <a:lnTo>
                      <a:pt x="79" y="7"/>
                    </a:lnTo>
                    <a:lnTo>
                      <a:pt x="0" y="14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30B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3" name="Freeform 757">
                <a:extLst>
                  <a:ext uri="{FF2B5EF4-FFF2-40B4-BE49-F238E27FC236}">
                    <a16:creationId xmlns:a16="http://schemas.microsoft.com/office/drawing/2014/main" id="{FF623B07-DB7F-4C5B-9FCE-6248A6F8F3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41"/>
                <a:ext cx="79" cy="14"/>
              </a:xfrm>
              <a:custGeom>
                <a:avLst/>
                <a:gdLst>
                  <a:gd name="T0" fmla="*/ 40 w 79"/>
                  <a:gd name="T1" fmla="*/ 0 h 14"/>
                  <a:gd name="T2" fmla="*/ 79 w 79"/>
                  <a:gd name="T3" fmla="*/ 7 h 14"/>
                  <a:gd name="T4" fmla="*/ 0 w 79"/>
                  <a:gd name="T5" fmla="*/ 14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4">
                    <a:moveTo>
                      <a:pt x="40" y="0"/>
                    </a:moveTo>
                    <a:lnTo>
                      <a:pt x="79" y="7"/>
                    </a:lnTo>
                    <a:lnTo>
                      <a:pt x="0" y="1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4" name="Freeform 758">
                <a:extLst>
                  <a:ext uri="{FF2B5EF4-FFF2-40B4-BE49-F238E27FC236}">
                    <a16:creationId xmlns:a16="http://schemas.microsoft.com/office/drawing/2014/main" id="{BD7B74D4-0954-49DA-8C96-A4DF5D358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2011"/>
                <a:ext cx="100" cy="33"/>
              </a:xfrm>
              <a:custGeom>
                <a:avLst/>
                <a:gdLst>
                  <a:gd name="T0" fmla="*/ 0 w 100"/>
                  <a:gd name="T1" fmla="*/ 33 h 33"/>
                  <a:gd name="T2" fmla="*/ 47 w 100"/>
                  <a:gd name="T3" fmla="*/ 20 h 33"/>
                  <a:gd name="T4" fmla="*/ 100 w 100"/>
                  <a:gd name="T5" fmla="*/ 0 h 33"/>
                  <a:gd name="T6" fmla="*/ 0 w 100"/>
                  <a:gd name="T7" fmla="*/ 33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33">
                    <a:moveTo>
                      <a:pt x="0" y="33"/>
                    </a:moveTo>
                    <a:lnTo>
                      <a:pt x="47" y="20"/>
                    </a:lnTo>
                    <a:lnTo>
                      <a:pt x="100" y="0"/>
                    </a:lnTo>
                    <a:lnTo>
                      <a:pt x="0" y="33"/>
                    </a:lnTo>
                    <a:close/>
                  </a:path>
                </a:pathLst>
              </a:custGeom>
              <a:solidFill>
                <a:srgbClr val="0060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5" name="Freeform 759">
                <a:extLst>
                  <a:ext uri="{FF2B5EF4-FFF2-40B4-BE49-F238E27FC236}">
                    <a16:creationId xmlns:a16="http://schemas.microsoft.com/office/drawing/2014/main" id="{656CCFD0-A583-43EB-A240-417725F250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2011"/>
                <a:ext cx="100" cy="33"/>
              </a:xfrm>
              <a:custGeom>
                <a:avLst/>
                <a:gdLst>
                  <a:gd name="T0" fmla="*/ 0 w 100"/>
                  <a:gd name="T1" fmla="*/ 33 h 33"/>
                  <a:gd name="T2" fmla="*/ 47 w 100"/>
                  <a:gd name="T3" fmla="*/ 20 h 33"/>
                  <a:gd name="T4" fmla="*/ 100 w 100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33">
                    <a:moveTo>
                      <a:pt x="0" y="33"/>
                    </a:moveTo>
                    <a:lnTo>
                      <a:pt x="47" y="20"/>
                    </a:lnTo>
                    <a:lnTo>
                      <a:pt x="10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6" name="Freeform 760">
                <a:extLst>
                  <a:ext uri="{FF2B5EF4-FFF2-40B4-BE49-F238E27FC236}">
                    <a16:creationId xmlns:a16="http://schemas.microsoft.com/office/drawing/2014/main" id="{8B06BA09-6298-4707-B499-C38A8C2D38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991"/>
                <a:ext cx="99" cy="40"/>
              </a:xfrm>
              <a:custGeom>
                <a:avLst/>
                <a:gdLst>
                  <a:gd name="T0" fmla="*/ 99 w 99"/>
                  <a:gd name="T1" fmla="*/ 0 h 40"/>
                  <a:gd name="T2" fmla="*/ 53 w 99"/>
                  <a:gd name="T3" fmla="*/ 20 h 40"/>
                  <a:gd name="T4" fmla="*/ 0 w 99"/>
                  <a:gd name="T5" fmla="*/ 40 h 40"/>
                  <a:gd name="T6" fmla="*/ 99 w 99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40">
                    <a:moveTo>
                      <a:pt x="99" y="0"/>
                    </a:moveTo>
                    <a:lnTo>
                      <a:pt x="53" y="20"/>
                    </a:lnTo>
                    <a:lnTo>
                      <a:pt x="0" y="40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5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7" name="Freeform 761">
                <a:extLst>
                  <a:ext uri="{FF2B5EF4-FFF2-40B4-BE49-F238E27FC236}">
                    <a16:creationId xmlns:a16="http://schemas.microsoft.com/office/drawing/2014/main" id="{9954D9E3-0A9E-48C4-9673-7C27FB3ED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991"/>
                <a:ext cx="99" cy="40"/>
              </a:xfrm>
              <a:custGeom>
                <a:avLst/>
                <a:gdLst>
                  <a:gd name="T0" fmla="*/ 99 w 99"/>
                  <a:gd name="T1" fmla="*/ 0 h 40"/>
                  <a:gd name="T2" fmla="*/ 53 w 99"/>
                  <a:gd name="T3" fmla="*/ 20 h 40"/>
                  <a:gd name="T4" fmla="*/ 0 w 99"/>
                  <a:gd name="T5" fmla="*/ 4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40">
                    <a:moveTo>
                      <a:pt x="99" y="0"/>
                    </a:moveTo>
                    <a:lnTo>
                      <a:pt x="53" y="20"/>
                    </a:lnTo>
                    <a:lnTo>
                      <a:pt x="0" y="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8" name="Freeform 762">
                <a:extLst>
                  <a:ext uri="{FF2B5EF4-FFF2-40B4-BE49-F238E27FC236}">
                    <a16:creationId xmlns:a16="http://schemas.microsoft.com/office/drawing/2014/main" id="{7FD0312E-F347-45DE-BD28-19799C273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128"/>
                <a:ext cx="40" cy="39"/>
              </a:xfrm>
              <a:custGeom>
                <a:avLst/>
                <a:gdLst>
                  <a:gd name="T0" fmla="*/ 27 w 40"/>
                  <a:gd name="T1" fmla="*/ 39 h 39"/>
                  <a:gd name="T2" fmla="*/ 0 w 40"/>
                  <a:gd name="T3" fmla="*/ 0 h 39"/>
                  <a:gd name="T4" fmla="*/ 40 w 40"/>
                  <a:gd name="T5" fmla="*/ 39 h 39"/>
                  <a:gd name="T6" fmla="*/ 27 w 40"/>
                  <a:gd name="T7" fmla="*/ 39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39">
                    <a:moveTo>
                      <a:pt x="27" y="39"/>
                    </a:moveTo>
                    <a:lnTo>
                      <a:pt x="0" y="0"/>
                    </a:lnTo>
                    <a:lnTo>
                      <a:pt x="40" y="39"/>
                    </a:lnTo>
                    <a:lnTo>
                      <a:pt x="27" y="39"/>
                    </a:lnTo>
                    <a:close/>
                  </a:path>
                </a:pathLst>
              </a:custGeom>
              <a:solidFill>
                <a:srgbClr val="A8E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9" name="Freeform 763">
                <a:extLst>
                  <a:ext uri="{FF2B5EF4-FFF2-40B4-BE49-F238E27FC236}">
                    <a16:creationId xmlns:a16="http://schemas.microsoft.com/office/drawing/2014/main" id="{2A282F5B-29A1-4F55-897A-BACDE9C8EC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1" y="1128"/>
                <a:ext cx="40" cy="39"/>
              </a:xfrm>
              <a:custGeom>
                <a:avLst/>
                <a:gdLst>
                  <a:gd name="T0" fmla="*/ 27 w 40"/>
                  <a:gd name="T1" fmla="*/ 39 h 39"/>
                  <a:gd name="T2" fmla="*/ 0 w 40"/>
                  <a:gd name="T3" fmla="*/ 0 h 39"/>
                  <a:gd name="T4" fmla="*/ 40 w 40"/>
                  <a:gd name="T5" fmla="*/ 39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39">
                    <a:moveTo>
                      <a:pt x="27" y="39"/>
                    </a:moveTo>
                    <a:lnTo>
                      <a:pt x="0" y="0"/>
                    </a:lnTo>
                    <a:lnTo>
                      <a:pt x="40" y="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0" name="Freeform 764">
                <a:extLst>
                  <a:ext uri="{FF2B5EF4-FFF2-40B4-BE49-F238E27FC236}">
                    <a16:creationId xmlns:a16="http://schemas.microsoft.com/office/drawing/2014/main" id="{07EE4F30-D608-478D-BD64-5796E3F95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167"/>
                <a:ext cx="39" cy="34"/>
              </a:xfrm>
              <a:custGeom>
                <a:avLst/>
                <a:gdLst>
                  <a:gd name="T0" fmla="*/ 13 w 39"/>
                  <a:gd name="T1" fmla="*/ 0 h 34"/>
                  <a:gd name="T2" fmla="*/ 39 w 39"/>
                  <a:gd name="T3" fmla="*/ 34 h 34"/>
                  <a:gd name="T4" fmla="*/ 0 w 39"/>
                  <a:gd name="T5" fmla="*/ 0 h 34"/>
                  <a:gd name="T6" fmla="*/ 13 w 39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34">
                    <a:moveTo>
                      <a:pt x="13" y="0"/>
                    </a:moveTo>
                    <a:lnTo>
                      <a:pt x="39" y="34"/>
                    </a:lnTo>
                    <a:lnTo>
                      <a:pt x="0" y="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A8E4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1" name="Freeform 765">
                <a:extLst>
                  <a:ext uri="{FF2B5EF4-FFF2-40B4-BE49-F238E27FC236}">
                    <a16:creationId xmlns:a16="http://schemas.microsoft.com/office/drawing/2014/main" id="{22E5957F-D597-4765-8FD2-B954F0DED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167"/>
                <a:ext cx="39" cy="34"/>
              </a:xfrm>
              <a:custGeom>
                <a:avLst/>
                <a:gdLst>
                  <a:gd name="T0" fmla="*/ 13 w 39"/>
                  <a:gd name="T1" fmla="*/ 0 h 34"/>
                  <a:gd name="T2" fmla="*/ 39 w 39"/>
                  <a:gd name="T3" fmla="*/ 34 h 34"/>
                  <a:gd name="T4" fmla="*/ 0 w 39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34">
                    <a:moveTo>
                      <a:pt x="13" y="0"/>
                    </a:moveTo>
                    <a:lnTo>
                      <a:pt x="39" y="3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2" name="Freeform 766">
                <a:extLst>
                  <a:ext uri="{FF2B5EF4-FFF2-40B4-BE49-F238E27FC236}">
                    <a16:creationId xmlns:a16="http://schemas.microsoft.com/office/drawing/2014/main" id="{C9361281-C9CE-40D1-B58B-1EF973FD0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998"/>
                <a:ext cx="99" cy="46"/>
              </a:xfrm>
              <a:custGeom>
                <a:avLst/>
                <a:gdLst>
                  <a:gd name="T0" fmla="*/ 99 w 99"/>
                  <a:gd name="T1" fmla="*/ 46 h 46"/>
                  <a:gd name="T2" fmla="*/ 66 w 99"/>
                  <a:gd name="T3" fmla="*/ 40 h 46"/>
                  <a:gd name="T4" fmla="*/ 0 w 99"/>
                  <a:gd name="T5" fmla="*/ 0 h 46"/>
                  <a:gd name="T6" fmla="*/ 99 w 99"/>
                  <a:gd name="T7" fmla="*/ 46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46">
                    <a:moveTo>
                      <a:pt x="99" y="46"/>
                    </a:moveTo>
                    <a:lnTo>
                      <a:pt x="66" y="40"/>
                    </a:lnTo>
                    <a:lnTo>
                      <a:pt x="0" y="0"/>
                    </a:lnTo>
                    <a:lnTo>
                      <a:pt x="99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3" name="Freeform 767">
                <a:extLst>
                  <a:ext uri="{FF2B5EF4-FFF2-40B4-BE49-F238E27FC236}">
                    <a16:creationId xmlns:a16="http://schemas.microsoft.com/office/drawing/2014/main" id="{B4B193A1-EC8B-49BF-9856-6ED4D91B6B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998"/>
                <a:ext cx="99" cy="46"/>
              </a:xfrm>
              <a:custGeom>
                <a:avLst/>
                <a:gdLst>
                  <a:gd name="T0" fmla="*/ 99 w 99"/>
                  <a:gd name="T1" fmla="*/ 46 h 46"/>
                  <a:gd name="T2" fmla="*/ 66 w 99"/>
                  <a:gd name="T3" fmla="*/ 40 h 46"/>
                  <a:gd name="T4" fmla="*/ 0 w 99"/>
                  <a:gd name="T5" fmla="*/ 0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46">
                    <a:moveTo>
                      <a:pt x="99" y="46"/>
                    </a:moveTo>
                    <a:lnTo>
                      <a:pt x="66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4" name="Freeform 768">
                <a:extLst>
                  <a:ext uri="{FF2B5EF4-FFF2-40B4-BE49-F238E27FC236}">
                    <a16:creationId xmlns:a16="http://schemas.microsoft.com/office/drawing/2014/main" id="{542D7D7E-93EF-43D4-8EB0-998AA101D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985"/>
                <a:ext cx="99" cy="53"/>
              </a:xfrm>
              <a:custGeom>
                <a:avLst/>
                <a:gdLst>
                  <a:gd name="T0" fmla="*/ 0 w 99"/>
                  <a:gd name="T1" fmla="*/ 0 h 53"/>
                  <a:gd name="T2" fmla="*/ 33 w 99"/>
                  <a:gd name="T3" fmla="*/ 13 h 53"/>
                  <a:gd name="T4" fmla="*/ 99 w 99"/>
                  <a:gd name="T5" fmla="*/ 53 h 53"/>
                  <a:gd name="T6" fmla="*/ 0 w 99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53">
                    <a:moveTo>
                      <a:pt x="0" y="0"/>
                    </a:moveTo>
                    <a:lnTo>
                      <a:pt x="33" y="13"/>
                    </a:lnTo>
                    <a:lnTo>
                      <a:pt x="99" y="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5" name="Freeform 769">
                <a:extLst>
                  <a:ext uri="{FF2B5EF4-FFF2-40B4-BE49-F238E27FC236}">
                    <a16:creationId xmlns:a16="http://schemas.microsoft.com/office/drawing/2014/main" id="{5DB0B8A0-F70D-4403-82E3-A63AC7C8FC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985"/>
                <a:ext cx="99" cy="53"/>
              </a:xfrm>
              <a:custGeom>
                <a:avLst/>
                <a:gdLst>
                  <a:gd name="T0" fmla="*/ 0 w 99"/>
                  <a:gd name="T1" fmla="*/ 0 h 53"/>
                  <a:gd name="T2" fmla="*/ 33 w 99"/>
                  <a:gd name="T3" fmla="*/ 13 h 53"/>
                  <a:gd name="T4" fmla="*/ 99 w 99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53">
                    <a:moveTo>
                      <a:pt x="0" y="0"/>
                    </a:moveTo>
                    <a:lnTo>
                      <a:pt x="33" y="13"/>
                    </a:lnTo>
                    <a:lnTo>
                      <a:pt x="99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" name="Freeform 770">
                <a:extLst>
                  <a:ext uri="{FF2B5EF4-FFF2-40B4-BE49-F238E27FC236}">
                    <a16:creationId xmlns:a16="http://schemas.microsoft.com/office/drawing/2014/main" id="{012721B6-29F0-4EC3-9A05-82D9952CF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48"/>
                <a:ext cx="79" cy="13"/>
              </a:xfrm>
              <a:custGeom>
                <a:avLst/>
                <a:gdLst>
                  <a:gd name="T0" fmla="*/ 40 w 79"/>
                  <a:gd name="T1" fmla="*/ 13 h 13"/>
                  <a:gd name="T2" fmla="*/ 0 w 79"/>
                  <a:gd name="T3" fmla="*/ 7 h 13"/>
                  <a:gd name="T4" fmla="*/ 79 w 79"/>
                  <a:gd name="T5" fmla="*/ 0 h 13"/>
                  <a:gd name="T6" fmla="*/ 40 w 79"/>
                  <a:gd name="T7" fmla="*/ 13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3">
                    <a:moveTo>
                      <a:pt x="40" y="13"/>
                    </a:moveTo>
                    <a:lnTo>
                      <a:pt x="0" y="7"/>
                    </a:lnTo>
                    <a:lnTo>
                      <a:pt x="79" y="0"/>
                    </a:lnTo>
                    <a:lnTo>
                      <a:pt x="40" y="13"/>
                    </a:lnTo>
                    <a:close/>
                  </a:path>
                </a:pathLst>
              </a:custGeom>
              <a:solidFill>
                <a:srgbClr val="50C8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7" name="Freeform 771">
                <a:extLst>
                  <a:ext uri="{FF2B5EF4-FFF2-40B4-BE49-F238E27FC236}">
                    <a16:creationId xmlns:a16="http://schemas.microsoft.com/office/drawing/2014/main" id="{D870C616-0A77-4B5E-A955-CF98A90A20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948"/>
                <a:ext cx="79" cy="13"/>
              </a:xfrm>
              <a:custGeom>
                <a:avLst/>
                <a:gdLst>
                  <a:gd name="T0" fmla="*/ 40 w 79"/>
                  <a:gd name="T1" fmla="*/ 13 h 13"/>
                  <a:gd name="T2" fmla="*/ 0 w 79"/>
                  <a:gd name="T3" fmla="*/ 7 h 13"/>
                  <a:gd name="T4" fmla="*/ 79 w 79"/>
                  <a:gd name="T5" fmla="*/ 0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3">
                    <a:moveTo>
                      <a:pt x="40" y="13"/>
                    </a:moveTo>
                    <a:lnTo>
                      <a:pt x="0" y="7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8" name="Freeform 772">
                <a:extLst>
                  <a:ext uri="{FF2B5EF4-FFF2-40B4-BE49-F238E27FC236}">
                    <a16:creationId xmlns:a16="http://schemas.microsoft.com/office/drawing/2014/main" id="{7F1104B5-42D9-4A1D-93DB-32B8F7C26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948"/>
                <a:ext cx="79" cy="13"/>
              </a:xfrm>
              <a:custGeom>
                <a:avLst/>
                <a:gdLst>
                  <a:gd name="T0" fmla="*/ 39 w 79"/>
                  <a:gd name="T1" fmla="*/ 0 h 13"/>
                  <a:gd name="T2" fmla="*/ 79 w 79"/>
                  <a:gd name="T3" fmla="*/ 7 h 13"/>
                  <a:gd name="T4" fmla="*/ 0 w 79"/>
                  <a:gd name="T5" fmla="*/ 13 h 13"/>
                  <a:gd name="T6" fmla="*/ 39 w 79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3">
                    <a:moveTo>
                      <a:pt x="39" y="0"/>
                    </a:moveTo>
                    <a:lnTo>
                      <a:pt x="79" y="7"/>
                    </a:lnTo>
                    <a:lnTo>
                      <a:pt x="0" y="13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50C8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9" name="Freeform 773">
                <a:extLst>
                  <a:ext uri="{FF2B5EF4-FFF2-40B4-BE49-F238E27FC236}">
                    <a16:creationId xmlns:a16="http://schemas.microsoft.com/office/drawing/2014/main" id="{B760E294-BD2B-43A9-AA0B-453A1F1E85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948"/>
                <a:ext cx="79" cy="13"/>
              </a:xfrm>
              <a:custGeom>
                <a:avLst/>
                <a:gdLst>
                  <a:gd name="T0" fmla="*/ 39 w 79"/>
                  <a:gd name="T1" fmla="*/ 0 h 13"/>
                  <a:gd name="T2" fmla="*/ 79 w 79"/>
                  <a:gd name="T3" fmla="*/ 7 h 13"/>
                  <a:gd name="T4" fmla="*/ 0 w 79"/>
                  <a:gd name="T5" fmla="*/ 1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3">
                    <a:moveTo>
                      <a:pt x="39" y="0"/>
                    </a:moveTo>
                    <a:lnTo>
                      <a:pt x="79" y="7"/>
                    </a:lnTo>
                    <a:lnTo>
                      <a:pt x="0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0" name="Freeform 774">
                <a:extLst>
                  <a:ext uri="{FF2B5EF4-FFF2-40B4-BE49-F238E27FC236}">
                    <a16:creationId xmlns:a16="http://schemas.microsoft.com/office/drawing/2014/main" id="{D9EE204F-AF26-4B6E-AF8C-1DBA7772C0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001"/>
                <a:ext cx="79" cy="53"/>
              </a:xfrm>
              <a:custGeom>
                <a:avLst/>
                <a:gdLst>
                  <a:gd name="T0" fmla="*/ 33 w 79"/>
                  <a:gd name="T1" fmla="*/ 40 h 53"/>
                  <a:gd name="T2" fmla="*/ 0 w 79"/>
                  <a:gd name="T3" fmla="*/ 53 h 53"/>
                  <a:gd name="T4" fmla="*/ 79 w 79"/>
                  <a:gd name="T5" fmla="*/ 0 h 53"/>
                  <a:gd name="T6" fmla="*/ 33 w 79"/>
                  <a:gd name="T7" fmla="*/ 4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53">
                    <a:moveTo>
                      <a:pt x="33" y="40"/>
                    </a:moveTo>
                    <a:lnTo>
                      <a:pt x="0" y="53"/>
                    </a:lnTo>
                    <a:lnTo>
                      <a:pt x="79" y="0"/>
                    </a:lnTo>
                    <a:lnTo>
                      <a:pt x="33" y="40"/>
                    </a:lnTo>
                    <a:close/>
                  </a:path>
                </a:pathLst>
              </a:custGeom>
              <a:solidFill>
                <a:srgbClr val="005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1" name="Freeform 775">
                <a:extLst>
                  <a:ext uri="{FF2B5EF4-FFF2-40B4-BE49-F238E27FC236}">
                    <a16:creationId xmlns:a16="http://schemas.microsoft.com/office/drawing/2014/main" id="{7CF5AAC3-713E-49BE-9C3C-649CF7C5C3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001"/>
                <a:ext cx="79" cy="53"/>
              </a:xfrm>
              <a:custGeom>
                <a:avLst/>
                <a:gdLst>
                  <a:gd name="T0" fmla="*/ 33 w 79"/>
                  <a:gd name="T1" fmla="*/ 40 h 53"/>
                  <a:gd name="T2" fmla="*/ 0 w 79"/>
                  <a:gd name="T3" fmla="*/ 53 h 53"/>
                  <a:gd name="T4" fmla="*/ 79 w 79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53">
                    <a:moveTo>
                      <a:pt x="33" y="40"/>
                    </a:moveTo>
                    <a:lnTo>
                      <a:pt x="0" y="53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2" name="Freeform 776">
                <a:extLst>
                  <a:ext uri="{FF2B5EF4-FFF2-40B4-BE49-F238E27FC236}">
                    <a16:creationId xmlns:a16="http://schemas.microsoft.com/office/drawing/2014/main" id="{30517D5E-DCEC-4046-88A2-1767ECCB58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981"/>
                <a:ext cx="79" cy="60"/>
              </a:xfrm>
              <a:custGeom>
                <a:avLst/>
                <a:gdLst>
                  <a:gd name="T0" fmla="*/ 46 w 79"/>
                  <a:gd name="T1" fmla="*/ 20 h 60"/>
                  <a:gd name="T2" fmla="*/ 79 w 79"/>
                  <a:gd name="T3" fmla="*/ 0 h 60"/>
                  <a:gd name="T4" fmla="*/ 0 w 79"/>
                  <a:gd name="T5" fmla="*/ 60 h 60"/>
                  <a:gd name="T6" fmla="*/ 46 w 79"/>
                  <a:gd name="T7" fmla="*/ 2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60">
                    <a:moveTo>
                      <a:pt x="46" y="20"/>
                    </a:moveTo>
                    <a:lnTo>
                      <a:pt x="79" y="0"/>
                    </a:lnTo>
                    <a:lnTo>
                      <a:pt x="0" y="60"/>
                    </a:lnTo>
                    <a:lnTo>
                      <a:pt x="46" y="20"/>
                    </a:lnTo>
                    <a:close/>
                  </a:path>
                </a:pathLst>
              </a:custGeom>
              <a:solidFill>
                <a:srgbClr val="005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3" name="Freeform 777">
                <a:extLst>
                  <a:ext uri="{FF2B5EF4-FFF2-40B4-BE49-F238E27FC236}">
                    <a16:creationId xmlns:a16="http://schemas.microsoft.com/office/drawing/2014/main" id="{EF6DE44E-FD35-4538-A78C-6A9DF5F2E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981"/>
                <a:ext cx="79" cy="60"/>
              </a:xfrm>
              <a:custGeom>
                <a:avLst/>
                <a:gdLst>
                  <a:gd name="T0" fmla="*/ 46 w 79"/>
                  <a:gd name="T1" fmla="*/ 20 h 60"/>
                  <a:gd name="T2" fmla="*/ 79 w 79"/>
                  <a:gd name="T3" fmla="*/ 0 h 60"/>
                  <a:gd name="T4" fmla="*/ 0 w 79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60">
                    <a:moveTo>
                      <a:pt x="46" y="20"/>
                    </a:moveTo>
                    <a:lnTo>
                      <a:pt x="79" y="0"/>
                    </a:lnTo>
                    <a:lnTo>
                      <a:pt x="0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4" name="Freeform 778">
                <a:extLst>
                  <a:ext uri="{FF2B5EF4-FFF2-40B4-BE49-F238E27FC236}">
                    <a16:creationId xmlns:a16="http://schemas.microsoft.com/office/drawing/2014/main" id="{BDE53236-6F9C-4EC4-97E0-DC59598A2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1719"/>
                <a:ext cx="59" cy="119"/>
              </a:xfrm>
              <a:custGeom>
                <a:avLst/>
                <a:gdLst>
                  <a:gd name="T0" fmla="*/ 59 w 59"/>
                  <a:gd name="T1" fmla="*/ 119 h 119"/>
                  <a:gd name="T2" fmla="*/ 39 w 59"/>
                  <a:gd name="T3" fmla="*/ 86 h 119"/>
                  <a:gd name="T4" fmla="*/ 0 w 59"/>
                  <a:gd name="T5" fmla="*/ 0 h 119"/>
                  <a:gd name="T6" fmla="*/ 59 w 59"/>
                  <a:gd name="T7" fmla="*/ 119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19">
                    <a:moveTo>
                      <a:pt x="59" y="119"/>
                    </a:moveTo>
                    <a:lnTo>
                      <a:pt x="39" y="86"/>
                    </a:lnTo>
                    <a:lnTo>
                      <a:pt x="0" y="0"/>
                    </a:lnTo>
                    <a:lnTo>
                      <a:pt x="59" y="1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5" name="Freeform 779">
                <a:extLst>
                  <a:ext uri="{FF2B5EF4-FFF2-40B4-BE49-F238E27FC236}">
                    <a16:creationId xmlns:a16="http://schemas.microsoft.com/office/drawing/2014/main" id="{0585A5A1-35B1-4238-B568-50D4AB86B4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1719"/>
                <a:ext cx="59" cy="119"/>
              </a:xfrm>
              <a:custGeom>
                <a:avLst/>
                <a:gdLst>
                  <a:gd name="T0" fmla="*/ 59 w 59"/>
                  <a:gd name="T1" fmla="*/ 119 h 119"/>
                  <a:gd name="T2" fmla="*/ 39 w 59"/>
                  <a:gd name="T3" fmla="*/ 86 h 119"/>
                  <a:gd name="T4" fmla="*/ 0 w 59"/>
                  <a:gd name="T5" fmla="*/ 0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19">
                    <a:moveTo>
                      <a:pt x="59" y="119"/>
                    </a:moveTo>
                    <a:lnTo>
                      <a:pt x="39" y="8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" name="Freeform 780">
                <a:extLst>
                  <a:ext uri="{FF2B5EF4-FFF2-40B4-BE49-F238E27FC236}">
                    <a16:creationId xmlns:a16="http://schemas.microsoft.com/office/drawing/2014/main" id="{3AB80F84-D6AA-4DE3-B94D-E959F2B56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1686"/>
                <a:ext cx="59" cy="119"/>
              </a:xfrm>
              <a:custGeom>
                <a:avLst/>
                <a:gdLst>
                  <a:gd name="T0" fmla="*/ 0 w 59"/>
                  <a:gd name="T1" fmla="*/ 0 h 119"/>
                  <a:gd name="T2" fmla="*/ 20 w 59"/>
                  <a:gd name="T3" fmla="*/ 33 h 119"/>
                  <a:gd name="T4" fmla="*/ 59 w 59"/>
                  <a:gd name="T5" fmla="*/ 119 h 119"/>
                  <a:gd name="T6" fmla="*/ 0 w 59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19">
                    <a:moveTo>
                      <a:pt x="0" y="0"/>
                    </a:moveTo>
                    <a:lnTo>
                      <a:pt x="20" y="33"/>
                    </a:lnTo>
                    <a:lnTo>
                      <a:pt x="59" y="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7" name="Freeform 781">
                <a:extLst>
                  <a:ext uri="{FF2B5EF4-FFF2-40B4-BE49-F238E27FC236}">
                    <a16:creationId xmlns:a16="http://schemas.microsoft.com/office/drawing/2014/main" id="{DA5B9772-3A9B-4AC4-8604-D61291E31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1686"/>
                <a:ext cx="59" cy="119"/>
              </a:xfrm>
              <a:custGeom>
                <a:avLst/>
                <a:gdLst>
                  <a:gd name="T0" fmla="*/ 0 w 59"/>
                  <a:gd name="T1" fmla="*/ 0 h 119"/>
                  <a:gd name="T2" fmla="*/ 20 w 59"/>
                  <a:gd name="T3" fmla="*/ 33 h 119"/>
                  <a:gd name="T4" fmla="*/ 59 w 59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19">
                    <a:moveTo>
                      <a:pt x="0" y="0"/>
                    </a:moveTo>
                    <a:lnTo>
                      <a:pt x="20" y="33"/>
                    </a:lnTo>
                    <a:lnTo>
                      <a:pt x="59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8" name="Freeform 782">
                <a:extLst>
                  <a:ext uri="{FF2B5EF4-FFF2-40B4-BE49-F238E27FC236}">
                    <a16:creationId xmlns:a16="http://schemas.microsoft.com/office/drawing/2014/main" id="{CFBB3F3C-D3E4-4044-BA78-C07E93B4A7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991"/>
                <a:ext cx="99" cy="40"/>
              </a:xfrm>
              <a:custGeom>
                <a:avLst/>
                <a:gdLst>
                  <a:gd name="T0" fmla="*/ 0 w 99"/>
                  <a:gd name="T1" fmla="*/ 40 h 40"/>
                  <a:gd name="T2" fmla="*/ 53 w 99"/>
                  <a:gd name="T3" fmla="*/ 14 h 40"/>
                  <a:gd name="T4" fmla="*/ 99 w 99"/>
                  <a:gd name="T5" fmla="*/ 0 h 40"/>
                  <a:gd name="T6" fmla="*/ 0 w 99"/>
                  <a:gd name="T7" fmla="*/ 4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40">
                    <a:moveTo>
                      <a:pt x="0" y="40"/>
                    </a:moveTo>
                    <a:lnTo>
                      <a:pt x="53" y="14"/>
                    </a:lnTo>
                    <a:lnTo>
                      <a:pt x="99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5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9" name="Freeform 783">
                <a:extLst>
                  <a:ext uri="{FF2B5EF4-FFF2-40B4-BE49-F238E27FC236}">
                    <a16:creationId xmlns:a16="http://schemas.microsoft.com/office/drawing/2014/main" id="{08C72779-DECB-4C9C-BCBC-AA36DDC2E5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1991"/>
                <a:ext cx="99" cy="40"/>
              </a:xfrm>
              <a:custGeom>
                <a:avLst/>
                <a:gdLst>
                  <a:gd name="T0" fmla="*/ 0 w 99"/>
                  <a:gd name="T1" fmla="*/ 40 h 40"/>
                  <a:gd name="T2" fmla="*/ 53 w 99"/>
                  <a:gd name="T3" fmla="*/ 14 h 40"/>
                  <a:gd name="T4" fmla="*/ 99 w 99"/>
                  <a:gd name="T5" fmla="*/ 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40">
                    <a:moveTo>
                      <a:pt x="0" y="40"/>
                    </a:moveTo>
                    <a:lnTo>
                      <a:pt x="53" y="14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0" name="Freeform 784">
                <a:extLst>
                  <a:ext uri="{FF2B5EF4-FFF2-40B4-BE49-F238E27FC236}">
                    <a16:creationId xmlns:a16="http://schemas.microsoft.com/office/drawing/2014/main" id="{FD074C53-5399-4AAE-B87B-FA5B111B6F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167"/>
                <a:ext cx="39" cy="47"/>
              </a:xfrm>
              <a:custGeom>
                <a:avLst/>
                <a:gdLst>
                  <a:gd name="T0" fmla="*/ 33 w 39"/>
                  <a:gd name="T1" fmla="*/ 47 h 47"/>
                  <a:gd name="T2" fmla="*/ 0 w 39"/>
                  <a:gd name="T3" fmla="*/ 0 h 47"/>
                  <a:gd name="T4" fmla="*/ 39 w 39"/>
                  <a:gd name="T5" fmla="*/ 34 h 47"/>
                  <a:gd name="T6" fmla="*/ 33 w 39"/>
                  <a:gd name="T7" fmla="*/ 47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47">
                    <a:moveTo>
                      <a:pt x="33" y="47"/>
                    </a:moveTo>
                    <a:lnTo>
                      <a:pt x="0" y="0"/>
                    </a:lnTo>
                    <a:lnTo>
                      <a:pt x="39" y="34"/>
                    </a:lnTo>
                    <a:lnTo>
                      <a:pt x="33" y="47"/>
                    </a:lnTo>
                    <a:close/>
                  </a:path>
                </a:pathLst>
              </a:custGeom>
              <a:solidFill>
                <a:srgbClr val="C0EC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1" name="Freeform 785">
                <a:extLst>
                  <a:ext uri="{FF2B5EF4-FFF2-40B4-BE49-F238E27FC236}">
                    <a16:creationId xmlns:a16="http://schemas.microsoft.com/office/drawing/2014/main" id="{581B7CE7-6220-405C-BF52-A5BD3D0A6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8" y="1167"/>
                <a:ext cx="39" cy="47"/>
              </a:xfrm>
              <a:custGeom>
                <a:avLst/>
                <a:gdLst>
                  <a:gd name="T0" fmla="*/ 33 w 39"/>
                  <a:gd name="T1" fmla="*/ 47 h 47"/>
                  <a:gd name="T2" fmla="*/ 0 w 39"/>
                  <a:gd name="T3" fmla="*/ 0 h 47"/>
                  <a:gd name="T4" fmla="*/ 39 w 39"/>
                  <a:gd name="T5" fmla="*/ 34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47">
                    <a:moveTo>
                      <a:pt x="33" y="47"/>
                    </a:moveTo>
                    <a:lnTo>
                      <a:pt x="0" y="0"/>
                    </a:lnTo>
                    <a:lnTo>
                      <a:pt x="39" y="3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2" name="Freeform 786">
                <a:extLst>
                  <a:ext uri="{FF2B5EF4-FFF2-40B4-BE49-F238E27FC236}">
                    <a16:creationId xmlns:a16="http://schemas.microsoft.com/office/drawing/2014/main" id="{3F3083AC-6166-4FB1-9896-B8FC338DB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201"/>
                <a:ext cx="33" cy="46"/>
              </a:xfrm>
              <a:custGeom>
                <a:avLst/>
                <a:gdLst>
                  <a:gd name="T0" fmla="*/ 6 w 33"/>
                  <a:gd name="T1" fmla="*/ 0 h 46"/>
                  <a:gd name="T2" fmla="*/ 33 w 33"/>
                  <a:gd name="T3" fmla="*/ 46 h 46"/>
                  <a:gd name="T4" fmla="*/ 0 w 33"/>
                  <a:gd name="T5" fmla="*/ 13 h 46"/>
                  <a:gd name="T6" fmla="*/ 6 w 33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46">
                    <a:moveTo>
                      <a:pt x="6" y="0"/>
                    </a:moveTo>
                    <a:lnTo>
                      <a:pt x="33" y="46"/>
                    </a:lnTo>
                    <a:lnTo>
                      <a:pt x="0" y="13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C0EC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3" name="Freeform 787">
                <a:extLst>
                  <a:ext uri="{FF2B5EF4-FFF2-40B4-BE49-F238E27FC236}">
                    <a16:creationId xmlns:a16="http://schemas.microsoft.com/office/drawing/2014/main" id="{42C7FE42-10C0-455C-894B-03A08A796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201"/>
                <a:ext cx="33" cy="46"/>
              </a:xfrm>
              <a:custGeom>
                <a:avLst/>
                <a:gdLst>
                  <a:gd name="T0" fmla="*/ 6 w 33"/>
                  <a:gd name="T1" fmla="*/ 0 h 46"/>
                  <a:gd name="T2" fmla="*/ 33 w 33"/>
                  <a:gd name="T3" fmla="*/ 46 h 46"/>
                  <a:gd name="T4" fmla="*/ 0 w 33"/>
                  <a:gd name="T5" fmla="*/ 13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46">
                    <a:moveTo>
                      <a:pt x="6" y="0"/>
                    </a:moveTo>
                    <a:lnTo>
                      <a:pt x="33" y="46"/>
                    </a:lnTo>
                    <a:lnTo>
                      <a:pt x="0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4" name="Freeform 788">
                <a:extLst>
                  <a:ext uri="{FF2B5EF4-FFF2-40B4-BE49-F238E27FC236}">
                    <a16:creationId xmlns:a16="http://schemas.microsoft.com/office/drawing/2014/main" id="{6CACC91B-C683-4E19-84DE-E3524937B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2011"/>
                <a:ext cx="100" cy="47"/>
              </a:xfrm>
              <a:custGeom>
                <a:avLst/>
                <a:gdLst>
                  <a:gd name="T0" fmla="*/ 100 w 100"/>
                  <a:gd name="T1" fmla="*/ 47 h 47"/>
                  <a:gd name="T2" fmla="*/ 60 w 100"/>
                  <a:gd name="T3" fmla="*/ 33 h 47"/>
                  <a:gd name="T4" fmla="*/ 0 w 100"/>
                  <a:gd name="T5" fmla="*/ 0 h 47"/>
                  <a:gd name="T6" fmla="*/ 100 w 100"/>
                  <a:gd name="T7" fmla="*/ 47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47">
                    <a:moveTo>
                      <a:pt x="100" y="47"/>
                    </a:moveTo>
                    <a:lnTo>
                      <a:pt x="60" y="33"/>
                    </a:lnTo>
                    <a:lnTo>
                      <a:pt x="0" y="0"/>
                    </a:lnTo>
                    <a:lnTo>
                      <a:pt x="100" y="47"/>
                    </a:lnTo>
                    <a:close/>
                  </a:path>
                </a:pathLst>
              </a:custGeom>
              <a:solidFill>
                <a:srgbClr val="1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5" name="Freeform 789">
                <a:extLst>
                  <a:ext uri="{FF2B5EF4-FFF2-40B4-BE49-F238E27FC236}">
                    <a16:creationId xmlns:a16="http://schemas.microsoft.com/office/drawing/2014/main" id="{9CA691A8-55E9-42F5-B916-8F1551530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2011"/>
                <a:ext cx="100" cy="47"/>
              </a:xfrm>
              <a:custGeom>
                <a:avLst/>
                <a:gdLst>
                  <a:gd name="T0" fmla="*/ 100 w 100"/>
                  <a:gd name="T1" fmla="*/ 47 h 47"/>
                  <a:gd name="T2" fmla="*/ 60 w 100"/>
                  <a:gd name="T3" fmla="*/ 33 h 47"/>
                  <a:gd name="T4" fmla="*/ 0 w 100"/>
                  <a:gd name="T5" fmla="*/ 0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47">
                    <a:moveTo>
                      <a:pt x="100" y="47"/>
                    </a:moveTo>
                    <a:lnTo>
                      <a:pt x="60" y="3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6" name="Freeform 790">
                <a:extLst>
                  <a:ext uri="{FF2B5EF4-FFF2-40B4-BE49-F238E27FC236}">
                    <a16:creationId xmlns:a16="http://schemas.microsoft.com/office/drawing/2014/main" id="{EFA3F44C-D619-4813-BB42-E5DC38253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998"/>
                <a:ext cx="99" cy="46"/>
              </a:xfrm>
              <a:custGeom>
                <a:avLst/>
                <a:gdLst>
                  <a:gd name="T0" fmla="*/ 0 w 99"/>
                  <a:gd name="T1" fmla="*/ 0 h 46"/>
                  <a:gd name="T2" fmla="*/ 39 w 99"/>
                  <a:gd name="T3" fmla="*/ 13 h 46"/>
                  <a:gd name="T4" fmla="*/ 99 w 99"/>
                  <a:gd name="T5" fmla="*/ 46 h 46"/>
                  <a:gd name="T6" fmla="*/ 0 w 99"/>
                  <a:gd name="T7" fmla="*/ 0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46">
                    <a:moveTo>
                      <a:pt x="0" y="0"/>
                    </a:moveTo>
                    <a:lnTo>
                      <a:pt x="39" y="13"/>
                    </a:lnTo>
                    <a:lnTo>
                      <a:pt x="99" y="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" name="Freeform 791">
                <a:extLst>
                  <a:ext uri="{FF2B5EF4-FFF2-40B4-BE49-F238E27FC236}">
                    <a16:creationId xmlns:a16="http://schemas.microsoft.com/office/drawing/2014/main" id="{4D28B7E1-8DCB-4035-961C-26C5B969DA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998"/>
                <a:ext cx="99" cy="46"/>
              </a:xfrm>
              <a:custGeom>
                <a:avLst/>
                <a:gdLst>
                  <a:gd name="T0" fmla="*/ 0 w 99"/>
                  <a:gd name="T1" fmla="*/ 0 h 46"/>
                  <a:gd name="T2" fmla="*/ 39 w 99"/>
                  <a:gd name="T3" fmla="*/ 13 h 46"/>
                  <a:gd name="T4" fmla="*/ 99 w 99"/>
                  <a:gd name="T5" fmla="*/ 46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46">
                    <a:moveTo>
                      <a:pt x="0" y="0"/>
                    </a:moveTo>
                    <a:lnTo>
                      <a:pt x="39" y="13"/>
                    </a:lnTo>
                    <a:lnTo>
                      <a:pt x="99" y="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8" name="Freeform 792">
                <a:extLst>
                  <a:ext uri="{FF2B5EF4-FFF2-40B4-BE49-F238E27FC236}">
                    <a16:creationId xmlns:a16="http://schemas.microsoft.com/office/drawing/2014/main" id="{08B2BBE2-4E44-4286-999E-114106679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955"/>
                <a:ext cx="79" cy="13"/>
              </a:xfrm>
              <a:custGeom>
                <a:avLst/>
                <a:gdLst>
                  <a:gd name="T0" fmla="*/ 39 w 79"/>
                  <a:gd name="T1" fmla="*/ 13 h 13"/>
                  <a:gd name="T2" fmla="*/ 0 w 79"/>
                  <a:gd name="T3" fmla="*/ 6 h 13"/>
                  <a:gd name="T4" fmla="*/ 79 w 79"/>
                  <a:gd name="T5" fmla="*/ 0 h 13"/>
                  <a:gd name="T6" fmla="*/ 39 w 79"/>
                  <a:gd name="T7" fmla="*/ 13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3">
                    <a:moveTo>
                      <a:pt x="39" y="13"/>
                    </a:moveTo>
                    <a:lnTo>
                      <a:pt x="0" y="6"/>
                    </a:lnTo>
                    <a:lnTo>
                      <a:pt x="79" y="0"/>
                    </a:lnTo>
                    <a:lnTo>
                      <a:pt x="39" y="13"/>
                    </a:lnTo>
                    <a:close/>
                  </a:path>
                </a:pathLst>
              </a:custGeom>
              <a:solidFill>
                <a:srgbClr val="68D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9" name="Freeform 793">
                <a:extLst>
                  <a:ext uri="{FF2B5EF4-FFF2-40B4-BE49-F238E27FC236}">
                    <a16:creationId xmlns:a16="http://schemas.microsoft.com/office/drawing/2014/main" id="{C7A5B487-1F3E-475D-8009-D9B1CF203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955"/>
                <a:ext cx="79" cy="13"/>
              </a:xfrm>
              <a:custGeom>
                <a:avLst/>
                <a:gdLst>
                  <a:gd name="T0" fmla="*/ 39 w 79"/>
                  <a:gd name="T1" fmla="*/ 13 h 13"/>
                  <a:gd name="T2" fmla="*/ 0 w 79"/>
                  <a:gd name="T3" fmla="*/ 6 h 13"/>
                  <a:gd name="T4" fmla="*/ 79 w 79"/>
                  <a:gd name="T5" fmla="*/ 0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3">
                    <a:moveTo>
                      <a:pt x="39" y="13"/>
                    </a:moveTo>
                    <a:lnTo>
                      <a:pt x="0" y="6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0" name="Freeform 794">
                <a:extLst>
                  <a:ext uri="{FF2B5EF4-FFF2-40B4-BE49-F238E27FC236}">
                    <a16:creationId xmlns:a16="http://schemas.microsoft.com/office/drawing/2014/main" id="{A06B34E2-5067-4E17-85B1-3A7CB4DE7C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955"/>
                <a:ext cx="73" cy="13"/>
              </a:xfrm>
              <a:custGeom>
                <a:avLst/>
                <a:gdLst>
                  <a:gd name="T0" fmla="*/ 40 w 73"/>
                  <a:gd name="T1" fmla="*/ 0 h 13"/>
                  <a:gd name="T2" fmla="*/ 73 w 73"/>
                  <a:gd name="T3" fmla="*/ 6 h 13"/>
                  <a:gd name="T4" fmla="*/ 0 w 73"/>
                  <a:gd name="T5" fmla="*/ 13 h 13"/>
                  <a:gd name="T6" fmla="*/ 40 w 73"/>
                  <a:gd name="T7" fmla="*/ 0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3">
                    <a:moveTo>
                      <a:pt x="40" y="0"/>
                    </a:moveTo>
                    <a:lnTo>
                      <a:pt x="73" y="6"/>
                    </a:lnTo>
                    <a:lnTo>
                      <a:pt x="0" y="1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68D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1" name="Freeform 795">
                <a:extLst>
                  <a:ext uri="{FF2B5EF4-FFF2-40B4-BE49-F238E27FC236}">
                    <a16:creationId xmlns:a16="http://schemas.microsoft.com/office/drawing/2014/main" id="{534A05DA-E282-480E-86C6-D3A1D2C4E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955"/>
                <a:ext cx="73" cy="13"/>
              </a:xfrm>
              <a:custGeom>
                <a:avLst/>
                <a:gdLst>
                  <a:gd name="T0" fmla="*/ 40 w 73"/>
                  <a:gd name="T1" fmla="*/ 0 h 13"/>
                  <a:gd name="T2" fmla="*/ 73 w 73"/>
                  <a:gd name="T3" fmla="*/ 6 h 13"/>
                  <a:gd name="T4" fmla="*/ 0 w 73"/>
                  <a:gd name="T5" fmla="*/ 1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3">
                    <a:moveTo>
                      <a:pt x="40" y="0"/>
                    </a:moveTo>
                    <a:lnTo>
                      <a:pt x="73" y="6"/>
                    </a:lnTo>
                    <a:lnTo>
                      <a:pt x="0" y="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2" name="Freeform 796">
                <a:extLst>
                  <a:ext uri="{FF2B5EF4-FFF2-40B4-BE49-F238E27FC236}">
                    <a16:creationId xmlns:a16="http://schemas.microsoft.com/office/drawing/2014/main" id="{6F5CBAEF-2602-46F0-AE56-45264BE62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2018"/>
                <a:ext cx="99" cy="40"/>
              </a:xfrm>
              <a:custGeom>
                <a:avLst/>
                <a:gdLst>
                  <a:gd name="T0" fmla="*/ 99 w 99"/>
                  <a:gd name="T1" fmla="*/ 40 h 40"/>
                  <a:gd name="T2" fmla="*/ 60 w 99"/>
                  <a:gd name="T3" fmla="*/ 40 h 40"/>
                  <a:gd name="T4" fmla="*/ 0 w 99"/>
                  <a:gd name="T5" fmla="*/ 0 h 40"/>
                  <a:gd name="T6" fmla="*/ 99 w 99"/>
                  <a:gd name="T7" fmla="*/ 4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40">
                    <a:moveTo>
                      <a:pt x="99" y="40"/>
                    </a:moveTo>
                    <a:lnTo>
                      <a:pt x="60" y="40"/>
                    </a:lnTo>
                    <a:lnTo>
                      <a:pt x="0" y="0"/>
                    </a:lnTo>
                    <a:lnTo>
                      <a:pt x="99" y="40"/>
                    </a:lnTo>
                    <a:close/>
                  </a:path>
                </a:pathLst>
              </a:custGeom>
              <a:solidFill>
                <a:srgbClr val="3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3" name="Freeform 797">
                <a:extLst>
                  <a:ext uri="{FF2B5EF4-FFF2-40B4-BE49-F238E27FC236}">
                    <a16:creationId xmlns:a16="http://schemas.microsoft.com/office/drawing/2014/main" id="{16E8954D-CBE0-460E-9ABB-39309BB200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2018"/>
                <a:ext cx="99" cy="40"/>
              </a:xfrm>
              <a:custGeom>
                <a:avLst/>
                <a:gdLst>
                  <a:gd name="T0" fmla="*/ 99 w 99"/>
                  <a:gd name="T1" fmla="*/ 40 h 40"/>
                  <a:gd name="T2" fmla="*/ 60 w 99"/>
                  <a:gd name="T3" fmla="*/ 40 h 40"/>
                  <a:gd name="T4" fmla="*/ 0 w 99"/>
                  <a:gd name="T5" fmla="*/ 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40">
                    <a:moveTo>
                      <a:pt x="99" y="40"/>
                    </a:moveTo>
                    <a:lnTo>
                      <a:pt x="60" y="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4" name="Freeform 798">
                <a:extLst>
                  <a:ext uri="{FF2B5EF4-FFF2-40B4-BE49-F238E27FC236}">
                    <a16:creationId xmlns:a16="http://schemas.microsoft.com/office/drawing/2014/main" id="{7BA3C048-6886-438A-A704-34BB7F5DA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2011"/>
                <a:ext cx="100" cy="47"/>
              </a:xfrm>
              <a:custGeom>
                <a:avLst/>
                <a:gdLst>
                  <a:gd name="T0" fmla="*/ 0 w 100"/>
                  <a:gd name="T1" fmla="*/ 0 h 47"/>
                  <a:gd name="T2" fmla="*/ 40 w 100"/>
                  <a:gd name="T3" fmla="*/ 7 h 47"/>
                  <a:gd name="T4" fmla="*/ 100 w 100"/>
                  <a:gd name="T5" fmla="*/ 47 h 47"/>
                  <a:gd name="T6" fmla="*/ 0 w 100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47">
                    <a:moveTo>
                      <a:pt x="0" y="0"/>
                    </a:moveTo>
                    <a:lnTo>
                      <a:pt x="40" y="7"/>
                    </a:lnTo>
                    <a:lnTo>
                      <a:pt x="100" y="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5" name="Freeform 799">
                <a:extLst>
                  <a:ext uri="{FF2B5EF4-FFF2-40B4-BE49-F238E27FC236}">
                    <a16:creationId xmlns:a16="http://schemas.microsoft.com/office/drawing/2014/main" id="{2B7C1C9E-5BB9-41C8-9E9A-7F1D34E5A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2011"/>
                <a:ext cx="100" cy="47"/>
              </a:xfrm>
              <a:custGeom>
                <a:avLst/>
                <a:gdLst>
                  <a:gd name="T0" fmla="*/ 0 w 100"/>
                  <a:gd name="T1" fmla="*/ 0 h 47"/>
                  <a:gd name="T2" fmla="*/ 40 w 100"/>
                  <a:gd name="T3" fmla="*/ 7 h 47"/>
                  <a:gd name="T4" fmla="*/ 100 w 100"/>
                  <a:gd name="T5" fmla="*/ 47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47">
                    <a:moveTo>
                      <a:pt x="0" y="0"/>
                    </a:moveTo>
                    <a:lnTo>
                      <a:pt x="40" y="7"/>
                    </a:lnTo>
                    <a:lnTo>
                      <a:pt x="100" y="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6" name="Freeform 800">
                <a:extLst>
                  <a:ext uri="{FF2B5EF4-FFF2-40B4-BE49-F238E27FC236}">
                    <a16:creationId xmlns:a16="http://schemas.microsoft.com/office/drawing/2014/main" id="{F92A64A9-64B2-4E7E-8B84-F6DA65AC1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752"/>
                <a:ext cx="67" cy="120"/>
              </a:xfrm>
              <a:custGeom>
                <a:avLst/>
                <a:gdLst>
                  <a:gd name="T0" fmla="*/ 67 w 67"/>
                  <a:gd name="T1" fmla="*/ 120 h 120"/>
                  <a:gd name="T2" fmla="*/ 40 w 67"/>
                  <a:gd name="T3" fmla="*/ 86 h 120"/>
                  <a:gd name="T4" fmla="*/ 0 w 67"/>
                  <a:gd name="T5" fmla="*/ 0 h 120"/>
                  <a:gd name="T6" fmla="*/ 67 w 67"/>
                  <a:gd name="T7" fmla="*/ 12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7" h="120">
                    <a:moveTo>
                      <a:pt x="67" y="120"/>
                    </a:moveTo>
                    <a:lnTo>
                      <a:pt x="40" y="86"/>
                    </a:lnTo>
                    <a:lnTo>
                      <a:pt x="0" y="0"/>
                    </a:lnTo>
                    <a:lnTo>
                      <a:pt x="67" y="1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7" name="Freeform 801">
                <a:extLst>
                  <a:ext uri="{FF2B5EF4-FFF2-40B4-BE49-F238E27FC236}">
                    <a16:creationId xmlns:a16="http://schemas.microsoft.com/office/drawing/2014/main" id="{ABED87D1-0FD9-44B6-9B16-6E07C1A13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752"/>
                <a:ext cx="67" cy="120"/>
              </a:xfrm>
              <a:custGeom>
                <a:avLst/>
                <a:gdLst>
                  <a:gd name="T0" fmla="*/ 67 w 67"/>
                  <a:gd name="T1" fmla="*/ 120 h 120"/>
                  <a:gd name="T2" fmla="*/ 40 w 67"/>
                  <a:gd name="T3" fmla="*/ 86 h 120"/>
                  <a:gd name="T4" fmla="*/ 0 w 67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120">
                    <a:moveTo>
                      <a:pt x="67" y="120"/>
                    </a:moveTo>
                    <a:lnTo>
                      <a:pt x="40" y="8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8" name="Freeform 802">
                <a:extLst>
                  <a:ext uri="{FF2B5EF4-FFF2-40B4-BE49-F238E27FC236}">
                    <a16:creationId xmlns:a16="http://schemas.microsoft.com/office/drawing/2014/main" id="{DF21AB3D-696F-44AD-916F-D5A552D0F9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1719"/>
                <a:ext cx="59" cy="119"/>
              </a:xfrm>
              <a:custGeom>
                <a:avLst/>
                <a:gdLst>
                  <a:gd name="T0" fmla="*/ 0 w 59"/>
                  <a:gd name="T1" fmla="*/ 0 h 119"/>
                  <a:gd name="T2" fmla="*/ 19 w 59"/>
                  <a:gd name="T3" fmla="*/ 33 h 119"/>
                  <a:gd name="T4" fmla="*/ 59 w 59"/>
                  <a:gd name="T5" fmla="*/ 119 h 119"/>
                  <a:gd name="T6" fmla="*/ 0 w 59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19">
                    <a:moveTo>
                      <a:pt x="0" y="0"/>
                    </a:moveTo>
                    <a:lnTo>
                      <a:pt x="19" y="33"/>
                    </a:lnTo>
                    <a:lnTo>
                      <a:pt x="59" y="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9" name="Freeform 803">
                <a:extLst>
                  <a:ext uri="{FF2B5EF4-FFF2-40B4-BE49-F238E27FC236}">
                    <a16:creationId xmlns:a16="http://schemas.microsoft.com/office/drawing/2014/main" id="{9B950A82-2663-4D1C-BD71-6B5B0AF39A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1719"/>
                <a:ext cx="59" cy="119"/>
              </a:xfrm>
              <a:custGeom>
                <a:avLst/>
                <a:gdLst>
                  <a:gd name="T0" fmla="*/ 0 w 59"/>
                  <a:gd name="T1" fmla="*/ 0 h 119"/>
                  <a:gd name="T2" fmla="*/ 19 w 59"/>
                  <a:gd name="T3" fmla="*/ 33 h 119"/>
                  <a:gd name="T4" fmla="*/ 59 w 59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19">
                    <a:moveTo>
                      <a:pt x="0" y="0"/>
                    </a:moveTo>
                    <a:lnTo>
                      <a:pt x="19" y="33"/>
                    </a:lnTo>
                    <a:lnTo>
                      <a:pt x="59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0" name="Freeform 804">
                <a:extLst>
                  <a:ext uri="{FF2B5EF4-FFF2-40B4-BE49-F238E27FC236}">
                    <a16:creationId xmlns:a16="http://schemas.microsoft.com/office/drawing/2014/main" id="{940A5870-D572-4F8E-857E-A443E0604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981"/>
                <a:ext cx="79" cy="60"/>
              </a:xfrm>
              <a:custGeom>
                <a:avLst/>
                <a:gdLst>
                  <a:gd name="T0" fmla="*/ 33 w 79"/>
                  <a:gd name="T1" fmla="*/ 47 h 60"/>
                  <a:gd name="T2" fmla="*/ 0 w 79"/>
                  <a:gd name="T3" fmla="*/ 60 h 60"/>
                  <a:gd name="T4" fmla="*/ 79 w 79"/>
                  <a:gd name="T5" fmla="*/ 0 h 60"/>
                  <a:gd name="T6" fmla="*/ 33 w 79"/>
                  <a:gd name="T7" fmla="*/ 47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60">
                    <a:moveTo>
                      <a:pt x="33" y="47"/>
                    </a:moveTo>
                    <a:lnTo>
                      <a:pt x="0" y="60"/>
                    </a:lnTo>
                    <a:lnTo>
                      <a:pt x="79" y="0"/>
                    </a:lnTo>
                    <a:lnTo>
                      <a:pt x="33" y="47"/>
                    </a:lnTo>
                    <a:close/>
                  </a:path>
                </a:pathLst>
              </a:custGeom>
              <a:solidFill>
                <a:srgbClr val="0078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1" name="Freeform 805">
                <a:extLst>
                  <a:ext uri="{FF2B5EF4-FFF2-40B4-BE49-F238E27FC236}">
                    <a16:creationId xmlns:a16="http://schemas.microsoft.com/office/drawing/2014/main" id="{034A4C61-638E-4BD4-9E1B-E0A5B8F299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981"/>
                <a:ext cx="79" cy="60"/>
              </a:xfrm>
              <a:custGeom>
                <a:avLst/>
                <a:gdLst>
                  <a:gd name="T0" fmla="*/ 33 w 79"/>
                  <a:gd name="T1" fmla="*/ 47 h 60"/>
                  <a:gd name="T2" fmla="*/ 0 w 79"/>
                  <a:gd name="T3" fmla="*/ 60 h 60"/>
                  <a:gd name="T4" fmla="*/ 79 w 79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60">
                    <a:moveTo>
                      <a:pt x="33" y="47"/>
                    </a:moveTo>
                    <a:lnTo>
                      <a:pt x="0" y="60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2" name="Freeform 806">
                <a:extLst>
                  <a:ext uri="{FF2B5EF4-FFF2-40B4-BE49-F238E27FC236}">
                    <a16:creationId xmlns:a16="http://schemas.microsoft.com/office/drawing/2014/main" id="{DE592754-E939-4515-AAEB-6F0B95AFD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968"/>
                <a:ext cx="86" cy="60"/>
              </a:xfrm>
              <a:custGeom>
                <a:avLst/>
                <a:gdLst>
                  <a:gd name="T0" fmla="*/ 46 w 86"/>
                  <a:gd name="T1" fmla="*/ 13 h 60"/>
                  <a:gd name="T2" fmla="*/ 86 w 86"/>
                  <a:gd name="T3" fmla="*/ 0 h 60"/>
                  <a:gd name="T4" fmla="*/ 0 w 86"/>
                  <a:gd name="T5" fmla="*/ 60 h 60"/>
                  <a:gd name="T6" fmla="*/ 46 w 86"/>
                  <a:gd name="T7" fmla="*/ 13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60">
                    <a:moveTo>
                      <a:pt x="46" y="13"/>
                    </a:moveTo>
                    <a:lnTo>
                      <a:pt x="86" y="0"/>
                    </a:lnTo>
                    <a:lnTo>
                      <a:pt x="0" y="60"/>
                    </a:lnTo>
                    <a:lnTo>
                      <a:pt x="46" y="13"/>
                    </a:lnTo>
                    <a:close/>
                  </a:path>
                </a:pathLst>
              </a:custGeom>
              <a:solidFill>
                <a:srgbClr val="0078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3" name="Freeform 807">
                <a:extLst>
                  <a:ext uri="{FF2B5EF4-FFF2-40B4-BE49-F238E27FC236}">
                    <a16:creationId xmlns:a16="http://schemas.microsoft.com/office/drawing/2014/main" id="{C8315FED-B3CC-4A70-82CF-907FEDA9A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968"/>
                <a:ext cx="86" cy="60"/>
              </a:xfrm>
              <a:custGeom>
                <a:avLst/>
                <a:gdLst>
                  <a:gd name="T0" fmla="*/ 46 w 86"/>
                  <a:gd name="T1" fmla="*/ 13 h 60"/>
                  <a:gd name="T2" fmla="*/ 86 w 86"/>
                  <a:gd name="T3" fmla="*/ 0 h 60"/>
                  <a:gd name="T4" fmla="*/ 0 w 86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60">
                    <a:moveTo>
                      <a:pt x="46" y="13"/>
                    </a:moveTo>
                    <a:lnTo>
                      <a:pt x="86" y="0"/>
                    </a:lnTo>
                    <a:lnTo>
                      <a:pt x="0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4" name="Freeform 808">
                <a:extLst>
                  <a:ext uri="{FF2B5EF4-FFF2-40B4-BE49-F238E27FC236}">
                    <a16:creationId xmlns:a16="http://schemas.microsoft.com/office/drawing/2014/main" id="{A7F424E3-97C7-4910-BE74-CB6FF1DBB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961"/>
                <a:ext cx="73" cy="20"/>
              </a:xfrm>
              <a:custGeom>
                <a:avLst/>
                <a:gdLst>
                  <a:gd name="T0" fmla="*/ 33 w 73"/>
                  <a:gd name="T1" fmla="*/ 20 h 20"/>
                  <a:gd name="T2" fmla="*/ 0 w 73"/>
                  <a:gd name="T3" fmla="*/ 7 h 20"/>
                  <a:gd name="T4" fmla="*/ 73 w 73"/>
                  <a:gd name="T5" fmla="*/ 0 h 20"/>
                  <a:gd name="T6" fmla="*/ 33 w 73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20">
                    <a:moveTo>
                      <a:pt x="33" y="20"/>
                    </a:moveTo>
                    <a:lnTo>
                      <a:pt x="0" y="7"/>
                    </a:lnTo>
                    <a:lnTo>
                      <a:pt x="73" y="0"/>
                    </a:lnTo>
                    <a:lnTo>
                      <a:pt x="33" y="20"/>
                    </a:lnTo>
                    <a:close/>
                  </a:path>
                </a:pathLst>
              </a:custGeom>
              <a:solidFill>
                <a:srgbClr val="80E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5" name="Freeform 809">
                <a:extLst>
                  <a:ext uri="{FF2B5EF4-FFF2-40B4-BE49-F238E27FC236}">
                    <a16:creationId xmlns:a16="http://schemas.microsoft.com/office/drawing/2014/main" id="{8C83C824-0A55-4DCB-8F13-CC29023C7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961"/>
                <a:ext cx="73" cy="20"/>
              </a:xfrm>
              <a:custGeom>
                <a:avLst/>
                <a:gdLst>
                  <a:gd name="T0" fmla="*/ 33 w 73"/>
                  <a:gd name="T1" fmla="*/ 20 h 20"/>
                  <a:gd name="T2" fmla="*/ 0 w 73"/>
                  <a:gd name="T3" fmla="*/ 7 h 20"/>
                  <a:gd name="T4" fmla="*/ 73 w 73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20">
                    <a:moveTo>
                      <a:pt x="33" y="20"/>
                    </a:moveTo>
                    <a:lnTo>
                      <a:pt x="0" y="7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6" name="Freeform 810">
                <a:extLst>
                  <a:ext uri="{FF2B5EF4-FFF2-40B4-BE49-F238E27FC236}">
                    <a16:creationId xmlns:a16="http://schemas.microsoft.com/office/drawing/2014/main" id="{3D31602C-C397-4AE9-9C8C-98599F839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961"/>
                <a:ext cx="80" cy="20"/>
              </a:xfrm>
              <a:custGeom>
                <a:avLst/>
                <a:gdLst>
                  <a:gd name="T0" fmla="*/ 40 w 80"/>
                  <a:gd name="T1" fmla="*/ 0 h 20"/>
                  <a:gd name="T2" fmla="*/ 80 w 80"/>
                  <a:gd name="T3" fmla="*/ 14 h 20"/>
                  <a:gd name="T4" fmla="*/ 0 w 80"/>
                  <a:gd name="T5" fmla="*/ 20 h 20"/>
                  <a:gd name="T6" fmla="*/ 40 w 80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20">
                    <a:moveTo>
                      <a:pt x="40" y="0"/>
                    </a:moveTo>
                    <a:lnTo>
                      <a:pt x="80" y="14"/>
                    </a:lnTo>
                    <a:lnTo>
                      <a:pt x="0" y="20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80E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7" name="Freeform 811">
                <a:extLst>
                  <a:ext uri="{FF2B5EF4-FFF2-40B4-BE49-F238E27FC236}">
                    <a16:creationId xmlns:a16="http://schemas.microsoft.com/office/drawing/2014/main" id="{277F0691-5668-412A-94BC-6241740FA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961"/>
                <a:ext cx="80" cy="20"/>
              </a:xfrm>
              <a:custGeom>
                <a:avLst/>
                <a:gdLst>
                  <a:gd name="T0" fmla="*/ 40 w 80"/>
                  <a:gd name="T1" fmla="*/ 0 h 20"/>
                  <a:gd name="T2" fmla="*/ 80 w 80"/>
                  <a:gd name="T3" fmla="*/ 14 h 20"/>
                  <a:gd name="T4" fmla="*/ 0 w 80"/>
                  <a:gd name="T5" fmla="*/ 2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20">
                    <a:moveTo>
                      <a:pt x="40" y="0"/>
                    </a:moveTo>
                    <a:lnTo>
                      <a:pt x="80" y="14"/>
                    </a:lnTo>
                    <a:lnTo>
                      <a:pt x="0" y="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" name="Freeform 812">
                <a:extLst>
                  <a:ext uri="{FF2B5EF4-FFF2-40B4-BE49-F238E27FC236}">
                    <a16:creationId xmlns:a16="http://schemas.microsoft.com/office/drawing/2014/main" id="{F4167267-48C6-4DEF-805A-F4D4511DFB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2025"/>
                <a:ext cx="93" cy="39"/>
              </a:xfrm>
              <a:custGeom>
                <a:avLst/>
                <a:gdLst>
                  <a:gd name="T0" fmla="*/ 93 w 93"/>
                  <a:gd name="T1" fmla="*/ 39 h 39"/>
                  <a:gd name="T2" fmla="*/ 53 w 93"/>
                  <a:gd name="T3" fmla="*/ 33 h 39"/>
                  <a:gd name="T4" fmla="*/ 0 w 93"/>
                  <a:gd name="T5" fmla="*/ 0 h 39"/>
                  <a:gd name="T6" fmla="*/ 93 w 93"/>
                  <a:gd name="T7" fmla="*/ 39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39">
                    <a:moveTo>
                      <a:pt x="93" y="39"/>
                    </a:moveTo>
                    <a:lnTo>
                      <a:pt x="53" y="33"/>
                    </a:lnTo>
                    <a:lnTo>
                      <a:pt x="0" y="0"/>
                    </a:lnTo>
                    <a:lnTo>
                      <a:pt x="93" y="39"/>
                    </a:lnTo>
                    <a:close/>
                  </a:path>
                </a:pathLst>
              </a:custGeom>
              <a:solidFill>
                <a:srgbClr val="4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9" name="Freeform 813">
                <a:extLst>
                  <a:ext uri="{FF2B5EF4-FFF2-40B4-BE49-F238E27FC236}">
                    <a16:creationId xmlns:a16="http://schemas.microsoft.com/office/drawing/2014/main" id="{26FFB318-15D7-46F3-B63B-72B0795BB4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2025"/>
                <a:ext cx="93" cy="39"/>
              </a:xfrm>
              <a:custGeom>
                <a:avLst/>
                <a:gdLst>
                  <a:gd name="T0" fmla="*/ 93 w 93"/>
                  <a:gd name="T1" fmla="*/ 39 h 39"/>
                  <a:gd name="T2" fmla="*/ 53 w 93"/>
                  <a:gd name="T3" fmla="*/ 33 h 39"/>
                  <a:gd name="T4" fmla="*/ 0 w 93"/>
                  <a:gd name="T5" fmla="*/ 0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39">
                    <a:moveTo>
                      <a:pt x="93" y="39"/>
                    </a:moveTo>
                    <a:lnTo>
                      <a:pt x="53" y="3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0" name="Freeform 814">
                <a:extLst>
                  <a:ext uri="{FF2B5EF4-FFF2-40B4-BE49-F238E27FC236}">
                    <a16:creationId xmlns:a16="http://schemas.microsoft.com/office/drawing/2014/main" id="{28BD9BED-5107-4170-AF36-2D4AF9EF9C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2018"/>
                <a:ext cx="99" cy="40"/>
              </a:xfrm>
              <a:custGeom>
                <a:avLst/>
                <a:gdLst>
                  <a:gd name="T0" fmla="*/ 0 w 99"/>
                  <a:gd name="T1" fmla="*/ 0 h 40"/>
                  <a:gd name="T2" fmla="*/ 46 w 99"/>
                  <a:gd name="T3" fmla="*/ 7 h 40"/>
                  <a:gd name="T4" fmla="*/ 99 w 99"/>
                  <a:gd name="T5" fmla="*/ 40 h 40"/>
                  <a:gd name="T6" fmla="*/ 0 w 99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40">
                    <a:moveTo>
                      <a:pt x="0" y="0"/>
                    </a:moveTo>
                    <a:lnTo>
                      <a:pt x="46" y="7"/>
                    </a:lnTo>
                    <a:lnTo>
                      <a:pt x="99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1" name="Freeform 815">
                <a:extLst>
                  <a:ext uri="{FF2B5EF4-FFF2-40B4-BE49-F238E27FC236}">
                    <a16:creationId xmlns:a16="http://schemas.microsoft.com/office/drawing/2014/main" id="{0CAA27E3-7127-4436-BB5D-923C8C2E0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2018"/>
                <a:ext cx="99" cy="40"/>
              </a:xfrm>
              <a:custGeom>
                <a:avLst/>
                <a:gdLst>
                  <a:gd name="T0" fmla="*/ 0 w 99"/>
                  <a:gd name="T1" fmla="*/ 0 h 40"/>
                  <a:gd name="T2" fmla="*/ 46 w 99"/>
                  <a:gd name="T3" fmla="*/ 7 h 40"/>
                  <a:gd name="T4" fmla="*/ 99 w 99"/>
                  <a:gd name="T5" fmla="*/ 4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40">
                    <a:moveTo>
                      <a:pt x="0" y="0"/>
                    </a:moveTo>
                    <a:lnTo>
                      <a:pt x="46" y="7"/>
                    </a:lnTo>
                    <a:lnTo>
                      <a:pt x="99" y="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" name="Freeform 816">
                <a:extLst>
                  <a:ext uri="{FF2B5EF4-FFF2-40B4-BE49-F238E27FC236}">
                    <a16:creationId xmlns:a16="http://schemas.microsoft.com/office/drawing/2014/main" id="{747EB8D8-CFE3-414C-BF7E-E9B4622B7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975"/>
                <a:ext cx="80" cy="26"/>
              </a:xfrm>
              <a:custGeom>
                <a:avLst/>
                <a:gdLst>
                  <a:gd name="T0" fmla="*/ 40 w 80"/>
                  <a:gd name="T1" fmla="*/ 26 h 26"/>
                  <a:gd name="T2" fmla="*/ 0 w 80"/>
                  <a:gd name="T3" fmla="*/ 6 h 26"/>
                  <a:gd name="T4" fmla="*/ 80 w 80"/>
                  <a:gd name="T5" fmla="*/ 0 h 26"/>
                  <a:gd name="T6" fmla="*/ 40 w 80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26">
                    <a:moveTo>
                      <a:pt x="40" y="26"/>
                    </a:moveTo>
                    <a:lnTo>
                      <a:pt x="0" y="6"/>
                    </a:lnTo>
                    <a:lnTo>
                      <a:pt x="80" y="0"/>
                    </a:lnTo>
                    <a:lnTo>
                      <a:pt x="40" y="26"/>
                    </a:lnTo>
                    <a:close/>
                  </a:path>
                </a:pathLst>
              </a:custGeom>
              <a:solidFill>
                <a:srgbClr val="90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3" name="Freeform 817">
                <a:extLst>
                  <a:ext uri="{FF2B5EF4-FFF2-40B4-BE49-F238E27FC236}">
                    <a16:creationId xmlns:a16="http://schemas.microsoft.com/office/drawing/2014/main" id="{17B47B86-7B6F-4C5F-8B71-A5321CD63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975"/>
                <a:ext cx="80" cy="26"/>
              </a:xfrm>
              <a:custGeom>
                <a:avLst/>
                <a:gdLst>
                  <a:gd name="T0" fmla="*/ 40 w 80"/>
                  <a:gd name="T1" fmla="*/ 26 h 26"/>
                  <a:gd name="T2" fmla="*/ 0 w 80"/>
                  <a:gd name="T3" fmla="*/ 6 h 26"/>
                  <a:gd name="T4" fmla="*/ 80 w 80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26">
                    <a:moveTo>
                      <a:pt x="40" y="26"/>
                    </a:moveTo>
                    <a:lnTo>
                      <a:pt x="0" y="6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4" name="Freeform 818">
                <a:extLst>
                  <a:ext uri="{FF2B5EF4-FFF2-40B4-BE49-F238E27FC236}">
                    <a16:creationId xmlns:a16="http://schemas.microsoft.com/office/drawing/2014/main" id="{AA582FE7-3FBA-49CA-8532-56458063C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975"/>
                <a:ext cx="73" cy="26"/>
              </a:xfrm>
              <a:custGeom>
                <a:avLst/>
                <a:gdLst>
                  <a:gd name="T0" fmla="*/ 40 w 73"/>
                  <a:gd name="T1" fmla="*/ 0 h 26"/>
                  <a:gd name="T2" fmla="*/ 73 w 73"/>
                  <a:gd name="T3" fmla="*/ 20 h 26"/>
                  <a:gd name="T4" fmla="*/ 0 w 73"/>
                  <a:gd name="T5" fmla="*/ 26 h 26"/>
                  <a:gd name="T6" fmla="*/ 40 w 73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26">
                    <a:moveTo>
                      <a:pt x="40" y="0"/>
                    </a:moveTo>
                    <a:lnTo>
                      <a:pt x="73" y="20"/>
                    </a:lnTo>
                    <a:lnTo>
                      <a:pt x="0" y="26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90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5" name="Freeform 819">
                <a:extLst>
                  <a:ext uri="{FF2B5EF4-FFF2-40B4-BE49-F238E27FC236}">
                    <a16:creationId xmlns:a16="http://schemas.microsoft.com/office/drawing/2014/main" id="{46089D3F-1CBF-4281-88F1-E7F5C8875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975"/>
                <a:ext cx="73" cy="26"/>
              </a:xfrm>
              <a:custGeom>
                <a:avLst/>
                <a:gdLst>
                  <a:gd name="T0" fmla="*/ 40 w 73"/>
                  <a:gd name="T1" fmla="*/ 0 h 26"/>
                  <a:gd name="T2" fmla="*/ 73 w 73"/>
                  <a:gd name="T3" fmla="*/ 20 h 26"/>
                  <a:gd name="T4" fmla="*/ 0 w 73"/>
                  <a:gd name="T5" fmla="*/ 2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26">
                    <a:moveTo>
                      <a:pt x="40" y="0"/>
                    </a:moveTo>
                    <a:lnTo>
                      <a:pt x="73" y="20"/>
                    </a:lnTo>
                    <a:lnTo>
                      <a:pt x="0" y="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6" name="Freeform 820">
                <a:extLst>
                  <a:ext uri="{FF2B5EF4-FFF2-40B4-BE49-F238E27FC236}">
                    <a16:creationId xmlns:a16="http://schemas.microsoft.com/office/drawing/2014/main" id="{1BBF2116-B56F-4995-BF9C-7210FD4DF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1779"/>
                <a:ext cx="66" cy="119"/>
              </a:xfrm>
              <a:custGeom>
                <a:avLst/>
                <a:gdLst>
                  <a:gd name="T0" fmla="*/ 66 w 66"/>
                  <a:gd name="T1" fmla="*/ 119 h 119"/>
                  <a:gd name="T2" fmla="*/ 40 w 66"/>
                  <a:gd name="T3" fmla="*/ 93 h 119"/>
                  <a:gd name="T4" fmla="*/ 0 w 66"/>
                  <a:gd name="T5" fmla="*/ 0 h 119"/>
                  <a:gd name="T6" fmla="*/ 66 w 66"/>
                  <a:gd name="T7" fmla="*/ 119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19">
                    <a:moveTo>
                      <a:pt x="66" y="119"/>
                    </a:moveTo>
                    <a:lnTo>
                      <a:pt x="40" y="93"/>
                    </a:lnTo>
                    <a:lnTo>
                      <a:pt x="0" y="0"/>
                    </a:lnTo>
                    <a:lnTo>
                      <a:pt x="66" y="1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" name="Freeform 821">
                <a:extLst>
                  <a:ext uri="{FF2B5EF4-FFF2-40B4-BE49-F238E27FC236}">
                    <a16:creationId xmlns:a16="http://schemas.microsoft.com/office/drawing/2014/main" id="{E1F0B5BD-D541-4181-AB0A-E9E56B2E3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1779"/>
                <a:ext cx="66" cy="119"/>
              </a:xfrm>
              <a:custGeom>
                <a:avLst/>
                <a:gdLst>
                  <a:gd name="T0" fmla="*/ 66 w 66"/>
                  <a:gd name="T1" fmla="*/ 119 h 119"/>
                  <a:gd name="T2" fmla="*/ 40 w 66"/>
                  <a:gd name="T3" fmla="*/ 93 h 119"/>
                  <a:gd name="T4" fmla="*/ 0 w 66"/>
                  <a:gd name="T5" fmla="*/ 0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19">
                    <a:moveTo>
                      <a:pt x="66" y="119"/>
                    </a:moveTo>
                    <a:lnTo>
                      <a:pt x="40" y="9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8" name="Freeform 822">
                <a:extLst>
                  <a:ext uri="{FF2B5EF4-FFF2-40B4-BE49-F238E27FC236}">
                    <a16:creationId xmlns:a16="http://schemas.microsoft.com/office/drawing/2014/main" id="{B3C2C00F-86A8-4D6D-B125-17733218C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752"/>
                <a:ext cx="67" cy="120"/>
              </a:xfrm>
              <a:custGeom>
                <a:avLst/>
                <a:gdLst>
                  <a:gd name="T0" fmla="*/ 0 w 67"/>
                  <a:gd name="T1" fmla="*/ 0 h 120"/>
                  <a:gd name="T2" fmla="*/ 27 w 67"/>
                  <a:gd name="T3" fmla="*/ 27 h 120"/>
                  <a:gd name="T4" fmla="*/ 67 w 67"/>
                  <a:gd name="T5" fmla="*/ 120 h 120"/>
                  <a:gd name="T6" fmla="*/ 0 w 67"/>
                  <a:gd name="T7" fmla="*/ 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7" h="120">
                    <a:moveTo>
                      <a:pt x="0" y="0"/>
                    </a:moveTo>
                    <a:lnTo>
                      <a:pt x="27" y="27"/>
                    </a:lnTo>
                    <a:lnTo>
                      <a:pt x="67" y="1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9" name="Freeform 823">
                <a:extLst>
                  <a:ext uri="{FF2B5EF4-FFF2-40B4-BE49-F238E27FC236}">
                    <a16:creationId xmlns:a16="http://schemas.microsoft.com/office/drawing/2014/main" id="{3E3BDC41-FF9B-4053-94F7-8D267977E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1752"/>
                <a:ext cx="67" cy="120"/>
              </a:xfrm>
              <a:custGeom>
                <a:avLst/>
                <a:gdLst>
                  <a:gd name="T0" fmla="*/ 0 w 67"/>
                  <a:gd name="T1" fmla="*/ 0 h 120"/>
                  <a:gd name="T2" fmla="*/ 27 w 67"/>
                  <a:gd name="T3" fmla="*/ 27 h 120"/>
                  <a:gd name="T4" fmla="*/ 67 w 67"/>
                  <a:gd name="T5" fmla="*/ 12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120">
                    <a:moveTo>
                      <a:pt x="0" y="0"/>
                    </a:moveTo>
                    <a:lnTo>
                      <a:pt x="27" y="27"/>
                    </a:lnTo>
                    <a:lnTo>
                      <a:pt x="67" y="1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0" name="Freeform 824">
                <a:extLst>
                  <a:ext uri="{FF2B5EF4-FFF2-40B4-BE49-F238E27FC236}">
                    <a16:creationId xmlns:a16="http://schemas.microsoft.com/office/drawing/2014/main" id="{2F991EEA-8D21-49D6-A563-EEE246A95D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546"/>
                <a:ext cx="27" cy="140"/>
              </a:xfrm>
              <a:custGeom>
                <a:avLst/>
                <a:gdLst>
                  <a:gd name="T0" fmla="*/ 27 w 27"/>
                  <a:gd name="T1" fmla="*/ 140 h 140"/>
                  <a:gd name="T2" fmla="*/ 13 w 27"/>
                  <a:gd name="T3" fmla="*/ 106 h 140"/>
                  <a:gd name="T4" fmla="*/ 0 w 27"/>
                  <a:gd name="T5" fmla="*/ 0 h 140"/>
                  <a:gd name="T6" fmla="*/ 27 w 27"/>
                  <a:gd name="T7" fmla="*/ 140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40">
                    <a:moveTo>
                      <a:pt x="27" y="140"/>
                    </a:moveTo>
                    <a:lnTo>
                      <a:pt x="13" y="106"/>
                    </a:lnTo>
                    <a:lnTo>
                      <a:pt x="0" y="0"/>
                    </a:lnTo>
                    <a:lnTo>
                      <a:pt x="27" y="140"/>
                    </a:lnTo>
                    <a:close/>
                  </a:path>
                </a:pathLst>
              </a:custGeom>
              <a:solidFill>
                <a:srgbClr val="000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1" name="Freeform 825">
                <a:extLst>
                  <a:ext uri="{FF2B5EF4-FFF2-40B4-BE49-F238E27FC236}">
                    <a16:creationId xmlns:a16="http://schemas.microsoft.com/office/drawing/2014/main" id="{FD82A7F2-B01B-4B87-B070-484B25CA3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546"/>
                <a:ext cx="27" cy="140"/>
              </a:xfrm>
              <a:custGeom>
                <a:avLst/>
                <a:gdLst>
                  <a:gd name="T0" fmla="*/ 27 w 27"/>
                  <a:gd name="T1" fmla="*/ 140 h 140"/>
                  <a:gd name="T2" fmla="*/ 13 w 27"/>
                  <a:gd name="T3" fmla="*/ 106 h 140"/>
                  <a:gd name="T4" fmla="*/ 0 w 27"/>
                  <a:gd name="T5" fmla="*/ 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40">
                    <a:moveTo>
                      <a:pt x="27" y="140"/>
                    </a:moveTo>
                    <a:lnTo>
                      <a:pt x="13" y="10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2" name="Freeform 826">
                <a:extLst>
                  <a:ext uri="{FF2B5EF4-FFF2-40B4-BE49-F238E27FC236}">
                    <a16:creationId xmlns:a16="http://schemas.microsoft.com/office/drawing/2014/main" id="{E053F98E-240A-4640-8876-C823B55768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968"/>
                <a:ext cx="86" cy="60"/>
              </a:xfrm>
              <a:custGeom>
                <a:avLst/>
                <a:gdLst>
                  <a:gd name="T0" fmla="*/ 33 w 86"/>
                  <a:gd name="T1" fmla="*/ 53 h 60"/>
                  <a:gd name="T2" fmla="*/ 0 w 86"/>
                  <a:gd name="T3" fmla="*/ 60 h 60"/>
                  <a:gd name="T4" fmla="*/ 86 w 86"/>
                  <a:gd name="T5" fmla="*/ 0 h 60"/>
                  <a:gd name="T6" fmla="*/ 33 w 86"/>
                  <a:gd name="T7" fmla="*/ 53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60">
                    <a:moveTo>
                      <a:pt x="33" y="53"/>
                    </a:moveTo>
                    <a:lnTo>
                      <a:pt x="0" y="60"/>
                    </a:lnTo>
                    <a:lnTo>
                      <a:pt x="86" y="0"/>
                    </a:lnTo>
                    <a:lnTo>
                      <a:pt x="33" y="53"/>
                    </a:lnTo>
                    <a:close/>
                  </a:path>
                </a:pathLst>
              </a:custGeom>
              <a:solidFill>
                <a:srgbClr val="289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3" name="Freeform 827">
                <a:extLst>
                  <a:ext uri="{FF2B5EF4-FFF2-40B4-BE49-F238E27FC236}">
                    <a16:creationId xmlns:a16="http://schemas.microsoft.com/office/drawing/2014/main" id="{D3BC0DF3-1225-4E9D-B522-81862D7441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968"/>
                <a:ext cx="86" cy="60"/>
              </a:xfrm>
              <a:custGeom>
                <a:avLst/>
                <a:gdLst>
                  <a:gd name="T0" fmla="*/ 33 w 86"/>
                  <a:gd name="T1" fmla="*/ 53 h 60"/>
                  <a:gd name="T2" fmla="*/ 0 w 86"/>
                  <a:gd name="T3" fmla="*/ 60 h 60"/>
                  <a:gd name="T4" fmla="*/ 86 w 86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60">
                    <a:moveTo>
                      <a:pt x="33" y="53"/>
                    </a:moveTo>
                    <a:lnTo>
                      <a:pt x="0" y="60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4" name="Freeform 828">
                <a:extLst>
                  <a:ext uri="{FF2B5EF4-FFF2-40B4-BE49-F238E27FC236}">
                    <a16:creationId xmlns:a16="http://schemas.microsoft.com/office/drawing/2014/main" id="{73F1205A-A5A9-42F8-A957-AA37799F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961"/>
                <a:ext cx="93" cy="60"/>
              </a:xfrm>
              <a:custGeom>
                <a:avLst/>
                <a:gdLst>
                  <a:gd name="T0" fmla="*/ 53 w 93"/>
                  <a:gd name="T1" fmla="*/ 7 h 60"/>
                  <a:gd name="T2" fmla="*/ 93 w 93"/>
                  <a:gd name="T3" fmla="*/ 0 h 60"/>
                  <a:gd name="T4" fmla="*/ 0 w 93"/>
                  <a:gd name="T5" fmla="*/ 60 h 60"/>
                  <a:gd name="T6" fmla="*/ 53 w 93"/>
                  <a:gd name="T7" fmla="*/ 7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60">
                    <a:moveTo>
                      <a:pt x="53" y="7"/>
                    </a:moveTo>
                    <a:lnTo>
                      <a:pt x="93" y="0"/>
                    </a:lnTo>
                    <a:lnTo>
                      <a:pt x="0" y="60"/>
                    </a:lnTo>
                    <a:lnTo>
                      <a:pt x="53" y="7"/>
                    </a:lnTo>
                    <a:close/>
                  </a:path>
                </a:pathLst>
              </a:custGeom>
              <a:solidFill>
                <a:srgbClr val="289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5" name="Freeform 829">
                <a:extLst>
                  <a:ext uri="{FF2B5EF4-FFF2-40B4-BE49-F238E27FC236}">
                    <a16:creationId xmlns:a16="http://schemas.microsoft.com/office/drawing/2014/main" id="{07DE9DD8-383A-4E97-8257-87ED9CAD6B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961"/>
                <a:ext cx="93" cy="60"/>
              </a:xfrm>
              <a:custGeom>
                <a:avLst/>
                <a:gdLst>
                  <a:gd name="T0" fmla="*/ 53 w 93"/>
                  <a:gd name="T1" fmla="*/ 7 h 60"/>
                  <a:gd name="T2" fmla="*/ 93 w 93"/>
                  <a:gd name="T3" fmla="*/ 0 h 60"/>
                  <a:gd name="T4" fmla="*/ 0 w 93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60">
                    <a:moveTo>
                      <a:pt x="53" y="7"/>
                    </a:moveTo>
                    <a:lnTo>
                      <a:pt x="93" y="0"/>
                    </a:lnTo>
                    <a:lnTo>
                      <a:pt x="0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6" name="Freeform 830">
                <a:extLst>
                  <a:ext uri="{FF2B5EF4-FFF2-40B4-BE49-F238E27FC236}">
                    <a16:creationId xmlns:a16="http://schemas.microsoft.com/office/drawing/2014/main" id="{5B934FDD-BD9C-4408-9276-0C4DF6E9A4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2025"/>
                <a:ext cx="99" cy="39"/>
              </a:xfrm>
              <a:custGeom>
                <a:avLst/>
                <a:gdLst>
                  <a:gd name="T0" fmla="*/ 99 w 99"/>
                  <a:gd name="T1" fmla="*/ 33 h 39"/>
                  <a:gd name="T2" fmla="*/ 53 w 99"/>
                  <a:gd name="T3" fmla="*/ 39 h 39"/>
                  <a:gd name="T4" fmla="*/ 0 w 99"/>
                  <a:gd name="T5" fmla="*/ 0 h 39"/>
                  <a:gd name="T6" fmla="*/ 99 w 99"/>
                  <a:gd name="T7" fmla="*/ 33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39">
                    <a:moveTo>
                      <a:pt x="99" y="33"/>
                    </a:moveTo>
                    <a:lnTo>
                      <a:pt x="53" y="39"/>
                    </a:lnTo>
                    <a:lnTo>
                      <a:pt x="0" y="0"/>
                    </a:lnTo>
                    <a:lnTo>
                      <a:pt x="99" y="33"/>
                    </a:lnTo>
                    <a:close/>
                  </a:path>
                </a:pathLst>
              </a:custGeom>
              <a:solidFill>
                <a:srgbClr val="6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7" name="Freeform 831">
                <a:extLst>
                  <a:ext uri="{FF2B5EF4-FFF2-40B4-BE49-F238E27FC236}">
                    <a16:creationId xmlns:a16="http://schemas.microsoft.com/office/drawing/2014/main" id="{BBD6AC8E-9CE5-46CE-8B7D-FEF283787B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2025"/>
                <a:ext cx="99" cy="39"/>
              </a:xfrm>
              <a:custGeom>
                <a:avLst/>
                <a:gdLst>
                  <a:gd name="T0" fmla="*/ 99 w 99"/>
                  <a:gd name="T1" fmla="*/ 33 h 39"/>
                  <a:gd name="T2" fmla="*/ 53 w 99"/>
                  <a:gd name="T3" fmla="*/ 39 h 39"/>
                  <a:gd name="T4" fmla="*/ 0 w 99"/>
                  <a:gd name="T5" fmla="*/ 0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39">
                    <a:moveTo>
                      <a:pt x="99" y="33"/>
                    </a:moveTo>
                    <a:lnTo>
                      <a:pt x="53" y="3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8" name="Freeform 832">
                <a:extLst>
                  <a:ext uri="{FF2B5EF4-FFF2-40B4-BE49-F238E27FC236}">
                    <a16:creationId xmlns:a16="http://schemas.microsoft.com/office/drawing/2014/main" id="{C0882856-76C1-425C-9C8C-EED5E1A93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2025"/>
                <a:ext cx="93" cy="39"/>
              </a:xfrm>
              <a:custGeom>
                <a:avLst/>
                <a:gdLst>
                  <a:gd name="T0" fmla="*/ 0 w 93"/>
                  <a:gd name="T1" fmla="*/ 0 h 39"/>
                  <a:gd name="T2" fmla="*/ 40 w 93"/>
                  <a:gd name="T3" fmla="*/ 0 h 39"/>
                  <a:gd name="T4" fmla="*/ 93 w 93"/>
                  <a:gd name="T5" fmla="*/ 39 h 39"/>
                  <a:gd name="T6" fmla="*/ 0 w 93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39">
                    <a:moveTo>
                      <a:pt x="0" y="0"/>
                    </a:moveTo>
                    <a:lnTo>
                      <a:pt x="40" y="0"/>
                    </a:lnTo>
                    <a:lnTo>
                      <a:pt x="93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9" name="Freeform 833">
                <a:extLst>
                  <a:ext uri="{FF2B5EF4-FFF2-40B4-BE49-F238E27FC236}">
                    <a16:creationId xmlns:a16="http://schemas.microsoft.com/office/drawing/2014/main" id="{32EFB4B2-566E-49E0-8916-8E1AC553C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2025"/>
                <a:ext cx="93" cy="39"/>
              </a:xfrm>
              <a:custGeom>
                <a:avLst/>
                <a:gdLst>
                  <a:gd name="T0" fmla="*/ 0 w 93"/>
                  <a:gd name="T1" fmla="*/ 0 h 39"/>
                  <a:gd name="T2" fmla="*/ 40 w 93"/>
                  <a:gd name="T3" fmla="*/ 0 h 39"/>
                  <a:gd name="T4" fmla="*/ 93 w 93"/>
                  <a:gd name="T5" fmla="*/ 39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39">
                    <a:moveTo>
                      <a:pt x="0" y="0"/>
                    </a:moveTo>
                    <a:lnTo>
                      <a:pt x="40" y="0"/>
                    </a:lnTo>
                    <a:lnTo>
                      <a:pt x="93" y="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0" name="Freeform 834">
                <a:extLst>
                  <a:ext uri="{FF2B5EF4-FFF2-40B4-BE49-F238E27FC236}">
                    <a16:creationId xmlns:a16="http://schemas.microsoft.com/office/drawing/2014/main" id="{E894E2C4-F1E5-49B9-9153-A9DC8B41F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995"/>
                <a:ext cx="73" cy="26"/>
              </a:xfrm>
              <a:custGeom>
                <a:avLst/>
                <a:gdLst>
                  <a:gd name="T0" fmla="*/ 40 w 73"/>
                  <a:gd name="T1" fmla="*/ 26 h 26"/>
                  <a:gd name="T2" fmla="*/ 0 w 73"/>
                  <a:gd name="T3" fmla="*/ 6 h 26"/>
                  <a:gd name="T4" fmla="*/ 73 w 73"/>
                  <a:gd name="T5" fmla="*/ 0 h 26"/>
                  <a:gd name="T6" fmla="*/ 40 w 73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26">
                    <a:moveTo>
                      <a:pt x="40" y="26"/>
                    </a:moveTo>
                    <a:lnTo>
                      <a:pt x="0" y="6"/>
                    </a:lnTo>
                    <a:lnTo>
                      <a:pt x="73" y="0"/>
                    </a:lnTo>
                    <a:lnTo>
                      <a:pt x="40" y="26"/>
                    </a:lnTo>
                    <a:close/>
                  </a:path>
                </a:pathLst>
              </a:custGeom>
              <a:solidFill>
                <a:srgbClr val="A0F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1" name="Freeform 835">
                <a:extLst>
                  <a:ext uri="{FF2B5EF4-FFF2-40B4-BE49-F238E27FC236}">
                    <a16:creationId xmlns:a16="http://schemas.microsoft.com/office/drawing/2014/main" id="{8D33D94B-F755-4555-A314-16AB8896DE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995"/>
                <a:ext cx="73" cy="26"/>
              </a:xfrm>
              <a:custGeom>
                <a:avLst/>
                <a:gdLst>
                  <a:gd name="T0" fmla="*/ 40 w 73"/>
                  <a:gd name="T1" fmla="*/ 26 h 26"/>
                  <a:gd name="T2" fmla="*/ 0 w 73"/>
                  <a:gd name="T3" fmla="*/ 6 h 26"/>
                  <a:gd name="T4" fmla="*/ 73 w 73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26">
                    <a:moveTo>
                      <a:pt x="40" y="26"/>
                    </a:moveTo>
                    <a:lnTo>
                      <a:pt x="0" y="6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2" name="Freeform 836">
                <a:extLst>
                  <a:ext uri="{FF2B5EF4-FFF2-40B4-BE49-F238E27FC236}">
                    <a16:creationId xmlns:a16="http://schemas.microsoft.com/office/drawing/2014/main" id="{058965A2-6F2C-44B6-81FD-E824CAD7C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995"/>
                <a:ext cx="73" cy="26"/>
              </a:xfrm>
              <a:custGeom>
                <a:avLst/>
                <a:gdLst>
                  <a:gd name="T0" fmla="*/ 33 w 73"/>
                  <a:gd name="T1" fmla="*/ 0 h 26"/>
                  <a:gd name="T2" fmla="*/ 73 w 73"/>
                  <a:gd name="T3" fmla="*/ 20 h 26"/>
                  <a:gd name="T4" fmla="*/ 0 w 73"/>
                  <a:gd name="T5" fmla="*/ 26 h 26"/>
                  <a:gd name="T6" fmla="*/ 33 w 73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26">
                    <a:moveTo>
                      <a:pt x="33" y="0"/>
                    </a:moveTo>
                    <a:lnTo>
                      <a:pt x="73" y="20"/>
                    </a:lnTo>
                    <a:lnTo>
                      <a:pt x="0" y="26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A0F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3" name="Freeform 837">
                <a:extLst>
                  <a:ext uri="{FF2B5EF4-FFF2-40B4-BE49-F238E27FC236}">
                    <a16:creationId xmlns:a16="http://schemas.microsoft.com/office/drawing/2014/main" id="{E0895755-05A1-4C48-9660-7C6A257FC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995"/>
                <a:ext cx="73" cy="26"/>
              </a:xfrm>
              <a:custGeom>
                <a:avLst/>
                <a:gdLst>
                  <a:gd name="T0" fmla="*/ 33 w 73"/>
                  <a:gd name="T1" fmla="*/ 0 h 26"/>
                  <a:gd name="T2" fmla="*/ 73 w 73"/>
                  <a:gd name="T3" fmla="*/ 20 h 26"/>
                  <a:gd name="T4" fmla="*/ 0 w 73"/>
                  <a:gd name="T5" fmla="*/ 2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26">
                    <a:moveTo>
                      <a:pt x="33" y="0"/>
                    </a:moveTo>
                    <a:lnTo>
                      <a:pt x="73" y="20"/>
                    </a:lnTo>
                    <a:lnTo>
                      <a:pt x="0" y="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4" name="Freeform 838">
                <a:extLst>
                  <a:ext uri="{FF2B5EF4-FFF2-40B4-BE49-F238E27FC236}">
                    <a16:creationId xmlns:a16="http://schemas.microsoft.com/office/drawing/2014/main" id="{7B8E8714-CBFD-4F53-B8A1-ABC008604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074"/>
                <a:ext cx="67" cy="93"/>
              </a:xfrm>
              <a:custGeom>
                <a:avLst/>
                <a:gdLst>
                  <a:gd name="T0" fmla="*/ 20 w 67"/>
                  <a:gd name="T1" fmla="*/ 80 h 93"/>
                  <a:gd name="T2" fmla="*/ 0 w 67"/>
                  <a:gd name="T3" fmla="*/ 93 h 93"/>
                  <a:gd name="T4" fmla="*/ 67 w 67"/>
                  <a:gd name="T5" fmla="*/ 0 h 93"/>
                  <a:gd name="T6" fmla="*/ 20 w 67"/>
                  <a:gd name="T7" fmla="*/ 8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7" h="93">
                    <a:moveTo>
                      <a:pt x="20" y="80"/>
                    </a:moveTo>
                    <a:lnTo>
                      <a:pt x="0" y="93"/>
                    </a:lnTo>
                    <a:lnTo>
                      <a:pt x="67" y="0"/>
                    </a:lnTo>
                    <a:lnTo>
                      <a:pt x="20" y="80"/>
                    </a:lnTo>
                    <a:close/>
                  </a:path>
                </a:pathLst>
              </a:custGeom>
              <a:solidFill>
                <a:srgbClr val="004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5" name="Freeform 839">
                <a:extLst>
                  <a:ext uri="{FF2B5EF4-FFF2-40B4-BE49-F238E27FC236}">
                    <a16:creationId xmlns:a16="http://schemas.microsoft.com/office/drawing/2014/main" id="{5C57B924-E8C1-4BE3-9D2E-546E22D90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074"/>
                <a:ext cx="67" cy="93"/>
              </a:xfrm>
              <a:custGeom>
                <a:avLst/>
                <a:gdLst>
                  <a:gd name="T0" fmla="*/ 20 w 67"/>
                  <a:gd name="T1" fmla="*/ 80 h 93"/>
                  <a:gd name="T2" fmla="*/ 0 w 67"/>
                  <a:gd name="T3" fmla="*/ 93 h 93"/>
                  <a:gd name="T4" fmla="*/ 67 w 67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93">
                    <a:moveTo>
                      <a:pt x="20" y="80"/>
                    </a:moveTo>
                    <a:lnTo>
                      <a:pt x="0" y="93"/>
                    </a:lnTo>
                    <a:lnTo>
                      <a:pt x="6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6" name="Freeform 840">
                <a:extLst>
                  <a:ext uri="{FF2B5EF4-FFF2-40B4-BE49-F238E27FC236}">
                    <a16:creationId xmlns:a16="http://schemas.microsoft.com/office/drawing/2014/main" id="{19DEEEAD-2067-4BBB-A6B9-EDE8EC8326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1054"/>
                <a:ext cx="80" cy="100"/>
              </a:xfrm>
              <a:custGeom>
                <a:avLst/>
                <a:gdLst>
                  <a:gd name="T0" fmla="*/ 47 w 80"/>
                  <a:gd name="T1" fmla="*/ 20 h 100"/>
                  <a:gd name="T2" fmla="*/ 80 w 80"/>
                  <a:gd name="T3" fmla="*/ 0 h 100"/>
                  <a:gd name="T4" fmla="*/ 0 w 80"/>
                  <a:gd name="T5" fmla="*/ 100 h 100"/>
                  <a:gd name="T6" fmla="*/ 47 w 80"/>
                  <a:gd name="T7" fmla="*/ 20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00">
                    <a:moveTo>
                      <a:pt x="47" y="20"/>
                    </a:moveTo>
                    <a:lnTo>
                      <a:pt x="80" y="0"/>
                    </a:lnTo>
                    <a:lnTo>
                      <a:pt x="0" y="100"/>
                    </a:lnTo>
                    <a:lnTo>
                      <a:pt x="47" y="20"/>
                    </a:lnTo>
                    <a:close/>
                  </a:path>
                </a:pathLst>
              </a:custGeom>
              <a:solidFill>
                <a:srgbClr val="004C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841">
              <a:extLst>
                <a:ext uri="{FF2B5EF4-FFF2-40B4-BE49-F238E27FC236}">
                  <a16:creationId xmlns:a16="http://schemas.microsoft.com/office/drawing/2014/main" id="{4D4FAF1A-B1A6-4C6E-BA04-1FD50A647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9" y="2435"/>
              <a:ext cx="1020" cy="1110"/>
              <a:chOff x="2211" y="948"/>
              <a:chExt cx="1020" cy="1110"/>
            </a:xfrm>
          </p:grpSpPr>
          <p:sp>
            <p:nvSpPr>
              <p:cNvPr id="347" name="Freeform 842">
                <a:extLst>
                  <a:ext uri="{FF2B5EF4-FFF2-40B4-BE49-F238E27FC236}">
                    <a16:creationId xmlns:a16="http://schemas.microsoft.com/office/drawing/2014/main" id="{FCD936BF-4D3D-4817-B353-7088E3EC1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1054"/>
                <a:ext cx="80" cy="100"/>
              </a:xfrm>
              <a:custGeom>
                <a:avLst/>
                <a:gdLst>
                  <a:gd name="T0" fmla="*/ 47 w 80"/>
                  <a:gd name="T1" fmla="*/ 20 h 100"/>
                  <a:gd name="T2" fmla="*/ 80 w 80"/>
                  <a:gd name="T3" fmla="*/ 0 h 100"/>
                  <a:gd name="T4" fmla="*/ 0 w 80"/>
                  <a:gd name="T5" fmla="*/ 10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00">
                    <a:moveTo>
                      <a:pt x="47" y="20"/>
                    </a:moveTo>
                    <a:lnTo>
                      <a:pt x="80" y="0"/>
                    </a:lnTo>
                    <a:lnTo>
                      <a:pt x="0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" name="Freeform 843">
                <a:extLst>
                  <a:ext uri="{FF2B5EF4-FFF2-40B4-BE49-F238E27FC236}">
                    <a16:creationId xmlns:a16="http://schemas.microsoft.com/office/drawing/2014/main" id="{582CEF8C-E4E9-4F09-8ACA-C5F2B9414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805"/>
                <a:ext cx="73" cy="120"/>
              </a:xfrm>
              <a:custGeom>
                <a:avLst/>
                <a:gdLst>
                  <a:gd name="T0" fmla="*/ 73 w 73"/>
                  <a:gd name="T1" fmla="*/ 120 h 120"/>
                  <a:gd name="T2" fmla="*/ 40 w 73"/>
                  <a:gd name="T3" fmla="*/ 93 h 120"/>
                  <a:gd name="T4" fmla="*/ 0 w 73"/>
                  <a:gd name="T5" fmla="*/ 0 h 120"/>
                  <a:gd name="T6" fmla="*/ 73 w 73"/>
                  <a:gd name="T7" fmla="*/ 12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20">
                    <a:moveTo>
                      <a:pt x="73" y="120"/>
                    </a:moveTo>
                    <a:lnTo>
                      <a:pt x="40" y="93"/>
                    </a:lnTo>
                    <a:lnTo>
                      <a:pt x="0" y="0"/>
                    </a:lnTo>
                    <a:lnTo>
                      <a:pt x="73" y="1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9" name="Freeform 844">
                <a:extLst>
                  <a:ext uri="{FF2B5EF4-FFF2-40B4-BE49-F238E27FC236}">
                    <a16:creationId xmlns:a16="http://schemas.microsoft.com/office/drawing/2014/main" id="{4E1CD1EA-60AE-4223-B20C-25C77BDD7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805"/>
                <a:ext cx="73" cy="120"/>
              </a:xfrm>
              <a:custGeom>
                <a:avLst/>
                <a:gdLst>
                  <a:gd name="T0" fmla="*/ 73 w 73"/>
                  <a:gd name="T1" fmla="*/ 120 h 120"/>
                  <a:gd name="T2" fmla="*/ 40 w 73"/>
                  <a:gd name="T3" fmla="*/ 93 h 120"/>
                  <a:gd name="T4" fmla="*/ 0 w 73"/>
                  <a:gd name="T5" fmla="*/ 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20">
                    <a:moveTo>
                      <a:pt x="73" y="120"/>
                    </a:moveTo>
                    <a:lnTo>
                      <a:pt x="40" y="9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0" name="Freeform 845">
                <a:extLst>
                  <a:ext uri="{FF2B5EF4-FFF2-40B4-BE49-F238E27FC236}">
                    <a16:creationId xmlns:a16="http://schemas.microsoft.com/office/drawing/2014/main" id="{D3CCE20E-6172-4FE6-BF47-0F0580067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1779"/>
                <a:ext cx="66" cy="119"/>
              </a:xfrm>
              <a:custGeom>
                <a:avLst/>
                <a:gdLst>
                  <a:gd name="T0" fmla="*/ 0 w 66"/>
                  <a:gd name="T1" fmla="*/ 0 h 119"/>
                  <a:gd name="T2" fmla="*/ 26 w 66"/>
                  <a:gd name="T3" fmla="*/ 26 h 119"/>
                  <a:gd name="T4" fmla="*/ 66 w 66"/>
                  <a:gd name="T5" fmla="*/ 119 h 119"/>
                  <a:gd name="T6" fmla="*/ 0 w 66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19">
                    <a:moveTo>
                      <a:pt x="0" y="0"/>
                    </a:moveTo>
                    <a:lnTo>
                      <a:pt x="26" y="26"/>
                    </a:lnTo>
                    <a:lnTo>
                      <a:pt x="66" y="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1" name="Freeform 846">
                <a:extLst>
                  <a:ext uri="{FF2B5EF4-FFF2-40B4-BE49-F238E27FC236}">
                    <a16:creationId xmlns:a16="http://schemas.microsoft.com/office/drawing/2014/main" id="{EEB8E959-1FAF-49E8-9656-FF0B17FD9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1779"/>
                <a:ext cx="66" cy="119"/>
              </a:xfrm>
              <a:custGeom>
                <a:avLst/>
                <a:gdLst>
                  <a:gd name="T0" fmla="*/ 0 w 66"/>
                  <a:gd name="T1" fmla="*/ 0 h 119"/>
                  <a:gd name="T2" fmla="*/ 26 w 66"/>
                  <a:gd name="T3" fmla="*/ 26 h 119"/>
                  <a:gd name="T4" fmla="*/ 66 w 66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19">
                    <a:moveTo>
                      <a:pt x="0" y="0"/>
                    </a:moveTo>
                    <a:lnTo>
                      <a:pt x="26" y="26"/>
                    </a:lnTo>
                    <a:lnTo>
                      <a:pt x="66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" name="Freeform 847">
                <a:extLst>
                  <a:ext uri="{FF2B5EF4-FFF2-40B4-BE49-F238E27FC236}">
                    <a16:creationId xmlns:a16="http://schemas.microsoft.com/office/drawing/2014/main" id="{7BE57CE2-EF9A-4BBA-B818-B0457A87E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2025"/>
                <a:ext cx="93" cy="33"/>
              </a:xfrm>
              <a:custGeom>
                <a:avLst/>
                <a:gdLst>
                  <a:gd name="T0" fmla="*/ 93 w 93"/>
                  <a:gd name="T1" fmla="*/ 26 h 33"/>
                  <a:gd name="T2" fmla="*/ 53 w 93"/>
                  <a:gd name="T3" fmla="*/ 33 h 33"/>
                  <a:gd name="T4" fmla="*/ 0 w 93"/>
                  <a:gd name="T5" fmla="*/ 0 h 33"/>
                  <a:gd name="T6" fmla="*/ 93 w 93"/>
                  <a:gd name="T7" fmla="*/ 26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33">
                    <a:moveTo>
                      <a:pt x="93" y="26"/>
                    </a:moveTo>
                    <a:lnTo>
                      <a:pt x="53" y="33"/>
                    </a:lnTo>
                    <a:lnTo>
                      <a:pt x="0" y="0"/>
                    </a:lnTo>
                    <a:lnTo>
                      <a:pt x="93" y="26"/>
                    </a:lnTo>
                    <a:close/>
                  </a:path>
                </a:pathLst>
              </a:custGeom>
              <a:solidFill>
                <a:srgbClr val="7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3" name="Freeform 848">
                <a:extLst>
                  <a:ext uri="{FF2B5EF4-FFF2-40B4-BE49-F238E27FC236}">
                    <a16:creationId xmlns:a16="http://schemas.microsoft.com/office/drawing/2014/main" id="{0F2D6737-61E0-4F99-9DBB-317EF7327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2025"/>
                <a:ext cx="93" cy="33"/>
              </a:xfrm>
              <a:custGeom>
                <a:avLst/>
                <a:gdLst>
                  <a:gd name="T0" fmla="*/ 93 w 93"/>
                  <a:gd name="T1" fmla="*/ 26 h 33"/>
                  <a:gd name="T2" fmla="*/ 53 w 93"/>
                  <a:gd name="T3" fmla="*/ 33 h 33"/>
                  <a:gd name="T4" fmla="*/ 0 w 93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33">
                    <a:moveTo>
                      <a:pt x="93" y="26"/>
                    </a:moveTo>
                    <a:lnTo>
                      <a:pt x="53" y="3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4" name="Freeform 849">
                <a:extLst>
                  <a:ext uri="{FF2B5EF4-FFF2-40B4-BE49-F238E27FC236}">
                    <a16:creationId xmlns:a16="http://schemas.microsoft.com/office/drawing/2014/main" id="{2C8BB5B9-916F-4A8F-B69A-2955B4CB18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2025"/>
                <a:ext cx="99" cy="33"/>
              </a:xfrm>
              <a:custGeom>
                <a:avLst/>
                <a:gdLst>
                  <a:gd name="T0" fmla="*/ 0 w 99"/>
                  <a:gd name="T1" fmla="*/ 0 h 33"/>
                  <a:gd name="T2" fmla="*/ 46 w 99"/>
                  <a:gd name="T3" fmla="*/ 0 h 33"/>
                  <a:gd name="T4" fmla="*/ 99 w 99"/>
                  <a:gd name="T5" fmla="*/ 33 h 33"/>
                  <a:gd name="T6" fmla="*/ 0 w 99"/>
                  <a:gd name="T7" fmla="*/ 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33">
                    <a:moveTo>
                      <a:pt x="0" y="0"/>
                    </a:moveTo>
                    <a:lnTo>
                      <a:pt x="46" y="0"/>
                    </a:lnTo>
                    <a:lnTo>
                      <a:pt x="99" y="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5" name="Freeform 850">
                <a:extLst>
                  <a:ext uri="{FF2B5EF4-FFF2-40B4-BE49-F238E27FC236}">
                    <a16:creationId xmlns:a16="http://schemas.microsoft.com/office/drawing/2014/main" id="{C190EDB9-6EE5-4ADF-804B-828A82DB7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2025"/>
                <a:ext cx="99" cy="33"/>
              </a:xfrm>
              <a:custGeom>
                <a:avLst/>
                <a:gdLst>
                  <a:gd name="T0" fmla="*/ 0 w 99"/>
                  <a:gd name="T1" fmla="*/ 0 h 33"/>
                  <a:gd name="T2" fmla="*/ 46 w 99"/>
                  <a:gd name="T3" fmla="*/ 0 h 33"/>
                  <a:gd name="T4" fmla="*/ 99 w 99"/>
                  <a:gd name="T5" fmla="*/ 33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33">
                    <a:moveTo>
                      <a:pt x="0" y="0"/>
                    </a:moveTo>
                    <a:lnTo>
                      <a:pt x="46" y="0"/>
                    </a:lnTo>
                    <a:lnTo>
                      <a:pt x="99" y="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6" name="Freeform 851">
                <a:extLst>
                  <a:ext uri="{FF2B5EF4-FFF2-40B4-BE49-F238E27FC236}">
                    <a16:creationId xmlns:a16="http://schemas.microsoft.com/office/drawing/2014/main" id="{CF81BEB4-2CF7-46F2-9965-57AA71FF8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015"/>
                <a:ext cx="73" cy="26"/>
              </a:xfrm>
              <a:custGeom>
                <a:avLst/>
                <a:gdLst>
                  <a:gd name="T0" fmla="*/ 40 w 73"/>
                  <a:gd name="T1" fmla="*/ 26 h 26"/>
                  <a:gd name="T2" fmla="*/ 0 w 73"/>
                  <a:gd name="T3" fmla="*/ 6 h 26"/>
                  <a:gd name="T4" fmla="*/ 73 w 73"/>
                  <a:gd name="T5" fmla="*/ 0 h 26"/>
                  <a:gd name="T6" fmla="*/ 40 w 73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26">
                    <a:moveTo>
                      <a:pt x="40" y="26"/>
                    </a:moveTo>
                    <a:lnTo>
                      <a:pt x="0" y="6"/>
                    </a:lnTo>
                    <a:lnTo>
                      <a:pt x="73" y="0"/>
                    </a:lnTo>
                    <a:lnTo>
                      <a:pt x="40" y="26"/>
                    </a:lnTo>
                    <a:close/>
                  </a:path>
                </a:pathLst>
              </a:custGeom>
              <a:solidFill>
                <a:srgbClr val="B0F8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7" name="Freeform 852">
                <a:extLst>
                  <a:ext uri="{FF2B5EF4-FFF2-40B4-BE49-F238E27FC236}">
                    <a16:creationId xmlns:a16="http://schemas.microsoft.com/office/drawing/2014/main" id="{3199C35E-9943-49C5-822C-4B8E67629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1015"/>
                <a:ext cx="73" cy="26"/>
              </a:xfrm>
              <a:custGeom>
                <a:avLst/>
                <a:gdLst>
                  <a:gd name="T0" fmla="*/ 40 w 73"/>
                  <a:gd name="T1" fmla="*/ 26 h 26"/>
                  <a:gd name="T2" fmla="*/ 0 w 73"/>
                  <a:gd name="T3" fmla="*/ 6 h 26"/>
                  <a:gd name="T4" fmla="*/ 73 w 73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26">
                    <a:moveTo>
                      <a:pt x="40" y="26"/>
                    </a:moveTo>
                    <a:lnTo>
                      <a:pt x="0" y="6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8" name="Freeform 853">
                <a:extLst>
                  <a:ext uri="{FF2B5EF4-FFF2-40B4-BE49-F238E27FC236}">
                    <a16:creationId xmlns:a16="http://schemas.microsoft.com/office/drawing/2014/main" id="{2DE063ED-F293-49B9-9BB7-1265718FC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15"/>
                <a:ext cx="66" cy="26"/>
              </a:xfrm>
              <a:custGeom>
                <a:avLst/>
                <a:gdLst>
                  <a:gd name="T0" fmla="*/ 33 w 66"/>
                  <a:gd name="T1" fmla="*/ 0 h 26"/>
                  <a:gd name="T2" fmla="*/ 66 w 66"/>
                  <a:gd name="T3" fmla="*/ 19 h 26"/>
                  <a:gd name="T4" fmla="*/ 0 w 66"/>
                  <a:gd name="T5" fmla="*/ 26 h 26"/>
                  <a:gd name="T6" fmla="*/ 33 w 66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26">
                    <a:moveTo>
                      <a:pt x="33" y="0"/>
                    </a:moveTo>
                    <a:lnTo>
                      <a:pt x="66" y="19"/>
                    </a:lnTo>
                    <a:lnTo>
                      <a:pt x="0" y="26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B0F8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9" name="Freeform 854">
                <a:extLst>
                  <a:ext uri="{FF2B5EF4-FFF2-40B4-BE49-F238E27FC236}">
                    <a16:creationId xmlns:a16="http://schemas.microsoft.com/office/drawing/2014/main" id="{2E232C4C-879E-404F-BF19-65444B7A2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15"/>
                <a:ext cx="66" cy="26"/>
              </a:xfrm>
              <a:custGeom>
                <a:avLst/>
                <a:gdLst>
                  <a:gd name="T0" fmla="*/ 33 w 66"/>
                  <a:gd name="T1" fmla="*/ 0 h 26"/>
                  <a:gd name="T2" fmla="*/ 66 w 66"/>
                  <a:gd name="T3" fmla="*/ 19 h 26"/>
                  <a:gd name="T4" fmla="*/ 0 w 66"/>
                  <a:gd name="T5" fmla="*/ 2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26">
                    <a:moveTo>
                      <a:pt x="33" y="0"/>
                    </a:moveTo>
                    <a:lnTo>
                      <a:pt x="66" y="19"/>
                    </a:lnTo>
                    <a:lnTo>
                      <a:pt x="0" y="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0" name="Freeform 855">
                <a:extLst>
                  <a:ext uri="{FF2B5EF4-FFF2-40B4-BE49-F238E27FC236}">
                    <a16:creationId xmlns:a16="http://schemas.microsoft.com/office/drawing/2014/main" id="{85CE3760-B7BA-4D63-ADBC-5A571A71E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961"/>
                <a:ext cx="93" cy="60"/>
              </a:xfrm>
              <a:custGeom>
                <a:avLst/>
                <a:gdLst>
                  <a:gd name="T0" fmla="*/ 40 w 93"/>
                  <a:gd name="T1" fmla="*/ 54 h 60"/>
                  <a:gd name="T2" fmla="*/ 0 w 93"/>
                  <a:gd name="T3" fmla="*/ 60 h 60"/>
                  <a:gd name="T4" fmla="*/ 93 w 93"/>
                  <a:gd name="T5" fmla="*/ 0 h 60"/>
                  <a:gd name="T6" fmla="*/ 40 w 93"/>
                  <a:gd name="T7" fmla="*/ 54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60">
                    <a:moveTo>
                      <a:pt x="40" y="54"/>
                    </a:moveTo>
                    <a:lnTo>
                      <a:pt x="0" y="60"/>
                    </a:lnTo>
                    <a:lnTo>
                      <a:pt x="93" y="0"/>
                    </a:lnTo>
                    <a:lnTo>
                      <a:pt x="40" y="54"/>
                    </a:lnTo>
                    <a:close/>
                  </a:path>
                </a:pathLst>
              </a:custGeom>
              <a:solidFill>
                <a:srgbClr val="40A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1" name="Freeform 856">
                <a:extLst>
                  <a:ext uri="{FF2B5EF4-FFF2-40B4-BE49-F238E27FC236}">
                    <a16:creationId xmlns:a16="http://schemas.microsoft.com/office/drawing/2014/main" id="{014A4216-6055-4B2F-B456-A5BB09A59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961"/>
                <a:ext cx="93" cy="60"/>
              </a:xfrm>
              <a:custGeom>
                <a:avLst/>
                <a:gdLst>
                  <a:gd name="T0" fmla="*/ 40 w 93"/>
                  <a:gd name="T1" fmla="*/ 54 h 60"/>
                  <a:gd name="T2" fmla="*/ 0 w 93"/>
                  <a:gd name="T3" fmla="*/ 60 h 60"/>
                  <a:gd name="T4" fmla="*/ 93 w 93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60">
                    <a:moveTo>
                      <a:pt x="40" y="54"/>
                    </a:moveTo>
                    <a:lnTo>
                      <a:pt x="0" y="60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2" name="Freeform 857">
                <a:extLst>
                  <a:ext uri="{FF2B5EF4-FFF2-40B4-BE49-F238E27FC236}">
                    <a16:creationId xmlns:a16="http://schemas.microsoft.com/office/drawing/2014/main" id="{D131AEC7-A11E-400B-B0DF-3D45104D64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955"/>
                <a:ext cx="92" cy="60"/>
              </a:xfrm>
              <a:custGeom>
                <a:avLst/>
                <a:gdLst>
                  <a:gd name="T0" fmla="*/ 53 w 92"/>
                  <a:gd name="T1" fmla="*/ 6 h 60"/>
                  <a:gd name="T2" fmla="*/ 92 w 92"/>
                  <a:gd name="T3" fmla="*/ 0 h 60"/>
                  <a:gd name="T4" fmla="*/ 0 w 92"/>
                  <a:gd name="T5" fmla="*/ 60 h 60"/>
                  <a:gd name="T6" fmla="*/ 53 w 92"/>
                  <a:gd name="T7" fmla="*/ 6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60">
                    <a:moveTo>
                      <a:pt x="53" y="6"/>
                    </a:moveTo>
                    <a:lnTo>
                      <a:pt x="92" y="0"/>
                    </a:lnTo>
                    <a:lnTo>
                      <a:pt x="0" y="60"/>
                    </a:lnTo>
                    <a:lnTo>
                      <a:pt x="53" y="6"/>
                    </a:lnTo>
                    <a:close/>
                  </a:path>
                </a:pathLst>
              </a:custGeom>
              <a:solidFill>
                <a:srgbClr val="40A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3" name="Freeform 858">
                <a:extLst>
                  <a:ext uri="{FF2B5EF4-FFF2-40B4-BE49-F238E27FC236}">
                    <a16:creationId xmlns:a16="http://schemas.microsoft.com/office/drawing/2014/main" id="{12AE6BAA-C3AA-4E24-8C14-2F0546C6B6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955"/>
                <a:ext cx="92" cy="60"/>
              </a:xfrm>
              <a:custGeom>
                <a:avLst/>
                <a:gdLst>
                  <a:gd name="T0" fmla="*/ 53 w 92"/>
                  <a:gd name="T1" fmla="*/ 6 h 60"/>
                  <a:gd name="T2" fmla="*/ 92 w 92"/>
                  <a:gd name="T3" fmla="*/ 0 h 60"/>
                  <a:gd name="T4" fmla="*/ 0 w 92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60">
                    <a:moveTo>
                      <a:pt x="53" y="6"/>
                    </a:moveTo>
                    <a:lnTo>
                      <a:pt x="92" y="0"/>
                    </a:lnTo>
                    <a:lnTo>
                      <a:pt x="0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4" name="Freeform 859">
                <a:extLst>
                  <a:ext uri="{FF2B5EF4-FFF2-40B4-BE49-F238E27FC236}">
                    <a16:creationId xmlns:a16="http://schemas.microsoft.com/office/drawing/2014/main" id="{78A16873-D8F5-4C44-A29F-0ECF7BC6C3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2018"/>
                <a:ext cx="92" cy="33"/>
              </a:xfrm>
              <a:custGeom>
                <a:avLst/>
                <a:gdLst>
                  <a:gd name="T0" fmla="*/ 92 w 92"/>
                  <a:gd name="T1" fmla="*/ 26 h 33"/>
                  <a:gd name="T2" fmla="*/ 46 w 92"/>
                  <a:gd name="T3" fmla="*/ 33 h 33"/>
                  <a:gd name="T4" fmla="*/ 0 w 92"/>
                  <a:gd name="T5" fmla="*/ 0 h 33"/>
                  <a:gd name="T6" fmla="*/ 92 w 92"/>
                  <a:gd name="T7" fmla="*/ 26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33">
                    <a:moveTo>
                      <a:pt x="92" y="26"/>
                    </a:moveTo>
                    <a:lnTo>
                      <a:pt x="46" y="33"/>
                    </a:lnTo>
                    <a:lnTo>
                      <a:pt x="0" y="0"/>
                    </a:lnTo>
                    <a:lnTo>
                      <a:pt x="92" y="26"/>
                    </a:lnTo>
                    <a:close/>
                  </a:path>
                </a:pathLst>
              </a:custGeom>
              <a:solidFill>
                <a:srgbClr val="8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5" name="Freeform 860">
                <a:extLst>
                  <a:ext uri="{FF2B5EF4-FFF2-40B4-BE49-F238E27FC236}">
                    <a16:creationId xmlns:a16="http://schemas.microsoft.com/office/drawing/2014/main" id="{5DCB8413-F03C-4946-8F29-C4BEEC0DB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2018"/>
                <a:ext cx="92" cy="33"/>
              </a:xfrm>
              <a:custGeom>
                <a:avLst/>
                <a:gdLst>
                  <a:gd name="T0" fmla="*/ 92 w 92"/>
                  <a:gd name="T1" fmla="*/ 26 h 33"/>
                  <a:gd name="T2" fmla="*/ 46 w 92"/>
                  <a:gd name="T3" fmla="*/ 33 h 33"/>
                  <a:gd name="T4" fmla="*/ 0 w 92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33">
                    <a:moveTo>
                      <a:pt x="92" y="26"/>
                    </a:moveTo>
                    <a:lnTo>
                      <a:pt x="46" y="3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6" name="Freeform 861">
                <a:extLst>
                  <a:ext uri="{FF2B5EF4-FFF2-40B4-BE49-F238E27FC236}">
                    <a16:creationId xmlns:a16="http://schemas.microsoft.com/office/drawing/2014/main" id="{8685074E-1637-4E34-8B31-BCA91F31B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2018"/>
                <a:ext cx="93" cy="33"/>
              </a:xfrm>
              <a:custGeom>
                <a:avLst/>
                <a:gdLst>
                  <a:gd name="T0" fmla="*/ 0 w 93"/>
                  <a:gd name="T1" fmla="*/ 7 h 33"/>
                  <a:gd name="T2" fmla="*/ 47 w 93"/>
                  <a:gd name="T3" fmla="*/ 0 h 33"/>
                  <a:gd name="T4" fmla="*/ 93 w 93"/>
                  <a:gd name="T5" fmla="*/ 33 h 33"/>
                  <a:gd name="T6" fmla="*/ 0 w 93"/>
                  <a:gd name="T7" fmla="*/ 7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33">
                    <a:moveTo>
                      <a:pt x="0" y="7"/>
                    </a:moveTo>
                    <a:lnTo>
                      <a:pt x="47" y="0"/>
                    </a:lnTo>
                    <a:lnTo>
                      <a:pt x="93" y="33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7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7" name="Freeform 862">
                <a:extLst>
                  <a:ext uri="{FF2B5EF4-FFF2-40B4-BE49-F238E27FC236}">
                    <a16:creationId xmlns:a16="http://schemas.microsoft.com/office/drawing/2014/main" id="{8DA7A7BF-2D92-43ED-B411-63F579BAF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2018"/>
                <a:ext cx="93" cy="33"/>
              </a:xfrm>
              <a:custGeom>
                <a:avLst/>
                <a:gdLst>
                  <a:gd name="T0" fmla="*/ 0 w 93"/>
                  <a:gd name="T1" fmla="*/ 7 h 33"/>
                  <a:gd name="T2" fmla="*/ 47 w 93"/>
                  <a:gd name="T3" fmla="*/ 0 h 33"/>
                  <a:gd name="T4" fmla="*/ 93 w 93"/>
                  <a:gd name="T5" fmla="*/ 33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33">
                    <a:moveTo>
                      <a:pt x="0" y="7"/>
                    </a:moveTo>
                    <a:lnTo>
                      <a:pt x="47" y="0"/>
                    </a:lnTo>
                    <a:lnTo>
                      <a:pt x="93" y="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" name="Freeform 863">
                <a:extLst>
                  <a:ext uri="{FF2B5EF4-FFF2-40B4-BE49-F238E27FC236}">
                    <a16:creationId xmlns:a16="http://schemas.microsoft.com/office/drawing/2014/main" id="{043F2C58-871A-4556-8E8B-82F49957C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34"/>
                <a:ext cx="66" cy="34"/>
              </a:xfrm>
              <a:custGeom>
                <a:avLst/>
                <a:gdLst>
                  <a:gd name="T0" fmla="*/ 33 w 66"/>
                  <a:gd name="T1" fmla="*/ 34 h 34"/>
                  <a:gd name="T2" fmla="*/ 0 w 66"/>
                  <a:gd name="T3" fmla="*/ 7 h 34"/>
                  <a:gd name="T4" fmla="*/ 66 w 66"/>
                  <a:gd name="T5" fmla="*/ 0 h 34"/>
                  <a:gd name="T6" fmla="*/ 33 w 66"/>
                  <a:gd name="T7" fmla="*/ 34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34">
                    <a:moveTo>
                      <a:pt x="33" y="34"/>
                    </a:moveTo>
                    <a:lnTo>
                      <a:pt x="0" y="7"/>
                    </a:lnTo>
                    <a:lnTo>
                      <a:pt x="66" y="0"/>
                    </a:lnTo>
                    <a:lnTo>
                      <a:pt x="33" y="34"/>
                    </a:lnTo>
                    <a:close/>
                  </a:path>
                </a:pathLst>
              </a:custGeom>
              <a:solidFill>
                <a:srgbClr val="C0F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" name="Freeform 864">
                <a:extLst>
                  <a:ext uri="{FF2B5EF4-FFF2-40B4-BE49-F238E27FC236}">
                    <a16:creationId xmlns:a16="http://schemas.microsoft.com/office/drawing/2014/main" id="{78362417-5972-4DD8-9917-A102481B8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34"/>
                <a:ext cx="66" cy="34"/>
              </a:xfrm>
              <a:custGeom>
                <a:avLst/>
                <a:gdLst>
                  <a:gd name="T0" fmla="*/ 33 w 66"/>
                  <a:gd name="T1" fmla="*/ 34 h 34"/>
                  <a:gd name="T2" fmla="*/ 0 w 66"/>
                  <a:gd name="T3" fmla="*/ 7 h 34"/>
                  <a:gd name="T4" fmla="*/ 66 w 66"/>
                  <a:gd name="T5" fmla="*/ 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34">
                    <a:moveTo>
                      <a:pt x="33" y="34"/>
                    </a:moveTo>
                    <a:lnTo>
                      <a:pt x="0" y="7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0" name="Freeform 865">
                <a:extLst>
                  <a:ext uri="{FF2B5EF4-FFF2-40B4-BE49-F238E27FC236}">
                    <a16:creationId xmlns:a16="http://schemas.microsoft.com/office/drawing/2014/main" id="{D1F26944-2095-4B01-BC03-9EB6CEF9B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034"/>
                <a:ext cx="66" cy="34"/>
              </a:xfrm>
              <a:custGeom>
                <a:avLst/>
                <a:gdLst>
                  <a:gd name="T0" fmla="*/ 33 w 66"/>
                  <a:gd name="T1" fmla="*/ 0 h 34"/>
                  <a:gd name="T2" fmla="*/ 66 w 66"/>
                  <a:gd name="T3" fmla="*/ 27 h 34"/>
                  <a:gd name="T4" fmla="*/ 0 w 66"/>
                  <a:gd name="T5" fmla="*/ 34 h 34"/>
                  <a:gd name="T6" fmla="*/ 33 w 66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34">
                    <a:moveTo>
                      <a:pt x="33" y="0"/>
                    </a:moveTo>
                    <a:lnTo>
                      <a:pt x="66" y="27"/>
                    </a:lnTo>
                    <a:lnTo>
                      <a:pt x="0" y="3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C0F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1" name="Freeform 866">
                <a:extLst>
                  <a:ext uri="{FF2B5EF4-FFF2-40B4-BE49-F238E27FC236}">
                    <a16:creationId xmlns:a16="http://schemas.microsoft.com/office/drawing/2014/main" id="{7C224D44-9094-457F-A9D0-B8467BAD9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034"/>
                <a:ext cx="66" cy="34"/>
              </a:xfrm>
              <a:custGeom>
                <a:avLst/>
                <a:gdLst>
                  <a:gd name="T0" fmla="*/ 33 w 66"/>
                  <a:gd name="T1" fmla="*/ 0 h 34"/>
                  <a:gd name="T2" fmla="*/ 66 w 66"/>
                  <a:gd name="T3" fmla="*/ 27 h 34"/>
                  <a:gd name="T4" fmla="*/ 0 w 66"/>
                  <a:gd name="T5" fmla="*/ 34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34">
                    <a:moveTo>
                      <a:pt x="33" y="0"/>
                    </a:moveTo>
                    <a:lnTo>
                      <a:pt x="66" y="27"/>
                    </a:lnTo>
                    <a:lnTo>
                      <a:pt x="0" y="3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2" name="Freeform 867">
                <a:extLst>
                  <a:ext uri="{FF2B5EF4-FFF2-40B4-BE49-F238E27FC236}">
                    <a16:creationId xmlns:a16="http://schemas.microsoft.com/office/drawing/2014/main" id="{4748B323-30F1-4BE5-8988-F744F688C4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573"/>
                <a:ext cx="34" cy="146"/>
              </a:xfrm>
              <a:custGeom>
                <a:avLst/>
                <a:gdLst>
                  <a:gd name="T0" fmla="*/ 34 w 34"/>
                  <a:gd name="T1" fmla="*/ 146 h 146"/>
                  <a:gd name="T2" fmla="*/ 14 w 34"/>
                  <a:gd name="T3" fmla="*/ 113 h 146"/>
                  <a:gd name="T4" fmla="*/ 0 w 34"/>
                  <a:gd name="T5" fmla="*/ 0 h 146"/>
                  <a:gd name="T6" fmla="*/ 34 w 34"/>
                  <a:gd name="T7" fmla="*/ 14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146">
                    <a:moveTo>
                      <a:pt x="34" y="146"/>
                    </a:moveTo>
                    <a:lnTo>
                      <a:pt x="14" y="113"/>
                    </a:lnTo>
                    <a:lnTo>
                      <a:pt x="0" y="0"/>
                    </a:lnTo>
                    <a:lnTo>
                      <a:pt x="34" y="146"/>
                    </a:lnTo>
                    <a:close/>
                  </a:path>
                </a:pathLst>
              </a:custGeom>
              <a:solidFill>
                <a:srgbClr val="0000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3" name="Freeform 868">
                <a:extLst>
                  <a:ext uri="{FF2B5EF4-FFF2-40B4-BE49-F238E27FC236}">
                    <a16:creationId xmlns:a16="http://schemas.microsoft.com/office/drawing/2014/main" id="{FF3E750C-CBA3-4F5D-8ACC-55C8F8EE6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573"/>
                <a:ext cx="34" cy="146"/>
              </a:xfrm>
              <a:custGeom>
                <a:avLst/>
                <a:gdLst>
                  <a:gd name="T0" fmla="*/ 34 w 34"/>
                  <a:gd name="T1" fmla="*/ 146 h 146"/>
                  <a:gd name="T2" fmla="*/ 14 w 34"/>
                  <a:gd name="T3" fmla="*/ 113 h 146"/>
                  <a:gd name="T4" fmla="*/ 0 w 34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146">
                    <a:moveTo>
                      <a:pt x="34" y="146"/>
                    </a:moveTo>
                    <a:lnTo>
                      <a:pt x="14" y="11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4" name="Freeform 869">
                <a:extLst>
                  <a:ext uri="{FF2B5EF4-FFF2-40B4-BE49-F238E27FC236}">
                    <a16:creationId xmlns:a16="http://schemas.microsoft.com/office/drawing/2014/main" id="{065E7874-E91A-4F59-ACEB-41E52C5D1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546"/>
                <a:ext cx="27" cy="140"/>
              </a:xfrm>
              <a:custGeom>
                <a:avLst/>
                <a:gdLst>
                  <a:gd name="T0" fmla="*/ 0 w 27"/>
                  <a:gd name="T1" fmla="*/ 0 h 140"/>
                  <a:gd name="T2" fmla="*/ 13 w 27"/>
                  <a:gd name="T3" fmla="*/ 27 h 140"/>
                  <a:gd name="T4" fmla="*/ 27 w 27"/>
                  <a:gd name="T5" fmla="*/ 140 h 140"/>
                  <a:gd name="T6" fmla="*/ 0 w 27"/>
                  <a:gd name="T7" fmla="*/ 0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40">
                    <a:moveTo>
                      <a:pt x="0" y="0"/>
                    </a:moveTo>
                    <a:lnTo>
                      <a:pt x="13" y="27"/>
                    </a:lnTo>
                    <a:lnTo>
                      <a:pt x="27" y="1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5" name="Freeform 870">
                <a:extLst>
                  <a:ext uri="{FF2B5EF4-FFF2-40B4-BE49-F238E27FC236}">
                    <a16:creationId xmlns:a16="http://schemas.microsoft.com/office/drawing/2014/main" id="{9FD8EF0C-FFD4-4E4F-8502-2C23BEC9C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546"/>
                <a:ext cx="27" cy="140"/>
              </a:xfrm>
              <a:custGeom>
                <a:avLst/>
                <a:gdLst>
                  <a:gd name="T0" fmla="*/ 0 w 27"/>
                  <a:gd name="T1" fmla="*/ 0 h 140"/>
                  <a:gd name="T2" fmla="*/ 13 w 27"/>
                  <a:gd name="T3" fmla="*/ 27 h 140"/>
                  <a:gd name="T4" fmla="*/ 27 w 27"/>
                  <a:gd name="T5" fmla="*/ 14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40">
                    <a:moveTo>
                      <a:pt x="0" y="0"/>
                    </a:moveTo>
                    <a:lnTo>
                      <a:pt x="13" y="27"/>
                    </a:lnTo>
                    <a:lnTo>
                      <a:pt x="27" y="1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6" name="Freeform 871">
                <a:extLst>
                  <a:ext uri="{FF2B5EF4-FFF2-40B4-BE49-F238E27FC236}">
                    <a16:creationId xmlns:a16="http://schemas.microsoft.com/office/drawing/2014/main" id="{E66CA5DA-7489-4191-A51F-296A4B9D8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32"/>
                <a:ext cx="79" cy="113"/>
              </a:xfrm>
              <a:custGeom>
                <a:avLst/>
                <a:gdLst>
                  <a:gd name="T0" fmla="*/ 79 w 79"/>
                  <a:gd name="T1" fmla="*/ 113 h 113"/>
                  <a:gd name="T2" fmla="*/ 46 w 79"/>
                  <a:gd name="T3" fmla="*/ 93 h 113"/>
                  <a:gd name="T4" fmla="*/ 0 w 79"/>
                  <a:gd name="T5" fmla="*/ 0 h 113"/>
                  <a:gd name="T6" fmla="*/ 79 w 79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13">
                    <a:moveTo>
                      <a:pt x="79" y="113"/>
                    </a:moveTo>
                    <a:lnTo>
                      <a:pt x="46" y="93"/>
                    </a:lnTo>
                    <a:lnTo>
                      <a:pt x="0" y="0"/>
                    </a:lnTo>
                    <a:lnTo>
                      <a:pt x="79" y="113"/>
                    </a:lnTo>
                    <a:close/>
                  </a:path>
                </a:pathLst>
              </a:custGeom>
              <a:solidFill>
                <a:srgbClr val="180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7" name="Freeform 872">
                <a:extLst>
                  <a:ext uri="{FF2B5EF4-FFF2-40B4-BE49-F238E27FC236}">
                    <a16:creationId xmlns:a16="http://schemas.microsoft.com/office/drawing/2014/main" id="{4FA7E1C4-6783-400C-9489-BA9F481A8B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32"/>
                <a:ext cx="79" cy="113"/>
              </a:xfrm>
              <a:custGeom>
                <a:avLst/>
                <a:gdLst>
                  <a:gd name="T0" fmla="*/ 79 w 79"/>
                  <a:gd name="T1" fmla="*/ 113 h 113"/>
                  <a:gd name="T2" fmla="*/ 46 w 79"/>
                  <a:gd name="T3" fmla="*/ 93 h 113"/>
                  <a:gd name="T4" fmla="*/ 0 w 79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13">
                    <a:moveTo>
                      <a:pt x="79" y="113"/>
                    </a:moveTo>
                    <a:lnTo>
                      <a:pt x="46" y="9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8" name="Freeform 873">
                <a:extLst>
                  <a:ext uri="{FF2B5EF4-FFF2-40B4-BE49-F238E27FC236}">
                    <a16:creationId xmlns:a16="http://schemas.microsoft.com/office/drawing/2014/main" id="{7E90763A-52F2-4075-8174-EA2D78948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805"/>
                <a:ext cx="73" cy="120"/>
              </a:xfrm>
              <a:custGeom>
                <a:avLst/>
                <a:gdLst>
                  <a:gd name="T0" fmla="*/ 0 w 73"/>
                  <a:gd name="T1" fmla="*/ 0 h 120"/>
                  <a:gd name="T2" fmla="*/ 27 w 73"/>
                  <a:gd name="T3" fmla="*/ 27 h 120"/>
                  <a:gd name="T4" fmla="*/ 73 w 73"/>
                  <a:gd name="T5" fmla="*/ 120 h 120"/>
                  <a:gd name="T6" fmla="*/ 0 w 73"/>
                  <a:gd name="T7" fmla="*/ 0 h 1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20">
                    <a:moveTo>
                      <a:pt x="0" y="0"/>
                    </a:moveTo>
                    <a:lnTo>
                      <a:pt x="27" y="27"/>
                    </a:lnTo>
                    <a:lnTo>
                      <a:pt x="73" y="1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" name="Freeform 874">
                <a:extLst>
                  <a:ext uri="{FF2B5EF4-FFF2-40B4-BE49-F238E27FC236}">
                    <a16:creationId xmlns:a16="http://schemas.microsoft.com/office/drawing/2014/main" id="{4CF225B4-72CA-4FB0-8526-88B56B62F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0" y="1805"/>
                <a:ext cx="73" cy="120"/>
              </a:xfrm>
              <a:custGeom>
                <a:avLst/>
                <a:gdLst>
                  <a:gd name="T0" fmla="*/ 0 w 73"/>
                  <a:gd name="T1" fmla="*/ 0 h 120"/>
                  <a:gd name="T2" fmla="*/ 27 w 73"/>
                  <a:gd name="T3" fmla="*/ 27 h 120"/>
                  <a:gd name="T4" fmla="*/ 73 w 73"/>
                  <a:gd name="T5" fmla="*/ 120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20">
                    <a:moveTo>
                      <a:pt x="0" y="0"/>
                    </a:moveTo>
                    <a:lnTo>
                      <a:pt x="27" y="27"/>
                    </a:lnTo>
                    <a:lnTo>
                      <a:pt x="73" y="12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0" name="Freeform 875">
                <a:extLst>
                  <a:ext uri="{FF2B5EF4-FFF2-40B4-BE49-F238E27FC236}">
                    <a16:creationId xmlns:a16="http://schemas.microsoft.com/office/drawing/2014/main" id="{5B9EB0F8-45A2-437C-ADF3-3843160C3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955"/>
                <a:ext cx="92" cy="60"/>
              </a:xfrm>
              <a:custGeom>
                <a:avLst/>
                <a:gdLst>
                  <a:gd name="T0" fmla="*/ 33 w 92"/>
                  <a:gd name="T1" fmla="*/ 60 h 60"/>
                  <a:gd name="T2" fmla="*/ 0 w 92"/>
                  <a:gd name="T3" fmla="*/ 60 h 60"/>
                  <a:gd name="T4" fmla="*/ 92 w 92"/>
                  <a:gd name="T5" fmla="*/ 0 h 60"/>
                  <a:gd name="T6" fmla="*/ 33 w 9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60">
                    <a:moveTo>
                      <a:pt x="33" y="60"/>
                    </a:moveTo>
                    <a:lnTo>
                      <a:pt x="0" y="60"/>
                    </a:lnTo>
                    <a:lnTo>
                      <a:pt x="92" y="0"/>
                    </a:lnTo>
                    <a:lnTo>
                      <a:pt x="33" y="60"/>
                    </a:lnTo>
                    <a:close/>
                  </a:path>
                </a:pathLst>
              </a:custGeom>
              <a:solidFill>
                <a:srgbClr val="6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1" name="Freeform 876">
                <a:extLst>
                  <a:ext uri="{FF2B5EF4-FFF2-40B4-BE49-F238E27FC236}">
                    <a16:creationId xmlns:a16="http://schemas.microsoft.com/office/drawing/2014/main" id="{84DAC286-E1C3-4F73-9C39-74EF1CCD92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9" y="955"/>
                <a:ext cx="92" cy="60"/>
              </a:xfrm>
              <a:custGeom>
                <a:avLst/>
                <a:gdLst>
                  <a:gd name="T0" fmla="*/ 33 w 92"/>
                  <a:gd name="T1" fmla="*/ 60 h 60"/>
                  <a:gd name="T2" fmla="*/ 0 w 92"/>
                  <a:gd name="T3" fmla="*/ 60 h 60"/>
                  <a:gd name="T4" fmla="*/ 92 w 92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60">
                    <a:moveTo>
                      <a:pt x="33" y="60"/>
                    </a:moveTo>
                    <a:lnTo>
                      <a:pt x="0" y="60"/>
                    </a:lnTo>
                    <a:lnTo>
                      <a:pt x="9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2" name="Freeform 877">
                <a:extLst>
                  <a:ext uri="{FF2B5EF4-FFF2-40B4-BE49-F238E27FC236}">
                    <a16:creationId xmlns:a16="http://schemas.microsoft.com/office/drawing/2014/main" id="{005BB9AF-AD21-4936-93A0-D571773018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948"/>
                <a:ext cx="92" cy="67"/>
              </a:xfrm>
              <a:custGeom>
                <a:avLst/>
                <a:gdLst>
                  <a:gd name="T0" fmla="*/ 59 w 92"/>
                  <a:gd name="T1" fmla="*/ 7 h 67"/>
                  <a:gd name="T2" fmla="*/ 92 w 92"/>
                  <a:gd name="T3" fmla="*/ 0 h 67"/>
                  <a:gd name="T4" fmla="*/ 0 w 92"/>
                  <a:gd name="T5" fmla="*/ 67 h 67"/>
                  <a:gd name="T6" fmla="*/ 59 w 92"/>
                  <a:gd name="T7" fmla="*/ 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67">
                    <a:moveTo>
                      <a:pt x="59" y="7"/>
                    </a:moveTo>
                    <a:lnTo>
                      <a:pt x="92" y="0"/>
                    </a:lnTo>
                    <a:lnTo>
                      <a:pt x="0" y="67"/>
                    </a:lnTo>
                    <a:lnTo>
                      <a:pt x="59" y="7"/>
                    </a:lnTo>
                    <a:close/>
                  </a:path>
                </a:pathLst>
              </a:custGeom>
              <a:solidFill>
                <a:srgbClr val="60B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3" name="Freeform 878">
                <a:extLst>
                  <a:ext uri="{FF2B5EF4-FFF2-40B4-BE49-F238E27FC236}">
                    <a16:creationId xmlns:a16="http://schemas.microsoft.com/office/drawing/2014/main" id="{4707F68C-60A9-4853-8004-CB1F480BF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948"/>
                <a:ext cx="92" cy="67"/>
              </a:xfrm>
              <a:custGeom>
                <a:avLst/>
                <a:gdLst>
                  <a:gd name="T0" fmla="*/ 59 w 92"/>
                  <a:gd name="T1" fmla="*/ 7 h 67"/>
                  <a:gd name="T2" fmla="*/ 92 w 92"/>
                  <a:gd name="T3" fmla="*/ 0 h 67"/>
                  <a:gd name="T4" fmla="*/ 0 w 92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67">
                    <a:moveTo>
                      <a:pt x="59" y="7"/>
                    </a:moveTo>
                    <a:lnTo>
                      <a:pt x="92" y="0"/>
                    </a:lnTo>
                    <a:lnTo>
                      <a:pt x="0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4" name="Freeform 879">
                <a:extLst>
                  <a:ext uri="{FF2B5EF4-FFF2-40B4-BE49-F238E27FC236}">
                    <a16:creationId xmlns:a16="http://schemas.microsoft.com/office/drawing/2014/main" id="{D0501DC3-1F4E-4322-AE13-21E341F6A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2011"/>
                <a:ext cx="86" cy="33"/>
              </a:xfrm>
              <a:custGeom>
                <a:avLst/>
                <a:gdLst>
                  <a:gd name="T0" fmla="*/ 86 w 86"/>
                  <a:gd name="T1" fmla="*/ 20 h 33"/>
                  <a:gd name="T2" fmla="*/ 39 w 86"/>
                  <a:gd name="T3" fmla="*/ 33 h 33"/>
                  <a:gd name="T4" fmla="*/ 0 w 86"/>
                  <a:gd name="T5" fmla="*/ 0 h 33"/>
                  <a:gd name="T6" fmla="*/ 86 w 86"/>
                  <a:gd name="T7" fmla="*/ 20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33">
                    <a:moveTo>
                      <a:pt x="86" y="20"/>
                    </a:moveTo>
                    <a:lnTo>
                      <a:pt x="39" y="33"/>
                    </a:lnTo>
                    <a:lnTo>
                      <a:pt x="0" y="0"/>
                    </a:lnTo>
                    <a:lnTo>
                      <a:pt x="86" y="20"/>
                    </a:lnTo>
                    <a:close/>
                  </a:path>
                </a:pathLst>
              </a:custGeom>
              <a:solidFill>
                <a:srgbClr val="981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5" name="Freeform 880">
                <a:extLst>
                  <a:ext uri="{FF2B5EF4-FFF2-40B4-BE49-F238E27FC236}">
                    <a16:creationId xmlns:a16="http://schemas.microsoft.com/office/drawing/2014/main" id="{45F6317B-20CC-4147-A834-1452F2F86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2011"/>
                <a:ext cx="86" cy="33"/>
              </a:xfrm>
              <a:custGeom>
                <a:avLst/>
                <a:gdLst>
                  <a:gd name="T0" fmla="*/ 86 w 86"/>
                  <a:gd name="T1" fmla="*/ 20 h 33"/>
                  <a:gd name="T2" fmla="*/ 39 w 86"/>
                  <a:gd name="T3" fmla="*/ 33 h 33"/>
                  <a:gd name="T4" fmla="*/ 0 w 86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33">
                    <a:moveTo>
                      <a:pt x="86" y="20"/>
                    </a:moveTo>
                    <a:lnTo>
                      <a:pt x="39" y="3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6" name="Freeform 881">
                <a:extLst>
                  <a:ext uri="{FF2B5EF4-FFF2-40B4-BE49-F238E27FC236}">
                    <a16:creationId xmlns:a16="http://schemas.microsoft.com/office/drawing/2014/main" id="{914277E4-9575-49F4-A01A-B0DD6D0FF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2011"/>
                <a:ext cx="92" cy="33"/>
              </a:xfrm>
              <a:custGeom>
                <a:avLst/>
                <a:gdLst>
                  <a:gd name="T0" fmla="*/ 0 w 92"/>
                  <a:gd name="T1" fmla="*/ 7 h 33"/>
                  <a:gd name="T2" fmla="*/ 53 w 92"/>
                  <a:gd name="T3" fmla="*/ 0 h 33"/>
                  <a:gd name="T4" fmla="*/ 92 w 92"/>
                  <a:gd name="T5" fmla="*/ 33 h 33"/>
                  <a:gd name="T6" fmla="*/ 0 w 92"/>
                  <a:gd name="T7" fmla="*/ 7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33">
                    <a:moveTo>
                      <a:pt x="0" y="7"/>
                    </a:moveTo>
                    <a:lnTo>
                      <a:pt x="53" y="0"/>
                    </a:lnTo>
                    <a:lnTo>
                      <a:pt x="92" y="33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88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7" name="Freeform 882">
                <a:extLst>
                  <a:ext uri="{FF2B5EF4-FFF2-40B4-BE49-F238E27FC236}">
                    <a16:creationId xmlns:a16="http://schemas.microsoft.com/office/drawing/2014/main" id="{89168675-57F7-4F98-B83C-7E807663C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4" y="2011"/>
                <a:ext cx="92" cy="33"/>
              </a:xfrm>
              <a:custGeom>
                <a:avLst/>
                <a:gdLst>
                  <a:gd name="T0" fmla="*/ 0 w 92"/>
                  <a:gd name="T1" fmla="*/ 7 h 33"/>
                  <a:gd name="T2" fmla="*/ 53 w 92"/>
                  <a:gd name="T3" fmla="*/ 0 h 33"/>
                  <a:gd name="T4" fmla="*/ 92 w 92"/>
                  <a:gd name="T5" fmla="*/ 33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33">
                    <a:moveTo>
                      <a:pt x="0" y="7"/>
                    </a:moveTo>
                    <a:lnTo>
                      <a:pt x="53" y="0"/>
                    </a:lnTo>
                    <a:lnTo>
                      <a:pt x="92" y="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8" name="Freeform 883">
                <a:extLst>
                  <a:ext uri="{FF2B5EF4-FFF2-40B4-BE49-F238E27FC236}">
                    <a16:creationId xmlns:a16="http://schemas.microsoft.com/office/drawing/2014/main" id="{F0E0AE0B-A846-4036-8D1E-288AA510B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061"/>
                <a:ext cx="66" cy="40"/>
              </a:xfrm>
              <a:custGeom>
                <a:avLst/>
                <a:gdLst>
                  <a:gd name="T0" fmla="*/ 39 w 66"/>
                  <a:gd name="T1" fmla="*/ 40 h 40"/>
                  <a:gd name="T2" fmla="*/ 0 w 66"/>
                  <a:gd name="T3" fmla="*/ 7 h 40"/>
                  <a:gd name="T4" fmla="*/ 66 w 66"/>
                  <a:gd name="T5" fmla="*/ 0 h 40"/>
                  <a:gd name="T6" fmla="*/ 39 w 66"/>
                  <a:gd name="T7" fmla="*/ 4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40">
                    <a:moveTo>
                      <a:pt x="39" y="40"/>
                    </a:moveTo>
                    <a:lnTo>
                      <a:pt x="0" y="7"/>
                    </a:lnTo>
                    <a:lnTo>
                      <a:pt x="66" y="0"/>
                    </a:lnTo>
                    <a:lnTo>
                      <a:pt x="39" y="40"/>
                    </a:lnTo>
                    <a:close/>
                  </a:path>
                </a:pathLst>
              </a:custGeom>
              <a:solidFill>
                <a:srgbClr val="D0F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" name="Freeform 884">
                <a:extLst>
                  <a:ext uri="{FF2B5EF4-FFF2-40B4-BE49-F238E27FC236}">
                    <a16:creationId xmlns:a16="http://schemas.microsoft.com/office/drawing/2014/main" id="{284626DC-3980-422D-ADB4-2A06EB2F20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9" y="1061"/>
                <a:ext cx="66" cy="40"/>
              </a:xfrm>
              <a:custGeom>
                <a:avLst/>
                <a:gdLst>
                  <a:gd name="T0" fmla="*/ 39 w 66"/>
                  <a:gd name="T1" fmla="*/ 40 h 40"/>
                  <a:gd name="T2" fmla="*/ 0 w 66"/>
                  <a:gd name="T3" fmla="*/ 7 h 40"/>
                  <a:gd name="T4" fmla="*/ 66 w 66"/>
                  <a:gd name="T5" fmla="*/ 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40">
                    <a:moveTo>
                      <a:pt x="39" y="40"/>
                    </a:moveTo>
                    <a:lnTo>
                      <a:pt x="0" y="7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0" name="Freeform 885">
                <a:extLst>
                  <a:ext uri="{FF2B5EF4-FFF2-40B4-BE49-F238E27FC236}">
                    <a16:creationId xmlns:a16="http://schemas.microsoft.com/office/drawing/2014/main" id="{509E2AEB-D2C9-4F02-80E0-20C71FA501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061"/>
                <a:ext cx="60" cy="40"/>
              </a:xfrm>
              <a:custGeom>
                <a:avLst/>
                <a:gdLst>
                  <a:gd name="T0" fmla="*/ 27 w 60"/>
                  <a:gd name="T1" fmla="*/ 0 h 40"/>
                  <a:gd name="T2" fmla="*/ 60 w 60"/>
                  <a:gd name="T3" fmla="*/ 33 h 40"/>
                  <a:gd name="T4" fmla="*/ 0 w 60"/>
                  <a:gd name="T5" fmla="*/ 40 h 40"/>
                  <a:gd name="T6" fmla="*/ 27 w 60"/>
                  <a:gd name="T7" fmla="*/ 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40">
                    <a:moveTo>
                      <a:pt x="27" y="0"/>
                    </a:moveTo>
                    <a:lnTo>
                      <a:pt x="60" y="33"/>
                    </a:lnTo>
                    <a:lnTo>
                      <a:pt x="0" y="4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D0F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1" name="Freeform 886">
                <a:extLst>
                  <a:ext uri="{FF2B5EF4-FFF2-40B4-BE49-F238E27FC236}">
                    <a16:creationId xmlns:a16="http://schemas.microsoft.com/office/drawing/2014/main" id="{21F56B69-6027-44C7-828B-BC6471F39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061"/>
                <a:ext cx="60" cy="40"/>
              </a:xfrm>
              <a:custGeom>
                <a:avLst/>
                <a:gdLst>
                  <a:gd name="T0" fmla="*/ 27 w 60"/>
                  <a:gd name="T1" fmla="*/ 0 h 40"/>
                  <a:gd name="T2" fmla="*/ 60 w 60"/>
                  <a:gd name="T3" fmla="*/ 33 h 40"/>
                  <a:gd name="T4" fmla="*/ 0 w 60"/>
                  <a:gd name="T5" fmla="*/ 40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40">
                    <a:moveTo>
                      <a:pt x="27" y="0"/>
                    </a:moveTo>
                    <a:lnTo>
                      <a:pt x="60" y="33"/>
                    </a:lnTo>
                    <a:lnTo>
                      <a:pt x="0" y="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2" name="Freeform 887">
                <a:extLst>
                  <a:ext uri="{FF2B5EF4-FFF2-40B4-BE49-F238E27FC236}">
                    <a16:creationId xmlns:a16="http://schemas.microsoft.com/office/drawing/2014/main" id="{3C376432-7214-4960-BC9D-367839CA10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1054"/>
                <a:ext cx="80" cy="100"/>
              </a:xfrm>
              <a:custGeom>
                <a:avLst/>
                <a:gdLst>
                  <a:gd name="T0" fmla="*/ 33 w 80"/>
                  <a:gd name="T1" fmla="*/ 93 h 100"/>
                  <a:gd name="T2" fmla="*/ 0 w 80"/>
                  <a:gd name="T3" fmla="*/ 100 h 100"/>
                  <a:gd name="T4" fmla="*/ 80 w 80"/>
                  <a:gd name="T5" fmla="*/ 0 h 100"/>
                  <a:gd name="T6" fmla="*/ 33 w 80"/>
                  <a:gd name="T7" fmla="*/ 93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00">
                    <a:moveTo>
                      <a:pt x="33" y="93"/>
                    </a:moveTo>
                    <a:lnTo>
                      <a:pt x="0" y="100"/>
                    </a:lnTo>
                    <a:lnTo>
                      <a:pt x="80" y="0"/>
                    </a:lnTo>
                    <a:lnTo>
                      <a:pt x="33" y="93"/>
                    </a:lnTo>
                    <a:close/>
                  </a:path>
                </a:pathLst>
              </a:custGeom>
              <a:solidFill>
                <a:srgbClr val="206C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3" name="Freeform 888">
                <a:extLst>
                  <a:ext uri="{FF2B5EF4-FFF2-40B4-BE49-F238E27FC236}">
                    <a16:creationId xmlns:a16="http://schemas.microsoft.com/office/drawing/2014/main" id="{2CD9C4A5-6EA3-4928-9923-3652133F1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0" y="1054"/>
                <a:ext cx="80" cy="100"/>
              </a:xfrm>
              <a:custGeom>
                <a:avLst/>
                <a:gdLst>
                  <a:gd name="T0" fmla="*/ 33 w 80"/>
                  <a:gd name="T1" fmla="*/ 93 h 100"/>
                  <a:gd name="T2" fmla="*/ 0 w 80"/>
                  <a:gd name="T3" fmla="*/ 100 h 100"/>
                  <a:gd name="T4" fmla="*/ 80 w 80"/>
                  <a:gd name="T5" fmla="*/ 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00">
                    <a:moveTo>
                      <a:pt x="33" y="93"/>
                    </a:moveTo>
                    <a:lnTo>
                      <a:pt x="0" y="100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4" name="Freeform 889">
                <a:extLst>
                  <a:ext uri="{FF2B5EF4-FFF2-40B4-BE49-F238E27FC236}">
                    <a16:creationId xmlns:a16="http://schemas.microsoft.com/office/drawing/2014/main" id="{14E322F2-5BDD-4673-A252-5CD194D6A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1041"/>
                <a:ext cx="80" cy="106"/>
              </a:xfrm>
              <a:custGeom>
                <a:avLst/>
                <a:gdLst>
                  <a:gd name="T0" fmla="*/ 47 w 80"/>
                  <a:gd name="T1" fmla="*/ 13 h 106"/>
                  <a:gd name="T2" fmla="*/ 80 w 80"/>
                  <a:gd name="T3" fmla="*/ 0 h 106"/>
                  <a:gd name="T4" fmla="*/ 0 w 80"/>
                  <a:gd name="T5" fmla="*/ 106 h 106"/>
                  <a:gd name="T6" fmla="*/ 47 w 80"/>
                  <a:gd name="T7" fmla="*/ 13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06">
                    <a:moveTo>
                      <a:pt x="47" y="13"/>
                    </a:moveTo>
                    <a:lnTo>
                      <a:pt x="80" y="0"/>
                    </a:lnTo>
                    <a:lnTo>
                      <a:pt x="0" y="106"/>
                    </a:lnTo>
                    <a:lnTo>
                      <a:pt x="47" y="13"/>
                    </a:lnTo>
                    <a:close/>
                  </a:path>
                </a:pathLst>
              </a:custGeom>
              <a:solidFill>
                <a:srgbClr val="206C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5" name="Freeform 890">
                <a:extLst>
                  <a:ext uri="{FF2B5EF4-FFF2-40B4-BE49-F238E27FC236}">
                    <a16:creationId xmlns:a16="http://schemas.microsoft.com/office/drawing/2014/main" id="{8AEFB8BA-5210-45EF-A46D-266AAC1C7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1041"/>
                <a:ext cx="80" cy="106"/>
              </a:xfrm>
              <a:custGeom>
                <a:avLst/>
                <a:gdLst>
                  <a:gd name="T0" fmla="*/ 47 w 80"/>
                  <a:gd name="T1" fmla="*/ 13 h 106"/>
                  <a:gd name="T2" fmla="*/ 80 w 80"/>
                  <a:gd name="T3" fmla="*/ 0 h 106"/>
                  <a:gd name="T4" fmla="*/ 0 w 80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06">
                    <a:moveTo>
                      <a:pt x="47" y="13"/>
                    </a:moveTo>
                    <a:lnTo>
                      <a:pt x="80" y="0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6" name="Freeform 891">
                <a:extLst>
                  <a:ext uri="{FF2B5EF4-FFF2-40B4-BE49-F238E27FC236}">
                    <a16:creationId xmlns:a16="http://schemas.microsoft.com/office/drawing/2014/main" id="{018D496A-0DC1-46C5-A3CB-DF1A6E16C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1852"/>
                <a:ext cx="79" cy="113"/>
              </a:xfrm>
              <a:custGeom>
                <a:avLst/>
                <a:gdLst>
                  <a:gd name="T0" fmla="*/ 79 w 79"/>
                  <a:gd name="T1" fmla="*/ 113 h 113"/>
                  <a:gd name="T2" fmla="*/ 46 w 79"/>
                  <a:gd name="T3" fmla="*/ 93 h 113"/>
                  <a:gd name="T4" fmla="*/ 0 w 79"/>
                  <a:gd name="T5" fmla="*/ 0 h 113"/>
                  <a:gd name="T6" fmla="*/ 79 w 79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13">
                    <a:moveTo>
                      <a:pt x="79" y="113"/>
                    </a:moveTo>
                    <a:lnTo>
                      <a:pt x="46" y="93"/>
                    </a:lnTo>
                    <a:lnTo>
                      <a:pt x="0" y="0"/>
                    </a:lnTo>
                    <a:lnTo>
                      <a:pt x="79" y="113"/>
                    </a:lnTo>
                    <a:close/>
                  </a:path>
                </a:pathLst>
              </a:custGeom>
              <a:solidFill>
                <a:srgbClr val="300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7" name="Freeform 892">
                <a:extLst>
                  <a:ext uri="{FF2B5EF4-FFF2-40B4-BE49-F238E27FC236}">
                    <a16:creationId xmlns:a16="http://schemas.microsoft.com/office/drawing/2014/main" id="{06718400-A0CE-49B6-B53C-0F0CC6F81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1852"/>
                <a:ext cx="79" cy="113"/>
              </a:xfrm>
              <a:custGeom>
                <a:avLst/>
                <a:gdLst>
                  <a:gd name="T0" fmla="*/ 79 w 79"/>
                  <a:gd name="T1" fmla="*/ 113 h 113"/>
                  <a:gd name="T2" fmla="*/ 46 w 79"/>
                  <a:gd name="T3" fmla="*/ 93 h 113"/>
                  <a:gd name="T4" fmla="*/ 0 w 79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13">
                    <a:moveTo>
                      <a:pt x="79" y="113"/>
                    </a:moveTo>
                    <a:lnTo>
                      <a:pt x="46" y="9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8" name="Freeform 893">
                <a:extLst>
                  <a:ext uri="{FF2B5EF4-FFF2-40B4-BE49-F238E27FC236}">
                    <a16:creationId xmlns:a16="http://schemas.microsoft.com/office/drawing/2014/main" id="{8ED71B96-2213-42FE-90D4-0AF3CADAA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32"/>
                <a:ext cx="79" cy="113"/>
              </a:xfrm>
              <a:custGeom>
                <a:avLst/>
                <a:gdLst>
                  <a:gd name="T0" fmla="*/ 0 w 79"/>
                  <a:gd name="T1" fmla="*/ 0 h 113"/>
                  <a:gd name="T2" fmla="*/ 33 w 79"/>
                  <a:gd name="T3" fmla="*/ 20 h 113"/>
                  <a:gd name="T4" fmla="*/ 79 w 79"/>
                  <a:gd name="T5" fmla="*/ 113 h 113"/>
                  <a:gd name="T6" fmla="*/ 0 w 79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13">
                    <a:moveTo>
                      <a:pt x="0" y="0"/>
                    </a:moveTo>
                    <a:lnTo>
                      <a:pt x="33" y="20"/>
                    </a:lnTo>
                    <a:lnTo>
                      <a:pt x="79" y="1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800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" name="Freeform 894">
                <a:extLst>
                  <a:ext uri="{FF2B5EF4-FFF2-40B4-BE49-F238E27FC236}">
                    <a16:creationId xmlns:a16="http://schemas.microsoft.com/office/drawing/2014/main" id="{FF0A0B0D-89F8-4EF7-B9FB-4CFEEF9F78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7" y="1832"/>
                <a:ext cx="79" cy="113"/>
              </a:xfrm>
              <a:custGeom>
                <a:avLst/>
                <a:gdLst>
                  <a:gd name="T0" fmla="*/ 0 w 79"/>
                  <a:gd name="T1" fmla="*/ 0 h 113"/>
                  <a:gd name="T2" fmla="*/ 33 w 79"/>
                  <a:gd name="T3" fmla="*/ 20 h 113"/>
                  <a:gd name="T4" fmla="*/ 79 w 79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13">
                    <a:moveTo>
                      <a:pt x="0" y="0"/>
                    </a:moveTo>
                    <a:lnTo>
                      <a:pt x="33" y="20"/>
                    </a:lnTo>
                    <a:lnTo>
                      <a:pt x="79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" name="Freeform 895">
                <a:extLst>
                  <a:ext uri="{FF2B5EF4-FFF2-40B4-BE49-F238E27FC236}">
                    <a16:creationId xmlns:a16="http://schemas.microsoft.com/office/drawing/2014/main" id="{F7E6EFF9-AAB6-4530-9252-777A35EAB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998"/>
                <a:ext cx="86" cy="33"/>
              </a:xfrm>
              <a:custGeom>
                <a:avLst/>
                <a:gdLst>
                  <a:gd name="T0" fmla="*/ 86 w 86"/>
                  <a:gd name="T1" fmla="*/ 7 h 33"/>
                  <a:gd name="T2" fmla="*/ 33 w 86"/>
                  <a:gd name="T3" fmla="*/ 33 h 33"/>
                  <a:gd name="T4" fmla="*/ 0 w 86"/>
                  <a:gd name="T5" fmla="*/ 0 h 33"/>
                  <a:gd name="T6" fmla="*/ 86 w 86"/>
                  <a:gd name="T7" fmla="*/ 7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33">
                    <a:moveTo>
                      <a:pt x="86" y="7"/>
                    </a:moveTo>
                    <a:lnTo>
                      <a:pt x="33" y="33"/>
                    </a:lnTo>
                    <a:lnTo>
                      <a:pt x="0" y="0"/>
                    </a:lnTo>
                    <a:lnTo>
                      <a:pt x="86" y="7"/>
                    </a:lnTo>
                    <a:close/>
                  </a:path>
                </a:pathLst>
              </a:custGeom>
              <a:solidFill>
                <a:srgbClr val="A82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1" name="Freeform 896">
                <a:extLst>
                  <a:ext uri="{FF2B5EF4-FFF2-40B4-BE49-F238E27FC236}">
                    <a16:creationId xmlns:a16="http://schemas.microsoft.com/office/drawing/2014/main" id="{F56D8217-9AB3-4EDE-AC94-FE029E2E6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998"/>
                <a:ext cx="86" cy="33"/>
              </a:xfrm>
              <a:custGeom>
                <a:avLst/>
                <a:gdLst>
                  <a:gd name="T0" fmla="*/ 86 w 86"/>
                  <a:gd name="T1" fmla="*/ 7 h 33"/>
                  <a:gd name="T2" fmla="*/ 33 w 86"/>
                  <a:gd name="T3" fmla="*/ 33 h 33"/>
                  <a:gd name="T4" fmla="*/ 0 w 86"/>
                  <a:gd name="T5" fmla="*/ 0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33">
                    <a:moveTo>
                      <a:pt x="86" y="7"/>
                    </a:moveTo>
                    <a:lnTo>
                      <a:pt x="33" y="3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2" name="Freeform 897">
                <a:extLst>
                  <a:ext uri="{FF2B5EF4-FFF2-40B4-BE49-F238E27FC236}">
                    <a16:creationId xmlns:a16="http://schemas.microsoft.com/office/drawing/2014/main" id="{D1DCE33A-BB02-4A2A-A254-D13D6E4D1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998"/>
                <a:ext cx="86" cy="33"/>
              </a:xfrm>
              <a:custGeom>
                <a:avLst/>
                <a:gdLst>
                  <a:gd name="T0" fmla="*/ 0 w 86"/>
                  <a:gd name="T1" fmla="*/ 13 h 33"/>
                  <a:gd name="T2" fmla="*/ 53 w 86"/>
                  <a:gd name="T3" fmla="*/ 0 h 33"/>
                  <a:gd name="T4" fmla="*/ 86 w 86"/>
                  <a:gd name="T5" fmla="*/ 33 h 33"/>
                  <a:gd name="T6" fmla="*/ 0 w 86"/>
                  <a:gd name="T7" fmla="*/ 13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33">
                    <a:moveTo>
                      <a:pt x="0" y="13"/>
                    </a:moveTo>
                    <a:lnTo>
                      <a:pt x="53" y="0"/>
                    </a:lnTo>
                    <a:lnTo>
                      <a:pt x="86" y="33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981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3" name="Freeform 898">
                <a:extLst>
                  <a:ext uri="{FF2B5EF4-FFF2-40B4-BE49-F238E27FC236}">
                    <a16:creationId xmlns:a16="http://schemas.microsoft.com/office/drawing/2014/main" id="{A9B9931F-609E-4F18-AE3D-78C558123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998"/>
                <a:ext cx="86" cy="33"/>
              </a:xfrm>
              <a:custGeom>
                <a:avLst/>
                <a:gdLst>
                  <a:gd name="T0" fmla="*/ 0 w 86"/>
                  <a:gd name="T1" fmla="*/ 13 h 33"/>
                  <a:gd name="T2" fmla="*/ 53 w 86"/>
                  <a:gd name="T3" fmla="*/ 0 h 33"/>
                  <a:gd name="T4" fmla="*/ 86 w 86"/>
                  <a:gd name="T5" fmla="*/ 33 h 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33">
                    <a:moveTo>
                      <a:pt x="0" y="13"/>
                    </a:moveTo>
                    <a:lnTo>
                      <a:pt x="53" y="0"/>
                    </a:lnTo>
                    <a:lnTo>
                      <a:pt x="86" y="3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4" name="Freeform 899">
                <a:extLst>
                  <a:ext uri="{FF2B5EF4-FFF2-40B4-BE49-F238E27FC236}">
                    <a16:creationId xmlns:a16="http://schemas.microsoft.com/office/drawing/2014/main" id="{31FABA24-D6AE-47EF-844B-F653A59C0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094"/>
                <a:ext cx="60" cy="47"/>
              </a:xfrm>
              <a:custGeom>
                <a:avLst/>
                <a:gdLst>
                  <a:gd name="T0" fmla="*/ 34 w 60"/>
                  <a:gd name="T1" fmla="*/ 47 h 47"/>
                  <a:gd name="T2" fmla="*/ 0 w 60"/>
                  <a:gd name="T3" fmla="*/ 7 h 47"/>
                  <a:gd name="T4" fmla="*/ 60 w 60"/>
                  <a:gd name="T5" fmla="*/ 0 h 47"/>
                  <a:gd name="T6" fmla="*/ 34 w 60"/>
                  <a:gd name="T7" fmla="*/ 47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47">
                    <a:moveTo>
                      <a:pt x="34" y="47"/>
                    </a:moveTo>
                    <a:lnTo>
                      <a:pt x="0" y="7"/>
                    </a:lnTo>
                    <a:lnTo>
                      <a:pt x="60" y="0"/>
                    </a:lnTo>
                    <a:lnTo>
                      <a:pt x="34" y="47"/>
                    </a:lnTo>
                    <a:close/>
                  </a:path>
                </a:pathLst>
              </a:custGeom>
              <a:solidFill>
                <a:srgbClr val="D8FC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5" name="Freeform 900">
                <a:extLst>
                  <a:ext uri="{FF2B5EF4-FFF2-40B4-BE49-F238E27FC236}">
                    <a16:creationId xmlns:a16="http://schemas.microsoft.com/office/drawing/2014/main" id="{F9097E28-14E7-4344-A504-86D3D5AA1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094"/>
                <a:ext cx="60" cy="47"/>
              </a:xfrm>
              <a:custGeom>
                <a:avLst/>
                <a:gdLst>
                  <a:gd name="T0" fmla="*/ 34 w 60"/>
                  <a:gd name="T1" fmla="*/ 47 h 47"/>
                  <a:gd name="T2" fmla="*/ 0 w 60"/>
                  <a:gd name="T3" fmla="*/ 7 h 47"/>
                  <a:gd name="T4" fmla="*/ 60 w 60"/>
                  <a:gd name="T5" fmla="*/ 0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47">
                    <a:moveTo>
                      <a:pt x="34" y="47"/>
                    </a:moveTo>
                    <a:lnTo>
                      <a:pt x="0" y="7"/>
                    </a:lnTo>
                    <a:lnTo>
                      <a:pt x="6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6" name="Freeform 901">
                <a:extLst>
                  <a:ext uri="{FF2B5EF4-FFF2-40B4-BE49-F238E27FC236}">
                    <a16:creationId xmlns:a16="http://schemas.microsoft.com/office/drawing/2014/main" id="{6D1F2D34-D718-4364-9A44-02B62A9C2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094"/>
                <a:ext cx="59" cy="47"/>
              </a:xfrm>
              <a:custGeom>
                <a:avLst/>
                <a:gdLst>
                  <a:gd name="T0" fmla="*/ 26 w 59"/>
                  <a:gd name="T1" fmla="*/ 0 h 47"/>
                  <a:gd name="T2" fmla="*/ 59 w 59"/>
                  <a:gd name="T3" fmla="*/ 34 h 47"/>
                  <a:gd name="T4" fmla="*/ 0 w 59"/>
                  <a:gd name="T5" fmla="*/ 47 h 47"/>
                  <a:gd name="T6" fmla="*/ 26 w 59"/>
                  <a:gd name="T7" fmla="*/ 0 h 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47">
                    <a:moveTo>
                      <a:pt x="26" y="0"/>
                    </a:moveTo>
                    <a:lnTo>
                      <a:pt x="59" y="34"/>
                    </a:lnTo>
                    <a:lnTo>
                      <a:pt x="0" y="47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D8FC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7" name="Freeform 902">
                <a:extLst>
                  <a:ext uri="{FF2B5EF4-FFF2-40B4-BE49-F238E27FC236}">
                    <a16:creationId xmlns:a16="http://schemas.microsoft.com/office/drawing/2014/main" id="{7F2459B6-3275-48D4-ABE7-97012DC6A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094"/>
                <a:ext cx="59" cy="47"/>
              </a:xfrm>
              <a:custGeom>
                <a:avLst/>
                <a:gdLst>
                  <a:gd name="T0" fmla="*/ 26 w 59"/>
                  <a:gd name="T1" fmla="*/ 0 h 47"/>
                  <a:gd name="T2" fmla="*/ 59 w 59"/>
                  <a:gd name="T3" fmla="*/ 34 h 47"/>
                  <a:gd name="T4" fmla="*/ 0 w 59"/>
                  <a:gd name="T5" fmla="*/ 47 h 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47">
                    <a:moveTo>
                      <a:pt x="26" y="0"/>
                    </a:moveTo>
                    <a:lnTo>
                      <a:pt x="59" y="34"/>
                    </a:lnTo>
                    <a:lnTo>
                      <a:pt x="0" y="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8" name="Freeform 903">
                <a:extLst>
                  <a:ext uri="{FF2B5EF4-FFF2-40B4-BE49-F238E27FC236}">
                    <a16:creationId xmlns:a16="http://schemas.microsoft.com/office/drawing/2014/main" id="{43A88ED8-C093-4F37-82B5-D3192CA0F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948"/>
                <a:ext cx="92" cy="67"/>
              </a:xfrm>
              <a:custGeom>
                <a:avLst/>
                <a:gdLst>
                  <a:gd name="T0" fmla="*/ 40 w 92"/>
                  <a:gd name="T1" fmla="*/ 67 h 67"/>
                  <a:gd name="T2" fmla="*/ 0 w 92"/>
                  <a:gd name="T3" fmla="*/ 67 h 67"/>
                  <a:gd name="T4" fmla="*/ 92 w 92"/>
                  <a:gd name="T5" fmla="*/ 0 h 67"/>
                  <a:gd name="T6" fmla="*/ 40 w 92"/>
                  <a:gd name="T7" fmla="*/ 67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67">
                    <a:moveTo>
                      <a:pt x="40" y="67"/>
                    </a:moveTo>
                    <a:lnTo>
                      <a:pt x="0" y="67"/>
                    </a:lnTo>
                    <a:lnTo>
                      <a:pt x="92" y="0"/>
                    </a:lnTo>
                    <a:lnTo>
                      <a:pt x="40" y="67"/>
                    </a:lnTo>
                    <a:close/>
                  </a:path>
                </a:pathLst>
              </a:custGeom>
              <a:solidFill>
                <a:srgbClr val="70C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" name="Freeform 904">
                <a:extLst>
                  <a:ext uri="{FF2B5EF4-FFF2-40B4-BE49-F238E27FC236}">
                    <a16:creationId xmlns:a16="http://schemas.microsoft.com/office/drawing/2014/main" id="{AADBEF01-43A8-4464-9477-B478715E9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948"/>
                <a:ext cx="92" cy="67"/>
              </a:xfrm>
              <a:custGeom>
                <a:avLst/>
                <a:gdLst>
                  <a:gd name="T0" fmla="*/ 40 w 92"/>
                  <a:gd name="T1" fmla="*/ 67 h 67"/>
                  <a:gd name="T2" fmla="*/ 0 w 92"/>
                  <a:gd name="T3" fmla="*/ 67 h 67"/>
                  <a:gd name="T4" fmla="*/ 92 w 92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67">
                    <a:moveTo>
                      <a:pt x="40" y="67"/>
                    </a:moveTo>
                    <a:lnTo>
                      <a:pt x="0" y="67"/>
                    </a:lnTo>
                    <a:lnTo>
                      <a:pt x="9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" name="Freeform 905">
                <a:extLst>
                  <a:ext uri="{FF2B5EF4-FFF2-40B4-BE49-F238E27FC236}">
                    <a16:creationId xmlns:a16="http://schemas.microsoft.com/office/drawing/2014/main" id="{56232B6B-5C0E-46D7-9E1E-B6ED999B5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948"/>
                <a:ext cx="92" cy="67"/>
              </a:xfrm>
              <a:custGeom>
                <a:avLst/>
                <a:gdLst>
                  <a:gd name="T0" fmla="*/ 52 w 92"/>
                  <a:gd name="T1" fmla="*/ 0 h 67"/>
                  <a:gd name="T2" fmla="*/ 92 w 92"/>
                  <a:gd name="T3" fmla="*/ 0 h 67"/>
                  <a:gd name="T4" fmla="*/ 0 w 92"/>
                  <a:gd name="T5" fmla="*/ 67 h 67"/>
                  <a:gd name="T6" fmla="*/ 52 w 92"/>
                  <a:gd name="T7" fmla="*/ 0 h 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67">
                    <a:moveTo>
                      <a:pt x="52" y="0"/>
                    </a:moveTo>
                    <a:lnTo>
                      <a:pt x="92" y="0"/>
                    </a:lnTo>
                    <a:lnTo>
                      <a:pt x="0" y="67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70C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" name="Freeform 906">
                <a:extLst>
                  <a:ext uri="{FF2B5EF4-FFF2-40B4-BE49-F238E27FC236}">
                    <a16:creationId xmlns:a16="http://schemas.microsoft.com/office/drawing/2014/main" id="{7B742D23-0B4D-48D5-9A14-D94ED431D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948"/>
                <a:ext cx="92" cy="67"/>
              </a:xfrm>
              <a:custGeom>
                <a:avLst/>
                <a:gdLst>
                  <a:gd name="T0" fmla="*/ 52 w 92"/>
                  <a:gd name="T1" fmla="*/ 0 h 67"/>
                  <a:gd name="T2" fmla="*/ 92 w 92"/>
                  <a:gd name="T3" fmla="*/ 0 h 67"/>
                  <a:gd name="T4" fmla="*/ 0 w 92"/>
                  <a:gd name="T5" fmla="*/ 67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67">
                    <a:moveTo>
                      <a:pt x="52" y="0"/>
                    </a:moveTo>
                    <a:lnTo>
                      <a:pt x="92" y="0"/>
                    </a:lnTo>
                    <a:lnTo>
                      <a:pt x="0" y="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" name="Freeform 907">
                <a:extLst>
                  <a:ext uri="{FF2B5EF4-FFF2-40B4-BE49-F238E27FC236}">
                    <a16:creationId xmlns:a16="http://schemas.microsoft.com/office/drawing/2014/main" id="{985E8898-6C1B-48D4-9649-4A9BBF4B9B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599"/>
                <a:ext cx="33" cy="153"/>
              </a:xfrm>
              <a:custGeom>
                <a:avLst/>
                <a:gdLst>
                  <a:gd name="T0" fmla="*/ 33 w 33"/>
                  <a:gd name="T1" fmla="*/ 153 h 153"/>
                  <a:gd name="T2" fmla="*/ 14 w 33"/>
                  <a:gd name="T3" fmla="*/ 120 h 153"/>
                  <a:gd name="T4" fmla="*/ 0 w 33"/>
                  <a:gd name="T5" fmla="*/ 0 h 153"/>
                  <a:gd name="T6" fmla="*/ 33 w 33"/>
                  <a:gd name="T7" fmla="*/ 153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53">
                    <a:moveTo>
                      <a:pt x="33" y="153"/>
                    </a:moveTo>
                    <a:lnTo>
                      <a:pt x="14" y="120"/>
                    </a:lnTo>
                    <a:lnTo>
                      <a:pt x="0" y="0"/>
                    </a:lnTo>
                    <a:lnTo>
                      <a:pt x="33" y="153"/>
                    </a:lnTo>
                    <a:close/>
                  </a:path>
                </a:pathLst>
              </a:custGeom>
              <a:solidFill>
                <a:srgbClr val="0000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" name="Freeform 908">
                <a:extLst>
                  <a:ext uri="{FF2B5EF4-FFF2-40B4-BE49-F238E27FC236}">
                    <a16:creationId xmlns:a16="http://schemas.microsoft.com/office/drawing/2014/main" id="{E5CC10A9-97FC-4073-949B-5324C1EE1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599"/>
                <a:ext cx="33" cy="153"/>
              </a:xfrm>
              <a:custGeom>
                <a:avLst/>
                <a:gdLst>
                  <a:gd name="T0" fmla="*/ 33 w 33"/>
                  <a:gd name="T1" fmla="*/ 153 h 153"/>
                  <a:gd name="T2" fmla="*/ 14 w 33"/>
                  <a:gd name="T3" fmla="*/ 120 h 153"/>
                  <a:gd name="T4" fmla="*/ 0 w 33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53">
                    <a:moveTo>
                      <a:pt x="33" y="153"/>
                    </a:moveTo>
                    <a:lnTo>
                      <a:pt x="14" y="12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4" name="Freeform 909">
                <a:extLst>
                  <a:ext uri="{FF2B5EF4-FFF2-40B4-BE49-F238E27FC236}">
                    <a16:creationId xmlns:a16="http://schemas.microsoft.com/office/drawing/2014/main" id="{F6DE8C58-D2BE-4BA6-B165-57F3784DCA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573"/>
                <a:ext cx="34" cy="146"/>
              </a:xfrm>
              <a:custGeom>
                <a:avLst/>
                <a:gdLst>
                  <a:gd name="T0" fmla="*/ 0 w 34"/>
                  <a:gd name="T1" fmla="*/ 0 h 146"/>
                  <a:gd name="T2" fmla="*/ 20 w 34"/>
                  <a:gd name="T3" fmla="*/ 26 h 146"/>
                  <a:gd name="T4" fmla="*/ 34 w 34"/>
                  <a:gd name="T5" fmla="*/ 146 h 146"/>
                  <a:gd name="T6" fmla="*/ 0 w 34"/>
                  <a:gd name="T7" fmla="*/ 0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146">
                    <a:moveTo>
                      <a:pt x="0" y="0"/>
                    </a:moveTo>
                    <a:lnTo>
                      <a:pt x="20" y="26"/>
                    </a:lnTo>
                    <a:lnTo>
                      <a:pt x="34" y="14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" name="Freeform 910">
                <a:extLst>
                  <a:ext uri="{FF2B5EF4-FFF2-40B4-BE49-F238E27FC236}">
                    <a16:creationId xmlns:a16="http://schemas.microsoft.com/office/drawing/2014/main" id="{438AEC6D-5BD3-41C0-9FDD-F0A608FE8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573"/>
                <a:ext cx="34" cy="146"/>
              </a:xfrm>
              <a:custGeom>
                <a:avLst/>
                <a:gdLst>
                  <a:gd name="T0" fmla="*/ 0 w 34"/>
                  <a:gd name="T1" fmla="*/ 0 h 146"/>
                  <a:gd name="T2" fmla="*/ 20 w 34"/>
                  <a:gd name="T3" fmla="*/ 26 h 146"/>
                  <a:gd name="T4" fmla="*/ 34 w 34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146">
                    <a:moveTo>
                      <a:pt x="0" y="0"/>
                    </a:moveTo>
                    <a:lnTo>
                      <a:pt x="20" y="26"/>
                    </a:lnTo>
                    <a:lnTo>
                      <a:pt x="34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" name="Freeform 911">
                <a:extLst>
                  <a:ext uri="{FF2B5EF4-FFF2-40B4-BE49-F238E27FC236}">
                    <a16:creationId xmlns:a16="http://schemas.microsoft.com/office/drawing/2014/main" id="{FBD5CDB3-101E-4AD7-BF04-B01923329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1872"/>
                <a:ext cx="80" cy="113"/>
              </a:xfrm>
              <a:custGeom>
                <a:avLst/>
                <a:gdLst>
                  <a:gd name="T0" fmla="*/ 80 w 80"/>
                  <a:gd name="T1" fmla="*/ 113 h 113"/>
                  <a:gd name="T2" fmla="*/ 46 w 80"/>
                  <a:gd name="T3" fmla="*/ 93 h 113"/>
                  <a:gd name="T4" fmla="*/ 0 w 80"/>
                  <a:gd name="T5" fmla="*/ 0 h 113"/>
                  <a:gd name="T6" fmla="*/ 80 w 80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13">
                    <a:moveTo>
                      <a:pt x="80" y="113"/>
                    </a:moveTo>
                    <a:lnTo>
                      <a:pt x="46" y="93"/>
                    </a:lnTo>
                    <a:lnTo>
                      <a:pt x="0" y="0"/>
                    </a:lnTo>
                    <a:lnTo>
                      <a:pt x="80" y="113"/>
                    </a:lnTo>
                    <a:close/>
                  </a:path>
                </a:pathLst>
              </a:custGeom>
              <a:solidFill>
                <a:srgbClr val="4800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7" name="Freeform 912">
                <a:extLst>
                  <a:ext uri="{FF2B5EF4-FFF2-40B4-BE49-F238E27FC236}">
                    <a16:creationId xmlns:a16="http://schemas.microsoft.com/office/drawing/2014/main" id="{F2AF4B22-2FEE-4A0B-A2AC-0926B0D25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1872"/>
                <a:ext cx="80" cy="113"/>
              </a:xfrm>
              <a:custGeom>
                <a:avLst/>
                <a:gdLst>
                  <a:gd name="T0" fmla="*/ 80 w 80"/>
                  <a:gd name="T1" fmla="*/ 113 h 113"/>
                  <a:gd name="T2" fmla="*/ 46 w 80"/>
                  <a:gd name="T3" fmla="*/ 93 h 113"/>
                  <a:gd name="T4" fmla="*/ 0 w 80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13">
                    <a:moveTo>
                      <a:pt x="80" y="113"/>
                    </a:moveTo>
                    <a:lnTo>
                      <a:pt x="46" y="9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8" name="Freeform 913">
                <a:extLst>
                  <a:ext uri="{FF2B5EF4-FFF2-40B4-BE49-F238E27FC236}">
                    <a16:creationId xmlns:a16="http://schemas.microsoft.com/office/drawing/2014/main" id="{56780A3A-EB57-49E5-BD01-8C7C52E97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1852"/>
                <a:ext cx="79" cy="113"/>
              </a:xfrm>
              <a:custGeom>
                <a:avLst/>
                <a:gdLst>
                  <a:gd name="T0" fmla="*/ 0 w 79"/>
                  <a:gd name="T1" fmla="*/ 0 h 113"/>
                  <a:gd name="T2" fmla="*/ 33 w 79"/>
                  <a:gd name="T3" fmla="*/ 20 h 113"/>
                  <a:gd name="T4" fmla="*/ 79 w 79"/>
                  <a:gd name="T5" fmla="*/ 113 h 113"/>
                  <a:gd name="T6" fmla="*/ 0 w 79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13">
                    <a:moveTo>
                      <a:pt x="0" y="0"/>
                    </a:moveTo>
                    <a:lnTo>
                      <a:pt x="33" y="20"/>
                    </a:lnTo>
                    <a:lnTo>
                      <a:pt x="79" y="1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00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" name="Freeform 914">
                <a:extLst>
                  <a:ext uri="{FF2B5EF4-FFF2-40B4-BE49-F238E27FC236}">
                    <a16:creationId xmlns:a16="http://schemas.microsoft.com/office/drawing/2014/main" id="{19CE0536-B362-4AD4-BD6F-C28B40FCC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0" y="1852"/>
                <a:ext cx="79" cy="113"/>
              </a:xfrm>
              <a:custGeom>
                <a:avLst/>
                <a:gdLst>
                  <a:gd name="T0" fmla="*/ 0 w 79"/>
                  <a:gd name="T1" fmla="*/ 0 h 113"/>
                  <a:gd name="T2" fmla="*/ 33 w 79"/>
                  <a:gd name="T3" fmla="*/ 20 h 113"/>
                  <a:gd name="T4" fmla="*/ 79 w 79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13">
                    <a:moveTo>
                      <a:pt x="0" y="0"/>
                    </a:moveTo>
                    <a:lnTo>
                      <a:pt x="33" y="20"/>
                    </a:lnTo>
                    <a:lnTo>
                      <a:pt x="79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0" name="Freeform 915">
                <a:extLst>
                  <a:ext uri="{FF2B5EF4-FFF2-40B4-BE49-F238E27FC236}">
                    <a16:creationId xmlns:a16="http://schemas.microsoft.com/office/drawing/2014/main" id="{3F4D6FB5-DF96-44CD-AC53-8CEDA44FA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413"/>
                <a:ext cx="20" cy="160"/>
              </a:xfrm>
              <a:custGeom>
                <a:avLst/>
                <a:gdLst>
                  <a:gd name="T0" fmla="*/ 13 w 20"/>
                  <a:gd name="T1" fmla="*/ 160 h 160"/>
                  <a:gd name="T2" fmla="*/ 0 w 20"/>
                  <a:gd name="T3" fmla="*/ 133 h 160"/>
                  <a:gd name="T4" fmla="*/ 20 w 20"/>
                  <a:gd name="T5" fmla="*/ 0 h 160"/>
                  <a:gd name="T6" fmla="*/ 13 w 20"/>
                  <a:gd name="T7" fmla="*/ 160 h 1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60">
                    <a:moveTo>
                      <a:pt x="13" y="160"/>
                    </a:moveTo>
                    <a:lnTo>
                      <a:pt x="0" y="133"/>
                    </a:lnTo>
                    <a:lnTo>
                      <a:pt x="20" y="0"/>
                    </a:lnTo>
                    <a:lnTo>
                      <a:pt x="13" y="16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1" name="Freeform 916">
                <a:extLst>
                  <a:ext uri="{FF2B5EF4-FFF2-40B4-BE49-F238E27FC236}">
                    <a16:creationId xmlns:a16="http://schemas.microsoft.com/office/drawing/2014/main" id="{9CCED152-7254-40DC-ADE4-79320FFA9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413"/>
                <a:ext cx="20" cy="160"/>
              </a:xfrm>
              <a:custGeom>
                <a:avLst/>
                <a:gdLst>
                  <a:gd name="T0" fmla="*/ 13 w 20"/>
                  <a:gd name="T1" fmla="*/ 160 h 160"/>
                  <a:gd name="T2" fmla="*/ 0 w 20"/>
                  <a:gd name="T3" fmla="*/ 133 h 160"/>
                  <a:gd name="T4" fmla="*/ 20 w 20"/>
                  <a:gd name="T5" fmla="*/ 0 h 1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60">
                    <a:moveTo>
                      <a:pt x="13" y="160"/>
                    </a:moveTo>
                    <a:lnTo>
                      <a:pt x="0" y="133"/>
                    </a:lnTo>
                    <a:lnTo>
                      <a:pt x="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2" name="Freeform 917">
                <a:extLst>
                  <a:ext uri="{FF2B5EF4-FFF2-40B4-BE49-F238E27FC236}">
                    <a16:creationId xmlns:a16="http://schemas.microsoft.com/office/drawing/2014/main" id="{19F28B53-F8DA-404B-A647-636D0A7289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128"/>
                <a:ext cx="59" cy="53"/>
              </a:xfrm>
              <a:custGeom>
                <a:avLst/>
                <a:gdLst>
                  <a:gd name="T0" fmla="*/ 39 w 59"/>
                  <a:gd name="T1" fmla="*/ 53 h 53"/>
                  <a:gd name="T2" fmla="*/ 0 w 59"/>
                  <a:gd name="T3" fmla="*/ 13 h 53"/>
                  <a:gd name="T4" fmla="*/ 59 w 59"/>
                  <a:gd name="T5" fmla="*/ 0 h 53"/>
                  <a:gd name="T6" fmla="*/ 39 w 59"/>
                  <a:gd name="T7" fmla="*/ 53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3">
                    <a:moveTo>
                      <a:pt x="39" y="53"/>
                    </a:moveTo>
                    <a:lnTo>
                      <a:pt x="0" y="13"/>
                    </a:lnTo>
                    <a:lnTo>
                      <a:pt x="59" y="0"/>
                    </a:lnTo>
                    <a:lnTo>
                      <a:pt x="39" y="53"/>
                    </a:lnTo>
                    <a:close/>
                  </a:path>
                </a:pathLst>
              </a:custGeom>
              <a:solidFill>
                <a:srgbClr val="E0F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3" name="Freeform 918">
                <a:extLst>
                  <a:ext uri="{FF2B5EF4-FFF2-40B4-BE49-F238E27FC236}">
                    <a16:creationId xmlns:a16="http://schemas.microsoft.com/office/drawing/2014/main" id="{E95DEFF0-7B6D-4682-8D93-357BC3D3E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2" y="1128"/>
                <a:ext cx="59" cy="53"/>
              </a:xfrm>
              <a:custGeom>
                <a:avLst/>
                <a:gdLst>
                  <a:gd name="T0" fmla="*/ 39 w 59"/>
                  <a:gd name="T1" fmla="*/ 53 h 53"/>
                  <a:gd name="T2" fmla="*/ 0 w 59"/>
                  <a:gd name="T3" fmla="*/ 13 h 53"/>
                  <a:gd name="T4" fmla="*/ 59 w 59"/>
                  <a:gd name="T5" fmla="*/ 0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53">
                    <a:moveTo>
                      <a:pt x="39" y="53"/>
                    </a:moveTo>
                    <a:lnTo>
                      <a:pt x="0" y="13"/>
                    </a:lnTo>
                    <a:lnTo>
                      <a:pt x="5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4" name="Freeform 919">
                <a:extLst>
                  <a:ext uri="{FF2B5EF4-FFF2-40B4-BE49-F238E27FC236}">
                    <a16:creationId xmlns:a16="http://schemas.microsoft.com/office/drawing/2014/main" id="{4BC8E950-E64C-477D-BC41-647638CE5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128"/>
                <a:ext cx="47" cy="53"/>
              </a:xfrm>
              <a:custGeom>
                <a:avLst/>
                <a:gdLst>
                  <a:gd name="T0" fmla="*/ 20 w 47"/>
                  <a:gd name="T1" fmla="*/ 0 h 53"/>
                  <a:gd name="T2" fmla="*/ 47 w 47"/>
                  <a:gd name="T3" fmla="*/ 39 h 53"/>
                  <a:gd name="T4" fmla="*/ 0 w 47"/>
                  <a:gd name="T5" fmla="*/ 53 h 53"/>
                  <a:gd name="T6" fmla="*/ 20 w 47"/>
                  <a:gd name="T7" fmla="*/ 0 h 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53">
                    <a:moveTo>
                      <a:pt x="20" y="0"/>
                    </a:moveTo>
                    <a:lnTo>
                      <a:pt x="47" y="39"/>
                    </a:lnTo>
                    <a:lnTo>
                      <a:pt x="0" y="53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E0F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5" name="Freeform 920">
                <a:extLst>
                  <a:ext uri="{FF2B5EF4-FFF2-40B4-BE49-F238E27FC236}">
                    <a16:creationId xmlns:a16="http://schemas.microsoft.com/office/drawing/2014/main" id="{5CBA5989-F7DD-412B-B9D9-8A1B6FE4D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128"/>
                <a:ext cx="47" cy="53"/>
              </a:xfrm>
              <a:custGeom>
                <a:avLst/>
                <a:gdLst>
                  <a:gd name="T0" fmla="*/ 20 w 47"/>
                  <a:gd name="T1" fmla="*/ 0 h 53"/>
                  <a:gd name="T2" fmla="*/ 47 w 47"/>
                  <a:gd name="T3" fmla="*/ 39 h 53"/>
                  <a:gd name="T4" fmla="*/ 0 w 47"/>
                  <a:gd name="T5" fmla="*/ 53 h 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53">
                    <a:moveTo>
                      <a:pt x="20" y="0"/>
                    </a:moveTo>
                    <a:lnTo>
                      <a:pt x="47" y="39"/>
                    </a:lnTo>
                    <a:lnTo>
                      <a:pt x="0" y="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6" name="Freeform 921">
                <a:extLst>
                  <a:ext uri="{FF2B5EF4-FFF2-40B4-BE49-F238E27FC236}">
                    <a16:creationId xmlns:a16="http://schemas.microsoft.com/office/drawing/2014/main" id="{EA59685A-4CD8-4980-B46E-9D247C7FF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978"/>
                <a:ext cx="86" cy="27"/>
              </a:xfrm>
              <a:custGeom>
                <a:avLst/>
                <a:gdLst>
                  <a:gd name="T0" fmla="*/ 0 w 86"/>
                  <a:gd name="T1" fmla="*/ 20 h 27"/>
                  <a:gd name="T2" fmla="*/ 53 w 86"/>
                  <a:gd name="T3" fmla="*/ 0 h 27"/>
                  <a:gd name="T4" fmla="*/ 86 w 86"/>
                  <a:gd name="T5" fmla="*/ 27 h 27"/>
                  <a:gd name="T6" fmla="*/ 0 w 86"/>
                  <a:gd name="T7" fmla="*/ 20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27">
                    <a:moveTo>
                      <a:pt x="0" y="20"/>
                    </a:moveTo>
                    <a:lnTo>
                      <a:pt x="53" y="0"/>
                    </a:lnTo>
                    <a:lnTo>
                      <a:pt x="86" y="27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A824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7" name="Freeform 922">
                <a:extLst>
                  <a:ext uri="{FF2B5EF4-FFF2-40B4-BE49-F238E27FC236}">
                    <a16:creationId xmlns:a16="http://schemas.microsoft.com/office/drawing/2014/main" id="{AD6A8968-6677-4ADF-BFBE-93A8D0A2FC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0" y="1978"/>
                <a:ext cx="86" cy="27"/>
              </a:xfrm>
              <a:custGeom>
                <a:avLst/>
                <a:gdLst>
                  <a:gd name="T0" fmla="*/ 0 w 86"/>
                  <a:gd name="T1" fmla="*/ 20 h 27"/>
                  <a:gd name="T2" fmla="*/ 53 w 86"/>
                  <a:gd name="T3" fmla="*/ 0 h 27"/>
                  <a:gd name="T4" fmla="*/ 86 w 86"/>
                  <a:gd name="T5" fmla="*/ 2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27">
                    <a:moveTo>
                      <a:pt x="0" y="20"/>
                    </a:moveTo>
                    <a:lnTo>
                      <a:pt x="53" y="0"/>
                    </a:lnTo>
                    <a:lnTo>
                      <a:pt x="86" y="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8" name="Freeform 923">
                <a:extLst>
                  <a:ext uri="{FF2B5EF4-FFF2-40B4-BE49-F238E27FC236}">
                    <a16:creationId xmlns:a16="http://schemas.microsoft.com/office/drawing/2014/main" id="{9EF2BA20-1275-4BB2-B4D3-5EA566CAB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1167"/>
                <a:ext cx="59" cy="113"/>
              </a:xfrm>
              <a:custGeom>
                <a:avLst/>
                <a:gdLst>
                  <a:gd name="T0" fmla="*/ 20 w 59"/>
                  <a:gd name="T1" fmla="*/ 113 h 113"/>
                  <a:gd name="T2" fmla="*/ 0 w 59"/>
                  <a:gd name="T3" fmla="*/ 113 h 113"/>
                  <a:gd name="T4" fmla="*/ 59 w 59"/>
                  <a:gd name="T5" fmla="*/ 0 h 113"/>
                  <a:gd name="T6" fmla="*/ 20 w 59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13">
                    <a:moveTo>
                      <a:pt x="20" y="113"/>
                    </a:moveTo>
                    <a:lnTo>
                      <a:pt x="0" y="113"/>
                    </a:lnTo>
                    <a:lnTo>
                      <a:pt x="59" y="0"/>
                    </a:lnTo>
                    <a:lnTo>
                      <a:pt x="20" y="113"/>
                    </a:lnTo>
                    <a:close/>
                  </a:path>
                </a:pathLst>
              </a:custGeom>
              <a:solidFill>
                <a:srgbClr val="104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29" name="Freeform 924">
                <a:extLst>
                  <a:ext uri="{FF2B5EF4-FFF2-40B4-BE49-F238E27FC236}">
                    <a16:creationId xmlns:a16="http://schemas.microsoft.com/office/drawing/2014/main" id="{F51C2782-D62C-40D6-96F6-9F23C13504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1" y="1167"/>
                <a:ext cx="59" cy="113"/>
              </a:xfrm>
              <a:custGeom>
                <a:avLst/>
                <a:gdLst>
                  <a:gd name="T0" fmla="*/ 20 w 59"/>
                  <a:gd name="T1" fmla="*/ 113 h 113"/>
                  <a:gd name="T2" fmla="*/ 0 w 59"/>
                  <a:gd name="T3" fmla="*/ 113 h 113"/>
                  <a:gd name="T4" fmla="*/ 59 w 59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13">
                    <a:moveTo>
                      <a:pt x="20" y="113"/>
                    </a:moveTo>
                    <a:lnTo>
                      <a:pt x="0" y="113"/>
                    </a:lnTo>
                    <a:lnTo>
                      <a:pt x="5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0" name="Freeform 925">
                <a:extLst>
                  <a:ext uri="{FF2B5EF4-FFF2-40B4-BE49-F238E27FC236}">
                    <a16:creationId xmlns:a16="http://schemas.microsoft.com/office/drawing/2014/main" id="{6A6FF52A-DF2C-4C94-A1F6-25C512712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154"/>
                <a:ext cx="59" cy="126"/>
              </a:xfrm>
              <a:custGeom>
                <a:avLst/>
                <a:gdLst>
                  <a:gd name="T0" fmla="*/ 39 w 59"/>
                  <a:gd name="T1" fmla="*/ 13 h 126"/>
                  <a:gd name="T2" fmla="*/ 59 w 59"/>
                  <a:gd name="T3" fmla="*/ 0 h 126"/>
                  <a:gd name="T4" fmla="*/ 0 w 59"/>
                  <a:gd name="T5" fmla="*/ 126 h 126"/>
                  <a:gd name="T6" fmla="*/ 39 w 59"/>
                  <a:gd name="T7" fmla="*/ 13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26">
                    <a:moveTo>
                      <a:pt x="39" y="13"/>
                    </a:moveTo>
                    <a:lnTo>
                      <a:pt x="59" y="0"/>
                    </a:lnTo>
                    <a:lnTo>
                      <a:pt x="0" y="126"/>
                    </a:lnTo>
                    <a:lnTo>
                      <a:pt x="39" y="13"/>
                    </a:lnTo>
                    <a:close/>
                  </a:path>
                </a:pathLst>
              </a:custGeom>
              <a:solidFill>
                <a:srgbClr val="104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1" name="Freeform 926">
                <a:extLst>
                  <a:ext uri="{FF2B5EF4-FFF2-40B4-BE49-F238E27FC236}">
                    <a16:creationId xmlns:a16="http://schemas.microsoft.com/office/drawing/2014/main" id="{AD96FE7F-F82F-4287-A45B-11FB8FEBD2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154"/>
                <a:ext cx="59" cy="126"/>
              </a:xfrm>
              <a:custGeom>
                <a:avLst/>
                <a:gdLst>
                  <a:gd name="T0" fmla="*/ 39 w 59"/>
                  <a:gd name="T1" fmla="*/ 13 h 126"/>
                  <a:gd name="T2" fmla="*/ 59 w 59"/>
                  <a:gd name="T3" fmla="*/ 0 h 126"/>
                  <a:gd name="T4" fmla="*/ 0 w 59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26">
                    <a:moveTo>
                      <a:pt x="39" y="13"/>
                    </a:moveTo>
                    <a:lnTo>
                      <a:pt x="59" y="0"/>
                    </a:lnTo>
                    <a:lnTo>
                      <a:pt x="0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2" name="Freeform 927">
                <a:extLst>
                  <a:ext uri="{FF2B5EF4-FFF2-40B4-BE49-F238E27FC236}">
                    <a16:creationId xmlns:a16="http://schemas.microsoft.com/office/drawing/2014/main" id="{AE1A1926-71C1-41DB-8B26-FA0333C95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948"/>
                <a:ext cx="92" cy="73"/>
              </a:xfrm>
              <a:custGeom>
                <a:avLst/>
                <a:gdLst>
                  <a:gd name="T0" fmla="*/ 39 w 92"/>
                  <a:gd name="T1" fmla="*/ 73 h 73"/>
                  <a:gd name="T2" fmla="*/ 0 w 92"/>
                  <a:gd name="T3" fmla="*/ 67 h 73"/>
                  <a:gd name="T4" fmla="*/ 92 w 92"/>
                  <a:gd name="T5" fmla="*/ 0 h 73"/>
                  <a:gd name="T6" fmla="*/ 39 w 92"/>
                  <a:gd name="T7" fmla="*/ 73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73">
                    <a:moveTo>
                      <a:pt x="39" y="73"/>
                    </a:moveTo>
                    <a:lnTo>
                      <a:pt x="0" y="67"/>
                    </a:lnTo>
                    <a:lnTo>
                      <a:pt x="92" y="0"/>
                    </a:lnTo>
                    <a:lnTo>
                      <a:pt x="39" y="73"/>
                    </a:lnTo>
                    <a:close/>
                  </a:path>
                </a:pathLst>
              </a:custGeom>
              <a:solidFill>
                <a:srgbClr val="80C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3" name="Freeform 928">
                <a:extLst>
                  <a:ext uri="{FF2B5EF4-FFF2-40B4-BE49-F238E27FC236}">
                    <a16:creationId xmlns:a16="http://schemas.microsoft.com/office/drawing/2014/main" id="{7D9BC88C-35CD-41EB-8290-46B925E65A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948"/>
                <a:ext cx="92" cy="73"/>
              </a:xfrm>
              <a:custGeom>
                <a:avLst/>
                <a:gdLst>
                  <a:gd name="T0" fmla="*/ 39 w 92"/>
                  <a:gd name="T1" fmla="*/ 73 h 73"/>
                  <a:gd name="T2" fmla="*/ 0 w 92"/>
                  <a:gd name="T3" fmla="*/ 67 h 73"/>
                  <a:gd name="T4" fmla="*/ 92 w 92"/>
                  <a:gd name="T5" fmla="*/ 0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73">
                    <a:moveTo>
                      <a:pt x="39" y="73"/>
                    </a:moveTo>
                    <a:lnTo>
                      <a:pt x="0" y="67"/>
                    </a:lnTo>
                    <a:lnTo>
                      <a:pt x="9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4" name="Freeform 929">
                <a:extLst>
                  <a:ext uri="{FF2B5EF4-FFF2-40B4-BE49-F238E27FC236}">
                    <a16:creationId xmlns:a16="http://schemas.microsoft.com/office/drawing/2014/main" id="{E93394B6-424A-4D0A-96F8-32FFCC86C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948"/>
                <a:ext cx="93" cy="73"/>
              </a:xfrm>
              <a:custGeom>
                <a:avLst/>
                <a:gdLst>
                  <a:gd name="T0" fmla="*/ 53 w 93"/>
                  <a:gd name="T1" fmla="*/ 0 h 73"/>
                  <a:gd name="T2" fmla="*/ 93 w 93"/>
                  <a:gd name="T3" fmla="*/ 7 h 73"/>
                  <a:gd name="T4" fmla="*/ 0 w 93"/>
                  <a:gd name="T5" fmla="*/ 73 h 73"/>
                  <a:gd name="T6" fmla="*/ 53 w 93"/>
                  <a:gd name="T7" fmla="*/ 0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73">
                    <a:moveTo>
                      <a:pt x="53" y="0"/>
                    </a:moveTo>
                    <a:lnTo>
                      <a:pt x="93" y="7"/>
                    </a:lnTo>
                    <a:lnTo>
                      <a:pt x="0" y="7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0C4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5" name="Freeform 930">
                <a:extLst>
                  <a:ext uri="{FF2B5EF4-FFF2-40B4-BE49-F238E27FC236}">
                    <a16:creationId xmlns:a16="http://schemas.microsoft.com/office/drawing/2014/main" id="{EB557E55-F898-4932-B5D8-AB08133D3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948"/>
                <a:ext cx="93" cy="73"/>
              </a:xfrm>
              <a:custGeom>
                <a:avLst/>
                <a:gdLst>
                  <a:gd name="T0" fmla="*/ 53 w 93"/>
                  <a:gd name="T1" fmla="*/ 0 h 73"/>
                  <a:gd name="T2" fmla="*/ 93 w 93"/>
                  <a:gd name="T3" fmla="*/ 7 h 73"/>
                  <a:gd name="T4" fmla="*/ 0 w 93"/>
                  <a:gd name="T5" fmla="*/ 73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73">
                    <a:moveTo>
                      <a:pt x="53" y="0"/>
                    </a:moveTo>
                    <a:lnTo>
                      <a:pt x="93" y="7"/>
                    </a:lnTo>
                    <a:lnTo>
                      <a:pt x="0" y="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6" name="Freeform 931">
                <a:extLst>
                  <a:ext uri="{FF2B5EF4-FFF2-40B4-BE49-F238E27FC236}">
                    <a16:creationId xmlns:a16="http://schemas.microsoft.com/office/drawing/2014/main" id="{D51BAA3D-15F8-4E1D-BB49-3C2DD1FE0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167"/>
                <a:ext cx="47" cy="60"/>
              </a:xfrm>
              <a:custGeom>
                <a:avLst/>
                <a:gdLst>
                  <a:gd name="T0" fmla="*/ 33 w 47"/>
                  <a:gd name="T1" fmla="*/ 60 h 60"/>
                  <a:gd name="T2" fmla="*/ 0 w 47"/>
                  <a:gd name="T3" fmla="*/ 14 h 60"/>
                  <a:gd name="T4" fmla="*/ 47 w 47"/>
                  <a:gd name="T5" fmla="*/ 0 h 60"/>
                  <a:gd name="T6" fmla="*/ 33 w 47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60">
                    <a:moveTo>
                      <a:pt x="33" y="60"/>
                    </a:moveTo>
                    <a:lnTo>
                      <a:pt x="0" y="14"/>
                    </a:lnTo>
                    <a:lnTo>
                      <a:pt x="47" y="0"/>
                    </a:lnTo>
                    <a:lnTo>
                      <a:pt x="33" y="60"/>
                    </a:lnTo>
                    <a:close/>
                  </a:path>
                </a:pathLst>
              </a:custGeom>
              <a:solidFill>
                <a:srgbClr val="E8F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7" name="Freeform 932">
                <a:extLst>
                  <a:ext uri="{FF2B5EF4-FFF2-40B4-BE49-F238E27FC236}">
                    <a16:creationId xmlns:a16="http://schemas.microsoft.com/office/drawing/2014/main" id="{5F7B8E49-1F79-4CBC-8461-D747F18D1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1" y="1167"/>
                <a:ext cx="47" cy="60"/>
              </a:xfrm>
              <a:custGeom>
                <a:avLst/>
                <a:gdLst>
                  <a:gd name="T0" fmla="*/ 33 w 47"/>
                  <a:gd name="T1" fmla="*/ 60 h 60"/>
                  <a:gd name="T2" fmla="*/ 0 w 47"/>
                  <a:gd name="T3" fmla="*/ 14 h 60"/>
                  <a:gd name="T4" fmla="*/ 47 w 47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60">
                    <a:moveTo>
                      <a:pt x="33" y="60"/>
                    </a:moveTo>
                    <a:lnTo>
                      <a:pt x="0" y="14"/>
                    </a:lnTo>
                    <a:lnTo>
                      <a:pt x="4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8" name="Freeform 933">
                <a:extLst>
                  <a:ext uri="{FF2B5EF4-FFF2-40B4-BE49-F238E27FC236}">
                    <a16:creationId xmlns:a16="http://schemas.microsoft.com/office/drawing/2014/main" id="{27F13A79-DDA4-48FC-8148-F4468A3EBF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167"/>
                <a:ext cx="47" cy="60"/>
              </a:xfrm>
              <a:custGeom>
                <a:avLst/>
                <a:gdLst>
                  <a:gd name="T0" fmla="*/ 14 w 47"/>
                  <a:gd name="T1" fmla="*/ 0 h 60"/>
                  <a:gd name="T2" fmla="*/ 47 w 47"/>
                  <a:gd name="T3" fmla="*/ 47 h 60"/>
                  <a:gd name="T4" fmla="*/ 0 w 47"/>
                  <a:gd name="T5" fmla="*/ 60 h 60"/>
                  <a:gd name="T6" fmla="*/ 14 w 47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60">
                    <a:moveTo>
                      <a:pt x="14" y="0"/>
                    </a:moveTo>
                    <a:lnTo>
                      <a:pt x="47" y="47"/>
                    </a:lnTo>
                    <a:lnTo>
                      <a:pt x="0" y="6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8F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9" name="Freeform 934">
                <a:extLst>
                  <a:ext uri="{FF2B5EF4-FFF2-40B4-BE49-F238E27FC236}">
                    <a16:creationId xmlns:a16="http://schemas.microsoft.com/office/drawing/2014/main" id="{24B7B6E5-35E9-4533-AC21-4184C37C7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1167"/>
                <a:ext cx="47" cy="60"/>
              </a:xfrm>
              <a:custGeom>
                <a:avLst/>
                <a:gdLst>
                  <a:gd name="T0" fmla="*/ 14 w 47"/>
                  <a:gd name="T1" fmla="*/ 0 h 60"/>
                  <a:gd name="T2" fmla="*/ 47 w 47"/>
                  <a:gd name="T3" fmla="*/ 47 h 60"/>
                  <a:gd name="T4" fmla="*/ 0 w 47"/>
                  <a:gd name="T5" fmla="*/ 6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60">
                    <a:moveTo>
                      <a:pt x="14" y="0"/>
                    </a:moveTo>
                    <a:lnTo>
                      <a:pt x="47" y="47"/>
                    </a:lnTo>
                    <a:lnTo>
                      <a:pt x="0" y="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0" name="Freeform 935">
                <a:extLst>
                  <a:ext uri="{FF2B5EF4-FFF2-40B4-BE49-F238E27FC236}">
                    <a16:creationId xmlns:a16="http://schemas.microsoft.com/office/drawing/2014/main" id="{35EB3591-1B4D-4624-95AC-13C6AF1DD2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1041"/>
                <a:ext cx="80" cy="106"/>
              </a:xfrm>
              <a:custGeom>
                <a:avLst/>
                <a:gdLst>
                  <a:gd name="T0" fmla="*/ 27 w 80"/>
                  <a:gd name="T1" fmla="*/ 100 h 106"/>
                  <a:gd name="T2" fmla="*/ 0 w 80"/>
                  <a:gd name="T3" fmla="*/ 106 h 106"/>
                  <a:gd name="T4" fmla="*/ 80 w 80"/>
                  <a:gd name="T5" fmla="*/ 0 h 106"/>
                  <a:gd name="T6" fmla="*/ 27 w 80"/>
                  <a:gd name="T7" fmla="*/ 10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06">
                    <a:moveTo>
                      <a:pt x="27" y="100"/>
                    </a:moveTo>
                    <a:lnTo>
                      <a:pt x="0" y="106"/>
                    </a:lnTo>
                    <a:lnTo>
                      <a:pt x="80" y="0"/>
                    </a:lnTo>
                    <a:lnTo>
                      <a:pt x="27" y="100"/>
                    </a:lnTo>
                    <a:close/>
                  </a:path>
                </a:pathLst>
              </a:custGeom>
              <a:solidFill>
                <a:srgbClr val="408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1" name="Freeform 936">
                <a:extLst>
                  <a:ext uri="{FF2B5EF4-FFF2-40B4-BE49-F238E27FC236}">
                    <a16:creationId xmlns:a16="http://schemas.microsoft.com/office/drawing/2014/main" id="{467FBA6D-93E6-42A2-9261-AB2683C680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1041"/>
                <a:ext cx="80" cy="106"/>
              </a:xfrm>
              <a:custGeom>
                <a:avLst/>
                <a:gdLst>
                  <a:gd name="T0" fmla="*/ 27 w 80"/>
                  <a:gd name="T1" fmla="*/ 100 h 106"/>
                  <a:gd name="T2" fmla="*/ 0 w 80"/>
                  <a:gd name="T3" fmla="*/ 106 h 106"/>
                  <a:gd name="T4" fmla="*/ 80 w 80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06">
                    <a:moveTo>
                      <a:pt x="27" y="100"/>
                    </a:moveTo>
                    <a:lnTo>
                      <a:pt x="0" y="106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2" name="Freeform 937">
                <a:extLst>
                  <a:ext uri="{FF2B5EF4-FFF2-40B4-BE49-F238E27FC236}">
                    <a16:creationId xmlns:a16="http://schemas.microsoft.com/office/drawing/2014/main" id="{932F06DC-6410-40A2-BF6D-B1F8A1094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028"/>
                <a:ext cx="86" cy="113"/>
              </a:xfrm>
              <a:custGeom>
                <a:avLst/>
                <a:gdLst>
                  <a:gd name="T0" fmla="*/ 53 w 86"/>
                  <a:gd name="T1" fmla="*/ 13 h 113"/>
                  <a:gd name="T2" fmla="*/ 86 w 86"/>
                  <a:gd name="T3" fmla="*/ 0 h 113"/>
                  <a:gd name="T4" fmla="*/ 0 w 86"/>
                  <a:gd name="T5" fmla="*/ 113 h 113"/>
                  <a:gd name="T6" fmla="*/ 53 w 86"/>
                  <a:gd name="T7" fmla="*/ 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13">
                    <a:moveTo>
                      <a:pt x="53" y="13"/>
                    </a:moveTo>
                    <a:lnTo>
                      <a:pt x="86" y="0"/>
                    </a:lnTo>
                    <a:lnTo>
                      <a:pt x="0" y="113"/>
                    </a:lnTo>
                    <a:lnTo>
                      <a:pt x="53" y="13"/>
                    </a:lnTo>
                    <a:close/>
                  </a:path>
                </a:pathLst>
              </a:custGeom>
              <a:solidFill>
                <a:srgbClr val="408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3" name="Freeform 938">
                <a:extLst>
                  <a:ext uri="{FF2B5EF4-FFF2-40B4-BE49-F238E27FC236}">
                    <a16:creationId xmlns:a16="http://schemas.microsoft.com/office/drawing/2014/main" id="{EC66C9E6-1F6F-4C2E-A52E-8BC89AC27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028"/>
                <a:ext cx="86" cy="113"/>
              </a:xfrm>
              <a:custGeom>
                <a:avLst/>
                <a:gdLst>
                  <a:gd name="T0" fmla="*/ 53 w 86"/>
                  <a:gd name="T1" fmla="*/ 13 h 113"/>
                  <a:gd name="T2" fmla="*/ 86 w 86"/>
                  <a:gd name="T3" fmla="*/ 0 h 113"/>
                  <a:gd name="T4" fmla="*/ 0 w 86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13">
                    <a:moveTo>
                      <a:pt x="53" y="13"/>
                    </a:moveTo>
                    <a:lnTo>
                      <a:pt x="86" y="0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4" name="Freeform 939">
                <a:extLst>
                  <a:ext uri="{FF2B5EF4-FFF2-40B4-BE49-F238E27FC236}">
                    <a16:creationId xmlns:a16="http://schemas.microsoft.com/office/drawing/2014/main" id="{C7B002E8-280D-48F6-B4DB-A7B4E392E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1885"/>
                <a:ext cx="73" cy="113"/>
              </a:xfrm>
              <a:custGeom>
                <a:avLst/>
                <a:gdLst>
                  <a:gd name="T0" fmla="*/ 73 w 73"/>
                  <a:gd name="T1" fmla="*/ 113 h 113"/>
                  <a:gd name="T2" fmla="*/ 40 w 73"/>
                  <a:gd name="T3" fmla="*/ 100 h 113"/>
                  <a:gd name="T4" fmla="*/ 0 w 73"/>
                  <a:gd name="T5" fmla="*/ 0 h 113"/>
                  <a:gd name="T6" fmla="*/ 73 w 73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13">
                    <a:moveTo>
                      <a:pt x="73" y="113"/>
                    </a:moveTo>
                    <a:lnTo>
                      <a:pt x="40" y="100"/>
                    </a:lnTo>
                    <a:lnTo>
                      <a:pt x="0" y="0"/>
                    </a:lnTo>
                    <a:lnTo>
                      <a:pt x="73" y="113"/>
                    </a:lnTo>
                    <a:close/>
                  </a:path>
                </a:pathLst>
              </a:custGeom>
              <a:solidFill>
                <a:srgbClr val="580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5" name="Freeform 940">
                <a:extLst>
                  <a:ext uri="{FF2B5EF4-FFF2-40B4-BE49-F238E27FC236}">
                    <a16:creationId xmlns:a16="http://schemas.microsoft.com/office/drawing/2014/main" id="{561982C4-4CA2-4809-94DB-293E82FE3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1885"/>
                <a:ext cx="73" cy="113"/>
              </a:xfrm>
              <a:custGeom>
                <a:avLst/>
                <a:gdLst>
                  <a:gd name="T0" fmla="*/ 73 w 73"/>
                  <a:gd name="T1" fmla="*/ 113 h 113"/>
                  <a:gd name="T2" fmla="*/ 40 w 73"/>
                  <a:gd name="T3" fmla="*/ 100 h 113"/>
                  <a:gd name="T4" fmla="*/ 0 w 73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13">
                    <a:moveTo>
                      <a:pt x="73" y="113"/>
                    </a:moveTo>
                    <a:lnTo>
                      <a:pt x="40" y="10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6" name="Freeform 941">
                <a:extLst>
                  <a:ext uri="{FF2B5EF4-FFF2-40B4-BE49-F238E27FC236}">
                    <a16:creationId xmlns:a16="http://schemas.microsoft.com/office/drawing/2014/main" id="{E92B42C8-981B-4F8A-9A30-2AA7DF06A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1872"/>
                <a:ext cx="80" cy="113"/>
              </a:xfrm>
              <a:custGeom>
                <a:avLst/>
                <a:gdLst>
                  <a:gd name="T0" fmla="*/ 0 w 80"/>
                  <a:gd name="T1" fmla="*/ 0 h 113"/>
                  <a:gd name="T2" fmla="*/ 40 w 80"/>
                  <a:gd name="T3" fmla="*/ 13 h 113"/>
                  <a:gd name="T4" fmla="*/ 80 w 80"/>
                  <a:gd name="T5" fmla="*/ 113 h 113"/>
                  <a:gd name="T6" fmla="*/ 0 w 80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13">
                    <a:moveTo>
                      <a:pt x="0" y="0"/>
                    </a:moveTo>
                    <a:lnTo>
                      <a:pt x="40" y="13"/>
                    </a:lnTo>
                    <a:lnTo>
                      <a:pt x="80" y="1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800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7" name="Freeform 942">
                <a:extLst>
                  <a:ext uri="{FF2B5EF4-FFF2-40B4-BE49-F238E27FC236}">
                    <a16:creationId xmlns:a16="http://schemas.microsoft.com/office/drawing/2014/main" id="{798CBA3E-604B-45A9-8B6E-86247DA51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3" y="1872"/>
                <a:ext cx="80" cy="113"/>
              </a:xfrm>
              <a:custGeom>
                <a:avLst/>
                <a:gdLst>
                  <a:gd name="T0" fmla="*/ 0 w 80"/>
                  <a:gd name="T1" fmla="*/ 0 h 113"/>
                  <a:gd name="T2" fmla="*/ 40 w 80"/>
                  <a:gd name="T3" fmla="*/ 13 h 113"/>
                  <a:gd name="T4" fmla="*/ 80 w 80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13">
                    <a:moveTo>
                      <a:pt x="0" y="0"/>
                    </a:moveTo>
                    <a:lnTo>
                      <a:pt x="40" y="13"/>
                    </a:lnTo>
                    <a:lnTo>
                      <a:pt x="8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8" name="Freeform 943">
                <a:extLst>
                  <a:ext uri="{FF2B5EF4-FFF2-40B4-BE49-F238E27FC236}">
                    <a16:creationId xmlns:a16="http://schemas.microsoft.com/office/drawing/2014/main" id="{EC3FEBD6-C6A2-4C2E-97AC-ECF4DE8F3D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619"/>
                <a:ext cx="40" cy="160"/>
              </a:xfrm>
              <a:custGeom>
                <a:avLst/>
                <a:gdLst>
                  <a:gd name="T0" fmla="*/ 40 w 40"/>
                  <a:gd name="T1" fmla="*/ 160 h 160"/>
                  <a:gd name="T2" fmla="*/ 13 w 40"/>
                  <a:gd name="T3" fmla="*/ 133 h 160"/>
                  <a:gd name="T4" fmla="*/ 0 w 40"/>
                  <a:gd name="T5" fmla="*/ 0 h 160"/>
                  <a:gd name="T6" fmla="*/ 40 w 40"/>
                  <a:gd name="T7" fmla="*/ 160 h 1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60">
                    <a:moveTo>
                      <a:pt x="40" y="160"/>
                    </a:moveTo>
                    <a:lnTo>
                      <a:pt x="13" y="133"/>
                    </a:lnTo>
                    <a:lnTo>
                      <a:pt x="0" y="0"/>
                    </a:lnTo>
                    <a:lnTo>
                      <a:pt x="40" y="160"/>
                    </a:lnTo>
                    <a:close/>
                  </a:path>
                </a:pathLst>
              </a:custGeom>
              <a:solidFill>
                <a:srgbClr val="280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9" name="Freeform 944">
                <a:extLst>
                  <a:ext uri="{FF2B5EF4-FFF2-40B4-BE49-F238E27FC236}">
                    <a16:creationId xmlns:a16="http://schemas.microsoft.com/office/drawing/2014/main" id="{6A40D6BE-CBD8-46DB-9BA6-9F5152C42C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619"/>
                <a:ext cx="40" cy="160"/>
              </a:xfrm>
              <a:custGeom>
                <a:avLst/>
                <a:gdLst>
                  <a:gd name="T0" fmla="*/ 40 w 40"/>
                  <a:gd name="T1" fmla="*/ 160 h 160"/>
                  <a:gd name="T2" fmla="*/ 13 w 40"/>
                  <a:gd name="T3" fmla="*/ 133 h 160"/>
                  <a:gd name="T4" fmla="*/ 0 w 40"/>
                  <a:gd name="T5" fmla="*/ 0 h 1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60">
                    <a:moveTo>
                      <a:pt x="40" y="160"/>
                    </a:moveTo>
                    <a:lnTo>
                      <a:pt x="13" y="13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0" name="Freeform 945">
                <a:extLst>
                  <a:ext uri="{FF2B5EF4-FFF2-40B4-BE49-F238E27FC236}">
                    <a16:creationId xmlns:a16="http://schemas.microsoft.com/office/drawing/2014/main" id="{74957A4F-CA9A-496C-B401-2CADE79EE2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599"/>
                <a:ext cx="33" cy="153"/>
              </a:xfrm>
              <a:custGeom>
                <a:avLst/>
                <a:gdLst>
                  <a:gd name="T0" fmla="*/ 0 w 33"/>
                  <a:gd name="T1" fmla="*/ 0 h 153"/>
                  <a:gd name="T2" fmla="*/ 20 w 33"/>
                  <a:gd name="T3" fmla="*/ 20 h 153"/>
                  <a:gd name="T4" fmla="*/ 33 w 33"/>
                  <a:gd name="T5" fmla="*/ 153 h 153"/>
                  <a:gd name="T6" fmla="*/ 0 w 33"/>
                  <a:gd name="T7" fmla="*/ 0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53">
                    <a:moveTo>
                      <a:pt x="0" y="0"/>
                    </a:moveTo>
                    <a:lnTo>
                      <a:pt x="20" y="20"/>
                    </a:lnTo>
                    <a:lnTo>
                      <a:pt x="33" y="1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" name="Freeform 946">
                <a:extLst>
                  <a:ext uri="{FF2B5EF4-FFF2-40B4-BE49-F238E27FC236}">
                    <a16:creationId xmlns:a16="http://schemas.microsoft.com/office/drawing/2014/main" id="{CD6C6A93-7D20-44DB-A79B-76ECFA48B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599"/>
                <a:ext cx="33" cy="153"/>
              </a:xfrm>
              <a:custGeom>
                <a:avLst/>
                <a:gdLst>
                  <a:gd name="T0" fmla="*/ 0 w 33"/>
                  <a:gd name="T1" fmla="*/ 0 h 153"/>
                  <a:gd name="T2" fmla="*/ 20 w 33"/>
                  <a:gd name="T3" fmla="*/ 20 h 153"/>
                  <a:gd name="T4" fmla="*/ 33 w 33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53">
                    <a:moveTo>
                      <a:pt x="0" y="0"/>
                    </a:moveTo>
                    <a:lnTo>
                      <a:pt x="20" y="20"/>
                    </a:lnTo>
                    <a:lnTo>
                      <a:pt x="33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2" name="Freeform 947">
                <a:extLst>
                  <a:ext uri="{FF2B5EF4-FFF2-40B4-BE49-F238E27FC236}">
                    <a16:creationId xmlns:a16="http://schemas.microsoft.com/office/drawing/2014/main" id="{3E090572-2068-439C-9F97-5346E2A0C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955"/>
                <a:ext cx="93" cy="73"/>
              </a:xfrm>
              <a:custGeom>
                <a:avLst/>
                <a:gdLst>
                  <a:gd name="T0" fmla="*/ 40 w 93"/>
                  <a:gd name="T1" fmla="*/ 73 h 73"/>
                  <a:gd name="T2" fmla="*/ 0 w 93"/>
                  <a:gd name="T3" fmla="*/ 66 h 73"/>
                  <a:gd name="T4" fmla="*/ 93 w 93"/>
                  <a:gd name="T5" fmla="*/ 0 h 73"/>
                  <a:gd name="T6" fmla="*/ 40 w 93"/>
                  <a:gd name="T7" fmla="*/ 73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73">
                    <a:moveTo>
                      <a:pt x="40" y="73"/>
                    </a:moveTo>
                    <a:lnTo>
                      <a:pt x="0" y="66"/>
                    </a:lnTo>
                    <a:lnTo>
                      <a:pt x="93" y="0"/>
                    </a:lnTo>
                    <a:lnTo>
                      <a:pt x="40" y="73"/>
                    </a:lnTo>
                    <a:close/>
                  </a:path>
                </a:pathLst>
              </a:custGeom>
              <a:solidFill>
                <a:srgbClr val="9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3" name="Freeform 948">
                <a:extLst>
                  <a:ext uri="{FF2B5EF4-FFF2-40B4-BE49-F238E27FC236}">
                    <a16:creationId xmlns:a16="http://schemas.microsoft.com/office/drawing/2014/main" id="{73978375-26C7-4555-904B-60120E303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1" y="955"/>
                <a:ext cx="93" cy="73"/>
              </a:xfrm>
              <a:custGeom>
                <a:avLst/>
                <a:gdLst>
                  <a:gd name="T0" fmla="*/ 40 w 93"/>
                  <a:gd name="T1" fmla="*/ 73 h 73"/>
                  <a:gd name="T2" fmla="*/ 0 w 93"/>
                  <a:gd name="T3" fmla="*/ 66 h 73"/>
                  <a:gd name="T4" fmla="*/ 93 w 93"/>
                  <a:gd name="T5" fmla="*/ 0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73">
                    <a:moveTo>
                      <a:pt x="40" y="73"/>
                    </a:moveTo>
                    <a:lnTo>
                      <a:pt x="0" y="66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4" name="Freeform 949">
                <a:extLst>
                  <a:ext uri="{FF2B5EF4-FFF2-40B4-BE49-F238E27FC236}">
                    <a16:creationId xmlns:a16="http://schemas.microsoft.com/office/drawing/2014/main" id="{73F332BF-EDF3-48E0-A417-340423080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955"/>
                <a:ext cx="93" cy="73"/>
              </a:xfrm>
              <a:custGeom>
                <a:avLst/>
                <a:gdLst>
                  <a:gd name="T0" fmla="*/ 53 w 93"/>
                  <a:gd name="T1" fmla="*/ 0 h 73"/>
                  <a:gd name="T2" fmla="*/ 93 w 93"/>
                  <a:gd name="T3" fmla="*/ 6 h 73"/>
                  <a:gd name="T4" fmla="*/ 0 w 93"/>
                  <a:gd name="T5" fmla="*/ 73 h 73"/>
                  <a:gd name="T6" fmla="*/ 53 w 93"/>
                  <a:gd name="T7" fmla="*/ 0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73">
                    <a:moveTo>
                      <a:pt x="53" y="0"/>
                    </a:moveTo>
                    <a:lnTo>
                      <a:pt x="93" y="6"/>
                    </a:lnTo>
                    <a:lnTo>
                      <a:pt x="0" y="7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9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5" name="Freeform 950">
                <a:extLst>
                  <a:ext uri="{FF2B5EF4-FFF2-40B4-BE49-F238E27FC236}">
                    <a16:creationId xmlns:a16="http://schemas.microsoft.com/office/drawing/2014/main" id="{C010CDEF-B9C6-417E-A73D-A9FE08901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955"/>
                <a:ext cx="93" cy="73"/>
              </a:xfrm>
              <a:custGeom>
                <a:avLst/>
                <a:gdLst>
                  <a:gd name="T0" fmla="*/ 53 w 93"/>
                  <a:gd name="T1" fmla="*/ 0 h 73"/>
                  <a:gd name="T2" fmla="*/ 93 w 93"/>
                  <a:gd name="T3" fmla="*/ 6 h 73"/>
                  <a:gd name="T4" fmla="*/ 0 w 93"/>
                  <a:gd name="T5" fmla="*/ 73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73">
                    <a:moveTo>
                      <a:pt x="53" y="0"/>
                    </a:moveTo>
                    <a:lnTo>
                      <a:pt x="93" y="6"/>
                    </a:lnTo>
                    <a:lnTo>
                      <a:pt x="0" y="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6" name="Freeform 951">
                <a:extLst>
                  <a:ext uri="{FF2B5EF4-FFF2-40B4-BE49-F238E27FC236}">
                    <a16:creationId xmlns:a16="http://schemas.microsoft.com/office/drawing/2014/main" id="{8F9D0D73-5699-41AB-AEE9-DCD61842B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898"/>
                <a:ext cx="79" cy="113"/>
              </a:xfrm>
              <a:custGeom>
                <a:avLst/>
                <a:gdLst>
                  <a:gd name="T0" fmla="*/ 79 w 79"/>
                  <a:gd name="T1" fmla="*/ 113 h 113"/>
                  <a:gd name="T2" fmla="*/ 40 w 79"/>
                  <a:gd name="T3" fmla="*/ 100 h 113"/>
                  <a:gd name="T4" fmla="*/ 0 w 79"/>
                  <a:gd name="T5" fmla="*/ 0 h 113"/>
                  <a:gd name="T6" fmla="*/ 79 w 79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13">
                    <a:moveTo>
                      <a:pt x="79" y="113"/>
                    </a:moveTo>
                    <a:lnTo>
                      <a:pt x="40" y="100"/>
                    </a:lnTo>
                    <a:lnTo>
                      <a:pt x="0" y="0"/>
                    </a:lnTo>
                    <a:lnTo>
                      <a:pt x="79" y="113"/>
                    </a:lnTo>
                    <a:close/>
                  </a:path>
                </a:pathLst>
              </a:custGeom>
              <a:solidFill>
                <a:srgbClr val="680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7" name="Freeform 952">
                <a:extLst>
                  <a:ext uri="{FF2B5EF4-FFF2-40B4-BE49-F238E27FC236}">
                    <a16:creationId xmlns:a16="http://schemas.microsoft.com/office/drawing/2014/main" id="{75C84E89-EA60-4780-809A-B37F91C5F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898"/>
                <a:ext cx="79" cy="113"/>
              </a:xfrm>
              <a:custGeom>
                <a:avLst/>
                <a:gdLst>
                  <a:gd name="T0" fmla="*/ 79 w 79"/>
                  <a:gd name="T1" fmla="*/ 113 h 113"/>
                  <a:gd name="T2" fmla="*/ 40 w 79"/>
                  <a:gd name="T3" fmla="*/ 100 h 113"/>
                  <a:gd name="T4" fmla="*/ 0 w 79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13">
                    <a:moveTo>
                      <a:pt x="79" y="113"/>
                    </a:moveTo>
                    <a:lnTo>
                      <a:pt x="40" y="10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8" name="Freeform 953">
                <a:extLst>
                  <a:ext uri="{FF2B5EF4-FFF2-40B4-BE49-F238E27FC236}">
                    <a16:creationId xmlns:a16="http://schemas.microsoft.com/office/drawing/2014/main" id="{67EBCD03-86F5-4051-A186-2A66787014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1885"/>
                <a:ext cx="73" cy="113"/>
              </a:xfrm>
              <a:custGeom>
                <a:avLst/>
                <a:gdLst>
                  <a:gd name="T0" fmla="*/ 0 w 73"/>
                  <a:gd name="T1" fmla="*/ 0 h 113"/>
                  <a:gd name="T2" fmla="*/ 33 w 73"/>
                  <a:gd name="T3" fmla="*/ 13 h 113"/>
                  <a:gd name="T4" fmla="*/ 73 w 73"/>
                  <a:gd name="T5" fmla="*/ 113 h 113"/>
                  <a:gd name="T6" fmla="*/ 0 w 73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13">
                    <a:moveTo>
                      <a:pt x="0" y="0"/>
                    </a:moveTo>
                    <a:lnTo>
                      <a:pt x="33" y="13"/>
                    </a:lnTo>
                    <a:lnTo>
                      <a:pt x="73" y="1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8003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9" name="Freeform 954">
                <a:extLst>
                  <a:ext uri="{FF2B5EF4-FFF2-40B4-BE49-F238E27FC236}">
                    <a16:creationId xmlns:a16="http://schemas.microsoft.com/office/drawing/2014/main" id="{24AA0ACD-D653-4209-AAC1-EFEEC9C0A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1885"/>
                <a:ext cx="73" cy="113"/>
              </a:xfrm>
              <a:custGeom>
                <a:avLst/>
                <a:gdLst>
                  <a:gd name="T0" fmla="*/ 0 w 73"/>
                  <a:gd name="T1" fmla="*/ 0 h 113"/>
                  <a:gd name="T2" fmla="*/ 33 w 73"/>
                  <a:gd name="T3" fmla="*/ 13 h 113"/>
                  <a:gd name="T4" fmla="*/ 73 w 73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13">
                    <a:moveTo>
                      <a:pt x="0" y="0"/>
                    </a:moveTo>
                    <a:lnTo>
                      <a:pt x="33" y="13"/>
                    </a:lnTo>
                    <a:lnTo>
                      <a:pt x="73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0" name="Freeform 955">
                <a:extLst>
                  <a:ext uri="{FF2B5EF4-FFF2-40B4-BE49-F238E27FC236}">
                    <a16:creationId xmlns:a16="http://schemas.microsoft.com/office/drawing/2014/main" id="{BCC8A00E-1234-4F6B-815A-8E2E0F34B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413"/>
                <a:ext cx="20" cy="160"/>
              </a:xfrm>
              <a:custGeom>
                <a:avLst/>
                <a:gdLst>
                  <a:gd name="T0" fmla="*/ 7 w 20"/>
                  <a:gd name="T1" fmla="*/ 0 h 160"/>
                  <a:gd name="T2" fmla="*/ 20 w 20"/>
                  <a:gd name="T3" fmla="*/ 14 h 160"/>
                  <a:gd name="T4" fmla="*/ 0 w 20"/>
                  <a:gd name="T5" fmla="*/ 160 h 160"/>
                  <a:gd name="T6" fmla="*/ 7 w 20"/>
                  <a:gd name="T7" fmla="*/ 0 h 1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60">
                    <a:moveTo>
                      <a:pt x="7" y="0"/>
                    </a:moveTo>
                    <a:lnTo>
                      <a:pt x="20" y="14"/>
                    </a:lnTo>
                    <a:lnTo>
                      <a:pt x="0" y="160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1" name="Freeform 956">
                <a:extLst>
                  <a:ext uri="{FF2B5EF4-FFF2-40B4-BE49-F238E27FC236}">
                    <a16:creationId xmlns:a16="http://schemas.microsoft.com/office/drawing/2014/main" id="{DA8239B2-984F-4133-AC1C-3F0467A4ED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413"/>
                <a:ext cx="20" cy="160"/>
              </a:xfrm>
              <a:custGeom>
                <a:avLst/>
                <a:gdLst>
                  <a:gd name="T0" fmla="*/ 7 w 20"/>
                  <a:gd name="T1" fmla="*/ 0 h 160"/>
                  <a:gd name="T2" fmla="*/ 20 w 20"/>
                  <a:gd name="T3" fmla="*/ 14 h 160"/>
                  <a:gd name="T4" fmla="*/ 0 w 20"/>
                  <a:gd name="T5" fmla="*/ 160 h 1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60">
                    <a:moveTo>
                      <a:pt x="7" y="0"/>
                    </a:moveTo>
                    <a:lnTo>
                      <a:pt x="20" y="14"/>
                    </a:lnTo>
                    <a:lnTo>
                      <a:pt x="0" y="1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2" name="Freeform 957">
                <a:extLst>
                  <a:ext uri="{FF2B5EF4-FFF2-40B4-BE49-F238E27FC236}">
                    <a16:creationId xmlns:a16="http://schemas.microsoft.com/office/drawing/2014/main" id="{89E52E00-99C0-422F-846F-61A257535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280"/>
                <a:ext cx="40" cy="147"/>
              </a:xfrm>
              <a:custGeom>
                <a:avLst/>
                <a:gdLst>
                  <a:gd name="T0" fmla="*/ 13 w 40"/>
                  <a:gd name="T1" fmla="*/ 147 h 147"/>
                  <a:gd name="T2" fmla="*/ 0 w 40"/>
                  <a:gd name="T3" fmla="*/ 133 h 147"/>
                  <a:gd name="T4" fmla="*/ 40 w 40"/>
                  <a:gd name="T5" fmla="*/ 0 h 147"/>
                  <a:gd name="T6" fmla="*/ 13 w 40"/>
                  <a:gd name="T7" fmla="*/ 147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47">
                    <a:moveTo>
                      <a:pt x="13" y="147"/>
                    </a:moveTo>
                    <a:lnTo>
                      <a:pt x="0" y="133"/>
                    </a:lnTo>
                    <a:lnTo>
                      <a:pt x="40" y="0"/>
                    </a:lnTo>
                    <a:lnTo>
                      <a:pt x="13" y="147"/>
                    </a:lnTo>
                    <a:close/>
                  </a:path>
                </a:pathLst>
              </a:custGeom>
              <a:solidFill>
                <a:srgbClr val="182C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3" name="Freeform 958">
                <a:extLst>
                  <a:ext uri="{FF2B5EF4-FFF2-40B4-BE49-F238E27FC236}">
                    <a16:creationId xmlns:a16="http://schemas.microsoft.com/office/drawing/2014/main" id="{AB1E9326-B08A-4F90-9E5A-EAC3EC67B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1280"/>
                <a:ext cx="40" cy="147"/>
              </a:xfrm>
              <a:custGeom>
                <a:avLst/>
                <a:gdLst>
                  <a:gd name="T0" fmla="*/ 13 w 40"/>
                  <a:gd name="T1" fmla="*/ 147 h 147"/>
                  <a:gd name="T2" fmla="*/ 0 w 40"/>
                  <a:gd name="T3" fmla="*/ 133 h 147"/>
                  <a:gd name="T4" fmla="*/ 40 w 40"/>
                  <a:gd name="T5" fmla="*/ 0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47">
                    <a:moveTo>
                      <a:pt x="13" y="147"/>
                    </a:moveTo>
                    <a:lnTo>
                      <a:pt x="0" y="133"/>
                    </a:lnTo>
                    <a:lnTo>
                      <a:pt x="4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4" name="Freeform 959">
                <a:extLst>
                  <a:ext uri="{FF2B5EF4-FFF2-40B4-BE49-F238E27FC236}">
                    <a16:creationId xmlns:a16="http://schemas.microsoft.com/office/drawing/2014/main" id="{B7C737CD-C1A3-4E81-A2A5-810A3D0D6F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427"/>
                <a:ext cx="20" cy="172"/>
              </a:xfrm>
              <a:custGeom>
                <a:avLst/>
                <a:gdLst>
                  <a:gd name="T0" fmla="*/ 20 w 20"/>
                  <a:gd name="T1" fmla="*/ 172 h 172"/>
                  <a:gd name="T2" fmla="*/ 0 w 20"/>
                  <a:gd name="T3" fmla="*/ 146 h 172"/>
                  <a:gd name="T4" fmla="*/ 20 w 20"/>
                  <a:gd name="T5" fmla="*/ 0 h 172"/>
                  <a:gd name="T6" fmla="*/ 20 w 20"/>
                  <a:gd name="T7" fmla="*/ 172 h 17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72">
                    <a:moveTo>
                      <a:pt x="20" y="172"/>
                    </a:moveTo>
                    <a:lnTo>
                      <a:pt x="0" y="146"/>
                    </a:lnTo>
                    <a:lnTo>
                      <a:pt x="20" y="0"/>
                    </a:lnTo>
                    <a:lnTo>
                      <a:pt x="20" y="172"/>
                    </a:lnTo>
                    <a:close/>
                  </a:path>
                </a:pathLst>
              </a:custGeom>
              <a:solidFill>
                <a:srgbClr val="201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5" name="Freeform 960">
                <a:extLst>
                  <a:ext uri="{FF2B5EF4-FFF2-40B4-BE49-F238E27FC236}">
                    <a16:creationId xmlns:a16="http://schemas.microsoft.com/office/drawing/2014/main" id="{E15BA328-D373-44C9-A97E-BEB99EBD3F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4" y="1427"/>
                <a:ext cx="20" cy="172"/>
              </a:xfrm>
              <a:custGeom>
                <a:avLst/>
                <a:gdLst>
                  <a:gd name="T0" fmla="*/ 20 w 20"/>
                  <a:gd name="T1" fmla="*/ 172 h 172"/>
                  <a:gd name="T2" fmla="*/ 0 w 20"/>
                  <a:gd name="T3" fmla="*/ 146 h 172"/>
                  <a:gd name="T4" fmla="*/ 20 w 20"/>
                  <a:gd name="T5" fmla="*/ 0 h 17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72">
                    <a:moveTo>
                      <a:pt x="20" y="172"/>
                    </a:moveTo>
                    <a:lnTo>
                      <a:pt x="0" y="146"/>
                    </a:lnTo>
                    <a:lnTo>
                      <a:pt x="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6" name="Freeform 961">
                <a:extLst>
                  <a:ext uri="{FF2B5EF4-FFF2-40B4-BE49-F238E27FC236}">
                    <a16:creationId xmlns:a16="http://schemas.microsoft.com/office/drawing/2014/main" id="{65C94992-8AF4-4C16-B9B4-41C5AD056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912"/>
                <a:ext cx="79" cy="106"/>
              </a:xfrm>
              <a:custGeom>
                <a:avLst/>
                <a:gdLst>
                  <a:gd name="T0" fmla="*/ 79 w 79"/>
                  <a:gd name="T1" fmla="*/ 106 h 106"/>
                  <a:gd name="T2" fmla="*/ 39 w 79"/>
                  <a:gd name="T3" fmla="*/ 99 h 106"/>
                  <a:gd name="T4" fmla="*/ 0 w 79"/>
                  <a:gd name="T5" fmla="*/ 0 h 106"/>
                  <a:gd name="T6" fmla="*/ 79 w 79"/>
                  <a:gd name="T7" fmla="*/ 106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06">
                    <a:moveTo>
                      <a:pt x="79" y="106"/>
                    </a:moveTo>
                    <a:lnTo>
                      <a:pt x="39" y="99"/>
                    </a:lnTo>
                    <a:lnTo>
                      <a:pt x="0" y="0"/>
                    </a:lnTo>
                    <a:lnTo>
                      <a:pt x="79" y="106"/>
                    </a:lnTo>
                    <a:close/>
                  </a:path>
                </a:pathLst>
              </a:custGeom>
              <a:solidFill>
                <a:srgbClr val="7014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7" name="Freeform 962">
                <a:extLst>
                  <a:ext uri="{FF2B5EF4-FFF2-40B4-BE49-F238E27FC236}">
                    <a16:creationId xmlns:a16="http://schemas.microsoft.com/office/drawing/2014/main" id="{23C227FB-C1B5-4C4F-B4F6-F71878A96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912"/>
                <a:ext cx="79" cy="106"/>
              </a:xfrm>
              <a:custGeom>
                <a:avLst/>
                <a:gdLst>
                  <a:gd name="T0" fmla="*/ 79 w 79"/>
                  <a:gd name="T1" fmla="*/ 106 h 106"/>
                  <a:gd name="T2" fmla="*/ 39 w 79"/>
                  <a:gd name="T3" fmla="*/ 99 h 106"/>
                  <a:gd name="T4" fmla="*/ 0 w 79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06">
                    <a:moveTo>
                      <a:pt x="79" y="106"/>
                    </a:moveTo>
                    <a:lnTo>
                      <a:pt x="39" y="9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8" name="Freeform 963">
                <a:extLst>
                  <a:ext uri="{FF2B5EF4-FFF2-40B4-BE49-F238E27FC236}">
                    <a16:creationId xmlns:a16="http://schemas.microsoft.com/office/drawing/2014/main" id="{6673592D-CAEA-4695-8C1C-9FAAF565F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898"/>
                <a:ext cx="79" cy="113"/>
              </a:xfrm>
              <a:custGeom>
                <a:avLst/>
                <a:gdLst>
                  <a:gd name="T0" fmla="*/ 0 w 79"/>
                  <a:gd name="T1" fmla="*/ 0 h 113"/>
                  <a:gd name="T2" fmla="*/ 40 w 79"/>
                  <a:gd name="T3" fmla="*/ 14 h 113"/>
                  <a:gd name="T4" fmla="*/ 79 w 79"/>
                  <a:gd name="T5" fmla="*/ 113 h 113"/>
                  <a:gd name="T6" fmla="*/ 0 w 79"/>
                  <a:gd name="T7" fmla="*/ 0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13">
                    <a:moveTo>
                      <a:pt x="0" y="0"/>
                    </a:moveTo>
                    <a:lnTo>
                      <a:pt x="40" y="14"/>
                    </a:lnTo>
                    <a:lnTo>
                      <a:pt x="79" y="1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8083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9" name="Freeform 964">
                <a:extLst>
                  <a:ext uri="{FF2B5EF4-FFF2-40B4-BE49-F238E27FC236}">
                    <a16:creationId xmlns:a16="http://schemas.microsoft.com/office/drawing/2014/main" id="{F0C74F64-7A06-46F5-9D72-1D5DC8115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6" y="1898"/>
                <a:ext cx="79" cy="113"/>
              </a:xfrm>
              <a:custGeom>
                <a:avLst/>
                <a:gdLst>
                  <a:gd name="T0" fmla="*/ 0 w 79"/>
                  <a:gd name="T1" fmla="*/ 0 h 113"/>
                  <a:gd name="T2" fmla="*/ 40 w 79"/>
                  <a:gd name="T3" fmla="*/ 14 h 113"/>
                  <a:gd name="T4" fmla="*/ 79 w 79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13">
                    <a:moveTo>
                      <a:pt x="0" y="0"/>
                    </a:moveTo>
                    <a:lnTo>
                      <a:pt x="40" y="14"/>
                    </a:lnTo>
                    <a:lnTo>
                      <a:pt x="79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0" name="Freeform 965">
                <a:extLst>
                  <a:ext uri="{FF2B5EF4-FFF2-40B4-BE49-F238E27FC236}">
                    <a16:creationId xmlns:a16="http://schemas.microsoft.com/office/drawing/2014/main" id="{05A53D7D-FF5C-4F28-A031-0A68D1F10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961"/>
                <a:ext cx="93" cy="80"/>
              </a:xfrm>
              <a:custGeom>
                <a:avLst/>
                <a:gdLst>
                  <a:gd name="T0" fmla="*/ 40 w 93"/>
                  <a:gd name="T1" fmla="*/ 80 h 80"/>
                  <a:gd name="T2" fmla="*/ 0 w 93"/>
                  <a:gd name="T3" fmla="*/ 67 h 80"/>
                  <a:gd name="T4" fmla="*/ 93 w 93"/>
                  <a:gd name="T5" fmla="*/ 0 h 80"/>
                  <a:gd name="T6" fmla="*/ 40 w 93"/>
                  <a:gd name="T7" fmla="*/ 80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80">
                    <a:moveTo>
                      <a:pt x="40" y="80"/>
                    </a:moveTo>
                    <a:lnTo>
                      <a:pt x="0" y="67"/>
                    </a:lnTo>
                    <a:lnTo>
                      <a:pt x="93" y="0"/>
                    </a:lnTo>
                    <a:lnTo>
                      <a:pt x="40" y="80"/>
                    </a:lnTo>
                    <a:close/>
                  </a:path>
                </a:pathLst>
              </a:custGeom>
              <a:solidFill>
                <a:srgbClr val="A0D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" name="Freeform 966">
                <a:extLst>
                  <a:ext uri="{FF2B5EF4-FFF2-40B4-BE49-F238E27FC236}">
                    <a16:creationId xmlns:a16="http://schemas.microsoft.com/office/drawing/2014/main" id="{F5C0A9EA-3942-417B-961A-8FBA091E9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961"/>
                <a:ext cx="93" cy="80"/>
              </a:xfrm>
              <a:custGeom>
                <a:avLst/>
                <a:gdLst>
                  <a:gd name="T0" fmla="*/ 40 w 93"/>
                  <a:gd name="T1" fmla="*/ 80 h 80"/>
                  <a:gd name="T2" fmla="*/ 0 w 93"/>
                  <a:gd name="T3" fmla="*/ 67 h 80"/>
                  <a:gd name="T4" fmla="*/ 93 w 93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80">
                    <a:moveTo>
                      <a:pt x="40" y="80"/>
                    </a:moveTo>
                    <a:lnTo>
                      <a:pt x="0" y="67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" name="Freeform 967">
                <a:extLst>
                  <a:ext uri="{FF2B5EF4-FFF2-40B4-BE49-F238E27FC236}">
                    <a16:creationId xmlns:a16="http://schemas.microsoft.com/office/drawing/2014/main" id="{274CD260-E1B5-4FFA-B35E-980EFEEBA5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961"/>
                <a:ext cx="92" cy="80"/>
              </a:xfrm>
              <a:custGeom>
                <a:avLst/>
                <a:gdLst>
                  <a:gd name="T0" fmla="*/ 53 w 92"/>
                  <a:gd name="T1" fmla="*/ 0 h 80"/>
                  <a:gd name="T2" fmla="*/ 92 w 92"/>
                  <a:gd name="T3" fmla="*/ 7 h 80"/>
                  <a:gd name="T4" fmla="*/ 0 w 92"/>
                  <a:gd name="T5" fmla="*/ 80 h 80"/>
                  <a:gd name="T6" fmla="*/ 53 w 92"/>
                  <a:gd name="T7" fmla="*/ 0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80">
                    <a:moveTo>
                      <a:pt x="53" y="0"/>
                    </a:moveTo>
                    <a:lnTo>
                      <a:pt x="92" y="7"/>
                    </a:lnTo>
                    <a:lnTo>
                      <a:pt x="0" y="80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A0D0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3" name="Freeform 968">
                <a:extLst>
                  <a:ext uri="{FF2B5EF4-FFF2-40B4-BE49-F238E27FC236}">
                    <a16:creationId xmlns:a16="http://schemas.microsoft.com/office/drawing/2014/main" id="{1D4110A7-6EBD-45F0-9F79-77AC08E6F2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961"/>
                <a:ext cx="92" cy="80"/>
              </a:xfrm>
              <a:custGeom>
                <a:avLst/>
                <a:gdLst>
                  <a:gd name="T0" fmla="*/ 53 w 92"/>
                  <a:gd name="T1" fmla="*/ 0 h 80"/>
                  <a:gd name="T2" fmla="*/ 92 w 92"/>
                  <a:gd name="T3" fmla="*/ 7 h 80"/>
                  <a:gd name="T4" fmla="*/ 0 w 92"/>
                  <a:gd name="T5" fmla="*/ 8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80">
                    <a:moveTo>
                      <a:pt x="53" y="0"/>
                    </a:moveTo>
                    <a:lnTo>
                      <a:pt x="92" y="7"/>
                    </a:lnTo>
                    <a:lnTo>
                      <a:pt x="0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4" name="Freeform 969">
                <a:extLst>
                  <a:ext uri="{FF2B5EF4-FFF2-40B4-BE49-F238E27FC236}">
                    <a16:creationId xmlns:a16="http://schemas.microsoft.com/office/drawing/2014/main" id="{BD655BF4-BAB0-472A-85D5-478BDDBCFD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028"/>
                <a:ext cx="86" cy="113"/>
              </a:xfrm>
              <a:custGeom>
                <a:avLst/>
                <a:gdLst>
                  <a:gd name="T0" fmla="*/ 33 w 86"/>
                  <a:gd name="T1" fmla="*/ 106 h 113"/>
                  <a:gd name="T2" fmla="*/ 0 w 86"/>
                  <a:gd name="T3" fmla="*/ 113 h 113"/>
                  <a:gd name="T4" fmla="*/ 86 w 86"/>
                  <a:gd name="T5" fmla="*/ 0 h 113"/>
                  <a:gd name="T6" fmla="*/ 33 w 86"/>
                  <a:gd name="T7" fmla="*/ 106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13">
                    <a:moveTo>
                      <a:pt x="33" y="106"/>
                    </a:moveTo>
                    <a:lnTo>
                      <a:pt x="0" y="113"/>
                    </a:lnTo>
                    <a:lnTo>
                      <a:pt x="86" y="0"/>
                    </a:lnTo>
                    <a:lnTo>
                      <a:pt x="33" y="106"/>
                    </a:lnTo>
                    <a:close/>
                  </a:path>
                </a:pathLst>
              </a:custGeom>
              <a:solidFill>
                <a:srgbClr val="589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5" name="Freeform 970">
                <a:extLst>
                  <a:ext uri="{FF2B5EF4-FFF2-40B4-BE49-F238E27FC236}">
                    <a16:creationId xmlns:a16="http://schemas.microsoft.com/office/drawing/2014/main" id="{2B703BA9-D290-47C6-8D3E-FDC87195F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028"/>
                <a:ext cx="86" cy="113"/>
              </a:xfrm>
              <a:custGeom>
                <a:avLst/>
                <a:gdLst>
                  <a:gd name="T0" fmla="*/ 33 w 86"/>
                  <a:gd name="T1" fmla="*/ 106 h 113"/>
                  <a:gd name="T2" fmla="*/ 0 w 86"/>
                  <a:gd name="T3" fmla="*/ 113 h 113"/>
                  <a:gd name="T4" fmla="*/ 86 w 86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13">
                    <a:moveTo>
                      <a:pt x="33" y="106"/>
                    </a:moveTo>
                    <a:lnTo>
                      <a:pt x="0" y="113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6" name="Freeform 971">
                <a:extLst>
                  <a:ext uri="{FF2B5EF4-FFF2-40B4-BE49-F238E27FC236}">
                    <a16:creationId xmlns:a16="http://schemas.microsoft.com/office/drawing/2014/main" id="{B2D7300E-7339-4726-ADD2-ABF22C8EEA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1021"/>
                <a:ext cx="86" cy="113"/>
              </a:xfrm>
              <a:custGeom>
                <a:avLst/>
                <a:gdLst>
                  <a:gd name="T0" fmla="*/ 53 w 86"/>
                  <a:gd name="T1" fmla="*/ 7 h 113"/>
                  <a:gd name="T2" fmla="*/ 86 w 86"/>
                  <a:gd name="T3" fmla="*/ 0 h 113"/>
                  <a:gd name="T4" fmla="*/ 0 w 86"/>
                  <a:gd name="T5" fmla="*/ 113 h 113"/>
                  <a:gd name="T6" fmla="*/ 53 w 86"/>
                  <a:gd name="T7" fmla="*/ 7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13">
                    <a:moveTo>
                      <a:pt x="53" y="7"/>
                    </a:moveTo>
                    <a:lnTo>
                      <a:pt x="86" y="0"/>
                    </a:lnTo>
                    <a:lnTo>
                      <a:pt x="0" y="113"/>
                    </a:lnTo>
                    <a:lnTo>
                      <a:pt x="53" y="7"/>
                    </a:lnTo>
                    <a:close/>
                  </a:path>
                </a:pathLst>
              </a:custGeom>
              <a:solidFill>
                <a:srgbClr val="589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7" name="Freeform 972">
                <a:extLst>
                  <a:ext uri="{FF2B5EF4-FFF2-40B4-BE49-F238E27FC236}">
                    <a16:creationId xmlns:a16="http://schemas.microsoft.com/office/drawing/2014/main" id="{68B6D575-9763-42A4-9BF4-8B52E07806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1021"/>
                <a:ext cx="86" cy="113"/>
              </a:xfrm>
              <a:custGeom>
                <a:avLst/>
                <a:gdLst>
                  <a:gd name="T0" fmla="*/ 53 w 86"/>
                  <a:gd name="T1" fmla="*/ 7 h 113"/>
                  <a:gd name="T2" fmla="*/ 86 w 86"/>
                  <a:gd name="T3" fmla="*/ 0 h 113"/>
                  <a:gd name="T4" fmla="*/ 0 w 86"/>
                  <a:gd name="T5" fmla="*/ 113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13">
                    <a:moveTo>
                      <a:pt x="53" y="7"/>
                    </a:moveTo>
                    <a:lnTo>
                      <a:pt x="86" y="0"/>
                    </a:lnTo>
                    <a:lnTo>
                      <a:pt x="0" y="11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8" name="Freeform 973">
                <a:extLst>
                  <a:ext uri="{FF2B5EF4-FFF2-40B4-BE49-F238E27FC236}">
                    <a16:creationId xmlns:a16="http://schemas.microsoft.com/office/drawing/2014/main" id="{2E8B423E-EDF2-477F-B0E3-D0E7062F3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280"/>
                <a:ext cx="47" cy="147"/>
              </a:xfrm>
              <a:custGeom>
                <a:avLst/>
                <a:gdLst>
                  <a:gd name="T0" fmla="*/ 27 w 47"/>
                  <a:gd name="T1" fmla="*/ 0 h 147"/>
                  <a:gd name="T2" fmla="*/ 47 w 47"/>
                  <a:gd name="T3" fmla="*/ 0 h 147"/>
                  <a:gd name="T4" fmla="*/ 0 w 47"/>
                  <a:gd name="T5" fmla="*/ 147 h 147"/>
                  <a:gd name="T6" fmla="*/ 27 w 47"/>
                  <a:gd name="T7" fmla="*/ 0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47">
                    <a:moveTo>
                      <a:pt x="27" y="0"/>
                    </a:moveTo>
                    <a:lnTo>
                      <a:pt x="47" y="0"/>
                    </a:lnTo>
                    <a:lnTo>
                      <a:pt x="0" y="147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182C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9" name="Freeform 974">
                <a:extLst>
                  <a:ext uri="{FF2B5EF4-FFF2-40B4-BE49-F238E27FC236}">
                    <a16:creationId xmlns:a16="http://schemas.microsoft.com/office/drawing/2014/main" id="{29B08117-227D-4999-A1E4-6BDCBEBC2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280"/>
                <a:ext cx="47" cy="147"/>
              </a:xfrm>
              <a:custGeom>
                <a:avLst/>
                <a:gdLst>
                  <a:gd name="T0" fmla="*/ 27 w 47"/>
                  <a:gd name="T1" fmla="*/ 0 h 147"/>
                  <a:gd name="T2" fmla="*/ 47 w 47"/>
                  <a:gd name="T3" fmla="*/ 0 h 147"/>
                  <a:gd name="T4" fmla="*/ 0 w 47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47">
                    <a:moveTo>
                      <a:pt x="27" y="0"/>
                    </a:moveTo>
                    <a:lnTo>
                      <a:pt x="47" y="0"/>
                    </a:lnTo>
                    <a:lnTo>
                      <a:pt x="0" y="1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0" name="Freeform 975">
                <a:extLst>
                  <a:ext uri="{FF2B5EF4-FFF2-40B4-BE49-F238E27FC236}">
                    <a16:creationId xmlns:a16="http://schemas.microsoft.com/office/drawing/2014/main" id="{5CD5F980-1C7E-4471-8589-769EE6BDD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639"/>
                <a:ext cx="39" cy="166"/>
              </a:xfrm>
              <a:custGeom>
                <a:avLst/>
                <a:gdLst>
                  <a:gd name="T0" fmla="*/ 39 w 39"/>
                  <a:gd name="T1" fmla="*/ 166 h 166"/>
                  <a:gd name="T2" fmla="*/ 13 w 39"/>
                  <a:gd name="T3" fmla="*/ 140 h 166"/>
                  <a:gd name="T4" fmla="*/ 0 w 39"/>
                  <a:gd name="T5" fmla="*/ 0 h 166"/>
                  <a:gd name="T6" fmla="*/ 39 w 39"/>
                  <a:gd name="T7" fmla="*/ 166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166">
                    <a:moveTo>
                      <a:pt x="39" y="166"/>
                    </a:moveTo>
                    <a:lnTo>
                      <a:pt x="13" y="140"/>
                    </a:lnTo>
                    <a:lnTo>
                      <a:pt x="0" y="0"/>
                    </a:lnTo>
                    <a:lnTo>
                      <a:pt x="39" y="166"/>
                    </a:lnTo>
                    <a:close/>
                  </a:path>
                </a:pathLst>
              </a:custGeom>
              <a:solidFill>
                <a:srgbClr val="400C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1" name="Freeform 976">
                <a:extLst>
                  <a:ext uri="{FF2B5EF4-FFF2-40B4-BE49-F238E27FC236}">
                    <a16:creationId xmlns:a16="http://schemas.microsoft.com/office/drawing/2014/main" id="{BC481254-E3AA-4EDD-9E64-27A2F593F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639"/>
                <a:ext cx="39" cy="166"/>
              </a:xfrm>
              <a:custGeom>
                <a:avLst/>
                <a:gdLst>
                  <a:gd name="T0" fmla="*/ 39 w 39"/>
                  <a:gd name="T1" fmla="*/ 166 h 166"/>
                  <a:gd name="T2" fmla="*/ 13 w 39"/>
                  <a:gd name="T3" fmla="*/ 140 h 166"/>
                  <a:gd name="T4" fmla="*/ 0 w 39"/>
                  <a:gd name="T5" fmla="*/ 0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166">
                    <a:moveTo>
                      <a:pt x="39" y="166"/>
                    </a:moveTo>
                    <a:lnTo>
                      <a:pt x="13" y="14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2" name="Freeform 977">
                <a:extLst>
                  <a:ext uri="{FF2B5EF4-FFF2-40B4-BE49-F238E27FC236}">
                    <a16:creationId xmlns:a16="http://schemas.microsoft.com/office/drawing/2014/main" id="{FD3BAF59-A306-43BA-9102-B485DAD55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619"/>
                <a:ext cx="40" cy="160"/>
              </a:xfrm>
              <a:custGeom>
                <a:avLst/>
                <a:gdLst>
                  <a:gd name="T0" fmla="*/ 0 w 40"/>
                  <a:gd name="T1" fmla="*/ 0 h 160"/>
                  <a:gd name="T2" fmla="*/ 27 w 40"/>
                  <a:gd name="T3" fmla="*/ 20 h 160"/>
                  <a:gd name="T4" fmla="*/ 40 w 40"/>
                  <a:gd name="T5" fmla="*/ 160 h 160"/>
                  <a:gd name="T6" fmla="*/ 0 w 40"/>
                  <a:gd name="T7" fmla="*/ 0 h 1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60">
                    <a:moveTo>
                      <a:pt x="0" y="0"/>
                    </a:moveTo>
                    <a:lnTo>
                      <a:pt x="27" y="20"/>
                    </a:lnTo>
                    <a:lnTo>
                      <a:pt x="40" y="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80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3" name="Freeform 978">
                <a:extLst>
                  <a:ext uri="{FF2B5EF4-FFF2-40B4-BE49-F238E27FC236}">
                    <a16:creationId xmlns:a16="http://schemas.microsoft.com/office/drawing/2014/main" id="{97F41782-FAA8-44D8-9385-C3A6F99A23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619"/>
                <a:ext cx="40" cy="160"/>
              </a:xfrm>
              <a:custGeom>
                <a:avLst/>
                <a:gdLst>
                  <a:gd name="T0" fmla="*/ 0 w 40"/>
                  <a:gd name="T1" fmla="*/ 0 h 160"/>
                  <a:gd name="T2" fmla="*/ 27 w 40"/>
                  <a:gd name="T3" fmla="*/ 20 h 160"/>
                  <a:gd name="T4" fmla="*/ 40 w 40"/>
                  <a:gd name="T5" fmla="*/ 160 h 1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60">
                    <a:moveTo>
                      <a:pt x="0" y="0"/>
                    </a:moveTo>
                    <a:lnTo>
                      <a:pt x="27" y="20"/>
                    </a:lnTo>
                    <a:lnTo>
                      <a:pt x="40" y="1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4" name="Freeform 979">
                <a:extLst>
                  <a:ext uri="{FF2B5EF4-FFF2-40B4-BE49-F238E27FC236}">
                    <a16:creationId xmlns:a16="http://schemas.microsoft.com/office/drawing/2014/main" id="{E5ABBDEA-F7A3-4DA1-960D-2EC6C381F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154"/>
                <a:ext cx="59" cy="133"/>
              </a:xfrm>
              <a:custGeom>
                <a:avLst/>
                <a:gdLst>
                  <a:gd name="T0" fmla="*/ 20 w 59"/>
                  <a:gd name="T1" fmla="*/ 133 h 133"/>
                  <a:gd name="T2" fmla="*/ 0 w 59"/>
                  <a:gd name="T3" fmla="*/ 126 h 133"/>
                  <a:gd name="T4" fmla="*/ 59 w 59"/>
                  <a:gd name="T5" fmla="*/ 0 h 133"/>
                  <a:gd name="T6" fmla="*/ 20 w 59"/>
                  <a:gd name="T7" fmla="*/ 133 h 1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33">
                    <a:moveTo>
                      <a:pt x="20" y="133"/>
                    </a:moveTo>
                    <a:lnTo>
                      <a:pt x="0" y="126"/>
                    </a:lnTo>
                    <a:lnTo>
                      <a:pt x="59" y="0"/>
                    </a:lnTo>
                    <a:lnTo>
                      <a:pt x="20" y="133"/>
                    </a:lnTo>
                    <a:close/>
                  </a:path>
                </a:pathLst>
              </a:custGeom>
              <a:solidFill>
                <a:srgbClr val="386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5" name="Freeform 980">
                <a:extLst>
                  <a:ext uri="{FF2B5EF4-FFF2-40B4-BE49-F238E27FC236}">
                    <a16:creationId xmlns:a16="http://schemas.microsoft.com/office/drawing/2014/main" id="{2BB5DC91-4588-4299-BC4F-9DCA7A388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154"/>
                <a:ext cx="59" cy="133"/>
              </a:xfrm>
              <a:custGeom>
                <a:avLst/>
                <a:gdLst>
                  <a:gd name="T0" fmla="*/ 20 w 59"/>
                  <a:gd name="T1" fmla="*/ 133 h 133"/>
                  <a:gd name="T2" fmla="*/ 0 w 59"/>
                  <a:gd name="T3" fmla="*/ 126 h 133"/>
                  <a:gd name="T4" fmla="*/ 59 w 59"/>
                  <a:gd name="T5" fmla="*/ 0 h 13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33">
                    <a:moveTo>
                      <a:pt x="20" y="133"/>
                    </a:moveTo>
                    <a:lnTo>
                      <a:pt x="0" y="126"/>
                    </a:lnTo>
                    <a:lnTo>
                      <a:pt x="5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" name="Freeform 981">
                <a:extLst>
                  <a:ext uri="{FF2B5EF4-FFF2-40B4-BE49-F238E27FC236}">
                    <a16:creationId xmlns:a16="http://schemas.microsoft.com/office/drawing/2014/main" id="{299065A0-4C99-4993-8F12-15B44102F8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147"/>
                <a:ext cx="72" cy="140"/>
              </a:xfrm>
              <a:custGeom>
                <a:avLst/>
                <a:gdLst>
                  <a:gd name="T0" fmla="*/ 39 w 72"/>
                  <a:gd name="T1" fmla="*/ 7 h 140"/>
                  <a:gd name="T2" fmla="*/ 72 w 72"/>
                  <a:gd name="T3" fmla="*/ 0 h 140"/>
                  <a:gd name="T4" fmla="*/ 0 w 72"/>
                  <a:gd name="T5" fmla="*/ 140 h 140"/>
                  <a:gd name="T6" fmla="*/ 39 w 72"/>
                  <a:gd name="T7" fmla="*/ 7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140">
                    <a:moveTo>
                      <a:pt x="39" y="7"/>
                    </a:moveTo>
                    <a:lnTo>
                      <a:pt x="72" y="0"/>
                    </a:lnTo>
                    <a:lnTo>
                      <a:pt x="0" y="140"/>
                    </a:lnTo>
                    <a:lnTo>
                      <a:pt x="39" y="7"/>
                    </a:lnTo>
                    <a:close/>
                  </a:path>
                </a:pathLst>
              </a:custGeom>
              <a:solidFill>
                <a:srgbClr val="386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" name="Freeform 982">
                <a:extLst>
                  <a:ext uri="{FF2B5EF4-FFF2-40B4-BE49-F238E27FC236}">
                    <a16:creationId xmlns:a16="http://schemas.microsoft.com/office/drawing/2014/main" id="{9281E637-317D-47D2-B6BD-4FA823B9B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147"/>
                <a:ext cx="72" cy="140"/>
              </a:xfrm>
              <a:custGeom>
                <a:avLst/>
                <a:gdLst>
                  <a:gd name="T0" fmla="*/ 39 w 72"/>
                  <a:gd name="T1" fmla="*/ 7 h 140"/>
                  <a:gd name="T2" fmla="*/ 72 w 72"/>
                  <a:gd name="T3" fmla="*/ 0 h 140"/>
                  <a:gd name="T4" fmla="*/ 0 w 72"/>
                  <a:gd name="T5" fmla="*/ 14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140">
                    <a:moveTo>
                      <a:pt x="39" y="7"/>
                    </a:moveTo>
                    <a:lnTo>
                      <a:pt x="72" y="0"/>
                    </a:lnTo>
                    <a:lnTo>
                      <a:pt x="0" y="1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8" name="Freeform 983">
                <a:extLst>
                  <a:ext uri="{FF2B5EF4-FFF2-40B4-BE49-F238E27FC236}">
                    <a16:creationId xmlns:a16="http://schemas.microsoft.com/office/drawing/2014/main" id="{97082A6F-129E-4282-A001-D1C8F42F3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918"/>
                <a:ext cx="79" cy="107"/>
              </a:xfrm>
              <a:custGeom>
                <a:avLst/>
                <a:gdLst>
                  <a:gd name="T0" fmla="*/ 79 w 79"/>
                  <a:gd name="T1" fmla="*/ 107 h 107"/>
                  <a:gd name="T2" fmla="*/ 33 w 79"/>
                  <a:gd name="T3" fmla="*/ 100 h 107"/>
                  <a:gd name="T4" fmla="*/ 0 w 79"/>
                  <a:gd name="T5" fmla="*/ 0 h 107"/>
                  <a:gd name="T6" fmla="*/ 79 w 79"/>
                  <a:gd name="T7" fmla="*/ 107 h 10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07">
                    <a:moveTo>
                      <a:pt x="79" y="107"/>
                    </a:moveTo>
                    <a:lnTo>
                      <a:pt x="33" y="100"/>
                    </a:lnTo>
                    <a:lnTo>
                      <a:pt x="0" y="0"/>
                    </a:lnTo>
                    <a:lnTo>
                      <a:pt x="79" y="107"/>
                    </a:lnTo>
                    <a:close/>
                  </a:path>
                </a:pathLst>
              </a:custGeom>
              <a:solidFill>
                <a:srgbClr val="802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" name="Freeform 984">
                <a:extLst>
                  <a:ext uri="{FF2B5EF4-FFF2-40B4-BE49-F238E27FC236}">
                    <a16:creationId xmlns:a16="http://schemas.microsoft.com/office/drawing/2014/main" id="{FE833186-FFD5-46A9-A22F-CB57A5157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918"/>
                <a:ext cx="79" cy="107"/>
              </a:xfrm>
              <a:custGeom>
                <a:avLst/>
                <a:gdLst>
                  <a:gd name="T0" fmla="*/ 79 w 79"/>
                  <a:gd name="T1" fmla="*/ 107 h 107"/>
                  <a:gd name="T2" fmla="*/ 33 w 79"/>
                  <a:gd name="T3" fmla="*/ 100 h 107"/>
                  <a:gd name="T4" fmla="*/ 0 w 79"/>
                  <a:gd name="T5" fmla="*/ 0 h 10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07">
                    <a:moveTo>
                      <a:pt x="79" y="107"/>
                    </a:moveTo>
                    <a:lnTo>
                      <a:pt x="33" y="10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0" name="Freeform 985">
                <a:extLst>
                  <a:ext uri="{FF2B5EF4-FFF2-40B4-BE49-F238E27FC236}">
                    <a16:creationId xmlns:a16="http://schemas.microsoft.com/office/drawing/2014/main" id="{F4599499-BF33-48A9-91F0-2E901D970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912"/>
                <a:ext cx="79" cy="106"/>
              </a:xfrm>
              <a:custGeom>
                <a:avLst/>
                <a:gdLst>
                  <a:gd name="T0" fmla="*/ 0 w 79"/>
                  <a:gd name="T1" fmla="*/ 0 h 106"/>
                  <a:gd name="T2" fmla="*/ 46 w 79"/>
                  <a:gd name="T3" fmla="*/ 6 h 106"/>
                  <a:gd name="T4" fmla="*/ 79 w 79"/>
                  <a:gd name="T5" fmla="*/ 106 h 106"/>
                  <a:gd name="T6" fmla="*/ 0 w 79"/>
                  <a:gd name="T7" fmla="*/ 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06">
                    <a:moveTo>
                      <a:pt x="0" y="0"/>
                    </a:moveTo>
                    <a:lnTo>
                      <a:pt x="46" y="6"/>
                    </a:lnTo>
                    <a:lnTo>
                      <a:pt x="79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014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" name="Freeform 986">
                <a:extLst>
                  <a:ext uri="{FF2B5EF4-FFF2-40B4-BE49-F238E27FC236}">
                    <a16:creationId xmlns:a16="http://schemas.microsoft.com/office/drawing/2014/main" id="{2EE2E5C2-B3F0-400D-81E9-317C577D4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912"/>
                <a:ext cx="79" cy="106"/>
              </a:xfrm>
              <a:custGeom>
                <a:avLst/>
                <a:gdLst>
                  <a:gd name="T0" fmla="*/ 0 w 79"/>
                  <a:gd name="T1" fmla="*/ 0 h 106"/>
                  <a:gd name="T2" fmla="*/ 46 w 79"/>
                  <a:gd name="T3" fmla="*/ 6 h 106"/>
                  <a:gd name="T4" fmla="*/ 79 w 79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06">
                    <a:moveTo>
                      <a:pt x="0" y="0"/>
                    </a:moveTo>
                    <a:lnTo>
                      <a:pt x="46" y="6"/>
                    </a:lnTo>
                    <a:lnTo>
                      <a:pt x="79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2" name="Freeform 987">
                <a:extLst>
                  <a:ext uri="{FF2B5EF4-FFF2-40B4-BE49-F238E27FC236}">
                    <a16:creationId xmlns:a16="http://schemas.microsoft.com/office/drawing/2014/main" id="{5254CDD3-8113-4E6B-AF43-DC4E73AD2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968"/>
                <a:ext cx="92" cy="86"/>
              </a:xfrm>
              <a:custGeom>
                <a:avLst/>
                <a:gdLst>
                  <a:gd name="T0" fmla="*/ 39 w 92"/>
                  <a:gd name="T1" fmla="*/ 86 h 86"/>
                  <a:gd name="T2" fmla="*/ 0 w 92"/>
                  <a:gd name="T3" fmla="*/ 73 h 86"/>
                  <a:gd name="T4" fmla="*/ 92 w 92"/>
                  <a:gd name="T5" fmla="*/ 0 h 86"/>
                  <a:gd name="T6" fmla="*/ 39 w 92"/>
                  <a:gd name="T7" fmla="*/ 86 h 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86">
                    <a:moveTo>
                      <a:pt x="39" y="86"/>
                    </a:moveTo>
                    <a:lnTo>
                      <a:pt x="0" y="73"/>
                    </a:lnTo>
                    <a:lnTo>
                      <a:pt x="92" y="0"/>
                    </a:lnTo>
                    <a:lnTo>
                      <a:pt x="39" y="86"/>
                    </a:lnTo>
                    <a:close/>
                  </a:path>
                </a:pathLst>
              </a:custGeom>
              <a:solidFill>
                <a:srgbClr val="A8D4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3" name="Freeform 988">
                <a:extLst>
                  <a:ext uri="{FF2B5EF4-FFF2-40B4-BE49-F238E27FC236}">
                    <a16:creationId xmlns:a16="http://schemas.microsoft.com/office/drawing/2014/main" id="{A2E4A9FF-58F6-4A2D-90E5-58BA67BBA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968"/>
                <a:ext cx="92" cy="86"/>
              </a:xfrm>
              <a:custGeom>
                <a:avLst/>
                <a:gdLst>
                  <a:gd name="T0" fmla="*/ 39 w 92"/>
                  <a:gd name="T1" fmla="*/ 86 h 86"/>
                  <a:gd name="T2" fmla="*/ 0 w 92"/>
                  <a:gd name="T3" fmla="*/ 73 h 86"/>
                  <a:gd name="T4" fmla="*/ 92 w 92"/>
                  <a:gd name="T5" fmla="*/ 0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86">
                    <a:moveTo>
                      <a:pt x="39" y="86"/>
                    </a:moveTo>
                    <a:lnTo>
                      <a:pt x="0" y="73"/>
                    </a:lnTo>
                    <a:lnTo>
                      <a:pt x="9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4" name="Freeform 989">
                <a:extLst>
                  <a:ext uri="{FF2B5EF4-FFF2-40B4-BE49-F238E27FC236}">
                    <a16:creationId xmlns:a16="http://schemas.microsoft.com/office/drawing/2014/main" id="{0098BD33-F506-4A26-BA4F-D931A012E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968"/>
                <a:ext cx="86" cy="86"/>
              </a:xfrm>
              <a:custGeom>
                <a:avLst/>
                <a:gdLst>
                  <a:gd name="T0" fmla="*/ 53 w 86"/>
                  <a:gd name="T1" fmla="*/ 0 h 86"/>
                  <a:gd name="T2" fmla="*/ 86 w 86"/>
                  <a:gd name="T3" fmla="*/ 13 h 86"/>
                  <a:gd name="T4" fmla="*/ 0 w 86"/>
                  <a:gd name="T5" fmla="*/ 86 h 86"/>
                  <a:gd name="T6" fmla="*/ 53 w 86"/>
                  <a:gd name="T7" fmla="*/ 0 h 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86">
                    <a:moveTo>
                      <a:pt x="53" y="0"/>
                    </a:moveTo>
                    <a:lnTo>
                      <a:pt x="86" y="13"/>
                    </a:lnTo>
                    <a:lnTo>
                      <a:pt x="0" y="8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A8D4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5" name="Freeform 990">
                <a:extLst>
                  <a:ext uri="{FF2B5EF4-FFF2-40B4-BE49-F238E27FC236}">
                    <a16:creationId xmlns:a16="http://schemas.microsoft.com/office/drawing/2014/main" id="{31181948-C1C9-44DB-A1DB-B366A187E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968"/>
                <a:ext cx="86" cy="86"/>
              </a:xfrm>
              <a:custGeom>
                <a:avLst/>
                <a:gdLst>
                  <a:gd name="T0" fmla="*/ 53 w 86"/>
                  <a:gd name="T1" fmla="*/ 0 h 86"/>
                  <a:gd name="T2" fmla="*/ 86 w 86"/>
                  <a:gd name="T3" fmla="*/ 13 h 86"/>
                  <a:gd name="T4" fmla="*/ 0 w 86"/>
                  <a:gd name="T5" fmla="*/ 86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86">
                    <a:moveTo>
                      <a:pt x="53" y="0"/>
                    </a:moveTo>
                    <a:lnTo>
                      <a:pt x="86" y="13"/>
                    </a:lnTo>
                    <a:lnTo>
                      <a:pt x="0" y="8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6" name="Freeform 991">
                <a:extLst>
                  <a:ext uri="{FF2B5EF4-FFF2-40B4-BE49-F238E27FC236}">
                    <a16:creationId xmlns:a16="http://schemas.microsoft.com/office/drawing/2014/main" id="{B2214BAB-AB5E-41B6-B183-E5A8DABFE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931"/>
                <a:ext cx="79" cy="94"/>
              </a:xfrm>
              <a:custGeom>
                <a:avLst/>
                <a:gdLst>
                  <a:gd name="T0" fmla="*/ 79 w 79"/>
                  <a:gd name="T1" fmla="*/ 94 h 94"/>
                  <a:gd name="T2" fmla="*/ 39 w 79"/>
                  <a:gd name="T3" fmla="*/ 94 h 94"/>
                  <a:gd name="T4" fmla="*/ 0 w 79"/>
                  <a:gd name="T5" fmla="*/ 0 h 94"/>
                  <a:gd name="T6" fmla="*/ 79 w 79"/>
                  <a:gd name="T7" fmla="*/ 94 h 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94">
                    <a:moveTo>
                      <a:pt x="79" y="94"/>
                    </a:moveTo>
                    <a:lnTo>
                      <a:pt x="39" y="94"/>
                    </a:lnTo>
                    <a:lnTo>
                      <a:pt x="0" y="0"/>
                    </a:lnTo>
                    <a:lnTo>
                      <a:pt x="79" y="94"/>
                    </a:lnTo>
                    <a:close/>
                  </a:path>
                </a:pathLst>
              </a:custGeom>
              <a:solidFill>
                <a:srgbClr val="882C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7" name="Freeform 992">
                <a:extLst>
                  <a:ext uri="{FF2B5EF4-FFF2-40B4-BE49-F238E27FC236}">
                    <a16:creationId xmlns:a16="http://schemas.microsoft.com/office/drawing/2014/main" id="{A6294662-BE8B-432B-9143-5EA63DEBE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931"/>
                <a:ext cx="79" cy="94"/>
              </a:xfrm>
              <a:custGeom>
                <a:avLst/>
                <a:gdLst>
                  <a:gd name="T0" fmla="*/ 79 w 79"/>
                  <a:gd name="T1" fmla="*/ 94 h 94"/>
                  <a:gd name="T2" fmla="*/ 39 w 79"/>
                  <a:gd name="T3" fmla="*/ 94 h 94"/>
                  <a:gd name="T4" fmla="*/ 0 w 79"/>
                  <a:gd name="T5" fmla="*/ 0 h 9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94">
                    <a:moveTo>
                      <a:pt x="79" y="94"/>
                    </a:moveTo>
                    <a:lnTo>
                      <a:pt x="39" y="9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8" name="Freeform 993">
                <a:extLst>
                  <a:ext uri="{FF2B5EF4-FFF2-40B4-BE49-F238E27FC236}">
                    <a16:creationId xmlns:a16="http://schemas.microsoft.com/office/drawing/2014/main" id="{51A35833-7764-4A82-B485-D00E4D4C1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918"/>
                <a:ext cx="79" cy="107"/>
              </a:xfrm>
              <a:custGeom>
                <a:avLst/>
                <a:gdLst>
                  <a:gd name="T0" fmla="*/ 0 w 79"/>
                  <a:gd name="T1" fmla="*/ 0 h 107"/>
                  <a:gd name="T2" fmla="*/ 40 w 79"/>
                  <a:gd name="T3" fmla="*/ 13 h 107"/>
                  <a:gd name="T4" fmla="*/ 79 w 79"/>
                  <a:gd name="T5" fmla="*/ 107 h 107"/>
                  <a:gd name="T6" fmla="*/ 0 w 79"/>
                  <a:gd name="T7" fmla="*/ 0 h 10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07">
                    <a:moveTo>
                      <a:pt x="0" y="0"/>
                    </a:moveTo>
                    <a:lnTo>
                      <a:pt x="40" y="13"/>
                    </a:lnTo>
                    <a:lnTo>
                      <a:pt x="79" y="1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2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9" name="Freeform 994">
                <a:extLst>
                  <a:ext uri="{FF2B5EF4-FFF2-40B4-BE49-F238E27FC236}">
                    <a16:creationId xmlns:a16="http://schemas.microsoft.com/office/drawing/2014/main" id="{23543C25-9348-41D2-A905-9DA7604794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918"/>
                <a:ext cx="79" cy="107"/>
              </a:xfrm>
              <a:custGeom>
                <a:avLst/>
                <a:gdLst>
                  <a:gd name="T0" fmla="*/ 0 w 79"/>
                  <a:gd name="T1" fmla="*/ 0 h 107"/>
                  <a:gd name="T2" fmla="*/ 40 w 79"/>
                  <a:gd name="T3" fmla="*/ 13 h 107"/>
                  <a:gd name="T4" fmla="*/ 79 w 79"/>
                  <a:gd name="T5" fmla="*/ 107 h 10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07">
                    <a:moveTo>
                      <a:pt x="0" y="0"/>
                    </a:moveTo>
                    <a:lnTo>
                      <a:pt x="40" y="13"/>
                    </a:lnTo>
                    <a:lnTo>
                      <a:pt x="79" y="10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0" name="Freeform 995">
                <a:extLst>
                  <a:ext uri="{FF2B5EF4-FFF2-40B4-BE49-F238E27FC236}">
                    <a16:creationId xmlns:a16="http://schemas.microsoft.com/office/drawing/2014/main" id="{8A7645EB-2D7B-42EC-BEC0-8D1A59553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1021"/>
                <a:ext cx="86" cy="113"/>
              </a:xfrm>
              <a:custGeom>
                <a:avLst/>
                <a:gdLst>
                  <a:gd name="T0" fmla="*/ 33 w 86"/>
                  <a:gd name="T1" fmla="*/ 113 h 113"/>
                  <a:gd name="T2" fmla="*/ 0 w 86"/>
                  <a:gd name="T3" fmla="*/ 113 h 113"/>
                  <a:gd name="T4" fmla="*/ 86 w 86"/>
                  <a:gd name="T5" fmla="*/ 0 h 113"/>
                  <a:gd name="T6" fmla="*/ 33 w 86"/>
                  <a:gd name="T7" fmla="*/ 113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13">
                    <a:moveTo>
                      <a:pt x="33" y="113"/>
                    </a:moveTo>
                    <a:lnTo>
                      <a:pt x="0" y="113"/>
                    </a:lnTo>
                    <a:lnTo>
                      <a:pt x="86" y="0"/>
                    </a:lnTo>
                    <a:lnTo>
                      <a:pt x="33" y="113"/>
                    </a:lnTo>
                    <a:close/>
                  </a:path>
                </a:pathLst>
              </a:custGeom>
              <a:solidFill>
                <a:srgbClr val="709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" name="Freeform 996">
                <a:extLst>
                  <a:ext uri="{FF2B5EF4-FFF2-40B4-BE49-F238E27FC236}">
                    <a16:creationId xmlns:a16="http://schemas.microsoft.com/office/drawing/2014/main" id="{16A7F1CE-9ECB-472C-A99D-D6C558CD6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1021"/>
                <a:ext cx="86" cy="113"/>
              </a:xfrm>
              <a:custGeom>
                <a:avLst/>
                <a:gdLst>
                  <a:gd name="T0" fmla="*/ 33 w 86"/>
                  <a:gd name="T1" fmla="*/ 113 h 113"/>
                  <a:gd name="T2" fmla="*/ 0 w 86"/>
                  <a:gd name="T3" fmla="*/ 113 h 113"/>
                  <a:gd name="T4" fmla="*/ 86 w 86"/>
                  <a:gd name="T5" fmla="*/ 0 h 1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13">
                    <a:moveTo>
                      <a:pt x="33" y="113"/>
                    </a:moveTo>
                    <a:lnTo>
                      <a:pt x="0" y="113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" name="Freeform 997">
                <a:extLst>
                  <a:ext uri="{FF2B5EF4-FFF2-40B4-BE49-F238E27FC236}">
                    <a16:creationId xmlns:a16="http://schemas.microsoft.com/office/drawing/2014/main" id="{EACB4A19-5418-4CE3-8259-07C8B284E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" y="1015"/>
                <a:ext cx="93" cy="119"/>
              </a:xfrm>
              <a:custGeom>
                <a:avLst/>
                <a:gdLst>
                  <a:gd name="T0" fmla="*/ 53 w 93"/>
                  <a:gd name="T1" fmla="*/ 6 h 119"/>
                  <a:gd name="T2" fmla="*/ 93 w 93"/>
                  <a:gd name="T3" fmla="*/ 0 h 119"/>
                  <a:gd name="T4" fmla="*/ 0 w 93"/>
                  <a:gd name="T5" fmla="*/ 119 h 119"/>
                  <a:gd name="T6" fmla="*/ 53 w 93"/>
                  <a:gd name="T7" fmla="*/ 6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19">
                    <a:moveTo>
                      <a:pt x="53" y="6"/>
                    </a:moveTo>
                    <a:lnTo>
                      <a:pt x="93" y="0"/>
                    </a:lnTo>
                    <a:lnTo>
                      <a:pt x="0" y="119"/>
                    </a:lnTo>
                    <a:lnTo>
                      <a:pt x="53" y="6"/>
                    </a:lnTo>
                    <a:close/>
                  </a:path>
                </a:pathLst>
              </a:custGeom>
              <a:solidFill>
                <a:srgbClr val="709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3" name="Freeform 998">
                <a:extLst>
                  <a:ext uri="{FF2B5EF4-FFF2-40B4-BE49-F238E27FC236}">
                    <a16:creationId xmlns:a16="http://schemas.microsoft.com/office/drawing/2014/main" id="{8B484ED3-3E31-4F04-B845-58B95AE96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" y="1015"/>
                <a:ext cx="93" cy="119"/>
              </a:xfrm>
              <a:custGeom>
                <a:avLst/>
                <a:gdLst>
                  <a:gd name="T0" fmla="*/ 53 w 93"/>
                  <a:gd name="T1" fmla="*/ 6 h 119"/>
                  <a:gd name="T2" fmla="*/ 93 w 93"/>
                  <a:gd name="T3" fmla="*/ 0 h 119"/>
                  <a:gd name="T4" fmla="*/ 0 w 93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19">
                    <a:moveTo>
                      <a:pt x="53" y="6"/>
                    </a:moveTo>
                    <a:lnTo>
                      <a:pt x="93" y="0"/>
                    </a:lnTo>
                    <a:lnTo>
                      <a:pt x="0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4" name="Freeform 999">
                <a:extLst>
                  <a:ext uri="{FF2B5EF4-FFF2-40B4-BE49-F238E27FC236}">
                    <a16:creationId xmlns:a16="http://schemas.microsoft.com/office/drawing/2014/main" id="{D016BE7A-8C3A-4E9E-93A2-44C736D7AB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981"/>
                <a:ext cx="86" cy="87"/>
              </a:xfrm>
              <a:custGeom>
                <a:avLst/>
                <a:gdLst>
                  <a:gd name="T0" fmla="*/ 40 w 86"/>
                  <a:gd name="T1" fmla="*/ 87 h 87"/>
                  <a:gd name="T2" fmla="*/ 0 w 86"/>
                  <a:gd name="T3" fmla="*/ 73 h 87"/>
                  <a:gd name="T4" fmla="*/ 86 w 86"/>
                  <a:gd name="T5" fmla="*/ 0 h 87"/>
                  <a:gd name="T6" fmla="*/ 40 w 86"/>
                  <a:gd name="T7" fmla="*/ 87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87">
                    <a:moveTo>
                      <a:pt x="40" y="87"/>
                    </a:moveTo>
                    <a:lnTo>
                      <a:pt x="0" y="73"/>
                    </a:lnTo>
                    <a:lnTo>
                      <a:pt x="86" y="0"/>
                    </a:lnTo>
                    <a:lnTo>
                      <a:pt x="40" y="87"/>
                    </a:lnTo>
                    <a:close/>
                  </a:path>
                </a:pathLst>
              </a:custGeom>
              <a:solidFill>
                <a:srgbClr val="B0D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5" name="Freeform 1000">
                <a:extLst>
                  <a:ext uri="{FF2B5EF4-FFF2-40B4-BE49-F238E27FC236}">
                    <a16:creationId xmlns:a16="http://schemas.microsoft.com/office/drawing/2014/main" id="{21A8352C-B3CB-473F-8B5A-CD74251C5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981"/>
                <a:ext cx="86" cy="87"/>
              </a:xfrm>
              <a:custGeom>
                <a:avLst/>
                <a:gdLst>
                  <a:gd name="T0" fmla="*/ 40 w 86"/>
                  <a:gd name="T1" fmla="*/ 87 h 87"/>
                  <a:gd name="T2" fmla="*/ 0 w 86"/>
                  <a:gd name="T3" fmla="*/ 73 h 87"/>
                  <a:gd name="T4" fmla="*/ 86 w 86"/>
                  <a:gd name="T5" fmla="*/ 0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87">
                    <a:moveTo>
                      <a:pt x="40" y="87"/>
                    </a:moveTo>
                    <a:lnTo>
                      <a:pt x="0" y="73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6" name="Freeform 1001">
                <a:extLst>
                  <a:ext uri="{FF2B5EF4-FFF2-40B4-BE49-F238E27FC236}">
                    <a16:creationId xmlns:a16="http://schemas.microsoft.com/office/drawing/2014/main" id="{13EC0D2A-2172-474A-BC22-8B9DF1E4E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981"/>
                <a:ext cx="86" cy="87"/>
              </a:xfrm>
              <a:custGeom>
                <a:avLst/>
                <a:gdLst>
                  <a:gd name="T0" fmla="*/ 46 w 86"/>
                  <a:gd name="T1" fmla="*/ 0 h 87"/>
                  <a:gd name="T2" fmla="*/ 86 w 86"/>
                  <a:gd name="T3" fmla="*/ 20 h 87"/>
                  <a:gd name="T4" fmla="*/ 0 w 86"/>
                  <a:gd name="T5" fmla="*/ 87 h 87"/>
                  <a:gd name="T6" fmla="*/ 46 w 86"/>
                  <a:gd name="T7" fmla="*/ 0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87">
                    <a:moveTo>
                      <a:pt x="46" y="0"/>
                    </a:moveTo>
                    <a:lnTo>
                      <a:pt x="86" y="20"/>
                    </a:lnTo>
                    <a:lnTo>
                      <a:pt x="0" y="8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B0D4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7" name="Freeform 1002">
                <a:extLst>
                  <a:ext uri="{FF2B5EF4-FFF2-40B4-BE49-F238E27FC236}">
                    <a16:creationId xmlns:a16="http://schemas.microsoft.com/office/drawing/2014/main" id="{F27A7571-EC65-417F-8DE2-983CA82D76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981"/>
                <a:ext cx="86" cy="87"/>
              </a:xfrm>
              <a:custGeom>
                <a:avLst/>
                <a:gdLst>
                  <a:gd name="T0" fmla="*/ 46 w 86"/>
                  <a:gd name="T1" fmla="*/ 0 h 87"/>
                  <a:gd name="T2" fmla="*/ 86 w 86"/>
                  <a:gd name="T3" fmla="*/ 20 h 87"/>
                  <a:gd name="T4" fmla="*/ 0 w 86"/>
                  <a:gd name="T5" fmla="*/ 87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87">
                    <a:moveTo>
                      <a:pt x="46" y="0"/>
                    </a:moveTo>
                    <a:lnTo>
                      <a:pt x="86" y="20"/>
                    </a:lnTo>
                    <a:lnTo>
                      <a:pt x="0" y="8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8" name="Freeform 1003">
                <a:extLst>
                  <a:ext uri="{FF2B5EF4-FFF2-40B4-BE49-F238E27FC236}">
                    <a16:creationId xmlns:a16="http://schemas.microsoft.com/office/drawing/2014/main" id="{2229C7F4-742A-4B89-9B3C-AF1AC7478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659"/>
                <a:ext cx="40" cy="173"/>
              </a:xfrm>
              <a:custGeom>
                <a:avLst/>
                <a:gdLst>
                  <a:gd name="T0" fmla="*/ 40 w 40"/>
                  <a:gd name="T1" fmla="*/ 173 h 173"/>
                  <a:gd name="T2" fmla="*/ 13 w 40"/>
                  <a:gd name="T3" fmla="*/ 146 h 173"/>
                  <a:gd name="T4" fmla="*/ 0 w 40"/>
                  <a:gd name="T5" fmla="*/ 0 h 173"/>
                  <a:gd name="T6" fmla="*/ 40 w 40"/>
                  <a:gd name="T7" fmla="*/ 173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73">
                    <a:moveTo>
                      <a:pt x="40" y="173"/>
                    </a:moveTo>
                    <a:lnTo>
                      <a:pt x="13" y="146"/>
                    </a:lnTo>
                    <a:lnTo>
                      <a:pt x="0" y="0"/>
                    </a:lnTo>
                    <a:lnTo>
                      <a:pt x="40" y="173"/>
                    </a:lnTo>
                    <a:close/>
                  </a:path>
                </a:pathLst>
              </a:custGeom>
              <a:solidFill>
                <a:srgbClr val="501C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9" name="Freeform 1004">
                <a:extLst>
                  <a:ext uri="{FF2B5EF4-FFF2-40B4-BE49-F238E27FC236}">
                    <a16:creationId xmlns:a16="http://schemas.microsoft.com/office/drawing/2014/main" id="{CD86C1D2-38D4-4ACC-92FC-45C2D0D11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659"/>
                <a:ext cx="40" cy="173"/>
              </a:xfrm>
              <a:custGeom>
                <a:avLst/>
                <a:gdLst>
                  <a:gd name="T0" fmla="*/ 40 w 40"/>
                  <a:gd name="T1" fmla="*/ 173 h 173"/>
                  <a:gd name="T2" fmla="*/ 13 w 40"/>
                  <a:gd name="T3" fmla="*/ 146 h 173"/>
                  <a:gd name="T4" fmla="*/ 0 w 40"/>
                  <a:gd name="T5" fmla="*/ 0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73">
                    <a:moveTo>
                      <a:pt x="40" y="173"/>
                    </a:moveTo>
                    <a:lnTo>
                      <a:pt x="13" y="14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0" name="Freeform 1005">
                <a:extLst>
                  <a:ext uri="{FF2B5EF4-FFF2-40B4-BE49-F238E27FC236}">
                    <a16:creationId xmlns:a16="http://schemas.microsoft.com/office/drawing/2014/main" id="{27D5C3FA-CDC3-4971-9CC2-B0DEB676AA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639"/>
                <a:ext cx="39" cy="166"/>
              </a:xfrm>
              <a:custGeom>
                <a:avLst/>
                <a:gdLst>
                  <a:gd name="T0" fmla="*/ 0 w 39"/>
                  <a:gd name="T1" fmla="*/ 0 h 166"/>
                  <a:gd name="T2" fmla="*/ 26 w 39"/>
                  <a:gd name="T3" fmla="*/ 20 h 166"/>
                  <a:gd name="T4" fmla="*/ 39 w 39"/>
                  <a:gd name="T5" fmla="*/ 166 h 166"/>
                  <a:gd name="T6" fmla="*/ 0 w 39"/>
                  <a:gd name="T7" fmla="*/ 0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166">
                    <a:moveTo>
                      <a:pt x="0" y="0"/>
                    </a:moveTo>
                    <a:lnTo>
                      <a:pt x="26" y="20"/>
                    </a:lnTo>
                    <a:lnTo>
                      <a:pt x="39" y="1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0C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1" name="Freeform 1006">
                <a:extLst>
                  <a:ext uri="{FF2B5EF4-FFF2-40B4-BE49-F238E27FC236}">
                    <a16:creationId xmlns:a16="http://schemas.microsoft.com/office/drawing/2014/main" id="{64E605BA-DEAE-4CC6-91F5-98D0BB775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639"/>
                <a:ext cx="39" cy="166"/>
              </a:xfrm>
              <a:custGeom>
                <a:avLst/>
                <a:gdLst>
                  <a:gd name="T0" fmla="*/ 0 w 39"/>
                  <a:gd name="T1" fmla="*/ 0 h 166"/>
                  <a:gd name="T2" fmla="*/ 26 w 39"/>
                  <a:gd name="T3" fmla="*/ 20 h 166"/>
                  <a:gd name="T4" fmla="*/ 39 w 39"/>
                  <a:gd name="T5" fmla="*/ 166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166">
                    <a:moveTo>
                      <a:pt x="0" y="0"/>
                    </a:moveTo>
                    <a:lnTo>
                      <a:pt x="26" y="20"/>
                    </a:lnTo>
                    <a:lnTo>
                      <a:pt x="39" y="1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2" name="Freeform 1007">
                <a:extLst>
                  <a:ext uri="{FF2B5EF4-FFF2-40B4-BE49-F238E27FC236}">
                    <a16:creationId xmlns:a16="http://schemas.microsoft.com/office/drawing/2014/main" id="{90E8A82E-E8F3-45E9-8D85-2E2936401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931"/>
                <a:ext cx="79" cy="94"/>
              </a:xfrm>
              <a:custGeom>
                <a:avLst/>
                <a:gdLst>
                  <a:gd name="T0" fmla="*/ 79 w 79"/>
                  <a:gd name="T1" fmla="*/ 94 h 94"/>
                  <a:gd name="T2" fmla="*/ 33 w 79"/>
                  <a:gd name="T3" fmla="*/ 94 h 94"/>
                  <a:gd name="T4" fmla="*/ 0 w 79"/>
                  <a:gd name="T5" fmla="*/ 0 h 94"/>
                  <a:gd name="T6" fmla="*/ 79 w 79"/>
                  <a:gd name="T7" fmla="*/ 94 h 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94">
                    <a:moveTo>
                      <a:pt x="79" y="94"/>
                    </a:moveTo>
                    <a:lnTo>
                      <a:pt x="33" y="94"/>
                    </a:lnTo>
                    <a:lnTo>
                      <a:pt x="0" y="0"/>
                    </a:lnTo>
                    <a:lnTo>
                      <a:pt x="79" y="94"/>
                    </a:lnTo>
                    <a:close/>
                  </a:path>
                </a:pathLst>
              </a:custGeom>
              <a:solidFill>
                <a:srgbClr val="9834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" name="Freeform 1008">
                <a:extLst>
                  <a:ext uri="{FF2B5EF4-FFF2-40B4-BE49-F238E27FC236}">
                    <a16:creationId xmlns:a16="http://schemas.microsoft.com/office/drawing/2014/main" id="{20F49C0E-47BE-4F00-86FE-075F0E16A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931"/>
                <a:ext cx="79" cy="94"/>
              </a:xfrm>
              <a:custGeom>
                <a:avLst/>
                <a:gdLst>
                  <a:gd name="T0" fmla="*/ 79 w 79"/>
                  <a:gd name="T1" fmla="*/ 94 h 94"/>
                  <a:gd name="T2" fmla="*/ 33 w 79"/>
                  <a:gd name="T3" fmla="*/ 94 h 94"/>
                  <a:gd name="T4" fmla="*/ 0 w 79"/>
                  <a:gd name="T5" fmla="*/ 0 h 9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94">
                    <a:moveTo>
                      <a:pt x="79" y="94"/>
                    </a:moveTo>
                    <a:lnTo>
                      <a:pt x="33" y="9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" name="Freeform 1009">
                <a:extLst>
                  <a:ext uri="{FF2B5EF4-FFF2-40B4-BE49-F238E27FC236}">
                    <a16:creationId xmlns:a16="http://schemas.microsoft.com/office/drawing/2014/main" id="{3065E6FC-2502-4A7A-863B-ABA07236A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931"/>
                <a:ext cx="79" cy="94"/>
              </a:xfrm>
              <a:custGeom>
                <a:avLst/>
                <a:gdLst>
                  <a:gd name="T0" fmla="*/ 0 w 79"/>
                  <a:gd name="T1" fmla="*/ 0 h 94"/>
                  <a:gd name="T2" fmla="*/ 46 w 79"/>
                  <a:gd name="T3" fmla="*/ 0 h 94"/>
                  <a:gd name="T4" fmla="*/ 79 w 79"/>
                  <a:gd name="T5" fmla="*/ 94 h 94"/>
                  <a:gd name="T6" fmla="*/ 0 w 79"/>
                  <a:gd name="T7" fmla="*/ 0 h 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94">
                    <a:moveTo>
                      <a:pt x="0" y="0"/>
                    </a:moveTo>
                    <a:lnTo>
                      <a:pt x="46" y="0"/>
                    </a:lnTo>
                    <a:lnTo>
                      <a:pt x="79" y="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82C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5" name="Freeform 1010">
                <a:extLst>
                  <a:ext uri="{FF2B5EF4-FFF2-40B4-BE49-F238E27FC236}">
                    <a16:creationId xmlns:a16="http://schemas.microsoft.com/office/drawing/2014/main" id="{280F31E0-BE53-4C0B-97FD-29039DB50F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931"/>
                <a:ext cx="79" cy="94"/>
              </a:xfrm>
              <a:custGeom>
                <a:avLst/>
                <a:gdLst>
                  <a:gd name="T0" fmla="*/ 0 w 79"/>
                  <a:gd name="T1" fmla="*/ 0 h 94"/>
                  <a:gd name="T2" fmla="*/ 46 w 79"/>
                  <a:gd name="T3" fmla="*/ 0 h 94"/>
                  <a:gd name="T4" fmla="*/ 79 w 79"/>
                  <a:gd name="T5" fmla="*/ 94 h 9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94">
                    <a:moveTo>
                      <a:pt x="0" y="0"/>
                    </a:moveTo>
                    <a:lnTo>
                      <a:pt x="46" y="0"/>
                    </a:lnTo>
                    <a:lnTo>
                      <a:pt x="79" y="9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6" name="Freeform 1011">
                <a:extLst>
                  <a:ext uri="{FF2B5EF4-FFF2-40B4-BE49-F238E27FC236}">
                    <a16:creationId xmlns:a16="http://schemas.microsoft.com/office/drawing/2014/main" id="{B296131F-5C6C-4F6B-8ADD-1D7B8BA864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446"/>
                <a:ext cx="20" cy="173"/>
              </a:xfrm>
              <a:custGeom>
                <a:avLst/>
                <a:gdLst>
                  <a:gd name="T0" fmla="*/ 20 w 20"/>
                  <a:gd name="T1" fmla="*/ 173 h 173"/>
                  <a:gd name="T2" fmla="*/ 0 w 20"/>
                  <a:gd name="T3" fmla="*/ 153 h 173"/>
                  <a:gd name="T4" fmla="*/ 20 w 20"/>
                  <a:gd name="T5" fmla="*/ 0 h 173"/>
                  <a:gd name="T6" fmla="*/ 20 w 20"/>
                  <a:gd name="T7" fmla="*/ 173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73">
                    <a:moveTo>
                      <a:pt x="20" y="173"/>
                    </a:moveTo>
                    <a:lnTo>
                      <a:pt x="0" y="153"/>
                    </a:lnTo>
                    <a:lnTo>
                      <a:pt x="20" y="0"/>
                    </a:lnTo>
                    <a:lnTo>
                      <a:pt x="20" y="173"/>
                    </a:lnTo>
                    <a:close/>
                  </a:path>
                </a:pathLst>
              </a:custGeom>
              <a:solidFill>
                <a:srgbClr val="402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7" name="Freeform 1012">
                <a:extLst>
                  <a:ext uri="{FF2B5EF4-FFF2-40B4-BE49-F238E27FC236}">
                    <a16:creationId xmlns:a16="http://schemas.microsoft.com/office/drawing/2014/main" id="{D36D935E-96DB-4EE0-AB05-8957AACB8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446"/>
                <a:ext cx="20" cy="173"/>
              </a:xfrm>
              <a:custGeom>
                <a:avLst/>
                <a:gdLst>
                  <a:gd name="T0" fmla="*/ 20 w 20"/>
                  <a:gd name="T1" fmla="*/ 173 h 173"/>
                  <a:gd name="T2" fmla="*/ 0 w 20"/>
                  <a:gd name="T3" fmla="*/ 153 h 173"/>
                  <a:gd name="T4" fmla="*/ 20 w 20"/>
                  <a:gd name="T5" fmla="*/ 0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73">
                    <a:moveTo>
                      <a:pt x="20" y="173"/>
                    </a:moveTo>
                    <a:lnTo>
                      <a:pt x="0" y="153"/>
                    </a:lnTo>
                    <a:lnTo>
                      <a:pt x="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8" name="Freeform 1013">
                <a:extLst>
                  <a:ext uri="{FF2B5EF4-FFF2-40B4-BE49-F238E27FC236}">
                    <a16:creationId xmlns:a16="http://schemas.microsoft.com/office/drawing/2014/main" id="{97A95049-FFB6-4E3E-8A10-F3EF6CC6E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427"/>
                <a:ext cx="20" cy="172"/>
              </a:xfrm>
              <a:custGeom>
                <a:avLst/>
                <a:gdLst>
                  <a:gd name="T0" fmla="*/ 0 w 20"/>
                  <a:gd name="T1" fmla="*/ 0 h 172"/>
                  <a:gd name="T2" fmla="*/ 20 w 20"/>
                  <a:gd name="T3" fmla="*/ 19 h 172"/>
                  <a:gd name="T4" fmla="*/ 0 w 20"/>
                  <a:gd name="T5" fmla="*/ 172 h 172"/>
                  <a:gd name="T6" fmla="*/ 0 w 20"/>
                  <a:gd name="T7" fmla="*/ 0 h 17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72">
                    <a:moveTo>
                      <a:pt x="0" y="0"/>
                    </a:moveTo>
                    <a:lnTo>
                      <a:pt x="20" y="19"/>
                    </a:lnTo>
                    <a:lnTo>
                      <a:pt x="0" y="1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01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9" name="Freeform 1014">
                <a:extLst>
                  <a:ext uri="{FF2B5EF4-FFF2-40B4-BE49-F238E27FC236}">
                    <a16:creationId xmlns:a16="http://schemas.microsoft.com/office/drawing/2014/main" id="{459FE0EE-443B-4492-9099-930088DB24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427"/>
                <a:ext cx="20" cy="172"/>
              </a:xfrm>
              <a:custGeom>
                <a:avLst/>
                <a:gdLst>
                  <a:gd name="T0" fmla="*/ 0 w 20"/>
                  <a:gd name="T1" fmla="*/ 0 h 172"/>
                  <a:gd name="T2" fmla="*/ 20 w 20"/>
                  <a:gd name="T3" fmla="*/ 19 h 172"/>
                  <a:gd name="T4" fmla="*/ 0 w 20"/>
                  <a:gd name="T5" fmla="*/ 172 h 17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72">
                    <a:moveTo>
                      <a:pt x="0" y="0"/>
                    </a:moveTo>
                    <a:lnTo>
                      <a:pt x="20" y="19"/>
                    </a:lnTo>
                    <a:lnTo>
                      <a:pt x="0" y="17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0" name="Freeform 1015">
                <a:extLst>
                  <a:ext uri="{FF2B5EF4-FFF2-40B4-BE49-F238E27FC236}">
                    <a16:creationId xmlns:a16="http://schemas.microsoft.com/office/drawing/2014/main" id="{F1AE6EFF-BCB1-4CDC-A5D6-1DED458C56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001"/>
                <a:ext cx="86" cy="87"/>
              </a:xfrm>
              <a:custGeom>
                <a:avLst/>
                <a:gdLst>
                  <a:gd name="T0" fmla="*/ 40 w 86"/>
                  <a:gd name="T1" fmla="*/ 87 h 87"/>
                  <a:gd name="T2" fmla="*/ 0 w 86"/>
                  <a:gd name="T3" fmla="*/ 67 h 87"/>
                  <a:gd name="T4" fmla="*/ 86 w 86"/>
                  <a:gd name="T5" fmla="*/ 0 h 87"/>
                  <a:gd name="T6" fmla="*/ 40 w 86"/>
                  <a:gd name="T7" fmla="*/ 87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87">
                    <a:moveTo>
                      <a:pt x="40" y="87"/>
                    </a:moveTo>
                    <a:lnTo>
                      <a:pt x="0" y="67"/>
                    </a:lnTo>
                    <a:lnTo>
                      <a:pt x="86" y="0"/>
                    </a:lnTo>
                    <a:lnTo>
                      <a:pt x="40" y="87"/>
                    </a:lnTo>
                    <a:close/>
                  </a:path>
                </a:pathLst>
              </a:custGeom>
              <a:solidFill>
                <a:srgbClr val="B8D8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1" name="Freeform 1016">
                <a:extLst>
                  <a:ext uri="{FF2B5EF4-FFF2-40B4-BE49-F238E27FC236}">
                    <a16:creationId xmlns:a16="http://schemas.microsoft.com/office/drawing/2014/main" id="{48DEF48B-1236-4DB3-9F80-583E4C933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001"/>
                <a:ext cx="86" cy="87"/>
              </a:xfrm>
              <a:custGeom>
                <a:avLst/>
                <a:gdLst>
                  <a:gd name="T0" fmla="*/ 40 w 86"/>
                  <a:gd name="T1" fmla="*/ 87 h 87"/>
                  <a:gd name="T2" fmla="*/ 0 w 86"/>
                  <a:gd name="T3" fmla="*/ 67 h 87"/>
                  <a:gd name="T4" fmla="*/ 86 w 86"/>
                  <a:gd name="T5" fmla="*/ 0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87">
                    <a:moveTo>
                      <a:pt x="40" y="87"/>
                    </a:moveTo>
                    <a:lnTo>
                      <a:pt x="0" y="67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2" name="Freeform 1017">
                <a:extLst>
                  <a:ext uri="{FF2B5EF4-FFF2-40B4-BE49-F238E27FC236}">
                    <a16:creationId xmlns:a16="http://schemas.microsoft.com/office/drawing/2014/main" id="{99233B35-B48B-49C8-B866-C4E685E002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001"/>
                <a:ext cx="86" cy="87"/>
              </a:xfrm>
              <a:custGeom>
                <a:avLst/>
                <a:gdLst>
                  <a:gd name="T0" fmla="*/ 46 w 86"/>
                  <a:gd name="T1" fmla="*/ 0 h 87"/>
                  <a:gd name="T2" fmla="*/ 86 w 86"/>
                  <a:gd name="T3" fmla="*/ 20 h 87"/>
                  <a:gd name="T4" fmla="*/ 0 w 86"/>
                  <a:gd name="T5" fmla="*/ 87 h 87"/>
                  <a:gd name="T6" fmla="*/ 46 w 86"/>
                  <a:gd name="T7" fmla="*/ 0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87">
                    <a:moveTo>
                      <a:pt x="46" y="0"/>
                    </a:moveTo>
                    <a:lnTo>
                      <a:pt x="86" y="20"/>
                    </a:lnTo>
                    <a:lnTo>
                      <a:pt x="0" y="8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B8D8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3" name="Freeform 1018">
                <a:extLst>
                  <a:ext uri="{FF2B5EF4-FFF2-40B4-BE49-F238E27FC236}">
                    <a16:creationId xmlns:a16="http://schemas.microsoft.com/office/drawing/2014/main" id="{F41E2BD0-C10F-4CC0-8262-8CC76338B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001"/>
                <a:ext cx="86" cy="87"/>
              </a:xfrm>
              <a:custGeom>
                <a:avLst/>
                <a:gdLst>
                  <a:gd name="T0" fmla="*/ 46 w 86"/>
                  <a:gd name="T1" fmla="*/ 0 h 87"/>
                  <a:gd name="T2" fmla="*/ 86 w 86"/>
                  <a:gd name="T3" fmla="*/ 20 h 87"/>
                  <a:gd name="T4" fmla="*/ 0 w 86"/>
                  <a:gd name="T5" fmla="*/ 87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87">
                    <a:moveTo>
                      <a:pt x="46" y="0"/>
                    </a:moveTo>
                    <a:lnTo>
                      <a:pt x="86" y="20"/>
                    </a:lnTo>
                    <a:lnTo>
                      <a:pt x="0" y="8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4" name="Freeform 1019">
                <a:extLst>
                  <a:ext uri="{FF2B5EF4-FFF2-40B4-BE49-F238E27FC236}">
                    <a16:creationId xmlns:a16="http://schemas.microsoft.com/office/drawing/2014/main" id="{10E45D57-1AE3-40D5-BD45-42B0F0E366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280"/>
                <a:ext cx="47" cy="166"/>
              </a:xfrm>
              <a:custGeom>
                <a:avLst/>
                <a:gdLst>
                  <a:gd name="T0" fmla="*/ 20 w 47"/>
                  <a:gd name="T1" fmla="*/ 166 h 166"/>
                  <a:gd name="T2" fmla="*/ 0 w 47"/>
                  <a:gd name="T3" fmla="*/ 147 h 166"/>
                  <a:gd name="T4" fmla="*/ 47 w 47"/>
                  <a:gd name="T5" fmla="*/ 0 h 166"/>
                  <a:gd name="T6" fmla="*/ 20 w 47"/>
                  <a:gd name="T7" fmla="*/ 166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66">
                    <a:moveTo>
                      <a:pt x="20" y="166"/>
                    </a:moveTo>
                    <a:lnTo>
                      <a:pt x="0" y="147"/>
                    </a:lnTo>
                    <a:lnTo>
                      <a:pt x="47" y="0"/>
                    </a:lnTo>
                    <a:lnTo>
                      <a:pt x="20" y="166"/>
                    </a:lnTo>
                    <a:close/>
                  </a:path>
                </a:pathLst>
              </a:custGeom>
              <a:solidFill>
                <a:srgbClr val="384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5" name="Freeform 1020">
                <a:extLst>
                  <a:ext uri="{FF2B5EF4-FFF2-40B4-BE49-F238E27FC236}">
                    <a16:creationId xmlns:a16="http://schemas.microsoft.com/office/drawing/2014/main" id="{D0D22076-283D-472E-B6B3-FF66AD1B1F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4" y="1280"/>
                <a:ext cx="47" cy="166"/>
              </a:xfrm>
              <a:custGeom>
                <a:avLst/>
                <a:gdLst>
                  <a:gd name="T0" fmla="*/ 20 w 47"/>
                  <a:gd name="T1" fmla="*/ 166 h 166"/>
                  <a:gd name="T2" fmla="*/ 0 w 47"/>
                  <a:gd name="T3" fmla="*/ 147 h 166"/>
                  <a:gd name="T4" fmla="*/ 47 w 47"/>
                  <a:gd name="T5" fmla="*/ 0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66">
                    <a:moveTo>
                      <a:pt x="20" y="166"/>
                    </a:moveTo>
                    <a:lnTo>
                      <a:pt x="0" y="147"/>
                    </a:lnTo>
                    <a:lnTo>
                      <a:pt x="4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6" name="Freeform 1021">
                <a:extLst>
                  <a:ext uri="{FF2B5EF4-FFF2-40B4-BE49-F238E27FC236}">
                    <a16:creationId xmlns:a16="http://schemas.microsoft.com/office/drawing/2014/main" id="{56978CCA-9A91-4814-BC0F-531A7E977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938"/>
                <a:ext cx="73" cy="87"/>
              </a:xfrm>
              <a:custGeom>
                <a:avLst/>
                <a:gdLst>
                  <a:gd name="T0" fmla="*/ 73 w 73"/>
                  <a:gd name="T1" fmla="*/ 80 h 87"/>
                  <a:gd name="T2" fmla="*/ 26 w 73"/>
                  <a:gd name="T3" fmla="*/ 87 h 87"/>
                  <a:gd name="T4" fmla="*/ 0 w 73"/>
                  <a:gd name="T5" fmla="*/ 0 h 87"/>
                  <a:gd name="T6" fmla="*/ 73 w 73"/>
                  <a:gd name="T7" fmla="*/ 80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87">
                    <a:moveTo>
                      <a:pt x="73" y="80"/>
                    </a:moveTo>
                    <a:lnTo>
                      <a:pt x="26" y="87"/>
                    </a:lnTo>
                    <a:lnTo>
                      <a:pt x="0" y="0"/>
                    </a:lnTo>
                    <a:lnTo>
                      <a:pt x="73" y="80"/>
                    </a:lnTo>
                    <a:close/>
                  </a:path>
                </a:pathLst>
              </a:custGeom>
              <a:solidFill>
                <a:srgbClr val="A03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7" name="Freeform 1022">
                <a:extLst>
                  <a:ext uri="{FF2B5EF4-FFF2-40B4-BE49-F238E27FC236}">
                    <a16:creationId xmlns:a16="http://schemas.microsoft.com/office/drawing/2014/main" id="{A331A7A8-607B-4375-ADC3-B8DF6AD37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938"/>
                <a:ext cx="73" cy="87"/>
              </a:xfrm>
              <a:custGeom>
                <a:avLst/>
                <a:gdLst>
                  <a:gd name="T0" fmla="*/ 73 w 73"/>
                  <a:gd name="T1" fmla="*/ 80 h 87"/>
                  <a:gd name="T2" fmla="*/ 26 w 73"/>
                  <a:gd name="T3" fmla="*/ 87 h 87"/>
                  <a:gd name="T4" fmla="*/ 0 w 73"/>
                  <a:gd name="T5" fmla="*/ 0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87">
                    <a:moveTo>
                      <a:pt x="73" y="80"/>
                    </a:moveTo>
                    <a:lnTo>
                      <a:pt x="26" y="87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8" name="Freeform 1023">
                <a:extLst>
                  <a:ext uri="{FF2B5EF4-FFF2-40B4-BE49-F238E27FC236}">
                    <a16:creationId xmlns:a16="http://schemas.microsoft.com/office/drawing/2014/main" id="{4C87F034-0759-43CB-B91D-8597F8B5F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931"/>
                <a:ext cx="79" cy="94"/>
              </a:xfrm>
              <a:custGeom>
                <a:avLst/>
                <a:gdLst>
                  <a:gd name="T0" fmla="*/ 0 w 79"/>
                  <a:gd name="T1" fmla="*/ 0 h 94"/>
                  <a:gd name="T2" fmla="*/ 53 w 79"/>
                  <a:gd name="T3" fmla="*/ 7 h 94"/>
                  <a:gd name="T4" fmla="*/ 79 w 79"/>
                  <a:gd name="T5" fmla="*/ 94 h 94"/>
                  <a:gd name="T6" fmla="*/ 0 w 79"/>
                  <a:gd name="T7" fmla="*/ 0 h 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94">
                    <a:moveTo>
                      <a:pt x="0" y="0"/>
                    </a:moveTo>
                    <a:lnTo>
                      <a:pt x="53" y="7"/>
                    </a:lnTo>
                    <a:lnTo>
                      <a:pt x="79" y="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834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9" name="Freeform 0">
                <a:extLst>
                  <a:ext uri="{FF2B5EF4-FFF2-40B4-BE49-F238E27FC236}">
                    <a16:creationId xmlns:a16="http://schemas.microsoft.com/office/drawing/2014/main" id="{D5EADAE8-A8B7-415B-A397-CDCDC9BF7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931"/>
                <a:ext cx="79" cy="94"/>
              </a:xfrm>
              <a:custGeom>
                <a:avLst/>
                <a:gdLst>
                  <a:gd name="T0" fmla="*/ 0 w 79"/>
                  <a:gd name="T1" fmla="*/ 0 h 94"/>
                  <a:gd name="T2" fmla="*/ 53 w 79"/>
                  <a:gd name="T3" fmla="*/ 7 h 94"/>
                  <a:gd name="T4" fmla="*/ 79 w 79"/>
                  <a:gd name="T5" fmla="*/ 94 h 9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94">
                    <a:moveTo>
                      <a:pt x="0" y="0"/>
                    </a:moveTo>
                    <a:lnTo>
                      <a:pt x="53" y="7"/>
                    </a:lnTo>
                    <a:lnTo>
                      <a:pt x="79" y="9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0" name="Freeform 1">
                <a:extLst>
                  <a:ext uri="{FF2B5EF4-FFF2-40B4-BE49-F238E27FC236}">
                    <a16:creationId xmlns:a16="http://schemas.microsoft.com/office/drawing/2014/main" id="{6E68F21D-DFE8-439E-9435-6C33842D6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280"/>
                <a:ext cx="47" cy="166"/>
              </a:xfrm>
              <a:custGeom>
                <a:avLst/>
                <a:gdLst>
                  <a:gd name="T0" fmla="*/ 27 w 47"/>
                  <a:gd name="T1" fmla="*/ 0 h 166"/>
                  <a:gd name="T2" fmla="*/ 47 w 47"/>
                  <a:gd name="T3" fmla="*/ 7 h 166"/>
                  <a:gd name="T4" fmla="*/ 0 w 47"/>
                  <a:gd name="T5" fmla="*/ 166 h 166"/>
                  <a:gd name="T6" fmla="*/ 27 w 47"/>
                  <a:gd name="T7" fmla="*/ 0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66">
                    <a:moveTo>
                      <a:pt x="27" y="0"/>
                    </a:moveTo>
                    <a:lnTo>
                      <a:pt x="47" y="7"/>
                    </a:lnTo>
                    <a:lnTo>
                      <a:pt x="0" y="166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3844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1" name="Freeform 2">
                <a:extLst>
                  <a:ext uri="{FF2B5EF4-FFF2-40B4-BE49-F238E27FC236}">
                    <a16:creationId xmlns:a16="http://schemas.microsoft.com/office/drawing/2014/main" id="{4A7E910B-BA3A-4E3D-BA32-F3A94419EE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280"/>
                <a:ext cx="47" cy="166"/>
              </a:xfrm>
              <a:custGeom>
                <a:avLst/>
                <a:gdLst>
                  <a:gd name="T0" fmla="*/ 27 w 47"/>
                  <a:gd name="T1" fmla="*/ 0 h 166"/>
                  <a:gd name="T2" fmla="*/ 47 w 47"/>
                  <a:gd name="T3" fmla="*/ 7 h 166"/>
                  <a:gd name="T4" fmla="*/ 0 w 47"/>
                  <a:gd name="T5" fmla="*/ 166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66">
                    <a:moveTo>
                      <a:pt x="27" y="0"/>
                    </a:moveTo>
                    <a:lnTo>
                      <a:pt x="47" y="7"/>
                    </a:lnTo>
                    <a:lnTo>
                      <a:pt x="0" y="1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" name="Freeform 3">
                <a:extLst>
                  <a:ext uri="{FF2B5EF4-FFF2-40B4-BE49-F238E27FC236}">
                    <a16:creationId xmlns:a16="http://schemas.microsoft.com/office/drawing/2014/main" id="{AAA15F67-9DDD-40C4-890A-EB14ED2186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147"/>
                <a:ext cx="72" cy="140"/>
              </a:xfrm>
              <a:custGeom>
                <a:avLst/>
                <a:gdLst>
                  <a:gd name="T0" fmla="*/ 26 w 72"/>
                  <a:gd name="T1" fmla="*/ 140 h 140"/>
                  <a:gd name="T2" fmla="*/ 0 w 72"/>
                  <a:gd name="T3" fmla="*/ 140 h 140"/>
                  <a:gd name="T4" fmla="*/ 72 w 72"/>
                  <a:gd name="T5" fmla="*/ 0 h 140"/>
                  <a:gd name="T6" fmla="*/ 26 w 72"/>
                  <a:gd name="T7" fmla="*/ 140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140">
                    <a:moveTo>
                      <a:pt x="26" y="140"/>
                    </a:moveTo>
                    <a:lnTo>
                      <a:pt x="0" y="140"/>
                    </a:lnTo>
                    <a:lnTo>
                      <a:pt x="72" y="0"/>
                    </a:lnTo>
                    <a:lnTo>
                      <a:pt x="26" y="140"/>
                    </a:lnTo>
                    <a:close/>
                  </a:path>
                </a:pathLst>
              </a:custGeom>
              <a:solidFill>
                <a:srgbClr val="507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3" name="Freeform 4">
                <a:extLst>
                  <a:ext uri="{FF2B5EF4-FFF2-40B4-BE49-F238E27FC236}">
                    <a16:creationId xmlns:a16="http://schemas.microsoft.com/office/drawing/2014/main" id="{A116CB96-CD39-41CD-8FD8-4934BF7CE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147"/>
                <a:ext cx="72" cy="140"/>
              </a:xfrm>
              <a:custGeom>
                <a:avLst/>
                <a:gdLst>
                  <a:gd name="T0" fmla="*/ 26 w 72"/>
                  <a:gd name="T1" fmla="*/ 140 h 140"/>
                  <a:gd name="T2" fmla="*/ 0 w 72"/>
                  <a:gd name="T3" fmla="*/ 140 h 140"/>
                  <a:gd name="T4" fmla="*/ 72 w 72"/>
                  <a:gd name="T5" fmla="*/ 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140">
                    <a:moveTo>
                      <a:pt x="26" y="140"/>
                    </a:moveTo>
                    <a:lnTo>
                      <a:pt x="0" y="140"/>
                    </a:lnTo>
                    <a:lnTo>
                      <a:pt x="7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4" name="Freeform 5">
                <a:extLst>
                  <a:ext uri="{FF2B5EF4-FFF2-40B4-BE49-F238E27FC236}">
                    <a16:creationId xmlns:a16="http://schemas.microsoft.com/office/drawing/2014/main" id="{BE50E514-28BD-4327-9834-1DFF45A26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141"/>
                <a:ext cx="73" cy="146"/>
              </a:xfrm>
              <a:custGeom>
                <a:avLst/>
                <a:gdLst>
                  <a:gd name="T0" fmla="*/ 46 w 73"/>
                  <a:gd name="T1" fmla="*/ 6 h 146"/>
                  <a:gd name="T2" fmla="*/ 73 w 73"/>
                  <a:gd name="T3" fmla="*/ 0 h 146"/>
                  <a:gd name="T4" fmla="*/ 0 w 73"/>
                  <a:gd name="T5" fmla="*/ 146 h 146"/>
                  <a:gd name="T6" fmla="*/ 46 w 73"/>
                  <a:gd name="T7" fmla="*/ 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46">
                    <a:moveTo>
                      <a:pt x="46" y="6"/>
                    </a:moveTo>
                    <a:lnTo>
                      <a:pt x="73" y="0"/>
                    </a:lnTo>
                    <a:lnTo>
                      <a:pt x="0" y="146"/>
                    </a:lnTo>
                    <a:lnTo>
                      <a:pt x="46" y="6"/>
                    </a:lnTo>
                    <a:close/>
                  </a:path>
                </a:pathLst>
              </a:custGeom>
              <a:solidFill>
                <a:srgbClr val="507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5" name="Freeform 6">
                <a:extLst>
                  <a:ext uri="{FF2B5EF4-FFF2-40B4-BE49-F238E27FC236}">
                    <a16:creationId xmlns:a16="http://schemas.microsoft.com/office/drawing/2014/main" id="{C4D210AC-B8DF-4521-AB38-9639110140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141"/>
                <a:ext cx="73" cy="146"/>
              </a:xfrm>
              <a:custGeom>
                <a:avLst/>
                <a:gdLst>
                  <a:gd name="T0" fmla="*/ 46 w 73"/>
                  <a:gd name="T1" fmla="*/ 6 h 146"/>
                  <a:gd name="T2" fmla="*/ 73 w 73"/>
                  <a:gd name="T3" fmla="*/ 0 h 146"/>
                  <a:gd name="T4" fmla="*/ 0 w 73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46">
                    <a:moveTo>
                      <a:pt x="46" y="6"/>
                    </a:moveTo>
                    <a:lnTo>
                      <a:pt x="73" y="0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6" name="Freeform 7">
                <a:extLst>
                  <a:ext uri="{FF2B5EF4-FFF2-40B4-BE49-F238E27FC236}">
                    <a16:creationId xmlns:a16="http://schemas.microsoft.com/office/drawing/2014/main" id="{7CFAE235-E100-4E89-8CEC-7C3283683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679"/>
                <a:ext cx="46" cy="173"/>
              </a:xfrm>
              <a:custGeom>
                <a:avLst/>
                <a:gdLst>
                  <a:gd name="T0" fmla="*/ 46 w 46"/>
                  <a:gd name="T1" fmla="*/ 173 h 173"/>
                  <a:gd name="T2" fmla="*/ 13 w 46"/>
                  <a:gd name="T3" fmla="*/ 153 h 173"/>
                  <a:gd name="T4" fmla="*/ 0 w 46"/>
                  <a:gd name="T5" fmla="*/ 0 h 173"/>
                  <a:gd name="T6" fmla="*/ 46 w 46"/>
                  <a:gd name="T7" fmla="*/ 173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73">
                    <a:moveTo>
                      <a:pt x="46" y="173"/>
                    </a:moveTo>
                    <a:lnTo>
                      <a:pt x="13" y="153"/>
                    </a:lnTo>
                    <a:lnTo>
                      <a:pt x="0" y="0"/>
                    </a:lnTo>
                    <a:lnTo>
                      <a:pt x="46" y="173"/>
                    </a:lnTo>
                    <a:close/>
                  </a:path>
                </a:pathLst>
              </a:custGeom>
              <a:solidFill>
                <a:srgbClr val="6028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7" name="Freeform 8">
                <a:extLst>
                  <a:ext uri="{FF2B5EF4-FFF2-40B4-BE49-F238E27FC236}">
                    <a16:creationId xmlns:a16="http://schemas.microsoft.com/office/drawing/2014/main" id="{D41BF5CF-1B97-4858-8A19-9FF11F451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679"/>
                <a:ext cx="46" cy="173"/>
              </a:xfrm>
              <a:custGeom>
                <a:avLst/>
                <a:gdLst>
                  <a:gd name="T0" fmla="*/ 46 w 46"/>
                  <a:gd name="T1" fmla="*/ 173 h 173"/>
                  <a:gd name="T2" fmla="*/ 13 w 46"/>
                  <a:gd name="T3" fmla="*/ 153 h 173"/>
                  <a:gd name="T4" fmla="*/ 0 w 46"/>
                  <a:gd name="T5" fmla="*/ 0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73">
                    <a:moveTo>
                      <a:pt x="46" y="173"/>
                    </a:moveTo>
                    <a:lnTo>
                      <a:pt x="13" y="1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8" name="Freeform 9">
                <a:extLst>
                  <a:ext uri="{FF2B5EF4-FFF2-40B4-BE49-F238E27FC236}">
                    <a16:creationId xmlns:a16="http://schemas.microsoft.com/office/drawing/2014/main" id="{176CFB4F-6AFE-42C4-8761-BB4450DDE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659"/>
                <a:ext cx="40" cy="173"/>
              </a:xfrm>
              <a:custGeom>
                <a:avLst/>
                <a:gdLst>
                  <a:gd name="T0" fmla="*/ 0 w 40"/>
                  <a:gd name="T1" fmla="*/ 0 h 173"/>
                  <a:gd name="T2" fmla="*/ 27 w 40"/>
                  <a:gd name="T3" fmla="*/ 20 h 173"/>
                  <a:gd name="T4" fmla="*/ 40 w 40"/>
                  <a:gd name="T5" fmla="*/ 173 h 173"/>
                  <a:gd name="T6" fmla="*/ 0 w 40"/>
                  <a:gd name="T7" fmla="*/ 0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73">
                    <a:moveTo>
                      <a:pt x="0" y="0"/>
                    </a:moveTo>
                    <a:lnTo>
                      <a:pt x="27" y="20"/>
                    </a:lnTo>
                    <a:lnTo>
                      <a:pt x="4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01C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9" name="Freeform 10">
                <a:extLst>
                  <a:ext uri="{FF2B5EF4-FFF2-40B4-BE49-F238E27FC236}">
                    <a16:creationId xmlns:a16="http://schemas.microsoft.com/office/drawing/2014/main" id="{0DD3BBBA-9547-48BD-A41A-EA9E3678D9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659"/>
                <a:ext cx="40" cy="173"/>
              </a:xfrm>
              <a:custGeom>
                <a:avLst/>
                <a:gdLst>
                  <a:gd name="T0" fmla="*/ 0 w 40"/>
                  <a:gd name="T1" fmla="*/ 0 h 173"/>
                  <a:gd name="T2" fmla="*/ 27 w 40"/>
                  <a:gd name="T3" fmla="*/ 20 h 173"/>
                  <a:gd name="T4" fmla="*/ 40 w 40"/>
                  <a:gd name="T5" fmla="*/ 173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173">
                    <a:moveTo>
                      <a:pt x="0" y="0"/>
                    </a:moveTo>
                    <a:lnTo>
                      <a:pt x="27" y="20"/>
                    </a:lnTo>
                    <a:lnTo>
                      <a:pt x="40" y="1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0" name="Freeform 11">
                <a:extLst>
                  <a:ext uri="{FF2B5EF4-FFF2-40B4-BE49-F238E27FC236}">
                    <a16:creationId xmlns:a16="http://schemas.microsoft.com/office/drawing/2014/main" id="{FCBF5543-3E95-4AFA-B3BF-881E6EFCD5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" y="1015"/>
                <a:ext cx="93" cy="126"/>
              </a:xfrm>
              <a:custGeom>
                <a:avLst/>
                <a:gdLst>
                  <a:gd name="T0" fmla="*/ 33 w 93"/>
                  <a:gd name="T1" fmla="*/ 126 h 126"/>
                  <a:gd name="T2" fmla="*/ 0 w 93"/>
                  <a:gd name="T3" fmla="*/ 119 h 126"/>
                  <a:gd name="T4" fmla="*/ 93 w 93"/>
                  <a:gd name="T5" fmla="*/ 0 h 126"/>
                  <a:gd name="T6" fmla="*/ 33 w 93"/>
                  <a:gd name="T7" fmla="*/ 126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26">
                    <a:moveTo>
                      <a:pt x="33" y="126"/>
                    </a:moveTo>
                    <a:lnTo>
                      <a:pt x="0" y="119"/>
                    </a:lnTo>
                    <a:lnTo>
                      <a:pt x="93" y="0"/>
                    </a:lnTo>
                    <a:lnTo>
                      <a:pt x="33" y="126"/>
                    </a:lnTo>
                    <a:close/>
                  </a:path>
                </a:pathLst>
              </a:custGeom>
              <a:solidFill>
                <a:srgbClr val="78A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1" name="Freeform 12">
                <a:extLst>
                  <a:ext uri="{FF2B5EF4-FFF2-40B4-BE49-F238E27FC236}">
                    <a16:creationId xmlns:a16="http://schemas.microsoft.com/office/drawing/2014/main" id="{5D23B5B2-D6FC-41FB-9B3C-44F654760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" y="1015"/>
                <a:ext cx="93" cy="126"/>
              </a:xfrm>
              <a:custGeom>
                <a:avLst/>
                <a:gdLst>
                  <a:gd name="T0" fmla="*/ 33 w 93"/>
                  <a:gd name="T1" fmla="*/ 126 h 126"/>
                  <a:gd name="T2" fmla="*/ 0 w 93"/>
                  <a:gd name="T3" fmla="*/ 119 h 126"/>
                  <a:gd name="T4" fmla="*/ 93 w 93"/>
                  <a:gd name="T5" fmla="*/ 0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26">
                    <a:moveTo>
                      <a:pt x="33" y="126"/>
                    </a:moveTo>
                    <a:lnTo>
                      <a:pt x="0" y="119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2" name="Freeform 13">
                <a:extLst>
                  <a:ext uri="{FF2B5EF4-FFF2-40B4-BE49-F238E27FC236}">
                    <a16:creationId xmlns:a16="http://schemas.microsoft.com/office/drawing/2014/main" id="{5D501AF4-C503-476C-9C69-7D460902FB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1015"/>
                <a:ext cx="93" cy="126"/>
              </a:xfrm>
              <a:custGeom>
                <a:avLst/>
                <a:gdLst>
                  <a:gd name="T0" fmla="*/ 60 w 93"/>
                  <a:gd name="T1" fmla="*/ 0 h 126"/>
                  <a:gd name="T2" fmla="*/ 93 w 93"/>
                  <a:gd name="T3" fmla="*/ 0 h 126"/>
                  <a:gd name="T4" fmla="*/ 0 w 93"/>
                  <a:gd name="T5" fmla="*/ 126 h 126"/>
                  <a:gd name="T6" fmla="*/ 60 w 93"/>
                  <a:gd name="T7" fmla="*/ 0 h 1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26">
                    <a:moveTo>
                      <a:pt x="60" y="0"/>
                    </a:moveTo>
                    <a:lnTo>
                      <a:pt x="93" y="0"/>
                    </a:lnTo>
                    <a:lnTo>
                      <a:pt x="0" y="126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78A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3" name="Freeform 14">
                <a:extLst>
                  <a:ext uri="{FF2B5EF4-FFF2-40B4-BE49-F238E27FC236}">
                    <a16:creationId xmlns:a16="http://schemas.microsoft.com/office/drawing/2014/main" id="{4F71EDDC-94AD-40BE-859D-913003D54F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1015"/>
                <a:ext cx="93" cy="126"/>
              </a:xfrm>
              <a:custGeom>
                <a:avLst/>
                <a:gdLst>
                  <a:gd name="T0" fmla="*/ 60 w 93"/>
                  <a:gd name="T1" fmla="*/ 0 h 126"/>
                  <a:gd name="T2" fmla="*/ 93 w 93"/>
                  <a:gd name="T3" fmla="*/ 0 h 126"/>
                  <a:gd name="T4" fmla="*/ 0 w 93"/>
                  <a:gd name="T5" fmla="*/ 126 h 1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26">
                    <a:moveTo>
                      <a:pt x="60" y="0"/>
                    </a:moveTo>
                    <a:lnTo>
                      <a:pt x="93" y="0"/>
                    </a:lnTo>
                    <a:lnTo>
                      <a:pt x="0" y="12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4" name="Freeform 15">
                <a:extLst>
                  <a:ext uri="{FF2B5EF4-FFF2-40B4-BE49-F238E27FC236}">
                    <a16:creationId xmlns:a16="http://schemas.microsoft.com/office/drawing/2014/main" id="{C28A85EC-9280-4CEF-94D0-19E3AF8D4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021"/>
                <a:ext cx="86" cy="93"/>
              </a:xfrm>
              <a:custGeom>
                <a:avLst/>
                <a:gdLst>
                  <a:gd name="T0" fmla="*/ 40 w 86"/>
                  <a:gd name="T1" fmla="*/ 93 h 93"/>
                  <a:gd name="T2" fmla="*/ 0 w 86"/>
                  <a:gd name="T3" fmla="*/ 67 h 93"/>
                  <a:gd name="T4" fmla="*/ 86 w 86"/>
                  <a:gd name="T5" fmla="*/ 0 h 93"/>
                  <a:gd name="T6" fmla="*/ 40 w 86"/>
                  <a:gd name="T7" fmla="*/ 93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93">
                    <a:moveTo>
                      <a:pt x="40" y="93"/>
                    </a:moveTo>
                    <a:lnTo>
                      <a:pt x="0" y="67"/>
                    </a:lnTo>
                    <a:lnTo>
                      <a:pt x="86" y="0"/>
                    </a:lnTo>
                    <a:lnTo>
                      <a:pt x="40" y="93"/>
                    </a:lnTo>
                    <a:close/>
                  </a:path>
                </a:pathLst>
              </a:custGeom>
              <a:solidFill>
                <a:srgbClr val="C0D8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5" name="Freeform 16">
                <a:extLst>
                  <a:ext uri="{FF2B5EF4-FFF2-40B4-BE49-F238E27FC236}">
                    <a16:creationId xmlns:a16="http://schemas.microsoft.com/office/drawing/2014/main" id="{18DEC3E4-3CDF-4B88-9FFA-DFC19276A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021"/>
                <a:ext cx="86" cy="93"/>
              </a:xfrm>
              <a:custGeom>
                <a:avLst/>
                <a:gdLst>
                  <a:gd name="T0" fmla="*/ 40 w 86"/>
                  <a:gd name="T1" fmla="*/ 93 h 93"/>
                  <a:gd name="T2" fmla="*/ 0 w 86"/>
                  <a:gd name="T3" fmla="*/ 67 h 93"/>
                  <a:gd name="T4" fmla="*/ 86 w 86"/>
                  <a:gd name="T5" fmla="*/ 0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93">
                    <a:moveTo>
                      <a:pt x="40" y="93"/>
                    </a:moveTo>
                    <a:lnTo>
                      <a:pt x="0" y="67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6" name="Freeform 17">
                <a:extLst>
                  <a:ext uri="{FF2B5EF4-FFF2-40B4-BE49-F238E27FC236}">
                    <a16:creationId xmlns:a16="http://schemas.microsoft.com/office/drawing/2014/main" id="{23C6516C-5E76-4211-8A39-7E222958C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1021"/>
                <a:ext cx="86" cy="93"/>
              </a:xfrm>
              <a:custGeom>
                <a:avLst/>
                <a:gdLst>
                  <a:gd name="T0" fmla="*/ 46 w 86"/>
                  <a:gd name="T1" fmla="*/ 0 h 93"/>
                  <a:gd name="T2" fmla="*/ 86 w 86"/>
                  <a:gd name="T3" fmla="*/ 20 h 93"/>
                  <a:gd name="T4" fmla="*/ 0 w 86"/>
                  <a:gd name="T5" fmla="*/ 93 h 93"/>
                  <a:gd name="T6" fmla="*/ 46 w 86"/>
                  <a:gd name="T7" fmla="*/ 0 h 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93">
                    <a:moveTo>
                      <a:pt x="46" y="0"/>
                    </a:moveTo>
                    <a:lnTo>
                      <a:pt x="86" y="20"/>
                    </a:lnTo>
                    <a:lnTo>
                      <a:pt x="0" y="9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C0D8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" name="Group 18">
              <a:extLst>
                <a:ext uri="{FF2B5EF4-FFF2-40B4-BE49-F238E27FC236}">
                  <a16:creationId xmlns:a16="http://schemas.microsoft.com/office/drawing/2014/main" id="{1A169B9B-7842-4AA2-8168-C5E4A30369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2" y="2502"/>
              <a:ext cx="920" cy="1003"/>
              <a:chOff x="2264" y="1015"/>
              <a:chExt cx="920" cy="1003"/>
            </a:xfrm>
          </p:grpSpPr>
          <p:sp>
            <p:nvSpPr>
              <p:cNvPr id="147" name="Freeform 19">
                <a:extLst>
                  <a:ext uri="{FF2B5EF4-FFF2-40B4-BE49-F238E27FC236}">
                    <a16:creationId xmlns:a16="http://schemas.microsoft.com/office/drawing/2014/main" id="{62799EDD-720E-4286-B632-FCFE9DA76D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1021"/>
                <a:ext cx="86" cy="93"/>
              </a:xfrm>
              <a:custGeom>
                <a:avLst/>
                <a:gdLst>
                  <a:gd name="T0" fmla="*/ 46 w 86"/>
                  <a:gd name="T1" fmla="*/ 0 h 93"/>
                  <a:gd name="T2" fmla="*/ 86 w 86"/>
                  <a:gd name="T3" fmla="*/ 20 h 93"/>
                  <a:gd name="T4" fmla="*/ 0 w 86"/>
                  <a:gd name="T5" fmla="*/ 93 h 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93">
                    <a:moveTo>
                      <a:pt x="46" y="0"/>
                    </a:moveTo>
                    <a:lnTo>
                      <a:pt x="86" y="20"/>
                    </a:lnTo>
                    <a:lnTo>
                      <a:pt x="0" y="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8" name="Freeform 20">
                <a:extLst>
                  <a:ext uri="{FF2B5EF4-FFF2-40B4-BE49-F238E27FC236}">
                    <a16:creationId xmlns:a16="http://schemas.microsoft.com/office/drawing/2014/main" id="{A9F0132C-E216-4071-8434-121E4E4E3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1931"/>
                <a:ext cx="80" cy="87"/>
              </a:xfrm>
              <a:custGeom>
                <a:avLst/>
                <a:gdLst>
                  <a:gd name="T0" fmla="*/ 80 w 80"/>
                  <a:gd name="T1" fmla="*/ 80 h 87"/>
                  <a:gd name="T2" fmla="*/ 27 w 80"/>
                  <a:gd name="T3" fmla="*/ 87 h 87"/>
                  <a:gd name="T4" fmla="*/ 0 w 80"/>
                  <a:gd name="T5" fmla="*/ 0 h 87"/>
                  <a:gd name="T6" fmla="*/ 80 w 80"/>
                  <a:gd name="T7" fmla="*/ 80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87">
                    <a:moveTo>
                      <a:pt x="80" y="80"/>
                    </a:moveTo>
                    <a:lnTo>
                      <a:pt x="27" y="87"/>
                    </a:lnTo>
                    <a:lnTo>
                      <a:pt x="0" y="0"/>
                    </a:lnTo>
                    <a:lnTo>
                      <a:pt x="80" y="80"/>
                    </a:lnTo>
                    <a:close/>
                  </a:path>
                </a:pathLst>
              </a:custGeom>
              <a:solidFill>
                <a:srgbClr val="A84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9" name="Freeform 21">
                <a:extLst>
                  <a:ext uri="{FF2B5EF4-FFF2-40B4-BE49-F238E27FC236}">
                    <a16:creationId xmlns:a16="http://schemas.microsoft.com/office/drawing/2014/main" id="{DDACB502-BACF-4872-9873-1843D88E1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1931"/>
                <a:ext cx="80" cy="87"/>
              </a:xfrm>
              <a:custGeom>
                <a:avLst/>
                <a:gdLst>
                  <a:gd name="T0" fmla="*/ 80 w 80"/>
                  <a:gd name="T1" fmla="*/ 80 h 87"/>
                  <a:gd name="T2" fmla="*/ 27 w 80"/>
                  <a:gd name="T3" fmla="*/ 87 h 87"/>
                  <a:gd name="T4" fmla="*/ 0 w 80"/>
                  <a:gd name="T5" fmla="*/ 0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87">
                    <a:moveTo>
                      <a:pt x="80" y="80"/>
                    </a:moveTo>
                    <a:lnTo>
                      <a:pt x="27" y="87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" name="Freeform 22">
                <a:extLst>
                  <a:ext uri="{FF2B5EF4-FFF2-40B4-BE49-F238E27FC236}">
                    <a16:creationId xmlns:a16="http://schemas.microsoft.com/office/drawing/2014/main" id="{8C34CC03-6947-4E50-A412-A639263C4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931"/>
                <a:ext cx="73" cy="87"/>
              </a:xfrm>
              <a:custGeom>
                <a:avLst/>
                <a:gdLst>
                  <a:gd name="T0" fmla="*/ 0 w 73"/>
                  <a:gd name="T1" fmla="*/ 7 h 87"/>
                  <a:gd name="T2" fmla="*/ 46 w 73"/>
                  <a:gd name="T3" fmla="*/ 0 h 87"/>
                  <a:gd name="T4" fmla="*/ 73 w 73"/>
                  <a:gd name="T5" fmla="*/ 87 h 87"/>
                  <a:gd name="T6" fmla="*/ 0 w 73"/>
                  <a:gd name="T7" fmla="*/ 7 h 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87">
                    <a:moveTo>
                      <a:pt x="0" y="7"/>
                    </a:moveTo>
                    <a:lnTo>
                      <a:pt x="46" y="0"/>
                    </a:lnTo>
                    <a:lnTo>
                      <a:pt x="73" y="87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A03C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" name="Freeform 23">
                <a:extLst>
                  <a:ext uri="{FF2B5EF4-FFF2-40B4-BE49-F238E27FC236}">
                    <a16:creationId xmlns:a16="http://schemas.microsoft.com/office/drawing/2014/main" id="{EF3F3B8B-7641-4D79-8B46-E4C13DC506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931"/>
                <a:ext cx="73" cy="87"/>
              </a:xfrm>
              <a:custGeom>
                <a:avLst/>
                <a:gdLst>
                  <a:gd name="T0" fmla="*/ 0 w 73"/>
                  <a:gd name="T1" fmla="*/ 7 h 87"/>
                  <a:gd name="T2" fmla="*/ 46 w 73"/>
                  <a:gd name="T3" fmla="*/ 0 h 87"/>
                  <a:gd name="T4" fmla="*/ 73 w 73"/>
                  <a:gd name="T5" fmla="*/ 87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87">
                    <a:moveTo>
                      <a:pt x="0" y="7"/>
                    </a:moveTo>
                    <a:lnTo>
                      <a:pt x="46" y="0"/>
                    </a:lnTo>
                    <a:lnTo>
                      <a:pt x="73" y="8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2" name="Freeform 24">
                <a:extLst>
                  <a:ext uri="{FF2B5EF4-FFF2-40B4-BE49-F238E27FC236}">
                    <a16:creationId xmlns:a16="http://schemas.microsoft.com/office/drawing/2014/main" id="{DDC8603C-8D75-48A2-A713-09520D8BDA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931"/>
                <a:ext cx="80" cy="80"/>
              </a:xfrm>
              <a:custGeom>
                <a:avLst/>
                <a:gdLst>
                  <a:gd name="T0" fmla="*/ 80 w 80"/>
                  <a:gd name="T1" fmla="*/ 67 h 80"/>
                  <a:gd name="T2" fmla="*/ 27 w 80"/>
                  <a:gd name="T3" fmla="*/ 80 h 80"/>
                  <a:gd name="T4" fmla="*/ 0 w 80"/>
                  <a:gd name="T5" fmla="*/ 0 h 80"/>
                  <a:gd name="T6" fmla="*/ 80 w 80"/>
                  <a:gd name="T7" fmla="*/ 67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80">
                    <a:moveTo>
                      <a:pt x="80" y="67"/>
                    </a:moveTo>
                    <a:lnTo>
                      <a:pt x="27" y="80"/>
                    </a:lnTo>
                    <a:lnTo>
                      <a:pt x="0" y="0"/>
                    </a:lnTo>
                    <a:lnTo>
                      <a:pt x="80" y="67"/>
                    </a:lnTo>
                    <a:close/>
                  </a:path>
                </a:pathLst>
              </a:custGeom>
              <a:solidFill>
                <a:srgbClr val="B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" name="Freeform 25">
                <a:extLst>
                  <a:ext uri="{FF2B5EF4-FFF2-40B4-BE49-F238E27FC236}">
                    <a16:creationId xmlns:a16="http://schemas.microsoft.com/office/drawing/2014/main" id="{7F7F00AC-FB7E-4C01-B23E-F3D71C516D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931"/>
                <a:ext cx="80" cy="80"/>
              </a:xfrm>
              <a:custGeom>
                <a:avLst/>
                <a:gdLst>
                  <a:gd name="T0" fmla="*/ 80 w 80"/>
                  <a:gd name="T1" fmla="*/ 67 h 80"/>
                  <a:gd name="T2" fmla="*/ 27 w 80"/>
                  <a:gd name="T3" fmla="*/ 80 h 80"/>
                  <a:gd name="T4" fmla="*/ 0 w 80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80">
                    <a:moveTo>
                      <a:pt x="80" y="67"/>
                    </a:moveTo>
                    <a:lnTo>
                      <a:pt x="27" y="8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" name="Freeform 26">
                <a:extLst>
                  <a:ext uri="{FF2B5EF4-FFF2-40B4-BE49-F238E27FC236}">
                    <a16:creationId xmlns:a16="http://schemas.microsoft.com/office/drawing/2014/main" id="{269F1DF0-E9B7-4653-87A2-FD4C0ECF16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1931"/>
                <a:ext cx="80" cy="80"/>
              </a:xfrm>
              <a:custGeom>
                <a:avLst/>
                <a:gdLst>
                  <a:gd name="T0" fmla="*/ 0 w 80"/>
                  <a:gd name="T1" fmla="*/ 0 h 80"/>
                  <a:gd name="T2" fmla="*/ 53 w 80"/>
                  <a:gd name="T3" fmla="*/ 0 h 80"/>
                  <a:gd name="T4" fmla="*/ 80 w 80"/>
                  <a:gd name="T5" fmla="*/ 80 h 80"/>
                  <a:gd name="T6" fmla="*/ 0 w 80"/>
                  <a:gd name="T7" fmla="*/ 0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80">
                    <a:moveTo>
                      <a:pt x="0" y="0"/>
                    </a:moveTo>
                    <a:lnTo>
                      <a:pt x="53" y="0"/>
                    </a:lnTo>
                    <a:lnTo>
                      <a:pt x="80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848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" name="Freeform 27">
                <a:extLst>
                  <a:ext uri="{FF2B5EF4-FFF2-40B4-BE49-F238E27FC236}">
                    <a16:creationId xmlns:a16="http://schemas.microsoft.com/office/drawing/2014/main" id="{F9ABE7BB-D45E-44B2-B610-8FC7590C4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1931"/>
                <a:ext cx="80" cy="80"/>
              </a:xfrm>
              <a:custGeom>
                <a:avLst/>
                <a:gdLst>
                  <a:gd name="T0" fmla="*/ 0 w 80"/>
                  <a:gd name="T1" fmla="*/ 0 h 80"/>
                  <a:gd name="T2" fmla="*/ 53 w 80"/>
                  <a:gd name="T3" fmla="*/ 0 h 80"/>
                  <a:gd name="T4" fmla="*/ 80 w 80"/>
                  <a:gd name="T5" fmla="*/ 8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80">
                    <a:moveTo>
                      <a:pt x="0" y="0"/>
                    </a:moveTo>
                    <a:lnTo>
                      <a:pt x="53" y="0"/>
                    </a:lnTo>
                    <a:lnTo>
                      <a:pt x="80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6" name="Freeform 28">
                <a:extLst>
                  <a:ext uri="{FF2B5EF4-FFF2-40B4-BE49-F238E27FC236}">
                    <a16:creationId xmlns:a16="http://schemas.microsoft.com/office/drawing/2014/main" id="{FF8B7148-5022-4DAF-B726-182E43C28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1041"/>
                <a:ext cx="86" cy="100"/>
              </a:xfrm>
              <a:custGeom>
                <a:avLst/>
                <a:gdLst>
                  <a:gd name="T0" fmla="*/ 39 w 86"/>
                  <a:gd name="T1" fmla="*/ 100 h 100"/>
                  <a:gd name="T2" fmla="*/ 0 w 86"/>
                  <a:gd name="T3" fmla="*/ 73 h 100"/>
                  <a:gd name="T4" fmla="*/ 86 w 86"/>
                  <a:gd name="T5" fmla="*/ 0 h 100"/>
                  <a:gd name="T6" fmla="*/ 39 w 86"/>
                  <a:gd name="T7" fmla="*/ 100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00">
                    <a:moveTo>
                      <a:pt x="39" y="100"/>
                    </a:moveTo>
                    <a:lnTo>
                      <a:pt x="0" y="73"/>
                    </a:lnTo>
                    <a:lnTo>
                      <a:pt x="86" y="0"/>
                    </a:lnTo>
                    <a:lnTo>
                      <a:pt x="39" y="100"/>
                    </a:lnTo>
                    <a:close/>
                  </a:path>
                </a:pathLst>
              </a:custGeom>
              <a:solidFill>
                <a:srgbClr val="C8D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" name="Freeform 29">
                <a:extLst>
                  <a:ext uri="{FF2B5EF4-FFF2-40B4-BE49-F238E27FC236}">
                    <a16:creationId xmlns:a16="http://schemas.microsoft.com/office/drawing/2014/main" id="{5D7AEDF7-B0CF-41E5-8FD1-70D9ECF6AB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1041"/>
                <a:ext cx="86" cy="100"/>
              </a:xfrm>
              <a:custGeom>
                <a:avLst/>
                <a:gdLst>
                  <a:gd name="T0" fmla="*/ 39 w 86"/>
                  <a:gd name="T1" fmla="*/ 100 h 100"/>
                  <a:gd name="T2" fmla="*/ 0 w 86"/>
                  <a:gd name="T3" fmla="*/ 73 h 100"/>
                  <a:gd name="T4" fmla="*/ 86 w 86"/>
                  <a:gd name="T5" fmla="*/ 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00">
                    <a:moveTo>
                      <a:pt x="39" y="100"/>
                    </a:moveTo>
                    <a:lnTo>
                      <a:pt x="0" y="73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8" name="Freeform 30">
                <a:extLst>
                  <a:ext uri="{FF2B5EF4-FFF2-40B4-BE49-F238E27FC236}">
                    <a16:creationId xmlns:a16="http://schemas.microsoft.com/office/drawing/2014/main" id="{4B0136D3-C54A-491C-81DD-68FF51AD3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9" y="1041"/>
                <a:ext cx="80" cy="100"/>
              </a:xfrm>
              <a:custGeom>
                <a:avLst/>
                <a:gdLst>
                  <a:gd name="T0" fmla="*/ 47 w 80"/>
                  <a:gd name="T1" fmla="*/ 0 h 100"/>
                  <a:gd name="T2" fmla="*/ 80 w 80"/>
                  <a:gd name="T3" fmla="*/ 27 h 100"/>
                  <a:gd name="T4" fmla="*/ 0 w 80"/>
                  <a:gd name="T5" fmla="*/ 100 h 100"/>
                  <a:gd name="T6" fmla="*/ 47 w 80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00">
                    <a:moveTo>
                      <a:pt x="47" y="0"/>
                    </a:moveTo>
                    <a:lnTo>
                      <a:pt x="80" y="27"/>
                    </a:lnTo>
                    <a:lnTo>
                      <a:pt x="0" y="100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C8D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9" name="Freeform 31">
                <a:extLst>
                  <a:ext uri="{FF2B5EF4-FFF2-40B4-BE49-F238E27FC236}">
                    <a16:creationId xmlns:a16="http://schemas.microsoft.com/office/drawing/2014/main" id="{9704BB90-C16E-49F1-805B-745D23BBC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9" y="1041"/>
                <a:ext cx="80" cy="100"/>
              </a:xfrm>
              <a:custGeom>
                <a:avLst/>
                <a:gdLst>
                  <a:gd name="T0" fmla="*/ 47 w 80"/>
                  <a:gd name="T1" fmla="*/ 0 h 100"/>
                  <a:gd name="T2" fmla="*/ 80 w 80"/>
                  <a:gd name="T3" fmla="*/ 27 h 100"/>
                  <a:gd name="T4" fmla="*/ 0 w 80"/>
                  <a:gd name="T5" fmla="*/ 10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00">
                    <a:moveTo>
                      <a:pt x="47" y="0"/>
                    </a:moveTo>
                    <a:lnTo>
                      <a:pt x="80" y="27"/>
                    </a:lnTo>
                    <a:lnTo>
                      <a:pt x="0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0" name="Freeform 32">
                <a:extLst>
                  <a:ext uri="{FF2B5EF4-FFF2-40B4-BE49-F238E27FC236}">
                    <a16:creationId xmlns:a16="http://schemas.microsoft.com/office/drawing/2014/main" id="{FEB10D26-3555-4DAC-BE88-B9A135F086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918"/>
                <a:ext cx="73" cy="80"/>
              </a:xfrm>
              <a:custGeom>
                <a:avLst/>
                <a:gdLst>
                  <a:gd name="T0" fmla="*/ 73 w 73"/>
                  <a:gd name="T1" fmla="*/ 60 h 80"/>
                  <a:gd name="T2" fmla="*/ 20 w 73"/>
                  <a:gd name="T3" fmla="*/ 80 h 80"/>
                  <a:gd name="T4" fmla="*/ 0 w 73"/>
                  <a:gd name="T5" fmla="*/ 0 h 80"/>
                  <a:gd name="T6" fmla="*/ 73 w 73"/>
                  <a:gd name="T7" fmla="*/ 60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80">
                    <a:moveTo>
                      <a:pt x="73" y="60"/>
                    </a:moveTo>
                    <a:lnTo>
                      <a:pt x="20" y="80"/>
                    </a:lnTo>
                    <a:lnTo>
                      <a:pt x="0" y="0"/>
                    </a:lnTo>
                    <a:lnTo>
                      <a:pt x="73" y="60"/>
                    </a:lnTo>
                    <a:close/>
                  </a:path>
                </a:pathLst>
              </a:custGeom>
              <a:solidFill>
                <a:srgbClr val="B85C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1" name="Freeform 33">
                <a:extLst>
                  <a:ext uri="{FF2B5EF4-FFF2-40B4-BE49-F238E27FC236}">
                    <a16:creationId xmlns:a16="http://schemas.microsoft.com/office/drawing/2014/main" id="{6E3292C5-D507-42C6-BA6C-FD3C7333A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918"/>
                <a:ext cx="73" cy="80"/>
              </a:xfrm>
              <a:custGeom>
                <a:avLst/>
                <a:gdLst>
                  <a:gd name="T0" fmla="*/ 73 w 73"/>
                  <a:gd name="T1" fmla="*/ 60 h 80"/>
                  <a:gd name="T2" fmla="*/ 20 w 73"/>
                  <a:gd name="T3" fmla="*/ 80 h 80"/>
                  <a:gd name="T4" fmla="*/ 0 w 73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80">
                    <a:moveTo>
                      <a:pt x="73" y="60"/>
                    </a:moveTo>
                    <a:lnTo>
                      <a:pt x="20" y="80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2" name="Freeform 34">
                <a:extLst>
                  <a:ext uri="{FF2B5EF4-FFF2-40B4-BE49-F238E27FC236}">
                    <a16:creationId xmlns:a16="http://schemas.microsoft.com/office/drawing/2014/main" id="{3F58F587-804E-4333-9AD8-CB989BE00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918"/>
                <a:ext cx="80" cy="80"/>
              </a:xfrm>
              <a:custGeom>
                <a:avLst/>
                <a:gdLst>
                  <a:gd name="T0" fmla="*/ 0 w 80"/>
                  <a:gd name="T1" fmla="*/ 13 h 80"/>
                  <a:gd name="T2" fmla="*/ 60 w 80"/>
                  <a:gd name="T3" fmla="*/ 0 h 80"/>
                  <a:gd name="T4" fmla="*/ 80 w 80"/>
                  <a:gd name="T5" fmla="*/ 80 h 80"/>
                  <a:gd name="T6" fmla="*/ 0 w 80"/>
                  <a:gd name="T7" fmla="*/ 13 h 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80">
                    <a:moveTo>
                      <a:pt x="0" y="13"/>
                    </a:moveTo>
                    <a:lnTo>
                      <a:pt x="60" y="0"/>
                    </a:lnTo>
                    <a:lnTo>
                      <a:pt x="80" y="80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B05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3" name="Freeform 35">
                <a:extLst>
                  <a:ext uri="{FF2B5EF4-FFF2-40B4-BE49-F238E27FC236}">
                    <a16:creationId xmlns:a16="http://schemas.microsoft.com/office/drawing/2014/main" id="{3BAF4335-851A-4FB1-9A4A-B8464B3C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918"/>
                <a:ext cx="80" cy="80"/>
              </a:xfrm>
              <a:custGeom>
                <a:avLst/>
                <a:gdLst>
                  <a:gd name="T0" fmla="*/ 0 w 80"/>
                  <a:gd name="T1" fmla="*/ 13 h 80"/>
                  <a:gd name="T2" fmla="*/ 60 w 80"/>
                  <a:gd name="T3" fmla="*/ 0 h 80"/>
                  <a:gd name="T4" fmla="*/ 80 w 80"/>
                  <a:gd name="T5" fmla="*/ 8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80">
                    <a:moveTo>
                      <a:pt x="0" y="13"/>
                    </a:moveTo>
                    <a:lnTo>
                      <a:pt x="60" y="0"/>
                    </a:lnTo>
                    <a:lnTo>
                      <a:pt x="80" y="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" name="Freeform 36">
                <a:extLst>
                  <a:ext uri="{FF2B5EF4-FFF2-40B4-BE49-F238E27FC236}">
                    <a16:creationId xmlns:a16="http://schemas.microsoft.com/office/drawing/2014/main" id="{9AF156FA-D2B0-47B5-89AF-1D8D4B64A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905"/>
                <a:ext cx="73" cy="73"/>
              </a:xfrm>
              <a:custGeom>
                <a:avLst/>
                <a:gdLst>
                  <a:gd name="T0" fmla="*/ 0 w 73"/>
                  <a:gd name="T1" fmla="*/ 13 h 73"/>
                  <a:gd name="T2" fmla="*/ 53 w 73"/>
                  <a:gd name="T3" fmla="*/ 0 h 73"/>
                  <a:gd name="T4" fmla="*/ 73 w 73"/>
                  <a:gd name="T5" fmla="*/ 73 h 73"/>
                  <a:gd name="T6" fmla="*/ 0 w 73"/>
                  <a:gd name="T7" fmla="*/ 13 h 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73">
                    <a:moveTo>
                      <a:pt x="0" y="13"/>
                    </a:moveTo>
                    <a:lnTo>
                      <a:pt x="53" y="0"/>
                    </a:lnTo>
                    <a:lnTo>
                      <a:pt x="73" y="73"/>
                    </a:ln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B85C5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5" name="Freeform 37">
                <a:extLst>
                  <a:ext uri="{FF2B5EF4-FFF2-40B4-BE49-F238E27FC236}">
                    <a16:creationId xmlns:a16="http://schemas.microsoft.com/office/drawing/2014/main" id="{7C3CB8D6-9121-44B8-91A9-416BFB31A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905"/>
                <a:ext cx="73" cy="73"/>
              </a:xfrm>
              <a:custGeom>
                <a:avLst/>
                <a:gdLst>
                  <a:gd name="T0" fmla="*/ 0 w 73"/>
                  <a:gd name="T1" fmla="*/ 13 h 73"/>
                  <a:gd name="T2" fmla="*/ 53 w 73"/>
                  <a:gd name="T3" fmla="*/ 0 h 73"/>
                  <a:gd name="T4" fmla="*/ 73 w 73"/>
                  <a:gd name="T5" fmla="*/ 73 h 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73">
                    <a:moveTo>
                      <a:pt x="0" y="13"/>
                    </a:moveTo>
                    <a:lnTo>
                      <a:pt x="53" y="0"/>
                    </a:lnTo>
                    <a:lnTo>
                      <a:pt x="73" y="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6" name="Freeform 38">
                <a:extLst>
                  <a:ext uri="{FF2B5EF4-FFF2-40B4-BE49-F238E27FC236}">
                    <a16:creationId xmlns:a16="http://schemas.microsoft.com/office/drawing/2014/main" id="{C23E7658-2D5A-4D12-8B3C-96EC83BAFC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460"/>
                <a:ext cx="27" cy="179"/>
              </a:xfrm>
              <a:custGeom>
                <a:avLst/>
                <a:gdLst>
                  <a:gd name="T0" fmla="*/ 27 w 27"/>
                  <a:gd name="T1" fmla="*/ 179 h 179"/>
                  <a:gd name="T2" fmla="*/ 0 w 27"/>
                  <a:gd name="T3" fmla="*/ 159 h 179"/>
                  <a:gd name="T4" fmla="*/ 20 w 27"/>
                  <a:gd name="T5" fmla="*/ 0 h 179"/>
                  <a:gd name="T6" fmla="*/ 27 w 27"/>
                  <a:gd name="T7" fmla="*/ 179 h 1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79">
                    <a:moveTo>
                      <a:pt x="27" y="179"/>
                    </a:moveTo>
                    <a:lnTo>
                      <a:pt x="0" y="159"/>
                    </a:lnTo>
                    <a:lnTo>
                      <a:pt x="20" y="0"/>
                    </a:lnTo>
                    <a:lnTo>
                      <a:pt x="27" y="179"/>
                    </a:lnTo>
                    <a:close/>
                  </a:path>
                </a:pathLst>
              </a:custGeom>
              <a:solidFill>
                <a:srgbClr val="503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7" name="Freeform 39">
                <a:extLst>
                  <a:ext uri="{FF2B5EF4-FFF2-40B4-BE49-F238E27FC236}">
                    <a16:creationId xmlns:a16="http://schemas.microsoft.com/office/drawing/2014/main" id="{C79E80F0-44C3-4EA8-A911-95EA672FA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460"/>
                <a:ext cx="27" cy="179"/>
              </a:xfrm>
              <a:custGeom>
                <a:avLst/>
                <a:gdLst>
                  <a:gd name="T0" fmla="*/ 27 w 27"/>
                  <a:gd name="T1" fmla="*/ 179 h 179"/>
                  <a:gd name="T2" fmla="*/ 0 w 27"/>
                  <a:gd name="T3" fmla="*/ 159 h 179"/>
                  <a:gd name="T4" fmla="*/ 20 w 27"/>
                  <a:gd name="T5" fmla="*/ 0 h 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79">
                    <a:moveTo>
                      <a:pt x="27" y="179"/>
                    </a:moveTo>
                    <a:lnTo>
                      <a:pt x="0" y="159"/>
                    </a:lnTo>
                    <a:lnTo>
                      <a:pt x="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8" name="Freeform 40">
                <a:extLst>
                  <a:ext uri="{FF2B5EF4-FFF2-40B4-BE49-F238E27FC236}">
                    <a16:creationId xmlns:a16="http://schemas.microsoft.com/office/drawing/2014/main" id="{B3985EEC-C86B-4063-A237-0D77ED5E3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446"/>
                <a:ext cx="20" cy="173"/>
              </a:xfrm>
              <a:custGeom>
                <a:avLst/>
                <a:gdLst>
                  <a:gd name="T0" fmla="*/ 0 w 20"/>
                  <a:gd name="T1" fmla="*/ 0 h 173"/>
                  <a:gd name="T2" fmla="*/ 20 w 20"/>
                  <a:gd name="T3" fmla="*/ 14 h 173"/>
                  <a:gd name="T4" fmla="*/ 0 w 20"/>
                  <a:gd name="T5" fmla="*/ 173 h 173"/>
                  <a:gd name="T6" fmla="*/ 0 w 20"/>
                  <a:gd name="T7" fmla="*/ 0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73">
                    <a:moveTo>
                      <a:pt x="0" y="0"/>
                    </a:moveTo>
                    <a:lnTo>
                      <a:pt x="20" y="14"/>
                    </a:lnTo>
                    <a:lnTo>
                      <a:pt x="0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9" name="Freeform 41">
                <a:extLst>
                  <a:ext uri="{FF2B5EF4-FFF2-40B4-BE49-F238E27FC236}">
                    <a16:creationId xmlns:a16="http://schemas.microsoft.com/office/drawing/2014/main" id="{E1D1E458-D3D7-483C-A2E4-60DBEC0CE5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446"/>
                <a:ext cx="20" cy="173"/>
              </a:xfrm>
              <a:custGeom>
                <a:avLst/>
                <a:gdLst>
                  <a:gd name="T0" fmla="*/ 0 w 20"/>
                  <a:gd name="T1" fmla="*/ 0 h 173"/>
                  <a:gd name="T2" fmla="*/ 20 w 20"/>
                  <a:gd name="T3" fmla="*/ 14 h 173"/>
                  <a:gd name="T4" fmla="*/ 0 w 20"/>
                  <a:gd name="T5" fmla="*/ 173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73">
                    <a:moveTo>
                      <a:pt x="0" y="0"/>
                    </a:moveTo>
                    <a:lnTo>
                      <a:pt x="20" y="14"/>
                    </a:lnTo>
                    <a:lnTo>
                      <a:pt x="0" y="1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0" name="Freeform 42">
                <a:extLst>
                  <a:ext uri="{FF2B5EF4-FFF2-40B4-BE49-F238E27FC236}">
                    <a16:creationId xmlns:a16="http://schemas.microsoft.com/office/drawing/2014/main" id="{7CF3D81F-A208-44E9-ABB8-AD6CA298B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9" y="1068"/>
                <a:ext cx="80" cy="99"/>
              </a:xfrm>
              <a:custGeom>
                <a:avLst/>
                <a:gdLst>
                  <a:gd name="T0" fmla="*/ 47 w 80"/>
                  <a:gd name="T1" fmla="*/ 99 h 99"/>
                  <a:gd name="T2" fmla="*/ 0 w 80"/>
                  <a:gd name="T3" fmla="*/ 73 h 99"/>
                  <a:gd name="T4" fmla="*/ 80 w 80"/>
                  <a:gd name="T5" fmla="*/ 0 h 99"/>
                  <a:gd name="T6" fmla="*/ 47 w 80"/>
                  <a:gd name="T7" fmla="*/ 99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99">
                    <a:moveTo>
                      <a:pt x="47" y="99"/>
                    </a:moveTo>
                    <a:lnTo>
                      <a:pt x="0" y="73"/>
                    </a:lnTo>
                    <a:lnTo>
                      <a:pt x="80" y="0"/>
                    </a:lnTo>
                    <a:lnTo>
                      <a:pt x="47" y="99"/>
                    </a:lnTo>
                    <a:close/>
                  </a:path>
                </a:pathLst>
              </a:custGeom>
              <a:solidFill>
                <a:srgbClr val="D0DC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1" name="Freeform 43">
                <a:extLst>
                  <a:ext uri="{FF2B5EF4-FFF2-40B4-BE49-F238E27FC236}">
                    <a16:creationId xmlns:a16="http://schemas.microsoft.com/office/drawing/2014/main" id="{FAA822F2-67A2-4D02-BAF5-D30F14239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9" y="1068"/>
                <a:ext cx="80" cy="99"/>
              </a:xfrm>
              <a:custGeom>
                <a:avLst/>
                <a:gdLst>
                  <a:gd name="T0" fmla="*/ 47 w 80"/>
                  <a:gd name="T1" fmla="*/ 99 h 99"/>
                  <a:gd name="T2" fmla="*/ 0 w 80"/>
                  <a:gd name="T3" fmla="*/ 73 h 99"/>
                  <a:gd name="T4" fmla="*/ 80 w 80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99">
                    <a:moveTo>
                      <a:pt x="47" y="99"/>
                    </a:moveTo>
                    <a:lnTo>
                      <a:pt x="0" y="73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2" name="Freeform 44">
                <a:extLst>
                  <a:ext uri="{FF2B5EF4-FFF2-40B4-BE49-F238E27FC236}">
                    <a16:creationId xmlns:a16="http://schemas.microsoft.com/office/drawing/2014/main" id="{C6B98394-617B-45B9-B7BD-17F71FADD1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68"/>
                <a:ext cx="72" cy="99"/>
              </a:xfrm>
              <a:custGeom>
                <a:avLst/>
                <a:gdLst>
                  <a:gd name="T0" fmla="*/ 33 w 72"/>
                  <a:gd name="T1" fmla="*/ 0 h 99"/>
                  <a:gd name="T2" fmla="*/ 72 w 72"/>
                  <a:gd name="T3" fmla="*/ 33 h 99"/>
                  <a:gd name="T4" fmla="*/ 0 w 72"/>
                  <a:gd name="T5" fmla="*/ 99 h 99"/>
                  <a:gd name="T6" fmla="*/ 33 w 72"/>
                  <a:gd name="T7" fmla="*/ 0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99">
                    <a:moveTo>
                      <a:pt x="33" y="0"/>
                    </a:moveTo>
                    <a:lnTo>
                      <a:pt x="72" y="33"/>
                    </a:lnTo>
                    <a:lnTo>
                      <a:pt x="0" y="99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0DC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3" name="Freeform 45">
                <a:extLst>
                  <a:ext uri="{FF2B5EF4-FFF2-40B4-BE49-F238E27FC236}">
                    <a16:creationId xmlns:a16="http://schemas.microsoft.com/office/drawing/2014/main" id="{A27857C3-E55A-4E85-8248-E67F874560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068"/>
                <a:ext cx="72" cy="99"/>
              </a:xfrm>
              <a:custGeom>
                <a:avLst/>
                <a:gdLst>
                  <a:gd name="T0" fmla="*/ 33 w 72"/>
                  <a:gd name="T1" fmla="*/ 0 h 99"/>
                  <a:gd name="T2" fmla="*/ 72 w 72"/>
                  <a:gd name="T3" fmla="*/ 33 h 99"/>
                  <a:gd name="T4" fmla="*/ 0 w 72"/>
                  <a:gd name="T5" fmla="*/ 99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99">
                    <a:moveTo>
                      <a:pt x="33" y="0"/>
                    </a:moveTo>
                    <a:lnTo>
                      <a:pt x="72" y="33"/>
                    </a:lnTo>
                    <a:lnTo>
                      <a:pt x="0" y="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" name="Freeform 46">
                <a:extLst>
                  <a:ext uri="{FF2B5EF4-FFF2-40B4-BE49-F238E27FC236}">
                    <a16:creationId xmlns:a16="http://schemas.microsoft.com/office/drawing/2014/main" id="{857CA6E6-A1AC-4E71-8641-8FF3969EF2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699"/>
                <a:ext cx="46" cy="173"/>
              </a:xfrm>
              <a:custGeom>
                <a:avLst/>
                <a:gdLst>
                  <a:gd name="T0" fmla="*/ 46 w 46"/>
                  <a:gd name="T1" fmla="*/ 173 h 173"/>
                  <a:gd name="T2" fmla="*/ 13 w 46"/>
                  <a:gd name="T3" fmla="*/ 153 h 173"/>
                  <a:gd name="T4" fmla="*/ 0 w 46"/>
                  <a:gd name="T5" fmla="*/ 0 h 173"/>
                  <a:gd name="T6" fmla="*/ 46 w 46"/>
                  <a:gd name="T7" fmla="*/ 173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73">
                    <a:moveTo>
                      <a:pt x="46" y="173"/>
                    </a:moveTo>
                    <a:lnTo>
                      <a:pt x="13" y="153"/>
                    </a:lnTo>
                    <a:lnTo>
                      <a:pt x="0" y="0"/>
                    </a:lnTo>
                    <a:lnTo>
                      <a:pt x="46" y="173"/>
                    </a:lnTo>
                    <a:close/>
                  </a:path>
                </a:pathLst>
              </a:custGeom>
              <a:solidFill>
                <a:srgbClr val="68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" name="Freeform 47">
                <a:extLst>
                  <a:ext uri="{FF2B5EF4-FFF2-40B4-BE49-F238E27FC236}">
                    <a16:creationId xmlns:a16="http://schemas.microsoft.com/office/drawing/2014/main" id="{B3B15E11-6CF5-4298-84C8-F41F39CE5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699"/>
                <a:ext cx="46" cy="173"/>
              </a:xfrm>
              <a:custGeom>
                <a:avLst/>
                <a:gdLst>
                  <a:gd name="T0" fmla="*/ 46 w 46"/>
                  <a:gd name="T1" fmla="*/ 173 h 173"/>
                  <a:gd name="T2" fmla="*/ 13 w 46"/>
                  <a:gd name="T3" fmla="*/ 153 h 173"/>
                  <a:gd name="T4" fmla="*/ 0 w 46"/>
                  <a:gd name="T5" fmla="*/ 0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73">
                    <a:moveTo>
                      <a:pt x="46" y="173"/>
                    </a:moveTo>
                    <a:lnTo>
                      <a:pt x="13" y="1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" name="Freeform 48">
                <a:extLst>
                  <a:ext uri="{FF2B5EF4-FFF2-40B4-BE49-F238E27FC236}">
                    <a16:creationId xmlns:a16="http://schemas.microsoft.com/office/drawing/2014/main" id="{D3DA8F36-67D5-4EC6-92A5-A56E15504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679"/>
                <a:ext cx="46" cy="173"/>
              </a:xfrm>
              <a:custGeom>
                <a:avLst/>
                <a:gdLst>
                  <a:gd name="T0" fmla="*/ 0 w 46"/>
                  <a:gd name="T1" fmla="*/ 0 h 173"/>
                  <a:gd name="T2" fmla="*/ 33 w 46"/>
                  <a:gd name="T3" fmla="*/ 20 h 173"/>
                  <a:gd name="T4" fmla="*/ 46 w 46"/>
                  <a:gd name="T5" fmla="*/ 173 h 173"/>
                  <a:gd name="T6" fmla="*/ 0 w 46"/>
                  <a:gd name="T7" fmla="*/ 0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73">
                    <a:moveTo>
                      <a:pt x="0" y="0"/>
                    </a:moveTo>
                    <a:lnTo>
                      <a:pt x="33" y="20"/>
                    </a:lnTo>
                    <a:lnTo>
                      <a:pt x="46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28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" name="Freeform 49">
                <a:extLst>
                  <a:ext uri="{FF2B5EF4-FFF2-40B4-BE49-F238E27FC236}">
                    <a16:creationId xmlns:a16="http://schemas.microsoft.com/office/drawing/2014/main" id="{DB5C4B90-9249-4295-B43A-6BAD1A970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679"/>
                <a:ext cx="46" cy="173"/>
              </a:xfrm>
              <a:custGeom>
                <a:avLst/>
                <a:gdLst>
                  <a:gd name="T0" fmla="*/ 0 w 46"/>
                  <a:gd name="T1" fmla="*/ 0 h 173"/>
                  <a:gd name="T2" fmla="*/ 33 w 46"/>
                  <a:gd name="T3" fmla="*/ 20 h 173"/>
                  <a:gd name="T4" fmla="*/ 46 w 46"/>
                  <a:gd name="T5" fmla="*/ 173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73">
                    <a:moveTo>
                      <a:pt x="0" y="0"/>
                    </a:moveTo>
                    <a:lnTo>
                      <a:pt x="33" y="20"/>
                    </a:lnTo>
                    <a:lnTo>
                      <a:pt x="46" y="1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8" name="Freeform 50">
                <a:extLst>
                  <a:ext uri="{FF2B5EF4-FFF2-40B4-BE49-F238E27FC236}">
                    <a16:creationId xmlns:a16="http://schemas.microsoft.com/office/drawing/2014/main" id="{444719A5-9250-4BC7-97B1-F7B6F384C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1015"/>
                <a:ext cx="93" cy="132"/>
              </a:xfrm>
              <a:custGeom>
                <a:avLst/>
                <a:gdLst>
                  <a:gd name="T0" fmla="*/ 40 w 93"/>
                  <a:gd name="T1" fmla="*/ 132 h 132"/>
                  <a:gd name="T2" fmla="*/ 0 w 93"/>
                  <a:gd name="T3" fmla="*/ 126 h 132"/>
                  <a:gd name="T4" fmla="*/ 93 w 93"/>
                  <a:gd name="T5" fmla="*/ 0 h 132"/>
                  <a:gd name="T6" fmla="*/ 40 w 93"/>
                  <a:gd name="T7" fmla="*/ 132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32">
                    <a:moveTo>
                      <a:pt x="40" y="132"/>
                    </a:moveTo>
                    <a:lnTo>
                      <a:pt x="0" y="126"/>
                    </a:lnTo>
                    <a:lnTo>
                      <a:pt x="93" y="0"/>
                    </a:lnTo>
                    <a:lnTo>
                      <a:pt x="40" y="132"/>
                    </a:lnTo>
                    <a:close/>
                  </a:path>
                </a:pathLst>
              </a:custGeom>
              <a:solidFill>
                <a:srgbClr val="88A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9" name="Freeform 51">
                <a:extLst>
                  <a:ext uri="{FF2B5EF4-FFF2-40B4-BE49-F238E27FC236}">
                    <a16:creationId xmlns:a16="http://schemas.microsoft.com/office/drawing/2014/main" id="{3684D886-BA7E-4CF6-9EB4-0EB2B976DD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9" y="1015"/>
                <a:ext cx="93" cy="132"/>
              </a:xfrm>
              <a:custGeom>
                <a:avLst/>
                <a:gdLst>
                  <a:gd name="T0" fmla="*/ 40 w 93"/>
                  <a:gd name="T1" fmla="*/ 132 h 132"/>
                  <a:gd name="T2" fmla="*/ 0 w 93"/>
                  <a:gd name="T3" fmla="*/ 126 h 132"/>
                  <a:gd name="T4" fmla="*/ 93 w 93"/>
                  <a:gd name="T5" fmla="*/ 0 h 1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32">
                    <a:moveTo>
                      <a:pt x="40" y="132"/>
                    </a:moveTo>
                    <a:lnTo>
                      <a:pt x="0" y="126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0" name="Freeform 52">
                <a:extLst>
                  <a:ext uri="{FF2B5EF4-FFF2-40B4-BE49-F238E27FC236}">
                    <a16:creationId xmlns:a16="http://schemas.microsoft.com/office/drawing/2014/main" id="{64F1EE9A-8DA4-4F5B-B807-8BE71207F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015"/>
                <a:ext cx="93" cy="132"/>
              </a:xfrm>
              <a:custGeom>
                <a:avLst/>
                <a:gdLst>
                  <a:gd name="T0" fmla="*/ 53 w 93"/>
                  <a:gd name="T1" fmla="*/ 0 h 132"/>
                  <a:gd name="T2" fmla="*/ 93 w 93"/>
                  <a:gd name="T3" fmla="*/ 0 h 132"/>
                  <a:gd name="T4" fmla="*/ 0 w 93"/>
                  <a:gd name="T5" fmla="*/ 132 h 132"/>
                  <a:gd name="T6" fmla="*/ 53 w 93"/>
                  <a:gd name="T7" fmla="*/ 0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32">
                    <a:moveTo>
                      <a:pt x="53" y="0"/>
                    </a:moveTo>
                    <a:lnTo>
                      <a:pt x="93" y="0"/>
                    </a:lnTo>
                    <a:lnTo>
                      <a:pt x="0" y="13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88A8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1" name="Freeform 53">
                <a:extLst>
                  <a:ext uri="{FF2B5EF4-FFF2-40B4-BE49-F238E27FC236}">
                    <a16:creationId xmlns:a16="http://schemas.microsoft.com/office/drawing/2014/main" id="{35F9E6D5-589D-436F-B0F1-5B42A894F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015"/>
                <a:ext cx="93" cy="132"/>
              </a:xfrm>
              <a:custGeom>
                <a:avLst/>
                <a:gdLst>
                  <a:gd name="T0" fmla="*/ 53 w 93"/>
                  <a:gd name="T1" fmla="*/ 0 h 132"/>
                  <a:gd name="T2" fmla="*/ 93 w 93"/>
                  <a:gd name="T3" fmla="*/ 0 h 132"/>
                  <a:gd name="T4" fmla="*/ 0 w 93"/>
                  <a:gd name="T5" fmla="*/ 132 h 1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32">
                    <a:moveTo>
                      <a:pt x="53" y="0"/>
                    </a:moveTo>
                    <a:lnTo>
                      <a:pt x="93" y="0"/>
                    </a:lnTo>
                    <a:lnTo>
                      <a:pt x="0" y="13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2" name="Freeform 54">
                <a:extLst>
                  <a:ext uri="{FF2B5EF4-FFF2-40B4-BE49-F238E27FC236}">
                    <a16:creationId xmlns:a16="http://schemas.microsoft.com/office/drawing/2014/main" id="{8132DEB3-EFBC-4852-931D-40252EF3A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101"/>
                <a:ext cx="72" cy="100"/>
              </a:xfrm>
              <a:custGeom>
                <a:avLst/>
                <a:gdLst>
                  <a:gd name="T0" fmla="*/ 39 w 72"/>
                  <a:gd name="T1" fmla="*/ 100 h 100"/>
                  <a:gd name="T2" fmla="*/ 0 w 72"/>
                  <a:gd name="T3" fmla="*/ 66 h 100"/>
                  <a:gd name="T4" fmla="*/ 72 w 72"/>
                  <a:gd name="T5" fmla="*/ 0 h 100"/>
                  <a:gd name="T6" fmla="*/ 39 w 72"/>
                  <a:gd name="T7" fmla="*/ 100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100">
                    <a:moveTo>
                      <a:pt x="39" y="100"/>
                    </a:moveTo>
                    <a:lnTo>
                      <a:pt x="0" y="66"/>
                    </a:lnTo>
                    <a:lnTo>
                      <a:pt x="72" y="0"/>
                    </a:lnTo>
                    <a:lnTo>
                      <a:pt x="39" y="100"/>
                    </a:lnTo>
                    <a:close/>
                  </a:path>
                </a:pathLst>
              </a:custGeom>
              <a:solidFill>
                <a:srgbClr val="D0DC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" name="Freeform 55">
                <a:extLst>
                  <a:ext uri="{FF2B5EF4-FFF2-40B4-BE49-F238E27FC236}">
                    <a16:creationId xmlns:a16="http://schemas.microsoft.com/office/drawing/2014/main" id="{9DE933A4-2081-4B36-AAD8-A542CF94F0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101"/>
                <a:ext cx="72" cy="100"/>
              </a:xfrm>
              <a:custGeom>
                <a:avLst/>
                <a:gdLst>
                  <a:gd name="T0" fmla="*/ 39 w 72"/>
                  <a:gd name="T1" fmla="*/ 100 h 100"/>
                  <a:gd name="T2" fmla="*/ 0 w 72"/>
                  <a:gd name="T3" fmla="*/ 66 h 100"/>
                  <a:gd name="T4" fmla="*/ 72 w 72"/>
                  <a:gd name="T5" fmla="*/ 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100">
                    <a:moveTo>
                      <a:pt x="39" y="100"/>
                    </a:moveTo>
                    <a:lnTo>
                      <a:pt x="0" y="66"/>
                    </a:lnTo>
                    <a:lnTo>
                      <a:pt x="7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" name="Freeform 56">
                <a:extLst>
                  <a:ext uri="{FF2B5EF4-FFF2-40B4-BE49-F238E27FC236}">
                    <a16:creationId xmlns:a16="http://schemas.microsoft.com/office/drawing/2014/main" id="{BAEEFE29-0245-4439-9622-DEEE6F2B5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101"/>
                <a:ext cx="67" cy="100"/>
              </a:xfrm>
              <a:custGeom>
                <a:avLst/>
                <a:gdLst>
                  <a:gd name="T0" fmla="*/ 33 w 67"/>
                  <a:gd name="T1" fmla="*/ 0 h 100"/>
                  <a:gd name="T2" fmla="*/ 67 w 67"/>
                  <a:gd name="T3" fmla="*/ 40 h 100"/>
                  <a:gd name="T4" fmla="*/ 0 w 67"/>
                  <a:gd name="T5" fmla="*/ 100 h 100"/>
                  <a:gd name="T6" fmla="*/ 33 w 67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7" h="100">
                    <a:moveTo>
                      <a:pt x="33" y="0"/>
                    </a:moveTo>
                    <a:lnTo>
                      <a:pt x="67" y="40"/>
                    </a:lnTo>
                    <a:lnTo>
                      <a:pt x="0" y="10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D0DC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" name="Freeform 57">
                <a:extLst>
                  <a:ext uri="{FF2B5EF4-FFF2-40B4-BE49-F238E27FC236}">
                    <a16:creationId xmlns:a16="http://schemas.microsoft.com/office/drawing/2014/main" id="{4439B6D9-BA7F-49A0-83C1-FBDC444FD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101"/>
                <a:ext cx="67" cy="100"/>
              </a:xfrm>
              <a:custGeom>
                <a:avLst/>
                <a:gdLst>
                  <a:gd name="T0" fmla="*/ 33 w 67"/>
                  <a:gd name="T1" fmla="*/ 0 h 100"/>
                  <a:gd name="T2" fmla="*/ 67 w 67"/>
                  <a:gd name="T3" fmla="*/ 40 h 100"/>
                  <a:gd name="T4" fmla="*/ 0 w 67"/>
                  <a:gd name="T5" fmla="*/ 100 h 1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100">
                    <a:moveTo>
                      <a:pt x="33" y="0"/>
                    </a:moveTo>
                    <a:lnTo>
                      <a:pt x="67" y="40"/>
                    </a:lnTo>
                    <a:lnTo>
                      <a:pt x="0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" name="Freeform 58">
                <a:extLst>
                  <a:ext uri="{FF2B5EF4-FFF2-40B4-BE49-F238E27FC236}">
                    <a16:creationId xmlns:a16="http://schemas.microsoft.com/office/drawing/2014/main" id="{CF5FEC67-878B-4455-BEB7-07B68A378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141"/>
                <a:ext cx="73" cy="153"/>
              </a:xfrm>
              <a:custGeom>
                <a:avLst/>
                <a:gdLst>
                  <a:gd name="T0" fmla="*/ 27 w 73"/>
                  <a:gd name="T1" fmla="*/ 153 h 153"/>
                  <a:gd name="T2" fmla="*/ 0 w 73"/>
                  <a:gd name="T3" fmla="*/ 146 h 153"/>
                  <a:gd name="T4" fmla="*/ 73 w 73"/>
                  <a:gd name="T5" fmla="*/ 0 h 153"/>
                  <a:gd name="T6" fmla="*/ 27 w 73"/>
                  <a:gd name="T7" fmla="*/ 153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53">
                    <a:moveTo>
                      <a:pt x="27" y="153"/>
                    </a:moveTo>
                    <a:lnTo>
                      <a:pt x="0" y="146"/>
                    </a:lnTo>
                    <a:lnTo>
                      <a:pt x="73" y="0"/>
                    </a:lnTo>
                    <a:lnTo>
                      <a:pt x="27" y="153"/>
                    </a:lnTo>
                    <a:close/>
                  </a:path>
                </a:pathLst>
              </a:custGeom>
              <a:solidFill>
                <a:srgbClr val="687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7" name="Freeform 59">
                <a:extLst>
                  <a:ext uri="{FF2B5EF4-FFF2-40B4-BE49-F238E27FC236}">
                    <a16:creationId xmlns:a16="http://schemas.microsoft.com/office/drawing/2014/main" id="{AD27D309-7C10-4602-97E0-43875F86D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141"/>
                <a:ext cx="73" cy="153"/>
              </a:xfrm>
              <a:custGeom>
                <a:avLst/>
                <a:gdLst>
                  <a:gd name="T0" fmla="*/ 27 w 73"/>
                  <a:gd name="T1" fmla="*/ 153 h 153"/>
                  <a:gd name="T2" fmla="*/ 0 w 73"/>
                  <a:gd name="T3" fmla="*/ 146 h 153"/>
                  <a:gd name="T4" fmla="*/ 73 w 73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53">
                    <a:moveTo>
                      <a:pt x="27" y="153"/>
                    </a:moveTo>
                    <a:lnTo>
                      <a:pt x="0" y="146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8" name="Freeform 60">
                <a:extLst>
                  <a:ext uri="{FF2B5EF4-FFF2-40B4-BE49-F238E27FC236}">
                    <a16:creationId xmlns:a16="http://schemas.microsoft.com/office/drawing/2014/main" id="{275B5E16-36D4-4699-8F55-C1816236C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1134"/>
                <a:ext cx="79" cy="160"/>
              </a:xfrm>
              <a:custGeom>
                <a:avLst/>
                <a:gdLst>
                  <a:gd name="T0" fmla="*/ 46 w 79"/>
                  <a:gd name="T1" fmla="*/ 7 h 160"/>
                  <a:gd name="T2" fmla="*/ 79 w 79"/>
                  <a:gd name="T3" fmla="*/ 0 h 160"/>
                  <a:gd name="T4" fmla="*/ 0 w 79"/>
                  <a:gd name="T5" fmla="*/ 160 h 160"/>
                  <a:gd name="T6" fmla="*/ 46 w 79"/>
                  <a:gd name="T7" fmla="*/ 7 h 1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60">
                    <a:moveTo>
                      <a:pt x="46" y="7"/>
                    </a:moveTo>
                    <a:lnTo>
                      <a:pt x="79" y="0"/>
                    </a:lnTo>
                    <a:lnTo>
                      <a:pt x="0" y="160"/>
                    </a:lnTo>
                    <a:lnTo>
                      <a:pt x="46" y="7"/>
                    </a:lnTo>
                    <a:close/>
                  </a:path>
                </a:pathLst>
              </a:custGeom>
              <a:solidFill>
                <a:srgbClr val="687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9" name="Freeform 61">
                <a:extLst>
                  <a:ext uri="{FF2B5EF4-FFF2-40B4-BE49-F238E27FC236}">
                    <a16:creationId xmlns:a16="http://schemas.microsoft.com/office/drawing/2014/main" id="{FCE01AE3-0336-42FB-AB7A-8A9E2E6FD9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1134"/>
                <a:ext cx="79" cy="160"/>
              </a:xfrm>
              <a:custGeom>
                <a:avLst/>
                <a:gdLst>
                  <a:gd name="T0" fmla="*/ 46 w 79"/>
                  <a:gd name="T1" fmla="*/ 7 h 160"/>
                  <a:gd name="T2" fmla="*/ 79 w 79"/>
                  <a:gd name="T3" fmla="*/ 0 h 160"/>
                  <a:gd name="T4" fmla="*/ 0 w 79"/>
                  <a:gd name="T5" fmla="*/ 160 h 1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60">
                    <a:moveTo>
                      <a:pt x="46" y="7"/>
                    </a:moveTo>
                    <a:lnTo>
                      <a:pt x="79" y="0"/>
                    </a:lnTo>
                    <a:lnTo>
                      <a:pt x="0" y="16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0" name="Freeform 62">
                <a:extLst>
                  <a:ext uri="{FF2B5EF4-FFF2-40B4-BE49-F238E27FC236}">
                    <a16:creationId xmlns:a16="http://schemas.microsoft.com/office/drawing/2014/main" id="{D05B9F7A-C3D7-4C07-B671-9E9EAB6D18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287"/>
                <a:ext cx="47" cy="173"/>
              </a:xfrm>
              <a:custGeom>
                <a:avLst/>
                <a:gdLst>
                  <a:gd name="T0" fmla="*/ 20 w 47"/>
                  <a:gd name="T1" fmla="*/ 173 h 173"/>
                  <a:gd name="T2" fmla="*/ 0 w 47"/>
                  <a:gd name="T3" fmla="*/ 159 h 173"/>
                  <a:gd name="T4" fmla="*/ 47 w 47"/>
                  <a:gd name="T5" fmla="*/ 0 h 173"/>
                  <a:gd name="T6" fmla="*/ 20 w 47"/>
                  <a:gd name="T7" fmla="*/ 173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73">
                    <a:moveTo>
                      <a:pt x="20" y="173"/>
                    </a:moveTo>
                    <a:lnTo>
                      <a:pt x="0" y="159"/>
                    </a:lnTo>
                    <a:lnTo>
                      <a:pt x="47" y="0"/>
                    </a:lnTo>
                    <a:lnTo>
                      <a:pt x="20" y="173"/>
                    </a:lnTo>
                    <a:close/>
                  </a:path>
                </a:pathLst>
              </a:custGeom>
              <a:solidFill>
                <a:srgbClr val="505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1" name="Freeform 63">
                <a:extLst>
                  <a:ext uri="{FF2B5EF4-FFF2-40B4-BE49-F238E27FC236}">
                    <a16:creationId xmlns:a16="http://schemas.microsoft.com/office/drawing/2014/main" id="{F993F251-E20A-47A7-9F08-C21707E80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4" y="1287"/>
                <a:ext cx="47" cy="173"/>
              </a:xfrm>
              <a:custGeom>
                <a:avLst/>
                <a:gdLst>
                  <a:gd name="T0" fmla="*/ 20 w 47"/>
                  <a:gd name="T1" fmla="*/ 173 h 173"/>
                  <a:gd name="T2" fmla="*/ 0 w 47"/>
                  <a:gd name="T3" fmla="*/ 159 h 173"/>
                  <a:gd name="T4" fmla="*/ 47 w 47"/>
                  <a:gd name="T5" fmla="*/ 0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73">
                    <a:moveTo>
                      <a:pt x="20" y="173"/>
                    </a:moveTo>
                    <a:lnTo>
                      <a:pt x="0" y="159"/>
                    </a:lnTo>
                    <a:lnTo>
                      <a:pt x="4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2" name="Freeform 64">
                <a:extLst>
                  <a:ext uri="{FF2B5EF4-FFF2-40B4-BE49-F238E27FC236}">
                    <a16:creationId xmlns:a16="http://schemas.microsoft.com/office/drawing/2014/main" id="{164D9406-9D92-470C-AF6C-28778AE892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141"/>
                <a:ext cx="67" cy="99"/>
              </a:xfrm>
              <a:custGeom>
                <a:avLst/>
                <a:gdLst>
                  <a:gd name="T0" fmla="*/ 40 w 67"/>
                  <a:gd name="T1" fmla="*/ 99 h 99"/>
                  <a:gd name="T2" fmla="*/ 0 w 67"/>
                  <a:gd name="T3" fmla="*/ 60 h 99"/>
                  <a:gd name="T4" fmla="*/ 67 w 67"/>
                  <a:gd name="T5" fmla="*/ 0 h 99"/>
                  <a:gd name="T6" fmla="*/ 40 w 67"/>
                  <a:gd name="T7" fmla="*/ 99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7" h="99">
                    <a:moveTo>
                      <a:pt x="40" y="99"/>
                    </a:moveTo>
                    <a:lnTo>
                      <a:pt x="0" y="60"/>
                    </a:lnTo>
                    <a:lnTo>
                      <a:pt x="67" y="0"/>
                    </a:lnTo>
                    <a:lnTo>
                      <a:pt x="40" y="99"/>
                    </a:lnTo>
                    <a:close/>
                  </a:path>
                </a:pathLst>
              </a:custGeom>
              <a:solidFill>
                <a:srgbClr val="D8D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3" name="Freeform 65">
                <a:extLst>
                  <a:ext uri="{FF2B5EF4-FFF2-40B4-BE49-F238E27FC236}">
                    <a16:creationId xmlns:a16="http://schemas.microsoft.com/office/drawing/2014/main" id="{929F6E07-6765-4736-9B90-172766FF3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141"/>
                <a:ext cx="67" cy="99"/>
              </a:xfrm>
              <a:custGeom>
                <a:avLst/>
                <a:gdLst>
                  <a:gd name="T0" fmla="*/ 40 w 67"/>
                  <a:gd name="T1" fmla="*/ 99 h 99"/>
                  <a:gd name="T2" fmla="*/ 0 w 67"/>
                  <a:gd name="T3" fmla="*/ 60 h 99"/>
                  <a:gd name="T4" fmla="*/ 67 w 67"/>
                  <a:gd name="T5" fmla="*/ 0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7" h="99">
                    <a:moveTo>
                      <a:pt x="40" y="99"/>
                    </a:moveTo>
                    <a:lnTo>
                      <a:pt x="0" y="60"/>
                    </a:lnTo>
                    <a:lnTo>
                      <a:pt x="6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Freeform 66">
                <a:extLst>
                  <a:ext uri="{FF2B5EF4-FFF2-40B4-BE49-F238E27FC236}">
                    <a16:creationId xmlns:a16="http://schemas.microsoft.com/office/drawing/2014/main" id="{B74DA938-C808-400C-82AD-E77AD06B2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141"/>
                <a:ext cx="66" cy="99"/>
              </a:xfrm>
              <a:custGeom>
                <a:avLst/>
                <a:gdLst>
                  <a:gd name="T0" fmla="*/ 27 w 66"/>
                  <a:gd name="T1" fmla="*/ 0 h 99"/>
                  <a:gd name="T2" fmla="*/ 66 w 66"/>
                  <a:gd name="T3" fmla="*/ 40 h 99"/>
                  <a:gd name="T4" fmla="*/ 0 w 66"/>
                  <a:gd name="T5" fmla="*/ 99 h 99"/>
                  <a:gd name="T6" fmla="*/ 27 w 66"/>
                  <a:gd name="T7" fmla="*/ 0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99">
                    <a:moveTo>
                      <a:pt x="27" y="0"/>
                    </a:moveTo>
                    <a:lnTo>
                      <a:pt x="66" y="40"/>
                    </a:lnTo>
                    <a:lnTo>
                      <a:pt x="0" y="99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D8D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" name="Freeform 67">
                <a:extLst>
                  <a:ext uri="{FF2B5EF4-FFF2-40B4-BE49-F238E27FC236}">
                    <a16:creationId xmlns:a16="http://schemas.microsoft.com/office/drawing/2014/main" id="{8620FD84-086D-48C2-A9ED-DF939D420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141"/>
                <a:ext cx="66" cy="99"/>
              </a:xfrm>
              <a:custGeom>
                <a:avLst/>
                <a:gdLst>
                  <a:gd name="T0" fmla="*/ 27 w 66"/>
                  <a:gd name="T1" fmla="*/ 0 h 99"/>
                  <a:gd name="T2" fmla="*/ 66 w 66"/>
                  <a:gd name="T3" fmla="*/ 40 h 99"/>
                  <a:gd name="T4" fmla="*/ 0 w 66"/>
                  <a:gd name="T5" fmla="*/ 99 h 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99">
                    <a:moveTo>
                      <a:pt x="27" y="0"/>
                    </a:moveTo>
                    <a:lnTo>
                      <a:pt x="66" y="40"/>
                    </a:lnTo>
                    <a:lnTo>
                      <a:pt x="0" y="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" name="Freeform 68">
                <a:extLst>
                  <a:ext uri="{FF2B5EF4-FFF2-40B4-BE49-F238E27FC236}">
                    <a16:creationId xmlns:a16="http://schemas.microsoft.com/office/drawing/2014/main" id="{09BA4A32-5D96-41A8-A811-16993E73BD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1287"/>
                <a:ext cx="53" cy="173"/>
              </a:xfrm>
              <a:custGeom>
                <a:avLst/>
                <a:gdLst>
                  <a:gd name="T0" fmla="*/ 27 w 53"/>
                  <a:gd name="T1" fmla="*/ 0 h 173"/>
                  <a:gd name="T2" fmla="*/ 53 w 53"/>
                  <a:gd name="T3" fmla="*/ 0 h 173"/>
                  <a:gd name="T4" fmla="*/ 0 w 53"/>
                  <a:gd name="T5" fmla="*/ 173 h 173"/>
                  <a:gd name="T6" fmla="*/ 27 w 53"/>
                  <a:gd name="T7" fmla="*/ 0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73">
                    <a:moveTo>
                      <a:pt x="27" y="0"/>
                    </a:moveTo>
                    <a:lnTo>
                      <a:pt x="53" y="0"/>
                    </a:lnTo>
                    <a:lnTo>
                      <a:pt x="0" y="17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505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7" name="Freeform 69">
                <a:extLst>
                  <a:ext uri="{FF2B5EF4-FFF2-40B4-BE49-F238E27FC236}">
                    <a16:creationId xmlns:a16="http://schemas.microsoft.com/office/drawing/2014/main" id="{FFB2AB3C-3691-4F78-B278-2EBD42606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1287"/>
                <a:ext cx="53" cy="173"/>
              </a:xfrm>
              <a:custGeom>
                <a:avLst/>
                <a:gdLst>
                  <a:gd name="T0" fmla="*/ 27 w 53"/>
                  <a:gd name="T1" fmla="*/ 0 h 173"/>
                  <a:gd name="T2" fmla="*/ 53 w 53"/>
                  <a:gd name="T3" fmla="*/ 0 h 173"/>
                  <a:gd name="T4" fmla="*/ 0 w 53"/>
                  <a:gd name="T5" fmla="*/ 173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73">
                    <a:moveTo>
                      <a:pt x="27" y="0"/>
                    </a:moveTo>
                    <a:lnTo>
                      <a:pt x="53" y="0"/>
                    </a:lnTo>
                    <a:lnTo>
                      <a:pt x="0" y="1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8" name="Freeform 70">
                <a:extLst>
                  <a:ext uri="{FF2B5EF4-FFF2-40B4-BE49-F238E27FC236}">
                    <a16:creationId xmlns:a16="http://schemas.microsoft.com/office/drawing/2014/main" id="{A9F4E57E-99AA-4B7F-8866-29D0711C3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181"/>
                <a:ext cx="66" cy="106"/>
              </a:xfrm>
              <a:custGeom>
                <a:avLst/>
                <a:gdLst>
                  <a:gd name="T0" fmla="*/ 40 w 66"/>
                  <a:gd name="T1" fmla="*/ 106 h 106"/>
                  <a:gd name="T2" fmla="*/ 0 w 66"/>
                  <a:gd name="T3" fmla="*/ 59 h 106"/>
                  <a:gd name="T4" fmla="*/ 66 w 66"/>
                  <a:gd name="T5" fmla="*/ 0 h 106"/>
                  <a:gd name="T6" fmla="*/ 40 w 66"/>
                  <a:gd name="T7" fmla="*/ 106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06">
                    <a:moveTo>
                      <a:pt x="40" y="106"/>
                    </a:moveTo>
                    <a:lnTo>
                      <a:pt x="0" y="59"/>
                    </a:lnTo>
                    <a:lnTo>
                      <a:pt x="66" y="0"/>
                    </a:lnTo>
                    <a:lnTo>
                      <a:pt x="40" y="106"/>
                    </a:lnTo>
                    <a:close/>
                  </a:path>
                </a:pathLst>
              </a:custGeom>
              <a:solidFill>
                <a:srgbClr val="E0D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9" name="Freeform 71">
                <a:extLst>
                  <a:ext uri="{FF2B5EF4-FFF2-40B4-BE49-F238E27FC236}">
                    <a16:creationId xmlns:a16="http://schemas.microsoft.com/office/drawing/2014/main" id="{2EF9AC7E-D7D3-4C11-B70A-0202CE847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5" y="1181"/>
                <a:ext cx="66" cy="106"/>
              </a:xfrm>
              <a:custGeom>
                <a:avLst/>
                <a:gdLst>
                  <a:gd name="T0" fmla="*/ 40 w 66"/>
                  <a:gd name="T1" fmla="*/ 106 h 106"/>
                  <a:gd name="T2" fmla="*/ 0 w 66"/>
                  <a:gd name="T3" fmla="*/ 59 h 106"/>
                  <a:gd name="T4" fmla="*/ 66 w 66"/>
                  <a:gd name="T5" fmla="*/ 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06">
                    <a:moveTo>
                      <a:pt x="40" y="106"/>
                    </a:moveTo>
                    <a:lnTo>
                      <a:pt x="0" y="59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0" name="Freeform 72">
                <a:extLst>
                  <a:ext uri="{FF2B5EF4-FFF2-40B4-BE49-F238E27FC236}">
                    <a16:creationId xmlns:a16="http://schemas.microsoft.com/office/drawing/2014/main" id="{71F2E6AD-75C6-4036-835D-3848D5E9EF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181"/>
                <a:ext cx="59" cy="106"/>
              </a:xfrm>
              <a:custGeom>
                <a:avLst/>
                <a:gdLst>
                  <a:gd name="T0" fmla="*/ 26 w 59"/>
                  <a:gd name="T1" fmla="*/ 0 h 106"/>
                  <a:gd name="T2" fmla="*/ 59 w 59"/>
                  <a:gd name="T3" fmla="*/ 46 h 106"/>
                  <a:gd name="T4" fmla="*/ 0 w 59"/>
                  <a:gd name="T5" fmla="*/ 106 h 106"/>
                  <a:gd name="T6" fmla="*/ 26 w 59"/>
                  <a:gd name="T7" fmla="*/ 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06">
                    <a:moveTo>
                      <a:pt x="26" y="0"/>
                    </a:moveTo>
                    <a:lnTo>
                      <a:pt x="59" y="46"/>
                    </a:lnTo>
                    <a:lnTo>
                      <a:pt x="0" y="106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E0D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1" name="Freeform 73">
                <a:extLst>
                  <a:ext uri="{FF2B5EF4-FFF2-40B4-BE49-F238E27FC236}">
                    <a16:creationId xmlns:a16="http://schemas.microsoft.com/office/drawing/2014/main" id="{D7F63B9E-0CF2-4760-91E2-A74220D34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5" y="1181"/>
                <a:ext cx="59" cy="106"/>
              </a:xfrm>
              <a:custGeom>
                <a:avLst/>
                <a:gdLst>
                  <a:gd name="T0" fmla="*/ 26 w 59"/>
                  <a:gd name="T1" fmla="*/ 0 h 106"/>
                  <a:gd name="T2" fmla="*/ 59 w 59"/>
                  <a:gd name="T3" fmla="*/ 46 h 106"/>
                  <a:gd name="T4" fmla="*/ 0 w 59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06">
                    <a:moveTo>
                      <a:pt x="26" y="0"/>
                    </a:moveTo>
                    <a:lnTo>
                      <a:pt x="59" y="46"/>
                    </a:lnTo>
                    <a:lnTo>
                      <a:pt x="0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2" name="Freeform 74">
                <a:extLst>
                  <a:ext uri="{FF2B5EF4-FFF2-40B4-BE49-F238E27FC236}">
                    <a16:creationId xmlns:a16="http://schemas.microsoft.com/office/drawing/2014/main" id="{E9B693C7-70C1-4BF8-925D-4794B5999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1719"/>
                <a:ext cx="47" cy="166"/>
              </a:xfrm>
              <a:custGeom>
                <a:avLst/>
                <a:gdLst>
                  <a:gd name="T0" fmla="*/ 47 w 47"/>
                  <a:gd name="T1" fmla="*/ 166 h 166"/>
                  <a:gd name="T2" fmla="*/ 7 w 47"/>
                  <a:gd name="T3" fmla="*/ 153 h 166"/>
                  <a:gd name="T4" fmla="*/ 0 w 47"/>
                  <a:gd name="T5" fmla="*/ 0 h 166"/>
                  <a:gd name="T6" fmla="*/ 47 w 47"/>
                  <a:gd name="T7" fmla="*/ 166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66">
                    <a:moveTo>
                      <a:pt x="47" y="166"/>
                    </a:moveTo>
                    <a:lnTo>
                      <a:pt x="7" y="153"/>
                    </a:lnTo>
                    <a:lnTo>
                      <a:pt x="0" y="0"/>
                    </a:lnTo>
                    <a:lnTo>
                      <a:pt x="47" y="166"/>
                    </a:lnTo>
                    <a:close/>
                  </a:path>
                </a:pathLst>
              </a:custGeom>
              <a:solidFill>
                <a:srgbClr val="783C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3" name="Freeform 75">
                <a:extLst>
                  <a:ext uri="{FF2B5EF4-FFF2-40B4-BE49-F238E27FC236}">
                    <a16:creationId xmlns:a16="http://schemas.microsoft.com/office/drawing/2014/main" id="{9DD50D6D-9971-4045-8856-2E3FF48AEC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1719"/>
                <a:ext cx="47" cy="166"/>
              </a:xfrm>
              <a:custGeom>
                <a:avLst/>
                <a:gdLst>
                  <a:gd name="T0" fmla="*/ 47 w 47"/>
                  <a:gd name="T1" fmla="*/ 166 h 166"/>
                  <a:gd name="T2" fmla="*/ 7 w 47"/>
                  <a:gd name="T3" fmla="*/ 153 h 166"/>
                  <a:gd name="T4" fmla="*/ 0 w 47"/>
                  <a:gd name="T5" fmla="*/ 0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66">
                    <a:moveTo>
                      <a:pt x="47" y="166"/>
                    </a:moveTo>
                    <a:lnTo>
                      <a:pt x="7" y="1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4" name="Freeform 76">
                <a:extLst>
                  <a:ext uri="{FF2B5EF4-FFF2-40B4-BE49-F238E27FC236}">
                    <a16:creationId xmlns:a16="http://schemas.microsoft.com/office/drawing/2014/main" id="{9B9B9BBE-DD45-4FD9-96FF-F02899CA8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699"/>
                <a:ext cx="46" cy="173"/>
              </a:xfrm>
              <a:custGeom>
                <a:avLst/>
                <a:gdLst>
                  <a:gd name="T0" fmla="*/ 0 w 46"/>
                  <a:gd name="T1" fmla="*/ 0 h 173"/>
                  <a:gd name="T2" fmla="*/ 39 w 46"/>
                  <a:gd name="T3" fmla="*/ 20 h 173"/>
                  <a:gd name="T4" fmla="*/ 46 w 46"/>
                  <a:gd name="T5" fmla="*/ 173 h 173"/>
                  <a:gd name="T6" fmla="*/ 0 w 46"/>
                  <a:gd name="T7" fmla="*/ 0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73">
                    <a:moveTo>
                      <a:pt x="0" y="0"/>
                    </a:moveTo>
                    <a:lnTo>
                      <a:pt x="39" y="20"/>
                    </a:lnTo>
                    <a:lnTo>
                      <a:pt x="46" y="17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834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Freeform 77">
                <a:extLst>
                  <a:ext uri="{FF2B5EF4-FFF2-40B4-BE49-F238E27FC236}">
                    <a16:creationId xmlns:a16="http://schemas.microsoft.com/office/drawing/2014/main" id="{F9E1AA9A-51A8-46A5-84DD-ADEF972E6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699"/>
                <a:ext cx="46" cy="173"/>
              </a:xfrm>
              <a:custGeom>
                <a:avLst/>
                <a:gdLst>
                  <a:gd name="T0" fmla="*/ 0 w 46"/>
                  <a:gd name="T1" fmla="*/ 0 h 173"/>
                  <a:gd name="T2" fmla="*/ 39 w 46"/>
                  <a:gd name="T3" fmla="*/ 20 h 173"/>
                  <a:gd name="T4" fmla="*/ 46 w 46"/>
                  <a:gd name="T5" fmla="*/ 173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73">
                    <a:moveTo>
                      <a:pt x="0" y="0"/>
                    </a:moveTo>
                    <a:lnTo>
                      <a:pt x="39" y="20"/>
                    </a:lnTo>
                    <a:lnTo>
                      <a:pt x="46" y="1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Freeform 78">
                <a:extLst>
                  <a:ext uri="{FF2B5EF4-FFF2-40B4-BE49-F238E27FC236}">
                    <a16:creationId xmlns:a16="http://schemas.microsoft.com/office/drawing/2014/main" id="{C0AE510C-C781-417B-B87B-EB399B465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015"/>
                <a:ext cx="93" cy="139"/>
              </a:xfrm>
              <a:custGeom>
                <a:avLst/>
                <a:gdLst>
                  <a:gd name="T0" fmla="*/ 33 w 93"/>
                  <a:gd name="T1" fmla="*/ 139 h 139"/>
                  <a:gd name="T2" fmla="*/ 0 w 93"/>
                  <a:gd name="T3" fmla="*/ 132 h 139"/>
                  <a:gd name="T4" fmla="*/ 93 w 93"/>
                  <a:gd name="T5" fmla="*/ 0 h 139"/>
                  <a:gd name="T6" fmla="*/ 33 w 93"/>
                  <a:gd name="T7" fmla="*/ 139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39">
                    <a:moveTo>
                      <a:pt x="33" y="139"/>
                    </a:moveTo>
                    <a:lnTo>
                      <a:pt x="0" y="132"/>
                    </a:lnTo>
                    <a:lnTo>
                      <a:pt x="93" y="0"/>
                    </a:lnTo>
                    <a:lnTo>
                      <a:pt x="33" y="139"/>
                    </a:lnTo>
                    <a:close/>
                  </a:path>
                </a:pathLst>
              </a:custGeom>
              <a:solidFill>
                <a:srgbClr val="90A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Freeform 79">
                <a:extLst>
                  <a:ext uri="{FF2B5EF4-FFF2-40B4-BE49-F238E27FC236}">
                    <a16:creationId xmlns:a16="http://schemas.microsoft.com/office/drawing/2014/main" id="{379D6AA7-19FB-420C-91E9-6AA750844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015"/>
                <a:ext cx="93" cy="139"/>
              </a:xfrm>
              <a:custGeom>
                <a:avLst/>
                <a:gdLst>
                  <a:gd name="T0" fmla="*/ 33 w 93"/>
                  <a:gd name="T1" fmla="*/ 139 h 139"/>
                  <a:gd name="T2" fmla="*/ 0 w 93"/>
                  <a:gd name="T3" fmla="*/ 132 h 139"/>
                  <a:gd name="T4" fmla="*/ 93 w 93"/>
                  <a:gd name="T5" fmla="*/ 0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39">
                    <a:moveTo>
                      <a:pt x="33" y="139"/>
                    </a:moveTo>
                    <a:lnTo>
                      <a:pt x="0" y="132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" name="Freeform 80">
                <a:extLst>
                  <a:ext uri="{FF2B5EF4-FFF2-40B4-BE49-F238E27FC236}">
                    <a16:creationId xmlns:a16="http://schemas.microsoft.com/office/drawing/2014/main" id="{BD5D2CDA-3A5E-478E-AF92-B502A1B14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015"/>
                <a:ext cx="99" cy="139"/>
              </a:xfrm>
              <a:custGeom>
                <a:avLst/>
                <a:gdLst>
                  <a:gd name="T0" fmla="*/ 60 w 99"/>
                  <a:gd name="T1" fmla="*/ 0 h 139"/>
                  <a:gd name="T2" fmla="*/ 99 w 99"/>
                  <a:gd name="T3" fmla="*/ 6 h 139"/>
                  <a:gd name="T4" fmla="*/ 0 w 99"/>
                  <a:gd name="T5" fmla="*/ 139 h 139"/>
                  <a:gd name="T6" fmla="*/ 60 w 99"/>
                  <a:gd name="T7" fmla="*/ 0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39">
                    <a:moveTo>
                      <a:pt x="60" y="0"/>
                    </a:moveTo>
                    <a:lnTo>
                      <a:pt x="99" y="6"/>
                    </a:lnTo>
                    <a:lnTo>
                      <a:pt x="0" y="139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90A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9" name="Freeform 81">
                <a:extLst>
                  <a:ext uri="{FF2B5EF4-FFF2-40B4-BE49-F238E27FC236}">
                    <a16:creationId xmlns:a16="http://schemas.microsoft.com/office/drawing/2014/main" id="{8CC3D6D2-B73A-43F8-9B82-8390A2EE2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015"/>
                <a:ext cx="99" cy="139"/>
              </a:xfrm>
              <a:custGeom>
                <a:avLst/>
                <a:gdLst>
                  <a:gd name="T0" fmla="*/ 60 w 99"/>
                  <a:gd name="T1" fmla="*/ 0 h 139"/>
                  <a:gd name="T2" fmla="*/ 99 w 99"/>
                  <a:gd name="T3" fmla="*/ 6 h 139"/>
                  <a:gd name="T4" fmla="*/ 0 w 99"/>
                  <a:gd name="T5" fmla="*/ 139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39">
                    <a:moveTo>
                      <a:pt x="60" y="0"/>
                    </a:moveTo>
                    <a:lnTo>
                      <a:pt x="99" y="6"/>
                    </a:lnTo>
                    <a:lnTo>
                      <a:pt x="0" y="1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" name="Freeform 82">
                <a:extLst>
                  <a:ext uri="{FF2B5EF4-FFF2-40B4-BE49-F238E27FC236}">
                    <a16:creationId xmlns:a16="http://schemas.microsoft.com/office/drawing/2014/main" id="{D0E2F6E5-1080-4280-BB95-44B927A814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473"/>
                <a:ext cx="26" cy="186"/>
              </a:xfrm>
              <a:custGeom>
                <a:avLst/>
                <a:gdLst>
                  <a:gd name="T0" fmla="*/ 26 w 26"/>
                  <a:gd name="T1" fmla="*/ 186 h 186"/>
                  <a:gd name="T2" fmla="*/ 0 w 26"/>
                  <a:gd name="T3" fmla="*/ 166 h 186"/>
                  <a:gd name="T4" fmla="*/ 20 w 26"/>
                  <a:gd name="T5" fmla="*/ 0 h 186"/>
                  <a:gd name="T6" fmla="*/ 26 w 26"/>
                  <a:gd name="T7" fmla="*/ 186 h 1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86">
                    <a:moveTo>
                      <a:pt x="26" y="186"/>
                    </a:moveTo>
                    <a:lnTo>
                      <a:pt x="0" y="166"/>
                    </a:lnTo>
                    <a:lnTo>
                      <a:pt x="20" y="0"/>
                    </a:lnTo>
                    <a:lnTo>
                      <a:pt x="26" y="186"/>
                    </a:lnTo>
                    <a:close/>
                  </a:path>
                </a:pathLst>
              </a:custGeom>
              <a:solidFill>
                <a:srgbClr val="604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" name="Freeform 83">
                <a:extLst>
                  <a:ext uri="{FF2B5EF4-FFF2-40B4-BE49-F238E27FC236}">
                    <a16:creationId xmlns:a16="http://schemas.microsoft.com/office/drawing/2014/main" id="{4124474D-3CD7-4A54-B5A2-36C1684D45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1473"/>
                <a:ext cx="26" cy="186"/>
              </a:xfrm>
              <a:custGeom>
                <a:avLst/>
                <a:gdLst>
                  <a:gd name="T0" fmla="*/ 26 w 26"/>
                  <a:gd name="T1" fmla="*/ 186 h 186"/>
                  <a:gd name="T2" fmla="*/ 0 w 26"/>
                  <a:gd name="T3" fmla="*/ 166 h 186"/>
                  <a:gd name="T4" fmla="*/ 20 w 26"/>
                  <a:gd name="T5" fmla="*/ 0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86">
                    <a:moveTo>
                      <a:pt x="26" y="186"/>
                    </a:moveTo>
                    <a:lnTo>
                      <a:pt x="0" y="166"/>
                    </a:lnTo>
                    <a:lnTo>
                      <a:pt x="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" name="Freeform 84">
                <a:extLst>
                  <a:ext uri="{FF2B5EF4-FFF2-40B4-BE49-F238E27FC236}">
                    <a16:creationId xmlns:a16="http://schemas.microsoft.com/office/drawing/2014/main" id="{93B60A72-153F-4E20-AC5D-5BFA91704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1460"/>
                <a:ext cx="27" cy="179"/>
              </a:xfrm>
              <a:custGeom>
                <a:avLst/>
                <a:gdLst>
                  <a:gd name="T0" fmla="*/ 0 w 27"/>
                  <a:gd name="T1" fmla="*/ 0 h 179"/>
                  <a:gd name="T2" fmla="*/ 27 w 27"/>
                  <a:gd name="T3" fmla="*/ 13 h 179"/>
                  <a:gd name="T4" fmla="*/ 7 w 27"/>
                  <a:gd name="T5" fmla="*/ 179 h 179"/>
                  <a:gd name="T6" fmla="*/ 0 w 27"/>
                  <a:gd name="T7" fmla="*/ 0 h 1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79">
                    <a:moveTo>
                      <a:pt x="0" y="0"/>
                    </a:moveTo>
                    <a:lnTo>
                      <a:pt x="27" y="13"/>
                    </a:lnTo>
                    <a:lnTo>
                      <a:pt x="7" y="1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03C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Freeform 85">
                <a:extLst>
                  <a:ext uri="{FF2B5EF4-FFF2-40B4-BE49-F238E27FC236}">
                    <a16:creationId xmlns:a16="http://schemas.microsoft.com/office/drawing/2014/main" id="{C93E5462-BECE-40E3-B2D7-A92D5874CF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1460"/>
                <a:ext cx="27" cy="179"/>
              </a:xfrm>
              <a:custGeom>
                <a:avLst/>
                <a:gdLst>
                  <a:gd name="T0" fmla="*/ 0 w 27"/>
                  <a:gd name="T1" fmla="*/ 0 h 179"/>
                  <a:gd name="T2" fmla="*/ 27 w 27"/>
                  <a:gd name="T3" fmla="*/ 13 h 179"/>
                  <a:gd name="T4" fmla="*/ 7 w 27"/>
                  <a:gd name="T5" fmla="*/ 179 h 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79">
                    <a:moveTo>
                      <a:pt x="0" y="0"/>
                    </a:moveTo>
                    <a:lnTo>
                      <a:pt x="27" y="13"/>
                    </a:lnTo>
                    <a:lnTo>
                      <a:pt x="7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4" name="Freeform 86">
                <a:extLst>
                  <a:ext uri="{FF2B5EF4-FFF2-40B4-BE49-F238E27FC236}">
                    <a16:creationId xmlns:a16="http://schemas.microsoft.com/office/drawing/2014/main" id="{9B82C917-FDD6-4C45-8189-5152DD23F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732"/>
                <a:ext cx="46" cy="166"/>
              </a:xfrm>
              <a:custGeom>
                <a:avLst/>
                <a:gdLst>
                  <a:gd name="T0" fmla="*/ 46 w 46"/>
                  <a:gd name="T1" fmla="*/ 166 h 166"/>
                  <a:gd name="T2" fmla="*/ 13 w 46"/>
                  <a:gd name="T3" fmla="*/ 153 h 166"/>
                  <a:gd name="T4" fmla="*/ 0 w 46"/>
                  <a:gd name="T5" fmla="*/ 0 h 166"/>
                  <a:gd name="T6" fmla="*/ 46 w 46"/>
                  <a:gd name="T7" fmla="*/ 166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66">
                    <a:moveTo>
                      <a:pt x="46" y="166"/>
                    </a:moveTo>
                    <a:lnTo>
                      <a:pt x="13" y="153"/>
                    </a:lnTo>
                    <a:lnTo>
                      <a:pt x="0" y="0"/>
                    </a:lnTo>
                    <a:lnTo>
                      <a:pt x="46" y="166"/>
                    </a:lnTo>
                    <a:close/>
                  </a:path>
                </a:pathLst>
              </a:custGeom>
              <a:solidFill>
                <a:srgbClr val="8044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" name="Freeform 87">
                <a:extLst>
                  <a:ext uri="{FF2B5EF4-FFF2-40B4-BE49-F238E27FC236}">
                    <a16:creationId xmlns:a16="http://schemas.microsoft.com/office/drawing/2014/main" id="{5224F6FC-3755-40B9-B7B5-A6A643240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732"/>
                <a:ext cx="46" cy="166"/>
              </a:xfrm>
              <a:custGeom>
                <a:avLst/>
                <a:gdLst>
                  <a:gd name="T0" fmla="*/ 46 w 46"/>
                  <a:gd name="T1" fmla="*/ 166 h 166"/>
                  <a:gd name="T2" fmla="*/ 13 w 46"/>
                  <a:gd name="T3" fmla="*/ 153 h 166"/>
                  <a:gd name="T4" fmla="*/ 0 w 46"/>
                  <a:gd name="T5" fmla="*/ 0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66">
                    <a:moveTo>
                      <a:pt x="46" y="166"/>
                    </a:moveTo>
                    <a:lnTo>
                      <a:pt x="13" y="1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Freeform 88">
                <a:extLst>
                  <a:ext uri="{FF2B5EF4-FFF2-40B4-BE49-F238E27FC236}">
                    <a16:creationId xmlns:a16="http://schemas.microsoft.com/office/drawing/2014/main" id="{AC8052D7-A9D3-4E61-B471-F4D7EBD0D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1719"/>
                <a:ext cx="47" cy="166"/>
              </a:xfrm>
              <a:custGeom>
                <a:avLst/>
                <a:gdLst>
                  <a:gd name="T0" fmla="*/ 0 w 47"/>
                  <a:gd name="T1" fmla="*/ 0 h 166"/>
                  <a:gd name="T2" fmla="*/ 34 w 47"/>
                  <a:gd name="T3" fmla="*/ 13 h 166"/>
                  <a:gd name="T4" fmla="*/ 47 w 47"/>
                  <a:gd name="T5" fmla="*/ 166 h 166"/>
                  <a:gd name="T6" fmla="*/ 0 w 47"/>
                  <a:gd name="T7" fmla="*/ 0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66">
                    <a:moveTo>
                      <a:pt x="0" y="0"/>
                    </a:moveTo>
                    <a:lnTo>
                      <a:pt x="34" y="13"/>
                    </a:lnTo>
                    <a:lnTo>
                      <a:pt x="47" y="1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83C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Freeform 89">
                <a:extLst>
                  <a:ext uri="{FF2B5EF4-FFF2-40B4-BE49-F238E27FC236}">
                    <a16:creationId xmlns:a16="http://schemas.microsoft.com/office/drawing/2014/main" id="{C0B005E7-A4D0-427B-A046-3F0985B9B8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1719"/>
                <a:ext cx="47" cy="166"/>
              </a:xfrm>
              <a:custGeom>
                <a:avLst/>
                <a:gdLst>
                  <a:gd name="T0" fmla="*/ 0 w 47"/>
                  <a:gd name="T1" fmla="*/ 0 h 166"/>
                  <a:gd name="T2" fmla="*/ 34 w 47"/>
                  <a:gd name="T3" fmla="*/ 13 h 166"/>
                  <a:gd name="T4" fmla="*/ 47 w 47"/>
                  <a:gd name="T5" fmla="*/ 166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66">
                    <a:moveTo>
                      <a:pt x="0" y="0"/>
                    </a:moveTo>
                    <a:lnTo>
                      <a:pt x="34" y="13"/>
                    </a:lnTo>
                    <a:lnTo>
                      <a:pt x="47" y="1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8" name="Freeform 90">
                <a:extLst>
                  <a:ext uri="{FF2B5EF4-FFF2-40B4-BE49-F238E27FC236}">
                    <a16:creationId xmlns:a16="http://schemas.microsoft.com/office/drawing/2014/main" id="{A6DE1D7E-4161-48E4-9193-910E8C526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1134"/>
                <a:ext cx="79" cy="166"/>
              </a:xfrm>
              <a:custGeom>
                <a:avLst/>
                <a:gdLst>
                  <a:gd name="T0" fmla="*/ 33 w 79"/>
                  <a:gd name="T1" fmla="*/ 166 h 166"/>
                  <a:gd name="T2" fmla="*/ 0 w 79"/>
                  <a:gd name="T3" fmla="*/ 160 h 166"/>
                  <a:gd name="T4" fmla="*/ 79 w 79"/>
                  <a:gd name="T5" fmla="*/ 0 h 166"/>
                  <a:gd name="T6" fmla="*/ 33 w 79"/>
                  <a:gd name="T7" fmla="*/ 166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66">
                    <a:moveTo>
                      <a:pt x="33" y="166"/>
                    </a:moveTo>
                    <a:lnTo>
                      <a:pt x="0" y="160"/>
                    </a:lnTo>
                    <a:lnTo>
                      <a:pt x="79" y="0"/>
                    </a:lnTo>
                    <a:lnTo>
                      <a:pt x="33" y="166"/>
                    </a:lnTo>
                    <a:close/>
                  </a:path>
                </a:pathLst>
              </a:custGeom>
              <a:solidFill>
                <a:srgbClr val="788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" name="Freeform 91">
                <a:extLst>
                  <a:ext uri="{FF2B5EF4-FFF2-40B4-BE49-F238E27FC236}">
                    <a16:creationId xmlns:a16="http://schemas.microsoft.com/office/drawing/2014/main" id="{2E145DFE-C5BB-44EE-AE11-BD26B510E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4" y="1134"/>
                <a:ext cx="79" cy="166"/>
              </a:xfrm>
              <a:custGeom>
                <a:avLst/>
                <a:gdLst>
                  <a:gd name="T0" fmla="*/ 33 w 79"/>
                  <a:gd name="T1" fmla="*/ 166 h 166"/>
                  <a:gd name="T2" fmla="*/ 0 w 79"/>
                  <a:gd name="T3" fmla="*/ 160 h 166"/>
                  <a:gd name="T4" fmla="*/ 79 w 79"/>
                  <a:gd name="T5" fmla="*/ 0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66">
                    <a:moveTo>
                      <a:pt x="33" y="166"/>
                    </a:moveTo>
                    <a:lnTo>
                      <a:pt x="0" y="160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0" name="Freeform 92">
                <a:extLst>
                  <a:ext uri="{FF2B5EF4-FFF2-40B4-BE49-F238E27FC236}">
                    <a16:creationId xmlns:a16="http://schemas.microsoft.com/office/drawing/2014/main" id="{7E755C93-FD97-4CB2-BF92-FADFA81A3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134"/>
                <a:ext cx="79" cy="166"/>
              </a:xfrm>
              <a:custGeom>
                <a:avLst/>
                <a:gdLst>
                  <a:gd name="T0" fmla="*/ 46 w 79"/>
                  <a:gd name="T1" fmla="*/ 0 h 166"/>
                  <a:gd name="T2" fmla="*/ 79 w 79"/>
                  <a:gd name="T3" fmla="*/ 0 h 166"/>
                  <a:gd name="T4" fmla="*/ 0 w 79"/>
                  <a:gd name="T5" fmla="*/ 166 h 166"/>
                  <a:gd name="T6" fmla="*/ 46 w 79"/>
                  <a:gd name="T7" fmla="*/ 0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66">
                    <a:moveTo>
                      <a:pt x="46" y="0"/>
                    </a:moveTo>
                    <a:lnTo>
                      <a:pt x="79" y="0"/>
                    </a:lnTo>
                    <a:lnTo>
                      <a:pt x="0" y="166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88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1" name="Freeform 93">
                <a:extLst>
                  <a:ext uri="{FF2B5EF4-FFF2-40B4-BE49-F238E27FC236}">
                    <a16:creationId xmlns:a16="http://schemas.microsoft.com/office/drawing/2014/main" id="{E138E9DE-30D2-4476-AF28-84895DF15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134"/>
                <a:ext cx="79" cy="166"/>
              </a:xfrm>
              <a:custGeom>
                <a:avLst/>
                <a:gdLst>
                  <a:gd name="T0" fmla="*/ 46 w 79"/>
                  <a:gd name="T1" fmla="*/ 0 h 166"/>
                  <a:gd name="T2" fmla="*/ 79 w 79"/>
                  <a:gd name="T3" fmla="*/ 0 h 166"/>
                  <a:gd name="T4" fmla="*/ 0 w 79"/>
                  <a:gd name="T5" fmla="*/ 166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66">
                    <a:moveTo>
                      <a:pt x="46" y="0"/>
                    </a:moveTo>
                    <a:lnTo>
                      <a:pt x="79" y="0"/>
                    </a:lnTo>
                    <a:lnTo>
                      <a:pt x="0" y="1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2" name="Freeform 94">
                <a:extLst>
                  <a:ext uri="{FF2B5EF4-FFF2-40B4-BE49-F238E27FC236}">
                    <a16:creationId xmlns:a16="http://schemas.microsoft.com/office/drawing/2014/main" id="{F605DE14-50D8-48E1-A813-DABFB5FC95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021"/>
                <a:ext cx="99" cy="140"/>
              </a:xfrm>
              <a:custGeom>
                <a:avLst/>
                <a:gdLst>
                  <a:gd name="T0" fmla="*/ 40 w 99"/>
                  <a:gd name="T1" fmla="*/ 140 h 140"/>
                  <a:gd name="T2" fmla="*/ 0 w 99"/>
                  <a:gd name="T3" fmla="*/ 133 h 140"/>
                  <a:gd name="T4" fmla="*/ 99 w 99"/>
                  <a:gd name="T5" fmla="*/ 0 h 140"/>
                  <a:gd name="T6" fmla="*/ 40 w 99"/>
                  <a:gd name="T7" fmla="*/ 140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40">
                    <a:moveTo>
                      <a:pt x="40" y="140"/>
                    </a:moveTo>
                    <a:lnTo>
                      <a:pt x="0" y="133"/>
                    </a:lnTo>
                    <a:lnTo>
                      <a:pt x="99" y="0"/>
                    </a:lnTo>
                    <a:lnTo>
                      <a:pt x="40" y="140"/>
                    </a:lnTo>
                    <a:close/>
                  </a:path>
                </a:pathLst>
              </a:custGeom>
              <a:solidFill>
                <a:srgbClr val="98B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3" name="Freeform 95">
                <a:extLst>
                  <a:ext uri="{FF2B5EF4-FFF2-40B4-BE49-F238E27FC236}">
                    <a16:creationId xmlns:a16="http://schemas.microsoft.com/office/drawing/2014/main" id="{69E537E2-9794-4B2D-B9D8-367D6E541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021"/>
                <a:ext cx="99" cy="140"/>
              </a:xfrm>
              <a:custGeom>
                <a:avLst/>
                <a:gdLst>
                  <a:gd name="T0" fmla="*/ 40 w 99"/>
                  <a:gd name="T1" fmla="*/ 140 h 140"/>
                  <a:gd name="T2" fmla="*/ 0 w 99"/>
                  <a:gd name="T3" fmla="*/ 133 h 140"/>
                  <a:gd name="T4" fmla="*/ 99 w 99"/>
                  <a:gd name="T5" fmla="*/ 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40">
                    <a:moveTo>
                      <a:pt x="40" y="140"/>
                    </a:moveTo>
                    <a:lnTo>
                      <a:pt x="0" y="133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4" name="Freeform 96">
                <a:extLst>
                  <a:ext uri="{FF2B5EF4-FFF2-40B4-BE49-F238E27FC236}">
                    <a16:creationId xmlns:a16="http://schemas.microsoft.com/office/drawing/2014/main" id="{3C352353-6605-4D06-BA8A-13ADFE1AA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021"/>
                <a:ext cx="99" cy="140"/>
              </a:xfrm>
              <a:custGeom>
                <a:avLst/>
                <a:gdLst>
                  <a:gd name="T0" fmla="*/ 59 w 99"/>
                  <a:gd name="T1" fmla="*/ 0 h 140"/>
                  <a:gd name="T2" fmla="*/ 99 w 99"/>
                  <a:gd name="T3" fmla="*/ 7 h 140"/>
                  <a:gd name="T4" fmla="*/ 0 w 99"/>
                  <a:gd name="T5" fmla="*/ 140 h 140"/>
                  <a:gd name="T6" fmla="*/ 59 w 99"/>
                  <a:gd name="T7" fmla="*/ 0 h 1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40">
                    <a:moveTo>
                      <a:pt x="59" y="0"/>
                    </a:moveTo>
                    <a:lnTo>
                      <a:pt x="99" y="7"/>
                    </a:lnTo>
                    <a:lnTo>
                      <a:pt x="0" y="140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98B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" name="Freeform 97">
                <a:extLst>
                  <a:ext uri="{FF2B5EF4-FFF2-40B4-BE49-F238E27FC236}">
                    <a16:creationId xmlns:a16="http://schemas.microsoft.com/office/drawing/2014/main" id="{B4C8281A-8233-47DC-BDDC-489C0AD22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021"/>
                <a:ext cx="99" cy="140"/>
              </a:xfrm>
              <a:custGeom>
                <a:avLst/>
                <a:gdLst>
                  <a:gd name="T0" fmla="*/ 59 w 99"/>
                  <a:gd name="T1" fmla="*/ 0 h 140"/>
                  <a:gd name="T2" fmla="*/ 99 w 99"/>
                  <a:gd name="T3" fmla="*/ 7 h 140"/>
                  <a:gd name="T4" fmla="*/ 0 w 99"/>
                  <a:gd name="T5" fmla="*/ 140 h 1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40">
                    <a:moveTo>
                      <a:pt x="59" y="0"/>
                    </a:moveTo>
                    <a:lnTo>
                      <a:pt x="99" y="7"/>
                    </a:lnTo>
                    <a:lnTo>
                      <a:pt x="0" y="14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" name="Freeform 98">
                <a:extLst>
                  <a:ext uri="{FF2B5EF4-FFF2-40B4-BE49-F238E27FC236}">
                    <a16:creationId xmlns:a16="http://schemas.microsoft.com/office/drawing/2014/main" id="{7D8BE471-FBED-4B60-B279-34EC8C78B1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1287"/>
                <a:ext cx="53" cy="186"/>
              </a:xfrm>
              <a:custGeom>
                <a:avLst/>
                <a:gdLst>
                  <a:gd name="T0" fmla="*/ 27 w 53"/>
                  <a:gd name="T1" fmla="*/ 186 h 186"/>
                  <a:gd name="T2" fmla="*/ 0 w 53"/>
                  <a:gd name="T3" fmla="*/ 173 h 186"/>
                  <a:gd name="T4" fmla="*/ 53 w 53"/>
                  <a:gd name="T5" fmla="*/ 0 h 186"/>
                  <a:gd name="T6" fmla="*/ 27 w 53"/>
                  <a:gd name="T7" fmla="*/ 186 h 1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86">
                    <a:moveTo>
                      <a:pt x="27" y="186"/>
                    </a:moveTo>
                    <a:lnTo>
                      <a:pt x="0" y="173"/>
                    </a:lnTo>
                    <a:lnTo>
                      <a:pt x="53" y="0"/>
                    </a:lnTo>
                    <a:lnTo>
                      <a:pt x="27" y="186"/>
                    </a:lnTo>
                    <a:close/>
                  </a:path>
                </a:pathLst>
              </a:custGeom>
              <a:solidFill>
                <a:srgbClr val="6060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7" name="Freeform 99">
                <a:extLst>
                  <a:ext uri="{FF2B5EF4-FFF2-40B4-BE49-F238E27FC236}">
                    <a16:creationId xmlns:a16="http://schemas.microsoft.com/office/drawing/2014/main" id="{358B8ACF-B431-4E6B-B430-0074ABF7F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4" y="1287"/>
                <a:ext cx="53" cy="186"/>
              </a:xfrm>
              <a:custGeom>
                <a:avLst/>
                <a:gdLst>
                  <a:gd name="T0" fmla="*/ 27 w 53"/>
                  <a:gd name="T1" fmla="*/ 186 h 186"/>
                  <a:gd name="T2" fmla="*/ 0 w 53"/>
                  <a:gd name="T3" fmla="*/ 173 h 186"/>
                  <a:gd name="T4" fmla="*/ 53 w 53"/>
                  <a:gd name="T5" fmla="*/ 0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86">
                    <a:moveTo>
                      <a:pt x="27" y="186"/>
                    </a:moveTo>
                    <a:lnTo>
                      <a:pt x="0" y="173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8" name="Freeform 100">
                <a:extLst>
                  <a:ext uri="{FF2B5EF4-FFF2-40B4-BE49-F238E27FC236}">
                    <a16:creationId xmlns:a16="http://schemas.microsoft.com/office/drawing/2014/main" id="{4EEF3846-F754-45D3-895B-8ACBE65CD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1745"/>
                <a:ext cx="47" cy="167"/>
              </a:xfrm>
              <a:custGeom>
                <a:avLst/>
                <a:gdLst>
                  <a:gd name="T0" fmla="*/ 47 w 47"/>
                  <a:gd name="T1" fmla="*/ 167 h 167"/>
                  <a:gd name="T2" fmla="*/ 7 w 47"/>
                  <a:gd name="T3" fmla="*/ 153 h 167"/>
                  <a:gd name="T4" fmla="*/ 0 w 47"/>
                  <a:gd name="T5" fmla="*/ 0 h 167"/>
                  <a:gd name="T6" fmla="*/ 47 w 47"/>
                  <a:gd name="T7" fmla="*/ 167 h 1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67">
                    <a:moveTo>
                      <a:pt x="47" y="167"/>
                    </a:moveTo>
                    <a:lnTo>
                      <a:pt x="7" y="153"/>
                    </a:lnTo>
                    <a:lnTo>
                      <a:pt x="0" y="0"/>
                    </a:lnTo>
                    <a:lnTo>
                      <a:pt x="47" y="167"/>
                    </a:lnTo>
                    <a:close/>
                  </a:path>
                </a:pathLst>
              </a:custGeom>
              <a:solidFill>
                <a:srgbClr val="884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9" name="Freeform 101">
                <a:extLst>
                  <a:ext uri="{FF2B5EF4-FFF2-40B4-BE49-F238E27FC236}">
                    <a16:creationId xmlns:a16="http://schemas.microsoft.com/office/drawing/2014/main" id="{43ADC665-DE1B-45AB-B532-9AE78E4F3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1745"/>
                <a:ext cx="47" cy="167"/>
              </a:xfrm>
              <a:custGeom>
                <a:avLst/>
                <a:gdLst>
                  <a:gd name="T0" fmla="*/ 47 w 47"/>
                  <a:gd name="T1" fmla="*/ 167 h 167"/>
                  <a:gd name="T2" fmla="*/ 7 w 47"/>
                  <a:gd name="T3" fmla="*/ 153 h 167"/>
                  <a:gd name="T4" fmla="*/ 0 w 47"/>
                  <a:gd name="T5" fmla="*/ 0 h 1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67">
                    <a:moveTo>
                      <a:pt x="47" y="167"/>
                    </a:moveTo>
                    <a:lnTo>
                      <a:pt x="7" y="1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0" name="Freeform 102">
                <a:extLst>
                  <a:ext uri="{FF2B5EF4-FFF2-40B4-BE49-F238E27FC236}">
                    <a16:creationId xmlns:a16="http://schemas.microsoft.com/office/drawing/2014/main" id="{7BF9FE76-7431-4A20-AC76-43F6DF7539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732"/>
                <a:ext cx="46" cy="166"/>
              </a:xfrm>
              <a:custGeom>
                <a:avLst/>
                <a:gdLst>
                  <a:gd name="T0" fmla="*/ 0 w 46"/>
                  <a:gd name="T1" fmla="*/ 0 h 166"/>
                  <a:gd name="T2" fmla="*/ 39 w 46"/>
                  <a:gd name="T3" fmla="*/ 13 h 166"/>
                  <a:gd name="T4" fmla="*/ 46 w 46"/>
                  <a:gd name="T5" fmla="*/ 166 h 166"/>
                  <a:gd name="T6" fmla="*/ 0 w 46"/>
                  <a:gd name="T7" fmla="*/ 0 h 1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66">
                    <a:moveTo>
                      <a:pt x="0" y="0"/>
                    </a:moveTo>
                    <a:lnTo>
                      <a:pt x="39" y="13"/>
                    </a:lnTo>
                    <a:lnTo>
                      <a:pt x="46" y="1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44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1" name="Freeform 103">
                <a:extLst>
                  <a:ext uri="{FF2B5EF4-FFF2-40B4-BE49-F238E27FC236}">
                    <a16:creationId xmlns:a16="http://schemas.microsoft.com/office/drawing/2014/main" id="{CAB7E8F3-3988-4ECA-87ED-22CF9B2396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732"/>
                <a:ext cx="46" cy="166"/>
              </a:xfrm>
              <a:custGeom>
                <a:avLst/>
                <a:gdLst>
                  <a:gd name="T0" fmla="*/ 0 w 46"/>
                  <a:gd name="T1" fmla="*/ 0 h 166"/>
                  <a:gd name="T2" fmla="*/ 39 w 46"/>
                  <a:gd name="T3" fmla="*/ 13 h 166"/>
                  <a:gd name="T4" fmla="*/ 46 w 46"/>
                  <a:gd name="T5" fmla="*/ 166 h 1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66">
                    <a:moveTo>
                      <a:pt x="0" y="0"/>
                    </a:moveTo>
                    <a:lnTo>
                      <a:pt x="39" y="13"/>
                    </a:lnTo>
                    <a:lnTo>
                      <a:pt x="46" y="16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2" name="Freeform 104">
                <a:extLst>
                  <a:ext uri="{FF2B5EF4-FFF2-40B4-BE49-F238E27FC236}">
                    <a16:creationId xmlns:a16="http://schemas.microsoft.com/office/drawing/2014/main" id="{118B2B8D-93F9-4229-85F1-4D32B3331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287"/>
                <a:ext cx="53" cy="186"/>
              </a:xfrm>
              <a:custGeom>
                <a:avLst/>
                <a:gdLst>
                  <a:gd name="T0" fmla="*/ 26 w 53"/>
                  <a:gd name="T1" fmla="*/ 0 h 186"/>
                  <a:gd name="T2" fmla="*/ 53 w 53"/>
                  <a:gd name="T3" fmla="*/ 7 h 186"/>
                  <a:gd name="T4" fmla="*/ 0 w 53"/>
                  <a:gd name="T5" fmla="*/ 186 h 186"/>
                  <a:gd name="T6" fmla="*/ 26 w 53"/>
                  <a:gd name="T7" fmla="*/ 0 h 1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86">
                    <a:moveTo>
                      <a:pt x="26" y="0"/>
                    </a:moveTo>
                    <a:lnTo>
                      <a:pt x="53" y="7"/>
                    </a:lnTo>
                    <a:lnTo>
                      <a:pt x="0" y="186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6060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3" name="Freeform 105">
                <a:extLst>
                  <a:ext uri="{FF2B5EF4-FFF2-40B4-BE49-F238E27FC236}">
                    <a16:creationId xmlns:a16="http://schemas.microsoft.com/office/drawing/2014/main" id="{25DF525A-FD38-4BD4-93AE-3573DA7BE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287"/>
                <a:ext cx="53" cy="186"/>
              </a:xfrm>
              <a:custGeom>
                <a:avLst/>
                <a:gdLst>
                  <a:gd name="T0" fmla="*/ 26 w 53"/>
                  <a:gd name="T1" fmla="*/ 0 h 186"/>
                  <a:gd name="T2" fmla="*/ 53 w 53"/>
                  <a:gd name="T3" fmla="*/ 7 h 186"/>
                  <a:gd name="T4" fmla="*/ 0 w 53"/>
                  <a:gd name="T5" fmla="*/ 186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86">
                    <a:moveTo>
                      <a:pt x="26" y="0"/>
                    </a:moveTo>
                    <a:lnTo>
                      <a:pt x="53" y="7"/>
                    </a:lnTo>
                    <a:lnTo>
                      <a:pt x="0" y="18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4" name="Freeform 106">
                <a:extLst>
                  <a:ext uri="{FF2B5EF4-FFF2-40B4-BE49-F238E27FC236}">
                    <a16:creationId xmlns:a16="http://schemas.microsoft.com/office/drawing/2014/main" id="{38272491-8380-456E-B344-F61CE9636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486"/>
                <a:ext cx="27" cy="193"/>
              </a:xfrm>
              <a:custGeom>
                <a:avLst/>
                <a:gdLst>
                  <a:gd name="T0" fmla="*/ 27 w 27"/>
                  <a:gd name="T1" fmla="*/ 193 h 193"/>
                  <a:gd name="T2" fmla="*/ 0 w 27"/>
                  <a:gd name="T3" fmla="*/ 173 h 193"/>
                  <a:gd name="T4" fmla="*/ 20 w 27"/>
                  <a:gd name="T5" fmla="*/ 0 h 193"/>
                  <a:gd name="T6" fmla="*/ 27 w 27"/>
                  <a:gd name="T7" fmla="*/ 193 h 1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193">
                    <a:moveTo>
                      <a:pt x="27" y="193"/>
                    </a:moveTo>
                    <a:lnTo>
                      <a:pt x="0" y="173"/>
                    </a:lnTo>
                    <a:lnTo>
                      <a:pt x="20" y="0"/>
                    </a:lnTo>
                    <a:lnTo>
                      <a:pt x="27" y="193"/>
                    </a:lnTo>
                    <a:close/>
                  </a:path>
                </a:pathLst>
              </a:custGeom>
              <a:solidFill>
                <a:srgbClr val="705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" name="Freeform 107">
                <a:extLst>
                  <a:ext uri="{FF2B5EF4-FFF2-40B4-BE49-F238E27FC236}">
                    <a16:creationId xmlns:a16="http://schemas.microsoft.com/office/drawing/2014/main" id="{F29D4138-A8ED-4A10-A886-A40D5C213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486"/>
                <a:ext cx="27" cy="193"/>
              </a:xfrm>
              <a:custGeom>
                <a:avLst/>
                <a:gdLst>
                  <a:gd name="T0" fmla="*/ 27 w 27"/>
                  <a:gd name="T1" fmla="*/ 193 h 193"/>
                  <a:gd name="T2" fmla="*/ 0 w 27"/>
                  <a:gd name="T3" fmla="*/ 173 h 193"/>
                  <a:gd name="T4" fmla="*/ 20 w 27"/>
                  <a:gd name="T5" fmla="*/ 0 h 1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193">
                    <a:moveTo>
                      <a:pt x="27" y="193"/>
                    </a:moveTo>
                    <a:lnTo>
                      <a:pt x="0" y="173"/>
                    </a:lnTo>
                    <a:lnTo>
                      <a:pt x="2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" name="Freeform 108">
                <a:extLst>
                  <a:ext uri="{FF2B5EF4-FFF2-40B4-BE49-F238E27FC236}">
                    <a16:creationId xmlns:a16="http://schemas.microsoft.com/office/drawing/2014/main" id="{4B9DB308-E080-4862-8F6F-224FD24A9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473"/>
                <a:ext cx="26" cy="186"/>
              </a:xfrm>
              <a:custGeom>
                <a:avLst/>
                <a:gdLst>
                  <a:gd name="T0" fmla="*/ 0 w 26"/>
                  <a:gd name="T1" fmla="*/ 0 h 186"/>
                  <a:gd name="T2" fmla="*/ 26 w 26"/>
                  <a:gd name="T3" fmla="*/ 13 h 186"/>
                  <a:gd name="T4" fmla="*/ 6 w 26"/>
                  <a:gd name="T5" fmla="*/ 186 h 186"/>
                  <a:gd name="T6" fmla="*/ 0 w 26"/>
                  <a:gd name="T7" fmla="*/ 0 h 1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86">
                    <a:moveTo>
                      <a:pt x="0" y="0"/>
                    </a:moveTo>
                    <a:lnTo>
                      <a:pt x="26" y="13"/>
                    </a:lnTo>
                    <a:lnTo>
                      <a:pt x="6" y="1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04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7" name="Freeform 109">
                <a:extLst>
                  <a:ext uri="{FF2B5EF4-FFF2-40B4-BE49-F238E27FC236}">
                    <a16:creationId xmlns:a16="http://schemas.microsoft.com/office/drawing/2014/main" id="{63049E2C-5146-4E50-968B-F62DC2CF69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473"/>
                <a:ext cx="26" cy="186"/>
              </a:xfrm>
              <a:custGeom>
                <a:avLst/>
                <a:gdLst>
                  <a:gd name="T0" fmla="*/ 0 w 26"/>
                  <a:gd name="T1" fmla="*/ 0 h 186"/>
                  <a:gd name="T2" fmla="*/ 26 w 26"/>
                  <a:gd name="T3" fmla="*/ 13 h 186"/>
                  <a:gd name="T4" fmla="*/ 6 w 26"/>
                  <a:gd name="T5" fmla="*/ 186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86">
                    <a:moveTo>
                      <a:pt x="0" y="0"/>
                    </a:moveTo>
                    <a:lnTo>
                      <a:pt x="26" y="13"/>
                    </a:lnTo>
                    <a:lnTo>
                      <a:pt x="6" y="18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8" name="Freeform 110">
                <a:extLst>
                  <a:ext uri="{FF2B5EF4-FFF2-40B4-BE49-F238E27FC236}">
                    <a16:creationId xmlns:a16="http://schemas.microsoft.com/office/drawing/2014/main" id="{1B4838B6-EFE3-4ADC-84B8-DF245D75F1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028"/>
                <a:ext cx="99" cy="146"/>
              </a:xfrm>
              <a:custGeom>
                <a:avLst/>
                <a:gdLst>
                  <a:gd name="T0" fmla="*/ 39 w 99"/>
                  <a:gd name="T1" fmla="*/ 146 h 146"/>
                  <a:gd name="T2" fmla="*/ 0 w 99"/>
                  <a:gd name="T3" fmla="*/ 133 h 146"/>
                  <a:gd name="T4" fmla="*/ 99 w 99"/>
                  <a:gd name="T5" fmla="*/ 0 h 146"/>
                  <a:gd name="T6" fmla="*/ 39 w 99"/>
                  <a:gd name="T7" fmla="*/ 14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46">
                    <a:moveTo>
                      <a:pt x="39" y="146"/>
                    </a:moveTo>
                    <a:lnTo>
                      <a:pt x="0" y="133"/>
                    </a:lnTo>
                    <a:lnTo>
                      <a:pt x="99" y="0"/>
                    </a:lnTo>
                    <a:lnTo>
                      <a:pt x="39" y="146"/>
                    </a:lnTo>
                    <a:close/>
                  </a:path>
                </a:pathLst>
              </a:custGeom>
              <a:solidFill>
                <a:srgbClr val="A0B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9" name="Freeform 111">
                <a:extLst>
                  <a:ext uri="{FF2B5EF4-FFF2-40B4-BE49-F238E27FC236}">
                    <a16:creationId xmlns:a16="http://schemas.microsoft.com/office/drawing/2014/main" id="{74CBA5F2-E4AC-4752-9042-44C76B957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028"/>
                <a:ext cx="99" cy="146"/>
              </a:xfrm>
              <a:custGeom>
                <a:avLst/>
                <a:gdLst>
                  <a:gd name="T0" fmla="*/ 39 w 99"/>
                  <a:gd name="T1" fmla="*/ 146 h 146"/>
                  <a:gd name="T2" fmla="*/ 0 w 99"/>
                  <a:gd name="T3" fmla="*/ 133 h 146"/>
                  <a:gd name="T4" fmla="*/ 99 w 99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9" h="146">
                    <a:moveTo>
                      <a:pt x="39" y="146"/>
                    </a:moveTo>
                    <a:lnTo>
                      <a:pt x="0" y="133"/>
                    </a:lnTo>
                    <a:lnTo>
                      <a:pt x="9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" name="Freeform 112">
                <a:extLst>
                  <a:ext uri="{FF2B5EF4-FFF2-40B4-BE49-F238E27FC236}">
                    <a16:creationId xmlns:a16="http://schemas.microsoft.com/office/drawing/2014/main" id="{81A2574F-DD30-4AD3-BE9B-DCE63EAA6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028"/>
                <a:ext cx="100" cy="146"/>
              </a:xfrm>
              <a:custGeom>
                <a:avLst/>
                <a:gdLst>
                  <a:gd name="T0" fmla="*/ 60 w 100"/>
                  <a:gd name="T1" fmla="*/ 0 h 146"/>
                  <a:gd name="T2" fmla="*/ 100 w 100"/>
                  <a:gd name="T3" fmla="*/ 13 h 146"/>
                  <a:gd name="T4" fmla="*/ 0 w 100"/>
                  <a:gd name="T5" fmla="*/ 146 h 146"/>
                  <a:gd name="T6" fmla="*/ 60 w 100"/>
                  <a:gd name="T7" fmla="*/ 0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146">
                    <a:moveTo>
                      <a:pt x="60" y="0"/>
                    </a:moveTo>
                    <a:lnTo>
                      <a:pt x="100" y="13"/>
                    </a:lnTo>
                    <a:lnTo>
                      <a:pt x="0" y="146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A0B0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1" name="Freeform 113">
                <a:extLst>
                  <a:ext uri="{FF2B5EF4-FFF2-40B4-BE49-F238E27FC236}">
                    <a16:creationId xmlns:a16="http://schemas.microsoft.com/office/drawing/2014/main" id="{86C58E55-45A0-4FA5-888F-5815EB054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028"/>
                <a:ext cx="100" cy="146"/>
              </a:xfrm>
              <a:custGeom>
                <a:avLst/>
                <a:gdLst>
                  <a:gd name="T0" fmla="*/ 60 w 100"/>
                  <a:gd name="T1" fmla="*/ 0 h 146"/>
                  <a:gd name="T2" fmla="*/ 100 w 100"/>
                  <a:gd name="T3" fmla="*/ 13 h 146"/>
                  <a:gd name="T4" fmla="*/ 0 w 100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146">
                    <a:moveTo>
                      <a:pt x="60" y="0"/>
                    </a:moveTo>
                    <a:lnTo>
                      <a:pt x="100" y="13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2" name="Freeform 114">
                <a:extLst>
                  <a:ext uri="{FF2B5EF4-FFF2-40B4-BE49-F238E27FC236}">
                    <a16:creationId xmlns:a16="http://schemas.microsoft.com/office/drawing/2014/main" id="{42932348-A90C-4372-82FC-E6AD39899C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759"/>
                <a:ext cx="53" cy="159"/>
              </a:xfrm>
              <a:custGeom>
                <a:avLst/>
                <a:gdLst>
                  <a:gd name="T0" fmla="*/ 53 w 53"/>
                  <a:gd name="T1" fmla="*/ 159 h 159"/>
                  <a:gd name="T2" fmla="*/ 7 w 53"/>
                  <a:gd name="T3" fmla="*/ 153 h 159"/>
                  <a:gd name="T4" fmla="*/ 0 w 53"/>
                  <a:gd name="T5" fmla="*/ 0 h 159"/>
                  <a:gd name="T6" fmla="*/ 53 w 53"/>
                  <a:gd name="T7" fmla="*/ 159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59">
                    <a:moveTo>
                      <a:pt x="53" y="159"/>
                    </a:moveTo>
                    <a:lnTo>
                      <a:pt x="7" y="153"/>
                    </a:lnTo>
                    <a:lnTo>
                      <a:pt x="0" y="0"/>
                    </a:lnTo>
                    <a:lnTo>
                      <a:pt x="53" y="159"/>
                    </a:lnTo>
                    <a:close/>
                  </a:path>
                </a:pathLst>
              </a:custGeom>
              <a:solidFill>
                <a:srgbClr val="905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3" name="Freeform 115">
                <a:extLst>
                  <a:ext uri="{FF2B5EF4-FFF2-40B4-BE49-F238E27FC236}">
                    <a16:creationId xmlns:a16="http://schemas.microsoft.com/office/drawing/2014/main" id="{8979E1B0-E373-48F6-9B6B-C8E571590F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759"/>
                <a:ext cx="53" cy="159"/>
              </a:xfrm>
              <a:custGeom>
                <a:avLst/>
                <a:gdLst>
                  <a:gd name="T0" fmla="*/ 53 w 53"/>
                  <a:gd name="T1" fmla="*/ 159 h 159"/>
                  <a:gd name="T2" fmla="*/ 7 w 53"/>
                  <a:gd name="T3" fmla="*/ 153 h 159"/>
                  <a:gd name="T4" fmla="*/ 0 w 53"/>
                  <a:gd name="T5" fmla="*/ 0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59">
                    <a:moveTo>
                      <a:pt x="53" y="159"/>
                    </a:moveTo>
                    <a:lnTo>
                      <a:pt x="7" y="15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4" name="Freeform 116">
                <a:extLst>
                  <a:ext uri="{FF2B5EF4-FFF2-40B4-BE49-F238E27FC236}">
                    <a16:creationId xmlns:a16="http://schemas.microsoft.com/office/drawing/2014/main" id="{900E4594-6032-4C44-9EB0-A6749E9A1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1745"/>
                <a:ext cx="47" cy="167"/>
              </a:xfrm>
              <a:custGeom>
                <a:avLst/>
                <a:gdLst>
                  <a:gd name="T0" fmla="*/ 0 w 47"/>
                  <a:gd name="T1" fmla="*/ 0 h 167"/>
                  <a:gd name="T2" fmla="*/ 40 w 47"/>
                  <a:gd name="T3" fmla="*/ 14 h 167"/>
                  <a:gd name="T4" fmla="*/ 47 w 47"/>
                  <a:gd name="T5" fmla="*/ 167 h 167"/>
                  <a:gd name="T6" fmla="*/ 0 w 47"/>
                  <a:gd name="T7" fmla="*/ 0 h 16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67">
                    <a:moveTo>
                      <a:pt x="0" y="0"/>
                    </a:moveTo>
                    <a:lnTo>
                      <a:pt x="40" y="14"/>
                    </a:lnTo>
                    <a:lnTo>
                      <a:pt x="47" y="1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84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5" name="Freeform 117">
                <a:extLst>
                  <a:ext uri="{FF2B5EF4-FFF2-40B4-BE49-F238E27FC236}">
                    <a16:creationId xmlns:a16="http://schemas.microsoft.com/office/drawing/2014/main" id="{D90E82AC-DF49-44A5-93D4-AF522E97D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1745"/>
                <a:ext cx="47" cy="167"/>
              </a:xfrm>
              <a:custGeom>
                <a:avLst/>
                <a:gdLst>
                  <a:gd name="T0" fmla="*/ 0 w 47"/>
                  <a:gd name="T1" fmla="*/ 0 h 167"/>
                  <a:gd name="T2" fmla="*/ 40 w 47"/>
                  <a:gd name="T3" fmla="*/ 14 h 167"/>
                  <a:gd name="T4" fmla="*/ 47 w 47"/>
                  <a:gd name="T5" fmla="*/ 167 h 1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67">
                    <a:moveTo>
                      <a:pt x="0" y="0"/>
                    </a:moveTo>
                    <a:lnTo>
                      <a:pt x="40" y="14"/>
                    </a:lnTo>
                    <a:lnTo>
                      <a:pt x="47" y="16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6" name="Freeform 118">
                <a:extLst>
                  <a:ext uri="{FF2B5EF4-FFF2-40B4-BE49-F238E27FC236}">
                    <a16:creationId xmlns:a16="http://schemas.microsoft.com/office/drawing/2014/main" id="{859F52DB-6983-47A5-B2DA-187DA2D79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134"/>
                <a:ext cx="79" cy="173"/>
              </a:xfrm>
              <a:custGeom>
                <a:avLst/>
                <a:gdLst>
                  <a:gd name="T0" fmla="*/ 33 w 79"/>
                  <a:gd name="T1" fmla="*/ 173 h 173"/>
                  <a:gd name="T2" fmla="*/ 0 w 79"/>
                  <a:gd name="T3" fmla="*/ 166 h 173"/>
                  <a:gd name="T4" fmla="*/ 79 w 79"/>
                  <a:gd name="T5" fmla="*/ 0 h 173"/>
                  <a:gd name="T6" fmla="*/ 33 w 79"/>
                  <a:gd name="T7" fmla="*/ 173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73">
                    <a:moveTo>
                      <a:pt x="33" y="173"/>
                    </a:moveTo>
                    <a:lnTo>
                      <a:pt x="0" y="166"/>
                    </a:lnTo>
                    <a:lnTo>
                      <a:pt x="79" y="0"/>
                    </a:lnTo>
                    <a:lnTo>
                      <a:pt x="33" y="173"/>
                    </a:lnTo>
                    <a:close/>
                  </a:path>
                </a:pathLst>
              </a:custGeom>
              <a:solidFill>
                <a:srgbClr val="808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7" name="Freeform 119">
                <a:extLst>
                  <a:ext uri="{FF2B5EF4-FFF2-40B4-BE49-F238E27FC236}">
                    <a16:creationId xmlns:a16="http://schemas.microsoft.com/office/drawing/2014/main" id="{DBB8BA8B-59DE-4F5C-AEEC-F18E57E1D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7" y="1134"/>
                <a:ext cx="79" cy="173"/>
              </a:xfrm>
              <a:custGeom>
                <a:avLst/>
                <a:gdLst>
                  <a:gd name="T0" fmla="*/ 33 w 79"/>
                  <a:gd name="T1" fmla="*/ 173 h 173"/>
                  <a:gd name="T2" fmla="*/ 0 w 79"/>
                  <a:gd name="T3" fmla="*/ 166 h 173"/>
                  <a:gd name="T4" fmla="*/ 79 w 79"/>
                  <a:gd name="T5" fmla="*/ 0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73">
                    <a:moveTo>
                      <a:pt x="33" y="173"/>
                    </a:moveTo>
                    <a:lnTo>
                      <a:pt x="0" y="166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8" name="Freeform 120">
                <a:extLst>
                  <a:ext uri="{FF2B5EF4-FFF2-40B4-BE49-F238E27FC236}">
                    <a16:creationId xmlns:a16="http://schemas.microsoft.com/office/drawing/2014/main" id="{E52F9D74-06F7-4B0F-B13A-8FC9BAAE67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134"/>
                <a:ext cx="79" cy="173"/>
              </a:xfrm>
              <a:custGeom>
                <a:avLst/>
                <a:gdLst>
                  <a:gd name="T0" fmla="*/ 46 w 79"/>
                  <a:gd name="T1" fmla="*/ 0 h 173"/>
                  <a:gd name="T2" fmla="*/ 79 w 79"/>
                  <a:gd name="T3" fmla="*/ 7 h 173"/>
                  <a:gd name="T4" fmla="*/ 0 w 79"/>
                  <a:gd name="T5" fmla="*/ 173 h 173"/>
                  <a:gd name="T6" fmla="*/ 46 w 79"/>
                  <a:gd name="T7" fmla="*/ 0 h 17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73">
                    <a:moveTo>
                      <a:pt x="46" y="0"/>
                    </a:moveTo>
                    <a:lnTo>
                      <a:pt x="79" y="7"/>
                    </a:lnTo>
                    <a:lnTo>
                      <a:pt x="0" y="173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808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9" name="Freeform 121">
                <a:extLst>
                  <a:ext uri="{FF2B5EF4-FFF2-40B4-BE49-F238E27FC236}">
                    <a16:creationId xmlns:a16="http://schemas.microsoft.com/office/drawing/2014/main" id="{D0FA5954-76EE-4840-98CE-A1FA98433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134"/>
                <a:ext cx="79" cy="173"/>
              </a:xfrm>
              <a:custGeom>
                <a:avLst/>
                <a:gdLst>
                  <a:gd name="T0" fmla="*/ 46 w 79"/>
                  <a:gd name="T1" fmla="*/ 0 h 173"/>
                  <a:gd name="T2" fmla="*/ 79 w 79"/>
                  <a:gd name="T3" fmla="*/ 7 h 173"/>
                  <a:gd name="T4" fmla="*/ 0 w 79"/>
                  <a:gd name="T5" fmla="*/ 173 h 17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73">
                    <a:moveTo>
                      <a:pt x="46" y="0"/>
                    </a:moveTo>
                    <a:lnTo>
                      <a:pt x="79" y="7"/>
                    </a:lnTo>
                    <a:lnTo>
                      <a:pt x="0" y="1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0" name="Freeform 122">
                <a:extLst>
                  <a:ext uri="{FF2B5EF4-FFF2-40B4-BE49-F238E27FC236}">
                    <a16:creationId xmlns:a16="http://schemas.microsoft.com/office/drawing/2014/main" id="{9BD51658-B9AA-422D-9619-98A7FE83C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041"/>
                <a:ext cx="100" cy="146"/>
              </a:xfrm>
              <a:custGeom>
                <a:avLst/>
                <a:gdLst>
                  <a:gd name="T0" fmla="*/ 47 w 100"/>
                  <a:gd name="T1" fmla="*/ 146 h 146"/>
                  <a:gd name="T2" fmla="*/ 0 w 100"/>
                  <a:gd name="T3" fmla="*/ 133 h 146"/>
                  <a:gd name="T4" fmla="*/ 100 w 100"/>
                  <a:gd name="T5" fmla="*/ 0 h 146"/>
                  <a:gd name="T6" fmla="*/ 47 w 100"/>
                  <a:gd name="T7" fmla="*/ 14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0" h="146">
                    <a:moveTo>
                      <a:pt x="47" y="146"/>
                    </a:moveTo>
                    <a:lnTo>
                      <a:pt x="0" y="133"/>
                    </a:lnTo>
                    <a:lnTo>
                      <a:pt x="100" y="0"/>
                    </a:lnTo>
                    <a:lnTo>
                      <a:pt x="47" y="146"/>
                    </a:lnTo>
                    <a:close/>
                  </a:path>
                </a:pathLst>
              </a:custGeom>
              <a:solidFill>
                <a:srgbClr val="A8B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1" name="Freeform 123">
                <a:extLst>
                  <a:ext uri="{FF2B5EF4-FFF2-40B4-BE49-F238E27FC236}">
                    <a16:creationId xmlns:a16="http://schemas.microsoft.com/office/drawing/2014/main" id="{0D37728E-C1BF-4E66-BCC4-5D35A621B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1041"/>
                <a:ext cx="100" cy="146"/>
              </a:xfrm>
              <a:custGeom>
                <a:avLst/>
                <a:gdLst>
                  <a:gd name="T0" fmla="*/ 47 w 100"/>
                  <a:gd name="T1" fmla="*/ 146 h 146"/>
                  <a:gd name="T2" fmla="*/ 0 w 100"/>
                  <a:gd name="T3" fmla="*/ 133 h 146"/>
                  <a:gd name="T4" fmla="*/ 100 w 100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146">
                    <a:moveTo>
                      <a:pt x="47" y="146"/>
                    </a:moveTo>
                    <a:lnTo>
                      <a:pt x="0" y="133"/>
                    </a:lnTo>
                    <a:lnTo>
                      <a:pt x="10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2" name="Freeform 124">
                <a:extLst>
                  <a:ext uri="{FF2B5EF4-FFF2-40B4-BE49-F238E27FC236}">
                    <a16:creationId xmlns:a16="http://schemas.microsoft.com/office/drawing/2014/main" id="{D3DC9B5B-36D4-43E4-9F20-C5489A83C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041"/>
                <a:ext cx="92" cy="146"/>
              </a:xfrm>
              <a:custGeom>
                <a:avLst/>
                <a:gdLst>
                  <a:gd name="T0" fmla="*/ 53 w 92"/>
                  <a:gd name="T1" fmla="*/ 0 h 146"/>
                  <a:gd name="T2" fmla="*/ 92 w 92"/>
                  <a:gd name="T3" fmla="*/ 13 h 146"/>
                  <a:gd name="T4" fmla="*/ 0 w 92"/>
                  <a:gd name="T5" fmla="*/ 146 h 146"/>
                  <a:gd name="T6" fmla="*/ 53 w 92"/>
                  <a:gd name="T7" fmla="*/ 0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146">
                    <a:moveTo>
                      <a:pt x="53" y="0"/>
                    </a:moveTo>
                    <a:lnTo>
                      <a:pt x="92" y="13"/>
                    </a:lnTo>
                    <a:lnTo>
                      <a:pt x="0" y="146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A8B4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3" name="Freeform 125">
                <a:extLst>
                  <a:ext uri="{FF2B5EF4-FFF2-40B4-BE49-F238E27FC236}">
                    <a16:creationId xmlns:a16="http://schemas.microsoft.com/office/drawing/2014/main" id="{F8E3A7C3-8518-496A-A7AE-E3E5877E99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041"/>
                <a:ext cx="92" cy="146"/>
              </a:xfrm>
              <a:custGeom>
                <a:avLst/>
                <a:gdLst>
                  <a:gd name="T0" fmla="*/ 53 w 92"/>
                  <a:gd name="T1" fmla="*/ 0 h 146"/>
                  <a:gd name="T2" fmla="*/ 92 w 92"/>
                  <a:gd name="T3" fmla="*/ 13 h 146"/>
                  <a:gd name="T4" fmla="*/ 0 w 92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146">
                    <a:moveTo>
                      <a:pt x="53" y="0"/>
                    </a:moveTo>
                    <a:lnTo>
                      <a:pt x="92" y="13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4" name="Freeform 126">
                <a:extLst>
                  <a:ext uri="{FF2B5EF4-FFF2-40B4-BE49-F238E27FC236}">
                    <a16:creationId xmlns:a16="http://schemas.microsoft.com/office/drawing/2014/main" id="{755CC229-338D-4067-A12D-834F7E2818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772"/>
                <a:ext cx="47" cy="159"/>
              </a:xfrm>
              <a:custGeom>
                <a:avLst/>
                <a:gdLst>
                  <a:gd name="T0" fmla="*/ 47 w 47"/>
                  <a:gd name="T1" fmla="*/ 159 h 159"/>
                  <a:gd name="T2" fmla="*/ 7 w 47"/>
                  <a:gd name="T3" fmla="*/ 146 h 159"/>
                  <a:gd name="T4" fmla="*/ 0 w 47"/>
                  <a:gd name="T5" fmla="*/ 0 h 159"/>
                  <a:gd name="T6" fmla="*/ 47 w 47"/>
                  <a:gd name="T7" fmla="*/ 159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59">
                    <a:moveTo>
                      <a:pt x="47" y="159"/>
                    </a:moveTo>
                    <a:lnTo>
                      <a:pt x="7" y="146"/>
                    </a:lnTo>
                    <a:lnTo>
                      <a:pt x="0" y="0"/>
                    </a:lnTo>
                    <a:lnTo>
                      <a:pt x="47" y="159"/>
                    </a:lnTo>
                    <a:close/>
                  </a:path>
                </a:pathLst>
              </a:custGeom>
              <a:solidFill>
                <a:srgbClr val="985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5" name="Freeform 127">
                <a:extLst>
                  <a:ext uri="{FF2B5EF4-FFF2-40B4-BE49-F238E27FC236}">
                    <a16:creationId xmlns:a16="http://schemas.microsoft.com/office/drawing/2014/main" id="{3E50DDE1-BC78-4F90-9939-EEF0539DD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772"/>
                <a:ext cx="47" cy="159"/>
              </a:xfrm>
              <a:custGeom>
                <a:avLst/>
                <a:gdLst>
                  <a:gd name="T0" fmla="*/ 47 w 47"/>
                  <a:gd name="T1" fmla="*/ 159 h 159"/>
                  <a:gd name="T2" fmla="*/ 7 w 47"/>
                  <a:gd name="T3" fmla="*/ 146 h 159"/>
                  <a:gd name="T4" fmla="*/ 0 w 47"/>
                  <a:gd name="T5" fmla="*/ 0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59">
                    <a:moveTo>
                      <a:pt x="47" y="159"/>
                    </a:moveTo>
                    <a:lnTo>
                      <a:pt x="7" y="14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" name="Freeform 128">
                <a:extLst>
                  <a:ext uri="{FF2B5EF4-FFF2-40B4-BE49-F238E27FC236}">
                    <a16:creationId xmlns:a16="http://schemas.microsoft.com/office/drawing/2014/main" id="{74091901-F0CD-4185-8B47-EF07E0CD9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759"/>
                <a:ext cx="53" cy="159"/>
              </a:xfrm>
              <a:custGeom>
                <a:avLst/>
                <a:gdLst>
                  <a:gd name="T0" fmla="*/ 0 w 53"/>
                  <a:gd name="T1" fmla="*/ 0 h 159"/>
                  <a:gd name="T2" fmla="*/ 46 w 53"/>
                  <a:gd name="T3" fmla="*/ 13 h 159"/>
                  <a:gd name="T4" fmla="*/ 53 w 53"/>
                  <a:gd name="T5" fmla="*/ 159 h 159"/>
                  <a:gd name="T6" fmla="*/ 0 w 53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59">
                    <a:moveTo>
                      <a:pt x="0" y="0"/>
                    </a:moveTo>
                    <a:lnTo>
                      <a:pt x="46" y="13"/>
                    </a:lnTo>
                    <a:lnTo>
                      <a:pt x="53" y="1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5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" name="Freeform 129">
                <a:extLst>
                  <a:ext uri="{FF2B5EF4-FFF2-40B4-BE49-F238E27FC236}">
                    <a16:creationId xmlns:a16="http://schemas.microsoft.com/office/drawing/2014/main" id="{2F97AD44-0C44-44F8-83AB-DE1B15CF16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759"/>
                <a:ext cx="53" cy="159"/>
              </a:xfrm>
              <a:custGeom>
                <a:avLst/>
                <a:gdLst>
                  <a:gd name="T0" fmla="*/ 0 w 53"/>
                  <a:gd name="T1" fmla="*/ 0 h 159"/>
                  <a:gd name="T2" fmla="*/ 46 w 53"/>
                  <a:gd name="T3" fmla="*/ 13 h 159"/>
                  <a:gd name="T4" fmla="*/ 53 w 53"/>
                  <a:gd name="T5" fmla="*/ 159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59">
                    <a:moveTo>
                      <a:pt x="0" y="0"/>
                    </a:moveTo>
                    <a:lnTo>
                      <a:pt x="46" y="13"/>
                    </a:lnTo>
                    <a:lnTo>
                      <a:pt x="53" y="15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8" name="Freeform 130">
                <a:extLst>
                  <a:ext uri="{FF2B5EF4-FFF2-40B4-BE49-F238E27FC236}">
                    <a16:creationId xmlns:a16="http://schemas.microsoft.com/office/drawing/2014/main" id="{7C1A61BD-20D5-439F-9944-C440D350D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500"/>
                <a:ext cx="33" cy="199"/>
              </a:xfrm>
              <a:custGeom>
                <a:avLst/>
                <a:gdLst>
                  <a:gd name="T0" fmla="*/ 33 w 33"/>
                  <a:gd name="T1" fmla="*/ 199 h 199"/>
                  <a:gd name="T2" fmla="*/ 0 w 33"/>
                  <a:gd name="T3" fmla="*/ 179 h 199"/>
                  <a:gd name="T4" fmla="*/ 26 w 33"/>
                  <a:gd name="T5" fmla="*/ 0 h 199"/>
                  <a:gd name="T6" fmla="*/ 33 w 33"/>
                  <a:gd name="T7" fmla="*/ 199 h 1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99">
                    <a:moveTo>
                      <a:pt x="33" y="199"/>
                    </a:moveTo>
                    <a:lnTo>
                      <a:pt x="0" y="179"/>
                    </a:lnTo>
                    <a:lnTo>
                      <a:pt x="26" y="0"/>
                    </a:lnTo>
                    <a:lnTo>
                      <a:pt x="33" y="199"/>
                    </a:lnTo>
                    <a:close/>
                  </a:path>
                </a:pathLst>
              </a:custGeom>
              <a:solidFill>
                <a:srgbClr val="785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9" name="Freeform 131">
                <a:extLst>
                  <a:ext uri="{FF2B5EF4-FFF2-40B4-BE49-F238E27FC236}">
                    <a16:creationId xmlns:a16="http://schemas.microsoft.com/office/drawing/2014/main" id="{8600212B-F1A3-4BEA-ABA3-6945277B7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500"/>
                <a:ext cx="33" cy="199"/>
              </a:xfrm>
              <a:custGeom>
                <a:avLst/>
                <a:gdLst>
                  <a:gd name="T0" fmla="*/ 33 w 33"/>
                  <a:gd name="T1" fmla="*/ 199 h 199"/>
                  <a:gd name="T2" fmla="*/ 0 w 33"/>
                  <a:gd name="T3" fmla="*/ 179 h 199"/>
                  <a:gd name="T4" fmla="*/ 26 w 33"/>
                  <a:gd name="T5" fmla="*/ 0 h 1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99">
                    <a:moveTo>
                      <a:pt x="33" y="199"/>
                    </a:moveTo>
                    <a:lnTo>
                      <a:pt x="0" y="179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0" name="Freeform 132">
                <a:extLst>
                  <a:ext uri="{FF2B5EF4-FFF2-40B4-BE49-F238E27FC236}">
                    <a16:creationId xmlns:a16="http://schemas.microsoft.com/office/drawing/2014/main" id="{AA8359AF-BA59-4BC2-828C-016F8E247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486"/>
                <a:ext cx="33" cy="193"/>
              </a:xfrm>
              <a:custGeom>
                <a:avLst/>
                <a:gdLst>
                  <a:gd name="T0" fmla="*/ 0 w 33"/>
                  <a:gd name="T1" fmla="*/ 0 h 193"/>
                  <a:gd name="T2" fmla="*/ 33 w 33"/>
                  <a:gd name="T3" fmla="*/ 14 h 193"/>
                  <a:gd name="T4" fmla="*/ 7 w 33"/>
                  <a:gd name="T5" fmla="*/ 193 h 193"/>
                  <a:gd name="T6" fmla="*/ 0 w 33"/>
                  <a:gd name="T7" fmla="*/ 0 h 19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93">
                    <a:moveTo>
                      <a:pt x="0" y="0"/>
                    </a:moveTo>
                    <a:lnTo>
                      <a:pt x="33" y="14"/>
                    </a:lnTo>
                    <a:lnTo>
                      <a:pt x="7" y="1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05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" name="Freeform 133">
                <a:extLst>
                  <a:ext uri="{FF2B5EF4-FFF2-40B4-BE49-F238E27FC236}">
                    <a16:creationId xmlns:a16="http://schemas.microsoft.com/office/drawing/2014/main" id="{9B86E8F4-FEDE-482A-9E53-FE5C3C4B1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486"/>
                <a:ext cx="33" cy="193"/>
              </a:xfrm>
              <a:custGeom>
                <a:avLst/>
                <a:gdLst>
                  <a:gd name="T0" fmla="*/ 0 w 33"/>
                  <a:gd name="T1" fmla="*/ 0 h 193"/>
                  <a:gd name="T2" fmla="*/ 33 w 33"/>
                  <a:gd name="T3" fmla="*/ 14 h 193"/>
                  <a:gd name="T4" fmla="*/ 7 w 33"/>
                  <a:gd name="T5" fmla="*/ 193 h 19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93">
                    <a:moveTo>
                      <a:pt x="0" y="0"/>
                    </a:moveTo>
                    <a:lnTo>
                      <a:pt x="33" y="14"/>
                    </a:lnTo>
                    <a:lnTo>
                      <a:pt x="7" y="19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" name="Freeform 134">
                <a:extLst>
                  <a:ext uri="{FF2B5EF4-FFF2-40B4-BE49-F238E27FC236}">
                    <a16:creationId xmlns:a16="http://schemas.microsoft.com/office/drawing/2014/main" id="{76148996-3C52-4F20-B262-70969DE8B2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294"/>
                <a:ext cx="53" cy="192"/>
              </a:xfrm>
              <a:custGeom>
                <a:avLst/>
                <a:gdLst>
                  <a:gd name="T0" fmla="*/ 26 w 53"/>
                  <a:gd name="T1" fmla="*/ 192 h 192"/>
                  <a:gd name="T2" fmla="*/ 0 w 53"/>
                  <a:gd name="T3" fmla="*/ 179 h 192"/>
                  <a:gd name="T4" fmla="*/ 53 w 53"/>
                  <a:gd name="T5" fmla="*/ 0 h 192"/>
                  <a:gd name="T6" fmla="*/ 26 w 53"/>
                  <a:gd name="T7" fmla="*/ 192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92">
                    <a:moveTo>
                      <a:pt x="26" y="192"/>
                    </a:moveTo>
                    <a:lnTo>
                      <a:pt x="0" y="179"/>
                    </a:lnTo>
                    <a:lnTo>
                      <a:pt x="53" y="0"/>
                    </a:lnTo>
                    <a:lnTo>
                      <a:pt x="26" y="192"/>
                    </a:lnTo>
                    <a:close/>
                  </a:path>
                </a:pathLst>
              </a:custGeom>
              <a:solidFill>
                <a:srgbClr val="7068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" name="Freeform 135">
                <a:extLst>
                  <a:ext uri="{FF2B5EF4-FFF2-40B4-BE49-F238E27FC236}">
                    <a16:creationId xmlns:a16="http://schemas.microsoft.com/office/drawing/2014/main" id="{5FB4B008-D476-4795-8ADF-37C757748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294"/>
                <a:ext cx="53" cy="192"/>
              </a:xfrm>
              <a:custGeom>
                <a:avLst/>
                <a:gdLst>
                  <a:gd name="T0" fmla="*/ 26 w 53"/>
                  <a:gd name="T1" fmla="*/ 192 h 192"/>
                  <a:gd name="T2" fmla="*/ 0 w 53"/>
                  <a:gd name="T3" fmla="*/ 179 h 192"/>
                  <a:gd name="T4" fmla="*/ 53 w 53"/>
                  <a:gd name="T5" fmla="*/ 0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92">
                    <a:moveTo>
                      <a:pt x="26" y="192"/>
                    </a:moveTo>
                    <a:lnTo>
                      <a:pt x="0" y="179"/>
                    </a:lnTo>
                    <a:lnTo>
                      <a:pt x="5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4" name="Freeform 136">
                <a:extLst>
                  <a:ext uri="{FF2B5EF4-FFF2-40B4-BE49-F238E27FC236}">
                    <a16:creationId xmlns:a16="http://schemas.microsoft.com/office/drawing/2014/main" id="{DAAF46D5-1207-4A05-8BED-F098BDC4F1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294"/>
                <a:ext cx="60" cy="192"/>
              </a:xfrm>
              <a:custGeom>
                <a:avLst/>
                <a:gdLst>
                  <a:gd name="T0" fmla="*/ 27 w 60"/>
                  <a:gd name="T1" fmla="*/ 0 h 192"/>
                  <a:gd name="T2" fmla="*/ 60 w 60"/>
                  <a:gd name="T3" fmla="*/ 6 h 192"/>
                  <a:gd name="T4" fmla="*/ 0 w 60"/>
                  <a:gd name="T5" fmla="*/ 192 h 192"/>
                  <a:gd name="T6" fmla="*/ 27 w 60"/>
                  <a:gd name="T7" fmla="*/ 0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92">
                    <a:moveTo>
                      <a:pt x="27" y="0"/>
                    </a:moveTo>
                    <a:lnTo>
                      <a:pt x="60" y="6"/>
                    </a:lnTo>
                    <a:lnTo>
                      <a:pt x="0" y="19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068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5" name="Freeform 137">
                <a:extLst>
                  <a:ext uri="{FF2B5EF4-FFF2-40B4-BE49-F238E27FC236}">
                    <a16:creationId xmlns:a16="http://schemas.microsoft.com/office/drawing/2014/main" id="{C7369C44-A046-4143-A8E5-FDD06BE87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294"/>
                <a:ext cx="60" cy="192"/>
              </a:xfrm>
              <a:custGeom>
                <a:avLst/>
                <a:gdLst>
                  <a:gd name="T0" fmla="*/ 27 w 60"/>
                  <a:gd name="T1" fmla="*/ 0 h 192"/>
                  <a:gd name="T2" fmla="*/ 60 w 60"/>
                  <a:gd name="T3" fmla="*/ 6 h 192"/>
                  <a:gd name="T4" fmla="*/ 0 w 60"/>
                  <a:gd name="T5" fmla="*/ 192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192">
                    <a:moveTo>
                      <a:pt x="27" y="0"/>
                    </a:moveTo>
                    <a:lnTo>
                      <a:pt x="60" y="6"/>
                    </a:lnTo>
                    <a:lnTo>
                      <a:pt x="0" y="19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" name="Freeform 138">
                <a:extLst>
                  <a:ext uri="{FF2B5EF4-FFF2-40B4-BE49-F238E27FC236}">
                    <a16:creationId xmlns:a16="http://schemas.microsoft.com/office/drawing/2014/main" id="{5B416F20-41B7-426E-9857-FE5BF8299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779"/>
                <a:ext cx="46" cy="152"/>
              </a:xfrm>
              <a:custGeom>
                <a:avLst/>
                <a:gdLst>
                  <a:gd name="T0" fmla="*/ 46 w 46"/>
                  <a:gd name="T1" fmla="*/ 152 h 152"/>
                  <a:gd name="T2" fmla="*/ 0 w 46"/>
                  <a:gd name="T3" fmla="*/ 152 h 152"/>
                  <a:gd name="T4" fmla="*/ 0 w 46"/>
                  <a:gd name="T5" fmla="*/ 0 h 152"/>
                  <a:gd name="T6" fmla="*/ 46 w 46"/>
                  <a:gd name="T7" fmla="*/ 152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52">
                    <a:moveTo>
                      <a:pt x="46" y="152"/>
                    </a:moveTo>
                    <a:lnTo>
                      <a:pt x="0" y="152"/>
                    </a:lnTo>
                    <a:lnTo>
                      <a:pt x="0" y="0"/>
                    </a:lnTo>
                    <a:lnTo>
                      <a:pt x="46" y="152"/>
                    </a:lnTo>
                    <a:close/>
                  </a:path>
                </a:pathLst>
              </a:custGeom>
              <a:solidFill>
                <a:srgbClr val="A05C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7" name="Freeform 139">
                <a:extLst>
                  <a:ext uri="{FF2B5EF4-FFF2-40B4-BE49-F238E27FC236}">
                    <a16:creationId xmlns:a16="http://schemas.microsoft.com/office/drawing/2014/main" id="{7AA5B7A9-8751-4C25-809D-2272DC7A2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779"/>
                <a:ext cx="46" cy="152"/>
              </a:xfrm>
              <a:custGeom>
                <a:avLst/>
                <a:gdLst>
                  <a:gd name="T0" fmla="*/ 46 w 46"/>
                  <a:gd name="T1" fmla="*/ 152 h 152"/>
                  <a:gd name="T2" fmla="*/ 0 w 46"/>
                  <a:gd name="T3" fmla="*/ 152 h 152"/>
                  <a:gd name="T4" fmla="*/ 0 w 46"/>
                  <a:gd name="T5" fmla="*/ 0 h 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52">
                    <a:moveTo>
                      <a:pt x="46" y="152"/>
                    </a:moveTo>
                    <a:lnTo>
                      <a:pt x="0" y="15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8" name="Freeform 140">
                <a:extLst>
                  <a:ext uri="{FF2B5EF4-FFF2-40B4-BE49-F238E27FC236}">
                    <a16:creationId xmlns:a16="http://schemas.microsoft.com/office/drawing/2014/main" id="{2E7A3325-2124-4C6F-9B88-482C5FCB1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772"/>
                <a:ext cx="47" cy="159"/>
              </a:xfrm>
              <a:custGeom>
                <a:avLst/>
                <a:gdLst>
                  <a:gd name="T0" fmla="*/ 0 w 47"/>
                  <a:gd name="T1" fmla="*/ 0 h 159"/>
                  <a:gd name="T2" fmla="*/ 47 w 47"/>
                  <a:gd name="T3" fmla="*/ 7 h 159"/>
                  <a:gd name="T4" fmla="*/ 47 w 47"/>
                  <a:gd name="T5" fmla="*/ 159 h 159"/>
                  <a:gd name="T6" fmla="*/ 0 w 47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159">
                    <a:moveTo>
                      <a:pt x="0" y="0"/>
                    </a:moveTo>
                    <a:lnTo>
                      <a:pt x="47" y="7"/>
                    </a:lnTo>
                    <a:lnTo>
                      <a:pt x="47" y="1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85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9" name="Freeform 141">
                <a:extLst>
                  <a:ext uri="{FF2B5EF4-FFF2-40B4-BE49-F238E27FC236}">
                    <a16:creationId xmlns:a16="http://schemas.microsoft.com/office/drawing/2014/main" id="{A053187D-7630-41ED-B887-CF8C21FC2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772"/>
                <a:ext cx="47" cy="159"/>
              </a:xfrm>
              <a:custGeom>
                <a:avLst/>
                <a:gdLst>
                  <a:gd name="T0" fmla="*/ 0 w 47"/>
                  <a:gd name="T1" fmla="*/ 0 h 159"/>
                  <a:gd name="T2" fmla="*/ 47 w 47"/>
                  <a:gd name="T3" fmla="*/ 7 h 159"/>
                  <a:gd name="T4" fmla="*/ 47 w 47"/>
                  <a:gd name="T5" fmla="*/ 159 h 1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159">
                    <a:moveTo>
                      <a:pt x="0" y="0"/>
                    </a:moveTo>
                    <a:lnTo>
                      <a:pt x="47" y="7"/>
                    </a:lnTo>
                    <a:lnTo>
                      <a:pt x="47" y="15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0" name="Freeform 142">
                <a:extLst>
                  <a:ext uri="{FF2B5EF4-FFF2-40B4-BE49-F238E27FC236}">
                    <a16:creationId xmlns:a16="http://schemas.microsoft.com/office/drawing/2014/main" id="{0CB0484D-4A54-4A65-BC30-D4DF93D81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054"/>
                <a:ext cx="92" cy="147"/>
              </a:xfrm>
              <a:custGeom>
                <a:avLst/>
                <a:gdLst>
                  <a:gd name="T0" fmla="*/ 39 w 92"/>
                  <a:gd name="T1" fmla="*/ 147 h 147"/>
                  <a:gd name="T2" fmla="*/ 0 w 92"/>
                  <a:gd name="T3" fmla="*/ 133 h 147"/>
                  <a:gd name="T4" fmla="*/ 92 w 92"/>
                  <a:gd name="T5" fmla="*/ 0 h 147"/>
                  <a:gd name="T6" fmla="*/ 39 w 92"/>
                  <a:gd name="T7" fmla="*/ 147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2" h="147">
                    <a:moveTo>
                      <a:pt x="39" y="147"/>
                    </a:moveTo>
                    <a:lnTo>
                      <a:pt x="0" y="133"/>
                    </a:lnTo>
                    <a:lnTo>
                      <a:pt x="92" y="0"/>
                    </a:lnTo>
                    <a:lnTo>
                      <a:pt x="39" y="147"/>
                    </a:lnTo>
                    <a:close/>
                  </a:path>
                </a:pathLst>
              </a:custGeom>
              <a:solidFill>
                <a:srgbClr val="B0B8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1" name="Freeform 143">
                <a:extLst>
                  <a:ext uri="{FF2B5EF4-FFF2-40B4-BE49-F238E27FC236}">
                    <a16:creationId xmlns:a16="http://schemas.microsoft.com/office/drawing/2014/main" id="{64300BA9-4FEB-448C-B73D-7C2EC6328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" y="1054"/>
                <a:ext cx="92" cy="147"/>
              </a:xfrm>
              <a:custGeom>
                <a:avLst/>
                <a:gdLst>
                  <a:gd name="T0" fmla="*/ 39 w 92"/>
                  <a:gd name="T1" fmla="*/ 147 h 147"/>
                  <a:gd name="T2" fmla="*/ 0 w 92"/>
                  <a:gd name="T3" fmla="*/ 133 h 147"/>
                  <a:gd name="T4" fmla="*/ 92 w 92"/>
                  <a:gd name="T5" fmla="*/ 0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147">
                    <a:moveTo>
                      <a:pt x="39" y="147"/>
                    </a:moveTo>
                    <a:lnTo>
                      <a:pt x="0" y="133"/>
                    </a:lnTo>
                    <a:lnTo>
                      <a:pt x="92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2" name="Freeform 144">
                <a:extLst>
                  <a:ext uri="{FF2B5EF4-FFF2-40B4-BE49-F238E27FC236}">
                    <a16:creationId xmlns:a16="http://schemas.microsoft.com/office/drawing/2014/main" id="{695B9569-3E80-4899-8286-7730C43B4E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054"/>
                <a:ext cx="93" cy="147"/>
              </a:xfrm>
              <a:custGeom>
                <a:avLst/>
                <a:gdLst>
                  <a:gd name="T0" fmla="*/ 53 w 93"/>
                  <a:gd name="T1" fmla="*/ 0 h 147"/>
                  <a:gd name="T2" fmla="*/ 93 w 93"/>
                  <a:gd name="T3" fmla="*/ 14 h 147"/>
                  <a:gd name="T4" fmla="*/ 0 w 93"/>
                  <a:gd name="T5" fmla="*/ 147 h 147"/>
                  <a:gd name="T6" fmla="*/ 53 w 93"/>
                  <a:gd name="T7" fmla="*/ 0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47">
                    <a:moveTo>
                      <a:pt x="53" y="0"/>
                    </a:moveTo>
                    <a:lnTo>
                      <a:pt x="93" y="14"/>
                    </a:lnTo>
                    <a:lnTo>
                      <a:pt x="0" y="147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B0B8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3" name="Freeform 145">
                <a:extLst>
                  <a:ext uri="{FF2B5EF4-FFF2-40B4-BE49-F238E27FC236}">
                    <a16:creationId xmlns:a16="http://schemas.microsoft.com/office/drawing/2014/main" id="{C8BBB13B-C7C2-45AD-8B3A-ED8FB9E1F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054"/>
                <a:ext cx="93" cy="147"/>
              </a:xfrm>
              <a:custGeom>
                <a:avLst/>
                <a:gdLst>
                  <a:gd name="T0" fmla="*/ 53 w 93"/>
                  <a:gd name="T1" fmla="*/ 0 h 147"/>
                  <a:gd name="T2" fmla="*/ 93 w 93"/>
                  <a:gd name="T3" fmla="*/ 14 h 147"/>
                  <a:gd name="T4" fmla="*/ 0 w 93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47">
                    <a:moveTo>
                      <a:pt x="53" y="0"/>
                    </a:moveTo>
                    <a:lnTo>
                      <a:pt x="93" y="14"/>
                    </a:lnTo>
                    <a:lnTo>
                      <a:pt x="0" y="1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4" name="Freeform 146">
                <a:extLst>
                  <a:ext uri="{FF2B5EF4-FFF2-40B4-BE49-F238E27FC236}">
                    <a16:creationId xmlns:a16="http://schemas.microsoft.com/office/drawing/2014/main" id="{674BDE2B-3F6C-428C-A0B8-7874C43C4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785"/>
                <a:ext cx="53" cy="153"/>
              </a:xfrm>
              <a:custGeom>
                <a:avLst/>
                <a:gdLst>
                  <a:gd name="T0" fmla="*/ 53 w 53"/>
                  <a:gd name="T1" fmla="*/ 153 h 153"/>
                  <a:gd name="T2" fmla="*/ 0 w 53"/>
                  <a:gd name="T3" fmla="*/ 146 h 153"/>
                  <a:gd name="T4" fmla="*/ 0 w 53"/>
                  <a:gd name="T5" fmla="*/ 0 h 153"/>
                  <a:gd name="T6" fmla="*/ 53 w 53"/>
                  <a:gd name="T7" fmla="*/ 153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53">
                    <a:moveTo>
                      <a:pt x="53" y="153"/>
                    </a:moveTo>
                    <a:lnTo>
                      <a:pt x="0" y="146"/>
                    </a:lnTo>
                    <a:lnTo>
                      <a:pt x="0" y="0"/>
                    </a:lnTo>
                    <a:lnTo>
                      <a:pt x="53" y="153"/>
                    </a:lnTo>
                    <a:close/>
                  </a:path>
                </a:pathLst>
              </a:custGeom>
              <a:solidFill>
                <a:srgbClr val="A86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5" name="Freeform 147">
                <a:extLst>
                  <a:ext uri="{FF2B5EF4-FFF2-40B4-BE49-F238E27FC236}">
                    <a16:creationId xmlns:a16="http://schemas.microsoft.com/office/drawing/2014/main" id="{1745AC86-C6D6-4850-AC79-8F93ADBE7B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785"/>
                <a:ext cx="53" cy="153"/>
              </a:xfrm>
              <a:custGeom>
                <a:avLst/>
                <a:gdLst>
                  <a:gd name="T0" fmla="*/ 53 w 53"/>
                  <a:gd name="T1" fmla="*/ 153 h 153"/>
                  <a:gd name="T2" fmla="*/ 0 w 53"/>
                  <a:gd name="T3" fmla="*/ 146 h 153"/>
                  <a:gd name="T4" fmla="*/ 0 w 53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53">
                    <a:moveTo>
                      <a:pt x="53" y="153"/>
                    </a:moveTo>
                    <a:lnTo>
                      <a:pt x="0" y="14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" name="Freeform 148">
                <a:extLst>
                  <a:ext uri="{FF2B5EF4-FFF2-40B4-BE49-F238E27FC236}">
                    <a16:creationId xmlns:a16="http://schemas.microsoft.com/office/drawing/2014/main" id="{D7BF0849-3B5F-4932-A0F2-7B8D41128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779"/>
                <a:ext cx="46" cy="152"/>
              </a:xfrm>
              <a:custGeom>
                <a:avLst/>
                <a:gdLst>
                  <a:gd name="T0" fmla="*/ 0 w 46"/>
                  <a:gd name="T1" fmla="*/ 0 h 152"/>
                  <a:gd name="T2" fmla="*/ 46 w 46"/>
                  <a:gd name="T3" fmla="*/ 6 h 152"/>
                  <a:gd name="T4" fmla="*/ 46 w 46"/>
                  <a:gd name="T5" fmla="*/ 152 h 152"/>
                  <a:gd name="T6" fmla="*/ 0 w 46"/>
                  <a:gd name="T7" fmla="*/ 0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152">
                    <a:moveTo>
                      <a:pt x="0" y="0"/>
                    </a:moveTo>
                    <a:lnTo>
                      <a:pt x="46" y="6"/>
                    </a:lnTo>
                    <a:lnTo>
                      <a:pt x="46" y="15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05C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" name="Freeform 149">
                <a:extLst>
                  <a:ext uri="{FF2B5EF4-FFF2-40B4-BE49-F238E27FC236}">
                    <a16:creationId xmlns:a16="http://schemas.microsoft.com/office/drawing/2014/main" id="{15B9B063-5DCA-4B82-99C4-2E3271354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2" y="1779"/>
                <a:ext cx="46" cy="152"/>
              </a:xfrm>
              <a:custGeom>
                <a:avLst/>
                <a:gdLst>
                  <a:gd name="T0" fmla="*/ 0 w 46"/>
                  <a:gd name="T1" fmla="*/ 0 h 152"/>
                  <a:gd name="T2" fmla="*/ 46 w 46"/>
                  <a:gd name="T3" fmla="*/ 6 h 152"/>
                  <a:gd name="T4" fmla="*/ 46 w 46"/>
                  <a:gd name="T5" fmla="*/ 152 h 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152">
                    <a:moveTo>
                      <a:pt x="0" y="0"/>
                    </a:moveTo>
                    <a:lnTo>
                      <a:pt x="46" y="6"/>
                    </a:lnTo>
                    <a:lnTo>
                      <a:pt x="46" y="15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8" name="Freeform 150">
                <a:extLst>
                  <a:ext uri="{FF2B5EF4-FFF2-40B4-BE49-F238E27FC236}">
                    <a16:creationId xmlns:a16="http://schemas.microsoft.com/office/drawing/2014/main" id="{DAF516E7-72D1-4CF0-B54E-1F64994AF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799"/>
                <a:ext cx="53" cy="119"/>
              </a:xfrm>
              <a:custGeom>
                <a:avLst/>
                <a:gdLst>
                  <a:gd name="T0" fmla="*/ 53 w 53"/>
                  <a:gd name="T1" fmla="*/ 106 h 119"/>
                  <a:gd name="T2" fmla="*/ 0 w 53"/>
                  <a:gd name="T3" fmla="*/ 119 h 119"/>
                  <a:gd name="T4" fmla="*/ 0 w 53"/>
                  <a:gd name="T5" fmla="*/ 0 h 119"/>
                  <a:gd name="T6" fmla="*/ 53 w 53"/>
                  <a:gd name="T7" fmla="*/ 106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19">
                    <a:moveTo>
                      <a:pt x="53" y="106"/>
                    </a:moveTo>
                    <a:lnTo>
                      <a:pt x="0" y="119"/>
                    </a:lnTo>
                    <a:lnTo>
                      <a:pt x="0" y="0"/>
                    </a:lnTo>
                    <a:lnTo>
                      <a:pt x="53" y="106"/>
                    </a:lnTo>
                    <a:close/>
                  </a:path>
                </a:pathLst>
              </a:custGeom>
              <a:solidFill>
                <a:srgbClr val="C07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9" name="Freeform 151">
                <a:extLst>
                  <a:ext uri="{FF2B5EF4-FFF2-40B4-BE49-F238E27FC236}">
                    <a16:creationId xmlns:a16="http://schemas.microsoft.com/office/drawing/2014/main" id="{68A230D0-711C-4593-A9AF-A696E5EC61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799"/>
                <a:ext cx="53" cy="119"/>
              </a:xfrm>
              <a:custGeom>
                <a:avLst/>
                <a:gdLst>
                  <a:gd name="T0" fmla="*/ 53 w 53"/>
                  <a:gd name="T1" fmla="*/ 106 h 119"/>
                  <a:gd name="T2" fmla="*/ 0 w 53"/>
                  <a:gd name="T3" fmla="*/ 119 h 119"/>
                  <a:gd name="T4" fmla="*/ 0 w 53"/>
                  <a:gd name="T5" fmla="*/ 0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19">
                    <a:moveTo>
                      <a:pt x="53" y="106"/>
                    </a:moveTo>
                    <a:lnTo>
                      <a:pt x="0" y="119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0" name="Freeform 152">
                <a:extLst>
                  <a:ext uri="{FF2B5EF4-FFF2-40B4-BE49-F238E27FC236}">
                    <a16:creationId xmlns:a16="http://schemas.microsoft.com/office/drawing/2014/main" id="{7073AEBF-F41D-4640-8E5B-0B96AAD7A4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799"/>
                <a:ext cx="59" cy="106"/>
              </a:xfrm>
              <a:custGeom>
                <a:avLst/>
                <a:gdLst>
                  <a:gd name="T0" fmla="*/ 0 w 59"/>
                  <a:gd name="T1" fmla="*/ 0 h 106"/>
                  <a:gd name="T2" fmla="*/ 59 w 59"/>
                  <a:gd name="T3" fmla="*/ 0 h 106"/>
                  <a:gd name="T4" fmla="*/ 53 w 59"/>
                  <a:gd name="T5" fmla="*/ 106 h 106"/>
                  <a:gd name="T6" fmla="*/ 0 w 59"/>
                  <a:gd name="T7" fmla="*/ 0 h 1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106">
                    <a:moveTo>
                      <a:pt x="0" y="0"/>
                    </a:moveTo>
                    <a:lnTo>
                      <a:pt x="59" y="0"/>
                    </a:lnTo>
                    <a:lnTo>
                      <a:pt x="53" y="1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7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1" name="Freeform 153">
                <a:extLst>
                  <a:ext uri="{FF2B5EF4-FFF2-40B4-BE49-F238E27FC236}">
                    <a16:creationId xmlns:a16="http://schemas.microsoft.com/office/drawing/2014/main" id="{AF621075-A0D7-428A-B68E-B2674554B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799"/>
                <a:ext cx="59" cy="106"/>
              </a:xfrm>
              <a:custGeom>
                <a:avLst/>
                <a:gdLst>
                  <a:gd name="T0" fmla="*/ 0 w 59"/>
                  <a:gd name="T1" fmla="*/ 0 h 106"/>
                  <a:gd name="T2" fmla="*/ 59 w 59"/>
                  <a:gd name="T3" fmla="*/ 0 h 106"/>
                  <a:gd name="T4" fmla="*/ 53 w 59"/>
                  <a:gd name="T5" fmla="*/ 106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9" h="106">
                    <a:moveTo>
                      <a:pt x="0" y="0"/>
                    </a:moveTo>
                    <a:lnTo>
                      <a:pt x="59" y="0"/>
                    </a:lnTo>
                    <a:lnTo>
                      <a:pt x="53" y="1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2" name="Freeform 154">
                <a:extLst>
                  <a:ext uri="{FF2B5EF4-FFF2-40B4-BE49-F238E27FC236}">
                    <a16:creationId xmlns:a16="http://schemas.microsoft.com/office/drawing/2014/main" id="{F796F4C4-8530-4CB7-9C02-8796F8811B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141"/>
                <a:ext cx="79" cy="179"/>
              </a:xfrm>
              <a:custGeom>
                <a:avLst/>
                <a:gdLst>
                  <a:gd name="T0" fmla="*/ 33 w 79"/>
                  <a:gd name="T1" fmla="*/ 179 h 179"/>
                  <a:gd name="T2" fmla="*/ 0 w 79"/>
                  <a:gd name="T3" fmla="*/ 166 h 179"/>
                  <a:gd name="T4" fmla="*/ 79 w 79"/>
                  <a:gd name="T5" fmla="*/ 0 h 179"/>
                  <a:gd name="T6" fmla="*/ 33 w 79"/>
                  <a:gd name="T7" fmla="*/ 179 h 1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79">
                    <a:moveTo>
                      <a:pt x="33" y="179"/>
                    </a:moveTo>
                    <a:lnTo>
                      <a:pt x="0" y="166"/>
                    </a:lnTo>
                    <a:lnTo>
                      <a:pt x="79" y="0"/>
                    </a:lnTo>
                    <a:lnTo>
                      <a:pt x="33" y="179"/>
                    </a:lnTo>
                    <a:close/>
                  </a:path>
                </a:pathLst>
              </a:custGeom>
              <a:solidFill>
                <a:srgbClr val="888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3" name="Freeform 155">
                <a:extLst>
                  <a:ext uri="{FF2B5EF4-FFF2-40B4-BE49-F238E27FC236}">
                    <a16:creationId xmlns:a16="http://schemas.microsoft.com/office/drawing/2014/main" id="{9D3AA451-7F32-4DF4-B5ED-6D4DF3BDD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0" y="1141"/>
                <a:ext cx="79" cy="179"/>
              </a:xfrm>
              <a:custGeom>
                <a:avLst/>
                <a:gdLst>
                  <a:gd name="T0" fmla="*/ 33 w 79"/>
                  <a:gd name="T1" fmla="*/ 179 h 179"/>
                  <a:gd name="T2" fmla="*/ 0 w 79"/>
                  <a:gd name="T3" fmla="*/ 166 h 179"/>
                  <a:gd name="T4" fmla="*/ 79 w 79"/>
                  <a:gd name="T5" fmla="*/ 0 h 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79">
                    <a:moveTo>
                      <a:pt x="33" y="179"/>
                    </a:moveTo>
                    <a:lnTo>
                      <a:pt x="0" y="166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4" name="Freeform 156">
                <a:extLst>
                  <a:ext uri="{FF2B5EF4-FFF2-40B4-BE49-F238E27FC236}">
                    <a16:creationId xmlns:a16="http://schemas.microsoft.com/office/drawing/2014/main" id="{CF6AAC6E-9E40-4E24-8529-748ADCE06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1141"/>
                <a:ext cx="86" cy="179"/>
              </a:xfrm>
              <a:custGeom>
                <a:avLst/>
                <a:gdLst>
                  <a:gd name="T0" fmla="*/ 46 w 86"/>
                  <a:gd name="T1" fmla="*/ 0 h 179"/>
                  <a:gd name="T2" fmla="*/ 86 w 86"/>
                  <a:gd name="T3" fmla="*/ 6 h 179"/>
                  <a:gd name="T4" fmla="*/ 0 w 86"/>
                  <a:gd name="T5" fmla="*/ 179 h 179"/>
                  <a:gd name="T6" fmla="*/ 46 w 86"/>
                  <a:gd name="T7" fmla="*/ 0 h 17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79">
                    <a:moveTo>
                      <a:pt x="46" y="0"/>
                    </a:moveTo>
                    <a:lnTo>
                      <a:pt x="86" y="6"/>
                    </a:lnTo>
                    <a:lnTo>
                      <a:pt x="0" y="179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888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5" name="Freeform 157">
                <a:extLst>
                  <a:ext uri="{FF2B5EF4-FFF2-40B4-BE49-F238E27FC236}">
                    <a16:creationId xmlns:a16="http://schemas.microsoft.com/office/drawing/2014/main" id="{9DDD81F8-2238-474C-B7A0-9E6C3A648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1141"/>
                <a:ext cx="86" cy="179"/>
              </a:xfrm>
              <a:custGeom>
                <a:avLst/>
                <a:gdLst>
                  <a:gd name="T0" fmla="*/ 46 w 86"/>
                  <a:gd name="T1" fmla="*/ 0 h 179"/>
                  <a:gd name="T2" fmla="*/ 86 w 86"/>
                  <a:gd name="T3" fmla="*/ 6 h 179"/>
                  <a:gd name="T4" fmla="*/ 0 w 86"/>
                  <a:gd name="T5" fmla="*/ 179 h 1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79">
                    <a:moveTo>
                      <a:pt x="46" y="0"/>
                    </a:moveTo>
                    <a:lnTo>
                      <a:pt x="86" y="6"/>
                    </a:lnTo>
                    <a:lnTo>
                      <a:pt x="0" y="17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" name="Freeform 158">
                <a:extLst>
                  <a:ext uri="{FF2B5EF4-FFF2-40B4-BE49-F238E27FC236}">
                    <a16:creationId xmlns:a16="http://schemas.microsoft.com/office/drawing/2014/main" id="{603CFA15-5A2E-4404-9CC3-1A7B18415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792"/>
                <a:ext cx="53" cy="146"/>
              </a:xfrm>
              <a:custGeom>
                <a:avLst/>
                <a:gdLst>
                  <a:gd name="T0" fmla="*/ 53 w 53"/>
                  <a:gd name="T1" fmla="*/ 139 h 146"/>
                  <a:gd name="T2" fmla="*/ 7 w 53"/>
                  <a:gd name="T3" fmla="*/ 146 h 146"/>
                  <a:gd name="T4" fmla="*/ 0 w 53"/>
                  <a:gd name="T5" fmla="*/ 0 h 146"/>
                  <a:gd name="T6" fmla="*/ 53 w 53"/>
                  <a:gd name="T7" fmla="*/ 139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46">
                    <a:moveTo>
                      <a:pt x="53" y="139"/>
                    </a:moveTo>
                    <a:lnTo>
                      <a:pt x="7" y="146"/>
                    </a:lnTo>
                    <a:lnTo>
                      <a:pt x="0" y="0"/>
                    </a:lnTo>
                    <a:lnTo>
                      <a:pt x="53" y="139"/>
                    </a:lnTo>
                    <a:close/>
                  </a:path>
                </a:pathLst>
              </a:custGeom>
              <a:solidFill>
                <a:srgbClr val="A86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" name="Freeform 159">
                <a:extLst>
                  <a:ext uri="{FF2B5EF4-FFF2-40B4-BE49-F238E27FC236}">
                    <a16:creationId xmlns:a16="http://schemas.microsoft.com/office/drawing/2014/main" id="{67C8D686-D600-4E50-845B-0950362CE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792"/>
                <a:ext cx="53" cy="146"/>
              </a:xfrm>
              <a:custGeom>
                <a:avLst/>
                <a:gdLst>
                  <a:gd name="T0" fmla="*/ 53 w 53"/>
                  <a:gd name="T1" fmla="*/ 139 h 146"/>
                  <a:gd name="T2" fmla="*/ 7 w 53"/>
                  <a:gd name="T3" fmla="*/ 146 h 146"/>
                  <a:gd name="T4" fmla="*/ 0 w 53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46">
                    <a:moveTo>
                      <a:pt x="53" y="139"/>
                    </a:moveTo>
                    <a:lnTo>
                      <a:pt x="7" y="146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" name="Freeform 160">
                <a:extLst>
                  <a:ext uri="{FF2B5EF4-FFF2-40B4-BE49-F238E27FC236}">
                    <a16:creationId xmlns:a16="http://schemas.microsoft.com/office/drawing/2014/main" id="{368D996D-39AC-4273-BFD6-9B3D6003B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785"/>
                <a:ext cx="53" cy="153"/>
              </a:xfrm>
              <a:custGeom>
                <a:avLst/>
                <a:gdLst>
                  <a:gd name="T0" fmla="*/ 0 w 53"/>
                  <a:gd name="T1" fmla="*/ 0 h 153"/>
                  <a:gd name="T2" fmla="*/ 46 w 53"/>
                  <a:gd name="T3" fmla="*/ 7 h 153"/>
                  <a:gd name="T4" fmla="*/ 53 w 53"/>
                  <a:gd name="T5" fmla="*/ 153 h 153"/>
                  <a:gd name="T6" fmla="*/ 0 w 53"/>
                  <a:gd name="T7" fmla="*/ 0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53">
                    <a:moveTo>
                      <a:pt x="0" y="0"/>
                    </a:moveTo>
                    <a:lnTo>
                      <a:pt x="46" y="7"/>
                    </a:lnTo>
                    <a:lnTo>
                      <a:pt x="53" y="1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86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" name="Freeform 161">
                <a:extLst>
                  <a:ext uri="{FF2B5EF4-FFF2-40B4-BE49-F238E27FC236}">
                    <a16:creationId xmlns:a16="http://schemas.microsoft.com/office/drawing/2014/main" id="{C0C1F86F-9324-477F-BA77-A7B8DBB31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785"/>
                <a:ext cx="53" cy="153"/>
              </a:xfrm>
              <a:custGeom>
                <a:avLst/>
                <a:gdLst>
                  <a:gd name="T0" fmla="*/ 0 w 53"/>
                  <a:gd name="T1" fmla="*/ 0 h 153"/>
                  <a:gd name="T2" fmla="*/ 46 w 53"/>
                  <a:gd name="T3" fmla="*/ 7 h 153"/>
                  <a:gd name="T4" fmla="*/ 53 w 53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53">
                    <a:moveTo>
                      <a:pt x="0" y="0"/>
                    </a:moveTo>
                    <a:lnTo>
                      <a:pt x="46" y="7"/>
                    </a:lnTo>
                    <a:lnTo>
                      <a:pt x="53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" name="Freeform 162">
                <a:extLst>
                  <a:ext uri="{FF2B5EF4-FFF2-40B4-BE49-F238E27FC236}">
                    <a16:creationId xmlns:a16="http://schemas.microsoft.com/office/drawing/2014/main" id="{5E6A0605-BAAC-4F59-870E-DD837A08F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068"/>
                <a:ext cx="93" cy="153"/>
              </a:xfrm>
              <a:custGeom>
                <a:avLst/>
                <a:gdLst>
                  <a:gd name="T0" fmla="*/ 40 w 93"/>
                  <a:gd name="T1" fmla="*/ 153 h 153"/>
                  <a:gd name="T2" fmla="*/ 0 w 93"/>
                  <a:gd name="T3" fmla="*/ 133 h 153"/>
                  <a:gd name="T4" fmla="*/ 93 w 93"/>
                  <a:gd name="T5" fmla="*/ 0 h 153"/>
                  <a:gd name="T6" fmla="*/ 40 w 93"/>
                  <a:gd name="T7" fmla="*/ 153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53">
                    <a:moveTo>
                      <a:pt x="40" y="153"/>
                    </a:moveTo>
                    <a:lnTo>
                      <a:pt x="0" y="133"/>
                    </a:lnTo>
                    <a:lnTo>
                      <a:pt x="93" y="0"/>
                    </a:lnTo>
                    <a:lnTo>
                      <a:pt x="40" y="153"/>
                    </a:lnTo>
                    <a:close/>
                  </a:path>
                </a:pathLst>
              </a:custGeom>
              <a:solidFill>
                <a:srgbClr val="B8B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" name="Freeform 163">
                <a:extLst>
                  <a:ext uri="{FF2B5EF4-FFF2-40B4-BE49-F238E27FC236}">
                    <a16:creationId xmlns:a16="http://schemas.microsoft.com/office/drawing/2014/main" id="{6746533D-CC47-40BD-8738-A1D02FC38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068"/>
                <a:ext cx="93" cy="153"/>
              </a:xfrm>
              <a:custGeom>
                <a:avLst/>
                <a:gdLst>
                  <a:gd name="T0" fmla="*/ 40 w 93"/>
                  <a:gd name="T1" fmla="*/ 153 h 153"/>
                  <a:gd name="T2" fmla="*/ 0 w 93"/>
                  <a:gd name="T3" fmla="*/ 133 h 153"/>
                  <a:gd name="T4" fmla="*/ 93 w 93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53">
                    <a:moveTo>
                      <a:pt x="40" y="153"/>
                    </a:moveTo>
                    <a:lnTo>
                      <a:pt x="0" y="133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2" name="Freeform 164">
                <a:extLst>
                  <a:ext uri="{FF2B5EF4-FFF2-40B4-BE49-F238E27FC236}">
                    <a16:creationId xmlns:a16="http://schemas.microsoft.com/office/drawing/2014/main" id="{BB60720D-185E-4226-95FE-73E990711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068"/>
                <a:ext cx="93" cy="153"/>
              </a:xfrm>
              <a:custGeom>
                <a:avLst/>
                <a:gdLst>
                  <a:gd name="T0" fmla="*/ 53 w 93"/>
                  <a:gd name="T1" fmla="*/ 0 h 153"/>
                  <a:gd name="T2" fmla="*/ 93 w 93"/>
                  <a:gd name="T3" fmla="*/ 20 h 153"/>
                  <a:gd name="T4" fmla="*/ 0 w 93"/>
                  <a:gd name="T5" fmla="*/ 153 h 153"/>
                  <a:gd name="T6" fmla="*/ 53 w 93"/>
                  <a:gd name="T7" fmla="*/ 0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53">
                    <a:moveTo>
                      <a:pt x="53" y="0"/>
                    </a:moveTo>
                    <a:lnTo>
                      <a:pt x="93" y="20"/>
                    </a:lnTo>
                    <a:lnTo>
                      <a:pt x="0" y="153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B8B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" name="Freeform 165">
                <a:extLst>
                  <a:ext uri="{FF2B5EF4-FFF2-40B4-BE49-F238E27FC236}">
                    <a16:creationId xmlns:a16="http://schemas.microsoft.com/office/drawing/2014/main" id="{F2AE8818-DF64-47B8-A8DD-BCE7E47BD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068"/>
                <a:ext cx="93" cy="153"/>
              </a:xfrm>
              <a:custGeom>
                <a:avLst/>
                <a:gdLst>
                  <a:gd name="T0" fmla="*/ 53 w 93"/>
                  <a:gd name="T1" fmla="*/ 0 h 153"/>
                  <a:gd name="T2" fmla="*/ 93 w 93"/>
                  <a:gd name="T3" fmla="*/ 20 h 153"/>
                  <a:gd name="T4" fmla="*/ 0 w 93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53">
                    <a:moveTo>
                      <a:pt x="53" y="0"/>
                    </a:moveTo>
                    <a:lnTo>
                      <a:pt x="93" y="20"/>
                    </a:lnTo>
                    <a:lnTo>
                      <a:pt x="0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" name="Freeform 166">
                <a:extLst>
                  <a:ext uri="{FF2B5EF4-FFF2-40B4-BE49-F238E27FC236}">
                    <a16:creationId xmlns:a16="http://schemas.microsoft.com/office/drawing/2014/main" id="{8797502F-0286-4E0D-A52C-C1F27313E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799"/>
                <a:ext cx="60" cy="132"/>
              </a:xfrm>
              <a:custGeom>
                <a:avLst/>
                <a:gdLst>
                  <a:gd name="T0" fmla="*/ 60 w 60"/>
                  <a:gd name="T1" fmla="*/ 119 h 132"/>
                  <a:gd name="T2" fmla="*/ 0 w 60"/>
                  <a:gd name="T3" fmla="*/ 132 h 132"/>
                  <a:gd name="T4" fmla="*/ 0 w 60"/>
                  <a:gd name="T5" fmla="*/ 0 h 132"/>
                  <a:gd name="T6" fmla="*/ 60 w 60"/>
                  <a:gd name="T7" fmla="*/ 119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32">
                    <a:moveTo>
                      <a:pt x="60" y="119"/>
                    </a:moveTo>
                    <a:lnTo>
                      <a:pt x="0" y="132"/>
                    </a:lnTo>
                    <a:lnTo>
                      <a:pt x="0" y="0"/>
                    </a:lnTo>
                    <a:lnTo>
                      <a:pt x="60" y="119"/>
                    </a:lnTo>
                    <a:close/>
                  </a:path>
                </a:pathLst>
              </a:custGeom>
              <a:solidFill>
                <a:srgbClr val="B87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5" name="Freeform 167">
                <a:extLst>
                  <a:ext uri="{FF2B5EF4-FFF2-40B4-BE49-F238E27FC236}">
                    <a16:creationId xmlns:a16="http://schemas.microsoft.com/office/drawing/2014/main" id="{F3850852-25C5-41AB-92BF-85E7F56F5B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799"/>
                <a:ext cx="60" cy="132"/>
              </a:xfrm>
              <a:custGeom>
                <a:avLst/>
                <a:gdLst>
                  <a:gd name="T0" fmla="*/ 60 w 60"/>
                  <a:gd name="T1" fmla="*/ 119 h 132"/>
                  <a:gd name="T2" fmla="*/ 0 w 60"/>
                  <a:gd name="T3" fmla="*/ 132 h 132"/>
                  <a:gd name="T4" fmla="*/ 0 w 60"/>
                  <a:gd name="T5" fmla="*/ 0 h 1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132">
                    <a:moveTo>
                      <a:pt x="60" y="119"/>
                    </a:moveTo>
                    <a:lnTo>
                      <a:pt x="0" y="13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" name="Freeform 168">
                <a:extLst>
                  <a:ext uri="{FF2B5EF4-FFF2-40B4-BE49-F238E27FC236}">
                    <a16:creationId xmlns:a16="http://schemas.microsoft.com/office/drawing/2014/main" id="{D3A915C7-5C42-4E4D-A9D9-40CB40FB4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799"/>
                <a:ext cx="60" cy="119"/>
              </a:xfrm>
              <a:custGeom>
                <a:avLst/>
                <a:gdLst>
                  <a:gd name="T0" fmla="*/ 0 w 60"/>
                  <a:gd name="T1" fmla="*/ 0 h 119"/>
                  <a:gd name="T2" fmla="*/ 60 w 60"/>
                  <a:gd name="T3" fmla="*/ 0 h 119"/>
                  <a:gd name="T4" fmla="*/ 60 w 60"/>
                  <a:gd name="T5" fmla="*/ 119 h 119"/>
                  <a:gd name="T6" fmla="*/ 0 w 60"/>
                  <a:gd name="T7" fmla="*/ 0 h 1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19">
                    <a:moveTo>
                      <a:pt x="0" y="0"/>
                    </a:moveTo>
                    <a:lnTo>
                      <a:pt x="60" y="0"/>
                    </a:lnTo>
                    <a:lnTo>
                      <a:pt x="60" y="1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7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" name="Freeform 169">
                <a:extLst>
                  <a:ext uri="{FF2B5EF4-FFF2-40B4-BE49-F238E27FC236}">
                    <a16:creationId xmlns:a16="http://schemas.microsoft.com/office/drawing/2014/main" id="{5EE5A8FA-0595-4BD7-B269-C877536C0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1799"/>
                <a:ext cx="60" cy="119"/>
              </a:xfrm>
              <a:custGeom>
                <a:avLst/>
                <a:gdLst>
                  <a:gd name="T0" fmla="*/ 0 w 60"/>
                  <a:gd name="T1" fmla="*/ 0 h 119"/>
                  <a:gd name="T2" fmla="*/ 60 w 60"/>
                  <a:gd name="T3" fmla="*/ 0 h 119"/>
                  <a:gd name="T4" fmla="*/ 60 w 60"/>
                  <a:gd name="T5" fmla="*/ 119 h 1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119">
                    <a:moveTo>
                      <a:pt x="0" y="0"/>
                    </a:moveTo>
                    <a:lnTo>
                      <a:pt x="60" y="0"/>
                    </a:lnTo>
                    <a:lnTo>
                      <a:pt x="60" y="11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8" name="Freeform 170">
                <a:extLst>
                  <a:ext uri="{FF2B5EF4-FFF2-40B4-BE49-F238E27FC236}">
                    <a16:creationId xmlns:a16="http://schemas.microsoft.com/office/drawing/2014/main" id="{B9F83A3F-7520-4B70-862C-2A40A607D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513"/>
                <a:ext cx="39" cy="206"/>
              </a:xfrm>
              <a:custGeom>
                <a:avLst/>
                <a:gdLst>
                  <a:gd name="T0" fmla="*/ 39 w 39"/>
                  <a:gd name="T1" fmla="*/ 206 h 206"/>
                  <a:gd name="T2" fmla="*/ 0 w 39"/>
                  <a:gd name="T3" fmla="*/ 186 h 206"/>
                  <a:gd name="T4" fmla="*/ 26 w 39"/>
                  <a:gd name="T5" fmla="*/ 0 h 206"/>
                  <a:gd name="T6" fmla="*/ 39 w 39"/>
                  <a:gd name="T7" fmla="*/ 206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206">
                    <a:moveTo>
                      <a:pt x="39" y="206"/>
                    </a:moveTo>
                    <a:lnTo>
                      <a:pt x="0" y="186"/>
                    </a:lnTo>
                    <a:lnTo>
                      <a:pt x="26" y="0"/>
                    </a:lnTo>
                    <a:lnTo>
                      <a:pt x="39" y="206"/>
                    </a:lnTo>
                    <a:close/>
                  </a:path>
                </a:pathLst>
              </a:custGeom>
              <a:solidFill>
                <a:srgbClr val="805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9" name="Freeform 171">
                <a:extLst>
                  <a:ext uri="{FF2B5EF4-FFF2-40B4-BE49-F238E27FC236}">
                    <a16:creationId xmlns:a16="http://schemas.microsoft.com/office/drawing/2014/main" id="{037010F0-6764-41AE-A475-34C4DEB4C1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513"/>
                <a:ext cx="39" cy="206"/>
              </a:xfrm>
              <a:custGeom>
                <a:avLst/>
                <a:gdLst>
                  <a:gd name="T0" fmla="*/ 39 w 39"/>
                  <a:gd name="T1" fmla="*/ 206 h 206"/>
                  <a:gd name="T2" fmla="*/ 0 w 39"/>
                  <a:gd name="T3" fmla="*/ 186 h 206"/>
                  <a:gd name="T4" fmla="*/ 26 w 39"/>
                  <a:gd name="T5" fmla="*/ 0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9" h="206">
                    <a:moveTo>
                      <a:pt x="39" y="206"/>
                    </a:moveTo>
                    <a:lnTo>
                      <a:pt x="0" y="186"/>
                    </a:lnTo>
                    <a:lnTo>
                      <a:pt x="2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0" name="Freeform 172">
                <a:extLst>
                  <a:ext uri="{FF2B5EF4-FFF2-40B4-BE49-F238E27FC236}">
                    <a16:creationId xmlns:a16="http://schemas.microsoft.com/office/drawing/2014/main" id="{20C313DF-DF5B-4A05-9A0C-98C65C6DD0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500"/>
                <a:ext cx="33" cy="199"/>
              </a:xfrm>
              <a:custGeom>
                <a:avLst/>
                <a:gdLst>
                  <a:gd name="T0" fmla="*/ 0 w 33"/>
                  <a:gd name="T1" fmla="*/ 0 h 199"/>
                  <a:gd name="T2" fmla="*/ 33 w 33"/>
                  <a:gd name="T3" fmla="*/ 13 h 199"/>
                  <a:gd name="T4" fmla="*/ 7 w 33"/>
                  <a:gd name="T5" fmla="*/ 199 h 199"/>
                  <a:gd name="T6" fmla="*/ 0 w 33"/>
                  <a:gd name="T7" fmla="*/ 0 h 1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99">
                    <a:moveTo>
                      <a:pt x="0" y="0"/>
                    </a:moveTo>
                    <a:lnTo>
                      <a:pt x="33" y="13"/>
                    </a:lnTo>
                    <a:lnTo>
                      <a:pt x="7" y="1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85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1" name="Freeform 173">
                <a:extLst>
                  <a:ext uri="{FF2B5EF4-FFF2-40B4-BE49-F238E27FC236}">
                    <a16:creationId xmlns:a16="http://schemas.microsoft.com/office/drawing/2014/main" id="{BBBFB798-16D5-45A1-9E6E-E18511FBA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500"/>
                <a:ext cx="33" cy="199"/>
              </a:xfrm>
              <a:custGeom>
                <a:avLst/>
                <a:gdLst>
                  <a:gd name="T0" fmla="*/ 0 w 33"/>
                  <a:gd name="T1" fmla="*/ 0 h 199"/>
                  <a:gd name="T2" fmla="*/ 33 w 33"/>
                  <a:gd name="T3" fmla="*/ 13 h 199"/>
                  <a:gd name="T4" fmla="*/ 7 w 33"/>
                  <a:gd name="T5" fmla="*/ 199 h 19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199">
                    <a:moveTo>
                      <a:pt x="0" y="0"/>
                    </a:moveTo>
                    <a:lnTo>
                      <a:pt x="33" y="13"/>
                    </a:lnTo>
                    <a:lnTo>
                      <a:pt x="7" y="19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" name="Freeform 174">
                <a:extLst>
                  <a:ext uri="{FF2B5EF4-FFF2-40B4-BE49-F238E27FC236}">
                    <a16:creationId xmlns:a16="http://schemas.microsoft.com/office/drawing/2014/main" id="{9ED34DF8-933E-4DC6-95D3-EA97382D3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1799"/>
                <a:ext cx="53" cy="132"/>
              </a:xfrm>
              <a:custGeom>
                <a:avLst/>
                <a:gdLst>
                  <a:gd name="T0" fmla="*/ 53 w 53"/>
                  <a:gd name="T1" fmla="*/ 132 h 132"/>
                  <a:gd name="T2" fmla="*/ 0 w 53"/>
                  <a:gd name="T3" fmla="*/ 132 h 132"/>
                  <a:gd name="T4" fmla="*/ 0 w 53"/>
                  <a:gd name="T5" fmla="*/ 0 h 132"/>
                  <a:gd name="T6" fmla="*/ 53 w 53"/>
                  <a:gd name="T7" fmla="*/ 132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32">
                    <a:moveTo>
                      <a:pt x="53" y="132"/>
                    </a:moveTo>
                    <a:lnTo>
                      <a:pt x="0" y="132"/>
                    </a:lnTo>
                    <a:lnTo>
                      <a:pt x="0" y="0"/>
                    </a:lnTo>
                    <a:lnTo>
                      <a:pt x="53" y="132"/>
                    </a:lnTo>
                    <a:close/>
                  </a:path>
                </a:pathLst>
              </a:custGeom>
              <a:solidFill>
                <a:srgbClr val="B06C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" name="Freeform 175">
                <a:extLst>
                  <a:ext uri="{FF2B5EF4-FFF2-40B4-BE49-F238E27FC236}">
                    <a16:creationId xmlns:a16="http://schemas.microsoft.com/office/drawing/2014/main" id="{BE753C09-C58C-4DD9-8436-F7515890A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1799"/>
                <a:ext cx="53" cy="132"/>
              </a:xfrm>
              <a:custGeom>
                <a:avLst/>
                <a:gdLst>
                  <a:gd name="T0" fmla="*/ 53 w 53"/>
                  <a:gd name="T1" fmla="*/ 132 h 132"/>
                  <a:gd name="T2" fmla="*/ 0 w 53"/>
                  <a:gd name="T3" fmla="*/ 132 h 132"/>
                  <a:gd name="T4" fmla="*/ 0 w 53"/>
                  <a:gd name="T5" fmla="*/ 0 h 1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32">
                    <a:moveTo>
                      <a:pt x="53" y="132"/>
                    </a:moveTo>
                    <a:lnTo>
                      <a:pt x="0" y="13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" name="Freeform 176">
                <a:extLst>
                  <a:ext uri="{FF2B5EF4-FFF2-40B4-BE49-F238E27FC236}">
                    <a16:creationId xmlns:a16="http://schemas.microsoft.com/office/drawing/2014/main" id="{5C2100EA-7E85-49B4-B2C5-8923457CAE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792"/>
                <a:ext cx="53" cy="139"/>
              </a:xfrm>
              <a:custGeom>
                <a:avLst/>
                <a:gdLst>
                  <a:gd name="T0" fmla="*/ 0 w 53"/>
                  <a:gd name="T1" fmla="*/ 0 h 139"/>
                  <a:gd name="T2" fmla="*/ 53 w 53"/>
                  <a:gd name="T3" fmla="*/ 7 h 139"/>
                  <a:gd name="T4" fmla="*/ 53 w 53"/>
                  <a:gd name="T5" fmla="*/ 139 h 139"/>
                  <a:gd name="T6" fmla="*/ 0 w 53"/>
                  <a:gd name="T7" fmla="*/ 0 h 1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39">
                    <a:moveTo>
                      <a:pt x="0" y="0"/>
                    </a:moveTo>
                    <a:lnTo>
                      <a:pt x="53" y="7"/>
                    </a:lnTo>
                    <a:lnTo>
                      <a:pt x="53" y="1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868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" name="Freeform 177">
                <a:extLst>
                  <a:ext uri="{FF2B5EF4-FFF2-40B4-BE49-F238E27FC236}">
                    <a16:creationId xmlns:a16="http://schemas.microsoft.com/office/drawing/2014/main" id="{4A808C5B-1C98-4946-B609-20C008CEC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4" y="1792"/>
                <a:ext cx="53" cy="139"/>
              </a:xfrm>
              <a:custGeom>
                <a:avLst/>
                <a:gdLst>
                  <a:gd name="T0" fmla="*/ 0 w 53"/>
                  <a:gd name="T1" fmla="*/ 0 h 139"/>
                  <a:gd name="T2" fmla="*/ 53 w 53"/>
                  <a:gd name="T3" fmla="*/ 7 h 139"/>
                  <a:gd name="T4" fmla="*/ 53 w 53"/>
                  <a:gd name="T5" fmla="*/ 139 h 1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39">
                    <a:moveTo>
                      <a:pt x="0" y="0"/>
                    </a:moveTo>
                    <a:lnTo>
                      <a:pt x="53" y="7"/>
                    </a:lnTo>
                    <a:lnTo>
                      <a:pt x="53" y="13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6" name="Freeform 178">
                <a:extLst>
                  <a:ext uri="{FF2B5EF4-FFF2-40B4-BE49-F238E27FC236}">
                    <a16:creationId xmlns:a16="http://schemas.microsoft.com/office/drawing/2014/main" id="{2F834E0A-2254-4F10-AA44-58ED4067C2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1799"/>
                <a:ext cx="53" cy="132"/>
              </a:xfrm>
              <a:custGeom>
                <a:avLst/>
                <a:gdLst>
                  <a:gd name="T0" fmla="*/ 0 w 53"/>
                  <a:gd name="T1" fmla="*/ 0 h 132"/>
                  <a:gd name="T2" fmla="*/ 53 w 53"/>
                  <a:gd name="T3" fmla="*/ 0 h 132"/>
                  <a:gd name="T4" fmla="*/ 53 w 53"/>
                  <a:gd name="T5" fmla="*/ 132 h 132"/>
                  <a:gd name="T6" fmla="*/ 0 w 53"/>
                  <a:gd name="T7" fmla="*/ 0 h 1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3" h="132">
                    <a:moveTo>
                      <a:pt x="0" y="0"/>
                    </a:moveTo>
                    <a:lnTo>
                      <a:pt x="53" y="0"/>
                    </a:lnTo>
                    <a:lnTo>
                      <a:pt x="53" y="1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6C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7" name="Freeform 179">
                <a:extLst>
                  <a:ext uri="{FF2B5EF4-FFF2-40B4-BE49-F238E27FC236}">
                    <a16:creationId xmlns:a16="http://schemas.microsoft.com/office/drawing/2014/main" id="{6A9A7EF3-B49B-40EF-B9CC-9CC6C072F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7" y="1799"/>
                <a:ext cx="53" cy="132"/>
              </a:xfrm>
              <a:custGeom>
                <a:avLst/>
                <a:gdLst>
                  <a:gd name="T0" fmla="*/ 0 w 53"/>
                  <a:gd name="T1" fmla="*/ 0 h 132"/>
                  <a:gd name="T2" fmla="*/ 53 w 53"/>
                  <a:gd name="T3" fmla="*/ 0 h 132"/>
                  <a:gd name="T4" fmla="*/ 53 w 53"/>
                  <a:gd name="T5" fmla="*/ 132 h 1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3" h="132">
                    <a:moveTo>
                      <a:pt x="0" y="0"/>
                    </a:moveTo>
                    <a:lnTo>
                      <a:pt x="53" y="0"/>
                    </a:lnTo>
                    <a:lnTo>
                      <a:pt x="53" y="13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8" name="Freeform 180">
                <a:extLst>
                  <a:ext uri="{FF2B5EF4-FFF2-40B4-BE49-F238E27FC236}">
                    <a16:creationId xmlns:a16="http://schemas.microsoft.com/office/drawing/2014/main" id="{A386D399-E9D7-4F01-B9DD-B9F0F35F87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088"/>
                <a:ext cx="93" cy="152"/>
              </a:xfrm>
              <a:custGeom>
                <a:avLst/>
                <a:gdLst>
                  <a:gd name="T0" fmla="*/ 46 w 93"/>
                  <a:gd name="T1" fmla="*/ 152 h 152"/>
                  <a:gd name="T2" fmla="*/ 0 w 93"/>
                  <a:gd name="T3" fmla="*/ 133 h 152"/>
                  <a:gd name="T4" fmla="*/ 93 w 93"/>
                  <a:gd name="T5" fmla="*/ 0 h 152"/>
                  <a:gd name="T6" fmla="*/ 46 w 93"/>
                  <a:gd name="T7" fmla="*/ 152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152">
                    <a:moveTo>
                      <a:pt x="46" y="152"/>
                    </a:moveTo>
                    <a:lnTo>
                      <a:pt x="0" y="133"/>
                    </a:lnTo>
                    <a:lnTo>
                      <a:pt x="93" y="0"/>
                    </a:lnTo>
                    <a:lnTo>
                      <a:pt x="46" y="152"/>
                    </a:lnTo>
                    <a:close/>
                  </a:path>
                </a:pathLst>
              </a:custGeom>
              <a:solidFill>
                <a:srgbClr val="B8B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9" name="Freeform 181">
                <a:extLst>
                  <a:ext uri="{FF2B5EF4-FFF2-40B4-BE49-F238E27FC236}">
                    <a16:creationId xmlns:a16="http://schemas.microsoft.com/office/drawing/2014/main" id="{9C42D074-5899-4569-A327-29242D6DB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1088"/>
                <a:ext cx="93" cy="152"/>
              </a:xfrm>
              <a:custGeom>
                <a:avLst/>
                <a:gdLst>
                  <a:gd name="T0" fmla="*/ 46 w 93"/>
                  <a:gd name="T1" fmla="*/ 152 h 152"/>
                  <a:gd name="T2" fmla="*/ 0 w 93"/>
                  <a:gd name="T3" fmla="*/ 133 h 152"/>
                  <a:gd name="T4" fmla="*/ 93 w 93"/>
                  <a:gd name="T5" fmla="*/ 0 h 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52">
                    <a:moveTo>
                      <a:pt x="46" y="152"/>
                    </a:moveTo>
                    <a:lnTo>
                      <a:pt x="0" y="133"/>
                    </a:lnTo>
                    <a:lnTo>
                      <a:pt x="9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0" name="Freeform 182">
                <a:extLst>
                  <a:ext uri="{FF2B5EF4-FFF2-40B4-BE49-F238E27FC236}">
                    <a16:creationId xmlns:a16="http://schemas.microsoft.com/office/drawing/2014/main" id="{255429F5-9A12-437C-94B9-2DA3F7F20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088"/>
                <a:ext cx="87" cy="152"/>
              </a:xfrm>
              <a:custGeom>
                <a:avLst/>
                <a:gdLst>
                  <a:gd name="T0" fmla="*/ 47 w 87"/>
                  <a:gd name="T1" fmla="*/ 0 h 152"/>
                  <a:gd name="T2" fmla="*/ 87 w 87"/>
                  <a:gd name="T3" fmla="*/ 26 h 152"/>
                  <a:gd name="T4" fmla="*/ 0 w 87"/>
                  <a:gd name="T5" fmla="*/ 152 h 152"/>
                  <a:gd name="T6" fmla="*/ 47 w 87"/>
                  <a:gd name="T7" fmla="*/ 0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7" h="152">
                    <a:moveTo>
                      <a:pt x="47" y="0"/>
                    </a:moveTo>
                    <a:lnTo>
                      <a:pt x="87" y="26"/>
                    </a:lnTo>
                    <a:lnTo>
                      <a:pt x="0" y="15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B8B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1" name="Freeform 183">
                <a:extLst>
                  <a:ext uri="{FF2B5EF4-FFF2-40B4-BE49-F238E27FC236}">
                    <a16:creationId xmlns:a16="http://schemas.microsoft.com/office/drawing/2014/main" id="{1888ED24-5E99-4D8D-90AB-20BBF7B67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088"/>
                <a:ext cx="87" cy="152"/>
              </a:xfrm>
              <a:custGeom>
                <a:avLst/>
                <a:gdLst>
                  <a:gd name="T0" fmla="*/ 47 w 87"/>
                  <a:gd name="T1" fmla="*/ 0 h 152"/>
                  <a:gd name="T2" fmla="*/ 87 w 87"/>
                  <a:gd name="T3" fmla="*/ 26 h 152"/>
                  <a:gd name="T4" fmla="*/ 0 w 87"/>
                  <a:gd name="T5" fmla="*/ 152 h 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152">
                    <a:moveTo>
                      <a:pt x="47" y="0"/>
                    </a:moveTo>
                    <a:lnTo>
                      <a:pt x="87" y="26"/>
                    </a:lnTo>
                    <a:lnTo>
                      <a:pt x="0" y="15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2" name="Freeform 184">
                <a:extLst>
                  <a:ext uri="{FF2B5EF4-FFF2-40B4-BE49-F238E27FC236}">
                    <a16:creationId xmlns:a16="http://schemas.microsoft.com/office/drawing/2014/main" id="{71BD7FF8-2CF5-43BE-AA62-265B8052A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300"/>
                <a:ext cx="60" cy="200"/>
              </a:xfrm>
              <a:custGeom>
                <a:avLst/>
                <a:gdLst>
                  <a:gd name="T0" fmla="*/ 33 w 60"/>
                  <a:gd name="T1" fmla="*/ 200 h 200"/>
                  <a:gd name="T2" fmla="*/ 0 w 60"/>
                  <a:gd name="T3" fmla="*/ 186 h 200"/>
                  <a:gd name="T4" fmla="*/ 60 w 60"/>
                  <a:gd name="T5" fmla="*/ 0 h 200"/>
                  <a:gd name="T6" fmla="*/ 33 w 60"/>
                  <a:gd name="T7" fmla="*/ 200 h 2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200">
                    <a:moveTo>
                      <a:pt x="33" y="200"/>
                    </a:moveTo>
                    <a:lnTo>
                      <a:pt x="0" y="186"/>
                    </a:lnTo>
                    <a:lnTo>
                      <a:pt x="60" y="0"/>
                    </a:lnTo>
                    <a:lnTo>
                      <a:pt x="33" y="200"/>
                    </a:lnTo>
                    <a:close/>
                  </a:path>
                </a:pathLst>
              </a:custGeom>
              <a:solidFill>
                <a:srgbClr val="7870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3" name="Freeform 185">
                <a:extLst>
                  <a:ext uri="{FF2B5EF4-FFF2-40B4-BE49-F238E27FC236}">
                    <a16:creationId xmlns:a16="http://schemas.microsoft.com/office/drawing/2014/main" id="{D326331C-94C9-4A3A-8838-DB67FE6C66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7" y="1300"/>
                <a:ext cx="60" cy="200"/>
              </a:xfrm>
              <a:custGeom>
                <a:avLst/>
                <a:gdLst>
                  <a:gd name="T0" fmla="*/ 33 w 60"/>
                  <a:gd name="T1" fmla="*/ 200 h 200"/>
                  <a:gd name="T2" fmla="*/ 0 w 60"/>
                  <a:gd name="T3" fmla="*/ 186 h 200"/>
                  <a:gd name="T4" fmla="*/ 60 w 60"/>
                  <a:gd name="T5" fmla="*/ 0 h 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00">
                    <a:moveTo>
                      <a:pt x="33" y="200"/>
                    </a:moveTo>
                    <a:lnTo>
                      <a:pt x="0" y="186"/>
                    </a:lnTo>
                    <a:lnTo>
                      <a:pt x="6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4" name="Freeform 186">
                <a:extLst>
                  <a:ext uri="{FF2B5EF4-FFF2-40B4-BE49-F238E27FC236}">
                    <a16:creationId xmlns:a16="http://schemas.microsoft.com/office/drawing/2014/main" id="{0B6C7979-D6ED-4F8C-8AF0-FEE972377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240"/>
                <a:ext cx="60" cy="147"/>
              </a:xfrm>
              <a:custGeom>
                <a:avLst/>
                <a:gdLst>
                  <a:gd name="T0" fmla="*/ 20 w 60"/>
                  <a:gd name="T1" fmla="*/ 0 h 147"/>
                  <a:gd name="T2" fmla="*/ 60 w 60"/>
                  <a:gd name="T3" fmla="*/ 47 h 147"/>
                  <a:gd name="T4" fmla="*/ 0 w 60"/>
                  <a:gd name="T5" fmla="*/ 147 h 147"/>
                  <a:gd name="T6" fmla="*/ 20 w 60"/>
                  <a:gd name="T7" fmla="*/ 0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147">
                    <a:moveTo>
                      <a:pt x="20" y="0"/>
                    </a:moveTo>
                    <a:lnTo>
                      <a:pt x="60" y="47"/>
                    </a:lnTo>
                    <a:lnTo>
                      <a:pt x="0" y="147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D8C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" name="Freeform 187">
                <a:extLst>
                  <a:ext uri="{FF2B5EF4-FFF2-40B4-BE49-F238E27FC236}">
                    <a16:creationId xmlns:a16="http://schemas.microsoft.com/office/drawing/2014/main" id="{64B7A1A5-B041-427D-B0B4-AE46B18163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240"/>
                <a:ext cx="60" cy="147"/>
              </a:xfrm>
              <a:custGeom>
                <a:avLst/>
                <a:gdLst>
                  <a:gd name="T0" fmla="*/ 20 w 60"/>
                  <a:gd name="T1" fmla="*/ 0 h 147"/>
                  <a:gd name="T2" fmla="*/ 60 w 60"/>
                  <a:gd name="T3" fmla="*/ 47 h 147"/>
                  <a:gd name="T4" fmla="*/ 0 w 60"/>
                  <a:gd name="T5" fmla="*/ 147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147">
                    <a:moveTo>
                      <a:pt x="20" y="0"/>
                    </a:moveTo>
                    <a:lnTo>
                      <a:pt x="60" y="47"/>
                    </a:lnTo>
                    <a:lnTo>
                      <a:pt x="0" y="14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" name="Freeform 188">
                <a:extLst>
                  <a:ext uri="{FF2B5EF4-FFF2-40B4-BE49-F238E27FC236}">
                    <a16:creationId xmlns:a16="http://schemas.microsoft.com/office/drawing/2014/main" id="{64ABA473-EB63-443C-8583-6A3A44AA1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300"/>
                <a:ext cx="60" cy="200"/>
              </a:xfrm>
              <a:custGeom>
                <a:avLst/>
                <a:gdLst>
                  <a:gd name="T0" fmla="*/ 27 w 60"/>
                  <a:gd name="T1" fmla="*/ 0 h 200"/>
                  <a:gd name="T2" fmla="*/ 60 w 60"/>
                  <a:gd name="T3" fmla="*/ 7 h 200"/>
                  <a:gd name="T4" fmla="*/ 0 w 60"/>
                  <a:gd name="T5" fmla="*/ 200 h 200"/>
                  <a:gd name="T6" fmla="*/ 27 w 60"/>
                  <a:gd name="T7" fmla="*/ 0 h 2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200">
                    <a:moveTo>
                      <a:pt x="27" y="0"/>
                    </a:moveTo>
                    <a:lnTo>
                      <a:pt x="60" y="7"/>
                    </a:lnTo>
                    <a:lnTo>
                      <a:pt x="0" y="20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870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" name="Freeform 189">
                <a:extLst>
                  <a:ext uri="{FF2B5EF4-FFF2-40B4-BE49-F238E27FC236}">
                    <a16:creationId xmlns:a16="http://schemas.microsoft.com/office/drawing/2014/main" id="{7AD73ED0-7FB3-43D7-960A-8A73AB52A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300"/>
                <a:ext cx="60" cy="200"/>
              </a:xfrm>
              <a:custGeom>
                <a:avLst/>
                <a:gdLst>
                  <a:gd name="T0" fmla="*/ 27 w 60"/>
                  <a:gd name="T1" fmla="*/ 0 h 200"/>
                  <a:gd name="T2" fmla="*/ 60 w 60"/>
                  <a:gd name="T3" fmla="*/ 7 h 200"/>
                  <a:gd name="T4" fmla="*/ 0 w 60"/>
                  <a:gd name="T5" fmla="*/ 200 h 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00">
                    <a:moveTo>
                      <a:pt x="27" y="0"/>
                    </a:moveTo>
                    <a:lnTo>
                      <a:pt x="60" y="7"/>
                    </a:lnTo>
                    <a:lnTo>
                      <a:pt x="0" y="2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8" name="Freeform 190">
                <a:extLst>
                  <a:ext uri="{FF2B5EF4-FFF2-40B4-BE49-F238E27FC236}">
                    <a16:creationId xmlns:a16="http://schemas.microsoft.com/office/drawing/2014/main" id="{80CB6C55-9038-4E27-9EA5-047DE8BF3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114"/>
                <a:ext cx="87" cy="153"/>
              </a:xfrm>
              <a:custGeom>
                <a:avLst/>
                <a:gdLst>
                  <a:gd name="T0" fmla="*/ 47 w 87"/>
                  <a:gd name="T1" fmla="*/ 153 h 153"/>
                  <a:gd name="T2" fmla="*/ 0 w 87"/>
                  <a:gd name="T3" fmla="*/ 126 h 153"/>
                  <a:gd name="T4" fmla="*/ 87 w 87"/>
                  <a:gd name="T5" fmla="*/ 0 h 153"/>
                  <a:gd name="T6" fmla="*/ 47 w 87"/>
                  <a:gd name="T7" fmla="*/ 153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7" h="153">
                    <a:moveTo>
                      <a:pt x="47" y="153"/>
                    </a:moveTo>
                    <a:lnTo>
                      <a:pt x="0" y="126"/>
                    </a:lnTo>
                    <a:lnTo>
                      <a:pt x="87" y="0"/>
                    </a:lnTo>
                    <a:lnTo>
                      <a:pt x="47" y="153"/>
                    </a:lnTo>
                    <a:close/>
                  </a:path>
                </a:pathLst>
              </a:custGeom>
              <a:solidFill>
                <a:srgbClr val="C0B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9" name="Freeform 191">
                <a:extLst>
                  <a:ext uri="{FF2B5EF4-FFF2-40B4-BE49-F238E27FC236}">
                    <a16:creationId xmlns:a16="http://schemas.microsoft.com/office/drawing/2014/main" id="{8BDCC0A1-73A3-4DA7-B04B-A5202DA38B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1114"/>
                <a:ext cx="87" cy="153"/>
              </a:xfrm>
              <a:custGeom>
                <a:avLst/>
                <a:gdLst>
                  <a:gd name="T0" fmla="*/ 47 w 87"/>
                  <a:gd name="T1" fmla="*/ 153 h 153"/>
                  <a:gd name="T2" fmla="*/ 0 w 87"/>
                  <a:gd name="T3" fmla="*/ 126 h 153"/>
                  <a:gd name="T4" fmla="*/ 87 w 87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7" h="153">
                    <a:moveTo>
                      <a:pt x="47" y="153"/>
                    </a:moveTo>
                    <a:lnTo>
                      <a:pt x="0" y="126"/>
                    </a:lnTo>
                    <a:lnTo>
                      <a:pt x="8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0" name="Freeform 192">
                <a:extLst>
                  <a:ext uri="{FF2B5EF4-FFF2-40B4-BE49-F238E27FC236}">
                    <a16:creationId xmlns:a16="http://schemas.microsoft.com/office/drawing/2014/main" id="{35A37735-9999-49BA-92EE-F1E55B8719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114"/>
                <a:ext cx="79" cy="153"/>
              </a:xfrm>
              <a:custGeom>
                <a:avLst/>
                <a:gdLst>
                  <a:gd name="T0" fmla="*/ 40 w 79"/>
                  <a:gd name="T1" fmla="*/ 0 h 153"/>
                  <a:gd name="T2" fmla="*/ 79 w 79"/>
                  <a:gd name="T3" fmla="*/ 27 h 153"/>
                  <a:gd name="T4" fmla="*/ 0 w 79"/>
                  <a:gd name="T5" fmla="*/ 153 h 153"/>
                  <a:gd name="T6" fmla="*/ 40 w 79"/>
                  <a:gd name="T7" fmla="*/ 0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53">
                    <a:moveTo>
                      <a:pt x="40" y="0"/>
                    </a:moveTo>
                    <a:lnTo>
                      <a:pt x="79" y="27"/>
                    </a:lnTo>
                    <a:lnTo>
                      <a:pt x="0" y="153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C0BC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1" name="Freeform 193">
                <a:extLst>
                  <a:ext uri="{FF2B5EF4-FFF2-40B4-BE49-F238E27FC236}">
                    <a16:creationId xmlns:a16="http://schemas.microsoft.com/office/drawing/2014/main" id="{70D74B2C-F358-4ACE-8491-43CDA2143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114"/>
                <a:ext cx="79" cy="153"/>
              </a:xfrm>
              <a:custGeom>
                <a:avLst/>
                <a:gdLst>
                  <a:gd name="T0" fmla="*/ 40 w 79"/>
                  <a:gd name="T1" fmla="*/ 0 h 153"/>
                  <a:gd name="T2" fmla="*/ 79 w 79"/>
                  <a:gd name="T3" fmla="*/ 27 h 153"/>
                  <a:gd name="T4" fmla="*/ 0 w 79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53">
                    <a:moveTo>
                      <a:pt x="40" y="0"/>
                    </a:moveTo>
                    <a:lnTo>
                      <a:pt x="79" y="27"/>
                    </a:lnTo>
                    <a:lnTo>
                      <a:pt x="0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" name="Freeform 194">
                <a:extLst>
                  <a:ext uri="{FF2B5EF4-FFF2-40B4-BE49-F238E27FC236}">
                    <a16:creationId xmlns:a16="http://schemas.microsoft.com/office/drawing/2014/main" id="{294D794F-B685-4C53-BEFF-158E8C0CB5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1147"/>
                <a:ext cx="86" cy="180"/>
              </a:xfrm>
              <a:custGeom>
                <a:avLst/>
                <a:gdLst>
                  <a:gd name="T0" fmla="*/ 40 w 86"/>
                  <a:gd name="T1" fmla="*/ 180 h 180"/>
                  <a:gd name="T2" fmla="*/ 0 w 86"/>
                  <a:gd name="T3" fmla="*/ 173 h 180"/>
                  <a:gd name="T4" fmla="*/ 86 w 86"/>
                  <a:gd name="T5" fmla="*/ 0 h 180"/>
                  <a:gd name="T6" fmla="*/ 40 w 86"/>
                  <a:gd name="T7" fmla="*/ 180 h 1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80">
                    <a:moveTo>
                      <a:pt x="40" y="180"/>
                    </a:moveTo>
                    <a:lnTo>
                      <a:pt x="0" y="173"/>
                    </a:lnTo>
                    <a:lnTo>
                      <a:pt x="86" y="0"/>
                    </a:lnTo>
                    <a:lnTo>
                      <a:pt x="40" y="180"/>
                    </a:lnTo>
                    <a:close/>
                  </a:path>
                </a:pathLst>
              </a:custGeom>
              <a:solidFill>
                <a:srgbClr val="909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3" name="Freeform 195">
                <a:extLst>
                  <a:ext uri="{FF2B5EF4-FFF2-40B4-BE49-F238E27FC236}">
                    <a16:creationId xmlns:a16="http://schemas.microsoft.com/office/drawing/2014/main" id="{03F0471B-DA55-4F4B-BD5A-44F862BE4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1147"/>
                <a:ext cx="86" cy="180"/>
              </a:xfrm>
              <a:custGeom>
                <a:avLst/>
                <a:gdLst>
                  <a:gd name="T0" fmla="*/ 40 w 86"/>
                  <a:gd name="T1" fmla="*/ 180 h 180"/>
                  <a:gd name="T2" fmla="*/ 0 w 86"/>
                  <a:gd name="T3" fmla="*/ 173 h 180"/>
                  <a:gd name="T4" fmla="*/ 86 w 86"/>
                  <a:gd name="T5" fmla="*/ 0 h 1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80">
                    <a:moveTo>
                      <a:pt x="40" y="180"/>
                    </a:moveTo>
                    <a:lnTo>
                      <a:pt x="0" y="173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4" name="Freeform 196">
                <a:extLst>
                  <a:ext uri="{FF2B5EF4-FFF2-40B4-BE49-F238E27FC236}">
                    <a16:creationId xmlns:a16="http://schemas.microsoft.com/office/drawing/2014/main" id="{FA8B7AC4-758E-4AF1-9E8E-BC765FBA41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147"/>
                <a:ext cx="79" cy="180"/>
              </a:xfrm>
              <a:custGeom>
                <a:avLst/>
                <a:gdLst>
                  <a:gd name="T0" fmla="*/ 46 w 79"/>
                  <a:gd name="T1" fmla="*/ 0 h 180"/>
                  <a:gd name="T2" fmla="*/ 79 w 79"/>
                  <a:gd name="T3" fmla="*/ 7 h 180"/>
                  <a:gd name="T4" fmla="*/ 0 w 79"/>
                  <a:gd name="T5" fmla="*/ 180 h 180"/>
                  <a:gd name="T6" fmla="*/ 46 w 79"/>
                  <a:gd name="T7" fmla="*/ 0 h 18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80">
                    <a:moveTo>
                      <a:pt x="46" y="0"/>
                    </a:moveTo>
                    <a:lnTo>
                      <a:pt x="79" y="7"/>
                    </a:lnTo>
                    <a:lnTo>
                      <a:pt x="0" y="180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909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5" name="Freeform 197">
                <a:extLst>
                  <a:ext uri="{FF2B5EF4-FFF2-40B4-BE49-F238E27FC236}">
                    <a16:creationId xmlns:a16="http://schemas.microsoft.com/office/drawing/2014/main" id="{6E7099C9-047C-4F35-8DC7-591143363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147"/>
                <a:ext cx="79" cy="180"/>
              </a:xfrm>
              <a:custGeom>
                <a:avLst/>
                <a:gdLst>
                  <a:gd name="T0" fmla="*/ 46 w 79"/>
                  <a:gd name="T1" fmla="*/ 0 h 180"/>
                  <a:gd name="T2" fmla="*/ 79 w 79"/>
                  <a:gd name="T3" fmla="*/ 7 h 180"/>
                  <a:gd name="T4" fmla="*/ 0 w 79"/>
                  <a:gd name="T5" fmla="*/ 180 h 1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80">
                    <a:moveTo>
                      <a:pt x="46" y="0"/>
                    </a:moveTo>
                    <a:lnTo>
                      <a:pt x="79" y="7"/>
                    </a:lnTo>
                    <a:lnTo>
                      <a:pt x="0" y="18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6" name="Freeform 198">
                <a:extLst>
                  <a:ext uri="{FF2B5EF4-FFF2-40B4-BE49-F238E27FC236}">
                    <a16:creationId xmlns:a16="http://schemas.microsoft.com/office/drawing/2014/main" id="{C5738099-C69A-48ED-BB69-DDF662F8B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240"/>
                <a:ext cx="66" cy="147"/>
              </a:xfrm>
              <a:custGeom>
                <a:avLst/>
                <a:gdLst>
                  <a:gd name="T0" fmla="*/ 46 w 66"/>
                  <a:gd name="T1" fmla="*/ 147 h 147"/>
                  <a:gd name="T2" fmla="*/ 0 w 66"/>
                  <a:gd name="T3" fmla="*/ 113 h 147"/>
                  <a:gd name="T4" fmla="*/ 66 w 66"/>
                  <a:gd name="T5" fmla="*/ 0 h 147"/>
                  <a:gd name="T6" fmla="*/ 46 w 66"/>
                  <a:gd name="T7" fmla="*/ 147 h 14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47">
                    <a:moveTo>
                      <a:pt x="46" y="147"/>
                    </a:moveTo>
                    <a:lnTo>
                      <a:pt x="0" y="113"/>
                    </a:lnTo>
                    <a:lnTo>
                      <a:pt x="66" y="0"/>
                    </a:lnTo>
                    <a:lnTo>
                      <a:pt x="46" y="147"/>
                    </a:lnTo>
                    <a:close/>
                  </a:path>
                </a:pathLst>
              </a:custGeom>
              <a:solidFill>
                <a:srgbClr val="D8C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" name="Freeform 199">
                <a:extLst>
                  <a:ext uri="{FF2B5EF4-FFF2-40B4-BE49-F238E27FC236}">
                    <a16:creationId xmlns:a16="http://schemas.microsoft.com/office/drawing/2014/main" id="{FFA1D652-4F3F-41A6-8971-B64D99632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240"/>
                <a:ext cx="66" cy="147"/>
              </a:xfrm>
              <a:custGeom>
                <a:avLst/>
                <a:gdLst>
                  <a:gd name="T0" fmla="*/ 46 w 66"/>
                  <a:gd name="T1" fmla="*/ 147 h 147"/>
                  <a:gd name="T2" fmla="*/ 0 w 66"/>
                  <a:gd name="T3" fmla="*/ 113 h 147"/>
                  <a:gd name="T4" fmla="*/ 66 w 66"/>
                  <a:gd name="T5" fmla="*/ 0 h 1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47">
                    <a:moveTo>
                      <a:pt x="46" y="147"/>
                    </a:moveTo>
                    <a:lnTo>
                      <a:pt x="0" y="113"/>
                    </a:lnTo>
                    <a:lnTo>
                      <a:pt x="6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" name="Freeform 200">
                <a:extLst>
                  <a:ext uri="{FF2B5EF4-FFF2-40B4-BE49-F238E27FC236}">
                    <a16:creationId xmlns:a16="http://schemas.microsoft.com/office/drawing/2014/main" id="{723A165C-4C8C-4607-B59C-433569AB28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201"/>
                <a:ext cx="66" cy="152"/>
              </a:xfrm>
              <a:custGeom>
                <a:avLst/>
                <a:gdLst>
                  <a:gd name="T0" fmla="*/ 26 w 66"/>
                  <a:gd name="T1" fmla="*/ 0 h 152"/>
                  <a:gd name="T2" fmla="*/ 66 w 66"/>
                  <a:gd name="T3" fmla="*/ 39 h 152"/>
                  <a:gd name="T4" fmla="*/ 0 w 66"/>
                  <a:gd name="T5" fmla="*/ 152 h 152"/>
                  <a:gd name="T6" fmla="*/ 26 w 66"/>
                  <a:gd name="T7" fmla="*/ 0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6" h="152">
                    <a:moveTo>
                      <a:pt x="26" y="0"/>
                    </a:moveTo>
                    <a:lnTo>
                      <a:pt x="66" y="39"/>
                    </a:lnTo>
                    <a:lnTo>
                      <a:pt x="0" y="152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D0C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9" name="Freeform 201">
                <a:extLst>
                  <a:ext uri="{FF2B5EF4-FFF2-40B4-BE49-F238E27FC236}">
                    <a16:creationId xmlns:a16="http://schemas.microsoft.com/office/drawing/2014/main" id="{E038D00F-2A90-40C0-9691-D4DBEE220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9" y="1201"/>
                <a:ext cx="66" cy="152"/>
              </a:xfrm>
              <a:custGeom>
                <a:avLst/>
                <a:gdLst>
                  <a:gd name="T0" fmla="*/ 26 w 66"/>
                  <a:gd name="T1" fmla="*/ 0 h 152"/>
                  <a:gd name="T2" fmla="*/ 66 w 66"/>
                  <a:gd name="T3" fmla="*/ 39 h 152"/>
                  <a:gd name="T4" fmla="*/ 0 w 66"/>
                  <a:gd name="T5" fmla="*/ 152 h 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152">
                    <a:moveTo>
                      <a:pt x="26" y="0"/>
                    </a:moveTo>
                    <a:lnTo>
                      <a:pt x="66" y="39"/>
                    </a:lnTo>
                    <a:lnTo>
                      <a:pt x="0" y="15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0" name="Freeform 202">
                <a:extLst>
                  <a:ext uri="{FF2B5EF4-FFF2-40B4-BE49-F238E27FC236}">
                    <a16:creationId xmlns:a16="http://schemas.microsoft.com/office/drawing/2014/main" id="{9D7266FE-DA1F-4061-AB68-70E12391D7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141"/>
                <a:ext cx="79" cy="146"/>
              </a:xfrm>
              <a:custGeom>
                <a:avLst/>
                <a:gdLst>
                  <a:gd name="T0" fmla="*/ 46 w 79"/>
                  <a:gd name="T1" fmla="*/ 146 h 146"/>
                  <a:gd name="T2" fmla="*/ 0 w 79"/>
                  <a:gd name="T3" fmla="*/ 126 h 146"/>
                  <a:gd name="T4" fmla="*/ 79 w 79"/>
                  <a:gd name="T5" fmla="*/ 0 h 146"/>
                  <a:gd name="T6" fmla="*/ 46 w 79"/>
                  <a:gd name="T7" fmla="*/ 146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46">
                    <a:moveTo>
                      <a:pt x="46" y="146"/>
                    </a:moveTo>
                    <a:lnTo>
                      <a:pt x="0" y="126"/>
                    </a:lnTo>
                    <a:lnTo>
                      <a:pt x="79" y="0"/>
                    </a:lnTo>
                    <a:lnTo>
                      <a:pt x="46" y="146"/>
                    </a:lnTo>
                    <a:close/>
                  </a:path>
                </a:pathLst>
              </a:custGeom>
              <a:solidFill>
                <a:srgbClr val="C8B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1" name="Freeform 203">
                <a:extLst>
                  <a:ext uri="{FF2B5EF4-FFF2-40B4-BE49-F238E27FC236}">
                    <a16:creationId xmlns:a16="http://schemas.microsoft.com/office/drawing/2014/main" id="{FCFE8FF9-BB07-498F-A4E6-505ED216E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141"/>
                <a:ext cx="79" cy="146"/>
              </a:xfrm>
              <a:custGeom>
                <a:avLst/>
                <a:gdLst>
                  <a:gd name="T0" fmla="*/ 46 w 79"/>
                  <a:gd name="T1" fmla="*/ 146 h 146"/>
                  <a:gd name="T2" fmla="*/ 0 w 79"/>
                  <a:gd name="T3" fmla="*/ 126 h 146"/>
                  <a:gd name="T4" fmla="*/ 79 w 79"/>
                  <a:gd name="T5" fmla="*/ 0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46">
                    <a:moveTo>
                      <a:pt x="46" y="146"/>
                    </a:moveTo>
                    <a:lnTo>
                      <a:pt x="0" y="126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2" name="Freeform 204">
                <a:extLst>
                  <a:ext uri="{FF2B5EF4-FFF2-40B4-BE49-F238E27FC236}">
                    <a16:creationId xmlns:a16="http://schemas.microsoft.com/office/drawing/2014/main" id="{ED7F289D-17E8-4273-AF67-511851F18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1141"/>
                <a:ext cx="80" cy="146"/>
              </a:xfrm>
              <a:custGeom>
                <a:avLst/>
                <a:gdLst>
                  <a:gd name="T0" fmla="*/ 33 w 80"/>
                  <a:gd name="T1" fmla="*/ 0 h 146"/>
                  <a:gd name="T2" fmla="*/ 80 w 80"/>
                  <a:gd name="T3" fmla="*/ 26 h 146"/>
                  <a:gd name="T4" fmla="*/ 0 w 80"/>
                  <a:gd name="T5" fmla="*/ 146 h 146"/>
                  <a:gd name="T6" fmla="*/ 33 w 80"/>
                  <a:gd name="T7" fmla="*/ 0 h 1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46">
                    <a:moveTo>
                      <a:pt x="33" y="0"/>
                    </a:moveTo>
                    <a:lnTo>
                      <a:pt x="80" y="26"/>
                    </a:lnTo>
                    <a:lnTo>
                      <a:pt x="0" y="146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C8BC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3" name="Freeform 205">
                <a:extLst>
                  <a:ext uri="{FF2B5EF4-FFF2-40B4-BE49-F238E27FC236}">
                    <a16:creationId xmlns:a16="http://schemas.microsoft.com/office/drawing/2014/main" id="{CB4104E1-C87A-44EB-8B75-03E8A0108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1141"/>
                <a:ext cx="80" cy="146"/>
              </a:xfrm>
              <a:custGeom>
                <a:avLst/>
                <a:gdLst>
                  <a:gd name="T0" fmla="*/ 33 w 80"/>
                  <a:gd name="T1" fmla="*/ 0 h 146"/>
                  <a:gd name="T2" fmla="*/ 80 w 80"/>
                  <a:gd name="T3" fmla="*/ 26 h 146"/>
                  <a:gd name="T4" fmla="*/ 0 w 80"/>
                  <a:gd name="T5" fmla="*/ 146 h 1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46">
                    <a:moveTo>
                      <a:pt x="33" y="0"/>
                    </a:moveTo>
                    <a:lnTo>
                      <a:pt x="80" y="26"/>
                    </a:lnTo>
                    <a:lnTo>
                      <a:pt x="0" y="14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4" name="Freeform 206">
                <a:extLst>
                  <a:ext uri="{FF2B5EF4-FFF2-40B4-BE49-F238E27FC236}">
                    <a16:creationId xmlns:a16="http://schemas.microsoft.com/office/drawing/2014/main" id="{9E918CD4-4CD6-4D26-BAF0-F3DFFECE4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1526"/>
                <a:ext cx="34" cy="206"/>
              </a:xfrm>
              <a:custGeom>
                <a:avLst/>
                <a:gdLst>
                  <a:gd name="T0" fmla="*/ 34 w 34"/>
                  <a:gd name="T1" fmla="*/ 206 h 206"/>
                  <a:gd name="T2" fmla="*/ 0 w 34"/>
                  <a:gd name="T3" fmla="*/ 193 h 206"/>
                  <a:gd name="T4" fmla="*/ 27 w 34"/>
                  <a:gd name="T5" fmla="*/ 0 h 206"/>
                  <a:gd name="T6" fmla="*/ 34 w 34"/>
                  <a:gd name="T7" fmla="*/ 206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206">
                    <a:moveTo>
                      <a:pt x="34" y="206"/>
                    </a:moveTo>
                    <a:lnTo>
                      <a:pt x="0" y="193"/>
                    </a:lnTo>
                    <a:lnTo>
                      <a:pt x="27" y="0"/>
                    </a:lnTo>
                    <a:lnTo>
                      <a:pt x="34" y="206"/>
                    </a:lnTo>
                    <a:close/>
                  </a:path>
                </a:pathLst>
              </a:custGeom>
              <a:solidFill>
                <a:srgbClr val="8864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5" name="Freeform 207">
                <a:extLst>
                  <a:ext uri="{FF2B5EF4-FFF2-40B4-BE49-F238E27FC236}">
                    <a16:creationId xmlns:a16="http://schemas.microsoft.com/office/drawing/2014/main" id="{697E6C58-E45D-42CC-903C-0F85E9F8D1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1526"/>
                <a:ext cx="34" cy="206"/>
              </a:xfrm>
              <a:custGeom>
                <a:avLst/>
                <a:gdLst>
                  <a:gd name="T0" fmla="*/ 34 w 34"/>
                  <a:gd name="T1" fmla="*/ 206 h 206"/>
                  <a:gd name="T2" fmla="*/ 0 w 34"/>
                  <a:gd name="T3" fmla="*/ 193 h 206"/>
                  <a:gd name="T4" fmla="*/ 27 w 34"/>
                  <a:gd name="T5" fmla="*/ 0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206">
                    <a:moveTo>
                      <a:pt x="34" y="206"/>
                    </a:moveTo>
                    <a:lnTo>
                      <a:pt x="0" y="193"/>
                    </a:lnTo>
                    <a:lnTo>
                      <a:pt x="2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6" name="Freeform 208">
                <a:extLst>
                  <a:ext uri="{FF2B5EF4-FFF2-40B4-BE49-F238E27FC236}">
                    <a16:creationId xmlns:a16="http://schemas.microsoft.com/office/drawing/2014/main" id="{9D6F38E1-3EDE-404A-A866-84BEE8A826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513"/>
                <a:ext cx="40" cy="206"/>
              </a:xfrm>
              <a:custGeom>
                <a:avLst/>
                <a:gdLst>
                  <a:gd name="T0" fmla="*/ 0 w 40"/>
                  <a:gd name="T1" fmla="*/ 0 h 206"/>
                  <a:gd name="T2" fmla="*/ 40 w 40"/>
                  <a:gd name="T3" fmla="*/ 13 h 206"/>
                  <a:gd name="T4" fmla="*/ 13 w 40"/>
                  <a:gd name="T5" fmla="*/ 206 h 206"/>
                  <a:gd name="T6" fmla="*/ 0 w 40"/>
                  <a:gd name="T7" fmla="*/ 0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206">
                    <a:moveTo>
                      <a:pt x="0" y="0"/>
                    </a:moveTo>
                    <a:lnTo>
                      <a:pt x="40" y="13"/>
                    </a:lnTo>
                    <a:lnTo>
                      <a:pt x="13" y="2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05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7" name="Freeform 209">
                <a:extLst>
                  <a:ext uri="{FF2B5EF4-FFF2-40B4-BE49-F238E27FC236}">
                    <a16:creationId xmlns:a16="http://schemas.microsoft.com/office/drawing/2014/main" id="{45C1450F-61F2-439C-A348-DB6019370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513"/>
                <a:ext cx="40" cy="206"/>
              </a:xfrm>
              <a:custGeom>
                <a:avLst/>
                <a:gdLst>
                  <a:gd name="T0" fmla="*/ 0 w 40"/>
                  <a:gd name="T1" fmla="*/ 0 h 206"/>
                  <a:gd name="T2" fmla="*/ 40 w 40"/>
                  <a:gd name="T3" fmla="*/ 13 h 206"/>
                  <a:gd name="T4" fmla="*/ 13 w 40"/>
                  <a:gd name="T5" fmla="*/ 206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206">
                    <a:moveTo>
                      <a:pt x="0" y="0"/>
                    </a:moveTo>
                    <a:lnTo>
                      <a:pt x="40" y="13"/>
                    </a:lnTo>
                    <a:lnTo>
                      <a:pt x="13" y="2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" name="Freeform 210">
                <a:extLst>
                  <a:ext uri="{FF2B5EF4-FFF2-40B4-BE49-F238E27FC236}">
                    <a16:creationId xmlns:a16="http://schemas.microsoft.com/office/drawing/2014/main" id="{0BB6A8DE-F0A7-42E5-90E5-8B7024086A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201"/>
                <a:ext cx="73" cy="152"/>
              </a:xfrm>
              <a:custGeom>
                <a:avLst/>
                <a:gdLst>
                  <a:gd name="T0" fmla="*/ 47 w 73"/>
                  <a:gd name="T1" fmla="*/ 152 h 152"/>
                  <a:gd name="T2" fmla="*/ 0 w 73"/>
                  <a:gd name="T3" fmla="*/ 119 h 152"/>
                  <a:gd name="T4" fmla="*/ 73 w 73"/>
                  <a:gd name="T5" fmla="*/ 0 h 152"/>
                  <a:gd name="T6" fmla="*/ 47 w 73"/>
                  <a:gd name="T7" fmla="*/ 152 h 15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52">
                    <a:moveTo>
                      <a:pt x="47" y="152"/>
                    </a:moveTo>
                    <a:lnTo>
                      <a:pt x="0" y="119"/>
                    </a:lnTo>
                    <a:lnTo>
                      <a:pt x="73" y="0"/>
                    </a:lnTo>
                    <a:lnTo>
                      <a:pt x="47" y="152"/>
                    </a:lnTo>
                    <a:close/>
                  </a:path>
                </a:pathLst>
              </a:custGeom>
              <a:solidFill>
                <a:srgbClr val="D0C0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9" name="Freeform 211">
                <a:extLst>
                  <a:ext uri="{FF2B5EF4-FFF2-40B4-BE49-F238E27FC236}">
                    <a16:creationId xmlns:a16="http://schemas.microsoft.com/office/drawing/2014/main" id="{38F7A484-7E3B-435A-826B-632378729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201"/>
                <a:ext cx="73" cy="152"/>
              </a:xfrm>
              <a:custGeom>
                <a:avLst/>
                <a:gdLst>
                  <a:gd name="T0" fmla="*/ 47 w 73"/>
                  <a:gd name="T1" fmla="*/ 152 h 152"/>
                  <a:gd name="T2" fmla="*/ 0 w 73"/>
                  <a:gd name="T3" fmla="*/ 119 h 152"/>
                  <a:gd name="T4" fmla="*/ 73 w 73"/>
                  <a:gd name="T5" fmla="*/ 0 h 1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52">
                    <a:moveTo>
                      <a:pt x="47" y="152"/>
                    </a:moveTo>
                    <a:lnTo>
                      <a:pt x="0" y="119"/>
                    </a:lnTo>
                    <a:lnTo>
                      <a:pt x="7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0" name="Freeform 212">
                <a:extLst>
                  <a:ext uri="{FF2B5EF4-FFF2-40B4-BE49-F238E27FC236}">
                    <a16:creationId xmlns:a16="http://schemas.microsoft.com/office/drawing/2014/main" id="{A18DCAFA-CDE1-4A09-A07F-851E267C5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167"/>
                <a:ext cx="73" cy="153"/>
              </a:xfrm>
              <a:custGeom>
                <a:avLst/>
                <a:gdLst>
                  <a:gd name="T0" fmla="*/ 34 w 73"/>
                  <a:gd name="T1" fmla="*/ 0 h 153"/>
                  <a:gd name="T2" fmla="*/ 73 w 73"/>
                  <a:gd name="T3" fmla="*/ 34 h 153"/>
                  <a:gd name="T4" fmla="*/ 0 w 73"/>
                  <a:gd name="T5" fmla="*/ 153 h 153"/>
                  <a:gd name="T6" fmla="*/ 34 w 73"/>
                  <a:gd name="T7" fmla="*/ 0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3" h="153">
                    <a:moveTo>
                      <a:pt x="34" y="0"/>
                    </a:moveTo>
                    <a:lnTo>
                      <a:pt x="73" y="34"/>
                    </a:lnTo>
                    <a:lnTo>
                      <a:pt x="0" y="153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C8C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1" name="Freeform 213">
                <a:extLst>
                  <a:ext uri="{FF2B5EF4-FFF2-40B4-BE49-F238E27FC236}">
                    <a16:creationId xmlns:a16="http://schemas.microsoft.com/office/drawing/2014/main" id="{3A8CA251-1D48-446C-83B2-8475604DE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2" y="1167"/>
                <a:ext cx="73" cy="153"/>
              </a:xfrm>
              <a:custGeom>
                <a:avLst/>
                <a:gdLst>
                  <a:gd name="T0" fmla="*/ 34 w 73"/>
                  <a:gd name="T1" fmla="*/ 0 h 153"/>
                  <a:gd name="T2" fmla="*/ 73 w 73"/>
                  <a:gd name="T3" fmla="*/ 34 h 153"/>
                  <a:gd name="T4" fmla="*/ 0 w 73"/>
                  <a:gd name="T5" fmla="*/ 153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3" h="153">
                    <a:moveTo>
                      <a:pt x="34" y="0"/>
                    </a:moveTo>
                    <a:lnTo>
                      <a:pt x="73" y="34"/>
                    </a:lnTo>
                    <a:lnTo>
                      <a:pt x="0" y="15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2" name="Freeform 214">
                <a:extLst>
                  <a:ext uri="{FF2B5EF4-FFF2-40B4-BE49-F238E27FC236}">
                    <a16:creationId xmlns:a16="http://schemas.microsoft.com/office/drawing/2014/main" id="{336A9B9C-EBFB-4557-894E-4C416C149B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1167"/>
                <a:ext cx="80" cy="153"/>
              </a:xfrm>
              <a:custGeom>
                <a:avLst/>
                <a:gdLst>
                  <a:gd name="T0" fmla="*/ 46 w 80"/>
                  <a:gd name="T1" fmla="*/ 153 h 153"/>
                  <a:gd name="T2" fmla="*/ 0 w 80"/>
                  <a:gd name="T3" fmla="*/ 120 h 153"/>
                  <a:gd name="T4" fmla="*/ 80 w 80"/>
                  <a:gd name="T5" fmla="*/ 0 h 153"/>
                  <a:gd name="T6" fmla="*/ 46 w 80"/>
                  <a:gd name="T7" fmla="*/ 153 h 15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0" h="153">
                    <a:moveTo>
                      <a:pt x="46" y="153"/>
                    </a:moveTo>
                    <a:lnTo>
                      <a:pt x="0" y="120"/>
                    </a:lnTo>
                    <a:lnTo>
                      <a:pt x="80" y="0"/>
                    </a:lnTo>
                    <a:lnTo>
                      <a:pt x="46" y="153"/>
                    </a:lnTo>
                    <a:close/>
                  </a:path>
                </a:pathLst>
              </a:custGeom>
              <a:solidFill>
                <a:srgbClr val="C8C0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3" name="Freeform 215">
                <a:extLst>
                  <a:ext uri="{FF2B5EF4-FFF2-40B4-BE49-F238E27FC236}">
                    <a16:creationId xmlns:a16="http://schemas.microsoft.com/office/drawing/2014/main" id="{65FF96A8-9851-4F36-A1FA-E64BFCDE4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6" y="1167"/>
                <a:ext cx="80" cy="153"/>
              </a:xfrm>
              <a:custGeom>
                <a:avLst/>
                <a:gdLst>
                  <a:gd name="T0" fmla="*/ 46 w 80"/>
                  <a:gd name="T1" fmla="*/ 153 h 153"/>
                  <a:gd name="T2" fmla="*/ 0 w 80"/>
                  <a:gd name="T3" fmla="*/ 120 h 153"/>
                  <a:gd name="T4" fmla="*/ 80 w 80"/>
                  <a:gd name="T5" fmla="*/ 0 h 1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0" h="153">
                    <a:moveTo>
                      <a:pt x="46" y="153"/>
                    </a:moveTo>
                    <a:lnTo>
                      <a:pt x="0" y="120"/>
                    </a:lnTo>
                    <a:lnTo>
                      <a:pt x="8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4" name="Freeform 216">
                <a:extLst>
                  <a:ext uri="{FF2B5EF4-FFF2-40B4-BE49-F238E27FC236}">
                    <a16:creationId xmlns:a16="http://schemas.microsoft.com/office/drawing/2014/main" id="{F387F960-3DAB-4EC8-86FC-A6ED4EC00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307"/>
                <a:ext cx="60" cy="206"/>
              </a:xfrm>
              <a:custGeom>
                <a:avLst/>
                <a:gdLst>
                  <a:gd name="T0" fmla="*/ 33 w 60"/>
                  <a:gd name="T1" fmla="*/ 206 h 206"/>
                  <a:gd name="T2" fmla="*/ 0 w 60"/>
                  <a:gd name="T3" fmla="*/ 193 h 206"/>
                  <a:gd name="T4" fmla="*/ 60 w 60"/>
                  <a:gd name="T5" fmla="*/ 0 h 206"/>
                  <a:gd name="T6" fmla="*/ 33 w 60"/>
                  <a:gd name="T7" fmla="*/ 206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206">
                    <a:moveTo>
                      <a:pt x="33" y="206"/>
                    </a:moveTo>
                    <a:lnTo>
                      <a:pt x="0" y="193"/>
                    </a:lnTo>
                    <a:lnTo>
                      <a:pt x="60" y="0"/>
                    </a:lnTo>
                    <a:lnTo>
                      <a:pt x="33" y="206"/>
                    </a:lnTo>
                    <a:close/>
                  </a:path>
                </a:pathLst>
              </a:custGeom>
              <a:solidFill>
                <a:srgbClr val="887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5" name="Freeform 217">
                <a:extLst>
                  <a:ext uri="{FF2B5EF4-FFF2-40B4-BE49-F238E27FC236}">
                    <a16:creationId xmlns:a16="http://schemas.microsoft.com/office/drawing/2014/main" id="{C0F6790A-D050-494A-B030-12741981A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0" y="1307"/>
                <a:ext cx="60" cy="206"/>
              </a:xfrm>
              <a:custGeom>
                <a:avLst/>
                <a:gdLst>
                  <a:gd name="T0" fmla="*/ 33 w 60"/>
                  <a:gd name="T1" fmla="*/ 206 h 206"/>
                  <a:gd name="T2" fmla="*/ 0 w 60"/>
                  <a:gd name="T3" fmla="*/ 193 h 206"/>
                  <a:gd name="T4" fmla="*/ 60 w 60"/>
                  <a:gd name="T5" fmla="*/ 0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06">
                    <a:moveTo>
                      <a:pt x="33" y="206"/>
                    </a:moveTo>
                    <a:lnTo>
                      <a:pt x="0" y="193"/>
                    </a:lnTo>
                    <a:lnTo>
                      <a:pt x="6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6" name="Freeform 218">
                <a:extLst>
                  <a:ext uri="{FF2B5EF4-FFF2-40B4-BE49-F238E27FC236}">
                    <a16:creationId xmlns:a16="http://schemas.microsoft.com/office/drawing/2014/main" id="{B171E6D6-C4B5-4593-8CF7-33E4E3426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154"/>
                <a:ext cx="79" cy="186"/>
              </a:xfrm>
              <a:custGeom>
                <a:avLst/>
                <a:gdLst>
                  <a:gd name="T0" fmla="*/ 33 w 79"/>
                  <a:gd name="T1" fmla="*/ 186 h 186"/>
                  <a:gd name="T2" fmla="*/ 0 w 79"/>
                  <a:gd name="T3" fmla="*/ 173 h 186"/>
                  <a:gd name="T4" fmla="*/ 79 w 79"/>
                  <a:gd name="T5" fmla="*/ 0 h 186"/>
                  <a:gd name="T6" fmla="*/ 33 w 79"/>
                  <a:gd name="T7" fmla="*/ 186 h 1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86">
                    <a:moveTo>
                      <a:pt x="33" y="186"/>
                    </a:moveTo>
                    <a:lnTo>
                      <a:pt x="0" y="173"/>
                    </a:lnTo>
                    <a:lnTo>
                      <a:pt x="79" y="0"/>
                    </a:lnTo>
                    <a:lnTo>
                      <a:pt x="33" y="186"/>
                    </a:lnTo>
                    <a:close/>
                  </a:path>
                </a:pathLst>
              </a:custGeom>
              <a:solidFill>
                <a:srgbClr val="989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" name="Group 219">
              <a:extLst>
                <a:ext uri="{FF2B5EF4-FFF2-40B4-BE49-F238E27FC236}">
                  <a16:creationId xmlns:a16="http://schemas.microsoft.com/office/drawing/2014/main" id="{ADFD6C9A-99D7-40FB-9E59-4C2214AEFA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1" y="2641"/>
              <a:ext cx="258" cy="618"/>
              <a:chOff x="2403" y="1154"/>
              <a:chExt cx="258" cy="618"/>
            </a:xfrm>
          </p:grpSpPr>
          <p:sp>
            <p:nvSpPr>
              <p:cNvPr id="124" name="Freeform 220">
                <a:extLst>
                  <a:ext uri="{FF2B5EF4-FFF2-40B4-BE49-F238E27FC236}">
                    <a16:creationId xmlns:a16="http://schemas.microsoft.com/office/drawing/2014/main" id="{74E1EB3D-8340-46BB-A66C-E96ED7EA0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1154"/>
                <a:ext cx="79" cy="186"/>
              </a:xfrm>
              <a:custGeom>
                <a:avLst/>
                <a:gdLst>
                  <a:gd name="T0" fmla="*/ 33 w 79"/>
                  <a:gd name="T1" fmla="*/ 186 h 186"/>
                  <a:gd name="T2" fmla="*/ 0 w 79"/>
                  <a:gd name="T3" fmla="*/ 173 h 186"/>
                  <a:gd name="T4" fmla="*/ 79 w 79"/>
                  <a:gd name="T5" fmla="*/ 0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186">
                    <a:moveTo>
                      <a:pt x="33" y="186"/>
                    </a:moveTo>
                    <a:lnTo>
                      <a:pt x="0" y="173"/>
                    </a:lnTo>
                    <a:lnTo>
                      <a:pt x="7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Freeform 221">
                <a:extLst>
                  <a:ext uri="{FF2B5EF4-FFF2-40B4-BE49-F238E27FC236}">
                    <a16:creationId xmlns:a16="http://schemas.microsoft.com/office/drawing/2014/main" id="{546744A4-344B-49C6-9F32-C2DFF9820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154"/>
                <a:ext cx="86" cy="186"/>
              </a:xfrm>
              <a:custGeom>
                <a:avLst/>
                <a:gdLst>
                  <a:gd name="T0" fmla="*/ 46 w 86"/>
                  <a:gd name="T1" fmla="*/ 0 h 186"/>
                  <a:gd name="T2" fmla="*/ 86 w 86"/>
                  <a:gd name="T3" fmla="*/ 7 h 186"/>
                  <a:gd name="T4" fmla="*/ 0 w 86"/>
                  <a:gd name="T5" fmla="*/ 186 h 186"/>
                  <a:gd name="T6" fmla="*/ 46 w 86"/>
                  <a:gd name="T7" fmla="*/ 0 h 18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86">
                    <a:moveTo>
                      <a:pt x="46" y="0"/>
                    </a:moveTo>
                    <a:lnTo>
                      <a:pt x="86" y="7"/>
                    </a:lnTo>
                    <a:lnTo>
                      <a:pt x="0" y="186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9894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Freeform 222">
                <a:extLst>
                  <a:ext uri="{FF2B5EF4-FFF2-40B4-BE49-F238E27FC236}">
                    <a16:creationId xmlns:a16="http://schemas.microsoft.com/office/drawing/2014/main" id="{1E2E5543-ADA5-47F7-A764-9028016CE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154"/>
                <a:ext cx="86" cy="186"/>
              </a:xfrm>
              <a:custGeom>
                <a:avLst/>
                <a:gdLst>
                  <a:gd name="T0" fmla="*/ 46 w 86"/>
                  <a:gd name="T1" fmla="*/ 0 h 186"/>
                  <a:gd name="T2" fmla="*/ 86 w 86"/>
                  <a:gd name="T3" fmla="*/ 7 h 186"/>
                  <a:gd name="T4" fmla="*/ 0 w 86"/>
                  <a:gd name="T5" fmla="*/ 186 h 1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86">
                    <a:moveTo>
                      <a:pt x="46" y="0"/>
                    </a:moveTo>
                    <a:lnTo>
                      <a:pt x="86" y="7"/>
                    </a:lnTo>
                    <a:lnTo>
                      <a:pt x="0" y="18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Freeform 223">
                <a:extLst>
                  <a:ext uri="{FF2B5EF4-FFF2-40B4-BE49-F238E27FC236}">
                    <a16:creationId xmlns:a16="http://schemas.microsoft.com/office/drawing/2014/main" id="{F3A16C3A-A529-4DCC-B24E-F67FEDF17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1539"/>
                <a:ext cx="39" cy="206"/>
              </a:xfrm>
              <a:custGeom>
                <a:avLst/>
                <a:gdLst>
                  <a:gd name="T0" fmla="*/ 39 w 39"/>
                  <a:gd name="T1" fmla="*/ 206 h 206"/>
                  <a:gd name="T2" fmla="*/ 0 w 39"/>
                  <a:gd name="T3" fmla="*/ 193 h 206"/>
                  <a:gd name="T4" fmla="*/ 26 w 39"/>
                  <a:gd name="T5" fmla="*/ 0 h 206"/>
                  <a:gd name="T6" fmla="*/ 39 w 39"/>
                  <a:gd name="T7" fmla="*/ 206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206">
                    <a:moveTo>
                      <a:pt x="39" y="206"/>
                    </a:moveTo>
                    <a:lnTo>
                      <a:pt x="0" y="193"/>
                    </a:lnTo>
                    <a:lnTo>
                      <a:pt x="26" y="0"/>
                    </a:lnTo>
                    <a:lnTo>
                      <a:pt x="39" y="206"/>
                    </a:lnTo>
                    <a:close/>
                  </a:path>
                </a:pathLst>
              </a:custGeom>
              <a:solidFill>
                <a:srgbClr val="906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Freeform 224">
                <a:extLst>
                  <a:ext uri="{FF2B5EF4-FFF2-40B4-BE49-F238E27FC236}">
                    <a16:creationId xmlns:a16="http://schemas.microsoft.com/office/drawing/2014/main" id="{DA989A8E-33D1-4E7D-923A-7BAAF259CA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1526"/>
                <a:ext cx="33" cy="206"/>
              </a:xfrm>
              <a:custGeom>
                <a:avLst/>
                <a:gdLst>
                  <a:gd name="T0" fmla="*/ 0 w 33"/>
                  <a:gd name="T1" fmla="*/ 0 h 206"/>
                  <a:gd name="T2" fmla="*/ 33 w 33"/>
                  <a:gd name="T3" fmla="*/ 13 h 206"/>
                  <a:gd name="T4" fmla="*/ 7 w 33"/>
                  <a:gd name="T5" fmla="*/ 206 h 206"/>
                  <a:gd name="T6" fmla="*/ 0 w 33"/>
                  <a:gd name="T7" fmla="*/ 0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206">
                    <a:moveTo>
                      <a:pt x="0" y="0"/>
                    </a:moveTo>
                    <a:lnTo>
                      <a:pt x="33" y="13"/>
                    </a:lnTo>
                    <a:lnTo>
                      <a:pt x="7" y="2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864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Freeform 225">
                <a:extLst>
                  <a:ext uri="{FF2B5EF4-FFF2-40B4-BE49-F238E27FC236}">
                    <a16:creationId xmlns:a16="http://schemas.microsoft.com/office/drawing/2014/main" id="{84B640D5-219C-4F40-906C-8D34F5C352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1526"/>
                <a:ext cx="33" cy="206"/>
              </a:xfrm>
              <a:custGeom>
                <a:avLst/>
                <a:gdLst>
                  <a:gd name="T0" fmla="*/ 0 w 33"/>
                  <a:gd name="T1" fmla="*/ 0 h 206"/>
                  <a:gd name="T2" fmla="*/ 33 w 33"/>
                  <a:gd name="T3" fmla="*/ 13 h 206"/>
                  <a:gd name="T4" fmla="*/ 7 w 33"/>
                  <a:gd name="T5" fmla="*/ 206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3" h="206">
                    <a:moveTo>
                      <a:pt x="0" y="0"/>
                    </a:moveTo>
                    <a:lnTo>
                      <a:pt x="33" y="13"/>
                    </a:lnTo>
                    <a:lnTo>
                      <a:pt x="7" y="2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0" name="Freeform 226">
                <a:extLst>
                  <a:ext uri="{FF2B5EF4-FFF2-40B4-BE49-F238E27FC236}">
                    <a16:creationId xmlns:a16="http://schemas.microsoft.com/office/drawing/2014/main" id="{CACD53C9-5CC1-4220-B35F-2AF90A848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307"/>
                <a:ext cx="60" cy="206"/>
              </a:xfrm>
              <a:custGeom>
                <a:avLst/>
                <a:gdLst>
                  <a:gd name="T0" fmla="*/ 27 w 60"/>
                  <a:gd name="T1" fmla="*/ 0 h 206"/>
                  <a:gd name="T2" fmla="*/ 60 w 60"/>
                  <a:gd name="T3" fmla="*/ 13 h 206"/>
                  <a:gd name="T4" fmla="*/ 0 w 60"/>
                  <a:gd name="T5" fmla="*/ 206 h 206"/>
                  <a:gd name="T6" fmla="*/ 27 w 60"/>
                  <a:gd name="T7" fmla="*/ 0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206">
                    <a:moveTo>
                      <a:pt x="27" y="0"/>
                    </a:moveTo>
                    <a:lnTo>
                      <a:pt x="60" y="13"/>
                    </a:lnTo>
                    <a:lnTo>
                      <a:pt x="0" y="206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8874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" name="Freeform 227">
                <a:extLst>
                  <a:ext uri="{FF2B5EF4-FFF2-40B4-BE49-F238E27FC236}">
                    <a16:creationId xmlns:a16="http://schemas.microsoft.com/office/drawing/2014/main" id="{4A5036AA-F256-4CDA-BDA4-FBEB4D084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307"/>
                <a:ext cx="60" cy="206"/>
              </a:xfrm>
              <a:custGeom>
                <a:avLst/>
                <a:gdLst>
                  <a:gd name="T0" fmla="*/ 27 w 60"/>
                  <a:gd name="T1" fmla="*/ 0 h 206"/>
                  <a:gd name="T2" fmla="*/ 60 w 60"/>
                  <a:gd name="T3" fmla="*/ 13 h 206"/>
                  <a:gd name="T4" fmla="*/ 0 w 60"/>
                  <a:gd name="T5" fmla="*/ 206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06">
                    <a:moveTo>
                      <a:pt x="27" y="0"/>
                    </a:moveTo>
                    <a:lnTo>
                      <a:pt x="60" y="13"/>
                    </a:lnTo>
                    <a:lnTo>
                      <a:pt x="0" y="2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2" name="Freeform 228">
                <a:extLst>
                  <a:ext uri="{FF2B5EF4-FFF2-40B4-BE49-F238E27FC236}">
                    <a16:creationId xmlns:a16="http://schemas.microsoft.com/office/drawing/2014/main" id="{AB027EDB-1250-4D03-83F5-C9F5CB4CA0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1553"/>
                <a:ext cx="40" cy="206"/>
              </a:xfrm>
              <a:custGeom>
                <a:avLst/>
                <a:gdLst>
                  <a:gd name="T0" fmla="*/ 40 w 40"/>
                  <a:gd name="T1" fmla="*/ 206 h 206"/>
                  <a:gd name="T2" fmla="*/ 0 w 40"/>
                  <a:gd name="T3" fmla="*/ 192 h 206"/>
                  <a:gd name="T4" fmla="*/ 27 w 40"/>
                  <a:gd name="T5" fmla="*/ 0 h 206"/>
                  <a:gd name="T6" fmla="*/ 40 w 40"/>
                  <a:gd name="T7" fmla="*/ 206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206">
                    <a:moveTo>
                      <a:pt x="40" y="206"/>
                    </a:moveTo>
                    <a:lnTo>
                      <a:pt x="0" y="192"/>
                    </a:lnTo>
                    <a:lnTo>
                      <a:pt x="27" y="0"/>
                    </a:lnTo>
                    <a:lnTo>
                      <a:pt x="40" y="206"/>
                    </a:lnTo>
                    <a:close/>
                  </a:path>
                </a:pathLst>
              </a:custGeom>
              <a:solidFill>
                <a:srgbClr val="986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" name="Freeform 229">
                <a:extLst>
                  <a:ext uri="{FF2B5EF4-FFF2-40B4-BE49-F238E27FC236}">
                    <a16:creationId xmlns:a16="http://schemas.microsoft.com/office/drawing/2014/main" id="{0223518D-B1CC-4373-955C-BD2CACEAD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9" y="1553"/>
                <a:ext cx="40" cy="206"/>
              </a:xfrm>
              <a:custGeom>
                <a:avLst/>
                <a:gdLst>
                  <a:gd name="T0" fmla="*/ 40 w 40"/>
                  <a:gd name="T1" fmla="*/ 206 h 206"/>
                  <a:gd name="T2" fmla="*/ 0 w 40"/>
                  <a:gd name="T3" fmla="*/ 192 h 206"/>
                  <a:gd name="T4" fmla="*/ 27 w 40"/>
                  <a:gd name="T5" fmla="*/ 0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206">
                    <a:moveTo>
                      <a:pt x="40" y="206"/>
                    </a:moveTo>
                    <a:lnTo>
                      <a:pt x="0" y="192"/>
                    </a:lnTo>
                    <a:lnTo>
                      <a:pt x="2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Freeform 230">
                <a:extLst>
                  <a:ext uri="{FF2B5EF4-FFF2-40B4-BE49-F238E27FC236}">
                    <a16:creationId xmlns:a16="http://schemas.microsoft.com/office/drawing/2014/main" id="{E1F58679-5D7D-4D8D-BA30-C066B17A59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" y="1539"/>
                <a:ext cx="40" cy="206"/>
              </a:xfrm>
              <a:custGeom>
                <a:avLst/>
                <a:gdLst>
                  <a:gd name="T0" fmla="*/ 0 w 40"/>
                  <a:gd name="T1" fmla="*/ 0 h 206"/>
                  <a:gd name="T2" fmla="*/ 40 w 40"/>
                  <a:gd name="T3" fmla="*/ 14 h 206"/>
                  <a:gd name="T4" fmla="*/ 13 w 40"/>
                  <a:gd name="T5" fmla="*/ 206 h 206"/>
                  <a:gd name="T6" fmla="*/ 0 w 40"/>
                  <a:gd name="T7" fmla="*/ 0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206">
                    <a:moveTo>
                      <a:pt x="0" y="0"/>
                    </a:moveTo>
                    <a:lnTo>
                      <a:pt x="40" y="14"/>
                    </a:lnTo>
                    <a:lnTo>
                      <a:pt x="13" y="2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06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" name="Freeform 231">
                <a:extLst>
                  <a:ext uri="{FF2B5EF4-FFF2-40B4-BE49-F238E27FC236}">
                    <a16:creationId xmlns:a16="http://schemas.microsoft.com/office/drawing/2014/main" id="{096E32C2-0477-42BA-B9BA-FF65353AF2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6" y="1539"/>
                <a:ext cx="40" cy="206"/>
              </a:xfrm>
              <a:custGeom>
                <a:avLst/>
                <a:gdLst>
                  <a:gd name="T0" fmla="*/ 0 w 40"/>
                  <a:gd name="T1" fmla="*/ 0 h 206"/>
                  <a:gd name="T2" fmla="*/ 40 w 40"/>
                  <a:gd name="T3" fmla="*/ 14 h 206"/>
                  <a:gd name="T4" fmla="*/ 13 w 40"/>
                  <a:gd name="T5" fmla="*/ 206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206">
                    <a:moveTo>
                      <a:pt x="0" y="0"/>
                    </a:moveTo>
                    <a:lnTo>
                      <a:pt x="40" y="14"/>
                    </a:lnTo>
                    <a:lnTo>
                      <a:pt x="13" y="2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" name="Freeform 232">
                <a:extLst>
                  <a:ext uri="{FF2B5EF4-FFF2-40B4-BE49-F238E27FC236}">
                    <a16:creationId xmlns:a16="http://schemas.microsoft.com/office/drawing/2014/main" id="{9ED417B4-890B-4264-8F62-D3B99D440B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161"/>
                <a:ext cx="86" cy="192"/>
              </a:xfrm>
              <a:custGeom>
                <a:avLst/>
                <a:gdLst>
                  <a:gd name="T0" fmla="*/ 39 w 86"/>
                  <a:gd name="T1" fmla="*/ 192 h 192"/>
                  <a:gd name="T2" fmla="*/ 0 w 86"/>
                  <a:gd name="T3" fmla="*/ 179 h 192"/>
                  <a:gd name="T4" fmla="*/ 86 w 86"/>
                  <a:gd name="T5" fmla="*/ 0 h 192"/>
                  <a:gd name="T6" fmla="*/ 39 w 86"/>
                  <a:gd name="T7" fmla="*/ 192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92">
                    <a:moveTo>
                      <a:pt x="39" y="192"/>
                    </a:moveTo>
                    <a:lnTo>
                      <a:pt x="0" y="179"/>
                    </a:lnTo>
                    <a:lnTo>
                      <a:pt x="86" y="0"/>
                    </a:lnTo>
                    <a:lnTo>
                      <a:pt x="39" y="192"/>
                    </a:lnTo>
                    <a:close/>
                  </a:path>
                </a:pathLst>
              </a:custGeom>
              <a:solidFill>
                <a:srgbClr val="A09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7" name="Freeform 233">
                <a:extLst>
                  <a:ext uri="{FF2B5EF4-FFF2-40B4-BE49-F238E27FC236}">
                    <a16:creationId xmlns:a16="http://schemas.microsoft.com/office/drawing/2014/main" id="{1D4B6FD7-6E0B-4E72-9B44-E466F6722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6" y="1161"/>
                <a:ext cx="86" cy="192"/>
              </a:xfrm>
              <a:custGeom>
                <a:avLst/>
                <a:gdLst>
                  <a:gd name="T0" fmla="*/ 39 w 86"/>
                  <a:gd name="T1" fmla="*/ 192 h 192"/>
                  <a:gd name="T2" fmla="*/ 0 w 86"/>
                  <a:gd name="T3" fmla="*/ 179 h 192"/>
                  <a:gd name="T4" fmla="*/ 86 w 86"/>
                  <a:gd name="T5" fmla="*/ 0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92">
                    <a:moveTo>
                      <a:pt x="39" y="192"/>
                    </a:moveTo>
                    <a:lnTo>
                      <a:pt x="0" y="179"/>
                    </a:lnTo>
                    <a:lnTo>
                      <a:pt x="86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8" name="Freeform 234">
                <a:extLst>
                  <a:ext uri="{FF2B5EF4-FFF2-40B4-BE49-F238E27FC236}">
                    <a16:creationId xmlns:a16="http://schemas.microsoft.com/office/drawing/2014/main" id="{BFE7909D-4178-424F-B38B-C8758C03E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161"/>
                <a:ext cx="86" cy="192"/>
              </a:xfrm>
              <a:custGeom>
                <a:avLst/>
                <a:gdLst>
                  <a:gd name="T0" fmla="*/ 47 w 86"/>
                  <a:gd name="T1" fmla="*/ 0 h 192"/>
                  <a:gd name="T2" fmla="*/ 86 w 86"/>
                  <a:gd name="T3" fmla="*/ 13 h 192"/>
                  <a:gd name="T4" fmla="*/ 0 w 86"/>
                  <a:gd name="T5" fmla="*/ 192 h 192"/>
                  <a:gd name="T6" fmla="*/ 47 w 86"/>
                  <a:gd name="T7" fmla="*/ 0 h 19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6" h="192">
                    <a:moveTo>
                      <a:pt x="47" y="0"/>
                    </a:moveTo>
                    <a:lnTo>
                      <a:pt x="86" y="13"/>
                    </a:lnTo>
                    <a:lnTo>
                      <a:pt x="0" y="192"/>
                    </a:lnTo>
                    <a:lnTo>
                      <a:pt x="47" y="0"/>
                    </a:lnTo>
                    <a:close/>
                  </a:path>
                </a:pathLst>
              </a:custGeom>
              <a:solidFill>
                <a:srgbClr val="A098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9" name="Freeform 235">
                <a:extLst>
                  <a:ext uri="{FF2B5EF4-FFF2-40B4-BE49-F238E27FC236}">
                    <a16:creationId xmlns:a16="http://schemas.microsoft.com/office/drawing/2014/main" id="{B3127DBA-6337-4502-AE03-D73D4CEA3D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5" y="1161"/>
                <a:ext cx="86" cy="192"/>
              </a:xfrm>
              <a:custGeom>
                <a:avLst/>
                <a:gdLst>
                  <a:gd name="T0" fmla="*/ 47 w 86"/>
                  <a:gd name="T1" fmla="*/ 0 h 192"/>
                  <a:gd name="T2" fmla="*/ 86 w 86"/>
                  <a:gd name="T3" fmla="*/ 13 h 192"/>
                  <a:gd name="T4" fmla="*/ 0 w 86"/>
                  <a:gd name="T5" fmla="*/ 192 h 19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6" h="192">
                    <a:moveTo>
                      <a:pt x="47" y="0"/>
                    </a:moveTo>
                    <a:lnTo>
                      <a:pt x="86" y="13"/>
                    </a:lnTo>
                    <a:lnTo>
                      <a:pt x="0" y="19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Freeform 236">
                <a:extLst>
                  <a:ext uri="{FF2B5EF4-FFF2-40B4-BE49-F238E27FC236}">
                    <a16:creationId xmlns:a16="http://schemas.microsoft.com/office/drawing/2014/main" id="{F3D551C3-EC1D-47F6-B44F-EFBCAC2D2A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320"/>
                <a:ext cx="60" cy="206"/>
              </a:xfrm>
              <a:custGeom>
                <a:avLst/>
                <a:gdLst>
                  <a:gd name="T0" fmla="*/ 40 w 60"/>
                  <a:gd name="T1" fmla="*/ 206 h 206"/>
                  <a:gd name="T2" fmla="*/ 0 w 60"/>
                  <a:gd name="T3" fmla="*/ 193 h 206"/>
                  <a:gd name="T4" fmla="*/ 60 w 60"/>
                  <a:gd name="T5" fmla="*/ 0 h 206"/>
                  <a:gd name="T6" fmla="*/ 40 w 60"/>
                  <a:gd name="T7" fmla="*/ 206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206">
                    <a:moveTo>
                      <a:pt x="40" y="206"/>
                    </a:moveTo>
                    <a:lnTo>
                      <a:pt x="0" y="193"/>
                    </a:lnTo>
                    <a:lnTo>
                      <a:pt x="60" y="0"/>
                    </a:lnTo>
                    <a:lnTo>
                      <a:pt x="40" y="206"/>
                    </a:lnTo>
                    <a:close/>
                  </a:path>
                </a:pathLst>
              </a:custGeom>
              <a:solidFill>
                <a:srgbClr val="907C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1" name="Freeform 237">
                <a:extLst>
                  <a:ext uri="{FF2B5EF4-FFF2-40B4-BE49-F238E27FC236}">
                    <a16:creationId xmlns:a16="http://schemas.microsoft.com/office/drawing/2014/main" id="{C74F364E-FF5A-43D5-8335-C725726C8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320"/>
                <a:ext cx="60" cy="206"/>
              </a:xfrm>
              <a:custGeom>
                <a:avLst/>
                <a:gdLst>
                  <a:gd name="T0" fmla="*/ 40 w 60"/>
                  <a:gd name="T1" fmla="*/ 206 h 206"/>
                  <a:gd name="T2" fmla="*/ 0 w 60"/>
                  <a:gd name="T3" fmla="*/ 193 h 206"/>
                  <a:gd name="T4" fmla="*/ 60 w 60"/>
                  <a:gd name="T5" fmla="*/ 0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06">
                    <a:moveTo>
                      <a:pt x="40" y="206"/>
                    </a:moveTo>
                    <a:lnTo>
                      <a:pt x="0" y="193"/>
                    </a:lnTo>
                    <a:lnTo>
                      <a:pt x="6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" name="Freeform 238">
                <a:extLst>
                  <a:ext uri="{FF2B5EF4-FFF2-40B4-BE49-F238E27FC236}">
                    <a16:creationId xmlns:a16="http://schemas.microsoft.com/office/drawing/2014/main" id="{62B0B777-D908-4E9D-95C7-E8AED016D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1320"/>
                <a:ext cx="60" cy="206"/>
              </a:xfrm>
              <a:custGeom>
                <a:avLst/>
                <a:gdLst>
                  <a:gd name="T0" fmla="*/ 20 w 60"/>
                  <a:gd name="T1" fmla="*/ 0 h 206"/>
                  <a:gd name="T2" fmla="*/ 60 w 60"/>
                  <a:gd name="T3" fmla="*/ 7 h 206"/>
                  <a:gd name="T4" fmla="*/ 0 w 60"/>
                  <a:gd name="T5" fmla="*/ 206 h 206"/>
                  <a:gd name="T6" fmla="*/ 20 w 60"/>
                  <a:gd name="T7" fmla="*/ 0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0" h="206">
                    <a:moveTo>
                      <a:pt x="20" y="0"/>
                    </a:moveTo>
                    <a:lnTo>
                      <a:pt x="60" y="7"/>
                    </a:lnTo>
                    <a:lnTo>
                      <a:pt x="0" y="20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907C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" name="Freeform 239">
                <a:extLst>
                  <a:ext uri="{FF2B5EF4-FFF2-40B4-BE49-F238E27FC236}">
                    <a16:creationId xmlns:a16="http://schemas.microsoft.com/office/drawing/2014/main" id="{62A2A38C-2D0F-4B9B-A56B-203E4B5F24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1320"/>
                <a:ext cx="60" cy="206"/>
              </a:xfrm>
              <a:custGeom>
                <a:avLst/>
                <a:gdLst>
                  <a:gd name="T0" fmla="*/ 20 w 60"/>
                  <a:gd name="T1" fmla="*/ 0 h 206"/>
                  <a:gd name="T2" fmla="*/ 60 w 60"/>
                  <a:gd name="T3" fmla="*/ 7 h 206"/>
                  <a:gd name="T4" fmla="*/ 0 w 60"/>
                  <a:gd name="T5" fmla="*/ 206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06">
                    <a:moveTo>
                      <a:pt x="20" y="0"/>
                    </a:moveTo>
                    <a:lnTo>
                      <a:pt x="60" y="7"/>
                    </a:lnTo>
                    <a:lnTo>
                      <a:pt x="0" y="206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Freeform 240">
                <a:extLst>
                  <a:ext uri="{FF2B5EF4-FFF2-40B4-BE49-F238E27FC236}">
                    <a16:creationId xmlns:a16="http://schemas.microsoft.com/office/drawing/2014/main" id="{07D017B1-3982-4C69-9AF6-05B19FEE6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566"/>
                <a:ext cx="46" cy="206"/>
              </a:xfrm>
              <a:custGeom>
                <a:avLst/>
                <a:gdLst>
                  <a:gd name="T0" fmla="*/ 46 w 46"/>
                  <a:gd name="T1" fmla="*/ 206 h 206"/>
                  <a:gd name="T2" fmla="*/ 0 w 46"/>
                  <a:gd name="T3" fmla="*/ 193 h 206"/>
                  <a:gd name="T4" fmla="*/ 33 w 46"/>
                  <a:gd name="T5" fmla="*/ 0 h 206"/>
                  <a:gd name="T6" fmla="*/ 46 w 46"/>
                  <a:gd name="T7" fmla="*/ 206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206">
                    <a:moveTo>
                      <a:pt x="46" y="206"/>
                    </a:moveTo>
                    <a:lnTo>
                      <a:pt x="0" y="193"/>
                    </a:lnTo>
                    <a:lnTo>
                      <a:pt x="33" y="0"/>
                    </a:lnTo>
                    <a:lnTo>
                      <a:pt x="46" y="206"/>
                    </a:lnTo>
                    <a:close/>
                  </a:path>
                </a:pathLst>
              </a:custGeom>
              <a:solidFill>
                <a:srgbClr val="A07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5" name="Freeform 241">
                <a:extLst>
                  <a:ext uri="{FF2B5EF4-FFF2-40B4-BE49-F238E27FC236}">
                    <a16:creationId xmlns:a16="http://schemas.microsoft.com/office/drawing/2014/main" id="{E788CF56-A9D8-4E53-81CA-DCE826438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9" y="1566"/>
                <a:ext cx="46" cy="206"/>
              </a:xfrm>
              <a:custGeom>
                <a:avLst/>
                <a:gdLst>
                  <a:gd name="T0" fmla="*/ 46 w 46"/>
                  <a:gd name="T1" fmla="*/ 206 h 206"/>
                  <a:gd name="T2" fmla="*/ 0 w 46"/>
                  <a:gd name="T3" fmla="*/ 193 h 206"/>
                  <a:gd name="T4" fmla="*/ 33 w 46"/>
                  <a:gd name="T5" fmla="*/ 0 h 2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206">
                    <a:moveTo>
                      <a:pt x="46" y="206"/>
                    </a:moveTo>
                    <a:lnTo>
                      <a:pt x="0" y="193"/>
                    </a:lnTo>
                    <a:lnTo>
                      <a:pt x="33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6" name="Freeform 242">
                <a:extLst>
                  <a:ext uri="{FF2B5EF4-FFF2-40B4-BE49-F238E27FC236}">
                    <a16:creationId xmlns:a16="http://schemas.microsoft.com/office/drawing/2014/main" id="{553FA522-63C4-4897-8637-C75B1625C9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1553"/>
                <a:ext cx="46" cy="206"/>
              </a:xfrm>
              <a:custGeom>
                <a:avLst/>
                <a:gdLst>
                  <a:gd name="T0" fmla="*/ 0 w 46"/>
                  <a:gd name="T1" fmla="*/ 0 h 206"/>
                  <a:gd name="T2" fmla="*/ 46 w 46"/>
                  <a:gd name="T3" fmla="*/ 13 h 206"/>
                  <a:gd name="T4" fmla="*/ 13 w 46"/>
                  <a:gd name="T5" fmla="*/ 206 h 206"/>
                  <a:gd name="T6" fmla="*/ 0 w 46"/>
                  <a:gd name="T7" fmla="*/ 0 h 20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6" h="206">
                    <a:moveTo>
                      <a:pt x="0" y="0"/>
                    </a:moveTo>
                    <a:lnTo>
                      <a:pt x="46" y="13"/>
                    </a:lnTo>
                    <a:lnTo>
                      <a:pt x="13" y="20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86C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Freeform 243">
              <a:extLst>
                <a:ext uri="{FF2B5EF4-FFF2-40B4-BE49-F238E27FC236}">
                  <a16:creationId xmlns:a16="http://schemas.microsoft.com/office/drawing/2014/main" id="{758F06EC-4C6E-40BA-8A6B-0AE45DBEC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3040"/>
              <a:ext cx="46" cy="206"/>
            </a:xfrm>
            <a:custGeom>
              <a:avLst/>
              <a:gdLst>
                <a:gd name="T0" fmla="*/ 0 w 46"/>
                <a:gd name="T1" fmla="*/ 0 h 206"/>
                <a:gd name="T2" fmla="*/ 46 w 46"/>
                <a:gd name="T3" fmla="*/ 13 h 206"/>
                <a:gd name="T4" fmla="*/ 13 w 46"/>
                <a:gd name="T5" fmla="*/ 206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206">
                  <a:moveTo>
                    <a:pt x="0" y="0"/>
                  </a:moveTo>
                  <a:lnTo>
                    <a:pt x="46" y="13"/>
                  </a:lnTo>
                  <a:lnTo>
                    <a:pt x="13" y="20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244">
              <a:extLst>
                <a:ext uri="{FF2B5EF4-FFF2-40B4-BE49-F238E27FC236}">
                  <a16:creationId xmlns:a16="http://schemas.microsoft.com/office/drawing/2014/main" id="{1061A4A3-7C1F-4362-A13E-1F78A9451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3139"/>
              <a:ext cx="59" cy="147"/>
            </a:xfrm>
            <a:custGeom>
              <a:avLst/>
              <a:gdLst>
                <a:gd name="T0" fmla="*/ 59 w 59"/>
                <a:gd name="T1" fmla="*/ 147 h 147"/>
                <a:gd name="T2" fmla="*/ 0 w 59"/>
                <a:gd name="T3" fmla="*/ 147 h 147"/>
                <a:gd name="T4" fmla="*/ 26 w 59"/>
                <a:gd name="T5" fmla="*/ 0 h 147"/>
                <a:gd name="T6" fmla="*/ 59 w 59"/>
                <a:gd name="T7" fmla="*/ 147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147">
                  <a:moveTo>
                    <a:pt x="59" y="147"/>
                  </a:moveTo>
                  <a:lnTo>
                    <a:pt x="0" y="147"/>
                  </a:lnTo>
                  <a:lnTo>
                    <a:pt x="26" y="0"/>
                  </a:lnTo>
                  <a:lnTo>
                    <a:pt x="59" y="147"/>
                  </a:lnTo>
                  <a:close/>
                </a:path>
              </a:pathLst>
            </a:custGeom>
            <a:solidFill>
              <a:srgbClr val="C08C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245">
              <a:extLst>
                <a:ext uri="{FF2B5EF4-FFF2-40B4-BE49-F238E27FC236}">
                  <a16:creationId xmlns:a16="http://schemas.microsoft.com/office/drawing/2014/main" id="{DE8CC708-4456-4EE3-9EF6-EC90517D9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8" y="3139"/>
              <a:ext cx="59" cy="147"/>
            </a:xfrm>
            <a:custGeom>
              <a:avLst/>
              <a:gdLst>
                <a:gd name="T0" fmla="*/ 59 w 59"/>
                <a:gd name="T1" fmla="*/ 147 h 147"/>
                <a:gd name="T2" fmla="*/ 0 w 59"/>
                <a:gd name="T3" fmla="*/ 147 h 147"/>
                <a:gd name="T4" fmla="*/ 26 w 59"/>
                <a:gd name="T5" fmla="*/ 0 h 1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147">
                  <a:moveTo>
                    <a:pt x="59" y="147"/>
                  </a:moveTo>
                  <a:lnTo>
                    <a:pt x="0" y="147"/>
                  </a:lnTo>
                  <a:lnTo>
                    <a:pt x="2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246">
              <a:extLst>
                <a:ext uri="{FF2B5EF4-FFF2-40B4-BE49-F238E27FC236}">
                  <a16:creationId xmlns:a16="http://schemas.microsoft.com/office/drawing/2014/main" id="{A794328E-FB80-4A9E-A7BC-21FBF6544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4" y="3139"/>
              <a:ext cx="60" cy="147"/>
            </a:xfrm>
            <a:custGeom>
              <a:avLst/>
              <a:gdLst>
                <a:gd name="T0" fmla="*/ 0 w 60"/>
                <a:gd name="T1" fmla="*/ 0 h 147"/>
                <a:gd name="T2" fmla="*/ 60 w 60"/>
                <a:gd name="T3" fmla="*/ 7 h 147"/>
                <a:gd name="T4" fmla="*/ 33 w 60"/>
                <a:gd name="T5" fmla="*/ 147 h 147"/>
                <a:gd name="T6" fmla="*/ 0 w 60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47">
                  <a:moveTo>
                    <a:pt x="0" y="0"/>
                  </a:moveTo>
                  <a:lnTo>
                    <a:pt x="60" y="7"/>
                  </a:lnTo>
                  <a:lnTo>
                    <a:pt x="33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8C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247">
              <a:extLst>
                <a:ext uri="{FF2B5EF4-FFF2-40B4-BE49-F238E27FC236}">
                  <a16:creationId xmlns:a16="http://schemas.microsoft.com/office/drawing/2014/main" id="{D3078899-1B78-4F0D-BF2B-85DC9A1C8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4" y="3139"/>
              <a:ext cx="60" cy="147"/>
            </a:xfrm>
            <a:custGeom>
              <a:avLst/>
              <a:gdLst>
                <a:gd name="T0" fmla="*/ 0 w 60"/>
                <a:gd name="T1" fmla="*/ 0 h 147"/>
                <a:gd name="T2" fmla="*/ 60 w 60"/>
                <a:gd name="T3" fmla="*/ 7 h 147"/>
                <a:gd name="T4" fmla="*/ 33 w 60"/>
                <a:gd name="T5" fmla="*/ 147 h 1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147">
                  <a:moveTo>
                    <a:pt x="0" y="0"/>
                  </a:moveTo>
                  <a:lnTo>
                    <a:pt x="60" y="7"/>
                  </a:lnTo>
                  <a:lnTo>
                    <a:pt x="33" y="14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248">
              <a:extLst>
                <a:ext uri="{FF2B5EF4-FFF2-40B4-BE49-F238E27FC236}">
                  <a16:creationId xmlns:a16="http://schemas.microsoft.com/office/drawing/2014/main" id="{9F633EFD-2EED-4929-AE1A-8E0A367A2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" y="2661"/>
              <a:ext cx="86" cy="193"/>
            </a:xfrm>
            <a:custGeom>
              <a:avLst/>
              <a:gdLst>
                <a:gd name="T0" fmla="*/ 47 w 86"/>
                <a:gd name="T1" fmla="*/ 193 h 193"/>
                <a:gd name="T2" fmla="*/ 0 w 86"/>
                <a:gd name="T3" fmla="*/ 179 h 193"/>
                <a:gd name="T4" fmla="*/ 86 w 86"/>
                <a:gd name="T5" fmla="*/ 0 h 193"/>
                <a:gd name="T6" fmla="*/ 47 w 86"/>
                <a:gd name="T7" fmla="*/ 193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93">
                  <a:moveTo>
                    <a:pt x="47" y="193"/>
                  </a:moveTo>
                  <a:lnTo>
                    <a:pt x="0" y="179"/>
                  </a:lnTo>
                  <a:lnTo>
                    <a:pt x="86" y="0"/>
                  </a:lnTo>
                  <a:lnTo>
                    <a:pt x="47" y="193"/>
                  </a:lnTo>
                  <a:close/>
                </a:path>
              </a:pathLst>
            </a:custGeom>
            <a:solidFill>
              <a:srgbClr val="A89C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249">
              <a:extLst>
                <a:ext uri="{FF2B5EF4-FFF2-40B4-BE49-F238E27FC236}">
                  <a16:creationId xmlns:a16="http://schemas.microsoft.com/office/drawing/2014/main" id="{C567D1BD-47B9-4B33-8A98-17CC4FE67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" y="2661"/>
              <a:ext cx="86" cy="193"/>
            </a:xfrm>
            <a:custGeom>
              <a:avLst/>
              <a:gdLst>
                <a:gd name="T0" fmla="*/ 47 w 86"/>
                <a:gd name="T1" fmla="*/ 193 h 193"/>
                <a:gd name="T2" fmla="*/ 0 w 86"/>
                <a:gd name="T3" fmla="*/ 179 h 193"/>
                <a:gd name="T4" fmla="*/ 86 w 86"/>
                <a:gd name="T5" fmla="*/ 0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193">
                  <a:moveTo>
                    <a:pt x="47" y="193"/>
                  </a:moveTo>
                  <a:lnTo>
                    <a:pt x="0" y="179"/>
                  </a:lnTo>
                  <a:lnTo>
                    <a:pt x="8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250">
              <a:extLst>
                <a:ext uri="{FF2B5EF4-FFF2-40B4-BE49-F238E27FC236}">
                  <a16:creationId xmlns:a16="http://schemas.microsoft.com/office/drawing/2014/main" id="{90235622-B0CB-4817-A468-35FC37884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2661"/>
              <a:ext cx="86" cy="193"/>
            </a:xfrm>
            <a:custGeom>
              <a:avLst/>
              <a:gdLst>
                <a:gd name="T0" fmla="*/ 39 w 86"/>
                <a:gd name="T1" fmla="*/ 0 h 193"/>
                <a:gd name="T2" fmla="*/ 86 w 86"/>
                <a:gd name="T3" fmla="*/ 13 h 193"/>
                <a:gd name="T4" fmla="*/ 0 w 86"/>
                <a:gd name="T5" fmla="*/ 193 h 193"/>
                <a:gd name="T6" fmla="*/ 39 w 86"/>
                <a:gd name="T7" fmla="*/ 0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93">
                  <a:moveTo>
                    <a:pt x="39" y="0"/>
                  </a:moveTo>
                  <a:lnTo>
                    <a:pt x="86" y="13"/>
                  </a:lnTo>
                  <a:lnTo>
                    <a:pt x="0" y="193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A89C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51">
              <a:extLst>
                <a:ext uri="{FF2B5EF4-FFF2-40B4-BE49-F238E27FC236}">
                  <a16:creationId xmlns:a16="http://schemas.microsoft.com/office/drawing/2014/main" id="{73D15191-BED5-427A-9385-EB3434A40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2661"/>
              <a:ext cx="86" cy="193"/>
            </a:xfrm>
            <a:custGeom>
              <a:avLst/>
              <a:gdLst>
                <a:gd name="T0" fmla="*/ 39 w 86"/>
                <a:gd name="T1" fmla="*/ 0 h 193"/>
                <a:gd name="T2" fmla="*/ 86 w 86"/>
                <a:gd name="T3" fmla="*/ 13 h 193"/>
                <a:gd name="T4" fmla="*/ 0 w 86"/>
                <a:gd name="T5" fmla="*/ 193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193">
                  <a:moveTo>
                    <a:pt x="39" y="0"/>
                  </a:moveTo>
                  <a:lnTo>
                    <a:pt x="86" y="13"/>
                  </a:lnTo>
                  <a:lnTo>
                    <a:pt x="0" y="19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252">
              <a:extLst>
                <a:ext uri="{FF2B5EF4-FFF2-40B4-BE49-F238E27FC236}">
                  <a16:creationId xmlns:a16="http://schemas.microsoft.com/office/drawing/2014/main" id="{98B3FA9A-C061-4FE5-AEF9-5B7EF0D23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3" y="3066"/>
              <a:ext cx="47" cy="200"/>
            </a:xfrm>
            <a:custGeom>
              <a:avLst/>
              <a:gdLst>
                <a:gd name="T0" fmla="*/ 47 w 47"/>
                <a:gd name="T1" fmla="*/ 200 h 200"/>
                <a:gd name="T2" fmla="*/ 0 w 47"/>
                <a:gd name="T3" fmla="*/ 193 h 200"/>
                <a:gd name="T4" fmla="*/ 27 w 47"/>
                <a:gd name="T5" fmla="*/ 0 h 200"/>
                <a:gd name="T6" fmla="*/ 47 w 47"/>
                <a:gd name="T7" fmla="*/ 200 h 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200">
                  <a:moveTo>
                    <a:pt x="47" y="200"/>
                  </a:moveTo>
                  <a:lnTo>
                    <a:pt x="0" y="193"/>
                  </a:lnTo>
                  <a:lnTo>
                    <a:pt x="27" y="0"/>
                  </a:lnTo>
                  <a:lnTo>
                    <a:pt x="47" y="200"/>
                  </a:lnTo>
                  <a:close/>
                </a:path>
              </a:pathLst>
            </a:custGeom>
            <a:solidFill>
              <a:srgbClr val="A07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53">
              <a:extLst>
                <a:ext uri="{FF2B5EF4-FFF2-40B4-BE49-F238E27FC236}">
                  <a16:creationId xmlns:a16="http://schemas.microsoft.com/office/drawing/2014/main" id="{BC3FDBAC-DC7C-434A-BCB0-76DDA662E6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3053"/>
              <a:ext cx="40" cy="206"/>
            </a:xfrm>
            <a:custGeom>
              <a:avLst/>
              <a:gdLst>
                <a:gd name="T0" fmla="*/ 0 w 40"/>
                <a:gd name="T1" fmla="*/ 0 h 206"/>
                <a:gd name="T2" fmla="*/ 40 w 40"/>
                <a:gd name="T3" fmla="*/ 13 h 206"/>
                <a:gd name="T4" fmla="*/ 13 w 40"/>
                <a:gd name="T5" fmla="*/ 206 h 206"/>
                <a:gd name="T6" fmla="*/ 0 w 40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206">
                  <a:moveTo>
                    <a:pt x="0" y="0"/>
                  </a:moveTo>
                  <a:lnTo>
                    <a:pt x="40" y="13"/>
                  </a:lnTo>
                  <a:lnTo>
                    <a:pt x="13" y="2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7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54">
              <a:extLst>
                <a:ext uri="{FF2B5EF4-FFF2-40B4-BE49-F238E27FC236}">
                  <a16:creationId xmlns:a16="http://schemas.microsoft.com/office/drawing/2014/main" id="{33E46D56-1315-4015-9EB8-A66D0DCEC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3053"/>
              <a:ext cx="40" cy="206"/>
            </a:xfrm>
            <a:custGeom>
              <a:avLst/>
              <a:gdLst>
                <a:gd name="T0" fmla="*/ 0 w 40"/>
                <a:gd name="T1" fmla="*/ 0 h 206"/>
                <a:gd name="T2" fmla="*/ 40 w 40"/>
                <a:gd name="T3" fmla="*/ 13 h 206"/>
                <a:gd name="T4" fmla="*/ 13 w 40"/>
                <a:gd name="T5" fmla="*/ 206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206">
                  <a:moveTo>
                    <a:pt x="0" y="0"/>
                  </a:moveTo>
                  <a:lnTo>
                    <a:pt x="40" y="13"/>
                  </a:lnTo>
                  <a:lnTo>
                    <a:pt x="13" y="20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55">
              <a:extLst>
                <a:ext uri="{FF2B5EF4-FFF2-40B4-BE49-F238E27FC236}">
                  <a16:creationId xmlns:a16="http://schemas.microsoft.com/office/drawing/2014/main" id="{ED972B75-022F-4FEF-B610-0FD34D101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1" y="2814"/>
              <a:ext cx="60" cy="212"/>
            </a:xfrm>
            <a:custGeom>
              <a:avLst/>
              <a:gdLst>
                <a:gd name="T0" fmla="*/ 33 w 60"/>
                <a:gd name="T1" fmla="*/ 212 h 212"/>
                <a:gd name="T2" fmla="*/ 0 w 60"/>
                <a:gd name="T3" fmla="*/ 199 h 212"/>
                <a:gd name="T4" fmla="*/ 60 w 60"/>
                <a:gd name="T5" fmla="*/ 0 h 212"/>
                <a:gd name="T6" fmla="*/ 33 w 6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12">
                  <a:moveTo>
                    <a:pt x="33" y="212"/>
                  </a:moveTo>
                  <a:lnTo>
                    <a:pt x="0" y="199"/>
                  </a:lnTo>
                  <a:lnTo>
                    <a:pt x="60" y="0"/>
                  </a:lnTo>
                  <a:lnTo>
                    <a:pt x="33" y="212"/>
                  </a:lnTo>
                  <a:close/>
                </a:path>
              </a:pathLst>
            </a:custGeom>
            <a:solidFill>
              <a:srgbClr val="9080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56">
              <a:extLst>
                <a:ext uri="{FF2B5EF4-FFF2-40B4-BE49-F238E27FC236}">
                  <a16:creationId xmlns:a16="http://schemas.microsoft.com/office/drawing/2014/main" id="{F212A48C-7109-47A9-90EC-84048167E8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1" y="2814"/>
              <a:ext cx="60" cy="212"/>
            </a:xfrm>
            <a:custGeom>
              <a:avLst/>
              <a:gdLst>
                <a:gd name="T0" fmla="*/ 33 w 60"/>
                <a:gd name="T1" fmla="*/ 212 h 212"/>
                <a:gd name="T2" fmla="*/ 0 w 60"/>
                <a:gd name="T3" fmla="*/ 199 h 212"/>
                <a:gd name="T4" fmla="*/ 60 w 60"/>
                <a:gd name="T5" fmla="*/ 0 h 2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12">
                  <a:moveTo>
                    <a:pt x="33" y="212"/>
                  </a:moveTo>
                  <a:lnTo>
                    <a:pt x="0" y="199"/>
                  </a:lnTo>
                  <a:lnTo>
                    <a:pt x="6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57">
              <a:extLst>
                <a:ext uri="{FF2B5EF4-FFF2-40B4-BE49-F238E27FC236}">
                  <a16:creationId xmlns:a16="http://schemas.microsoft.com/office/drawing/2014/main" id="{23A700C9-6302-4A88-8CFF-69B2ECDF5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4" y="2840"/>
              <a:ext cx="59" cy="167"/>
            </a:xfrm>
            <a:custGeom>
              <a:avLst/>
              <a:gdLst>
                <a:gd name="T0" fmla="*/ 13 w 59"/>
                <a:gd name="T1" fmla="*/ 0 h 167"/>
                <a:gd name="T2" fmla="*/ 59 w 59"/>
                <a:gd name="T3" fmla="*/ 34 h 167"/>
                <a:gd name="T4" fmla="*/ 0 w 59"/>
                <a:gd name="T5" fmla="*/ 167 h 167"/>
                <a:gd name="T6" fmla="*/ 13 w 59"/>
                <a:gd name="T7" fmla="*/ 0 h 1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167">
                  <a:moveTo>
                    <a:pt x="13" y="0"/>
                  </a:moveTo>
                  <a:lnTo>
                    <a:pt x="59" y="34"/>
                  </a:lnTo>
                  <a:lnTo>
                    <a:pt x="0" y="167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D0A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58">
              <a:extLst>
                <a:ext uri="{FF2B5EF4-FFF2-40B4-BE49-F238E27FC236}">
                  <a16:creationId xmlns:a16="http://schemas.microsoft.com/office/drawing/2014/main" id="{03E09D23-065D-4F3F-B4C4-D2F5BB381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4" y="2840"/>
              <a:ext cx="59" cy="167"/>
            </a:xfrm>
            <a:custGeom>
              <a:avLst/>
              <a:gdLst>
                <a:gd name="T0" fmla="*/ 13 w 59"/>
                <a:gd name="T1" fmla="*/ 0 h 167"/>
                <a:gd name="T2" fmla="*/ 59 w 59"/>
                <a:gd name="T3" fmla="*/ 34 h 167"/>
                <a:gd name="T4" fmla="*/ 0 w 59"/>
                <a:gd name="T5" fmla="*/ 167 h 1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167">
                  <a:moveTo>
                    <a:pt x="13" y="0"/>
                  </a:moveTo>
                  <a:lnTo>
                    <a:pt x="59" y="34"/>
                  </a:lnTo>
                  <a:lnTo>
                    <a:pt x="0" y="167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59">
              <a:extLst>
                <a:ext uri="{FF2B5EF4-FFF2-40B4-BE49-F238E27FC236}">
                  <a16:creationId xmlns:a16="http://schemas.microsoft.com/office/drawing/2014/main" id="{7EE2C046-C175-4014-A586-D82CBE111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3126"/>
              <a:ext cx="60" cy="160"/>
            </a:xfrm>
            <a:custGeom>
              <a:avLst/>
              <a:gdLst>
                <a:gd name="T0" fmla="*/ 60 w 60"/>
                <a:gd name="T1" fmla="*/ 160 h 160"/>
                <a:gd name="T2" fmla="*/ 0 w 60"/>
                <a:gd name="T3" fmla="*/ 160 h 160"/>
                <a:gd name="T4" fmla="*/ 33 w 60"/>
                <a:gd name="T5" fmla="*/ 0 h 160"/>
                <a:gd name="T6" fmla="*/ 60 w 60"/>
                <a:gd name="T7" fmla="*/ 160 h 1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60">
                  <a:moveTo>
                    <a:pt x="60" y="160"/>
                  </a:moveTo>
                  <a:lnTo>
                    <a:pt x="0" y="160"/>
                  </a:lnTo>
                  <a:lnTo>
                    <a:pt x="33" y="0"/>
                  </a:lnTo>
                  <a:lnTo>
                    <a:pt x="60" y="160"/>
                  </a:lnTo>
                  <a:close/>
                </a:path>
              </a:pathLst>
            </a:custGeom>
            <a:solidFill>
              <a:srgbClr val="C08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60">
              <a:extLst>
                <a:ext uri="{FF2B5EF4-FFF2-40B4-BE49-F238E27FC236}">
                  <a16:creationId xmlns:a16="http://schemas.microsoft.com/office/drawing/2014/main" id="{30D6C7E9-D40D-4ABC-A558-4B32A8767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3126"/>
              <a:ext cx="60" cy="160"/>
            </a:xfrm>
            <a:custGeom>
              <a:avLst/>
              <a:gdLst>
                <a:gd name="T0" fmla="*/ 60 w 60"/>
                <a:gd name="T1" fmla="*/ 160 h 160"/>
                <a:gd name="T2" fmla="*/ 0 w 60"/>
                <a:gd name="T3" fmla="*/ 160 h 160"/>
                <a:gd name="T4" fmla="*/ 33 w 60"/>
                <a:gd name="T5" fmla="*/ 0 h 1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160">
                  <a:moveTo>
                    <a:pt x="60" y="160"/>
                  </a:moveTo>
                  <a:lnTo>
                    <a:pt x="0" y="160"/>
                  </a:lnTo>
                  <a:lnTo>
                    <a:pt x="3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61">
              <a:extLst>
                <a:ext uri="{FF2B5EF4-FFF2-40B4-BE49-F238E27FC236}">
                  <a16:creationId xmlns:a16="http://schemas.microsoft.com/office/drawing/2014/main" id="{77A0A389-EB73-421E-844B-ECF7F60B5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3126"/>
              <a:ext cx="53" cy="160"/>
            </a:xfrm>
            <a:custGeom>
              <a:avLst/>
              <a:gdLst>
                <a:gd name="T0" fmla="*/ 0 w 53"/>
                <a:gd name="T1" fmla="*/ 0 h 160"/>
                <a:gd name="T2" fmla="*/ 53 w 53"/>
                <a:gd name="T3" fmla="*/ 13 h 160"/>
                <a:gd name="T4" fmla="*/ 27 w 53"/>
                <a:gd name="T5" fmla="*/ 160 h 160"/>
                <a:gd name="T6" fmla="*/ 0 w 53"/>
                <a:gd name="T7" fmla="*/ 0 h 1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60">
                  <a:moveTo>
                    <a:pt x="0" y="0"/>
                  </a:moveTo>
                  <a:lnTo>
                    <a:pt x="53" y="13"/>
                  </a:lnTo>
                  <a:lnTo>
                    <a:pt x="27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88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62">
              <a:extLst>
                <a:ext uri="{FF2B5EF4-FFF2-40B4-BE49-F238E27FC236}">
                  <a16:creationId xmlns:a16="http://schemas.microsoft.com/office/drawing/2014/main" id="{78F86A74-E122-475B-8147-D3368170B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2674"/>
              <a:ext cx="86" cy="193"/>
            </a:xfrm>
            <a:custGeom>
              <a:avLst/>
              <a:gdLst>
                <a:gd name="T0" fmla="*/ 39 w 86"/>
                <a:gd name="T1" fmla="*/ 193 h 193"/>
                <a:gd name="T2" fmla="*/ 0 w 86"/>
                <a:gd name="T3" fmla="*/ 180 h 193"/>
                <a:gd name="T4" fmla="*/ 86 w 86"/>
                <a:gd name="T5" fmla="*/ 0 h 193"/>
                <a:gd name="T6" fmla="*/ 39 w 86"/>
                <a:gd name="T7" fmla="*/ 193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93">
                  <a:moveTo>
                    <a:pt x="39" y="193"/>
                  </a:moveTo>
                  <a:lnTo>
                    <a:pt x="0" y="180"/>
                  </a:lnTo>
                  <a:lnTo>
                    <a:pt x="86" y="0"/>
                  </a:lnTo>
                  <a:lnTo>
                    <a:pt x="39" y="193"/>
                  </a:lnTo>
                  <a:close/>
                </a:path>
              </a:pathLst>
            </a:custGeom>
            <a:solidFill>
              <a:srgbClr val="A8A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263">
              <a:extLst>
                <a:ext uri="{FF2B5EF4-FFF2-40B4-BE49-F238E27FC236}">
                  <a16:creationId xmlns:a16="http://schemas.microsoft.com/office/drawing/2014/main" id="{8DE61C25-C7F0-4CC0-BDB6-487039786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2674"/>
              <a:ext cx="86" cy="193"/>
            </a:xfrm>
            <a:custGeom>
              <a:avLst/>
              <a:gdLst>
                <a:gd name="T0" fmla="*/ 39 w 86"/>
                <a:gd name="T1" fmla="*/ 193 h 193"/>
                <a:gd name="T2" fmla="*/ 0 w 86"/>
                <a:gd name="T3" fmla="*/ 180 h 193"/>
                <a:gd name="T4" fmla="*/ 86 w 86"/>
                <a:gd name="T5" fmla="*/ 0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193">
                  <a:moveTo>
                    <a:pt x="39" y="193"/>
                  </a:moveTo>
                  <a:lnTo>
                    <a:pt x="0" y="180"/>
                  </a:lnTo>
                  <a:lnTo>
                    <a:pt x="8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264">
              <a:extLst>
                <a:ext uri="{FF2B5EF4-FFF2-40B4-BE49-F238E27FC236}">
                  <a16:creationId xmlns:a16="http://schemas.microsoft.com/office/drawing/2014/main" id="{9D958D97-65C9-4674-9A43-E07235CF0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" y="2674"/>
              <a:ext cx="86" cy="193"/>
            </a:xfrm>
            <a:custGeom>
              <a:avLst/>
              <a:gdLst>
                <a:gd name="T0" fmla="*/ 47 w 86"/>
                <a:gd name="T1" fmla="*/ 0 h 193"/>
                <a:gd name="T2" fmla="*/ 86 w 86"/>
                <a:gd name="T3" fmla="*/ 14 h 193"/>
                <a:gd name="T4" fmla="*/ 0 w 86"/>
                <a:gd name="T5" fmla="*/ 193 h 193"/>
                <a:gd name="T6" fmla="*/ 47 w 86"/>
                <a:gd name="T7" fmla="*/ 0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93">
                  <a:moveTo>
                    <a:pt x="47" y="0"/>
                  </a:moveTo>
                  <a:lnTo>
                    <a:pt x="86" y="14"/>
                  </a:lnTo>
                  <a:lnTo>
                    <a:pt x="0" y="19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A8A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265">
              <a:extLst>
                <a:ext uri="{FF2B5EF4-FFF2-40B4-BE49-F238E27FC236}">
                  <a16:creationId xmlns:a16="http://schemas.microsoft.com/office/drawing/2014/main" id="{C186C9DE-0716-480C-B482-028885B4D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" y="2674"/>
              <a:ext cx="86" cy="193"/>
            </a:xfrm>
            <a:custGeom>
              <a:avLst/>
              <a:gdLst>
                <a:gd name="T0" fmla="*/ 47 w 86"/>
                <a:gd name="T1" fmla="*/ 0 h 193"/>
                <a:gd name="T2" fmla="*/ 86 w 86"/>
                <a:gd name="T3" fmla="*/ 14 h 193"/>
                <a:gd name="T4" fmla="*/ 0 w 86"/>
                <a:gd name="T5" fmla="*/ 193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193">
                  <a:moveTo>
                    <a:pt x="47" y="0"/>
                  </a:moveTo>
                  <a:lnTo>
                    <a:pt x="86" y="14"/>
                  </a:lnTo>
                  <a:lnTo>
                    <a:pt x="0" y="19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266">
              <a:extLst>
                <a:ext uri="{FF2B5EF4-FFF2-40B4-BE49-F238E27FC236}">
                  <a16:creationId xmlns:a16="http://schemas.microsoft.com/office/drawing/2014/main" id="{9BE157B7-9072-457C-8052-429292974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2814"/>
              <a:ext cx="60" cy="212"/>
            </a:xfrm>
            <a:custGeom>
              <a:avLst/>
              <a:gdLst>
                <a:gd name="T0" fmla="*/ 27 w 60"/>
                <a:gd name="T1" fmla="*/ 0 h 212"/>
                <a:gd name="T2" fmla="*/ 60 w 60"/>
                <a:gd name="T3" fmla="*/ 13 h 212"/>
                <a:gd name="T4" fmla="*/ 0 w 60"/>
                <a:gd name="T5" fmla="*/ 212 h 212"/>
                <a:gd name="T6" fmla="*/ 27 w 60"/>
                <a:gd name="T7" fmla="*/ 0 h 2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12">
                  <a:moveTo>
                    <a:pt x="27" y="0"/>
                  </a:moveTo>
                  <a:lnTo>
                    <a:pt x="60" y="13"/>
                  </a:lnTo>
                  <a:lnTo>
                    <a:pt x="0" y="212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9080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267">
              <a:extLst>
                <a:ext uri="{FF2B5EF4-FFF2-40B4-BE49-F238E27FC236}">
                  <a16:creationId xmlns:a16="http://schemas.microsoft.com/office/drawing/2014/main" id="{98ED0D78-2B83-4562-BF99-4F7D2F601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2814"/>
              <a:ext cx="60" cy="212"/>
            </a:xfrm>
            <a:custGeom>
              <a:avLst/>
              <a:gdLst>
                <a:gd name="T0" fmla="*/ 27 w 60"/>
                <a:gd name="T1" fmla="*/ 0 h 212"/>
                <a:gd name="T2" fmla="*/ 60 w 60"/>
                <a:gd name="T3" fmla="*/ 13 h 212"/>
                <a:gd name="T4" fmla="*/ 0 w 60"/>
                <a:gd name="T5" fmla="*/ 212 h 2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12">
                  <a:moveTo>
                    <a:pt x="27" y="0"/>
                  </a:moveTo>
                  <a:lnTo>
                    <a:pt x="60" y="13"/>
                  </a:lnTo>
                  <a:lnTo>
                    <a:pt x="0" y="21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268">
              <a:extLst>
                <a:ext uri="{FF2B5EF4-FFF2-40B4-BE49-F238E27FC236}">
                  <a16:creationId xmlns:a16="http://schemas.microsoft.com/office/drawing/2014/main" id="{6FB81D8D-B236-495D-93FA-2BD4DE16F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3080"/>
              <a:ext cx="46" cy="192"/>
            </a:xfrm>
            <a:custGeom>
              <a:avLst/>
              <a:gdLst>
                <a:gd name="T0" fmla="*/ 46 w 46"/>
                <a:gd name="T1" fmla="*/ 192 h 192"/>
                <a:gd name="T2" fmla="*/ 0 w 46"/>
                <a:gd name="T3" fmla="*/ 186 h 192"/>
                <a:gd name="T4" fmla="*/ 26 w 46"/>
                <a:gd name="T5" fmla="*/ 0 h 192"/>
                <a:gd name="T6" fmla="*/ 46 w 46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92">
                  <a:moveTo>
                    <a:pt x="46" y="192"/>
                  </a:moveTo>
                  <a:lnTo>
                    <a:pt x="0" y="186"/>
                  </a:lnTo>
                  <a:lnTo>
                    <a:pt x="26" y="0"/>
                  </a:lnTo>
                  <a:lnTo>
                    <a:pt x="46" y="192"/>
                  </a:lnTo>
                  <a:close/>
                </a:path>
              </a:pathLst>
            </a:custGeom>
            <a:solidFill>
              <a:srgbClr val="A87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269">
              <a:extLst>
                <a:ext uri="{FF2B5EF4-FFF2-40B4-BE49-F238E27FC236}">
                  <a16:creationId xmlns:a16="http://schemas.microsoft.com/office/drawing/2014/main" id="{BA4BE5CE-207D-4696-BE69-7E2B70302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3080"/>
              <a:ext cx="46" cy="192"/>
            </a:xfrm>
            <a:custGeom>
              <a:avLst/>
              <a:gdLst>
                <a:gd name="T0" fmla="*/ 46 w 46"/>
                <a:gd name="T1" fmla="*/ 192 h 192"/>
                <a:gd name="T2" fmla="*/ 0 w 46"/>
                <a:gd name="T3" fmla="*/ 186 h 192"/>
                <a:gd name="T4" fmla="*/ 26 w 46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92">
                  <a:moveTo>
                    <a:pt x="46" y="192"/>
                  </a:moveTo>
                  <a:lnTo>
                    <a:pt x="0" y="186"/>
                  </a:lnTo>
                  <a:lnTo>
                    <a:pt x="2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270">
              <a:extLst>
                <a:ext uri="{FF2B5EF4-FFF2-40B4-BE49-F238E27FC236}">
                  <a16:creationId xmlns:a16="http://schemas.microsoft.com/office/drawing/2014/main" id="{2D521639-D7EC-4E50-8E65-18D7D0245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3066"/>
              <a:ext cx="46" cy="200"/>
            </a:xfrm>
            <a:custGeom>
              <a:avLst/>
              <a:gdLst>
                <a:gd name="T0" fmla="*/ 0 w 46"/>
                <a:gd name="T1" fmla="*/ 0 h 200"/>
                <a:gd name="T2" fmla="*/ 46 w 46"/>
                <a:gd name="T3" fmla="*/ 14 h 200"/>
                <a:gd name="T4" fmla="*/ 20 w 46"/>
                <a:gd name="T5" fmla="*/ 200 h 200"/>
                <a:gd name="T6" fmla="*/ 0 w 46"/>
                <a:gd name="T7" fmla="*/ 0 h 2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200">
                  <a:moveTo>
                    <a:pt x="0" y="0"/>
                  </a:moveTo>
                  <a:lnTo>
                    <a:pt x="46" y="14"/>
                  </a:lnTo>
                  <a:lnTo>
                    <a:pt x="20" y="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7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271">
              <a:extLst>
                <a:ext uri="{FF2B5EF4-FFF2-40B4-BE49-F238E27FC236}">
                  <a16:creationId xmlns:a16="http://schemas.microsoft.com/office/drawing/2014/main" id="{E8C71FB3-BF08-4F13-8AAF-F453EB299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3113"/>
              <a:ext cx="53" cy="173"/>
            </a:xfrm>
            <a:custGeom>
              <a:avLst/>
              <a:gdLst>
                <a:gd name="T0" fmla="*/ 53 w 53"/>
                <a:gd name="T1" fmla="*/ 173 h 173"/>
                <a:gd name="T2" fmla="*/ 0 w 53"/>
                <a:gd name="T3" fmla="*/ 173 h 173"/>
                <a:gd name="T4" fmla="*/ 33 w 53"/>
                <a:gd name="T5" fmla="*/ 0 h 173"/>
                <a:gd name="T6" fmla="*/ 53 w 53"/>
                <a:gd name="T7" fmla="*/ 173 h 1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73">
                  <a:moveTo>
                    <a:pt x="53" y="173"/>
                  </a:moveTo>
                  <a:lnTo>
                    <a:pt x="0" y="173"/>
                  </a:lnTo>
                  <a:lnTo>
                    <a:pt x="33" y="0"/>
                  </a:lnTo>
                  <a:lnTo>
                    <a:pt x="53" y="173"/>
                  </a:lnTo>
                  <a:close/>
                </a:path>
              </a:pathLst>
            </a:custGeom>
            <a:solidFill>
              <a:srgbClr val="B88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272">
              <a:extLst>
                <a:ext uri="{FF2B5EF4-FFF2-40B4-BE49-F238E27FC236}">
                  <a16:creationId xmlns:a16="http://schemas.microsoft.com/office/drawing/2014/main" id="{0A43AAF0-8CF1-4940-ABB4-546CE0B40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3113"/>
              <a:ext cx="53" cy="173"/>
            </a:xfrm>
            <a:custGeom>
              <a:avLst/>
              <a:gdLst>
                <a:gd name="T0" fmla="*/ 53 w 53"/>
                <a:gd name="T1" fmla="*/ 173 h 173"/>
                <a:gd name="T2" fmla="*/ 0 w 53"/>
                <a:gd name="T3" fmla="*/ 173 h 173"/>
                <a:gd name="T4" fmla="*/ 33 w 53"/>
                <a:gd name="T5" fmla="*/ 0 h 1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73">
                  <a:moveTo>
                    <a:pt x="53" y="173"/>
                  </a:moveTo>
                  <a:lnTo>
                    <a:pt x="0" y="173"/>
                  </a:lnTo>
                  <a:lnTo>
                    <a:pt x="3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273">
              <a:extLst>
                <a:ext uri="{FF2B5EF4-FFF2-40B4-BE49-F238E27FC236}">
                  <a16:creationId xmlns:a16="http://schemas.microsoft.com/office/drawing/2014/main" id="{44E2578E-90F9-4E39-A2A0-134E241BF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3113"/>
              <a:ext cx="53" cy="173"/>
            </a:xfrm>
            <a:custGeom>
              <a:avLst/>
              <a:gdLst>
                <a:gd name="T0" fmla="*/ 0 w 53"/>
                <a:gd name="T1" fmla="*/ 0 h 173"/>
                <a:gd name="T2" fmla="*/ 53 w 53"/>
                <a:gd name="T3" fmla="*/ 13 h 173"/>
                <a:gd name="T4" fmla="*/ 20 w 53"/>
                <a:gd name="T5" fmla="*/ 173 h 173"/>
                <a:gd name="T6" fmla="*/ 0 w 53"/>
                <a:gd name="T7" fmla="*/ 0 h 1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73">
                  <a:moveTo>
                    <a:pt x="0" y="0"/>
                  </a:moveTo>
                  <a:lnTo>
                    <a:pt x="53" y="13"/>
                  </a:lnTo>
                  <a:lnTo>
                    <a:pt x="20" y="1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4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74">
              <a:extLst>
                <a:ext uri="{FF2B5EF4-FFF2-40B4-BE49-F238E27FC236}">
                  <a16:creationId xmlns:a16="http://schemas.microsoft.com/office/drawing/2014/main" id="{40AA9C55-EA77-401D-AAFD-C3CA8D561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3113"/>
              <a:ext cx="53" cy="173"/>
            </a:xfrm>
            <a:custGeom>
              <a:avLst/>
              <a:gdLst>
                <a:gd name="T0" fmla="*/ 0 w 53"/>
                <a:gd name="T1" fmla="*/ 0 h 173"/>
                <a:gd name="T2" fmla="*/ 53 w 53"/>
                <a:gd name="T3" fmla="*/ 13 h 173"/>
                <a:gd name="T4" fmla="*/ 20 w 53"/>
                <a:gd name="T5" fmla="*/ 173 h 1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73">
                  <a:moveTo>
                    <a:pt x="0" y="0"/>
                  </a:moveTo>
                  <a:lnTo>
                    <a:pt x="53" y="13"/>
                  </a:lnTo>
                  <a:lnTo>
                    <a:pt x="20" y="17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75">
              <a:extLst>
                <a:ext uri="{FF2B5EF4-FFF2-40B4-BE49-F238E27FC236}">
                  <a16:creationId xmlns:a16="http://schemas.microsoft.com/office/drawing/2014/main" id="{68EC6262-7E99-42FB-A4E0-498220A63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3093"/>
              <a:ext cx="46" cy="186"/>
            </a:xfrm>
            <a:custGeom>
              <a:avLst/>
              <a:gdLst>
                <a:gd name="T0" fmla="*/ 46 w 46"/>
                <a:gd name="T1" fmla="*/ 186 h 186"/>
                <a:gd name="T2" fmla="*/ 0 w 46"/>
                <a:gd name="T3" fmla="*/ 179 h 186"/>
                <a:gd name="T4" fmla="*/ 26 w 46"/>
                <a:gd name="T5" fmla="*/ 0 h 186"/>
                <a:gd name="T6" fmla="*/ 46 w 46"/>
                <a:gd name="T7" fmla="*/ 186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86">
                  <a:moveTo>
                    <a:pt x="46" y="186"/>
                  </a:moveTo>
                  <a:lnTo>
                    <a:pt x="0" y="179"/>
                  </a:lnTo>
                  <a:lnTo>
                    <a:pt x="26" y="0"/>
                  </a:lnTo>
                  <a:lnTo>
                    <a:pt x="46" y="186"/>
                  </a:lnTo>
                  <a:close/>
                </a:path>
              </a:pathLst>
            </a:custGeom>
            <a:solidFill>
              <a:srgbClr val="B07C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76">
              <a:extLst>
                <a:ext uri="{FF2B5EF4-FFF2-40B4-BE49-F238E27FC236}">
                  <a16:creationId xmlns:a16="http://schemas.microsoft.com/office/drawing/2014/main" id="{0A554F50-D39B-408B-B7C9-CB3F39641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3093"/>
              <a:ext cx="46" cy="186"/>
            </a:xfrm>
            <a:custGeom>
              <a:avLst/>
              <a:gdLst>
                <a:gd name="T0" fmla="*/ 46 w 46"/>
                <a:gd name="T1" fmla="*/ 186 h 186"/>
                <a:gd name="T2" fmla="*/ 0 w 46"/>
                <a:gd name="T3" fmla="*/ 179 h 186"/>
                <a:gd name="T4" fmla="*/ 26 w 46"/>
                <a:gd name="T5" fmla="*/ 0 h 1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86">
                  <a:moveTo>
                    <a:pt x="46" y="186"/>
                  </a:moveTo>
                  <a:lnTo>
                    <a:pt x="0" y="179"/>
                  </a:lnTo>
                  <a:lnTo>
                    <a:pt x="2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77">
              <a:extLst>
                <a:ext uri="{FF2B5EF4-FFF2-40B4-BE49-F238E27FC236}">
                  <a16:creationId xmlns:a16="http://schemas.microsoft.com/office/drawing/2014/main" id="{800CE93B-0454-4F99-B0F9-D7D993993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080"/>
              <a:ext cx="46" cy="192"/>
            </a:xfrm>
            <a:custGeom>
              <a:avLst/>
              <a:gdLst>
                <a:gd name="T0" fmla="*/ 0 w 46"/>
                <a:gd name="T1" fmla="*/ 0 h 192"/>
                <a:gd name="T2" fmla="*/ 46 w 46"/>
                <a:gd name="T3" fmla="*/ 13 h 192"/>
                <a:gd name="T4" fmla="*/ 20 w 46"/>
                <a:gd name="T5" fmla="*/ 192 h 192"/>
                <a:gd name="T6" fmla="*/ 0 w 46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92">
                  <a:moveTo>
                    <a:pt x="0" y="0"/>
                  </a:moveTo>
                  <a:lnTo>
                    <a:pt x="46" y="13"/>
                  </a:lnTo>
                  <a:lnTo>
                    <a:pt x="20" y="1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7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78">
              <a:extLst>
                <a:ext uri="{FF2B5EF4-FFF2-40B4-BE49-F238E27FC236}">
                  <a16:creationId xmlns:a16="http://schemas.microsoft.com/office/drawing/2014/main" id="{4BC27A02-1A21-47A6-BA05-371A20EAA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3080"/>
              <a:ext cx="46" cy="192"/>
            </a:xfrm>
            <a:custGeom>
              <a:avLst/>
              <a:gdLst>
                <a:gd name="T0" fmla="*/ 0 w 46"/>
                <a:gd name="T1" fmla="*/ 0 h 192"/>
                <a:gd name="T2" fmla="*/ 46 w 46"/>
                <a:gd name="T3" fmla="*/ 13 h 192"/>
                <a:gd name="T4" fmla="*/ 20 w 46"/>
                <a:gd name="T5" fmla="*/ 192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92">
                  <a:moveTo>
                    <a:pt x="0" y="0"/>
                  </a:moveTo>
                  <a:lnTo>
                    <a:pt x="46" y="13"/>
                  </a:lnTo>
                  <a:lnTo>
                    <a:pt x="20" y="19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279">
              <a:extLst>
                <a:ext uri="{FF2B5EF4-FFF2-40B4-BE49-F238E27FC236}">
                  <a16:creationId xmlns:a16="http://schemas.microsoft.com/office/drawing/2014/main" id="{225EE14A-1FF8-474C-8123-91DE9B8E6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" y="2688"/>
              <a:ext cx="86" cy="199"/>
            </a:xfrm>
            <a:custGeom>
              <a:avLst/>
              <a:gdLst>
                <a:gd name="T0" fmla="*/ 47 w 86"/>
                <a:gd name="T1" fmla="*/ 199 h 199"/>
                <a:gd name="T2" fmla="*/ 0 w 86"/>
                <a:gd name="T3" fmla="*/ 179 h 199"/>
                <a:gd name="T4" fmla="*/ 86 w 86"/>
                <a:gd name="T5" fmla="*/ 0 h 199"/>
                <a:gd name="T6" fmla="*/ 47 w 86"/>
                <a:gd name="T7" fmla="*/ 199 h 1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99">
                  <a:moveTo>
                    <a:pt x="47" y="199"/>
                  </a:moveTo>
                  <a:lnTo>
                    <a:pt x="0" y="179"/>
                  </a:lnTo>
                  <a:lnTo>
                    <a:pt x="86" y="0"/>
                  </a:lnTo>
                  <a:lnTo>
                    <a:pt x="47" y="199"/>
                  </a:lnTo>
                  <a:close/>
                </a:path>
              </a:pathLst>
            </a:custGeom>
            <a:solidFill>
              <a:srgbClr val="B0A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280">
              <a:extLst>
                <a:ext uri="{FF2B5EF4-FFF2-40B4-BE49-F238E27FC236}">
                  <a16:creationId xmlns:a16="http://schemas.microsoft.com/office/drawing/2014/main" id="{CBD6DB81-3032-493D-A85F-B3EDA18B6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" y="2688"/>
              <a:ext cx="86" cy="199"/>
            </a:xfrm>
            <a:custGeom>
              <a:avLst/>
              <a:gdLst>
                <a:gd name="T0" fmla="*/ 47 w 86"/>
                <a:gd name="T1" fmla="*/ 199 h 199"/>
                <a:gd name="T2" fmla="*/ 0 w 86"/>
                <a:gd name="T3" fmla="*/ 179 h 199"/>
                <a:gd name="T4" fmla="*/ 86 w 86"/>
                <a:gd name="T5" fmla="*/ 0 h 1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199">
                  <a:moveTo>
                    <a:pt x="47" y="199"/>
                  </a:moveTo>
                  <a:lnTo>
                    <a:pt x="0" y="179"/>
                  </a:lnTo>
                  <a:lnTo>
                    <a:pt x="8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281">
              <a:extLst>
                <a:ext uri="{FF2B5EF4-FFF2-40B4-BE49-F238E27FC236}">
                  <a16:creationId xmlns:a16="http://schemas.microsoft.com/office/drawing/2014/main" id="{526392CD-7CA3-4109-AAF0-1E81F03FB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" y="2688"/>
              <a:ext cx="79" cy="199"/>
            </a:xfrm>
            <a:custGeom>
              <a:avLst/>
              <a:gdLst>
                <a:gd name="T0" fmla="*/ 39 w 79"/>
                <a:gd name="T1" fmla="*/ 0 h 199"/>
                <a:gd name="T2" fmla="*/ 79 w 79"/>
                <a:gd name="T3" fmla="*/ 20 h 199"/>
                <a:gd name="T4" fmla="*/ 0 w 79"/>
                <a:gd name="T5" fmla="*/ 199 h 199"/>
                <a:gd name="T6" fmla="*/ 39 w 79"/>
                <a:gd name="T7" fmla="*/ 0 h 19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199">
                  <a:moveTo>
                    <a:pt x="39" y="0"/>
                  </a:moveTo>
                  <a:lnTo>
                    <a:pt x="79" y="20"/>
                  </a:lnTo>
                  <a:lnTo>
                    <a:pt x="0" y="199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B0A0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282">
              <a:extLst>
                <a:ext uri="{FF2B5EF4-FFF2-40B4-BE49-F238E27FC236}">
                  <a16:creationId xmlns:a16="http://schemas.microsoft.com/office/drawing/2014/main" id="{D550404E-5269-4390-B4DF-252288CA6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" y="2688"/>
              <a:ext cx="79" cy="199"/>
            </a:xfrm>
            <a:custGeom>
              <a:avLst/>
              <a:gdLst>
                <a:gd name="T0" fmla="*/ 39 w 79"/>
                <a:gd name="T1" fmla="*/ 0 h 199"/>
                <a:gd name="T2" fmla="*/ 79 w 79"/>
                <a:gd name="T3" fmla="*/ 20 h 199"/>
                <a:gd name="T4" fmla="*/ 0 w 79"/>
                <a:gd name="T5" fmla="*/ 199 h 1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199">
                  <a:moveTo>
                    <a:pt x="39" y="0"/>
                  </a:moveTo>
                  <a:lnTo>
                    <a:pt x="79" y="20"/>
                  </a:lnTo>
                  <a:lnTo>
                    <a:pt x="0" y="19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283">
              <a:extLst>
                <a:ext uri="{FF2B5EF4-FFF2-40B4-BE49-F238E27FC236}">
                  <a16:creationId xmlns:a16="http://schemas.microsoft.com/office/drawing/2014/main" id="{71F4206E-D8FA-4F0C-82DD-14CF5E583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3106"/>
              <a:ext cx="53" cy="180"/>
            </a:xfrm>
            <a:custGeom>
              <a:avLst/>
              <a:gdLst>
                <a:gd name="T0" fmla="*/ 53 w 53"/>
                <a:gd name="T1" fmla="*/ 180 h 180"/>
                <a:gd name="T2" fmla="*/ 0 w 53"/>
                <a:gd name="T3" fmla="*/ 173 h 180"/>
                <a:gd name="T4" fmla="*/ 33 w 53"/>
                <a:gd name="T5" fmla="*/ 0 h 180"/>
                <a:gd name="T6" fmla="*/ 53 w 53"/>
                <a:gd name="T7" fmla="*/ 180 h 1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80">
                  <a:moveTo>
                    <a:pt x="53" y="180"/>
                  </a:moveTo>
                  <a:lnTo>
                    <a:pt x="0" y="173"/>
                  </a:lnTo>
                  <a:lnTo>
                    <a:pt x="33" y="0"/>
                  </a:lnTo>
                  <a:lnTo>
                    <a:pt x="53" y="180"/>
                  </a:lnTo>
                  <a:close/>
                </a:path>
              </a:pathLst>
            </a:custGeom>
            <a:solidFill>
              <a:srgbClr val="B08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284">
              <a:extLst>
                <a:ext uri="{FF2B5EF4-FFF2-40B4-BE49-F238E27FC236}">
                  <a16:creationId xmlns:a16="http://schemas.microsoft.com/office/drawing/2014/main" id="{4665A3CE-6CFC-4646-9D9B-BE23D6CAE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3106"/>
              <a:ext cx="53" cy="180"/>
            </a:xfrm>
            <a:custGeom>
              <a:avLst/>
              <a:gdLst>
                <a:gd name="T0" fmla="*/ 53 w 53"/>
                <a:gd name="T1" fmla="*/ 180 h 180"/>
                <a:gd name="T2" fmla="*/ 0 w 53"/>
                <a:gd name="T3" fmla="*/ 173 h 180"/>
                <a:gd name="T4" fmla="*/ 33 w 53"/>
                <a:gd name="T5" fmla="*/ 0 h 1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80">
                  <a:moveTo>
                    <a:pt x="53" y="180"/>
                  </a:moveTo>
                  <a:lnTo>
                    <a:pt x="0" y="173"/>
                  </a:lnTo>
                  <a:lnTo>
                    <a:pt x="3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285">
              <a:extLst>
                <a:ext uri="{FF2B5EF4-FFF2-40B4-BE49-F238E27FC236}">
                  <a16:creationId xmlns:a16="http://schemas.microsoft.com/office/drawing/2014/main" id="{9475BADF-778F-4434-BF6B-0041766FE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3106"/>
              <a:ext cx="53" cy="180"/>
            </a:xfrm>
            <a:custGeom>
              <a:avLst/>
              <a:gdLst>
                <a:gd name="T0" fmla="*/ 0 w 53"/>
                <a:gd name="T1" fmla="*/ 0 h 180"/>
                <a:gd name="T2" fmla="*/ 53 w 53"/>
                <a:gd name="T3" fmla="*/ 7 h 180"/>
                <a:gd name="T4" fmla="*/ 20 w 53"/>
                <a:gd name="T5" fmla="*/ 180 h 180"/>
                <a:gd name="T6" fmla="*/ 0 w 53"/>
                <a:gd name="T7" fmla="*/ 0 h 1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80">
                  <a:moveTo>
                    <a:pt x="0" y="0"/>
                  </a:moveTo>
                  <a:lnTo>
                    <a:pt x="53" y="7"/>
                  </a:lnTo>
                  <a:lnTo>
                    <a:pt x="20" y="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8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286">
              <a:extLst>
                <a:ext uri="{FF2B5EF4-FFF2-40B4-BE49-F238E27FC236}">
                  <a16:creationId xmlns:a16="http://schemas.microsoft.com/office/drawing/2014/main" id="{D1B0CA81-E932-48BD-84AD-5C9A39825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3106"/>
              <a:ext cx="53" cy="180"/>
            </a:xfrm>
            <a:custGeom>
              <a:avLst/>
              <a:gdLst>
                <a:gd name="T0" fmla="*/ 0 w 53"/>
                <a:gd name="T1" fmla="*/ 0 h 180"/>
                <a:gd name="T2" fmla="*/ 53 w 53"/>
                <a:gd name="T3" fmla="*/ 7 h 180"/>
                <a:gd name="T4" fmla="*/ 20 w 53"/>
                <a:gd name="T5" fmla="*/ 180 h 1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80">
                  <a:moveTo>
                    <a:pt x="0" y="0"/>
                  </a:moveTo>
                  <a:lnTo>
                    <a:pt x="53" y="7"/>
                  </a:lnTo>
                  <a:lnTo>
                    <a:pt x="20" y="18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287">
              <a:extLst>
                <a:ext uri="{FF2B5EF4-FFF2-40B4-BE49-F238E27FC236}">
                  <a16:creationId xmlns:a16="http://schemas.microsoft.com/office/drawing/2014/main" id="{B7F40CCF-8762-4E31-94A2-0557DAD3A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3093"/>
              <a:ext cx="53" cy="186"/>
            </a:xfrm>
            <a:custGeom>
              <a:avLst/>
              <a:gdLst>
                <a:gd name="T0" fmla="*/ 0 w 53"/>
                <a:gd name="T1" fmla="*/ 0 h 186"/>
                <a:gd name="T2" fmla="*/ 53 w 53"/>
                <a:gd name="T3" fmla="*/ 13 h 186"/>
                <a:gd name="T4" fmla="*/ 20 w 53"/>
                <a:gd name="T5" fmla="*/ 186 h 186"/>
                <a:gd name="T6" fmla="*/ 0 w 53"/>
                <a:gd name="T7" fmla="*/ 0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86">
                  <a:moveTo>
                    <a:pt x="0" y="0"/>
                  </a:moveTo>
                  <a:lnTo>
                    <a:pt x="53" y="13"/>
                  </a:lnTo>
                  <a:lnTo>
                    <a:pt x="20" y="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7C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288">
              <a:extLst>
                <a:ext uri="{FF2B5EF4-FFF2-40B4-BE49-F238E27FC236}">
                  <a16:creationId xmlns:a16="http://schemas.microsoft.com/office/drawing/2014/main" id="{DD474A7A-2D5D-46AC-ABE3-3C2162B6F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2840"/>
              <a:ext cx="66" cy="167"/>
            </a:xfrm>
            <a:custGeom>
              <a:avLst/>
              <a:gdLst>
                <a:gd name="T0" fmla="*/ 53 w 66"/>
                <a:gd name="T1" fmla="*/ 167 h 167"/>
                <a:gd name="T2" fmla="*/ 0 w 66"/>
                <a:gd name="T3" fmla="*/ 140 h 167"/>
                <a:gd name="T4" fmla="*/ 66 w 66"/>
                <a:gd name="T5" fmla="*/ 0 h 167"/>
                <a:gd name="T6" fmla="*/ 53 w 66"/>
                <a:gd name="T7" fmla="*/ 167 h 1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167">
                  <a:moveTo>
                    <a:pt x="53" y="167"/>
                  </a:moveTo>
                  <a:lnTo>
                    <a:pt x="0" y="140"/>
                  </a:lnTo>
                  <a:lnTo>
                    <a:pt x="66" y="0"/>
                  </a:lnTo>
                  <a:lnTo>
                    <a:pt x="53" y="167"/>
                  </a:lnTo>
                  <a:close/>
                </a:path>
              </a:pathLst>
            </a:custGeom>
            <a:solidFill>
              <a:srgbClr val="D0A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289">
              <a:extLst>
                <a:ext uri="{FF2B5EF4-FFF2-40B4-BE49-F238E27FC236}">
                  <a16:creationId xmlns:a16="http://schemas.microsoft.com/office/drawing/2014/main" id="{9C8CA230-ABE1-4B8F-B355-4119873D20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2840"/>
              <a:ext cx="66" cy="167"/>
            </a:xfrm>
            <a:custGeom>
              <a:avLst/>
              <a:gdLst>
                <a:gd name="T0" fmla="*/ 53 w 66"/>
                <a:gd name="T1" fmla="*/ 167 h 167"/>
                <a:gd name="T2" fmla="*/ 0 w 66"/>
                <a:gd name="T3" fmla="*/ 140 h 167"/>
                <a:gd name="T4" fmla="*/ 66 w 66"/>
                <a:gd name="T5" fmla="*/ 0 h 1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167">
                  <a:moveTo>
                    <a:pt x="53" y="167"/>
                  </a:moveTo>
                  <a:lnTo>
                    <a:pt x="0" y="140"/>
                  </a:lnTo>
                  <a:lnTo>
                    <a:pt x="6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290">
              <a:extLst>
                <a:ext uri="{FF2B5EF4-FFF2-40B4-BE49-F238E27FC236}">
                  <a16:creationId xmlns:a16="http://schemas.microsoft.com/office/drawing/2014/main" id="{558F8A40-87EF-4783-8AFC-29D2DCF31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2807"/>
              <a:ext cx="66" cy="173"/>
            </a:xfrm>
            <a:custGeom>
              <a:avLst/>
              <a:gdLst>
                <a:gd name="T0" fmla="*/ 19 w 66"/>
                <a:gd name="T1" fmla="*/ 0 h 173"/>
                <a:gd name="T2" fmla="*/ 66 w 66"/>
                <a:gd name="T3" fmla="*/ 33 h 173"/>
                <a:gd name="T4" fmla="*/ 0 w 66"/>
                <a:gd name="T5" fmla="*/ 173 h 173"/>
                <a:gd name="T6" fmla="*/ 19 w 66"/>
                <a:gd name="T7" fmla="*/ 0 h 1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6" h="173">
                  <a:moveTo>
                    <a:pt x="19" y="0"/>
                  </a:moveTo>
                  <a:lnTo>
                    <a:pt x="66" y="33"/>
                  </a:lnTo>
                  <a:lnTo>
                    <a:pt x="0" y="173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C8AC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291">
              <a:extLst>
                <a:ext uri="{FF2B5EF4-FFF2-40B4-BE49-F238E27FC236}">
                  <a16:creationId xmlns:a16="http://schemas.microsoft.com/office/drawing/2014/main" id="{A16A46C6-C3CB-49DB-B686-70B9E9F6F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2807"/>
              <a:ext cx="66" cy="173"/>
            </a:xfrm>
            <a:custGeom>
              <a:avLst/>
              <a:gdLst>
                <a:gd name="T0" fmla="*/ 19 w 66"/>
                <a:gd name="T1" fmla="*/ 0 h 173"/>
                <a:gd name="T2" fmla="*/ 66 w 66"/>
                <a:gd name="T3" fmla="*/ 33 h 173"/>
                <a:gd name="T4" fmla="*/ 0 w 66"/>
                <a:gd name="T5" fmla="*/ 173 h 1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173">
                  <a:moveTo>
                    <a:pt x="19" y="0"/>
                  </a:moveTo>
                  <a:lnTo>
                    <a:pt x="66" y="33"/>
                  </a:lnTo>
                  <a:lnTo>
                    <a:pt x="0" y="17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292">
              <a:extLst>
                <a:ext uri="{FF2B5EF4-FFF2-40B4-BE49-F238E27FC236}">
                  <a16:creationId xmlns:a16="http://schemas.microsoft.com/office/drawing/2014/main" id="{F57AC25C-EA87-4545-B54D-232989FC3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2827"/>
              <a:ext cx="60" cy="213"/>
            </a:xfrm>
            <a:custGeom>
              <a:avLst/>
              <a:gdLst>
                <a:gd name="T0" fmla="*/ 40 w 60"/>
                <a:gd name="T1" fmla="*/ 213 h 213"/>
                <a:gd name="T2" fmla="*/ 0 w 60"/>
                <a:gd name="T3" fmla="*/ 199 h 213"/>
                <a:gd name="T4" fmla="*/ 60 w 60"/>
                <a:gd name="T5" fmla="*/ 0 h 213"/>
                <a:gd name="T6" fmla="*/ 40 w 60"/>
                <a:gd name="T7" fmla="*/ 213 h 2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13">
                  <a:moveTo>
                    <a:pt x="40" y="213"/>
                  </a:moveTo>
                  <a:lnTo>
                    <a:pt x="0" y="199"/>
                  </a:lnTo>
                  <a:lnTo>
                    <a:pt x="60" y="0"/>
                  </a:lnTo>
                  <a:lnTo>
                    <a:pt x="40" y="213"/>
                  </a:lnTo>
                  <a:close/>
                </a:path>
              </a:pathLst>
            </a:custGeom>
            <a:solidFill>
              <a:srgbClr val="988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293">
              <a:extLst>
                <a:ext uri="{FF2B5EF4-FFF2-40B4-BE49-F238E27FC236}">
                  <a16:creationId xmlns:a16="http://schemas.microsoft.com/office/drawing/2014/main" id="{32A31771-DCD7-49BB-B852-42AD0E551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" y="2827"/>
              <a:ext cx="60" cy="213"/>
            </a:xfrm>
            <a:custGeom>
              <a:avLst/>
              <a:gdLst>
                <a:gd name="T0" fmla="*/ 40 w 60"/>
                <a:gd name="T1" fmla="*/ 213 h 213"/>
                <a:gd name="T2" fmla="*/ 0 w 60"/>
                <a:gd name="T3" fmla="*/ 199 h 213"/>
                <a:gd name="T4" fmla="*/ 60 w 60"/>
                <a:gd name="T5" fmla="*/ 0 h 2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13">
                  <a:moveTo>
                    <a:pt x="40" y="213"/>
                  </a:moveTo>
                  <a:lnTo>
                    <a:pt x="0" y="199"/>
                  </a:lnTo>
                  <a:lnTo>
                    <a:pt x="6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294">
              <a:extLst>
                <a:ext uri="{FF2B5EF4-FFF2-40B4-BE49-F238E27FC236}">
                  <a16:creationId xmlns:a16="http://schemas.microsoft.com/office/drawing/2014/main" id="{DD1C1AEF-0F08-4E5C-B18E-0FEE86940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" y="2708"/>
              <a:ext cx="79" cy="192"/>
            </a:xfrm>
            <a:custGeom>
              <a:avLst/>
              <a:gdLst>
                <a:gd name="T0" fmla="*/ 46 w 79"/>
                <a:gd name="T1" fmla="*/ 192 h 192"/>
                <a:gd name="T2" fmla="*/ 0 w 79"/>
                <a:gd name="T3" fmla="*/ 179 h 192"/>
                <a:gd name="T4" fmla="*/ 79 w 79"/>
                <a:gd name="T5" fmla="*/ 0 h 192"/>
                <a:gd name="T6" fmla="*/ 46 w 79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192">
                  <a:moveTo>
                    <a:pt x="46" y="192"/>
                  </a:moveTo>
                  <a:lnTo>
                    <a:pt x="0" y="179"/>
                  </a:lnTo>
                  <a:lnTo>
                    <a:pt x="79" y="0"/>
                  </a:lnTo>
                  <a:lnTo>
                    <a:pt x="46" y="192"/>
                  </a:lnTo>
                  <a:close/>
                </a:path>
              </a:pathLst>
            </a:custGeom>
            <a:solidFill>
              <a:srgbClr val="B8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295">
              <a:extLst>
                <a:ext uri="{FF2B5EF4-FFF2-40B4-BE49-F238E27FC236}">
                  <a16:creationId xmlns:a16="http://schemas.microsoft.com/office/drawing/2014/main" id="{102B2A54-5ED4-496D-B9F9-1F7DED8FB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6" y="2708"/>
              <a:ext cx="79" cy="192"/>
            </a:xfrm>
            <a:custGeom>
              <a:avLst/>
              <a:gdLst>
                <a:gd name="T0" fmla="*/ 46 w 79"/>
                <a:gd name="T1" fmla="*/ 192 h 192"/>
                <a:gd name="T2" fmla="*/ 0 w 79"/>
                <a:gd name="T3" fmla="*/ 179 h 192"/>
                <a:gd name="T4" fmla="*/ 79 w 79"/>
                <a:gd name="T5" fmla="*/ 0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192">
                  <a:moveTo>
                    <a:pt x="46" y="192"/>
                  </a:moveTo>
                  <a:lnTo>
                    <a:pt x="0" y="179"/>
                  </a:lnTo>
                  <a:lnTo>
                    <a:pt x="7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296">
              <a:extLst>
                <a:ext uri="{FF2B5EF4-FFF2-40B4-BE49-F238E27FC236}">
                  <a16:creationId xmlns:a16="http://schemas.microsoft.com/office/drawing/2014/main" id="{71FF4F15-9794-4836-8211-91CBB8CEA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708"/>
              <a:ext cx="79" cy="192"/>
            </a:xfrm>
            <a:custGeom>
              <a:avLst/>
              <a:gdLst>
                <a:gd name="T0" fmla="*/ 33 w 79"/>
                <a:gd name="T1" fmla="*/ 0 h 192"/>
                <a:gd name="T2" fmla="*/ 79 w 79"/>
                <a:gd name="T3" fmla="*/ 19 h 192"/>
                <a:gd name="T4" fmla="*/ 0 w 79"/>
                <a:gd name="T5" fmla="*/ 192 h 192"/>
                <a:gd name="T6" fmla="*/ 33 w 79"/>
                <a:gd name="T7" fmla="*/ 0 h 1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192">
                  <a:moveTo>
                    <a:pt x="33" y="0"/>
                  </a:moveTo>
                  <a:lnTo>
                    <a:pt x="79" y="19"/>
                  </a:lnTo>
                  <a:lnTo>
                    <a:pt x="0" y="192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B8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297">
              <a:extLst>
                <a:ext uri="{FF2B5EF4-FFF2-40B4-BE49-F238E27FC236}">
                  <a16:creationId xmlns:a16="http://schemas.microsoft.com/office/drawing/2014/main" id="{E3D9480F-87F5-4C3B-9D77-B04B1D000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708"/>
              <a:ext cx="79" cy="192"/>
            </a:xfrm>
            <a:custGeom>
              <a:avLst/>
              <a:gdLst>
                <a:gd name="T0" fmla="*/ 33 w 79"/>
                <a:gd name="T1" fmla="*/ 0 h 192"/>
                <a:gd name="T2" fmla="*/ 79 w 79"/>
                <a:gd name="T3" fmla="*/ 19 h 192"/>
                <a:gd name="T4" fmla="*/ 0 w 79"/>
                <a:gd name="T5" fmla="*/ 192 h 1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192">
                  <a:moveTo>
                    <a:pt x="33" y="0"/>
                  </a:moveTo>
                  <a:lnTo>
                    <a:pt x="79" y="19"/>
                  </a:lnTo>
                  <a:lnTo>
                    <a:pt x="0" y="19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298">
              <a:extLst>
                <a:ext uri="{FF2B5EF4-FFF2-40B4-BE49-F238E27FC236}">
                  <a16:creationId xmlns:a16="http://schemas.microsoft.com/office/drawing/2014/main" id="{3772BB02-CF58-4EA5-A709-B95353ACC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827"/>
              <a:ext cx="59" cy="213"/>
            </a:xfrm>
            <a:custGeom>
              <a:avLst/>
              <a:gdLst>
                <a:gd name="T0" fmla="*/ 20 w 59"/>
                <a:gd name="T1" fmla="*/ 0 h 213"/>
                <a:gd name="T2" fmla="*/ 59 w 59"/>
                <a:gd name="T3" fmla="*/ 13 h 213"/>
                <a:gd name="T4" fmla="*/ 0 w 59"/>
                <a:gd name="T5" fmla="*/ 213 h 213"/>
                <a:gd name="T6" fmla="*/ 20 w 59"/>
                <a:gd name="T7" fmla="*/ 0 h 2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213">
                  <a:moveTo>
                    <a:pt x="20" y="0"/>
                  </a:moveTo>
                  <a:lnTo>
                    <a:pt x="59" y="13"/>
                  </a:lnTo>
                  <a:lnTo>
                    <a:pt x="0" y="213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988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299">
              <a:extLst>
                <a:ext uri="{FF2B5EF4-FFF2-40B4-BE49-F238E27FC236}">
                  <a16:creationId xmlns:a16="http://schemas.microsoft.com/office/drawing/2014/main" id="{E4714ADF-3DE5-4660-8798-FC1FE984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827"/>
              <a:ext cx="59" cy="213"/>
            </a:xfrm>
            <a:custGeom>
              <a:avLst/>
              <a:gdLst>
                <a:gd name="T0" fmla="*/ 20 w 59"/>
                <a:gd name="T1" fmla="*/ 0 h 213"/>
                <a:gd name="T2" fmla="*/ 59 w 59"/>
                <a:gd name="T3" fmla="*/ 13 h 213"/>
                <a:gd name="T4" fmla="*/ 0 w 59"/>
                <a:gd name="T5" fmla="*/ 213 h 2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213">
                  <a:moveTo>
                    <a:pt x="20" y="0"/>
                  </a:moveTo>
                  <a:lnTo>
                    <a:pt x="59" y="13"/>
                  </a:lnTo>
                  <a:lnTo>
                    <a:pt x="0" y="2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300">
              <a:extLst>
                <a:ext uri="{FF2B5EF4-FFF2-40B4-BE49-F238E27FC236}">
                  <a16:creationId xmlns:a16="http://schemas.microsoft.com/office/drawing/2014/main" id="{C7CFD836-237A-4457-AE38-294E45DCC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2807"/>
              <a:ext cx="72" cy="173"/>
            </a:xfrm>
            <a:custGeom>
              <a:avLst/>
              <a:gdLst>
                <a:gd name="T0" fmla="*/ 53 w 72"/>
                <a:gd name="T1" fmla="*/ 173 h 173"/>
                <a:gd name="T2" fmla="*/ 0 w 72"/>
                <a:gd name="T3" fmla="*/ 153 h 173"/>
                <a:gd name="T4" fmla="*/ 72 w 72"/>
                <a:gd name="T5" fmla="*/ 0 h 173"/>
                <a:gd name="T6" fmla="*/ 53 w 72"/>
                <a:gd name="T7" fmla="*/ 173 h 1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" h="173">
                  <a:moveTo>
                    <a:pt x="53" y="173"/>
                  </a:moveTo>
                  <a:lnTo>
                    <a:pt x="0" y="153"/>
                  </a:lnTo>
                  <a:lnTo>
                    <a:pt x="72" y="0"/>
                  </a:lnTo>
                  <a:lnTo>
                    <a:pt x="53" y="173"/>
                  </a:lnTo>
                  <a:close/>
                </a:path>
              </a:pathLst>
            </a:custGeom>
            <a:solidFill>
              <a:srgbClr val="C8AC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301">
              <a:extLst>
                <a:ext uri="{FF2B5EF4-FFF2-40B4-BE49-F238E27FC236}">
                  <a16:creationId xmlns:a16="http://schemas.microsoft.com/office/drawing/2014/main" id="{AD42C0B7-3355-4C9F-8BEF-273BF4C26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2807"/>
              <a:ext cx="72" cy="173"/>
            </a:xfrm>
            <a:custGeom>
              <a:avLst/>
              <a:gdLst>
                <a:gd name="T0" fmla="*/ 53 w 72"/>
                <a:gd name="T1" fmla="*/ 173 h 173"/>
                <a:gd name="T2" fmla="*/ 0 w 72"/>
                <a:gd name="T3" fmla="*/ 153 h 173"/>
                <a:gd name="T4" fmla="*/ 72 w 72"/>
                <a:gd name="T5" fmla="*/ 0 h 1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173">
                  <a:moveTo>
                    <a:pt x="53" y="173"/>
                  </a:moveTo>
                  <a:lnTo>
                    <a:pt x="0" y="153"/>
                  </a:lnTo>
                  <a:lnTo>
                    <a:pt x="7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302">
              <a:extLst>
                <a:ext uri="{FF2B5EF4-FFF2-40B4-BE49-F238E27FC236}">
                  <a16:creationId xmlns:a16="http://schemas.microsoft.com/office/drawing/2014/main" id="{7F4CEF5A-F8C7-423E-8F52-8FB3032AD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2774"/>
              <a:ext cx="72" cy="186"/>
            </a:xfrm>
            <a:custGeom>
              <a:avLst/>
              <a:gdLst>
                <a:gd name="T0" fmla="*/ 26 w 72"/>
                <a:gd name="T1" fmla="*/ 0 h 186"/>
                <a:gd name="T2" fmla="*/ 72 w 72"/>
                <a:gd name="T3" fmla="*/ 33 h 186"/>
                <a:gd name="T4" fmla="*/ 0 w 72"/>
                <a:gd name="T5" fmla="*/ 186 h 186"/>
                <a:gd name="T6" fmla="*/ 26 w 72"/>
                <a:gd name="T7" fmla="*/ 0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2" h="186">
                  <a:moveTo>
                    <a:pt x="26" y="0"/>
                  </a:moveTo>
                  <a:lnTo>
                    <a:pt x="72" y="33"/>
                  </a:lnTo>
                  <a:lnTo>
                    <a:pt x="0" y="186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C0A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303">
              <a:extLst>
                <a:ext uri="{FF2B5EF4-FFF2-40B4-BE49-F238E27FC236}">
                  <a16:creationId xmlns:a16="http://schemas.microsoft.com/office/drawing/2014/main" id="{53A7C4BA-6262-4F6C-85CD-87B326607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727"/>
              <a:ext cx="79" cy="193"/>
            </a:xfrm>
            <a:custGeom>
              <a:avLst/>
              <a:gdLst>
                <a:gd name="T0" fmla="*/ 46 w 79"/>
                <a:gd name="T1" fmla="*/ 193 h 193"/>
                <a:gd name="T2" fmla="*/ 0 w 79"/>
                <a:gd name="T3" fmla="*/ 173 h 193"/>
                <a:gd name="T4" fmla="*/ 79 w 79"/>
                <a:gd name="T5" fmla="*/ 0 h 193"/>
                <a:gd name="T6" fmla="*/ 46 w 79"/>
                <a:gd name="T7" fmla="*/ 193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193">
                  <a:moveTo>
                    <a:pt x="46" y="193"/>
                  </a:moveTo>
                  <a:lnTo>
                    <a:pt x="0" y="173"/>
                  </a:lnTo>
                  <a:lnTo>
                    <a:pt x="79" y="0"/>
                  </a:lnTo>
                  <a:lnTo>
                    <a:pt x="46" y="193"/>
                  </a:lnTo>
                  <a:close/>
                </a:path>
              </a:pathLst>
            </a:custGeom>
            <a:solidFill>
              <a:srgbClr val="B8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304">
              <a:extLst>
                <a:ext uri="{FF2B5EF4-FFF2-40B4-BE49-F238E27FC236}">
                  <a16:creationId xmlns:a16="http://schemas.microsoft.com/office/drawing/2014/main" id="{0DACB307-2C66-4973-9AD0-76EBC4FB7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727"/>
              <a:ext cx="79" cy="193"/>
            </a:xfrm>
            <a:custGeom>
              <a:avLst/>
              <a:gdLst>
                <a:gd name="T0" fmla="*/ 46 w 79"/>
                <a:gd name="T1" fmla="*/ 193 h 193"/>
                <a:gd name="T2" fmla="*/ 0 w 79"/>
                <a:gd name="T3" fmla="*/ 173 h 193"/>
                <a:gd name="T4" fmla="*/ 79 w 79"/>
                <a:gd name="T5" fmla="*/ 0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193">
                  <a:moveTo>
                    <a:pt x="46" y="193"/>
                  </a:moveTo>
                  <a:lnTo>
                    <a:pt x="0" y="173"/>
                  </a:lnTo>
                  <a:lnTo>
                    <a:pt x="7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305">
              <a:extLst>
                <a:ext uri="{FF2B5EF4-FFF2-40B4-BE49-F238E27FC236}">
                  <a16:creationId xmlns:a16="http://schemas.microsoft.com/office/drawing/2014/main" id="{69CB3B6D-A533-438B-8D0D-374E3C533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727"/>
              <a:ext cx="80" cy="193"/>
            </a:xfrm>
            <a:custGeom>
              <a:avLst/>
              <a:gdLst>
                <a:gd name="T0" fmla="*/ 33 w 80"/>
                <a:gd name="T1" fmla="*/ 0 h 193"/>
                <a:gd name="T2" fmla="*/ 80 w 80"/>
                <a:gd name="T3" fmla="*/ 27 h 193"/>
                <a:gd name="T4" fmla="*/ 0 w 80"/>
                <a:gd name="T5" fmla="*/ 193 h 193"/>
                <a:gd name="T6" fmla="*/ 33 w 80"/>
                <a:gd name="T7" fmla="*/ 0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193">
                  <a:moveTo>
                    <a:pt x="33" y="0"/>
                  </a:moveTo>
                  <a:lnTo>
                    <a:pt x="80" y="27"/>
                  </a:lnTo>
                  <a:lnTo>
                    <a:pt x="0" y="193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B8A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306">
              <a:extLst>
                <a:ext uri="{FF2B5EF4-FFF2-40B4-BE49-F238E27FC236}">
                  <a16:creationId xmlns:a16="http://schemas.microsoft.com/office/drawing/2014/main" id="{4434501B-9388-4ADD-9671-2100E5D19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727"/>
              <a:ext cx="80" cy="193"/>
            </a:xfrm>
            <a:custGeom>
              <a:avLst/>
              <a:gdLst>
                <a:gd name="T0" fmla="*/ 33 w 80"/>
                <a:gd name="T1" fmla="*/ 0 h 193"/>
                <a:gd name="T2" fmla="*/ 80 w 80"/>
                <a:gd name="T3" fmla="*/ 27 h 193"/>
                <a:gd name="T4" fmla="*/ 0 w 80"/>
                <a:gd name="T5" fmla="*/ 193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193">
                  <a:moveTo>
                    <a:pt x="33" y="0"/>
                  </a:moveTo>
                  <a:lnTo>
                    <a:pt x="80" y="27"/>
                  </a:lnTo>
                  <a:lnTo>
                    <a:pt x="0" y="19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307">
              <a:extLst>
                <a:ext uri="{FF2B5EF4-FFF2-40B4-BE49-F238E27FC236}">
                  <a16:creationId xmlns:a16="http://schemas.microsoft.com/office/drawing/2014/main" id="{07399178-C297-48FC-A82E-FBFB75AB0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774"/>
              <a:ext cx="73" cy="186"/>
            </a:xfrm>
            <a:custGeom>
              <a:avLst/>
              <a:gdLst>
                <a:gd name="T0" fmla="*/ 47 w 73"/>
                <a:gd name="T1" fmla="*/ 186 h 186"/>
                <a:gd name="T2" fmla="*/ 0 w 73"/>
                <a:gd name="T3" fmla="*/ 166 h 186"/>
                <a:gd name="T4" fmla="*/ 73 w 73"/>
                <a:gd name="T5" fmla="*/ 0 h 186"/>
                <a:gd name="T6" fmla="*/ 47 w 73"/>
                <a:gd name="T7" fmla="*/ 186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186">
                  <a:moveTo>
                    <a:pt x="47" y="186"/>
                  </a:moveTo>
                  <a:lnTo>
                    <a:pt x="0" y="166"/>
                  </a:lnTo>
                  <a:lnTo>
                    <a:pt x="73" y="0"/>
                  </a:lnTo>
                  <a:lnTo>
                    <a:pt x="47" y="186"/>
                  </a:lnTo>
                  <a:close/>
                </a:path>
              </a:pathLst>
            </a:custGeom>
            <a:solidFill>
              <a:srgbClr val="C0A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308">
              <a:extLst>
                <a:ext uri="{FF2B5EF4-FFF2-40B4-BE49-F238E27FC236}">
                  <a16:creationId xmlns:a16="http://schemas.microsoft.com/office/drawing/2014/main" id="{51B2C285-181F-45EE-98A9-8B896CC5F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774"/>
              <a:ext cx="73" cy="186"/>
            </a:xfrm>
            <a:custGeom>
              <a:avLst/>
              <a:gdLst>
                <a:gd name="T0" fmla="*/ 47 w 73"/>
                <a:gd name="T1" fmla="*/ 186 h 186"/>
                <a:gd name="T2" fmla="*/ 0 w 73"/>
                <a:gd name="T3" fmla="*/ 166 h 186"/>
                <a:gd name="T4" fmla="*/ 73 w 73"/>
                <a:gd name="T5" fmla="*/ 0 h 1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186">
                  <a:moveTo>
                    <a:pt x="47" y="186"/>
                  </a:moveTo>
                  <a:lnTo>
                    <a:pt x="0" y="166"/>
                  </a:lnTo>
                  <a:lnTo>
                    <a:pt x="7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309">
              <a:extLst>
                <a:ext uri="{FF2B5EF4-FFF2-40B4-BE49-F238E27FC236}">
                  <a16:creationId xmlns:a16="http://schemas.microsoft.com/office/drawing/2014/main" id="{B11CD623-013E-44B3-A052-A39613142C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754"/>
              <a:ext cx="73" cy="186"/>
            </a:xfrm>
            <a:custGeom>
              <a:avLst/>
              <a:gdLst>
                <a:gd name="T0" fmla="*/ 27 w 73"/>
                <a:gd name="T1" fmla="*/ 0 h 186"/>
                <a:gd name="T2" fmla="*/ 73 w 73"/>
                <a:gd name="T3" fmla="*/ 20 h 186"/>
                <a:gd name="T4" fmla="*/ 0 w 73"/>
                <a:gd name="T5" fmla="*/ 186 h 186"/>
                <a:gd name="T6" fmla="*/ 27 w 73"/>
                <a:gd name="T7" fmla="*/ 0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3" h="186">
                  <a:moveTo>
                    <a:pt x="27" y="0"/>
                  </a:moveTo>
                  <a:lnTo>
                    <a:pt x="73" y="20"/>
                  </a:lnTo>
                  <a:lnTo>
                    <a:pt x="0" y="186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C0A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310">
              <a:extLst>
                <a:ext uri="{FF2B5EF4-FFF2-40B4-BE49-F238E27FC236}">
                  <a16:creationId xmlns:a16="http://schemas.microsoft.com/office/drawing/2014/main" id="{A461BDD9-4902-476C-9BD2-AB424BCD1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754"/>
              <a:ext cx="73" cy="186"/>
            </a:xfrm>
            <a:custGeom>
              <a:avLst/>
              <a:gdLst>
                <a:gd name="T0" fmla="*/ 27 w 73"/>
                <a:gd name="T1" fmla="*/ 0 h 186"/>
                <a:gd name="T2" fmla="*/ 73 w 73"/>
                <a:gd name="T3" fmla="*/ 20 h 186"/>
                <a:gd name="T4" fmla="*/ 0 w 73"/>
                <a:gd name="T5" fmla="*/ 186 h 1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186">
                  <a:moveTo>
                    <a:pt x="27" y="0"/>
                  </a:moveTo>
                  <a:lnTo>
                    <a:pt x="73" y="20"/>
                  </a:lnTo>
                  <a:lnTo>
                    <a:pt x="0" y="18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311">
              <a:extLst>
                <a:ext uri="{FF2B5EF4-FFF2-40B4-BE49-F238E27FC236}">
                  <a16:creationId xmlns:a16="http://schemas.microsoft.com/office/drawing/2014/main" id="{6309D13C-68E8-41D7-9122-EFEB0F5CA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754"/>
              <a:ext cx="80" cy="186"/>
            </a:xfrm>
            <a:custGeom>
              <a:avLst/>
              <a:gdLst>
                <a:gd name="T0" fmla="*/ 53 w 80"/>
                <a:gd name="T1" fmla="*/ 186 h 186"/>
                <a:gd name="T2" fmla="*/ 0 w 80"/>
                <a:gd name="T3" fmla="*/ 166 h 186"/>
                <a:gd name="T4" fmla="*/ 80 w 80"/>
                <a:gd name="T5" fmla="*/ 0 h 186"/>
                <a:gd name="T6" fmla="*/ 53 w 80"/>
                <a:gd name="T7" fmla="*/ 186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186">
                  <a:moveTo>
                    <a:pt x="53" y="186"/>
                  </a:moveTo>
                  <a:lnTo>
                    <a:pt x="0" y="166"/>
                  </a:lnTo>
                  <a:lnTo>
                    <a:pt x="80" y="0"/>
                  </a:lnTo>
                  <a:lnTo>
                    <a:pt x="53" y="186"/>
                  </a:lnTo>
                  <a:close/>
                </a:path>
              </a:pathLst>
            </a:custGeom>
            <a:solidFill>
              <a:srgbClr val="C0A8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312">
              <a:extLst>
                <a:ext uri="{FF2B5EF4-FFF2-40B4-BE49-F238E27FC236}">
                  <a16:creationId xmlns:a16="http://schemas.microsoft.com/office/drawing/2014/main" id="{BAD0591B-4B59-4989-81C4-D064C44EB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754"/>
              <a:ext cx="80" cy="186"/>
            </a:xfrm>
            <a:custGeom>
              <a:avLst/>
              <a:gdLst>
                <a:gd name="T0" fmla="*/ 53 w 80"/>
                <a:gd name="T1" fmla="*/ 186 h 186"/>
                <a:gd name="T2" fmla="*/ 0 w 80"/>
                <a:gd name="T3" fmla="*/ 166 h 186"/>
                <a:gd name="T4" fmla="*/ 80 w 80"/>
                <a:gd name="T5" fmla="*/ 0 h 1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0" h="186">
                  <a:moveTo>
                    <a:pt x="53" y="186"/>
                  </a:moveTo>
                  <a:lnTo>
                    <a:pt x="0" y="166"/>
                  </a:lnTo>
                  <a:lnTo>
                    <a:pt x="8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313">
              <a:extLst>
                <a:ext uri="{FF2B5EF4-FFF2-40B4-BE49-F238E27FC236}">
                  <a16:creationId xmlns:a16="http://schemas.microsoft.com/office/drawing/2014/main" id="{503B2740-3A9D-4933-AFE5-05C72CDFD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4" y="2980"/>
              <a:ext cx="60" cy="166"/>
            </a:xfrm>
            <a:custGeom>
              <a:avLst/>
              <a:gdLst>
                <a:gd name="T0" fmla="*/ 60 w 60"/>
                <a:gd name="T1" fmla="*/ 166 h 166"/>
                <a:gd name="T2" fmla="*/ 0 w 60"/>
                <a:gd name="T3" fmla="*/ 159 h 166"/>
                <a:gd name="T4" fmla="*/ 47 w 60"/>
                <a:gd name="T5" fmla="*/ 0 h 166"/>
                <a:gd name="T6" fmla="*/ 60 w 60"/>
                <a:gd name="T7" fmla="*/ 166 h 1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66">
                  <a:moveTo>
                    <a:pt x="60" y="166"/>
                  </a:moveTo>
                  <a:lnTo>
                    <a:pt x="0" y="159"/>
                  </a:lnTo>
                  <a:lnTo>
                    <a:pt x="47" y="0"/>
                  </a:lnTo>
                  <a:lnTo>
                    <a:pt x="60" y="166"/>
                  </a:lnTo>
                  <a:close/>
                </a:path>
              </a:pathLst>
            </a:custGeom>
            <a:solidFill>
              <a:srgbClr val="C89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314">
              <a:extLst>
                <a:ext uri="{FF2B5EF4-FFF2-40B4-BE49-F238E27FC236}">
                  <a16:creationId xmlns:a16="http://schemas.microsoft.com/office/drawing/2014/main" id="{390E97CA-AFA1-450E-8B6A-C37CC6295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4" y="2980"/>
              <a:ext cx="60" cy="166"/>
            </a:xfrm>
            <a:custGeom>
              <a:avLst/>
              <a:gdLst>
                <a:gd name="T0" fmla="*/ 60 w 60"/>
                <a:gd name="T1" fmla="*/ 166 h 166"/>
                <a:gd name="T2" fmla="*/ 0 w 60"/>
                <a:gd name="T3" fmla="*/ 159 h 166"/>
                <a:gd name="T4" fmla="*/ 47 w 60"/>
                <a:gd name="T5" fmla="*/ 0 h 1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166">
                  <a:moveTo>
                    <a:pt x="60" y="166"/>
                  </a:moveTo>
                  <a:lnTo>
                    <a:pt x="0" y="159"/>
                  </a:lnTo>
                  <a:lnTo>
                    <a:pt x="4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315">
              <a:extLst>
                <a:ext uri="{FF2B5EF4-FFF2-40B4-BE49-F238E27FC236}">
                  <a16:creationId xmlns:a16="http://schemas.microsoft.com/office/drawing/2014/main" id="{73A71326-3933-4C24-8352-B01AD25CF7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2980"/>
              <a:ext cx="53" cy="166"/>
            </a:xfrm>
            <a:custGeom>
              <a:avLst/>
              <a:gdLst>
                <a:gd name="T0" fmla="*/ 0 w 53"/>
                <a:gd name="T1" fmla="*/ 0 h 166"/>
                <a:gd name="T2" fmla="*/ 53 w 53"/>
                <a:gd name="T3" fmla="*/ 27 h 166"/>
                <a:gd name="T4" fmla="*/ 13 w 53"/>
                <a:gd name="T5" fmla="*/ 166 h 166"/>
                <a:gd name="T6" fmla="*/ 0 w 53"/>
                <a:gd name="T7" fmla="*/ 0 h 1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66">
                  <a:moveTo>
                    <a:pt x="0" y="0"/>
                  </a:moveTo>
                  <a:lnTo>
                    <a:pt x="53" y="27"/>
                  </a:lnTo>
                  <a:lnTo>
                    <a:pt x="13" y="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9C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316">
              <a:extLst>
                <a:ext uri="{FF2B5EF4-FFF2-40B4-BE49-F238E27FC236}">
                  <a16:creationId xmlns:a16="http://schemas.microsoft.com/office/drawing/2014/main" id="{147AFBF3-A0BF-4A08-A211-26746EF38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2980"/>
              <a:ext cx="53" cy="166"/>
            </a:xfrm>
            <a:custGeom>
              <a:avLst/>
              <a:gdLst>
                <a:gd name="T0" fmla="*/ 0 w 53"/>
                <a:gd name="T1" fmla="*/ 0 h 166"/>
                <a:gd name="T2" fmla="*/ 53 w 53"/>
                <a:gd name="T3" fmla="*/ 27 h 166"/>
                <a:gd name="T4" fmla="*/ 13 w 53"/>
                <a:gd name="T5" fmla="*/ 166 h 1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66">
                  <a:moveTo>
                    <a:pt x="0" y="0"/>
                  </a:moveTo>
                  <a:lnTo>
                    <a:pt x="53" y="27"/>
                  </a:lnTo>
                  <a:lnTo>
                    <a:pt x="13" y="16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317">
              <a:extLst>
                <a:ext uri="{FF2B5EF4-FFF2-40B4-BE49-F238E27FC236}">
                  <a16:creationId xmlns:a16="http://schemas.microsoft.com/office/drawing/2014/main" id="{FA4475B3-0898-4F1B-8B2B-873D4435A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840"/>
              <a:ext cx="59" cy="213"/>
            </a:xfrm>
            <a:custGeom>
              <a:avLst/>
              <a:gdLst>
                <a:gd name="T0" fmla="*/ 46 w 59"/>
                <a:gd name="T1" fmla="*/ 213 h 213"/>
                <a:gd name="T2" fmla="*/ 0 w 59"/>
                <a:gd name="T3" fmla="*/ 200 h 213"/>
                <a:gd name="T4" fmla="*/ 59 w 59"/>
                <a:gd name="T5" fmla="*/ 0 h 213"/>
                <a:gd name="T6" fmla="*/ 46 w 59"/>
                <a:gd name="T7" fmla="*/ 213 h 2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213">
                  <a:moveTo>
                    <a:pt x="46" y="213"/>
                  </a:moveTo>
                  <a:lnTo>
                    <a:pt x="0" y="200"/>
                  </a:lnTo>
                  <a:lnTo>
                    <a:pt x="59" y="0"/>
                  </a:lnTo>
                  <a:lnTo>
                    <a:pt x="46" y="213"/>
                  </a:lnTo>
                  <a:close/>
                </a:path>
              </a:pathLst>
            </a:custGeom>
            <a:solidFill>
              <a:srgbClr val="A08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318">
              <a:extLst>
                <a:ext uri="{FF2B5EF4-FFF2-40B4-BE49-F238E27FC236}">
                  <a16:creationId xmlns:a16="http://schemas.microsoft.com/office/drawing/2014/main" id="{E7826837-ACC1-4552-936D-3C5CC31A0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840"/>
              <a:ext cx="59" cy="213"/>
            </a:xfrm>
            <a:custGeom>
              <a:avLst/>
              <a:gdLst>
                <a:gd name="T0" fmla="*/ 46 w 59"/>
                <a:gd name="T1" fmla="*/ 213 h 213"/>
                <a:gd name="T2" fmla="*/ 0 w 59"/>
                <a:gd name="T3" fmla="*/ 200 h 213"/>
                <a:gd name="T4" fmla="*/ 59 w 59"/>
                <a:gd name="T5" fmla="*/ 0 h 2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213">
                  <a:moveTo>
                    <a:pt x="46" y="213"/>
                  </a:moveTo>
                  <a:lnTo>
                    <a:pt x="0" y="200"/>
                  </a:lnTo>
                  <a:lnTo>
                    <a:pt x="5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319">
              <a:extLst>
                <a:ext uri="{FF2B5EF4-FFF2-40B4-BE49-F238E27FC236}">
                  <a16:creationId xmlns:a16="http://schemas.microsoft.com/office/drawing/2014/main" id="{2FB01B56-7B24-4FB7-88E4-3FFB5F8C7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840"/>
              <a:ext cx="60" cy="213"/>
            </a:xfrm>
            <a:custGeom>
              <a:avLst/>
              <a:gdLst>
                <a:gd name="T0" fmla="*/ 13 w 60"/>
                <a:gd name="T1" fmla="*/ 0 h 213"/>
                <a:gd name="T2" fmla="*/ 60 w 60"/>
                <a:gd name="T3" fmla="*/ 14 h 213"/>
                <a:gd name="T4" fmla="*/ 0 w 60"/>
                <a:gd name="T5" fmla="*/ 213 h 213"/>
                <a:gd name="T6" fmla="*/ 13 w 60"/>
                <a:gd name="T7" fmla="*/ 0 h 2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13">
                  <a:moveTo>
                    <a:pt x="13" y="0"/>
                  </a:moveTo>
                  <a:lnTo>
                    <a:pt x="60" y="14"/>
                  </a:lnTo>
                  <a:lnTo>
                    <a:pt x="0" y="2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A084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320">
              <a:extLst>
                <a:ext uri="{FF2B5EF4-FFF2-40B4-BE49-F238E27FC236}">
                  <a16:creationId xmlns:a16="http://schemas.microsoft.com/office/drawing/2014/main" id="{0575FCED-DF89-493B-A1A5-863F01AEF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840"/>
              <a:ext cx="60" cy="213"/>
            </a:xfrm>
            <a:custGeom>
              <a:avLst/>
              <a:gdLst>
                <a:gd name="T0" fmla="*/ 13 w 60"/>
                <a:gd name="T1" fmla="*/ 0 h 213"/>
                <a:gd name="T2" fmla="*/ 60 w 60"/>
                <a:gd name="T3" fmla="*/ 14 h 213"/>
                <a:gd name="T4" fmla="*/ 0 w 60"/>
                <a:gd name="T5" fmla="*/ 213 h 2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13">
                  <a:moveTo>
                    <a:pt x="13" y="0"/>
                  </a:moveTo>
                  <a:lnTo>
                    <a:pt x="60" y="14"/>
                  </a:lnTo>
                  <a:lnTo>
                    <a:pt x="0" y="2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321">
              <a:extLst>
                <a:ext uri="{FF2B5EF4-FFF2-40B4-BE49-F238E27FC236}">
                  <a16:creationId xmlns:a16="http://schemas.microsoft.com/office/drawing/2014/main" id="{8A9C4891-97E7-43AF-833F-0C40ABA75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854"/>
              <a:ext cx="60" cy="212"/>
            </a:xfrm>
            <a:custGeom>
              <a:avLst/>
              <a:gdLst>
                <a:gd name="T0" fmla="*/ 40 w 60"/>
                <a:gd name="T1" fmla="*/ 212 h 212"/>
                <a:gd name="T2" fmla="*/ 0 w 60"/>
                <a:gd name="T3" fmla="*/ 199 h 212"/>
                <a:gd name="T4" fmla="*/ 60 w 60"/>
                <a:gd name="T5" fmla="*/ 0 h 212"/>
                <a:gd name="T6" fmla="*/ 40 w 6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12">
                  <a:moveTo>
                    <a:pt x="40" y="212"/>
                  </a:moveTo>
                  <a:lnTo>
                    <a:pt x="0" y="199"/>
                  </a:lnTo>
                  <a:lnTo>
                    <a:pt x="60" y="0"/>
                  </a:lnTo>
                  <a:lnTo>
                    <a:pt x="40" y="212"/>
                  </a:lnTo>
                  <a:close/>
                </a:path>
              </a:pathLst>
            </a:custGeom>
            <a:solidFill>
              <a:srgbClr val="A88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322">
              <a:extLst>
                <a:ext uri="{FF2B5EF4-FFF2-40B4-BE49-F238E27FC236}">
                  <a16:creationId xmlns:a16="http://schemas.microsoft.com/office/drawing/2014/main" id="{0FB932FB-7424-480A-8A65-9AC793102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854"/>
              <a:ext cx="60" cy="212"/>
            </a:xfrm>
            <a:custGeom>
              <a:avLst/>
              <a:gdLst>
                <a:gd name="T0" fmla="*/ 40 w 60"/>
                <a:gd name="T1" fmla="*/ 212 h 212"/>
                <a:gd name="T2" fmla="*/ 0 w 60"/>
                <a:gd name="T3" fmla="*/ 199 h 212"/>
                <a:gd name="T4" fmla="*/ 60 w 60"/>
                <a:gd name="T5" fmla="*/ 0 h 2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12">
                  <a:moveTo>
                    <a:pt x="40" y="212"/>
                  </a:moveTo>
                  <a:lnTo>
                    <a:pt x="0" y="199"/>
                  </a:lnTo>
                  <a:lnTo>
                    <a:pt x="6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323">
              <a:extLst>
                <a:ext uri="{FF2B5EF4-FFF2-40B4-BE49-F238E27FC236}">
                  <a16:creationId xmlns:a16="http://schemas.microsoft.com/office/drawing/2014/main" id="{C9A792DD-1148-4363-89B8-040CC0E6F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960"/>
              <a:ext cx="53" cy="179"/>
            </a:xfrm>
            <a:custGeom>
              <a:avLst/>
              <a:gdLst>
                <a:gd name="T0" fmla="*/ 53 w 53"/>
                <a:gd name="T1" fmla="*/ 179 h 179"/>
                <a:gd name="T2" fmla="*/ 0 w 53"/>
                <a:gd name="T3" fmla="*/ 166 h 179"/>
                <a:gd name="T4" fmla="*/ 47 w 53"/>
                <a:gd name="T5" fmla="*/ 0 h 179"/>
                <a:gd name="T6" fmla="*/ 53 w 53"/>
                <a:gd name="T7" fmla="*/ 179 h 1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79">
                  <a:moveTo>
                    <a:pt x="53" y="179"/>
                  </a:moveTo>
                  <a:lnTo>
                    <a:pt x="0" y="166"/>
                  </a:lnTo>
                  <a:lnTo>
                    <a:pt x="47" y="0"/>
                  </a:lnTo>
                  <a:lnTo>
                    <a:pt x="53" y="179"/>
                  </a:lnTo>
                  <a:close/>
                </a:path>
              </a:pathLst>
            </a:custGeom>
            <a:solidFill>
              <a:srgbClr val="C098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324">
              <a:extLst>
                <a:ext uri="{FF2B5EF4-FFF2-40B4-BE49-F238E27FC236}">
                  <a16:creationId xmlns:a16="http://schemas.microsoft.com/office/drawing/2014/main" id="{309FED8A-15C3-4582-B6A0-274DA0413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960"/>
              <a:ext cx="53" cy="179"/>
            </a:xfrm>
            <a:custGeom>
              <a:avLst/>
              <a:gdLst>
                <a:gd name="T0" fmla="*/ 53 w 53"/>
                <a:gd name="T1" fmla="*/ 179 h 179"/>
                <a:gd name="T2" fmla="*/ 0 w 53"/>
                <a:gd name="T3" fmla="*/ 166 h 179"/>
                <a:gd name="T4" fmla="*/ 47 w 53"/>
                <a:gd name="T5" fmla="*/ 0 h 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79">
                  <a:moveTo>
                    <a:pt x="53" y="179"/>
                  </a:moveTo>
                  <a:lnTo>
                    <a:pt x="0" y="166"/>
                  </a:lnTo>
                  <a:lnTo>
                    <a:pt x="47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325">
              <a:extLst>
                <a:ext uri="{FF2B5EF4-FFF2-40B4-BE49-F238E27FC236}">
                  <a16:creationId xmlns:a16="http://schemas.microsoft.com/office/drawing/2014/main" id="{B7CF5072-4B1D-43D1-9231-385221618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2960"/>
              <a:ext cx="53" cy="179"/>
            </a:xfrm>
            <a:custGeom>
              <a:avLst/>
              <a:gdLst>
                <a:gd name="T0" fmla="*/ 0 w 53"/>
                <a:gd name="T1" fmla="*/ 0 h 179"/>
                <a:gd name="T2" fmla="*/ 53 w 53"/>
                <a:gd name="T3" fmla="*/ 20 h 179"/>
                <a:gd name="T4" fmla="*/ 6 w 53"/>
                <a:gd name="T5" fmla="*/ 179 h 179"/>
                <a:gd name="T6" fmla="*/ 0 w 53"/>
                <a:gd name="T7" fmla="*/ 0 h 1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79">
                  <a:moveTo>
                    <a:pt x="0" y="0"/>
                  </a:moveTo>
                  <a:lnTo>
                    <a:pt x="53" y="20"/>
                  </a:lnTo>
                  <a:lnTo>
                    <a:pt x="6" y="1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98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326">
              <a:extLst>
                <a:ext uri="{FF2B5EF4-FFF2-40B4-BE49-F238E27FC236}">
                  <a16:creationId xmlns:a16="http://schemas.microsoft.com/office/drawing/2014/main" id="{1F14A386-6483-42C2-B693-C3D7CEA95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8" y="2960"/>
              <a:ext cx="53" cy="179"/>
            </a:xfrm>
            <a:custGeom>
              <a:avLst/>
              <a:gdLst>
                <a:gd name="T0" fmla="*/ 0 w 53"/>
                <a:gd name="T1" fmla="*/ 0 h 179"/>
                <a:gd name="T2" fmla="*/ 53 w 53"/>
                <a:gd name="T3" fmla="*/ 20 h 179"/>
                <a:gd name="T4" fmla="*/ 6 w 53"/>
                <a:gd name="T5" fmla="*/ 179 h 1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79">
                  <a:moveTo>
                    <a:pt x="0" y="0"/>
                  </a:moveTo>
                  <a:lnTo>
                    <a:pt x="53" y="20"/>
                  </a:lnTo>
                  <a:lnTo>
                    <a:pt x="6" y="179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327">
              <a:extLst>
                <a:ext uri="{FF2B5EF4-FFF2-40B4-BE49-F238E27FC236}">
                  <a16:creationId xmlns:a16="http://schemas.microsoft.com/office/drawing/2014/main" id="{E04205DB-668B-485B-8545-A5BE96482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854"/>
              <a:ext cx="59" cy="212"/>
            </a:xfrm>
            <a:custGeom>
              <a:avLst/>
              <a:gdLst>
                <a:gd name="T0" fmla="*/ 20 w 59"/>
                <a:gd name="T1" fmla="*/ 0 h 212"/>
                <a:gd name="T2" fmla="*/ 59 w 59"/>
                <a:gd name="T3" fmla="*/ 13 h 212"/>
                <a:gd name="T4" fmla="*/ 0 w 59"/>
                <a:gd name="T5" fmla="*/ 212 h 212"/>
                <a:gd name="T6" fmla="*/ 20 w 59"/>
                <a:gd name="T7" fmla="*/ 0 h 2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212">
                  <a:moveTo>
                    <a:pt x="20" y="0"/>
                  </a:moveTo>
                  <a:lnTo>
                    <a:pt x="59" y="13"/>
                  </a:lnTo>
                  <a:lnTo>
                    <a:pt x="0" y="212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A888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328">
              <a:extLst>
                <a:ext uri="{FF2B5EF4-FFF2-40B4-BE49-F238E27FC236}">
                  <a16:creationId xmlns:a16="http://schemas.microsoft.com/office/drawing/2014/main" id="{43A38A36-438B-47F5-8F42-96CD73EEB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854"/>
              <a:ext cx="59" cy="212"/>
            </a:xfrm>
            <a:custGeom>
              <a:avLst/>
              <a:gdLst>
                <a:gd name="T0" fmla="*/ 20 w 59"/>
                <a:gd name="T1" fmla="*/ 0 h 212"/>
                <a:gd name="T2" fmla="*/ 59 w 59"/>
                <a:gd name="T3" fmla="*/ 13 h 212"/>
                <a:gd name="T4" fmla="*/ 0 w 59"/>
                <a:gd name="T5" fmla="*/ 212 h 2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212">
                  <a:moveTo>
                    <a:pt x="20" y="0"/>
                  </a:moveTo>
                  <a:lnTo>
                    <a:pt x="59" y="13"/>
                  </a:lnTo>
                  <a:lnTo>
                    <a:pt x="0" y="212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329">
              <a:extLst>
                <a:ext uri="{FF2B5EF4-FFF2-40B4-BE49-F238E27FC236}">
                  <a16:creationId xmlns:a16="http://schemas.microsoft.com/office/drawing/2014/main" id="{CA9A8CA5-8E8A-4C7E-95D0-0EACB7820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867"/>
              <a:ext cx="59" cy="213"/>
            </a:xfrm>
            <a:custGeom>
              <a:avLst/>
              <a:gdLst>
                <a:gd name="T0" fmla="*/ 46 w 59"/>
                <a:gd name="T1" fmla="*/ 213 h 213"/>
                <a:gd name="T2" fmla="*/ 0 w 59"/>
                <a:gd name="T3" fmla="*/ 199 h 213"/>
                <a:gd name="T4" fmla="*/ 59 w 59"/>
                <a:gd name="T5" fmla="*/ 0 h 213"/>
                <a:gd name="T6" fmla="*/ 46 w 59"/>
                <a:gd name="T7" fmla="*/ 213 h 2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213">
                  <a:moveTo>
                    <a:pt x="46" y="213"/>
                  </a:moveTo>
                  <a:lnTo>
                    <a:pt x="0" y="199"/>
                  </a:lnTo>
                  <a:lnTo>
                    <a:pt x="59" y="0"/>
                  </a:lnTo>
                  <a:lnTo>
                    <a:pt x="46" y="213"/>
                  </a:lnTo>
                  <a:close/>
                </a:path>
              </a:pathLst>
            </a:custGeom>
            <a:solidFill>
              <a:srgbClr val="A88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330">
              <a:extLst>
                <a:ext uri="{FF2B5EF4-FFF2-40B4-BE49-F238E27FC236}">
                  <a16:creationId xmlns:a16="http://schemas.microsoft.com/office/drawing/2014/main" id="{A80E7952-8FE7-40A4-8E58-FF4E67645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867"/>
              <a:ext cx="59" cy="213"/>
            </a:xfrm>
            <a:custGeom>
              <a:avLst/>
              <a:gdLst>
                <a:gd name="T0" fmla="*/ 46 w 59"/>
                <a:gd name="T1" fmla="*/ 213 h 213"/>
                <a:gd name="T2" fmla="*/ 0 w 59"/>
                <a:gd name="T3" fmla="*/ 199 h 213"/>
                <a:gd name="T4" fmla="*/ 59 w 59"/>
                <a:gd name="T5" fmla="*/ 0 h 2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213">
                  <a:moveTo>
                    <a:pt x="46" y="213"/>
                  </a:moveTo>
                  <a:lnTo>
                    <a:pt x="0" y="199"/>
                  </a:lnTo>
                  <a:lnTo>
                    <a:pt x="59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331">
              <a:extLst>
                <a:ext uri="{FF2B5EF4-FFF2-40B4-BE49-F238E27FC236}">
                  <a16:creationId xmlns:a16="http://schemas.microsoft.com/office/drawing/2014/main" id="{20896A7D-C9A5-40AC-8AB4-B830173C0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940"/>
              <a:ext cx="53" cy="186"/>
            </a:xfrm>
            <a:custGeom>
              <a:avLst/>
              <a:gdLst>
                <a:gd name="T0" fmla="*/ 53 w 53"/>
                <a:gd name="T1" fmla="*/ 186 h 186"/>
                <a:gd name="T2" fmla="*/ 0 w 53"/>
                <a:gd name="T3" fmla="*/ 173 h 186"/>
                <a:gd name="T4" fmla="*/ 53 w 53"/>
                <a:gd name="T5" fmla="*/ 0 h 186"/>
                <a:gd name="T6" fmla="*/ 53 w 53"/>
                <a:gd name="T7" fmla="*/ 186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86">
                  <a:moveTo>
                    <a:pt x="53" y="186"/>
                  </a:moveTo>
                  <a:lnTo>
                    <a:pt x="0" y="173"/>
                  </a:lnTo>
                  <a:lnTo>
                    <a:pt x="53" y="0"/>
                  </a:lnTo>
                  <a:lnTo>
                    <a:pt x="53" y="186"/>
                  </a:lnTo>
                  <a:close/>
                </a:path>
              </a:pathLst>
            </a:custGeom>
            <a:solidFill>
              <a:srgbClr val="C098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332">
              <a:extLst>
                <a:ext uri="{FF2B5EF4-FFF2-40B4-BE49-F238E27FC236}">
                  <a16:creationId xmlns:a16="http://schemas.microsoft.com/office/drawing/2014/main" id="{E348FB71-5550-4E48-9093-61339D423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940"/>
              <a:ext cx="53" cy="186"/>
            </a:xfrm>
            <a:custGeom>
              <a:avLst/>
              <a:gdLst>
                <a:gd name="T0" fmla="*/ 53 w 53"/>
                <a:gd name="T1" fmla="*/ 186 h 186"/>
                <a:gd name="T2" fmla="*/ 0 w 53"/>
                <a:gd name="T3" fmla="*/ 173 h 186"/>
                <a:gd name="T4" fmla="*/ 53 w 53"/>
                <a:gd name="T5" fmla="*/ 0 h 1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86">
                  <a:moveTo>
                    <a:pt x="53" y="186"/>
                  </a:moveTo>
                  <a:lnTo>
                    <a:pt x="0" y="173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333">
              <a:extLst>
                <a:ext uri="{FF2B5EF4-FFF2-40B4-BE49-F238E27FC236}">
                  <a16:creationId xmlns:a16="http://schemas.microsoft.com/office/drawing/2014/main" id="{328F05FE-399F-4767-B232-513A7FB84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1" y="2940"/>
              <a:ext cx="47" cy="186"/>
            </a:xfrm>
            <a:custGeom>
              <a:avLst/>
              <a:gdLst>
                <a:gd name="T0" fmla="*/ 0 w 47"/>
                <a:gd name="T1" fmla="*/ 0 h 186"/>
                <a:gd name="T2" fmla="*/ 47 w 47"/>
                <a:gd name="T3" fmla="*/ 20 h 186"/>
                <a:gd name="T4" fmla="*/ 0 w 47"/>
                <a:gd name="T5" fmla="*/ 186 h 186"/>
                <a:gd name="T6" fmla="*/ 0 w 47"/>
                <a:gd name="T7" fmla="*/ 0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186">
                  <a:moveTo>
                    <a:pt x="0" y="0"/>
                  </a:moveTo>
                  <a:lnTo>
                    <a:pt x="47" y="20"/>
                  </a:lnTo>
                  <a:lnTo>
                    <a:pt x="0" y="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98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334">
              <a:extLst>
                <a:ext uri="{FF2B5EF4-FFF2-40B4-BE49-F238E27FC236}">
                  <a16:creationId xmlns:a16="http://schemas.microsoft.com/office/drawing/2014/main" id="{482F4562-3E44-43EF-8AAA-0807A925F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867"/>
              <a:ext cx="60" cy="213"/>
            </a:xfrm>
            <a:custGeom>
              <a:avLst/>
              <a:gdLst>
                <a:gd name="T0" fmla="*/ 13 w 60"/>
                <a:gd name="T1" fmla="*/ 0 h 213"/>
                <a:gd name="T2" fmla="*/ 60 w 60"/>
                <a:gd name="T3" fmla="*/ 20 h 213"/>
                <a:gd name="T4" fmla="*/ 0 w 60"/>
                <a:gd name="T5" fmla="*/ 213 h 213"/>
                <a:gd name="T6" fmla="*/ 13 w 60"/>
                <a:gd name="T7" fmla="*/ 0 h 2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13">
                  <a:moveTo>
                    <a:pt x="13" y="0"/>
                  </a:moveTo>
                  <a:lnTo>
                    <a:pt x="60" y="20"/>
                  </a:lnTo>
                  <a:lnTo>
                    <a:pt x="0" y="2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A88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335">
              <a:extLst>
                <a:ext uri="{FF2B5EF4-FFF2-40B4-BE49-F238E27FC236}">
                  <a16:creationId xmlns:a16="http://schemas.microsoft.com/office/drawing/2014/main" id="{16AF96F1-03BA-436C-8956-1366D77A0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867"/>
              <a:ext cx="60" cy="213"/>
            </a:xfrm>
            <a:custGeom>
              <a:avLst/>
              <a:gdLst>
                <a:gd name="T0" fmla="*/ 13 w 60"/>
                <a:gd name="T1" fmla="*/ 0 h 213"/>
                <a:gd name="T2" fmla="*/ 60 w 60"/>
                <a:gd name="T3" fmla="*/ 20 h 213"/>
                <a:gd name="T4" fmla="*/ 0 w 60"/>
                <a:gd name="T5" fmla="*/ 213 h 2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13">
                  <a:moveTo>
                    <a:pt x="13" y="0"/>
                  </a:moveTo>
                  <a:lnTo>
                    <a:pt x="60" y="20"/>
                  </a:lnTo>
                  <a:lnTo>
                    <a:pt x="0" y="213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336">
              <a:extLst>
                <a:ext uri="{FF2B5EF4-FFF2-40B4-BE49-F238E27FC236}">
                  <a16:creationId xmlns:a16="http://schemas.microsoft.com/office/drawing/2014/main" id="{E9CEC143-2461-4C6C-8CC5-8BB33E132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887"/>
              <a:ext cx="60" cy="206"/>
            </a:xfrm>
            <a:custGeom>
              <a:avLst/>
              <a:gdLst>
                <a:gd name="T0" fmla="*/ 46 w 60"/>
                <a:gd name="T1" fmla="*/ 206 h 206"/>
                <a:gd name="T2" fmla="*/ 0 w 60"/>
                <a:gd name="T3" fmla="*/ 193 h 206"/>
                <a:gd name="T4" fmla="*/ 60 w 60"/>
                <a:gd name="T5" fmla="*/ 0 h 206"/>
                <a:gd name="T6" fmla="*/ 46 w 60"/>
                <a:gd name="T7" fmla="*/ 206 h 2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06">
                  <a:moveTo>
                    <a:pt x="46" y="206"/>
                  </a:moveTo>
                  <a:lnTo>
                    <a:pt x="0" y="193"/>
                  </a:lnTo>
                  <a:lnTo>
                    <a:pt x="60" y="0"/>
                  </a:lnTo>
                  <a:lnTo>
                    <a:pt x="46" y="206"/>
                  </a:lnTo>
                  <a:close/>
                </a:path>
              </a:pathLst>
            </a:custGeom>
            <a:solidFill>
              <a:srgbClr val="B090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337">
              <a:extLst>
                <a:ext uri="{FF2B5EF4-FFF2-40B4-BE49-F238E27FC236}">
                  <a16:creationId xmlns:a16="http://schemas.microsoft.com/office/drawing/2014/main" id="{DFF51A46-43B8-4257-834D-B0C9C5A85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887"/>
              <a:ext cx="60" cy="206"/>
            </a:xfrm>
            <a:custGeom>
              <a:avLst/>
              <a:gdLst>
                <a:gd name="T0" fmla="*/ 46 w 60"/>
                <a:gd name="T1" fmla="*/ 206 h 206"/>
                <a:gd name="T2" fmla="*/ 0 w 60"/>
                <a:gd name="T3" fmla="*/ 193 h 206"/>
                <a:gd name="T4" fmla="*/ 60 w 60"/>
                <a:gd name="T5" fmla="*/ 0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06">
                  <a:moveTo>
                    <a:pt x="46" y="206"/>
                  </a:moveTo>
                  <a:lnTo>
                    <a:pt x="0" y="193"/>
                  </a:lnTo>
                  <a:lnTo>
                    <a:pt x="6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338">
              <a:extLst>
                <a:ext uri="{FF2B5EF4-FFF2-40B4-BE49-F238E27FC236}">
                  <a16:creationId xmlns:a16="http://schemas.microsoft.com/office/drawing/2014/main" id="{5AF2CD42-234B-49B3-9CB8-FE76B5AE1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2920"/>
              <a:ext cx="53" cy="193"/>
            </a:xfrm>
            <a:custGeom>
              <a:avLst/>
              <a:gdLst>
                <a:gd name="T0" fmla="*/ 53 w 53"/>
                <a:gd name="T1" fmla="*/ 193 h 193"/>
                <a:gd name="T2" fmla="*/ 0 w 53"/>
                <a:gd name="T3" fmla="*/ 186 h 193"/>
                <a:gd name="T4" fmla="*/ 53 w 53"/>
                <a:gd name="T5" fmla="*/ 0 h 193"/>
                <a:gd name="T6" fmla="*/ 53 w 53"/>
                <a:gd name="T7" fmla="*/ 193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93">
                  <a:moveTo>
                    <a:pt x="53" y="193"/>
                  </a:moveTo>
                  <a:lnTo>
                    <a:pt x="0" y="186"/>
                  </a:lnTo>
                  <a:lnTo>
                    <a:pt x="53" y="0"/>
                  </a:lnTo>
                  <a:lnTo>
                    <a:pt x="53" y="193"/>
                  </a:lnTo>
                  <a:close/>
                </a:path>
              </a:pathLst>
            </a:custGeom>
            <a:solidFill>
              <a:srgbClr val="B89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339">
              <a:extLst>
                <a:ext uri="{FF2B5EF4-FFF2-40B4-BE49-F238E27FC236}">
                  <a16:creationId xmlns:a16="http://schemas.microsoft.com/office/drawing/2014/main" id="{61C78892-B6B2-44F6-B5D0-F480B07B1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2920"/>
              <a:ext cx="53" cy="193"/>
            </a:xfrm>
            <a:custGeom>
              <a:avLst/>
              <a:gdLst>
                <a:gd name="T0" fmla="*/ 53 w 53"/>
                <a:gd name="T1" fmla="*/ 193 h 193"/>
                <a:gd name="T2" fmla="*/ 0 w 53"/>
                <a:gd name="T3" fmla="*/ 186 h 193"/>
                <a:gd name="T4" fmla="*/ 53 w 53"/>
                <a:gd name="T5" fmla="*/ 0 h 19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93">
                  <a:moveTo>
                    <a:pt x="53" y="193"/>
                  </a:moveTo>
                  <a:lnTo>
                    <a:pt x="0" y="186"/>
                  </a:lnTo>
                  <a:lnTo>
                    <a:pt x="53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340">
              <a:extLst>
                <a:ext uri="{FF2B5EF4-FFF2-40B4-BE49-F238E27FC236}">
                  <a16:creationId xmlns:a16="http://schemas.microsoft.com/office/drawing/2014/main" id="{FD41799A-7D6D-4850-8A1E-DF24780B80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8" y="2920"/>
              <a:ext cx="53" cy="193"/>
            </a:xfrm>
            <a:custGeom>
              <a:avLst/>
              <a:gdLst>
                <a:gd name="T0" fmla="*/ 0 w 53"/>
                <a:gd name="T1" fmla="*/ 0 h 193"/>
                <a:gd name="T2" fmla="*/ 53 w 53"/>
                <a:gd name="T3" fmla="*/ 20 h 193"/>
                <a:gd name="T4" fmla="*/ 0 w 53"/>
                <a:gd name="T5" fmla="*/ 193 h 193"/>
                <a:gd name="T6" fmla="*/ 0 w 53"/>
                <a:gd name="T7" fmla="*/ 0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193">
                  <a:moveTo>
                    <a:pt x="0" y="0"/>
                  </a:moveTo>
                  <a:lnTo>
                    <a:pt x="53" y="20"/>
                  </a:lnTo>
                  <a:lnTo>
                    <a:pt x="0" y="1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94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341">
              <a:extLst>
                <a:ext uri="{FF2B5EF4-FFF2-40B4-BE49-F238E27FC236}">
                  <a16:creationId xmlns:a16="http://schemas.microsoft.com/office/drawing/2014/main" id="{E4296181-0066-4F90-AE12-65F15517C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900"/>
              <a:ext cx="60" cy="206"/>
            </a:xfrm>
            <a:custGeom>
              <a:avLst/>
              <a:gdLst>
                <a:gd name="T0" fmla="*/ 53 w 60"/>
                <a:gd name="T1" fmla="*/ 206 h 206"/>
                <a:gd name="T2" fmla="*/ 0 w 60"/>
                <a:gd name="T3" fmla="*/ 193 h 206"/>
                <a:gd name="T4" fmla="*/ 60 w 60"/>
                <a:gd name="T5" fmla="*/ 0 h 206"/>
                <a:gd name="T6" fmla="*/ 53 w 60"/>
                <a:gd name="T7" fmla="*/ 206 h 2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06">
                  <a:moveTo>
                    <a:pt x="53" y="206"/>
                  </a:moveTo>
                  <a:lnTo>
                    <a:pt x="0" y="193"/>
                  </a:lnTo>
                  <a:lnTo>
                    <a:pt x="60" y="0"/>
                  </a:lnTo>
                  <a:lnTo>
                    <a:pt x="53" y="206"/>
                  </a:lnTo>
                  <a:close/>
                </a:path>
              </a:pathLst>
            </a:custGeom>
            <a:solidFill>
              <a:srgbClr val="B09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342">
              <a:extLst>
                <a:ext uri="{FF2B5EF4-FFF2-40B4-BE49-F238E27FC236}">
                  <a16:creationId xmlns:a16="http://schemas.microsoft.com/office/drawing/2014/main" id="{ED3B0270-14A4-44A6-8D88-D8BA8A9AD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900"/>
              <a:ext cx="60" cy="206"/>
            </a:xfrm>
            <a:custGeom>
              <a:avLst/>
              <a:gdLst>
                <a:gd name="T0" fmla="*/ 53 w 60"/>
                <a:gd name="T1" fmla="*/ 206 h 206"/>
                <a:gd name="T2" fmla="*/ 0 w 60"/>
                <a:gd name="T3" fmla="*/ 193 h 206"/>
                <a:gd name="T4" fmla="*/ 60 w 60"/>
                <a:gd name="T5" fmla="*/ 0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06">
                  <a:moveTo>
                    <a:pt x="53" y="206"/>
                  </a:moveTo>
                  <a:lnTo>
                    <a:pt x="0" y="193"/>
                  </a:lnTo>
                  <a:lnTo>
                    <a:pt x="6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343">
              <a:extLst>
                <a:ext uri="{FF2B5EF4-FFF2-40B4-BE49-F238E27FC236}">
                  <a16:creationId xmlns:a16="http://schemas.microsoft.com/office/drawing/2014/main" id="{32AD619C-2569-446C-9C89-98961F93E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887"/>
              <a:ext cx="60" cy="206"/>
            </a:xfrm>
            <a:custGeom>
              <a:avLst/>
              <a:gdLst>
                <a:gd name="T0" fmla="*/ 14 w 60"/>
                <a:gd name="T1" fmla="*/ 0 h 206"/>
                <a:gd name="T2" fmla="*/ 60 w 60"/>
                <a:gd name="T3" fmla="*/ 13 h 206"/>
                <a:gd name="T4" fmla="*/ 0 w 60"/>
                <a:gd name="T5" fmla="*/ 206 h 206"/>
                <a:gd name="T6" fmla="*/ 14 w 60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206">
                  <a:moveTo>
                    <a:pt x="14" y="0"/>
                  </a:moveTo>
                  <a:lnTo>
                    <a:pt x="60" y="13"/>
                  </a:lnTo>
                  <a:lnTo>
                    <a:pt x="0" y="20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B090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344">
              <a:extLst>
                <a:ext uri="{FF2B5EF4-FFF2-40B4-BE49-F238E27FC236}">
                  <a16:creationId xmlns:a16="http://schemas.microsoft.com/office/drawing/2014/main" id="{50C6E548-F235-47F9-8588-F60C3752F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2887"/>
              <a:ext cx="60" cy="206"/>
            </a:xfrm>
            <a:custGeom>
              <a:avLst/>
              <a:gdLst>
                <a:gd name="T0" fmla="*/ 14 w 60"/>
                <a:gd name="T1" fmla="*/ 0 h 206"/>
                <a:gd name="T2" fmla="*/ 60 w 60"/>
                <a:gd name="T3" fmla="*/ 13 h 206"/>
                <a:gd name="T4" fmla="*/ 0 w 60"/>
                <a:gd name="T5" fmla="*/ 206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06">
                  <a:moveTo>
                    <a:pt x="14" y="0"/>
                  </a:moveTo>
                  <a:lnTo>
                    <a:pt x="60" y="13"/>
                  </a:lnTo>
                  <a:lnTo>
                    <a:pt x="0" y="20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Freeform 345">
              <a:extLst>
                <a:ext uri="{FF2B5EF4-FFF2-40B4-BE49-F238E27FC236}">
                  <a16:creationId xmlns:a16="http://schemas.microsoft.com/office/drawing/2014/main" id="{B08F4B5C-2E1E-458D-80CF-C57DFBC8D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2900"/>
              <a:ext cx="53" cy="206"/>
            </a:xfrm>
            <a:custGeom>
              <a:avLst/>
              <a:gdLst>
                <a:gd name="T0" fmla="*/ 7 w 53"/>
                <a:gd name="T1" fmla="*/ 0 h 206"/>
                <a:gd name="T2" fmla="*/ 53 w 53"/>
                <a:gd name="T3" fmla="*/ 20 h 206"/>
                <a:gd name="T4" fmla="*/ 0 w 53"/>
                <a:gd name="T5" fmla="*/ 206 h 206"/>
                <a:gd name="T6" fmla="*/ 7 w 53"/>
                <a:gd name="T7" fmla="*/ 0 h 20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" h="206">
                  <a:moveTo>
                    <a:pt x="7" y="0"/>
                  </a:moveTo>
                  <a:lnTo>
                    <a:pt x="53" y="20"/>
                  </a:lnTo>
                  <a:lnTo>
                    <a:pt x="0" y="20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B090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Freeform 346">
              <a:extLst>
                <a:ext uri="{FF2B5EF4-FFF2-40B4-BE49-F238E27FC236}">
                  <a16:creationId xmlns:a16="http://schemas.microsoft.com/office/drawing/2014/main" id="{21A74A2D-A7D4-470A-9128-E5A146E83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2900"/>
              <a:ext cx="53" cy="206"/>
            </a:xfrm>
            <a:custGeom>
              <a:avLst/>
              <a:gdLst>
                <a:gd name="T0" fmla="*/ 7 w 53"/>
                <a:gd name="T1" fmla="*/ 0 h 206"/>
                <a:gd name="T2" fmla="*/ 53 w 53"/>
                <a:gd name="T3" fmla="*/ 20 h 206"/>
                <a:gd name="T4" fmla="*/ 0 w 53"/>
                <a:gd name="T5" fmla="*/ 206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06">
                  <a:moveTo>
                    <a:pt x="7" y="0"/>
                  </a:moveTo>
                  <a:lnTo>
                    <a:pt x="53" y="20"/>
                  </a:lnTo>
                  <a:lnTo>
                    <a:pt x="0" y="206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1" name="Object 352">
              <a:extLst>
                <a:ext uri="{FF2B5EF4-FFF2-40B4-BE49-F238E27FC236}">
                  <a16:creationId xmlns:a16="http://schemas.microsoft.com/office/drawing/2014/main" id="{4373CF11-8513-4EFA-A159-5BCF7E26A5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2" y="3599"/>
            <a:ext cx="13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98" name="Equation" r:id="rId3" imgW="209550" imgH="209550" progId="Equation.3">
                    <p:embed/>
                  </p:oleObj>
                </mc:Choice>
                <mc:Fallback>
                  <p:oleObj name="Equation" r:id="rId3" imgW="209550" imgH="209550" progId="Equation.3">
                    <p:embed/>
                    <p:pic>
                      <p:nvPicPr>
                        <p:cNvPr id="50317" name="Object 352">
                          <a:extLst>
                            <a:ext uri="{FF2B5EF4-FFF2-40B4-BE49-F238E27FC236}">
                              <a16:creationId xmlns:a16="http://schemas.microsoft.com/office/drawing/2014/main" id="{151ACCA4-5053-4BA3-B423-4C585252A1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2" y="3599"/>
                          <a:ext cx="136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72" name="组合 1371">
            <a:extLst>
              <a:ext uri="{FF2B5EF4-FFF2-40B4-BE49-F238E27FC236}">
                <a16:creationId xmlns:a16="http://schemas.microsoft.com/office/drawing/2014/main" id="{E490054F-EB56-4588-BFC0-1918B8EE1487}"/>
              </a:ext>
            </a:extLst>
          </p:cNvPr>
          <p:cNvGrpSpPr/>
          <p:nvPr/>
        </p:nvGrpSpPr>
        <p:grpSpPr>
          <a:xfrm>
            <a:off x="6739846" y="803789"/>
            <a:ext cx="2192586" cy="1808954"/>
            <a:chOff x="6680794" y="723891"/>
            <a:chExt cx="2192586" cy="1808954"/>
          </a:xfrm>
        </p:grpSpPr>
        <p:graphicFrame>
          <p:nvGraphicFramePr>
            <p:cNvPr id="1350" name="Object 4">
              <a:extLst>
                <a:ext uri="{FF2B5EF4-FFF2-40B4-BE49-F238E27FC236}">
                  <a16:creationId xmlns:a16="http://schemas.microsoft.com/office/drawing/2014/main" id="{B8E0F137-31CE-44CF-BBD9-A996C6F8705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0290920"/>
                </p:ext>
              </p:extLst>
            </p:nvPr>
          </p:nvGraphicFramePr>
          <p:xfrm>
            <a:off x="8392346" y="1720321"/>
            <a:ext cx="227013" cy="2365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499" name="Equation" r:id="rId5" imgW="215640" imgH="228600" progId="Equation.DSMT4">
                    <p:embed/>
                  </p:oleObj>
                </mc:Choice>
                <mc:Fallback>
                  <p:oleObj name="Equation" r:id="rId5" imgW="215640" imgH="228600" progId="Equation.DSMT4">
                    <p:embed/>
                    <p:pic>
                      <p:nvPicPr>
                        <p:cNvPr id="51551" name="Object 4">
                          <a:extLst>
                            <a:ext uri="{FF2B5EF4-FFF2-40B4-BE49-F238E27FC236}">
                              <a16:creationId xmlns:a16="http://schemas.microsoft.com/office/drawing/2014/main" id="{FE983FA1-6549-48D7-8A66-9B304FF0B20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2346" y="1720321"/>
                          <a:ext cx="227013" cy="2365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1" name="Oval 5">
              <a:extLst>
                <a:ext uri="{FF2B5EF4-FFF2-40B4-BE49-F238E27FC236}">
                  <a16:creationId xmlns:a16="http://schemas.microsoft.com/office/drawing/2014/main" id="{AE8ACC28-3A3E-481D-BA8E-5863CC81F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5339" y="1082582"/>
              <a:ext cx="1260000" cy="1260000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2" name="Line 6">
              <a:extLst>
                <a:ext uri="{FF2B5EF4-FFF2-40B4-BE49-F238E27FC236}">
                  <a16:creationId xmlns:a16="http://schemas.microsoft.com/office/drawing/2014/main" id="{8A530C2A-1723-4B5C-8D8A-3523132BB0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64394" y="1728057"/>
              <a:ext cx="200898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54" name="Object 8">
              <a:extLst>
                <a:ext uri="{FF2B5EF4-FFF2-40B4-BE49-F238E27FC236}">
                  <a16:creationId xmlns:a16="http://schemas.microsoft.com/office/drawing/2014/main" id="{12D79180-0DC8-4DBD-A304-A8044DEC5C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7227918"/>
                </p:ext>
              </p:extLst>
            </p:nvPr>
          </p:nvGraphicFramePr>
          <p:xfrm>
            <a:off x="8669254" y="1797908"/>
            <a:ext cx="185738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00" name="Equation" r:id="rId7" imgW="177480" imgH="190440" progId="Equation.DSMT4">
                    <p:embed/>
                  </p:oleObj>
                </mc:Choice>
                <mc:Fallback>
                  <p:oleObj name="Equation" r:id="rId7" imgW="177480" imgH="190440" progId="Equation.DSMT4">
                    <p:embed/>
                    <p:pic>
                      <p:nvPicPr>
                        <p:cNvPr id="51555" name="Object 8">
                          <a:extLst>
                            <a:ext uri="{FF2B5EF4-FFF2-40B4-BE49-F238E27FC236}">
                              <a16:creationId xmlns:a16="http://schemas.microsoft.com/office/drawing/2014/main" id="{F31359D7-B6E1-418C-AFCF-675CF1659D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69254" y="1797908"/>
                          <a:ext cx="185738" cy="200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55" name="Object 9">
              <a:extLst>
                <a:ext uri="{FF2B5EF4-FFF2-40B4-BE49-F238E27FC236}">
                  <a16:creationId xmlns:a16="http://schemas.microsoft.com/office/drawing/2014/main" id="{E61869B0-B37F-471D-A0E0-F0CA758DDA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809008"/>
                </p:ext>
              </p:extLst>
            </p:nvPr>
          </p:nvGraphicFramePr>
          <p:xfrm>
            <a:off x="7447926" y="820708"/>
            <a:ext cx="200025" cy="252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01" name="Equation" r:id="rId9" imgW="190440" imgH="241200" progId="Equation.DSMT4">
                    <p:embed/>
                  </p:oleObj>
                </mc:Choice>
                <mc:Fallback>
                  <p:oleObj name="Equation" r:id="rId9" imgW="190440" imgH="241200" progId="Equation.DSMT4">
                    <p:embed/>
                    <p:pic>
                      <p:nvPicPr>
                        <p:cNvPr id="51556" name="Object 9">
                          <a:extLst>
                            <a:ext uri="{FF2B5EF4-FFF2-40B4-BE49-F238E27FC236}">
                              <a16:creationId xmlns:a16="http://schemas.microsoft.com/office/drawing/2014/main" id="{4D264CE4-47AC-4917-820C-DE86C2309CA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7926" y="820708"/>
                          <a:ext cx="200025" cy="252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49" name="Object 10">
              <a:extLst>
                <a:ext uri="{FF2B5EF4-FFF2-40B4-BE49-F238E27FC236}">
                  <a16:creationId xmlns:a16="http://schemas.microsoft.com/office/drawing/2014/main" id="{2A6EFA0E-DB6B-4EE4-B323-9736CB045C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14222001"/>
                </p:ext>
              </p:extLst>
            </p:nvPr>
          </p:nvGraphicFramePr>
          <p:xfrm>
            <a:off x="7451257" y="1735794"/>
            <a:ext cx="236538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02" name="Equation" r:id="rId11" imgW="228600" imgH="241200" progId="Equation.DSMT4">
                    <p:embed/>
                  </p:oleObj>
                </mc:Choice>
                <mc:Fallback>
                  <p:oleObj name="Equation" r:id="rId11" imgW="228600" imgH="241200" progId="Equation.DSMT4">
                    <p:embed/>
                    <p:pic>
                      <p:nvPicPr>
                        <p:cNvPr id="51550" name="Object 10">
                          <a:extLst>
                            <a:ext uri="{FF2B5EF4-FFF2-40B4-BE49-F238E27FC236}">
                              <a16:creationId xmlns:a16="http://schemas.microsoft.com/office/drawing/2014/main" id="{1F41EDA0-4F8D-48A6-8622-5829CB7FE36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1257" y="1735794"/>
                          <a:ext cx="236538" cy="250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7" name="Line 27">
              <a:extLst>
                <a:ext uri="{FF2B5EF4-FFF2-40B4-BE49-F238E27FC236}">
                  <a16:creationId xmlns:a16="http://schemas.microsoft.com/office/drawing/2014/main" id="{88BBEB94-5D82-440E-88E1-752703AAD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7510" y="1266346"/>
              <a:ext cx="0" cy="8977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58" name="Line 28">
              <a:extLst>
                <a:ext uri="{FF2B5EF4-FFF2-40B4-BE49-F238E27FC236}">
                  <a16:creationId xmlns:a16="http://schemas.microsoft.com/office/drawing/2014/main" id="{77247127-5FCA-4E99-9ABE-3F7EE929E8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11379" y="1170770"/>
              <a:ext cx="9484" cy="102859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59" name="Object 29">
              <a:extLst>
                <a:ext uri="{FF2B5EF4-FFF2-40B4-BE49-F238E27FC236}">
                  <a16:creationId xmlns:a16="http://schemas.microsoft.com/office/drawing/2014/main" id="{355DB582-8526-4E8B-AAD3-81FB2DE01C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6757732"/>
                </p:ext>
              </p:extLst>
            </p:nvPr>
          </p:nvGraphicFramePr>
          <p:xfrm>
            <a:off x="7101004" y="1685069"/>
            <a:ext cx="226755" cy="341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03" name="Equation" r:id="rId13" imgW="215640" imgH="330120" progId="Equation.DSMT4">
                    <p:embed/>
                  </p:oleObj>
                </mc:Choice>
                <mc:Fallback>
                  <p:oleObj name="Equation" r:id="rId13" imgW="215640" imgH="330120" progId="Equation.DSMT4">
                    <p:embed/>
                    <p:pic>
                      <p:nvPicPr>
                        <p:cNvPr id="51545" name="Object 29">
                          <a:extLst>
                            <a:ext uri="{FF2B5EF4-FFF2-40B4-BE49-F238E27FC236}">
                              <a16:creationId xmlns:a16="http://schemas.microsoft.com/office/drawing/2014/main" id="{8CF0EEEC-718F-429B-B6A1-C978AAAEB9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01004" y="1685069"/>
                          <a:ext cx="226755" cy="3417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60" name="Object 30">
              <a:extLst>
                <a:ext uri="{FF2B5EF4-FFF2-40B4-BE49-F238E27FC236}">
                  <a16:creationId xmlns:a16="http://schemas.microsoft.com/office/drawing/2014/main" id="{F74D373F-5059-4B26-A4F6-D2763047E8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7520188"/>
                </p:ext>
              </p:extLst>
            </p:nvPr>
          </p:nvGraphicFramePr>
          <p:xfrm>
            <a:off x="8153281" y="1644742"/>
            <a:ext cx="255909" cy="341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04" name="Equation" r:id="rId15" imgW="241200" imgH="330120" progId="Equation.DSMT4">
                    <p:embed/>
                  </p:oleObj>
                </mc:Choice>
                <mc:Fallback>
                  <p:oleObj name="Equation" r:id="rId15" imgW="241200" imgH="330120" progId="Equation.DSMT4">
                    <p:embed/>
                    <p:pic>
                      <p:nvPicPr>
                        <p:cNvPr id="51546" name="Object 30">
                          <a:extLst>
                            <a:ext uri="{FF2B5EF4-FFF2-40B4-BE49-F238E27FC236}">
                              <a16:creationId xmlns:a16="http://schemas.microsoft.com/office/drawing/2014/main" id="{40A40EDA-9DC7-446C-8EFB-5C3A8B98EA6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53281" y="1644742"/>
                          <a:ext cx="255909" cy="3417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61" name="Arc 31">
              <a:extLst>
                <a:ext uri="{FF2B5EF4-FFF2-40B4-BE49-F238E27FC236}">
                  <a16:creationId xmlns:a16="http://schemas.microsoft.com/office/drawing/2014/main" id="{82ED34F1-D86E-4A9D-B471-409EA54DC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2623" y="1082582"/>
              <a:ext cx="843642" cy="912175"/>
            </a:xfrm>
            <a:custGeom>
              <a:avLst/>
              <a:gdLst>
                <a:gd name="T0" fmla="*/ 0 w 22077"/>
                <a:gd name="T1" fmla="*/ 101 h 21600"/>
                <a:gd name="T2" fmla="*/ 588 w 22077"/>
                <a:gd name="T3" fmla="*/ 64 h 21600"/>
                <a:gd name="T4" fmla="*/ 325 w 22077"/>
                <a:gd name="T5" fmla="*/ 57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077" h="21600" fill="none" extrusionOk="0">
                  <a:moveTo>
                    <a:pt x="-1" y="3782"/>
                  </a:moveTo>
                  <a:cubicBezTo>
                    <a:pt x="3595" y="1318"/>
                    <a:pt x="7852" y="0"/>
                    <a:pt x="12211" y="0"/>
                  </a:cubicBezTo>
                  <a:cubicBezTo>
                    <a:pt x="15642" y="0"/>
                    <a:pt x="19024" y="817"/>
                    <a:pt x="22077" y="2384"/>
                  </a:cubicBezTo>
                </a:path>
                <a:path w="22077" h="21600" stroke="0" extrusionOk="0">
                  <a:moveTo>
                    <a:pt x="-1" y="3782"/>
                  </a:moveTo>
                  <a:cubicBezTo>
                    <a:pt x="3595" y="1318"/>
                    <a:pt x="7852" y="0"/>
                    <a:pt x="12211" y="0"/>
                  </a:cubicBezTo>
                  <a:cubicBezTo>
                    <a:pt x="15642" y="0"/>
                    <a:pt x="19024" y="817"/>
                    <a:pt x="22077" y="2384"/>
                  </a:cubicBezTo>
                  <a:lnTo>
                    <a:pt x="12211" y="21600"/>
                  </a:lnTo>
                  <a:lnTo>
                    <a:pt x="-1" y="3782"/>
                  </a:lnTo>
                  <a:close/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99CC">
                      <a:alpha val="50195"/>
                    </a:srgbClr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2" name="Arc 32">
              <a:extLst>
                <a:ext uri="{FF2B5EF4-FFF2-40B4-BE49-F238E27FC236}">
                  <a16:creationId xmlns:a16="http://schemas.microsoft.com/office/drawing/2014/main" id="{C7357A69-481B-4FA5-99E8-9E5A70361CC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317510" y="1409194"/>
              <a:ext cx="793869" cy="933388"/>
            </a:xfrm>
            <a:custGeom>
              <a:avLst/>
              <a:gdLst>
                <a:gd name="T0" fmla="*/ 0 w 22595"/>
                <a:gd name="T1" fmla="*/ 101 h 21600"/>
                <a:gd name="T2" fmla="*/ 602 w 22595"/>
                <a:gd name="T3" fmla="*/ 71 h 21600"/>
                <a:gd name="T4" fmla="*/ 325 w 22595"/>
                <a:gd name="T5" fmla="*/ 57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595" h="21600" fill="none" extrusionOk="0">
                  <a:moveTo>
                    <a:pt x="-1" y="3782"/>
                  </a:moveTo>
                  <a:cubicBezTo>
                    <a:pt x="3595" y="1318"/>
                    <a:pt x="7852" y="0"/>
                    <a:pt x="12211" y="0"/>
                  </a:cubicBezTo>
                  <a:cubicBezTo>
                    <a:pt x="15840" y="0"/>
                    <a:pt x="19412" y="914"/>
                    <a:pt x="22595" y="2659"/>
                  </a:cubicBezTo>
                </a:path>
                <a:path w="22595" h="21600" stroke="0" extrusionOk="0">
                  <a:moveTo>
                    <a:pt x="-1" y="3782"/>
                  </a:moveTo>
                  <a:cubicBezTo>
                    <a:pt x="3595" y="1318"/>
                    <a:pt x="7852" y="0"/>
                    <a:pt x="12211" y="0"/>
                  </a:cubicBezTo>
                  <a:cubicBezTo>
                    <a:pt x="15840" y="0"/>
                    <a:pt x="19412" y="914"/>
                    <a:pt x="22595" y="2659"/>
                  </a:cubicBezTo>
                  <a:lnTo>
                    <a:pt x="12211" y="21600"/>
                  </a:lnTo>
                  <a:lnTo>
                    <a:pt x="-1" y="3782"/>
                  </a:lnTo>
                  <a:close/>
                </a:path>
              </a:pathLst>
            </a:custGeom>
            <a:noFill/>
            <a:ln w="25400">
              <a:solidFill>
                <a:srgbClr val="33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99CC">
                      <a:alpha val="50195"/>
                    </a:srgbClr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63" name="Line 7">
              <a:extLst>
                <a:ext uri="{FF2B5EF4-FFF2-40B4-BE49-F238E27FC236}">
                  <a16:creationId xmlns:a16="http://schemas.microsoft.com/office/drawing/2014/main" id="{36BBF25D-1392-45C8-AAD9-784DC87A6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51336" y="723891"/>
              <a:ext cx="1351" cy="18089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64" name="Object 4">
              <a:extLst>
                <a:ext uri="{FF2B5EF4-FFF2-40B4-BE49-F238E27FC236}">
                  <a16:creationId xmlns:a16="http://schemas.microsoft.com/office/drawing/2014/main" id="{0FFD7F58-4EB0-4EC8-A872-20AB206229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5602842"/>
                </p:ext>
              </p:extLst>
            </p:nvPr>
          </p:nvGraphicFramePr>
          <p:xfrm>
            <a:off x="6680794" y="1728057"/>
            <a:ext cx="374650" cy="236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6505" name="Equation" r:id="rId17" imgW="355320" imgH="228600" progId="Equation.DSMT4">
                    <p:embed/>
                  </p:oleObj>
                </mc:Choice>
                <mc:Fallback>
                  <p:oleObj name="Equation" r:id="rId17" imgW="355320" imgH="228600" progId="Equation.DSMT4">
                    <p:embed/>
                    <p:pic>
                      <p:nvPicPr>
                        <p:cNvPr id="1350" name="Object 4">
                          <a:extLst>
                            <a:ext uri="{FF2B5EF4-FFF2-40B4-BE49-F238E27FC236}">
                              <a16:creationId xmlns:a16="http://schemas.microsoft.com/office/drawing/2014/main" id="{B8E0F137-31CE-44CF-BBD9-A996C6F870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80794" y="1728057"/>
                          <a:ext cx="374650" cy="2365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5" name="Rectangle 11">
            <a:extLst>
              <a:ext uri="{FF2B5EF4-FFF2-40B4-BE49-F238E27FC236}">
                <a16:creationId xmlns:a16="http://schemas.microsoft.com/office/drawing/2014/main" id="{84AFAB4B-42CF-4E9B-BA16-8D1146CB77C4}"/>
              </a:ext>
            </a:extLst>
          </p:cNvPr>
          <p:cNvSpPr txBox="1">
            <a:spLocks noChangeArrowheads="1"/>
          </p:cNvSpPr>
          <p:nvPr/>
        </p:nvSpPr>
        <p:spPr>
          <a:xfrm>
            <a:off x="631534" y="152953"/>
            <a:ext cx="2590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10 </a:t>
            </a:r>
            <a:r>
              <a:rPr lang="zh-CN" altLang="en-US" sz="2400" b="1" dirty="0">
                <a:latin typeface="+mj-ea"/>
              </a:rPr>
              <a:t>计算圆</a:t>
            </a:r>
          </a:p>
        </p:txBody>
      </p:sp>
      <p:sp>
        <p:nvSpPr>
          <p:cNvPr id="1367" name="Text Box 13">
            <a:extLst>
              <a:ext uri="{FF2B5EF4-FFF2-40B4-BE49-F238E27FC236}">
                <a16:creationId xmlns:a16="http://schemas.microsoft.com/office/drawing/2014/main" id="{D6FD3294-D8E8-443F-A8A4-8CA16E778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10" y="762553"/>
            <a:ext cx="46778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一周所得的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球台</a:t>
            </a:r>
            <a:r>
              <a:rPr lang="zh-CN" altLang="en-US" sz="2400" b="1" dirty="0">
                <a:latin typeface="+mj-ea"/>
                <a:ea typeface="+mj-ea"/>
              </a:rPr>
              <a:t>的侧面积</a:t>
            </a:r>
            <a:r>
              <a:rPr lang="en-US" altLang="zh-CN" sz="2400" i="1" dirty="0">
                <a:solidFill>
                  <a:srgbClr val="3366FF"/>
                </a:solidFill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srgbClr val="3366FF"/>
                </a:solidFill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1371" name="对象 1370">
            <a:extLst>
              <a:ext uri="{FF2B5EF4-FFF2-40B4-BE49-F238E27FC236}">
                <a16:creationId xmlns:a16="http://schemas.microsoft.com/office/drawing/2014/main" id="{0033D18A-30F3-437B-AB2A-6D27686AD4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630864"/>
              </p:ext>
            </p:extLst>
          </p:nvPr>
        </p:nvGraphicFramePr>
        <p:xfrm>
          <a:off x="2568459" y="195486"/>
          <a:ext cx="607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06" name="Equation" r:id="rId19" imgW="6070320" imgH="419040" progId="Equation.DSMT4">
                  <p:embed/>
                </p:oleObj>
              </mc:Choice>
              <mc:Fallback>
                <p:oleObj name="Equation" r:id="rId19" imgW="60703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68459" y="195486"/>
                        <a:ext cx="6070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3" name="Text Box 14">
            <a:extLst>
              <a:ext uri="{FF2B5EF4-FFF2-40B4-BE49-F238E27FC236}">
                <a16:creationId xmlns:a16="http://schemas.microsoft.com/office/drawing/2014/main" id="{41A1BFCB-FA7D-447D-B9A0-F44D05E99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608" y="1382201"/>
            <a:ext cx="2514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3366FF"/>
                </a:solidFill>
                <a:latin typeface="+mj-ea"/>
                <a:ea typeface="+mj-ea"/>
              </a:rPr>
              <a:t>解</a:t>
            </a:r>
            <a:r>
              <a:rPr lang="en-US" altLang="zh-CN" sz="2400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对曲线弧</a:t>
            </a:r>
          </a:p>
        </p:txBody>
      </p:sp>
      <p:graphicFrame>
        <p:nvGraphicFramePr>
          <p:cNvPr id="1374" name="Object 15">
            <a:extLst>
              <a:ext uri="{FF2B5EF4-FFF2-40B4-BE49-F238E27FC236}">
                <a16:creationId xmlns:a16="http://schemas.microsoft.com/office/drawing/2014/main" id="{593A878E-AAD7-484E-BFE0-BB15BBA599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071703"/>
              </p:ext>
            </p:extLst>
          </p:nvPr>
        </p:nvGraphicFramePr>
        <p:xfrm>
          <a:off x="2597949" y="1350154"/>
          <a:ext cx="31702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07" name="Equation" r:id="rId21" imgW="3162240" imgH="482400" progId="Equation.DSMT4">
                  <p:embed/>
                </p:oleObj>
              </mc:Choice>
              <mc:Fallback>
                <p:oleObj name="Equation" r:id="rId21" imgW="3162240" imgH="482400" progId="Equation.DSMT4">
                  <p:embed/>
                  <p:pic>
                    <p:nvPicPr>
                      <p:cNvPr id="209935" name="Object 15">
                        <a:extLst>
                          <a:ext uri="{FF2B5EF4-FFF2-40B4-BE49-F238E27FC236}">
                            <a16:creationId xmlns:a16="http://schemas.microsoft.com/office/drawing/2014/main" id="{B92F5EE9-9285-4BFA-9FD4-F99AB4795F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7949" y="1350154"/>
                        <a:ext cx="3170238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5" name="Text Box 16">
            <a:extLst>
              <a:ext uri="{FF2B5EF4-FFF2-40B4-BE49-F238E27FC236}">
                <a16:creationId xmlns:a16="http://schemas.microsoft.com/office/drawing/2014/main" id="{5D3F5FA7-447E-418B-AB2E-3154DAB4C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10" y="1917884"/>
            <a:ext cx="20162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应用公式得</a:t>
            </a:r>
          </a:p>
        </p:txBody>
      </p:sp>
      <p:graphicFrame>
        <p:nvGraphicFramePr>
          <p:cNvPr id="1376" name="Object 17">
            <a:extLst>
              <a:ext uri="{FF2B5EF4-FFF2-40B4-BE49-F238E27FC236}">
                <a16:creationId xmlns:a16="http://schemas.microsoft.com/office/drawing/2014/main" id="{63102A53-FAE4-4AE3-9C29-4904FA20F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844478"/>
              </p:ext>
            </p:extLst>
          </p:nvPr>
        </p:nvGraphicFramePr>
        <p:xfrm>
          <a:off x="630548" y="2249383"/>
          <a:ext cx="5186363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08" name="Equation" r:id="rId23" imgW="5155920" imgH="1066680" progId="Equation.DSMT4">
                  <p:embed/>
                </p:oleObj>
              </mc:Choice>
              <mc:Fallback>
                <p:oleObj name="Equation" r:id="rId23" imgW="5155920" imgH="1066680" progId="Equation.DSMT4">
                  <p:embed/>
                  <p:pic>
                    <p:nvPicPr>
                      <p:cNvPr id="209937" name="Object 17">
                        <a:extLst>
                          <a:ext uri="{FF2B5EF4-FFF2-40B4-BE49-F238E27FC236}">
                            <a16:creationId xmlns:a16="http://schemas.microsoft.com/office/drawing/2014/main" id="{1CFD0F86-10B4-4DD2-AE2C-55806A0227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548" y="2249383"/>
                        <a:ext cx="5186363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8" name="Object 22">
            <a:extLst>
              <a:ext uri="{FF2B5EF4-FFF2-40B4-BE49-F238E27FC236}">
                <a16:creationId xmlns:a16="http://schemas.microsoft.com/office/drawing/2014/main" id="{5960987A-BB58-485A-8B20-E0D32331EF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247272"/>
              </p:ext>
            </p:extLst>
          </p:nvPr>
        </p:nvGraphicFramePr>
        <p:xfrm>
          <a:off x="923315" y="3493216"/>
          <a:ext cx="158591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09" name="Equation" r:id="rId25" imgW="1574640" imgH="634680" progId="Equation.DSMT4">
                  <p:embed/>
                </p:oleObj>
              </mc:Choice>
              <mc:Fallback>
                <p:oleObj name="Equation" r:id="rId25" imgW="1574640" imgH="634680" progId="Equation.DSMT4">
                  <p:embed/>
                  <p:pic>
                    <p:nvPicPr>
                      <p:cNvPr id="209942" name="Object 22">
                        <a:extLst>
                          <a:ext uri="{FF2B5EF4-FFF2-40B4-BE49-F238E27FC236}">
                            <a16:creationId xmlns:a16="http://schemas.microsoft.com/office/drawing/2014/main" id="{45705BFA-17A8-40B5-BE31-A2AEF6ADB2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3315" y="3493216"/>
                        <a:ext cx="158591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9" name="Object 23">
            <a:extLst>
              <a:ext uri="{FF2B5EF4-FFF2-40B4-BE49-F238E27FC236}">
                <a16:creationId xmlns:a16="http://schemas.microsoft.com/office/drawing/2014/main" id="{F18097E5-F3F6-4011-B8BF-9ABC07D72D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945007"/>
              </p:ext>
            </p:extLst>
          </p:nvPr>
        </p:nvGraphicFramePr>
        <p:xfrm>
          <a:off x="2567752" y="3593339"/>
          <a:ext cx="192881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10" name="Equation" r:id="rId27" imgW="1917360" imgH="380880" progId="Equation.DSMT4">
                  <p:embed/>
                </p:oleObj>
              </mc:Choice>
              <mc:Fallback>
                <p:oleObj name="Equation" r:id="rId27" imgW="1917360" imgH="380880" progId="Equation.DSMT4">
                  <p:embed/>
                  <p:pic>
                    <p:nvPicPr>
                      <p:cNvPr id="209943" name="Object 23">
                        <a:extLst>
                          <a:ext uri="{FF2B5EF4-FFF2-40B4-BE49-F238E27FC236}">
                            <a16:creationId xmlns:a16="http://schemas.microsoft.com/office/drawing/2014/main" id="{A5BADA0A-B8F9-4267-A2BF-BF010A2EEB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752" y="3593339"/>
                        <a:ext cx="192881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0" name="Text Box 24">
            <a:extLst>
              <a:ext uri="{FF2B5EF4-FFF2-40B4-BE49-F238E27FC236}">
                <a16:creationId xmlns:a16="http://schemas.microsoft.com/office/drawing/2014/main" id="{2214AE91-EE55-4DB4-8747-245DAE93B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3" y="4198970"/>
            <a:ext cx="6400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当球台高</a:t>
            </a:r>
            <a:r>
              <a:rPr lang="en-US" altLang="zh-CN" sz="2400" i="1" dirty="0">
                <a:solidFill>
                  <a:srgbClr val="3366FF"/>
                </a:solidFill>
                <a:ea typeface="+mj-ea"/>
                <a:cs typeface="Times New Roman" panose="02020603050405020304" pitchFamily="18" charset="0"/>
              </a:rPr>
              <a:t>h </a:t>
            </a:r>
            <a:r>
              <a:rPr lang="en-US" altLang="zh-CN" sz="2400" dirty="0">
                <a:solidFill>
                  <a:srgbClr val="3366FF"/>
                </a:solidFill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 </a:t>
            </a:r>
            <a:r>
              <a:rPr lang="en-US" altLang="zh-CN" sz="2400" dirty="0">
                <a:solidFill>
                  <a:srgbClr val="3366FF"/>
                </a:solidFill>
                <a:ea typeface="+mj-ea"/>
                <a:cs typeface="Times New Roman" panose="02020603050405020304" pitchFamily="18" charset="0"/>
              </a:rPr>
              <a:t>2 </a:t>
            </a:r>
            <a:r>
              <a:rPr lang="en-US" altLang="zh-CN" sz="2400" i="1" dirty="0">
                <a:solidFill>
                  <a:srgbClr val="3366FF"/>
                </a:solidFill>
                <a:ea typeface="+mj-ea"/>
                <a:cs typeface="Times New Roman" panose="02020603050405020304" pitchFamily="18" charset="0"/>
              </a:rPr>
              <a:t>R </a:t>
            </a:r>
            <a:r>
              <a:rPr lang="zh-CN" altLang="en-US" sz="2400" b="1" dirty="0">
                <a:latin typeface="+mj-ea"/>
                <a:ea typeface="+mj-ea"/>
              </a:rPr>
              <a:t>时</a:t>
            </a:r>
            <a:r>
              <a:rPr lang="en-US" altLang="zh-CN" sz="2400" b="1" dirty="0"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得球表面积公式</a:t>
            </a:r>
          </a:p>
        </p:txBody>
      </p:sp>
      <p:graphicFrame>
        <p:nvGraphicFramePr>
          <p:cNvPr id="1381" name="对象 1380">
            <a:extLst>
              <a:ext uri="{FF2B5EF4-FFF2-40B4-BE49-F238E27FC236}">
                <a16:creationId xmlns:a16="http://schemas.microsoft.com/office/drawing/2014/main" id="{7BC97D51-CEB0-4374-8CCA-637CAFAC7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411558"/>
              </p:ext>
            </p:extLst>
          </p:nvPr>
        </p:nvGraphicFramePr>
        <p:xfrm>
          <a:off x="5008873" y="4235346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11" name="Equation" r:id="rId29" imgW="1320480" imgH="406080" progId="Equation.DSMT4">
                  <p:embed/>
                </p:oleObj>
              </mc:Choice>
              <mc:Fallback>
                <p:oleObj name="Equation" r:id="rId29" imgW="132048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008873" y="4235346"/>
                        <a:ext cx="1320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91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3" grpId="0"/>
      <p:bldP spid="1375" grpId="0"/>
      <p:bldP spid="138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67421335-EFE9-4820-B834-F31D04CB3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83518"/>
            <a:ext cx="81369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若平面光滑曲线参数方程为                  其中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613FF98D-7144-46F6-8BB7-CD0E8C3F35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892797"/>
              </p:ext>
            </p:extLst>
          </p:nvPr>
        </p:nvGraphicFramePr>
        <p:xfrm>
          <a:off x="4305207" y="339472"/>
          <a:ext cx="2797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56" name="Equation" r:id="rId3" imgW="2895480" imgH="863280" progId="Equation.DSMT4">
                  <p:embed/>
                </p:oleObj>
              </mc:Choice>
              <mc:Fallback>
                <p:oleObj name="Equation" r:id="rId3" imgW="2895480" imgH="863280" progId="Equation.DSMT4">
                  <p:embed/>
                  <p:pic>
                    <p:nvPicPr>
                      <p:cNvPr id="4" name="Object 4">
                        <a:extLst>
                          <a:ext uri="{FF2B5EF4-FFF2-40B4-BE49-F238E27FC236}">
                            <a16:creationId xmlns:a16="http://schemas.microsoft.com/office/drawing/2014/main" id="{613FF98D-7144-46F6-8BB7-CD0E8C3F35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5207" y="339472"/>
                        <a:ext cx="279717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0B60374-E82F-4F4C-A8AC-415573BB3E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754457"/>
              </p:ext>
            </p:extLst>
          </p:nvPr>
        </p:nvGraphicFramePr>
        <p:xfrm>
          <a:off x="7710893" y="542900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57" name="Equation" r:id="rId5" imgW="1168200" imgH="342720" progId="Equation.DSMT4">
                  <p:embed/>
                </p:oleObj>
              </mc:Choice>
              <mc:Fallback>
                <p:oleObj name="Equation" r:id="rId5" imgW="116820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0B60374-E82F-4F4C-A8AC-415573BB3E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10893" y="542900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2">
            <a:extLst>
              <a:ext uri="{FF2B5EF4-FFF2-40B4-BE49-F238E27FC236}">
                <a16:creationId xmlns:a16="http://schemas.microsoft.com/office/drawing/2014/main" id="{5C62B74E-CCC7-4F74-A3B9-A241CEB1B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279667"/>
            <a:ext cx="89289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有连续导数，且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单调，   不变号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，则此曲线绕  轴旋转所得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E1FA703-654D-4D46-B793-A9AFCA6E5C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78329"/>
              </p:ext>
            </p:extLst>
          </p:nvPr>
        </p:nvGraphicFramePr>
        <p:xfrm>
          <a:off x="2339752" y="1351102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58" name="Equation" r:id="rId7" imgW="533160" imgH="342720" progId="Equation.DSMT4">
                  <p:embed/>
                </p:oleObj>
              </mc:Choice>
              <mc:Fallback>
                <p:oleObj name="Equation" r:id="rId7" imgW="533160" imgH="342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E1FA703-654D-4D46-B793-A9AFCA6E5C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39752" y="1351102"/>
                        <a:ext cx="533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50027D0-B487-44AF-85D0-CEE4B68AFF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260784"/>
              </p:ext>
            </p:extLst>
          </p:nvPr>
        </p:nvGraphicFramePr>
        <p:xfrm>
          <a:off x="3733707" y="1366106"/>
          <a:ext cx="571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59" name="Equation" r:id="rId9" imgW="571320" imgH="342720" progId="Equation.DSMT4">
                  <p:embed/>
                </p:oleObj>
              </mc:Choice>
              <mc:Fallback>
                <p:oleObj name="Equation" r:id="rId9" imgW="57132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50027D0-B487-44AF-85D0-CEE4B68AFF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33707" y="1366106"/>
                        <a:ext cx="571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0C7BB19-DCE2-4369-88E7-31E4A8EBB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732622"/>
              </p:ext>
            </p:extLst>
          </p:nvPr>
        </p:nvGraphicFramePr>
        <p:xfrm>
          <a:off x="7125840" y="1463534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60" name="Equation" r:id="rId11" imgW="190440" imgH="203040" progId="Equation.DSMT4">
                  <p:embed/>
                </p:oleObj>
              </mc:Choice>
              <mc:Fallback>
                <p:oleObj name="Equation" r:id="rId11" imgW="190440" imgH="2030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0C7BB19-DCE2-4369-88E7-31E4A8EBB9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125840" y="1463534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>
            <a:extLst>
              <a:ext uri="{FF2B5EF4-FFF2-40B4-BE49-F238E27FC236}">
                <a16:creationId xmlns:a16="http://schemas.microsoft.com/office/drawing/2014/main" id="{EE741839-AE5D-49D9-B36E-724451F64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957004"/>
            <a:ext cx="3456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旋转曲面的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面积元素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192789E-3954-4247-918D-8ABAE94C7A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281168"/>
              </p:ext>
            </p:extLst>
          </p:nvPr>
        </p:nvGraphicFramePr>
        <p:xfrm>
          <a:off x="1774543" y="2666908"/>
          <a:ext cx="51689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61" name="Equation" r:id="rId13" imgW="5168880" imgH="495000" progId="Equation.DSMT4">
                  <p:embed/>
                </p:oleObj>
              </mc:Choice>
              <mc:Fallback>
                <p:oleObj name="Equation" r:id="rId13" imgW="5168880" imgH="4950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192789E-3954-4247-918D-8ABAE94C7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774543" y="2666908"/>
                        <a:ext cx="5168900" cy="4953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2">
            <a:extLst>
              <a:ext uri="{FF2B5EF4-FFF2-40B4-BE49-F238E27FC236}">
                <a16:creationId xmlns:a16="http://schemas.microsoft.com/office/drawing/2014/main" id="{720C6941-FFE6-4A82-AABC-57D85D6BC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75" y="3442252"/>
            <a:ext cx="3456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旋转曲面的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面积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75C785C-CD86-40DA-8355-90C459F95C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837600"/>
              </p:ext>
            </p:extLst>
          </p:nvPr>
        </p:nvGraphicFramePr>
        <p:xfrm>
          <a:off x="1830419" y="4027433"/>
          <a:ext cx="4318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62" name="Equation" r:id="rId15" imgW="4317840" imgH="596880" progId="Equation.DSMT4">
                  <p:embed/>
                </p:oleObj>
              </mc:Choice>
              <mc:Fallback>
                <p:oleObj name="Equation" r:id="rId15" imgW="4317840" imgH="596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75C785C-CD86-40DA-8355-90C459F95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830419" y="4027433"/>
                        <a:ext cx="4318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52843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4332F5E4-40B3-4017-A9FC-541CB1722312}"/>
              </a:ext>
            </a:extLst>
          </p:cNvPr>
          <p:cNvSpPr txBox="1">
            <a:spLocks noChangeArrowheads="1"/>
          </p:cNvSpPr>
          <p:nvPr/>
        </p:nvSpPr>
        <p:spPr>
          <a:xfrm>
            <a:off x="585809" y="326678"/>
            <a:ext cx="2590800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11 </a:t>
            </a:r>
            <a:r>
              <a:rPr lang="zh-CN" altLang="en-US" sz="2400" b="1" dirty="0">
                <a:latin typeface="+mj-ea"/>
              </a:rPr>
              <a:t>求由摆线</a:t>
            </a:r>
          </a:p>
        </p:txBody>
      </p:sp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E55D9387-EF1F-43B3-A2C7-93E9F5FE0F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119889"/>
              </p:ext>
            </p:extLst>
          </p:nvPr>
        </p:nvGraphicFramePr>
        <p:xfrm>
          <a:off x="2771800" y="123478"/>
          <a:ext cx="21082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02" name="Equation" r:id="rId3" imgW="2108160" imgH="863280" progId="Equation.DSMT4">
                  <p:embed/>
                </p:oleObj>
              </mc:Choice>
              <mc:Fallback>
                <p:oleObj name="Equation" r:id="rId3" imgW="2108160" imgH="863280" progId="Equation.DSMT4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4AFD817A-00AE-41D9-87A9-F58B338854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123478"/>
                        <a:ext cx="21082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BBBEEE6B-B80F-4786-9C05-39D2653EDF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740920"/>
              </p:ext>
            </p:extLst>
          </p:nvPr>
        </p:nvGraphicFramePr>
        <p:xfrm>
          <a:off x="5042897" y="406225"/>
          <a:ext cx="8667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03" name="Equation" r:id="rId5" imgW="863280" imgH="342720" progId="Equation.DSMT4">
                  <p:embed/>
                </p:oleObj>
              </mc:Choice>
              <mc:Fallback>
                <p:oleObj name="Equation" r:id="rId5" imgW="863280" imgH="342720" progId="Equation.DSMT4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1C7391CE-FEAD-48DE-8BDB-4C0891CAAA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2897" y="406225"/>
                        <a:ext cx="86677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3">
            <a:extLst>
              <a:ext uri="{FF2B5EF4-FFF2-40B4-BE49-F238E27FC236}">
                <a16:creationId xmlns:a16="http://schemas.microsoft.com/office/drawing/2014/main" id="{52FD1F02-1ECE-4CA5-84C9-66008C168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8746" y="294081"/>
            <a:ext cx="26907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的一拱与  轴所围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29BD2F-0C47-40F9-A4CE-14B8A2CC162E}"/>
              </a:ext>
            </a:extLst>
          </p:cNvPr>
          <p:cNvSpPr/>
          <p:nvPr/>
        </p:nvSpPr>
        <p:spPr>
          <a:xfrm>
            <a:off x="442165" y="995370"/>
            <a:ext cx="63367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平面图形绕  轴旋转一周所得立体的表面积</a:t>
            </a:r>
            <a:r>
              <a:rPr lang="en-US" altLang="zh-CN" sz="2400" b="1" dirty="0">
                <a:latin typeface="+mj-ea"/>
              </a:rPr>
              <a:t>.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0882630-0B0F-49D5-A874-D9BCCC4668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7336603"/>
              </p:ext>
            </p:extLst>
          </p:nvPr>
        </p:nvGraphicFramePr>
        <p:xfrm>
          <a:off x="7344817" y="48269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04" name="Equation" r:id="rId7" imgW="190440" imgH="203040" progId="Equation.DSMT4">
                  <p:embed/>
                </p:oleObj>
              </mc:Choice>
              <mc:Fallback>
                <p:oleObj name="Equation" r:id="rId7" imgW="190440" imgH="203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FA74CC9-9321-45C8-8B14-4CFD134403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44817" y="48269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C4CE7FA-2115-45D4-8DB1-4E307C0B46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7646627"/>
              </p:ext>
            </p:extLst>
          </p:nvPr>
        </p:nvGraphicFramePr>
        <p:xfrm>
          <a:off x="2098349" y="1147826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05" name="Equation" r:id="rId9" imgW="190440" imgH="203040" progId="Equation.DSMT4">
                  <p:embed/>
                </p:oleObj>
              </mc:Choice>
              <mc:Fallback>
                <p:oleObj name="Equation" r:id="rId9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98349" y="1147826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6D50117A-A7B9-4A74-9297-71D97EA8E3E8}"/>
              </a:ext>
            </a:extLst>
          </p:cNvPr>
          <p:cNvGrpSpPr/>
          <p:nvPr/>
        </p:nvGrpSpPr>
        <p:grpSpPr>
          <a:xfrm>
            <a:off x="5909672" y="3206998"/>
            <a:ext cx="2951521" cy="1705849"/>
            <a:chOff x="6033102" y="1491735"/>
            <a:chExt cx="2951521" cy="1705849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F980E1EC-663A-4B99-9C7A-B871D9E49F09}"/>
                </a:ext>
              </a:extLst>
            </p:cNvPr>
            <p:cNvGrpSpPr/>
            <p:nvPr/>
          </p:nvGrpSpPr>
          <p:grpSpPr>
            <a:xfrm>
              <a:off x="6033102" y="1491735"/>
              <a:ext cx="2951521" cy="1275555"/>
              <a:chOff x="3124265" y="2251325"/>
              <a:chExt cx="2951521" cy="1275555"/>
            </a:xfrm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636EE4C8-BE30-4200-A264-2103A7049BCF}"/>
                  </a:ext>
                </a:extLst>
              </p:cNvPr>
              <p:cNvSpPr/>
              <p:nvPr/>
            </p:nvSpPr>
            <p:spPr>
              <a:xfrm>
                <a:off x="3436897" y="2444899"/>
                <a:ext cx="2415047" cy="774800"/>
              </a:xfrm>
              <a:custGeom>
                <a:avLst/>
                <a:gdLst>
                  <a:gd name="connsiteX0" fmla="*/ 7952 w 2353587"/>
                  <a:gd name="connsiteY0" fmla="*/ 723434 h 739339"/>
                  <a:gd name="connsiteX1" fmla="*/ 1009816 w 2353587"/>
                  <a:gd name="connsiteY1" fmla="*/ 739337 h 739339"/>
                  <a:gd name="connsiteX2" fmla="*/ 2353587 w 2353587"/>
                  <a:gd name="connsiteY2" fmla="*/ 731386 h 739339"/>
                  <a:gd name="connsiteX3" fmla="*/ 2337684 w 2353587"/>
                  <a:gd name="connsiteY3" fmla="*/ 707532 h 739339"/>
                  <a:gd name="connsiteX4" fmla="*/ 2329733 w 2353587"/>
                  <a:gd name="connsiteY4" fmla="*/ 683678 h 739339"/>
                  <a:gd name="connsiteX5" fmla="*/ 2297927 w 2353587"/>
                  <a:gd name="connsiteY5" fmla="*/ 635970 h 739339"/>
                  <a:gd name="connsiteX6" fmla="*/ 2282025 w 2353587"/>
                  <a:gd name="connsiteY6" fmla="*/ 604165 h 739339"/>
                  <a:gd name="connsiteX7" fmla="*/ 2274073 w 2353587"/>
                  <a:gd name="connsiteY7" fmla="*/ 580311 h 739339"/>
                  <a:gd name="connsiteX8" fmla="*/ 2258171 w 2353587"/>
                  <a:gd name="connsiteY8" fmla="*/ 556457 h 739339"/>
                  <a:gd name="connsiteX9" fmla="*/ 2250220 w 2353587"/>
                  <a:gd name="connsiteY9" fmla="*/ 532603 h 739339"/>
                  <a:gd name="connsiteX10" fmla="*/ 2202512 w 2353587"/>
                  <a:gd name="connsiteY10" fmla="*/ 453090 h 739339"/>
                  <a:gd name="connsiteX11" fmla="*/ 2186609 w 2353587"/>
                  <a:gd name="connsiteY11" fmla="*/ 429236 h 739339"/>
                  <a:gd name="connsiteX12" fmla="*/ 2162755 w 2353587"/>
                  <a:gd name="connsiteY12" fmla="*/ 413334 h 739339"/>
                  <a:gd name="connsiteX13" fmla="*/ 2154804 w 2353587"/>
                  <a:gd name="connsiteY13" fmla="*/ 389480 h 739339"/>
                  <a:gd name="connsiteX14" fmla="*/ 2130950 w 2353587"/>
                  <a:gd name="connsiteY14" fmla="*/ 373577 h 739339"/>
                  <a:gd name="connsiteX15" fmla="*/ 2083242 w 2353587"/>
                  <a:gd name="connsiteY15" fmla="*/ 333820 h 739339"/>
                  <a:gd name="connsiteX16" fmla="*/ 2059388 w 2353587"/>
                  <a:gd name="connsiteY16" fmla="*/ 325869 h 739339"/>
                  <a:gd name="connsiteX17" fmla="*/ 1987827 w 2353587"/>
                  <a:gd name="connsiteY17" fmla="*/ 286113 h 739339"/>
                  <a:gd name="connsiteX18" fmla="*/ 1963973 w 2353587"/>
                  <a:gd name="connsiteY18" fmla="*/ 270210 h 739339"/>
                  <a:gd name="connsiteX19" fmla="*/ 1940119 w 2353587"/>
                  <a:gd name="connsiteY19" fmla="*/ 262259 h 739339"/>
                  <a:gd name="connsiteX20" fmla="*/ 1900362 w 2353587"/>
                  <a:gd name="connsiteY20" fmla="*/ 222502 h 739339"/>
                  <a:gd name="connsiteX21" fmla="*/ 1852654 w 2353587"/>
                  <a:gd name="connsiteY21" fmla="*/ 206600 h 739339"/>
                  <a:gd name="connsiteX22" fmla="*/ 1781093 w 2353587"/>
                  <a:gd name="connsiteY22" fmla="*/ 166843 h 739339"/>
                  <a:gd name="connsiteX23" fmla="*/ 1757239 w 2353587"/>
                  <a:gd name="connsiteY23" fmla="*/ 150940 h 739339"/>
                  <a:gd name="connsiteX24" fmla="*/ 1741336 w 2353587"/>
                  <a:gd name="connsiteY24" fmla="*/ 127087 h 739339"/>
                  <a:gd name="connsiteX25" fmla="*/ 1717482 w 2353587"/>
                  <a:gd name="connsiteY25" fmla="*/ 119135 h 739339"/>
                  <a:gd name="connsiteX26" fmla="*/ 1693628 w 2353587"/>
                  <a:gd name="connsiteY26" fmla="*/ 103233 h 739339"/>
                  <a:gd name="connsiteX27" fmla="*/ 1669774 w 2353587"/>
                  <a:gd name="connsiteY27" fmla="*/ 95281 h 739339"/>
                  <a:gd name="connsiteX28" fmla="*/ 1645920 w 2353587"/>
                  <a:gd name="connsiteY28" fmla="*/ 79379 h 739339"/>
                  <a:gd name="connsiteX29" fmla="*/ 1622067 w 2353587"/>
                  <a:gd name="connsiteY29" fmla="*/ 71427 h 739339"/>
                  <a:gd name="connsiteX30" fmla="*/ 1598213 w 2353587"/>
                  <a:gd name="connsiteY30" fmla="*/ 55525 h 739339"/>
                  <a:gd name="connsiteX31" fmla="*/ 1566407 w 2353587"/>
                  <a:gd name="connsiteY31" fmla="*/ 47574 h 739339"/>
                  <a:gd name="connsiteX32" fmla="*/ 1415333 w 2353587"/>
                  <a:gd name="connsiteY32" fmla="*/ 31671 h 739339"/>
                  <a:gd name="connsiteX33" fmla="*/ 1288112 w 2353587"/>
                  <a:gd name="connsiteY33" fmla="*/ 23720 h 739339"/>
                  <a:gd name="connsiteX34" fmla="*/ 906449 w 2353587"/>
                  <a:gd name="connsiteY34" fmla="*/ 23720 h 739339"/>
                  <a:gd name="connsiteX35" fmla="*/ 882595 w 2353587"/>
                  <a:gd name="connsiteY35" fmla="*/ 31671 h 739339"/>
                  <a:gd name="connsiteX36" fmla="*/ 818985 w 2353587"/>
                  <a:gd name="connsiteY36" fmla="*/ 39622 h 739339"/>
                  <a:gd name="connsiteX37" fmla="*/ 771277 w 2353587"/>
                  <a:gd name="connsiteY37" fmla="*/ 55525 h 739339"/>
                  <a:gd name="connsiteX38" fmla="*/ 747423 w 2353587"/>
                  <a:gd name="connsiteY38" fmla="*/ 63476 h 739339"/>
                  <a:gd name="connsiteX39" fmla="*/ 683813 w 2353587"/>
                  <a:gd name="connsiteY39" fmla="*/ 79379 h 739339"/>
                  <a:gd name="connsiteX40" fmla="*/ 612251 w 2353587"/>
                  <a:gd name="connsiteY40" fmla="*/ 103233 h 739339"/>
                  <a:gd name="connsiteX41" fmla="*/ 588397 w 2353587"/>
                  <a:gd name="connsiteY41" fmla="*/ 111184 h 739339"/>
                  <a:gd name="connsiteX42" fmla="*/ 540689 w 2353587"/>
                  <a:gd name="connsiteY42" fmla="*/ 142989 h 739339"/>
                  <a:gd name="connsiteX43" fmla="*/ 516835 w 2353587"/>
                  <a:gd name="connsiteY43" fmla="*/ 158892 h 739339"/>
                  <a:gd name="connsiteX44" fmla="*/ 492981 w 2353587"/>
                  <a:gd name="connsiteY44" fmla="*/ 166843 h 739339"/>
                  <a:gd name="connsiteX45" fmla="*/ 437322 w 2353587"/>
                  <a:gd name="connsiteY45" fmla="*/ 198648 h 739339"/>
                  <a:gd name="connsiteX46" fmla="*/ 389614 w 2353587"/>
                  <a:gd name="connsiteY46" fmla="*/ 214551 h 739339"/>
                  <a:gd name="connsiteX47" fmla="*/ 349858 w 2353587"/>
                  <a:gd name="connsiteY47" fmla="*/ 246356 h 739339"/>
                  <a:gd name="connsiteX48" fmla="*/ 333955 w 2353587"/>
                  <a:gd name="connsiteY48" fmla="*/ 270210 h 739339"/>
                  <a:gd name="connsiteX49" fmla="*/ 310101 w 2353587"/>
                  <a:gd name="connsiteY49" fmla="*/ 286113 h 739339"/>
                  <a:gd name="connsiteX50" fmla="*/ 238540 w 2353587"/>
                  <a:gd name="connsiteY50" fmla="*/ 357674 h 739339"/>
                  <a:gd name="connsiteX51" fmla="*/ 214686 w 2353587"/>
                  <a:gd name="connsiteY51" fmla="*/ 381528 h 739339"/>
                  <a:gd name="connsiteX52" fmla="*/ 198783 w 2353587"/>
                  <a:gd name="connsiteY52" fmla="*/ 405382 h 739339"/>
                  <a:gd name="connsiteX53" fmla="*/ 151075 w 2353587"/>
                  <a:gd name="connsiteY53" fmla="*/ 453090 h 739339"/>
                  <a:gd name="connsiteX54" fmla="*/ 111319 w 2353587"/>
                  <a:gd name="connsiteY54" fmla="*/ 508749 h 739339"/>
                  <a:gd name="connsiteX55" fmla="*/ 55660 w 2353587"/>
                  <a:gd name="connsiteY55" fmla="*/ 580311 h 739339"/>
                  <a:gd name="connsiteX56" fmla="*/ 15903 w 2353587"/>
                  <a:gd name="connsiteY56" fmla="*/ 651873 h 739339"/>
                  <a:gd name="connsiteX57" fmla="*/ 0 w 2353587"/>
                  <a:gd name="connsiteY57" fmla="*/ 675727 h 739339"/>
                  <a:gd name="connsiteX58" fmla="*/ 7952 w 2353587"/>
                  <a:gd name="connsiteY58" fmla="*/ 723434 h 739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2353587" h="739339">
                    <a:moveTo>
                      <a:pt x="7952" y="723434"/>
                    </a:moveTo>
                    <a:cubicBezTo>
                      <a:pt x="420928" y="739955"/>
                      <a:pt x="355592" y="739337"/>
                      <a:pt x="1009816" y="739337"/>
                    </a:cubicBezTo>
                    <a:lnTo>
                      <a:pt x="2353587" y="731386"/>
                    </a:lnTo>
                    <a:cubicBezTo>
                      <a:pt x="2348286" y="723435"/>
                      <a:pt x="2341958" y="716079"/>
                      <a:pt x="2337684" y="707532"/>
                    </a:cubicBezTo>
                    <a:cubicBezTo>
                      <a:pt x="2333936" y="700035"/>
                      <a:pt x="2333803" y="691005"/>
                      <a:pt x="2329733" y="683678"/>
                    </a:cubicBezTo>
                    <a:cubicBezTo>
                      <a:pt x="2320451" y="666970"/>
                      <a:pt x="2306474" y="653065"/>
                      <a:pt x="2297927" y="635970"/>
                    </a:cubicBezTo>
                    <a:cubicBezTo>
                      <a:pt x="2292626" y="625368"/>
                      <a:pt x="2286694" y="615060"/>
                      <a:pt x="2282025" y="604165"/>
                    </a:cubicBezTo>
                    <a:cubicBezTo>
                      <a:pt x="2278723" y="596461"/>
                      <a:pt x="2277821" y="587808"/>
                      <a:pt x="2274073" y="580311"/>
                    </a:cubicBezTo>
                    <a:cubicBezTo>
                      <a:pt x="2269799" y="571764"/>
                      <a:pt x="2262445" y="565004"/>
                      <a:pt x="2258171" y="556457"/>
                    </a:cubicBezTo>
                    <a:cubicBezTo>
                      <a:pt x="2254423" y="548960"/>
                      <a:pt x="2253522" y="540307"/>
                      <a:pt x="2250220" y="532603"/>
                    </a:cubicBezTo>
                    <a:cubicBezTo>
                      <a:pt x="2235552" y="498377"/>
                      <a:pt x="2225118" y="487000"/>
                      <a:pt x="2202512" y="453090"/>
                    </a:cubicBezTo>
                    <a:cubicBezTo>
                      <a:pt x="2197211" y="445139"/>
                      <a:pt x="2194560" y="434537"/>
                      <a:pt x="2186609" y="429236"/>
                    </a:cubicBezTo>
                    <a:lnTo>
                      <a:pt x="2162755" y="413334"/>
                    </a:lnTo>
                    <a:cubicBezTo>
                      <a:pt x="2160105" y="405383"/>
                      <a:pt x="2160040" y="396025"/>
                      <a:pt x="2154804" y="389480"/>
                    </a:cubicBezTo>
                    <a:cubicBezTo>
                      <a:pt x="2148834" y="382018"/>
                      <a:pt x="2138291" y="379695"/>
                      <a:pt x="2130950" y="373577"/>
                    </a:cubicBezTo>
                    <a:cubicBezTo>
                      <a:pt x="2104574" y="351597"/>
                      <a:pt x="2112853" y="348625"/>
                      <a:pt x="2083242" y="333820"/>
                    </a:cubicBezTo>
                    <a:cubicBezTo>
                      <a:pt x="2075745" y="330072"/>
                      <a:pt x="2066715" y="329939"/>
                      <a:pt x="2059388" y="325869"/>
                    </a:cubicBezTo>
                    <a:cubicBezTo>
                      <a:pt x="1977364" y="280301"/>
                      <a:pt x="2041802" y="304105"/>
                      <a:pt x="1987827" y="286113"/>
                    </a:cubicBezTo>
                    <a:cubicBezTo>
                      <a:pt x="1979876" y="280812"/>
                      <a:pt x="1972520" y="274484"/>
                      <a:pt x="1963973" y="270210"/>
                    </a:cubicBezTo>
                    <a:cubicBezTo>
                      <a:pt x="1956476" y="266462"/>
                      <a:pt x="1946664" y="267495"/>
                      <a:pt x="1940119" y="262259"/>
                    </a:cubicBezTo>
                    <a:cubicBezTo>
                      <a:pt x="1897050" y="227804"/>
                      <a:pt x="1954032" y="246355"/>
                      <a:pt x="1900362" y="222502"/>
                    </a:cubicBezTo>
                    <a:cubicBezTo>
                      <a:pt x="1885044" y="215694"/>
                      <a:pt x="1852654" y="206600"/>
                      <a:pt x="1852654" y="206600"/>
                    </a:cubicBezTo>
                    <a:cubicBezTo>
                      <a:pt x="1797973" y="170145"/>
                      <a:pt x="1823079" y="180838"/>
                      <a:pt x="1781093" y="166843"/>
                    </a:cubicBezTo>
                    <a:cubicBezTo>
                      <a:pt x="1773142" y="161542"/>
                      <a:pt x="1763996" y="157697"/>
                      <a:pt x="1757239" y="150940"/>
                    </a:cubicBezTo>
                    <a:cubicBezTo>
                      <a:pt x="1750482" y="144183"/>
                      <a:pt x="1748798" y="133057"/>
                      <a:pt x="1741336" y="127087"/>
                    </a:cubicBezTo>
                    <a:cubicBezTo>
                      <a:pt x="1734791" y="121851"/>
                      <a:pt x="1724979" y="122883"/>
                      <a:pt x="1717482" y="119135"/>
                    </a:cubicBezTo>
                    <a:cubicBezTo>
                      <a:pt x="1708935" y="114861"/>
                      <a:pt x="1702175" y="107507"/>
                      <a:pt x="1693628" y="103233"/>
                    </a:cubicBezTo>
                    <a:cubicBezTo>
                      <a:pt x="1686131" y="99485"/>
                      <a:pt x="1677271" y="99029"/>
                      <a:pt x="1669774" y="95281"/>
                    </a:cubicBezTo>
                    <a:cubicBezTo>
                      <a:pt x="1661227" y="91007"/>
                      <a:pt x="1654467" y="83653"/>
                      <a:pt x="1645920" y="79379"/>
                    </a:cubicBezTo>
                    <a:cubicBezTo>
                      <a:pt x="1638424" y="75631"/>
                      <a:pt x="1629563" y="75175"/>
                      <a:pt x="1622067" y="71427"/>
                    </a:cubicBezTo>
                    <a:cubicBezTo>
                      <a:pt x="1613520" y="67153"/>
                      <a:pt x="1606997" y="59289"/>
                      <a:pt x="1598213" y="55525"/>
                    </a:cubicBezTo>
                    <a:cubicBezTo>
                      <a:pt x="1588168" y="51220"/>
                      <a:pt x="1577075" y="49945"/>
                      <a:pt x="1566407" y="47574"/>
                    </a:cubicBezTo>
                    <a:cubicBezTo>
                      <a:pt x="1502443" y="33360"/>
                      <a:pt x="1506355" y="37739"/>
                      <a:pt x="1415333" y="31671"/>
                    </a:cubicBezTo>
                    <a:lnTo>
                      <a:pt x="1288112" y="23720"/>
                    </a:lnTo>
                    <a:cubicBezTo>
                      <a:pt x="1152416" y="-21516"/>
                      <a:pt x="1253652" y="9253"/>
                      <a:pt x="906449" y="23720"/>
                    </a:cubicBezTo>
                    <a:cubicBezTo>
                      <a:pt x="898075" y="24069"/>
                      <a:pt x="890841" y="30172"/>
                      <a:pt x="882595" y="31671"/>
                    </a:cubicBezTo>
                    <a:cubicBezTo>
                      <a:pt x="861571" y="35493"/>
                      <a:pt x="840188" y="36972"/>
                      <a:pt x="818985" y="39622"/>
                    </a:cubicBezTo>
                    <a:lnTo>
                      <a:pt x="771277" y="55525"/>
                    </a:lnTo>
                    <a:cubicBezTo>
                      <a:pt x="763326" y="58175"/>
                      <a:pt x="755554" y="61443"/>
                      <a:pt x="747423" y="63476"/>
                    </a:cubicBezTo>
                    <a:cubicBezTo>
                      <a:pt x="726220" y="68777"/>
                      <a:pt x="704547" y="72468"/>
                      <a:pt x="683813" y="79379"/>
                    </a:cubicBezTo>
                    <a:lnTo>
                      <a:pt x="612251" y="103233"/>
                    </a:lnTo>
                    <a:lnTo>
                      <a:pt x="588397" y="111184"/>
                    </a:lnTo>
                    <a:lnTo>
                      <a:pt x="540689" y="142989"/>
                    </a:lnTo>
                    <a:cubicBezTo>
                      <a:pt x="532738" y="148290"/>
                      <a:pt x="525901" y="155870"/>
                      <a:pt x="516835" y="158892"/>
                    </a:cubicBezTo>
                    <a:lnTo>
                      <a:pt x="492981" y="166843"/>
                    </a:lnTo>
                    <a:cubicBezTo>
                      <a:pt x="471463" y="181189"/>
                      <a:pt x="462545" y="188559"/>
                      <a:pt x="437322" y="198648"/>
                    </a:cubicBezTo>
                    <a:cubicBezTo>
                      <a:pt x="421758" y="204874"/>
                      <a:pt x="389614" y="214551"/>
                      <a:pt x="389614" y="214551"/>
                    </a:cubicBezTo>
                    <a:cubicBezTo>
                      <a:pt x="344043" y="282910"/>
                      <a:pt x="404722" y="202466"/>
                      <a:pt x="349858" y="246356"/>
                    </a:cubicBezTo>
                    <a:cubicBezTo>
                      <a:pt x="342396" y="252326"/>
                      <a:pt x="340712" y="263453"/>
                      <a:pt x="333955" y="270210"/>
                    </a:cubicBezTo>
                    <a:cubicBezTo>
                      <a:pt x="327198" y="276967"/>
                      <a:pt x="317244" y="279764"/>
                      <a:pt x="310101" y="286113"/>
                    </a:cubicBezTo>
                    <a:cubicBezTo>
                      <a:pt x="310065" y="286145"/>
                      <a:pt x="250484" y="345730"/>
                      <a:pt x="238540" y="357674"/>
                    </a:cubicBezTo>
                    <a:cubicBezTo>
                      <a:pt x="230589" y="365625"/>
                      <a:pt x="220924" y="372172"/>
                      <a:pt x="214686" y="381528"/>
                    </a:cubicBezTo>
                    <a:cubicBezTo>
                      <a:pt x="209385" y="389479"/>
                      <a:pt x="205132" y="398239"/>
                      <a:pt x="198783" y="405382"/>
                    </a:cubicBezTo>
                    <a:cubicBezTo>
                      <a:pt x="183842" y="422191"/>
                      <a:pt x="163550" y="434377"/>
                      <a:pt x="151075" y="453090"/>
                    </a:cubicBezTo>
                    <a:cubicBezTo>
                      <a:pt x="99411" y="530589"/>
                      <a:pt x="180306" y="410198"/>
                      <a:pt x="111319" y="508749"/>
                    </a:cubicBezTo>
                    <a:cubicBezTo>
                      <a:pt x="66935" y="572154"/>
                      <a:pt x="96758" y="539211"/>
                      <a:pt x="55660" y="580311"/>
                    </a:cubicBezTo>
                    <a:cubicBezTo>
                      <a:pt x="41664" y="622296"/>
                      <a:pt x="52357" y="597192"/>
                      <a:pt x="15903" y="651873"/>
                    </a:cubicBezTo>
                    <a:lnTo>
                      <a:pt x="0" y="675727"/>
                    </a:lnTo>
                    <a:lnTo>
                      <a:pt x="7952" y="723434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  <a:effectLst>
                <a:softEdge rad="127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4" name="Group 38">
                <a:extLst>
                  <a:ext uri="{FF2B5EF4-FFF2-40B4-BE49-F238E27FC236}">
                    <a16:creationId xmlns:a16="http://schemas.microsoft.com/office/drawing/2014/main" id="{122BA04E-C347-448A-B36D-EBE274BBFC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2573" y="2251325"/>
                <a:ext cx="2843213" cy="1260475"/>
                <a:chOff x="3520" y="1536"/>
                <a:chExt cx="1791" cy="794"/>
              </a:xfrm>
            </p:grpSpPr>
            <p:graphicFrame>
              <p:nvGraphicFramePr>
                <p:cNvPr id="16" name="Object 40">
                  <a:extLst>
                    <a:ext uri="{FF2B5EF4-FFF2-40B4-BE49-F238E27FC236}">
                      <a16:creationId xmlns:a16="http://schemas.microsoft.com/office/drawing/2014/main" id="{A3C71B4C-7249-4548-9B95-60582B95F55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73326804"/>
                    </p:ext>
                  </p:extLst>
                </p:nvPr>
              </p:nvGraphicFramePr>
              <p:xfrm>
                <a:off x="5199" y="2162"/>
                <a:ext cx="112" cy="12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1406" name="Equation" r:id="rId11" imgW="177480" imgH="190440" progId="Equation.DSMT4">
                        <p:embed/>
                      </p:oleObj>
                    </mc:Choice>
                    <mc:Fallback>
                      <p:oleObj name="Equation" r:id="rId11" imgW="177480" imgH="190440" progId="Equation.DSMT4">
                        <p:embed/>
                        <p:pic>
                          <p:nvPicPr>
                            <p:cNvPr id="10" name="Object 40">
                              <a:extLst>
                                <a:ext uri="{FF2B5EF4-FFF2-40B4-BE49-F238E27FC236}">
                                  <a16:creationId xmlns:a16="http://schemas.microsoft.com/office/drawing/2014/main" id="{D1C51666-586E-4EEB-ABE8-F963D1B3053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199" y="2162"/>
                              <a:ext cx="112" cy="12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7" name="Object 41">
                  <a:extLst>
                    <a:ext uri="{FF2B5EF4-FFF2-40B4-BE49-F238E27FC236}">
                      <a16:creationId xmlns:a16="http://schemas.microsoft.com/office/drawing/2014/main" id="{C6D8AD39-D070-4819-B9C1-969E80D7C5D8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4074539781"/>
                    </p:ext>
                  </p:extLst>
                </p:nvPr>
              </p:nvGraphicFramePr>
              <p:xfrm>
                <a:off x="3520" y="1565"/>
                <a:ext cx="120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1407" name="Equation" r:id="rId13" imgW="190440" imgH="241200" progId="Equation.DSMT4">
                        <p:embed/>
                      </p:oleObj>
                    </mc:Choice>
                    <mc:Fallback>
                      <p:oleObj name="Equation" r:id="rId13" imgW="190440" imgH="241200" progId="Equation.DSMT4">
                        <p:embed/>
                        <p:pic>
                          <p:nvPicPr>
                            <p:cNvPr id="11" name="Object 41">
                              <a:extLst>
                                <a:ext uri="{FF2B5EF4-FFF2-40B4-BE49-F238E27FC236}">
                                  <a16:creationId xmlns:a16="http://schemas.microsoft.com/office/drawing/2014/main" id="{103C06B0-B893-4D14-BE6A-07F99E23F62B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20" y="1565"/>
                              <a:ext cx="120" cy="152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8" name="Object 42">
                  <a:extLst>
                    <a:ext uri="{FF2B5EF4-FFF2-40B4-BE49-F238E27FC236}">
                      <a16:creationId xmlns:a16="http://schemas.microsoft.com/office/drawing/2014/main" id="{070E501D-D5F2-46D6-823A-917D2A6AFE84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94119974"/>
                    </p:ext>
                  </p:extLst>
                </p:nvPr>
              </p:nvGraphicFramePr>
              <p:xfrm>
                <a:off x="4850" y="2146"/>
                <a:ext cx="320" cy="1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41408" name="Equation" r:id="rId15" imgW="507960" imgH="291960" progId="Equation.DSMT4">
                        <p:embed/>
                      </p:oleObj>
                    </mc:Choice>
                    <mc:Fallback>
                      <p:oleObj name="Equation" r:id="rId15" imgW="507960" imgH="291960" progId="Equation.DSMT4">
                        <p:embed/>
                        <p:pic>
                          <p:nvPicPr>
                            <p:cNvPr id="12" name="Object 42">
                              <a:extLst>
                                <a:ext uri="{FF2B5EF4-FFF2-40B4-BE49-F238E27FC236}">
                                  <a16:creationId xmlns:a16="http://schemas.microsoft.com/office/drawing/2014/main" id="{87CCFA57-1490-44A0-8725-F5A84A1429AD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850" y="2146"/>
                              <a:ext cx="320" cy="18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9" name="Line 43">
                  <a:extLst>
                    <a:ext uri="{FF2B5EF4-FFF2-40B4-BE49-F238E27FC236}">
                      <a16:creationId xmlns:a16="http://schemas.microsoft.com/office/drawing/2014/main" id="{388990DD-503C-4A88-B7D9-0B3D248327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4" y="2139"/>
                  <a:ext cx="1651" cy="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" name="Line 44">
                  <a:extLst>
                    <a:ext uri="{FF2B5EF4-FFF2-40B4-BE49-F238E27FC236}">
                      <a16:creationId xmlns:a16="http://schemas.microsoft.com/office/drawing/2014/main" id="{62A8579B-3B0B-466D-A8E5-A4ACAF8577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01" y="1536"/>
                  <a:ext cx="0" cy="77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5" name="对象 14">
                <a:extLst>
                  <a:ext uri="{FF2B5EF4-FFF2-40B4-BE49-F238E27FC236}">
                    <a16:creationId xmlns:a16="http://schemas.microsoft.com/office/drawing/2014/main" id="{249F057D-1E6E-4F2F-B2E7-463BA314B2E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70163144"/>
                  </p:ext>
                </p:extLst>
              </p:nvPr>
            </p:nvGraphicFramePr>
            <p:xfrm>
              <a:off x="3124265" y="3285580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1409" name="Equation" r:id="rId17" imgW="228600" imgH="241200" progId="Equation.DSMT4">
                      <p:embed/>
                    </p:oleObj>
                  </mc:Choice>
                  <mc:Fallback>
                    <p:oleObj name="Equation" r:id="rId17" imgW="228600" imgH="241200" progId="Equation.DSMT4">
                      <p:embed/>
                      <p:pic>
                        <p:nvPicPr>
                          <p:cNvPr id="17" name="对象 16">
                            <a:extLst>
                              <a:ext uri="{FF2B5EF4-FFF2-40B4-BE49-F238E27FC236}">
                                <a16:creationId xmlns:a16="http://schemas.microsoft.com/office/drawing/2014/main" id="{87D5541C-BD96-46F3-B605-F09B530381E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124265" y="3285580"/>
                            <a:ext cx="2286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07D9CAE8-176B-44C0-8303-A3B9A88CC784}"/>
                </a:ext>
              </a:extLst>
            </p:cNvPr>
            <p:cNvSpPr/>
            <p:nvPr/>
          </p:nvSpPr>
          <p:spPr>
            <a:xfrm>
              <a:off x="6437488" y="1701807"/>
              <a:ext cx="2255817" cy="1495777"/>
            </a:xfrm>
            <a:prstGeom prst="arc">
              <a:avLst>
                <a:gd name="adj1" fmla="val 10829904"/>
                <a:gd name="adj2" fmla="val 36858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CC022E9E-A8D7-457F-B5DB-F99809E48F8C}"/>
              </a:ext>
            </a:extLst>
          </p:cNvPr>
          <p:cNvSpPr/>
          <p:nvPr/>
        </p:nvSpPr>
        <p:spPr>
          <a:xfrm>
            <a:off x="505971" y="1596809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811B6D6-E55B-4FAA-9AEE-F481AB22E0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9284080"/>
              </p:ext>
            </p:extLst>
          </p:nvPr>
        </p:nvGraphicFramePr>
        <p:xfrm>
          <a:off x="1149371" y="1538610"/>
          <a:ext cx="6108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10" name="Equation" r:id="rId19" imgW="6108480" imgH="634680" progId="Equation.DSMT4">
                  <p:embed/>
                </p:oleObj>
              </mc:Choice>
              <mc:Fallback>
                <p:oleObj name="Equation" r:id="rId19" imgW="6108480" imgH="6346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67CDBB4B-E39F-4107-B21E-DF8B33CF89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49371" y="1538610"/>
                        <a:ext cx="6108700" cy="6350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351E6369-C847-42DB-BF27-5C14390ED2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35161"/>
              </p:ext>
            </p:extLst>
          </p:nvPr>
        </p:nvGraphicFramePr>
        <p:xfrm>
          <a:off x="1344837" y="2238567"/>
          <a:ext cx="33782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11" name="Equation" r:id="rId21" imgW="3377880" imgH="749160" progId="Equation.DSMT4">
                  <p:embed/>
                </p:oleObj>
              </mc:Choice>
              <mc:Fallback>
                <p:oleObj name="Equation" r:id="rId21" imgW="3377880" imgH="74916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E811B6D6-E55B-4FAA-9AEE-F481AB22E0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344837" y="2238567"/>
                        <a:ext cx="3378200" cy="7493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915628E-4CA8-44F1-9D63-57AADF7753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631099"/>
              </p:ext>
            </p:extLst>
          </p:nvPr>
        </p:nvGraphicFramePr>
        <p:xfrm>
          <a:off x="4851018" y="2104625"/>
          <a:ext cx="3479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12" name="Equation" r:id="rId23" imgW="3479760" imgH="977760" progId="Equation.DSMT4">
                  <p:embed/>
                </p:oleObj>
              </mc:Choice>
              <mc:Fallback>
                <p:oleObj name="Equation" r:id="rId23" imgW="3479760" imgH="977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851018" y="2104625"/>
                        <a:ext cx="3479800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02BAA96F-F1C2-4BEF-B6B8-B091019612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874873"/>
              </p:ext>
            </p:extLst>
          </p:nvPr>
        </p:nvGraphicFramePr>
        <p:xfrm>
          <a:off x="1403962" y="3057829"/>
          <a:ext cx="2438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13" name="Equation" r:id="rId25" imgW="2438280" imgH="723600" progId="Equation.DSMT4">
                  <p:embed/>
                </p:oleObj>
              </mc:Choice>
              <mc:Fallback>
                <p:oleObj name="Equation" r:id="rId25" imgW="2438280" imgH="7236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C915628E-4CA8-44F1-9D63-57AADF7753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403962" y="3057829"/>
                        <a:ext cx="24384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CA5F6905-FD7D-4A65-BADF-7757F35585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508691"/>
              </p:ext>
            </p:extLst>
          </p:nvPr>
        </p:nvGraphicFramePr>
        <p:xfrm>
          <a:off x="1357482" y="3648425"/>
          <a:ext cx="3886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414" name="Equation" r:id="rId27" imgW="3886200" imgH="939600" progId="Equation.DSMT4">
                  <p:embed/>
                </p:oleObj>
              </mc:Choice>
              <mc:Fallback>
                <p:oleObj name="Equation" r:id="rId27" imgW="3886200" imgH="9396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2BAA96F-F1C2-4BEF-B6B8-B091019612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357482" y="3648425"/>
                        <a:ext cx="38862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6304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3EBDD491-048C-43EF-91A7-5855D28ED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67494"/>
            <a:ext cx="81369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若平面光滑曲线极坐标方程为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0CFAA9F1-2A8F-45AB-B1FE-828B37CA06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4458359"/>
              </p:ext>
            </p:extLst>
          </p:nvPr>
        </p:nvGraphicFramePr>
        <p:xfrm>
          <a:off x="4896036" y="340755"/>
          <a:ext cx="29083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57" name="Equation" r:id="rId3" imgW="2908080" imgH="342720" progId="Equation.DSMT4">
                  <p:embed/>
                </p:oleObj>
              </mc:Choice>
              <mc:Fallback>
                <p:oleObj name="Equation" r:id="rId3" imgW="2908080" imgH="342720" progId="Equation.DSMT4">
                  <p:embed/>
                  <p:pic>
                    <p:nvPicPr>
                      <p:cNvPr id="31750" name="Object 4">
                        <a:extLst>
                          <a:ext uri="{FF2B5EF4-FFF2-40B4-BE49-F238E27FC236}">
                            <a16:creationId xmlns:a16="http://schemas.microsoft.com/office/drawing/2014/main" id="{33542201-8F79-4F2C-B496-29B98DADC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6036" y="340755"/>
                        <a:ext cx="2908300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38B33E17-BDFC-491C-B802-94D864A47C31}"/>
              </a:ext>
            </a:extLst>
          </p:cNvPr>
          <p:cNvSpPr/>
          <p:nvPr/>
        </p:nvSpPr>
        <p:spPr>
          <a:xfrm>
            <a:off x="76238" y="756531"/>
            <a:ext cx="56606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求曲线绕极轴旋转所得旋转曲面的面积</a:t>
            </a:r>
            <a:r>
              <a:rPr kumimoji="1" lang="en-US" altLang="zh-CN" sz="2400" b="1" dirty="0">
                <a:latin typeface="宋体" panose="02010600030101010101" pitchFamily="2" charset="-122"/>
              </a:rPr>
              <a:t>.</a:t>
            </a:r>
            <a:endParaRPr lang="zh-CN" altLang="en-US" sz="24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8FEDED-9CBF-4393-9F4A-4F2A3572FD1C}"/>
              </a:ext>
            </a:extLst>
          </p:cNvPr>
          <p:cNvSpPr/>
          <p:nvPr/>
        </p:nvSpPr>
        <p:spPr>
          <a:xfrm>
            <a:off x="584863" y="1299452"/>
            <a:ext cx="64810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让直角坐标系的  轴为极坐标系的极轴，则</a:t>
            </a:r>
            <a:endParaRPr lang="zh-CN" altLang="en-US" sz="2400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3083A09-7A24-443E-A89B-5BDF53DD84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50421"/>
              </p:ext>
            </p:extLst>
          </p:nvPr>
        </p:nvGraphicFramePr>
        <p:xfrm>
          <a:off x="2916243" y="1428685"/>
          <a:ext cx="190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58" name="Equation" r:id="rId5" imgW="190440" imgH="203040" progId="Equation.DSMT4">
                  <p:embed/>
                </p:oleObj>
              </mc:Choice>
              <mc:Fallback>
                <p:oleObj name="Equation" r:id="rId5" imgW="1904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6243" y="1428685"/>
                        <a:ext cx="190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4C893FE4-2984-429E-8F21-AACCD4A644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506097"/>
              </p:ext>
            </p:extLst>
          </p:nvPr>
        </p:nvGraphicFramePr>
        <p:xfrm>
          <a:off x="6480212" y="1026272"/>
          <a:ext cx="2044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59" name="Equation" r:id="rId7" imgW="2044440" imgH="863280" progId="Equation.DSMT4">
                  <p:embed/>
                </p:oleObj>
              </mc:Choice>
              <mc:Fallback>
                <p:oleObj name="Equation" r:id="rId7" imgW="2044440" imgH="863280" progId="Equation.DSMT4">
                  <p:embed/>
                  <p:pic>
                    <p:nvPicPr>
                      <p:cNvPr id="183301" name="Object 5">
                        <a:extLst>
                          <a:ext uri="{FF2B5EF4-FFF2-40B4-BE49-F238E27FC236}">
                            <a16:creationId xmlns:a16="http://schemas.microsoft.com/office/drawing/2014/main" id="{8BDE7407-C8A8-4FE6-A05F-335E8D100B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212" y="1026272"/>
                        <a:ext cx="20447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D7B3AEA3-1E66-4C3C-8C0E-74541EFB22DA}"/>
              </a:ext>
            </a:extLst>
          </p:cNvPr>
          <p:cNvSpPr/>
          <p:nvPr/>
        </p:nvSpPr>
        <p:spPr>
          <a:xfrm>
            <a:off x="532279" y="1968015"/>
            <a:ext cx="3528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旋转曲面的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面积元素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为</a:t>
            </a:r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27B493D-0C46-4727-A101-74B4F5721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054951"/>
              </p:ext>
            </p:extLst>
          </p:nvPr>
        </p:nvGraphicFramePr>
        <p:xfrm>
          <a:off x="1533666" y="2587464"/>
          <a:ext cx="59563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60" name="Equation" r:id="rId9" imgW="5956200" imgH="495000" progId="Equation.DSMT4">
                  <p:embed/>
                </p:oleObj>
              </mc:Choice>
              <mc:Fallback>
                <p:oleObj name="Equation" r:id="rId9" imgW="5956200" imgH="4950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4192789E-3954-4247-918D-8ABAE94C7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33666" y="2587464"/>
                        <a:ext cx="5956300" cy="4953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2">
            <a:extLst>
              <a:ext uri="{FF2B5EF4-FFF2-40B4-BE49-F238E27FC236}">
                <a16:creationId xmlns:a16="http://schemas.microsoft.com/office/drawing/2014/main" id="{868BA8C5-129E-4DF9-A14B-A073138F7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3246746"/>
            <a:ext cx="34563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旋转曲面的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面积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9A9B063-2ACD-42F0-8293-D20A1EE3EA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31293"/>
              </p:ext>
            </p:extLst>
          </p:nvPr>
        </p:nvGraphicFramePr>
        <p:xfrm>
          <a:off x="1457834" y="3831927"/>
          <a:ext cx="5092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6361" name="Equation" r:id="rId11" imgW="5092560" imgH="596880" progId="Equation.DSMT4">
                  <p:embed/>
                </p:oleObj>
              </mc:Choice>
              <mc:Fallback>
                <p:oleObj name="Equation" r:id="rId11" imgW="5092560" imgH="596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75C785C-CD86-40DA-8355-90C459F95C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57834" y="3831927"/>
                        <a:ext cx="5092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00574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36FF68D8-D6F3-48B0-95FB-2D141F50117F}"/>
              </a:ext>
            </a:extLst>
          </p:cNvPr>
          <p:cNvSpPr txBox="1">
            <a:spLocks noChangeArrowheads="1"/>
          </p:cNvSpPr>
          <p:nvPr/>
        </p:nvSpPr>
        <p:spPr>
          <a:xfrm>
            <a:off x="595337" y="295631"/>
            <a:ext cx="7993260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33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3366FF"/>
                </a:solidFill>
                <a:latin typeface="+mj-ea"/>
              </a:rPr>
              <a:t>12 </a:t>
            </a:r>
            <a:r>
              <a:rPr lang="zh-CN" altLang="en-US" sz="2400" b="1" dirty="0">
                <a:latin typeface="+mj-ea"/>
              </a:rPr>
              <a:t>求心形线                   绕极轴旋转一周所得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17676B-16C9-4189-9F86-20AF5768B6C3}"/>
              </a:ext>
            </a:extLst>
          </p:cNvPr>
          <p:cNvSpPr/>
          <p:nvPr/>
        </p:nvSpPr>
        <p:spPr>
          <a:xfrm>
            <a:off x="162443" y="808061"/>
            <a:ext cx="21453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立体的表面积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3EC15D-72D2-4A9C-A483-3191063793BF}"/>
              </a:ext>
            </a:extLst>
          </p:cNvPr>
          <p:cNvSpPr/>
          <p:nvPr/>
        </p:nvSpPr>
        <p:spPr>
          <a:xfrm>
            <a:off x="684659" y="154089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宋体" panose="02010600030101010101" pitchFamily="2" charset="-122"/>
              </a:rPr>
              <a:t>解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663815-5121-4B03-9C95-387334DAD48C}"/>
              </a:ext>
            </a:extLst>
          </p:cNvPr>
          <p:cNvSpPr/>
          <p:nvPr/>
        </p:nvSpPr>
        <p:spPr>
          <a:xfrm>
            <a:off x="1096520" y="1540892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根据对称性，只需求心形线在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7EDCBA7-103D-42CE-B9B9-4AB1E87D95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84073"/>
              </p:ext>
            </p:extLst>
          </p:nvPr>
        </p:nvGraphicFramePr>
        <p:xfrm>
          <a:off x="227209" y="2146932"/>
          <a:ext cx="1117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323" name="Equation" r:id="rId3" imgW="1117440" imgH="279360" progId="Equation.DSMT4">
                  <p:embed/>
                </p:oleObj>
              </mc:Choice>
              <mc:Fallback>
                <p:oleObj name="Equation" r:id="rId3" imgW="1117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7209" y="2146932"/>
                        <a:ext cx="1117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C530B26D-54DB-42BF-A0C3-33AE8DCA80F6}"/>
              </a:ext>
            </a:extLst>
          </p:cNvPr>
          <p:cNvSpPr/>
          <p:nvPr/>
        </p:nvSpPr>
        <p:spPr>
          <a:xfrm>
            <a:off x="1299243" y="2056628"/>
            <a:ext cx="42484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的部分绕极轴旋转一轴所得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467326-0599-4B04-B072-FFEEFE54A727}"/>
              </a:ext>
            </a:extLst>
          </p:cNvPr>
          <p:cNvSpPr/>
          <p:nvPr/>
        </p:nvSpPr>
        <p:spPr>
          <a:xfrm>
            <a:off x="177985" y="2594113"/>
            <a:ext cx="26725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旋转曲面的面积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FD296C7-8506-47CA-83AB-2B03E6BC0A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493302"/>
              </p:ext>
            </p:extLst>
          </p:nvPr>
        </p:nvGraphicFramePr>
        <p:xfrm>
          <a:off x="760793" y="3283952"/>
          <a:ext cx="5270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324" name="Equation" r:id="rId5" imgW="5270400" imgH="863280" progId="Equation.DSMT4">
                  <p:embed/>
                </p:oleObj>
              </mc:Choice>
              <mc:Fallback>
                <p:oleObj name="Equation" r:id="rId5" imgW="527040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0793" y="3283952"/>
                        <a:ext cx="5270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7">
            <a:extLst>
              <a:ext uri="{FF2B5EF4-FFF2-40B4-BE49-F238E27FC236}">
                <a16:creationId xmlns:a16="http://schemas.microsoft.com/office/drawing/2014/main" id="{475BFC72-F3AA-4036-9020-41C0A36812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481995"/>
              </p:ext>
            </p:extLst>
          </p:nvPr>
        </p:nvGraphicFramePr>
        <p:xfrm>
          <a:off x="2888626" y="370245"/>
          <a:ext cx="255111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325" name="Equation" r:id="rId7" imgW="2895480" imgH="342720" progId="Equation.DSMT4">
                  <p:embed/>
                </p:oleObj>
              </mc:Choice>
              <mc:Fallback>
                <p:oleObj name="Equation" r:id="rId7" imgW="2895480" imgH="342720" progId="Equation.DSMT4">
                  <p:embed/>
                  <p:pic>
                    <p:nvPicPr>
                      <p:cNvPr id="3" name="Object 7">
                        <a:extLst>
                          <a:ext uri="{FF2B5EF4-FFF2-40B4-BE49-F238E27FC236}">
                            <a16:creationId xmlns:a16="http://schemas.microsoft.com/office/drawing/2014/main" id="{47D2EA81-FC75-49DD-9CB0-C08E1C4D16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8626" y="370245"/>
                        <a:ext cx="2551113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组合 52">
            <a:extLst>
              <a:ext uri="{FF2B5EF4-FFF2-40B4-BE49-F238E27FC236}">
                <a16:creationId xmlns:a16="http://schemas.microsoft.com/office/drawing/2014/main" id="{2919FAD0-9C27-4A3A-AF19-7B499A7BB5C1}"/>
              </a:ext>
            </a:extLst>
          </p:cNvPr>
          <p:cNvGrpSpPr>
            <a:grpSpLocks noChangeAspect="1"/>
          </p:cNvGrpSpPr>
          <p:nvPr/>
        </p:nvGrpSpPr>
        <p:grpSpPr>
          <a:xfrm>
            <a:off x="6284012" y="1521247"/>
            <a:ext cx="1976131" cy="1882018"/>
            <a:chOff x="5730559" y="1660775"/>
            <a:chExt cx="2997968" cy="2855192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14017FD5-84DF-43E5-BD47-0F3837DCC306}"/>
                </a:ext>
              </a:extLst>
            </p:cNvPr>
            <p:cNvSpPr>
              <a:spLocks/>
            </p:cNvSpPr>
            <p:nvPr/>
          </p:nvSpPr>
          <p:spPr>
            <a:xfrm rot="10800000">
              <a:off x="6307922" y="1949213"/>
              <a:ext cx="1875926" cy="2138657"/>
            </a:xfrm>
            <a:custGeom>
              <a:avLst/>
              <a:gdLst/>
              <a:ahLst/>
              <a:cxnLst/>
              <a:rect l="0" t="0" r="0" b="0"/>
              <a:pathLst>
                <a:path w="1543049" h="1336315">
                  <a:moveTo>
                    <a:pt x="1371600" y="668157"/>
                  </a:moveTo>
                  <a:cubicBezTo>
                    <a:pt x="1371614" y="668157"/>
                    <a:pt x="1371654" y="668157"/>
                    <a:pt x="1371722" y="668155"/>
                  </a:cubicBezTo>
                  <a:cubicBezTo>
                    <a:pt x="1371816" y="668153"/>
                    <a:pt x="1371938" y="668149"/>
                    <a:pt x="1372087" y="668143"/>
                  </a:cubicBezTo>
                  <a:cubicBezTo>
                    <a:pt x="1372263" y="668135"/>
                    <a:pt x="1372465" y="668124"/>
                    <a:pt x="1372695" y="668110"/>
                  </a:cubicBezTo>
                  <a:cubicBezTo>
                    <a:pt x="1372950" y="668093"/>
                    <a:pt x="1373233" y="668072"/>
                    <a:pt x="1373543" y="668047"/>
                  </a:cubicBezTo>
                  <a:cubicBezTo>
                    <a:pt x="1373879" y="668017"/>
                    <a:pt x="1374242" y="667982"/>
                    <a:pt x="1374630" y="667942"/>
                  </a:cubicBezTo>
                  <a:cubicBezTo>
                    <a:pt x="1375045" y="667896"/>
                    <a:pt x="1375487" y="667845"/>
                    <a:pt x="1375953" y="667786"/>
                  </a:cubicBezTo>
                  <a:cubicBezTo>
                    <a:pt x="1376446" y="667721"/>
                    <a:pt x="1376965" y="667649"/>
                    <a:pt x="1377510" y="667569"/>
                  </a:cubicBezTo>
                  <a:cubicBezTo>
                    <a:pt x="1378079" y="667481"/>
                    <a:pt x="1378674" y="667385"/>
                    <a:pt x="1379294" y="667280"/>
                  </a:cubicBezTo>
                  <a:cubicBezTo>
                    <a:pt x="1379939" y="667166"/>
                    <a:pt x="1380610" y="667043"/>
                    <a:pt x="1381303" y="666911"/>
                  </a:cubicBezTo>
                  <a:cubicBezTo>
                    <a:pt x="1382023" y="666768"/>
                    <a:pt x="1382765" y="666614"/>
                    <a:pt x="1383532" y="666450"/>
                  </a:cubicBezTo>
                  <a:cubicBezTo>
                    <a:pt x="1384323" y="666275"/>
                    <a:pt x="1385137" y="666088"/>
                    <a:pt x="1385974" y="665889"/>
                  </a:cubicBezTo>
                  <a:cubicBezTo>
                    <a:pt x="1386835" y="665678"/>
                    <a:pt x="1387718" y="665455"/>
                    <a:pt x="1388625" y="665219"/>
                  </a:cubicBezTo>
                  <a:cubicBezTo>
                    <a:pt x="1389553" y="664969"/>
                    <a:pt x="1390503" y="664706"/>
                    <a:pt x="1391475" y="664429"/>
                  </a:cubicBezTo>
                  <a:cubicBezTo>
                    <a:pt x="1392468" y="664138"/>
                    <a:pt x="1393483" y="663833"/>
                    <a:pt x="1394520" y="663512"/>
                  </a:cubicBezTo>
                  <a:cubicBezTo>
                    <a:pt x="1395576" y="663177"/>
                    <a:pt x="1396653" y="662826"/>
                    <a:pt x="1397750" y="662459"/>
                  </a:cubicBezTo>
                  <a:cubicBezTo>
                    <a:pt x="1398866" y="662076"/>
                    <a:pt x="1400001" y="661677"/>
                    <a:pt x="1401156" y="661261"/>
                  </a:cubicBezTo>
                  <a:cubicBezTo>
                    <a:pt x="1402331" y="660828"/>
                    <a:pt x="1403523" y="660378"/>
                    <a:pt x="1404733" y="659910"/>
                  </a:cubicBezTo>
                  <a:cubicBezTo>
                    <a:pt x="1405961" y="659424"/>
                    <a:pt x="1407206" y="658920"/>
                    <a:pt x="1408468" y="658398"/>
                  </a:cubicBezTo>
                  <a:cubicBezTo>
                    <a:pt x="1409747" y="657857"/>
                    <a:pt x="1411042" y="657296"/>
                    <a:pt x="1412353" y="656717"/>
                  </a:cubicBezTo>
                  <a:cubicBezTo>
                    <a:pt x="1413680" y="656118"/>
                    <a:pt x="1415021" y="655499"/>
                    <a:pt x="1416377" y="654861"/>
                  </a:cubicBezTo>
                  <a:cubicBezTo>
                    <a:pt x="1417748" y="654201"/>
                    <a:pt x="1419133" y="653521"/>
                    <a:pt x="1420530" y="652821"/>
                  </a:cubicBezTo>
                  <a:cubicBezTo>
                    <a:pt x="1421941" y="652099"/>
                    <a:pt x="1423365" y="651356"/>
                    <a:pt x="1424801" y="650592"/>
                  </a:cubicBezTo>
                  <a:cubicBezTo>
                    <a:pt x="1426249" y="649806"/>
                    <a:pt x="1427707" y="648998"/>
                    <a:pt x="1429177" y="648167"/>
                  </a:cubicBezTo>
                  <a:cubicBezTo>
                    <a:pt x="1430658" y="647314"/>
                    <a:pt x="1432148" y="646439"/>
                    <a:pt x="1433648" y="645540"/>
                  </a:cubicBezTo>
                  <a:cubicBezTo>
                    <a:pt x="1435157" y="644619"/>
                    <a:pt x="1436675" y="643674"/>
                    <a:pt x="1438201" y="642706"/>
                  </a:cubicBezTo>
                  <a:cubicBezTo>
                    <a:pt x="1439735" y="641714"/>
                    <a:pt x="1441275" y="640699"/>
                    <a:pt x="1442823" y="639659"/>
                  </a:cubicBezTo>
                  <a:cubicBezTo>
                    <a:pt x="1444377" y="638595"/>
                    <a:pt x="1445937" y="637507"/>
                    <a:pt x="1447501" y="636395"/>
                  </a:cubicBezTo>
                  <a:cubicBezTo>
                    <a:pt x="1449070" y="635257"/>
                    <a:pt x="1450645" y="634095"/>
                    <a:pt x="1452222" y="632908"/>
                  </a:cubicBezTo>
                  <a:cubicBezTo>
                    <a:pt x="1453804" y="631696"/>
                    <a:pt x="1455387" y="630458"/>
                    <a:pt x="1456973" y="629195"/>
                  </a:cubicBezTo>
                  <a:cubicBezTo>
                    <a:pt x="1458561" y="627907"/>
                    <a:pt x="1460150" y="626593"/>
                    <a:pt x="1461740" y="625253"/>
                  </a:cubicBezTo>
                  <a:cubicBezTo>
                    <a:pt x="1463330" y="623888"/>
                    <a:pt x="1464920" y="622496"/>
                    <a:pt x="1466509" y="621078"/>
                  </a:cubicBezTo>
                  <a:cubicBezTo>
                    <a:pt x="1468096" y="619635"/>
                    <a:pt x="1469682" y="618165"/>
                    <a:pt x="1471265" y="616668"/>
                  </a:cubicBezTo>
                  <a:cubicBezTo>
                    <a:pt x="1472845" y="615146"/>
                    <a:pt x="1474422" y="613596"/>
                    <a:pt x="1475994" y="612020"/>
                  </a:cubicBezTo>
                  <a:cubicBezTo>
                    <a:pt x="1477562" y="610418"/>
                    <a:pt x="1479124" y="608788"/>
                    <a:pt x="1480682" y="607132"/>
                  </a:cubicBezTo>
                  <a:cubicBezTo>
                    <a:pt x="1482232" y="605450"/>
                    <a:pt x="1483776" y="603740"/>
                    <a:pt x="1485312" y="602004"/>
                  </a:cubicBezTo>
                  <a:cubicBezTo>
                    <a:pt x="1486841" y="600240"/>
                    <a:pt x="1488361" y="598450"/>
                    <a:pt x="1489873" y="596633"/>
                  </a:cubicBezTo>
                  <a:cubicBezTo>
                    <a:pt x="1491374" y="594789"/>
                    <a:pt x="1492865" y="592918"/>
                    <a:pt x="1494345" y="591019"/>
                  </a:cubicBezTo>
                  <a:cubicBezTo>
                    <a:pt x="1495815" y="589095"/>
                    <a:pt x="1497272" y="587143"/>
                    <a:pt x="1498718" y="585164"/>
                  </a:cubicBezTo>
                  <a:cubicBezTo>
                    <a:pt x="1500150" y="583158"/>
                    <a:pt x="1501568" y="581125"/>
                    <a:pt x="1502973" y="579066"/>
                  </a:cubicBezTo>
                  <a:cubicBezTo>
                    <a:pt x="1504362" y="576980"/>
                    <a:pt x="1505737" y="574867"/>
                    <a:pt x="1507096" y="572728"/>
                  </a:cubicBezTo>
                  <a:cubicBezTo>
                    <a:pt x="1508438" y="570561"/>
                    <a:pt x="1509764" y="568369"/>
                    <a:pt x="1511072" y="566149"/>
                  </a:cubicBezTo>
                  <a:cubicBezTo>
                    <a:pt x="1512363" y="563904"/>
                    <a:pt x="1513634" y="561631"/>
                    <a:pt x="1514887" y="559333"/>
                  </a:cubicBezTo>
                  <a:cubicBezTo>
                    <a:pt x="1516119" y="557009"/>
                    <a:pt x="1517331" y="554658"/>
                    <a:pt x="1518523" y="552282"/>
                  </a:cubicBezTo>
                  <a:cubicBezTo>
                    <a:pt x="1519693" y="549879"/>
                    <a:pt x="1520841" y="547451"/>
                    <a:pt x="1521968" y="544997"/>
                  </a:cubicBezTo>
                  <a:cubicBezTo>
                    <a:pt x="1523071" y="542519"/>
                    <a:pt x="1524150" y="540014"/>
                    <a:pt x="1525205" y="537484"/>
                  </a:cubicBezTo>
                  <a:cubicBezTo>
                    <a:pt x="1526235" y="534929"/>
                    <a:pt x="1527240" y="532350"/>
                    <a:pt x="1528219" y="529745"/>
                  </a:cubicBezTo>
                  <a:cubicBezTo>
                    <a:pt x="1529173" y="527116"/>
                    <a:pt x="1530099" y="524463"/>
                    <a:pt x="1530997" y="521785"/>
                  </a:cubicBezTo>
                  <a:cubicBezTo>
                    <a:pt x="1531868" y="519084"/>
                    <a:pt x="1532710" y="516358"/>
                    <a:pt x="1533523" y="513609"/>
                  </a:cubicBezTo>
                  <a:cubicBezTo>
                    <a:pt x="1534308" y="510836"/>
                    <a:pt x="1535061" y="508040"/>
                    <a:pt x="1535785" y="505220"/>
                  </a:cubicBezTo>
                  <a:cubicBezTo>
                    <a:pt x="1536477" y="502378"/>
                    <a:pt x="1537137" y="499514"/>
                    <a:pt x="1537765" y="496627"/>
                  </a:cubicBezTo>
                  <a:cubicBezTo>
                    <a:pt x="1538360" y="493717"/>
                    <a:pt x="1538923" y="490786"/>
                    <a:pt x="1539452" y="487833"/>
                  </a:cubicBezTo>
                  <a:cubicBezTo>
                    <a:pt x="1539946" y="484858"/>
                    <a:pt x="1540407" y="481863"/>
                    <a:pt x="1540832" y="478846"/>
                  </a:cubicBezTo>
                  <a:cubicBezTo>
                    <a:pt x="1541221" y="475809"/>
                    <a:pt x="1541574" y="472751"/>
                    <a:pt x="1541890" y="469673"/>
                  </a:cubicBezTo>
                  <a:cubicBezTo>
                    <a:pt x="1542170" y="466576"/>
                    <a:pt x="1542411" y="463458"/>
                    <a:pt x="1542615" y="460321"/>
                  </a:cubicBezTo>
                  <a:cubicBezTo>
                    <a:pt x="1542781" y="457165"/>
                    <a:pt x="1542907" y="453991"/>
                    <a:pt x="1542994" y="450798"/>
                  </a:cubicBezTo>
                  <a:cubicBezTo>
                    <a:pt x="1543041" y="447587"/>
                    <a:pt x="1543048" y="444358"/>
                    <a:pt x="1543014" y="441112"/>
                  </a:cubicBezTo>
                  <a:cubicBezTo>
                    <a:pt x="1542938" y="437849"/>
                    <a:pt x="1542821" y="434568"/>
                    <a:pt x="1542662" y="431271"/>
                  </a:cubicBezTo>
                  <a:cubicBezTo>
                    <a:pt x="1542462" y="427958"/>
                    <a:pt x="1542217" y="424630"/>
                    <a:pt x="1541929" y="421286"/>
                  </a:cubicBezTo>
                  <a:cubicBezTo>
                    <a:pt x="1541598" y="417926"/>
                    <a:pt x="1541223" y="414552"/>
                    <a:pt x="1540803" y="411164"/>
                  </a:cubicBezTo>
                  <a:cubicBezTo>
                    <a:pt x="1540338" y="407761"/>
                    <a:pt x="1539828" y="404345"/>
                    <a:pt x="1539272" y="400915"/>
                  </a:cubicBezTo>
                  <a:cubicBezTo>
                    <a:pt x="1538670" y="397473"/>
                    <a:pt x="1538022" y="394018"/>
                    <a:pt x="1537327" y="390551"/>
                  </a:cubicBezTo>
                  <a:cubicBezTo>
                    <a:pt x="1536585" y="387072"/>
                    <a:pt x="1535795" y="383582"/>
                    <a:pt x="1534957" y="380080"/>
                  </a:cubicBezTo>
                  <a:cubicBezTo>
                    <a:pt x="1534071" y="376569"/>
                    <a:pt x="1533138" y="373047"/>
                    <a:pt x="1532155" y="369515"/>
                  </a:cubicBezTo>
                  <a:cubicBezTo>
                    <a:pt x="1531123" y="365974"/>
                    <a:pt x="1530041" y="362424"/>
                    <a:pt x="1528911" y="358866"/>
                  </a:cubicBezTo>
                  <a:cubicBezTo>
                    <a:pt x="1527729" y="355299"/>
                    <a:pt x="1526498" y="351725"/>
                    <a:pt x="1525215" y="348144"/>
                  </a:cubicBezTo>
                  <a:cubicBezTo>
                    <a:pt x="1523882" y="344555"/>
                    <a:pt x="1522498" y="340961"/>
                    <a:pt x="1521062" y="337361"/>
                  </a:cubicBezTo>
                  <a:cubicBezTo>
                    <a:pt x="1519575" y="333755"/>
                    <a:pt x="1518035" y="330144"/>
                    <a:pt x="1516444" y="326529"/>
                  </a:cubicBezTo>
                  <a:cubicBezTo>
                    <a:pt x="1514800" y="322909"/>
                    <a:pt x="1513104" y="319286"/>
                    <a:pt x="1511354" y="315660"/>
                  </a:cubicBezTo>
                  <a:cubicBezTo>
                    <a:pt x="1509552" y="312030"/>
                    <a:pt x="1507696" y="308399"/>
                    <a:pt x="1505786" y="304766"/>
                  </a:cubicBezTo>
                  <a:cubicBezTo>
                    <a:pt x="1503824" y="301131"/>
                    <a:pt x="1501808" y="297496"/>
                    <a:pt x="1499736" y="293860"/>
                  </a:cubicBezTo>
                  <a:cubicBezTo>
                    <a:pt x="1497612" y="290225"/>
                    <a:pt x="1495432" y="286590"/>
                    <a:pt x="1493199" y="282956"/>
                  </a:cubicBezTo>
                  <a:cubicBezTo>
                    <a:pt x="1490911" y="279323"/>
                    <a:pt x="1488567" y="275693"/>
                    <a:pt x="1486169" y="272065"/>
                  </a:cubicBezTo>
                  <a:cubicBezTo>
                    <a:pt x="1483716" y="268440"/>
                    <a:pt x="1481208" y="264819"/>
                    <a:pt x="1478645" y="261202"/>
                  </a:cubicBezTo>
                  <a:cubicBezTo>
                    <a:pt x="1476025" y="257589"/>
                    <a:pt x="1473351" y="253981"/>
                    <a:pt x="1470622" y="250379"/>
                  </a:cubicBezTo>
                  <a:cubicBezTo>
                    <a:pt x="1467837" y="246783"/>
                    <a:pt x="1464996" y="243193"/>
                    <a:pt x="1462099" y="239610"/>
                  </a:cubicBezTo>
                  <a:cubicBezTo>
                    <a:pt x="1459147" y="236035"/>
                    <a:pt x="1456139" y="232467"/>
                    <a:pt x="1453075" y="228909"/>
                  </a:cubicBezTo>
                  <a:cubicBezTo>
                    <a:pt x="1449955" y="225359"/>
                    <a:pt x="1446780" y="221819"/>
                    <a:pt x="1443548" y="218288"/>
                  </a:cubicBezTo>
                  <a:cubicBezTo>
                    <a:pt x="1440261" y="214769"/>
                    <a:pt x="1436918" y="211260"/>
                    <a:pt x="1433519" y="207763"/>
                  </a:cubicBezTo>
                  <a:cubicBezTo>
                    <a:pt x="1430065" y="204278"/>
                    <a:pt x="1426555" y="200806"/>
                    <a:pt x="1422988" y="197347"/>
                  </a:cubicBezTo>
                  <a:cubicBezTo>
                    <a:pt x="1419367" y="193901"/>
                    <a:pt x="1415690" y="190470"/>
                    <a:pt x="1411956" y="187053"/>
                  </a:cubicBezTo>
                  <a:cubicBezTo>
                    <a:pt x="1408168" y="183652"/>
                    <a:pt x="1404325" y="180266"/>
                    <a:pt x="1400426" y="176896"/>
                  </a:cubicBezTo>
                  <a:cubicBezTo>
                    <a:pt x="1396472" y="173543"/>
                    <a:pt x="1392464" y="170208"/>
                    <a:pt x="1388400" y="166890"/>
                  </a:cubicBezTo>
                  <a:cubicBezTo>
                    <a:pt x="1384281" y="163590"/>
                    <a:pt x="1380108" y="160309"/>
                    <a:pt x="1375880" y="157048"/>
                  </a:cubicBezTo>
                  <a:cubicBezTo>
                    <a:pt x="1371598" y="153806"/>
                    <a:pt x="1367262" y="150584"/>
                    <a:pt x="1362873" y="147384"/>
                  </a:cubicBezTo>
                  <a:cubicBezTo>
                    <a:pt x="1358429" y="144204"/>
                    <a:pt x="1353931" y="141047"/>
                    <a:pt x="1349380" y="137912"/>
                  </a:cubicBezTo>
                  <a:cubicBezTo>
                    <a:pt x="1344777" y="134800"/>
                    <a:pt x="1340120" y="131711"/>
                    <a:pt x="1335410" y="128645"/>
                  </a:cubicBezTo>
                  <a:cubicBezTo>
                    <a:pt x="1330648" y="125605"/>
                    <a:pt x="1325833" y="122589"/>
                    <a:pt x="1320967" y="119598"/>
                  </a:cubicBezTo>
                  <a:cubicBezTo>
                    <a:pt x="1316049" y="116634"/>
                    <a:pt x="1311079" y="113695"/>
                    <a:pt x="1306058" y="110784"/>
                  </a:cubicBezTo>
                  <a:cubicBezTo>
                    <a:pt x="1300986" y="107899"/>
                    <a:pt x="1295864" y="105043"/>
                    <a:pt x="1290691" y="102215"/>
                  </a:cubicBezTo>
                  <a:cubicBezTo>
                    <a:pt x="1285468" y="99416"/>
                    <a:pt x="1280196" y="96646"/>
                    <a:pt x="1274873" y="93906"/>
                  </a:cubicBezTo>
                  <a:cubicBezTo>
                    <a:pt x="1269502" y="91196"/>
                    <a:pt x="1264083" y="88517"/>
                    <a:pt x="1258615" y="85869"/>
                  </a:cubicBezTo>
                  <a:cubicBezTo>
                    <a:pt x="1253098" y="83252"/>
                    <a:pt x="1247535" y="80668"/>
                    <a:pt x="1241923" y="78116"/>
                  </a:cubicBezTo>
                  <a:cubicBezTo>
                    <a:pt x="1236266" y="75598"/>
                    <a:pt x="1230561" y="73113"/>
                    <a:pt x="1224811" y="70662"/>
                  </a:cubicBezTo>
                  <a:cubicBezTo>
                    <a:pt x="1219015" y="68245"/>
                    <a:pt x="1213173" y="65864"/>
                    <a:pt x="1207287" y="63517"/>
                  </a:cubicBezTo>
                  <a:cubicBezTo>
                    <a:pt x="1201356" y="61207"/>
                    <a:pt x="1195381" y="58932"/>
                    <a:pt x="1189363" y="56695"/>
                  </a:cubicBezTo>
                  <a:cubicBezTo>
                    <a:pt x="1183302" y="54494"/>
                    <a:pt x="1177198" y="52331"/>
                    <a:pt x="1171052" y="50206"/>
                  </a:cubicBezTo>
                  <a:cubicBezTo>
                    <a:pt x="1164864" y="48119"/>
                    <a:pt x="1158635" y="46072"/>
                    <a:pt x="1152365" y="44063"/>
                  </a:cubicBezTo>
                  <a:cubicBezTo>
                    <a:pt x="1146056" y="42094"/>
                    <a:pt x="1139706" y="40165"/>
                    <a:pt x="1133317" y="38277"/>
                  </a:cubicBezTo>
                  <a:cubicBezTo>
                    <a:pt x="1126889" y="36429"/>
                    <a:pt x="1120424" y="34623"/>
                    <a:pt x="1113920" y="32858"/>
                  </a:cubicBezTo>
                  <a:cubicBezTo>
                    <a:pt x="1107380" y="31135"/>
                    <a:pt x="1100803" y="29455"/>
                    <a:pt x="1094191" y="27818"/>
                  </a:cubicBezTo>
                  <a:cubicBezTo>
                    <a:pt x="1087541" y="26224"/>
                    <a:pt x="1080858" y="24673"/>
                    <a:pt x="1074141" y="23166"/>
                  </a:cubicBezTo>
                  <a:cubicBezTo>
                    <a:pt x="1067390" y="21704"/>
                    <a:pt x="1060605" y="20286"/>
                    <a:pt x="1053788" y="18913"/>
                  </a:cubicBezTo>
                  <a:cubicBezTo>
                    <a:pt x="1046939" y="17586"/>
                    <a:pt x="1040059" y="16304"/>
                    <a:pt x="1033148" y="15068"/>
                  </a:cubicBezTo>
                  <a:cubicBezTo>
                    <a:pt x="1026206" y="13879"/>
                    <a:pt x="1019236" y="12736"/>
                    <a:pt x="1012237" y="11640"/>
                  </a:cubicBezTo>
                  <a:cubicBezTo>
                    <a:pt x="1005208" y="10592"/>
                    <a:pt x="998153" y="9591"/>
                    <a:pt x="991071" y="8638"/>
                  </a:cubicBezTo>
                  <a:cubicBezTo>
                    <a:pt x="983962" y="7733"/>
                    <a:pt x="976828" y="6877"/>
                    <a:pt x="969669" y="6070"/>
                  </a:cubicBezTo>
                  <a:cubicBezTo>
                    <a:pt x="962485" y="5312"/>
                    <a:pt x="955277" y="4603"/>
                    <a:pt x="948047" y="3944"/>
                  </a:cubicBezTo>
                  <a:cubicBezTo>
                    <a:pt x="940795" y="3335"/>
                    <a:pt x="933520" y="2776"/>
                    <a:pt x="926225" y="2267"/>
                  </a:cubicBezTo>
                  <a:cubicBezTo>
                    <a:pt x="918910" y="1809"/>
                    <a:pt x="911575" y="1402"/>
                    <a:pt x="904221" y="1047"/>
                  </a:cubicBezTo>
                  <a:cubicBezTo>
                    <a:pt x="896849" y="742"/>
                    <a:pt x="889460" y="490"/>
                    <a:pt x="882054" y="289"/>
                  </a:cubicBezTo>
                  <a:cubicBezTo>
                    <a:pt x="874632" y="140"/>
                    <a:pt x="867194" y="44"/>
                    <a:pt x="859743" y="0"/>
                  </a:cubicBezTo>
                  <a:cubicBezTo>
                    <a:pt x="852277" y="8"/>
                    <a:pt x="844799" y="70"/>
                    <a:pt x="837308" y="185"/>
                  </a:cubicBezTo>
                  <a:cubicBezTo>
                    <a:pt x="829805" y="353"/>
                    <a:pt x="822292" y="574"/>
                    <a:pt x="814769" y="849"/>
                  </a:cubicBezTo>
                  <a:cubicBezTo>
                    <a:pt x="807236" y="1178"/>
                    <a:pt x="799695" y="1560"/>
                    <a:pt x="792146" y="1997"/>
                  </a:cubicBezTo>
                  <a:cubicBezTo>
                    <a:pt x="784590" y="2488"/>
                    <a:pt x="777028" y="3033"/>
                    <a:pt x="769460" y="3632"/>
                  </a:cubicBezTo>
                  <a:cubicBezTo>
                    <a:pt x="761888" y="4286"/>
                    <a:pt x="754311" y="4995"/>
                    <a:pt x="746731" y="5758"/>
                  </a:cubicBezTo>
                  <a:cubicBezTo>
                    <a:pt x="739149" y="6577"/>
                    <a:pt x="731566" y="7450"/>
                    <a:pt x="723981" y="8379"/>
                  </a:cubicBezTo>
                  <a:cubicBezTo>
                    <a:pt x="716397" y="9362"/>
                    <a:pt x="708814" y="10401"/>
                    <a:pt x="701232" y="11495"/>
                  </a:cubicBezTo>
                  <a:cubicBezTo>
                    <a:pt x="693651" y="12644"/>
                    <a:pt x="686075" y="13849"/>
                    <a:pt x="678503" y="15109"/>
                  </a:cubicBezTo>
                  <a:cubicBezTo>
                    <a:pt x="670935" y="16424"/>
                    <a:pt x="663372" y="17796"/>
                    <a:pt x="655816" y="19222"/>
                  </a:cubicBezTo>
                  <a:cubicBezTo>
                    <a:pt x="648267" y="20704"/>
                    <a:pt x="640726" y="22242"/>
                    <a:pt x="633193" y="23835"/>
                  </a:cubicBezTo>
                  <a:cubicBezTo>
                    <a:pt x="625670" y="25484"/>
                    <a:pt x="618158" y="27188"/>
                    <a:pt x="610656" y="28948"/>
                  </a:cubicBezTo>
                  <a:cubicBezTo>
                    <a:pt x="603167" y="30763"/>
                    <a:pt x="595690" y="32634"/>
                    <a:pt x="588226" y="34560"/>
                  </a:cubicBezTo>
                  <a:cubicBezTo>
                    <a:pt x="580778" y="36542"/>
                    <a:pt x="573344" y="38579"/>
                    <a:pt x="565926" y="40671"/>
                  </a:cubicBezTo>
                  <a:cubicBezTo>
                    <a:pt x="558524" y="42819"/>
                    <a:pt x="551141" y="45021"/>
                    <a:pt x="543776" y="47279"/>
                  </a:cubicBezTo>
                  <a:cubicBezTo>
                    <a:pt x="536429" y="49591"/>
                    <a:pt x="529103" y="51959"/>
                    <a:pt x="521798" y="54381"/>
                  </a:cubicBezTo>
                  <a:cubicBezTo>
                    <a:pt x="514514" y="56858"/>
                    <a:pt x="507252" y="59389"/>
                    <a:pt x="500014" y="61975"/>
                  </a:cubicBezTo>
                  <a:cubicBezTo>
                    <a:pt x="492799" y="64615"/>
                    <a:pt x="485610" y="67310"/>
                    <a:pt x="478445" y="70058"/>
                  </a:cubicBezTo>
                  <a:cubicBezTo>
                    <a:pt x="471307" y="72860"/>
                    <a:pt x="464196" y="75716"/>
                    <a:pt x="457113" y="78626"/>
                  </a:cubicBezTo>
                  <a:cubicBezTo>
                    <a:pt x="450059" y="81589"/>
                    <a:pt x="443034" y="84605"/>
                    <a:pt x="436039" y="87674"/>
                  </a:cubicBezTo>
                  <a:cubicBezTo>
                    <a:pt x="429076" y="90796"/>
                    <a:pt x="422144" y="93970"/>
                    <a:pt x="415244" y="97197"/>
                  </a:cubicBezTo>
                  <a:cubicBezTo>
                    <a:pt x="408378" y="100477"/>
                    <a:pt x="401546" y="103808"/>
                    <a:pt x="394750" y="107191"/>
                  </a:cubicBezTo>
                  <a:cubicBezTo>
                    <a:pt x="387988" y="110625"/>
                    <a:pt x="381263" y="114111"/>
                    <a:pt x="374575" y="117648"/>
                  </a:cubicBezTo>
                  <a:cubicBezTo>
                    <a:pt x="367925" y="121236"/>
                    <a:pt x="361313" y="124874"/>
                    <a:pt x="354742" y="128563"/>
                  </a:cubicBezTo>
                  <a:cubicBezTo>
                    <a:pt x="348209" y="132301"/>
                    <a:pt x="341718" y="136090"/>
                    <a:pt x="335269" y="139928"/>
                  </a:cubicBezTo>
                  <a:cubicBezTo>
                    <a:pt x="328862" y="143815"/>
                    <a:pt x="322498" y="147751"/>
                    <a:pt x="316177" y="151735"/>
                  </a:cubicBezTo>
                  <a:cubicBezTo>
                    <a:pt x="309902" y="155768"/>
                    <a:pt x="303671" y="159848"/>
                    <a:pt x="297486" y="163977"/>
                  </a:cubicBezTo>
                  <a:cubicBezTo>
                    <a:pt x="291348" y="168152"/>
                    <a:pt x="285257" y="172375"/>
                    <a:pt x="279215" y="176644"/>
                  </a:cubicBezTo>
                  <a:cubicBezTo>
                    <a:pt x="273221" y="180960"/>
                    <a:pt x="267276" y="185321"/>
                    <a:pt x="261381" y="189728"/>
                  </a:cubicBezTo>
                  <a:cubicBezTo>
                    <a:pt x="255538" y="194180"/>
                    <a:pt x="249745" y="198677"/>
                    <a:pt x="244004" y="203218"/>
                  </a:cubicBezTo>
                  <a:cubicBezTo>
                    <a:pt x="238317" y="207804"/>
                    <a:pt x="232683" y="212433"/>
                    <a:pt x="227102" y="217105"/>
                  </a:cubicBezTo>
                  <a:cubicBezTo>
                    <a:pt x="221577" y="221821"/>
                    <a:pt x="216107" y="226579"/>
                    <a:pt x="210692" y="231379"/>
                  </a:cubicBezTo>
                  <a:cubicBezTo>
                    <a:pt x="205335" y="236220"/>
                    <a:pt x="200034" y="241103"/>
                    <a:pt x="194792" y="246027"/>
                  </a:cubicBezTo>
                  <a:cubicBezTo>
                    <a:pt x="189607" y="250991"/>
                    <a:pt x="184482" y="255995"/>
                    <a:pt x="179416" y="261038"/>
                  </a:cubicBezTo>
                  <a:cubicBezTo>
                    <a:pt x="174411" y="266121"/>
                    <a:pt x="169466" y="271242"/>
                    <a:pt x="164583" y="276401"/>
                  </a:cubicBezTo>
                  <a:cubicBezTo>
                    <a:pt x="159761" y="281598"/>
                    <a:pt x="155002" y="286832"/>
                    <a:pt x="150306" y="292102"/>
                  </a:cubicBezTo>
                  <a:cubicBezTo>
                    <a:pt x="145674" y="297409"/>
                    <a:pt x="141106" y="302753"/>
                    <a:pt x="136602" y="308131"/>
                  </a:cubicBezTo>
                  <a:cubicBezTo>
                    <a:pt x="132163" y="313543"/>
                    <a:pt x="127791" y="318990"/>
                    <a:pt x="123484" y="324471"/>
                  </a:cubicBezTo>
                  <a:cubicBezTo>
                    <a:pt x="119244" y="329985"/>
                    <a:pt x="115071" y="335533"/>
                    <a:pt x="110966" y="341112"/>
                  </a:cubicBezTo>
                  <a:cubicBezTo>
                    <a:pt x="106930" y="346723"/>
                    <a:pt x="102962" y="352365"/>
                    <a:pt x="99062" y="358038"/>
                  </a:cubicBezTo>
                  <a:cubicBezTo>
                    <a:pt x="95233" y="363741"/>
                    <a:pt x="91473" y="369473"/>
                    <a:pt x="87784" y="375235"/>
                  </a:cubicBezTo>
                  <a:cubicBezTo>
                    <a:pt x="84166" y="381025"/>
                    <a:pt x="80619" y="386843"/>
                    <a:pt x="77143" y="392689"/>
                  </a:cubicBezTo>
                  <a:cubicBezTo>
                    <a:pt x="73740" y="398561"/>
                    <a:pt x="70410" y="404460"/>
                    <a:pt x="67152" y="410384"/>
                  </a:cubicBezTo>
                  <a:cubicBezTo>
                    <a:pt x="63967" y="416334"/>
                    <a:pt x="60857" y="422308"/>
                    <a:pt x="57820" y="428307"/>
                  </a:cubicBezTo>
                  <a:cubicBezTo>
                    <a:pt x="54858" y="434329"/>
                    <a:pt x="51970" y="440373"/>
                    <a:pt x="49158" y="446440"/>
                  </a:cubicBezTo>
                  <a:cubicBezTo>
                    <a:pt x="46421" y="452529"/>
                    <a:pt x="43759" y="458639"/>
                    <a:pt x="41174" y="464769"/>
                  </a:cubicBezTo>
                  <a:cubicBezTo>
                    <a:pt x="38665" y="470920"/>
                    <a:pt x="36233" y="477090"/>
                    <a:pt x="33878" y="483278"/>
                  </a:cubicBezTo>
                  <a:cubicBezTo>
                    <a:pt x="31600" y="489485"/>
                    <a:pt x="29399" y="495709"/>
                    <a:pt x="27276" y="501950"/>
                  </a:cubicBezTo>
                  <a:cubicBezTo>
                    <a:pt x="25231" y="508207"/>
                    <a:pt x="23264" y="514481"/>
                    <a:pt x="21376" y="520769"/>
                  </a:cubicBezTo>
                  <a:cubicBezTo>
                    <a:pt x="19567" y="527072"/>
                    <a:pt x="17836" y="533388"/>
                    <a:pt x="16185" y="539718"/>
                  </a:cubicBezTo>
                  <a:cubicBezTo>
                    <a:pt x="14613" y="546061"/>
                    <a:pt x="13120" y="552416"/>
                    <a:pt x="11707" y="558782"/>
                  </a:cubicBezTo>
                  <a:cubicBezTo>
                    <a:pt x="10374" y="565158"/>
                    <a:pt x="9121" y="571545"/>
                    <a:pt x="7948" y="577942"/>
                  </a:cubicBezTo>
                  <a:cubicBezTo>
                    <a:pt x="6855" y="584347"/>
                    <a:pt x="5842" y="590761"/>
                    <a:pt x="4911" y="597182"/>
                  </a:cubicBezTo>
                  <a:cubicBezTo>
                    <a:pt x="4059" y="603611"/>
                    <a:pt x="3289" y="610045"/>
                    <a:pt x="2599" y="616485"/>
                  </a:cubicBezTo>
                  <a:cubicBezTo>
                    <a:pt x="1991" y="622931"/>
                    <a:pt x="1463" y="629381"/>
                    <a:pt x="1016" y="635835"/>
                  </a:cubicBezTo>
                  <a:cubicBezTo>
                    <a:pt x="651" y="642292"/>
                    <a:pt x="366" y="648751"/>
                    <a:pt x="163" y="655212"/>
                  </a:cubicBezTo>
                  <a:cubicBezTo>
                    <a:pt x="41" y="661675"/>
                    <a:pt x="0" y="668138"/>
                    <a:pt x="40" y="674602"/>
                  </a:cubicBezTo>
                  <a:cubicBezTo>
                    <a:pt x="162" y="681064"/>
                    <a:pt x="365" y="687526"/>
                    <a:pt x="649" y="693985"/>
                  </a:cubicBezTo>
                  <a:cubicBezTo>
                    <a:pt x="1014" y="700442"/>
                    <a:pt x="1460" y="706896"/>
                    <a:pt x="1987" y="713346"/>
                  </a:cubicBezTo>
                  <a:cubicBezTo>
                    <a:pt x="2596" y="719791"/>
                    <a:pt x="3285" y="726232"/>
                    <a:pt x="4055" y="732667"/>
                  </a:cubicBezTo>
                  <a:cubicBezTo>
                    <a:pt x="4906" y="739095"/>
                    <a:pt x="5837" y="745516"/>
                    <a:pt x="6849" y="751930"/>
                  </a:cubicBezTo>
                  <a:cubicBezTo>
                    <a:pt x="7941" y="758335"/>
                    <a:pt x="9114" y="764732"/>
                    <a:pt x="10366" y="771119"/>
                  </a:cubicBezTo>
                  <a:cubicBezTo>
                    <a:pt x="11699" y="777496"/>
                    <a:pt x="13112" y="783862"/>
                    <a:pt x="14604" y="790217"/>
                  </a:cubicBezTo>
                  <a:cubicBezTo>
                    <a:pt x="16175" y="796559"/>
                    <a:pt x="17826" y="802889"/>
                    <a:pt x="19557" y="809206"/>
                  </a:cubicBezTo>
                  <a:cubicBezTo>
                    <a:pt x="21366" y="815509"/>
                    <a:pt x="23254" y="821797"/>
                    <a:pt x="25220" y="828070"/>
                  </a:cubicBezTo>
                  <a:cubicBezTo>
                    <a:pt x="27264" y="834328"/>
                    <a:pt x="29387" y="840569"/>
                    <a:pt x="31587" y="846794"/>
                  </a:cubicBezTo>
                  <a:cubicBezTo>
                    <a:pt x="33864" y="853000"/>
                    <a:pt x="36219" y="859189"/>
                    <a:pt x="38651" y="865359"/>
                  </a:cubicBezTo>
                  <a:cubicBezTo>
                    <a:pt x="41160" y="871509"/>
                    <a:pt x="43744" y="877640"/>
                    <a:pt x="46405" y="883750"/>
                  </a:cubicBezTo>
                  <a:cubicBezTo>
                    <a:pt x="49142" y="889839"/>
                    <a:pt x="51954" y="895906"/>
                    <a:pt x="54841" y="901950"/>
                  </a:cubicBezTo>
                  <a:cubicBezTo>
                    <a:pt x="57803" y="907973"/>
                    <a:pt x="60839" y="913971"/>
                    <a:pt x="63950" y="919946"/>
                  </a:cubicBezTo>
                  <a:cubicBezTo>
                    <a:pt x="67133" y="925896"/>
                    <a:pt x="70391" y="931820"/>
                    <a:pt x="73721" y="937719"/>
                  </a:cubicBezTo>
                  <a:cubicBezTo>
                    <a:pt x="77124" y="943592"/>
                    <a:pt x="80599" y="949437"/>
                    <a:pt x="84145" y="955256"/>
                  </a:cubicBezTo>
                  <a:cubicBezTo>
                    <a:pt x="87763" y="961046"/>
                    <a:pt x="91452" y="966808"/>
                    <a:pt x="95211" y="972540"/>
                  </a:cubicBezTo>
                  <a:cubicBezTo>
                    <a:pt x="99040" y="978243"/>
                    <a:pt x="102939" y="983917"/>
                    <a:pt x="106907" y="989559"/>
                  </a:cubicBezTo>
                  <a:cubicBezTo>
                    <a:pt x="110943" y="995170"/>
                    <a:pt x="115048" y="1000749"/>
                    <a:pt x="119220" y="1006296"/>
                  </a:cubicBezTo>
                  <a:cubicBezTo>
                    <a:pt x="123460" y="1011811"/>
                    <a:pt x="127766" y="1017292"/>
                    <a:pt x="132138" y="1022740"/>
                  </a:cubicBezTo>
                  <a:cubicBezTo>
                    <a:pt x="136576" y="1028152"/>
                    <a:pt x="141079" y="1033531"/>
                    <a:pt x="145647" y="1038874"/>
                  </a:cubicBezTo>
                  <a:cubicBezTo>
                    <a:pt x="150280" y="1044181"/>
                    <a:pt x="154975" y="1049452"/>
                    <a:pt x="159734" y="1054687"/>
                  </a:cubicBezTo>
                  <a:cubicBezTo>
                    <a:pt x="164555" y="1059883"/>
                    <a:pt x="169438" y="1065043"/>
                    <a:pt x="174382" y="1070164"/>
                  </a:cubicBezTo>
                  <a:cubicBezTo>
                    <a:pt x="179387" y="1075247"/>
                    <a:pt x="184453" y="1080290"/>
                    <a:pt x="189578" y="1085295"/>
                  </a:cubicBezTo>
                  <a:cubicBezTo>
                    <a:pt x="194761" y="1090259"/>
                    <a:pt x="200004" y="1095182"/>
                    <a:pt x="205304" y="1100066"/>
                  </a:cubicBezTo>
                  <a:cubicBezTo>
                    <a:pt x="210662" y="1104907"/>
                    <a:pt x="216075" y="1109708"/>
                    <a:pt x="221545" y="1114466"/>
                  </a:cubicBezTo>
                  <a:cubicBezTo>
                    <a:pt x="227071" y="1119181"/>
                    <a:pt x="232650" y="1123854"/>
                    <a:pt x="238284" y="1128484"/>
                  </a:cubicBezTo>
                  <a:cubicBezTo>
                    <a:pt x="243972" y="1133069"/>
                    <a:pt x="249712" y="1137611"/>
                    <a:pt x="255504" y="1142108"/>
                  </a:cubicBezTo>
                  <a:cubicBezTo>
                    <a:pt x="261348" y="1146561"/>
                    <a:pt x="267242" y="1150968"/>
                    <a:pt x="273186" y="1155330"/>
                  </a:cubicBezTo>
                  <a:cubicBezTo>
                    <a:pt x="279180" y="1159645"/>
                    <a:pt x="285223" y="1163915"/>
                    <a:pt x="291313" y="1168137"/>
                  </a:cubicBezTo>
                  <a:cubicBezTo>
                    <a:pt x="297451" y="1172313"/>
                    <a:pt x="303635" y="1176442"/>
                    <a:pt x="309866" y="1180523"/>
                  </a:cubicBezTo>
                  <a:cubicBezTo>
                    <a:pt x="316141" y="1184556"/>
                    <a:pt x="322461" y="1188541"/>
                    <a:pt x="328825" y="1192477"/>
                  </a:cubicBezTo>
                  <a:cubicBezTo>
                    <a:pt x="335232" y="1196364"/>
                    <a:pt x="341681" y="1200202"/>
                    <a:pt x="348172" y="1203991"/>
                  </a:cubicBezTo>
                  <a:cubicBezTo>
                    <a:pt x="354704" y="1207730"/>
                    <a:pt x="361276" y="1211419"/>
                    <a:pt x="367887" y="1215057"/>
                  </a:cubicBezTo>
                  <a:cubicBezTo>
                    <a:pt x="374536" y="1218645"/>
                    <a:pt x="381224" y="1222182"/>
                    <a:pt x="387949" y="1225669"/>
                  </a:cubicBezTo>
                  <a:cubicBezTo>
                    <a:pt x="394710" y="1229104"/>
                    <a:pt x="401507" y="1232487"/>
                    <a:pt x="408339" y="1235818"/>
                  </a:cubicBezTo>
                  <a:cubicBezTo>
                    <a:pt x="415205" y="1239098"/>
                    <a:pt x="422104" y="1242325"/>
                    <a:pt x="429035" y="1245500"/>
                  </a:cubicBezTo>
                  <a:cubicBezTo>
                    <a:pt x="435999" y="1248622"/>
                    <a:pt x="442994" y="1251692"/>
                    <a:pt x="450018" y="1254708"/>
                  </a:cubicBezTo>
                  <a:cubicBezTo>
                    <a:pt x="457072" y="1257671"/>
                    <a:pt x="464155" y="1260581"/>
                    <a:pt x="471266" y="1263438"/>
                  </a:cubicBezTo>
                  <a:cubicBezTo>
                    <a:pt x="478404" y="1266240"/>
                    <a:pt x="485568" y="1268989"/>
                    <a:pt x="492758" y="1271683"/>
                  </a:cubicBezTo>
                  <a:cubicBezTo>
                    <a:pt x="499972" y="1274324"/>
                    <a:pt x="507211" y="1276910"/>
                    <a:pt x="514472" y="1279442"/>
                  </a:cubicBezTo>
                  <a:cubicBezTo>
                    <a:pt x="521756" y="1281919"/>
                    <a:pt x="529061" y="1284341"/>
                    <a:pt x="536387" y="1286709"/>
                  </a:cubicBezTo>
                  <a:cubicBezTo>
                    <a:pt x="543733" y="1289022"/>
                    <a:pt x="551099" y="1291280"/>
                    <a:pt x="558482" y="1293483"/>
                  </a:cubicBezTo>
                  <a:cubicBezTo>
                    <a:pt x="565883" y="1295631"/>
                    <a:pt x="573301" y="1297723"/>
                    <a:pt x="580735" y="1299760"/>
                  </a:cubicBezTo>
                  <a:cubicBezTo>
                    <a:pt x="588183" y="1301742"/>
                    <a:pt x="595647" y="1303669"/>
                    <a:pt x="603124" y="1305540"/>
                  </a:cubicBezTo>
                  <a:cubicBezTo>
                    <a:pt x="610613" y="1307356"/>
                    <a:pt x="618115" y="1309116"/>
                    <a:pt x="625627" y="1310820"/>
                  </a:cubicBezTo>
                  <a:cubicBezTo>
                    <a:pt x="633150" y="1312470"/>
                    <a:pt x="640682" y="1314063"/>
                    <a:pt x="648224" y="1315601"/>
                  </a:cubicBezTo>
                  <a:cubicBezTo>
                    <a:pt x="655772" y="1317083"/>
                    <a:pt x="663329" y="1318510"/>
                    <a:pt x="670891" y="1319882"/>
                  </a:cubicBezTo>
                  <a:cubicBezTo>
                    <a:pt x="678459" y="1321198"/>
                    <a:pt x="686032" y="1322458"/>
                    <a:pt x="693608" y="1323663"/>
                  </a:cubicBezTo>
                  <a:cubicBezTo>
                    <a:pt x="701188" y="1324813"/>
                    <a:pt x="708770" y="1325907"/>
                    <a:pt x="716354" y="1326946"/>
                  </a:cubicBezTo>
                  <a:cubicBezTo>
                    <a:pt x="723938" y="1327930"/>
                    <a:pt x="731523" y="1328859"/>
                    <a:pt x="739106" y="1329732"/>
                  </a:cubicBezTo>
                  <a:cubicBezTo>
                    <a:pt x="746688" y="1330551"/>
                    <a:pt x="754267" y="1331315"/>
                    <a:pt x="761844" y="1332024"/>
                  </a:cubicBezTo>
                  <a:cubicBezTo>
                    <a:pt x="769417" y="1332678"/>
                    <a:pt x="776984" y="1333278"/>
                    <a:pt x="784547" y="1333823"/>
                  </a:cubicBezTo>
                  <a:cubicBezTo>
                    <a:pt x="792102" y="1334314"/>
                    <a:pt x="799651" y="1334751"/>
                    <a:pt x="807193" y="1335134"/>
                  </a:cubicBezTo>
                  <a:cubicBezTo>
                    <a:pt x="814725" y="1335463"/>
                    <a:pt x="822249" y="1335738"/>
                    <a:pt x="829762" y="1335960"/>
                  </a:cubicBezTo>
                  <a:cubicBezTo>
                    <a:pt x="837264" y="1336128"/>
                    <a:pt x="844755" y="1336243"/>
                    <a:pt x="852234" y="1336305"/>
                  </a:cubicBezTo>
                  <a:cubicBezTo>
                    <a:pt x="859699" y="1336314"/>
                    <a:pt x="867152" y="1336271"/>
                    <a:pt x="874588" y="1336175"/>
                  </a:cubicBezTo>
                  <a:cubicBezTo>
                    <a:pt x="882011" y="1336026"/>
                    <a:pt x="889417" y="1335826"/>
                    <a:pt x="896807" y="1335573"/>
                  </a:cubicBezTo>
                  <a:cubicBezTo>
                    <a:pt x="904178" y="1335269"/>
                    <a:pt x="911532" y="1334914"/>
                    <a:pt x="918867" y="1334507"/>
                  </a:cubicBezTo>
                  <a:cubicBezTo>
                    <a:pt x="926183" y="1334050"/>
                    <a:pt x="933479" y="1333542"/>
                    <a:pt x="940753" y="1332983"/>
                  </a:cubicBezTo>
                  <a:cubicBezTo>
                    <a:pt x="948006" y="1332374"/>
                    <a:pt x="955235" y="1331715"/>
                    <a:pt x="962444" y="1331006"/>
                  </a:cubicBezTo>
                  <a:cubicBezTo>
                    <a:pt x="969627" y="1330249"/>
                    <a:pt x="976787" y="1329442"/>
                    <a:pt x="983921" y="1328586"/>
                  </a:cubicBezTo>
                  <a:cubicBezTo>
                    <a:pt x="991030" y="1327681"/>
                    <a:pt x="998113" y="1326729"/>
                    <a:pt x="1005168" y="1325728"/>
                  </a:cubicBezTo>
                  <a:cubicBezTo>
                    <a:pt x="1012196" y="1324680"/>
                    <a:pt x="1019196" y="1323584"/>
                    <a:pt x="1026167" y="1322442"/>
                  </a:cubicBezTo>
                  <a:cubicBezTo>
                    <a:pt x="1033108" y="1321253"/>
                    <a:pt x="1040019" y="1320018"/>
                    <a:pt x="1046900" y="1318736"/>
                  </a:cubicBezTo>
                  <a:cubicBezTo>
                    <a:pt x="1053749" y="1317408"/>
                    <a:pt x="1060566" y="1316036"/>
                    <a:pt x="1067350" y="1314618"/>
                  </a:cubicBezTo>
                  <a:cubicBezTo>
                    <a:pt x="1074102" y="1313156"/>
                    <a:pt x="1080820" y="1311650"/>
                    <a:pt x="1087503" y="1310099"/>
                  </a:cubicBezTo>
                  <a:cubicBezTo>
                    <a:pt x="1094152" y="1308505"/>
                    <a:pt x="1100765" y="1306868"/>
                    <a:pt x="1107342" y="1305188"/>
                  </a:cubicBezTo>
                  <a:cubicBezTo>
                    <a:pt x="1113883" y="1303466"/>
                    <a:pt x="1120387" y="1301701"/>
                    <a:pt x="1126852" y="1299896"/>
                  </a:cubicBezTo>
                  <a:cubicBezTo>
                    <a:pt x="1133280" y="1298048"/>
                    <a:pt x="1139669" y="1296160"/>
                    <a:pt x="1146019" y="1294231"/>
                  </a:cubicBezTo>
                  <a:cubicBezTo>
                    <a:pt x="1152330" y="1292262"/>
                    <a:pt x="1158599" y="1290254"/>
                    <a:pt x="1164828" y="1288206"/>
                  </a:cubicBezTo>
                  <a:cubicBezTo>
                    <a:pt x="1171017" y="1286120"/>
                    <a:pt x="1177163" y="1283995"/>
                    <a:pt x="1183267" y="1281832"/>
                  </a:cubicBezTo>
                  <a:cubicBezTo>
                    <a:pt x="1189329" y="1279632"/>
                    <a:pt x="1195347" y="1277395"/>
                    <a:pt x="1201322" y="1275120"/>
                  </a:cubicBezTo>
                  <a:cubicBezTo>
                    <a:pt x="1207253" y="1272810"/>
                    <a:pt x="1213139" y="1270464"/>
                    <a:pt x="1218981" y="1268082"/>
                  </a:cubicBezTo>
                  <a:cubicBezTo>
                    <a:pt x="1224778" y="1265666"/>
                    <a:pt x="1230528" y="1263215"/>
                    <a:pt x="1236233" y="1260731"/>
                  </a:cubicBezTo>
                  <a:cubicBezTo>
                    <a:pt x="1241891" y="1258212"/>
                    <a:pt x="1247502" y="1255661"/>
                    <a:pt x="1253066" y="1253077"/>
                  </a:cubicBezTo>
                  <a:cubicBezTo>
                    <a:pt x="1258583" y="1250461"/>
                    <a:pt x="1264052" y="1247813"/>
                    <a:pt x="1269471" y="1245134"/>
                  </a:cubicBezTo>
                  <a:cubicBezTo>
                    <a:pt x="1274842" y="1242424"/>
                    <a:pt x="1280164" y="1239684"/>
                    <a:pt x="1285438" y="1236914"/>
                  </a:cubicBezTo>
                  <a:cubicBezTo>
                    <a:pt x="1290661" y="1234115"/>
                    <a:pt x="1295834" y="1231287"/>
                    <a:pt x="1300957" y="1228431"/>
                  </a:cubicBezTo>
                  <a:cubicBezTo>
                    <a:pt x="1306029" y="1225547"/>
                    <a:pt x="1311050" y="1222636"/>
                    <a:pt x="1316020" y="1219697"/>
                  </a:cubicBezTo>
                  <a:cubicBezTo>
                    <a:pt x="1320939" y="1216733"/>
                    <a:pt x="1325806" y="1213743"/>
                    <a:pt x="1330620" y="1210727"/>
                  </a:cubicBezTo>
                  <a:cubicBezTo>
                    <a:pt x="1335383" y="1207686"/>
                    <a:pt x="1340093" y="1204621"/>
                    <a:pt x="1344750" y="1201532"/>
                  </a:cubicBezTo>
                  <a:cubicBezTo>
                    <a:pt x="1349354" y="1198420"/>
                    <a:pt x="1353906" y="1195285"/>
                    <a:pt x="1358403" y="1192128"/>
                  </a:cubicBezTo>
                  <a:cubicBezTo>
                    <a:pt x="1362847" y="1188948"/>
                    <a:pt x="1367237" y="1185748"/>
                    <a:pt x="1371574" y="1182527"/>
                  </a:cubicBezTo>
                  <a:cubicBezTo>
                    <a:pt x="1375856" y="1179285"/>
                    <a:pt x="1380084" y="1176024"/>
                    <a:pt x="1384257" y="1172743"/>
                  </a:cubicBezTo>
                  <a:cubicBezTo>
                    <a:pt x="1388376" y="1169443"/>
                    <a:pt x="1392440" y="1166125"/>
                    <a:pt x="1396450" y="1162790"/>
                  </a:cubicBezTo>
                  <a:cubicBezTo>
                    <a:pt x="1400404" y="1159437"/>
                    <a:pt x="1404302" y="1156068"/>
                    <a:pt x="1408146" y="1152682"/>
                  </a:cubicBezTo>
                  <a:cubicBezTo>
                    <a:pt x="1411935" y="1149281"/>
                    <a:pt x="1415668" y="1145864"/>
                    <a:pt x="1419345" y="1142433"/>
                  </a:cubicBezTo>
                  <a:cubicBezTo>
                    <a:pt x="1422967" y="1138988"/>
                    <a:pt x="1426533" y="1135528"/>
                    <a:pt x="1430044" y="1132056"/>
                  </a:cubicBezTo>
                  <a:cubicBezTo>
                    <a:pt x="1433499" y="1128572"/>
                    <a:pt x="1436898" y="1125075"/>
                    <a:pt x="1440242" y="1121566"/>
                  </a:cubicBezTo>
                  <a:cubicBezTo>
                    <a:pt x="1443529" y="1118047"/>
                    <a:pt x="1446761" y="1114517"/>
                    <a:pt x="1449936" y="1110977"/>
                  </a:cubicBezTo>
                  <a:cubicBezTo>
                    <a:pt x="1453056" y="1107427"/>
                    <a:pt x="1456120" y="1103868"/>
                    <a:pt x="1459129" y="1100301"/>
                  </a:cubicBezTo>
                  <a:cubicBezTo>
                    <a:pt x="1462081" y="1096726"/>
                    <a:pt x="1464978" y="1093143"/>
                    <a:pt x="1467820" y="1089554"/>
                  </a:cubicBezTo>
                  <a:cubicBezTo>
                    <a:pt x="1470605" y="1085957"/>
                    <a:pt x="1473335" y="1082355"/>
                    <a:pt x="1476009" y="1078747"/>
                  </a:cubicBezTo>
                  <a:cubicBezTo>
                    <a:pt x="1478628" y="1075135"/>
                    <a:pt x="1481193" y="1071517"/>
                    <a:pt x="1483701" y="1067896"/>
                  </a:cubicBezTo>
                  <a:cubicBezTo>
                    <a:pt x="1486154" y="1064272"/>
                    <a:pt x="1488553" y="1060644"/>
                    <a:pt x="1490896" y="1057013"/>
                  </a:cubicBezTo>
                  <a:cubicBezTo>
                    <a:pt x="1493184" y="1053381"/>
                    <a:pt x="1495419" y="1049747"/>
                    <a:pt x="1497598" y="1046112"/>
                  </a:cubicBezTo>
                  <a:cubicBezTo>
                    <a:pt x="1499723" y="1042477"/>
                    <a:pt x="1501794" y="1038841"/>
                    <a:pt x="1503811" y="1035206"/>
                  </a:cubicBezTo>
                  <a:cubicBezTo>
                    <a:pt x="1505775" y="1031571"/>
                    <a:pt x="1507684" y="1027938"/>
                    <a:pt x="1509540" y="1024307"/>
                  </a:cubicBezTo>
                  <a:cubicBezTo>
                    <a:pt x="1511343" y="1020678"/>
                    <a:pt x="1513092" y="1017052"/>
                    <a:pt x="1514789" y="1013429"/>
                  </a:cubicBezTo>
                  <a:cubicBezTo>
                    <a:pt x="1516434" y="1009809"/>
                    <a:pt x="1518025" y="1006194"/>
                    <a:pt x="1519565" y="1002583"/>
                  </a:cubicBezTo>
                  <a:cubicBezTo>
                    <a:pt x="1521053" y="998977"/>
                    <a:pt x="1522488" y="995377"/>
                    <a:pt x="1523873" y="991782"/>
                  </a:cubicBezTo>
                  <a:cubicBezTo>
                    <a:pt x="1525206" y="988194"/>
                    <a:pt x="1526489" y="984612"/>
                    <a:pt x="1527721" y="981038"/>
                  </a:cubicBezTo>
                  <a:cubicBezTo>
                    <a:pt x="1528903" y="977472"/>
                    <a:pt x="1530034" y="973914"/>
                    <a:pt x="1531116" y="970363"/>
                  </a:cubicBezTo>
                  <a:cubicBezTo>
                    <a:pt x="1532148" y="966822"/>
                    <a:pt x="1533131" y="963291"/>
                    <a:pt x="1534066" y="959769"/>
                  </a:cubicBezTo>
                  <a:cubicBezTo>
                    <a:pt x="1534952" y="956257"/>
                    <a:pt x="1535789" y="952756"/>
                    <a:pt x="1536580" y="949265"/>
                  </a:cubicBezTo>
                  <a:cubicBezTo>
                    <a:pt x="1537322" y="945787"/>
                    <a:pt x="1538017" y="942319"/>
                    <a:pt x="1538666" y="938865"/>
                  </a:cubicBezTo>
                  <a:cubicBezTo>
                    <a:pt x="1539268" y="935422"/>
                    <a:pt x="1539825" y="931992"/>
                    <a:pt x="1540335" y="928576"/>
                  </a:cubicBezTo>
                  <a:cubicBezTo>
                    <a:pt x="1540800" y="925174"/>
                    <a:pt x="1541220" y="921785"/>
                    <a:pt x="1541596" y="918411"/>
                  </a:cubicBezTo>
                  <a:cubicBezTo>
                    <a:pt x="1541928" y="915052"/>
                    <a:pt x="1542215" y="911707"/>
                    <a:pt x="1542460" y="908378"/>
                  </a:cubicBezTo>
                  <a:cubicBezTo>
                    <a:pt x="1542662" y="905065"/>
                    <a:pt x="1542821" y="901769"/>
                    <a:pt x="1542938" y="898488"/>
                  </a:cubicBezTo>
                  <a:cubicBezTo>
                    <a:pt x="1543014" y="895225"/>
                    <a:pt x="1543048" y="891978"/>
                    <a:pt x="1543041" y="888749"/>
                  </a:cubicBezTo>
                  <a:cubicBezTo>
                    <a:pt x="1542994" y="885538"/>
                    <a:pt x="1542908" y="882345"/>
                    <a:pt x="1542782" y="879171"/>
                  </a:cubicBezTo>
                  <a:cubicBezTo>
                    <a:pt x="1542617" y="876015"/>
                    <a:pt x="1542413" y="872878"/>
                    <a:pt x="1542172" y="869761"/>
                  </a:cubicBezTo>
                  <a:cubicBezTo>
                    <a:pt x="1541893" y="866663"/>
                    <a:pt x="1541576" y="863585"/>
                    <a:pt x="1541224" y="860527"/>
                  </a:cubicBezTo>
                  <a:cubicBezTo>
                    <a:pt x="1540835" y="857489"/>
                    <a:pt x="1540410" y="854473"/>
                    <a:pt x="1539950" y="851477"/>
                  </a:cubicBezTo>
                  <a:cubicBezTo>
                    <a:pt x="1539456" y="848502"/>
                    <a:pt x="1538927" y="845549"/>
                    <a:pt x="1538365" y="842618"/>
                  </a:cubicBezTo>
                  <a:cubicBezTo>
                    <a:pt x="1537770" y="839708"/>
                    <a:pt x="1537141" y="836821"/>
                    <a:pt x="1536481" y="833956"/>
                  </a:cubicBezTo>
                  <a:cubicBezTo>
                    <a:pt x="1535789" y="831114"/>
                    <a:pt x="1535067" y="828295"/>
                    <a:pt x="1534313" y="825499"/>
                  </a:cubicBezTo>
                  <a:cubicBezTo>
                    <a:pt x="1533530" y="822725"/>
                    <a:pt x="1532717" y="819976"/>
                    <a:pt x="1531874" y="817250"/>
                  </a:cubicBezTo>
                  <a:cubicBezTo>
                    <a:pt x="1531004" y="814548"/>
                    <a:pt x="1530105" y="811871"/>
                    <a:pt x="1529180" y="809217"/>
                  </a:cubicBezTo>
                  <a:cubicBezTo>
                    <a:pt x="1528226" y="806588"/>
                    <a:pt x="1527247" y="803984"/>
                    <a:pt x="1526242" y="801404"/>
                  </a:cubicBezTo>
                  <a:cubicBezTo>
                    <a:pt x="1525212" y="798849"/>
                    <a:pt x="1524157" y="796319"/>
                    <a:pt x="1523078" y="793814"/>
                  </a:cubicBezTo>
                  <a:cubicBezTo>
                    <a:pt x="1521976" y="791335"/>
                    <a:pt x="1520851" y="788881"/>
                    <a:pt x="1519702" y="786453"/>
                  </a:cubicBezTo>
                  <a:cubicBezTo>
                    <a:pt x="1518532" y="784050"/>
                    <a:pt x="1517341" y="781674"/>
                    <a:pt x="1516128" y="779323"/>
                  </a:cubicBezTo>
                  <a:cubicBezTo>
                    <a:pt x="1514896" y="776998"/>
                    <a:pt x="1513643" y="774700"/>
                    <a:pt x="1512372" y="772428"/>
                  </a:cubicBezTo>
                  <a:cubicBezTo>
                    <a:pt x="1511082" y="770182"/>
                    <a:pt x="1509774" y="767963"/>
                    <a:pt x="1508448" y="765769"/>
                  </a:cubicBezTo>
                  <a:cubicBezTo>
                    <a:pt x="1507106" y="763603"/>
                    <a:pt x="1505748" y="761463"/>
                    <a:pt x="1504373" y="759350"/>
                  </a:cubicBezTo>
                  <a:cubicBezTo>
                    <a:pt x="1502983" y="757264"/>
                    <a:pt x="1501579" y="755204"/>
                    <a:pt x="1500160" y="753172"/>
                  </a:cubicBezTo>
                  <a:cubicBezTo>
                    <a:pt x="1498729" y="751165"/>
                    <a:pt x="1497284" y="749187"/>
                    <a:pt x="1495827" y="747235"/>
                  </a:cubicBezTo>
                  <a:cubicBezTo>
                    <a:pt x="1494357" y="745309"/>
                    <a:pt x="1492876" y="743411"/>
                    <a:pt x="1491386" y="741540"/>
                  </a:cubicBezTo>
                  <a:cubicBezTo>
                    <a:pt x="1489884" y="739696"/>
                    <a:pt x="1488373" y="737878"/>
                    <a:pt x="1486853" y="736088"/>
                  </a:cubicBezTo>
                  <a:cubicBezTo>
                    <a:pt x="1485325" y="734324"/>
                    <a:pt x="1483789" y="732588"/>
                    <a:pt x="1482244" y="730878"/>
                  </a:cubicBezTo>
                  <a:cubicBezTo>
                    <a:pt x="1480694" y="729195"/>
                    <a:pt x="1479137" y="727539"/>
                    <a:pt x="1477575" y="725909"/>
                  </a:cubicBezTo>
                  <a:cubicBezTo>
                    <a:pt x="1476007" y="724307"/>
                    <a:pt x="1474434" y="722730"/>
                    <a:pt x="1472858" y="721181"/>
                  </a:cubicBezTo>
                  <a:cubicBezTo>
                    <a:pt x="1471278" y="719658"/>
                    <a:pt x="1469695" y="718161"/>
                    <a:pt x="1468109" y="716691"/>
                  </a:cubicBezTo>
                  <a:cubicBezTo>
                    <a:pt x="1466522" y="715247"/>
                    <a:pt x="1464933" y="713829"/>
                    <a:pt x="1463343" y="712437"/>
                  </a:cubicBezTo>
                  <a:cubicBezTo>
                    <a:pt x="1461753" y="711071"/>
                    <a:pt x="1460164" y="709732"/>
                    <a:pt x="1458575" y="708418"/>
                  </a:cubicBezTo>
                  <a:cubicBezTo>
                    <a:pt x="1456986" y="707129"/>
                    <a:pt x="1455400" y="705866"/>
                    <a:pt x="1453817" y="704628"/>
                  </a:cubicBezTo>
                  <a:cubicBezTo>
                    <a:pt x="1452235" y="703416"/>
                    <a:pt x="1450658" y="702229"/>
                    <a:pt x="1449084" y="701066"/>
                  </a:cubicBezTo>
                  <a:cubicBezTo>
                    <a:pt x="1447514" y="699929"/>
                    <a:pt x="1445949" y="698816"/>
                    <a:pt x="1444389" y="697728"/>
                  </a:cubicBezTo>
                  <a:cubicBezTo>
                    <a:pt x="1442835" y="696664"/>
                    <a:pt x="1441288" y="695624"/>
                    <a:pt x="1439747" y="694608"/>
                  </a:cubicBezTo>
                  <a:cubicBezTo>
                    <a:pt x="1438214" y="693616"/>
                    <a:pt x="1436688" y="692648"/>
                    <a:pt x="1435170" y="691703"/>
                  </a:cubicBezTo>
                  <a:cubicBezTo>
                    <a:pt x="1433661" y="690782"/>
                    <a:pt x="1432161" y="689883"/>
                    <a:pt x="1430670" y="689007"/>
                  </a:cubicBezTo>
                  <a:cubicBezTo>
                    <a:pt x="1429190" y="688154"/>
                    <a:pt x="1427720" y="687323"/>
                    <a:pt x="1426261" y="686515"/>
                  </a:cubicBezTo>
                  <a:cubicBezTo>
                    <a:pt x="1424813" y="685728"/>
                    <a:pt x="1423377" y="684964"/>
                    <a:pt x="1421954" y="684221"/>
                  </a:cubicBezTo>
                  <a:cubicBezTo>
                    <a:pt x="1420542" y="683499"/>
                    <a:pt x="1419144" y="682798"/>
                    <a:pt x="1417760" y="682118"/>
                  </a:cubicBezTo>
                  <a:cubicBezTo>
                    <a:pt x="1416389" y="681459"/>
                    <a:pt x="1415033" y="680820"/>
                    <a:pt x="1413691" y="680201"/>
                  </a:cubicBezTo>
                  <a:cubicBezTo>
                    <a:pt x="1412364" y="679602"/>
                    <a:pt x="1411053" y="679022"/>
                    <a:pt x="1409758" y="678462"/>
                  </a:cubicBezTo>
                  <a:cubicBezTo>
                    <a:pt x="1408479" y="677921"/>
                    <a:pt x="1407216" y="677398"/>
                    <a:pt x="1405972" y="676894"/>
                  </a:cubicBezTo>
                  <a:cubicBezTo>
                    <a:pt x="1404744" y="676408"/>
                    <a:pt x="1403533" y="675940"/>
                    <a:pt x="1402341" y="675490"/>
                  </a:cubicBezTo>
                  <a:cubicBezTo>
                    <a:pt x="1401167" y="675057"/>
                    <a:pt x="1400011" y="674640"/>
                    <a:pt x="1398876" y="674241"/>
                  </a:cubicBezTo>
                  <a:cubicBezTo>
                    <a:pt x="1397759" y="673858"/>
                    <a:pt x="1396662" y="673491"/>
                    <a:pt x="1395585" y="673140"/>
                  </a:cubicBezTo>
                  <a:cubicBezTo>
                    <a:pt x="1394529" y="672804"/>
                    <a:pt x="1393492" y="672484"/>
                    <a:pt x="1392478" y="672178"/>
                  </a:cubicBezTo>
                  <a:cubicBezTo>
                    <a:pt x="1391484" y="671887"/>
                    <a:pt x="1390511" y="671610"/>
                    <a:pt x="1389561" y="671347"/>
                  </a:cubicBezTo>
                  <a:cubicBezTo>
                    <a:pt x="1388632" y="671098"/>
                    <a:pt x="1387726" y="670861"/>
                    <a:pt x="1386843" y="670638"/>
                  </a:cubicBezTo>
                  <a:cubicBezTo>
                    <a:pt x="1385982" y="670427"/>
                    <a:pt x="1385144" y="670228"/>
                    <a:pt x="1384330" y="670041"/>
                  </a:cubicBezTo>
                  <a:cubicBezTo>
                    <a:pt x="1383540" y="669866"/>
                    <a:pt x="1382772" y="669701"/>
                    <a:pt x="1382029" y="669548"/>
                  </a:cubicBezTo>
                  <a:cubicBezTo>
                    <a:pt x="1381309" y="669405"/>
                    <a:pt x="1380615" y="669272"/>
                    <a:pt x="1379945" y="669149"/>
                  </a:cubicBezTo>
                  <a:cubicBezTo>
                    <a:pt x="1379300" y="669035"/>
                    <a:pt x="1378679" y="668930"/>
                    <a:pt x="1378084" y="668834"/>
                  </a:cubicBezTo>
                  <a:cubicBezTo>
                    <a:pt x="1377514" y="668746"/>
                    <a:pt x="1376969" y="668666"/>
                    <a:pt x="1376451" y="668593"/>
                  </a:cubicBezTo>
                  <a:cubicBezTo>
                    <a:pt x="1375958" y="668528"/>
                    <a:pt x="1375490" y="668470"/>
                    <a:pt x="1375049" y="668418"/>
                  </a:cubicBezTo>
                  <a:cubicBezTo>
                    <a:pt x="1374634" y="668372"/>
                    <a:pt x="1374245" y="668332"/>
                    <a:pt x="1373882" y="668297"/>
                  </a:cubicBezTo>
                  <a:cubicBezTo>
                    <a:pt x="1373546" y="668267"/>
                    <a:pt x="1373236" y="668242"/>
                    <a:pt x="1372953" y="668221"/>
                  </a:cubicBezTo>
                  <a:cubicBezTo>
                    <a:pt x="1372697" y="668204"/>
                    <a:pt x="1372467" y="668190"/>
                    <a:pt x="1372264" y="668179"/>
                  </a:cubicBezTo>
                  <a:cubicBezTo>
                    <a:pt x="1372088" y="668171"/>
                    <a:pt x="1371940" y="668165"/>
                    <a:pt x="1371817" y="668161"/>
                  </a:cubicBezTo>
                  <a:cubicBezTo>
                    <a:pt x="1371722" y="668159"/>
                    <a:pt x="1371655" y="668157"/>
                    <a:pt x="1371614" y="668157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E06F05DF-C1AE-4800-88EF-45AA39DF86D2}"/>
                </a:ext>
              </a:extLst>
            </p:cNvPr>
            <p:cNvGrpSpPr/>
            <p:nvPr/>
          </p:nvGrpSpPr>
          <p:grpSpPr>
            <a:xfrm>
              <a:off x="6415088" y="3026010"/>
              <a:ext cx="2313439" cy="268053"/>
              <a:chOff x="5444966" y="2444364"/>
              <a:chExt cx="2313439" cy="268053"/>
            </a:xfrm>
          </p:grpSpPr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D9632B38-C48D-4173-9831-64FC6B3E6E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25146" y="2444364"/>
                <a:ext cx="223325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3" name="Object 7">
                <a:extLst>
                  <a:ext uri="{FF2B5EF4-FFF2-40B4-BE49-F238E27FC236}">
                    <a16:creationId xmlns:a16="http://schemas.microsoft.com/office/drawing/2014/main" id="{E7799DFD-381A-4DCF-9C9A-E4D894F6121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83855286"/>
                  </p:ext>
                </p:extLst>
              </p:nvPr>
            </p:nvGraphicFramePr>
            <p:xfrm>
              <a:off x="7573803" y="2485404"/>
              <a:ext cx="177800" cy="190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7326" name="Equation" r:id="rId9" imgW="177480" imgH="190440" progId="Equation.DSMT4">
                      <p:embed/>
                    </p:oleObj>
                  </mc:Choice>
                  <mc:Fallback>
                    <p:oleObj name="Equation" r:id="rId9" imgW="177480" imgH="190440" progId="Equation.DSMT4">
                      <p:embed/>
                      <p:pic>
                        <p:nvPicPr>
                          <p:cNvPr id="38" name="Object 7">
                            <a:extLst>
                              <a:ext uri="{FF2B5EF4-FFF2-40B4-BE49-F238E27FC236}">
                                <a16:creationId xmlns:a16="http://schemas.microsoft.com/office/drawing/2014/main" id="{3B927A69-F2E3-40B6-91F3-DB0EE142A15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573803" y="2485404"/>
                            <a:ext cx="177800" cy="1905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" name="Object 7">
                <a:extLst>
                  <a:ext uri="{FF2B5EF4-FFF2-40B4-BE49-F238E27FC236}">
                    <a16:creationId xmlns:a16="http://schemas.microsoft.com/office/drawing/2014/main" id="{D13DD6BB-D961-47CA-A413-DE1CF89CE8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87228882"/>
                  </p:ext>
                </p:extLst>
              </p:nvPr>
            </p:nvGraphicFramePr>
            <p:xfrm>
              <a:off x="5444966" y="2471117"/>
              <a:ext cx="2286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7327" name="Equation" r:id="rId11" imgW="228600" imgH="241200" progId="Equation.DSMT4">
                      <p:embed/>
                    </p:oleObj>
                  </mc:Choice>
                  <mc:Fallback>
                    <p:oleObj name="Equation" r:id="rId11" imgW="228600" imgH="241200" progId="Equation.DSMT4">
                      <p:embed/>
                      <p:pic>
                        <p:nvPicPr>
                          <p:cNvPr id="39" name="Object 7">
                            <a:extLst>
                              <a:ext uri="{FF2B5EF4-FFF2-40B4-BE49-F238E27FC236}">
                                <a16:creationId xmlns:a16="http://schemas.microsoft.com/office/drawing/2014/main" id="{C2E5D44B-0F00-4111-A28E-E5BE0716EA2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44966" y="2471117"/>
                            <a:ext cx="228600" cy="2413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9" name="Object 7">
              <a:extLst>
                <a:ext uri="{FF2B5EF4-FFF2-40B4-BE49-F238E27FC236}">
                  <a16:creationId xmlns:a16="http://schemas.microsoft.com/office/drawing/2014/main" id="{0F0B8CFB-B13B-428E-9152-E177D5ECDE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8954484"/>
                </p:ext>
              </p:extLst>
            </p:nvPr>
          </p:nvGraphicFramePr>
          <p:xfrm>
            <a:off x="8175625" y="3051175"/>
            <a:ext cx="268288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7328" name="Equation" r:id="rId13" imgW="304560" imgH="241200" progId="Equation.DSMT4">
                    <p:embed/>
                  </p:oleObj>
                </mc:Choice>
                <mc:Fallback>
                  <p:oleObj name="Equation" r:id="rId13" imgW="304560" imgH="241200" progId="Equation.DSMT4">
                    <p:embed/>
                    <p:pic>
                      <p:nvPicPr>
                        <p:cNvPr id="90" name="Object 7">
                          <a:extLst>
                            <a:ext uri="{FF2B5EF4-FFF2-40B4-BE49-F238E27FC236}">
                              <a16:creationId xmlns:a16="http://schemas.microsoft.com/office/drawing/2014/main" id="{EA454C03-8C32-4FD1-BCF0-99E4140BF05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5625" y="3051175"/>
                          <a:ext cx="268288" cy="241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23C78CB-359A-4C6E-B575-4D29B21FAD50}"/>
                </a:ext>
              </a:extLst>
            </p:cNvPr>
            <p:cNvCxnSpPr>
              <a:cxnSpLocks/>
            </p:cNvCxnSpPr>
            <p:nvPr/>
          </p:nvCxnSpPr>
          <p:spPr>
            <a:xfrm>
              <a:off x="5730559" y="3030127"/>
              <a:ext cx="788301" cy="1"/>
            </a:xfrm>
            <a:prstGeom prst="line">
              <a:avLst/>
            </a:prstGeom>
            <a:solidFill>
              <a:schemeClr val="lt1"/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02C76884-10E9-4B99-A497-2177DE10B5B2}"/>
                </a:ext>
              </a:extLst>
            </p:cNvPr>
            <p:cNvGrpSpPr/>
            <p:nvPr/>
          </p:nvGrpSpPr>
          <p:grpSpPr>
            <a:xfrm>
              <a:off x="6264678" y="1660775"/>
              <a:ext cx="254182" cy="2855192"/>
              <a:chOff x="6264678" y="1660775"/>
              <a:chExt cx="254182" cy="2855192"/>
            </a:xfrm>
          </p:grpSpPr>
          <p:cxnSp>
            <p:nvCxnSpPr>
              <p:cNvPr id="51" name="直接箭头连接符 50">
                <a:extLst>
                  <a:ext uri="{FF2B5EF4-FFF2-40B4-BE49-F238E27FC236}">
                    <a16:creationId xmlns:a16="http://schemas.microsoft.com/office/drawing/2014/main" id="{986C0EF6-5F72-44CB-94E4-5C579FB0EF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95268" y="1660775"/>
                <a:ext cx="23592" cy="285519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2" name="对象 51">
                <a:extLst>
                  <a:ext uri="{FF2B5EF4-FFF2-40B4-BE49-F238E27FC236}">
                    <a16:creationId xmlns:a16="http://schemas.microsoft.com/office/drawing/2014/main" id="{35C8FDDA-C1C0-4BC0-96E7-B1FB78039CC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5318812"/>
                  </p:ext>
                </p:extLst>
              </p:nvPr>
            </p:nvGraphicFramePr>
            <p:xfrm>
              <a:off x="6264678" y="1774370"/>
              <a:ext cx="190500" cy="241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7329" name="Equation" r:id="rId15" imgW="190440" imgH="241200" progId="Equation.DSMT4">
                      <p:embed/>
                    </p:oleObj>
                  </mc:Choice>
                  <mc:Fallback>
                    <p:oleObj name="Equation" r:id="rId15" imgW="190440" imgH="24120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58B95BF3-6E20-4FF6-B235-50E807B96BE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6264678" y="1774370"/>
                            <a:ext cx="190500" cy="241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48730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4" grpId="0"/>
      <p:bldP spid="1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F8151D5-8F19-4232-A650-6B3AA5A585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083482"/>
              </p:ext>
            </p:extLst>
          </p:nvPr>
        </p:nvGraphicFramePr>
        <p:xfrm>
          <a:off x="655638" y="2098675"/>
          <a:ext cx="68580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25" name="Equation" r:id="rId3" imgW="6858000" imgH="495000" progId="Equation.DSMT4">
                  <p:embed/>
                </p:oleObj>
              </mc:Choice>
              <mc:Fallback>
                <p:oleObj name="Equation" r:id="rId3" imgW="685800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638" y="2098675"/>
                        <a:ext cx="68580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BBCC0BB-3A49-4142-AF39-6E619067B4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1315166"/>
              </p:ext>
            </p:extLst>
          </p:nvPr>
        </p:nvGraphicFramePr>
        <p:xfrm>
          <a:off x="672238" y="438127"/>
          <a:ext cx="5270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26" name="Equation" r:id="rId5" imgW="5270400" imgH="863280" progId="Equation.DSMT4">
                  <p:embed/>
                </p:oleObj>
              </mc:Choice>
              <mc:Fallback>
                <p:oleObj name="Equation" r:id="rId5" imgW="5270400" imgH="8632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FFD296C7-8506-47CA-83AB-2B03E6BC0A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72238" y="438127"/>
                        <a:ext cx="52705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>
            <a:extLst>
              <a:ext uri="{FF2B5EF4-FFF2-40B4-BE49-F238E27FC236}">
                <a16:creationId xmlns:a16="http://schemas.microsoft.com/office/drawing/2014/main" id="{5E58F706-91F8-4D0B-9C13-F7982002D6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450873"/>
              </p:ext>
            </p:extLst>
          </p:nvPr>
        </p:nvGraphicFramePr>
        <p:xfrm>
          <a:off x="6216854" y="654151"/>
          <a:ext cx="2551113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27" name="Equation" r:id="rId7" imgW="2895480" imgH="342720" progId="Equation.DSMT4">
                  <p:embed/>
                </p:oleObj>
              </mc:Choice>
              <mc:Fallback>
                <p:oleObj name="Equation" r:id="rId7" imgW="2895480" imgH="342720" progId="Equation.DSMT4">
                  <p:embed/>
                  <p:pic>
                    <p:nvPicPr>
                      <p:cNvPr id="29" name="Object 7">
                        <a:extLst>
                          <a:ext uri="{FF2B5EF4-FFF2-40B4-BE49-F238E27FC236}">
                            <a16:creationId xmlns:a16="http://schemas.microsoft.com/office/drawing/2014/main" id="{475BFC72-F3AA-4036-9020-41C0A36812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6854" y="654151"/>
                        <a:ext cx="2551113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4C68E57-F1F5-480F-9DF5-83D73D6CBE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034287"/>
              </p:ext>
            </p:extLst>
          </p:nvPr>
        </p:nvGraphicFramePr>
        <p:xfrm>
          <a:off x="1028871" y="2617286"/>
          <a:ext cx="3568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28" name="Equation" r:id="rId9" imgW="3568680" imgH="609480" progId="Equation.DSMT4">
                  <p:embed/>
                </p:oleObj>
              </mc:Choice>
              <mc:Fallback>
                <p:oleObj name="Equation" r:id="rId9" imgW="35686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28871" y="2617286"/>
                        <a:ext cx="35687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C63AE9A3-130A-40AF-8221-F4734E2DF5A1}"/>
              </a:ext>
            </a:extLst>
          </p:cNvPr>
          <p:cNvSpPr/>
          <p:nvPr/>
        </p:nvSpPr>
        <p:spPr>
          <a:xfrm>
            <a:off x="467544" y="1568002"/>
            <a:ext cx="3528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面积元素</a:t>
            </a:r>
            <a:r>
              <a:rPr kumimoji="1"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为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A18A43-28A5-4DD2-AC16-AB2FE32739CD}"/>
              </a:ext>
            </a:extLst>
          </p:cNvPr>
          <p:cNvSpPr/>
          <p:nvPr/>
        </p:nvSpPr>
        <p:spPr>
          <a:xfrm>
            <a:off x="539552" y="3379589"/>
            <a:ext cx="119165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宋体" panose="02010600030101010101" pitchFamily="2" charset="-122"/>
              </a:rPr>
              <a:t>面积为</a:t>
            </a:r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568A1098-5F0F-4A27-87DE-F56228C628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231284"/>
              </p:ext>
            </p:extLst>
          </p:nvPr>
        </p:nvGraphicFramePr>
        <p:xfrm>
          <a:off x="755576" y="3841254"/>
          <a:ext cx="5245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329" name="Equation" r:id="rId11" imgW="5244840" imgH="787320" progId="Equation.DSMT4">
                  <p:embed/>
                </p:oleObj>
              </mc:Choice>
              <mc:Fallback>
                <p:oleObj name="Equation" r:id="rId11" imgW="5244840" imgH="7873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9A9B063-2ACD-42F0-8293-D20A1EE3EA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5576" y="3841254"/>
                        <a:ext cx="5245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9377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5D6387-0588-464E-BB6D-E6E1066E57D2}"/>
              </a:ext>
            </a:extLst>
          </p:cNvPr>
          <p:cNvSpPr/>
          <p:nvPr/>
        </p:nvSpPr>
        <p:spPr>
          <a:xfrm>
            <a:off x="755576" y="699542"/>
            <a:ext cx="12895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33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作业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742D1DFD-7716-4022-95AA-1710BA99F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33" y="1275606"/>
            <a:ext cx="70993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第六章 第二节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体积一、二、三题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AF2BA7BB-7AF8-406A-870A-8CD06D40C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033" y="1906538"/>
            <a:ext cx="43630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课后习题：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P335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6-2</a:t>
            </a: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E94C77E9-1977-4418-AAA6-65CA04C53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7502" y="2427734"/>
            <a:ext cx="34986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基础题：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7—11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题，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 Box 14">
            <a:extLst>
              <a:ext uri="{FF2B5EF4-FFF2-40B4-BE49-F238E27FC236}">
                <a16:creationId xmlns:a16="http://schemas.microsoft.com/office/drawing/2014/main" id="{68946371-6BD8-48CD-9DC7-A7D167C196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48" y="3003798"/>
            <a:ext cx="35493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提高题：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2,3,5,7,8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kumimoji="1"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6979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360E5-EACC-46A6-A8DC-29AEFA4C990F}"/>
              </a:ext>
            </a:extLst>
          </p:cNvPr>
          <p:cNvSpPr txBox="1">
            <a:spLocks/>
          </p:cNvSpPr>
          <p:nvPr/>
        </p:nvSpPr>
        <p:spPr>
          <a:xfrm>
            <a:off x="4788024" y="2139702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FC6E7D-A82D-4F46-84EE-5E2EAA78C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204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9922</TotalTime>
  <Words>1040</Words>
  <Application>Microsoft Office PowerPoint</Application>
  <PresentationFormat>全屏显示(16:9)</PresentationFormat>
  <Paragraphs>241</Paragraphs>
  <Slides>39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39</vt:i4>
      </vt:variant>
    </vt:vector>
  </HeadingPairs>
  <TitlesOfParts>
    <vt:vector size="53" baseType="lpstr">
      <vt:lpstr>等线</vt:lpstr>
      <vt:lpstr>楷体</vt:lpstr>
      <vt:lpstr>楷体_GB2312</vt:lpstr>
      <vt:lpstr>隶书</vt:lpstr>
      <vt:lpstr>宋体</vt:lpstr>
      <vt:lpstr>微软雅黑</vt:lpstr>
      <vt:lpstr>Arial</vt:lpstr>
      <vt:lpstr>Calibri</vt:lpstr>
      <vt:lpstr>Symbol</vt:lpstr>
      <vt:lpstr>Times New Roman</vt:lpstr>
      <vt:lpstr>Office 主题</vt:lpstr>
      <vt:lpstr>Equation</vt:lpstr>
      <vt:lpstr>MathType 6.0 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</vt:lpstr>
      <vt:lpstr>思考</vt:lpstr>
      <vt:lpstr>PowerPoint 演示文稿</vt:lpstr>
      <vt:lpstr>PowerPoint 演示文稿</vt:lpstr>
      <vt:lpstr>PowerPoint 演示文稿</vt:lpstr>
      <vt:lpstr>例2</vt:lpstr>
      <vt:lpstr>PowerPoint 演示文稿</vt:lpstr>
      <vt:lpstr>例3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柱壳法求旋转体体积</vt:lpstr>
      <vt:lpstr>柱壳法求体积</vt:lpstr>
      <vt:lpstr>例5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1171</cp:revision>
  <dcterms:created xsi:type="dcterms:W3CDTF">2018-09-27T06:48:14Z</dcterms:created>
  <dcterms:modified xsi:type="dcterms:W3CDTF">2023-12-12T10:17:16Z</dcterms:modified>
</cp:coreProperties>
</file>